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0"/>
  </p:notesMasterIdLst>
  <p:sldIdLst>
    <p:sldId id="256" r:id="rId5"/>
    <p:sldId id="260" r:id="rId6"/>
    <p:sldId id="472" r:id="rId7"/>
    <p:sldId id="272" r:id="rId8"/>
    <p:sldId id="300" r:id="rId9"/>
    <p:sldId id="473" r:id="rId10"/>
    <p:sldId id="284" r:id="rId11"/>
    <p:sldId id="292" r:id="rId12"/>
    <p:sldId id="470" r:id="rId13"/>
    <p:sldId id="288" r:id="rId14"/>
    <p:sldId id="289" r:id="rId15"/>
    <p:sldId id="282" r:id="rId16"/>
    <p:sldId id="283" r:id="rId17"/>
    <p:sldId id="474" r:id="rId18"/>
    <p:sldId id="294" r:id="rId19"/>
    <p:sldId id="468" r:id="rId20"/>
    <p:sldId id="464" r:id="rId21"/>
    <p:sldId id="465" r:id="rId22"/>
    <p:sldId id="466" r:id="rId23"/>
    <p:sldId id="467" r:id="rId24"/>
    <p:sldId id="475" r:id="rId25"/>
    <p:sldId id="290" r:id="rId26"/>
    <p:sldId id="295" r:id="rId27"/>
    <p:sldId id="302" r:id="rId28"/>
    <p:sldId id="471" r:id="rId29"/>
  </p:sldIdLst>
  <p:sldSz cx="12192000" cy="6858000"/>
  <p:notesSz cx="6858000" cy="9144000"/>
  <p:embeddedFontLst>
    <p:embeddedFont>
      <p:font typeface="Arial Narrow" panose="020B0606020202030204" pitchFamily="34" charset="0"/>
      <p:regular r:id="rId31"/>
      <p:bold r:id="rId32"/>
      <p:italic r:id="rId33"/>
      <p:boldItalic r:id="rId34"/>
    </p:embeddedFont>
    <p:embeddedFont>
      <p:font typeface="Roboto regular" panose="02000000000000000000" pitchFamily="2" charset="0"/>
      <p:regular r:id="rId35"/>
    </p:embeddedFont>
    <p:embeddedFont>
      <p:font typeface="Trebuchet MS" panose="020B0603020202020204" pitchFamily="34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EA6181-59CB-4762-905C-52357EE23247}">
          <p14:sldIdLst>
            <p14:sldId id="256"/>
            <p14:sldId id="260"/>
          </p14:sldIdLst>
        </p14:section>
        <p14:section name="Overview" id="{E1298C3C-5DB2-4819-9801-6D343760E4DD}">
          <p14:sldIdLst>
            <p14:sldId id="472"/>
            <p14:sldId id="272"/>
            <p14:sldId id="300"/>
          </p14:sldIdLst>
        </p14:section>
        <p14:section name="Example 1" id="{4C808C2E-5499-42E2-B261-4FA41720A9D5}">
          <p14:sldIdLst>
            <p14:sldId id="473"/>
            <p14:sldId id="284"/>
            <p14:sldId id="292"/>
            <p14:sldId id="470"/>
            <p14:sldId id="288"/>
            <p14:sldId id="289"/>
          </p14:sldIdLst>
        </p14:section>
        <p14:section name="Example 2" id="{4AD196F5-2572-43DD-8D92-70272A2FBF02}">
          <p14:sldIdLst>
            <p14:sldId id="282"/>
            <p14:sldId id="283"/>
          </p14:sldIdLst>
        </p14:section>
        <p14:section name="Process Example" id="{2B8680FD-8256-41C2-8633-46D590304B93}">
          <p14:sldIdLst>
            <p14:sldId id="474"/>
            <p14:sldId id="294"/>
            <p14:sldId id="468"/>
            <p14:sldId id="464"/>
            <p14:sldId id="465"/>
            <p14:sldId id="466"/>
            <p14:sldId id="467"/>
          </p14:sldIdLst>
        </p14:section>
        <p14:section name="End" id="{125A9C70-A153-48C8-B61F-7FA1B93482C1}">
          <p14:sldIdLst>
            <p14:sldId id="475"/>
            <p14:sldId id="290"/>
            <p14:sldId id="295"/>
            <p14:sldId id="302"/>
            <p14:sldId id="4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4D"/>
    <a:srgbClr val="78C091"/>
    <a:srgbClr val="ED7D31"/>
    <a:srgbClr val="262626"/>
    <a:srgbClr val="246EB9"/>
    <a:srgbClr val="F2F2F2"/>
    <a:srgbClr val="A4A3A4"/>
    <a:srgbClr val="D3E2F1"/>
    <a:srgbClr val="C57B57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1B2278-823C-434D-BDC3-CF62EDACF678}" v="2" dt="2025-01-15T16:14:03.163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50" y="260"/>
      </p:cViewPr>
      <p:guideLst>
        <p:guide orient="horz" pos="2184"/>
        <p:guide pos="4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9.fntdata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ffan Canback" userId="054e9354-3a58-4c04-8546-bdc6e2e33fa8" providerId="ADAL" clId="{3ED5E55F-5CFC-4234-9232-AD35E4A5F1DF}"/>
    <pc:docChg chg="custSel modSld">
      <pc:chgData name="Staffan Canback" userId="054e9354-3a58-4c04-8546-bdc6e2e33fa8" providerId="ADAL" clId="{3ED5E55F-5CFC-4234-9232-AD35E4A5F1DF}" dt="2024-12-18T17:58:30.779" v="5" actId="14100"/>
      <pc:docMkLst>
        <pc:docMk/>
      </pc:docMkLst>
      <pc:sldChg chg="addSp delSp modSp mod">
        <pc:chgData name="Staffan Canback" userId="054e9354-3a58-4c04-8546-bdc6e2e33fa8" providerId="ADAL" clId="{3ED5E55F-5CFC-4234-9232-AD35E4A5F1DF}" dt="2024-12-18T17:58:30.779" v="5" actId="14100"/>
        <pc:sldMkLst>
          <pc:docMk/>
          <pc:sldMk cId="2721796071" sldId="300"/>
        </pc:sldMkLst>
        <pc:spChg chg="add mod">
          <ac:chgData name="Staffan Canback" userId="054e9354-3a58-4c04-8546-bdc6e2e33fa8" providerId="ADAL" clId="{3ED5E55F-5CFC-4234-9232-AD35E4A5F1DF}" dt="2024-12-18T17:58:22.929" v="4"/>
          <ac:spMkLst>
            <pc:docMk/>
            <pc:sldMk cId="2721796071" sldId="300"/>
            <ac:spMk id="5" creationId="{87B207A7-D0BF-5DD5-76AF-0564E82F8EBB}"/>
          </ac:spMkLst>
        </pc:spChg>
        <pc:spChg chg="mod">
          <ac:chgData name="Staffan Canback" userId="054e9354-3a58-4c04-8546-bdc6e2e33fa8" providerId="ADAL" clId="{3ED5E55F-5CFC-4234-9232-AD35E4A5F1DF}" dt="2024-12-18T17:58:30.779" v="5" actId="14100"/>
          <ac:spMkLst>
            <pc:docMk/>
            <pc:sldMk cId="2721796071" sldId="300"/>
            <ac:spMk id="56" creationId="{2BD403BB-16EF-5E5D-0BF8-E65691477421}"/>
          </ac:spMkLst>
        </pc:spChg>
        <pc:spChg chg="del">
          <ac:chgData name="Staffan Canback" userId="054e9354-3a58-4c04-8546-bdc6e2e33fa8" providerId="ADAL" clId="{3ED5E55F-5CFC-4234-9232-AD35E4A5F1DF}" dt="2024-12-18T17:58:21.954" v="3" actId="478"/>
          <ac:spMkLst>
            <pc:docMk/>
            <pc:sldMk cId="2721796071" sldId="300"/>
            <ac:spMk id="65" creationId="{71497455-B73A-7ACB-14B1-0B4063DF5A52}"/>
          </ac:spMkLst>
        </pc:spChg>
        <pc:picChg chg="add del mod">
          <ac:chgData name="Staffan Canback" userId="054e9354-3a58-4c04-8546-bdc6e2e33fa8" providerId="ADAL" clId="{3ED5E55F-5CFC-4234-9232-AD35E4A5F1DF}" dt="2024-12-18T17:58:21.954" v="3" actId="478"/>
          <ac:picMkLst>
            <pc:docMk/>
            <pc:sldMk cId="2721796071" sldId="300"/>
            <ac:picMk id="3" creationId="{575C5BCD-3C6E-587E-F0C9-B73A72E94205}"/>
          </ac:picMkLst>
        </pc:picChg>
        <pc:picChg chg="add mod">
          <ac:chgData name="Staffan Canback" userId="054e9354-3a58-4c04-8546-bdc6e2e33fa8" providerId="ADAL" clId="{3ED5E55F-5CFC-4234-9232-AD35E4A5F1DF}" dt="2024-12-18T17:58:22.929" v="4"/>
          <ac:picMkLst>
            <pc:docMk/>
            <pc:sldMk cId="2721796071" sldId="300"/>
            <ac:picMk id="6" creationId="{98AF7403-DEEF-AE36-90E1-C5A43C5CFD77}"/>
          </ac:picMkLst>
        </pc:picChg>
        <pc:picChg chg="add mod">
          <ac:chgData name="Staffan Canback" userId="054e9354-3a58-4c04-8546-bdc6e2e33fa8" providerId="ADAL" clId="{3ED5E55F-5CFC-4234-9232-AD35E4A5F1DF}" dt="2024-12-18T17:58:22.929" v="4"/>
          <ac:picMkLst>
            <pc:docMk/>
            <pc:sldMk cId="2721796071" sldId="300"/>
            <ac:picMk id="7" creationId="{EFB9B245-A0C9-6BDD-ED5C-6DCF28CE3B56}"/>
          </ac:picMkLst>
        </pc:picChg>
        <pc:picChg chg="add mod">
          <ac:chgData name="Staffan Canback" userId="054e9354-3a58-4c04-8546-bdc6e2e33fa8" providerId="ADAL" clId="{3ED5E55F-5CFC-4234-9232-AD35E4A5F1DF}" dt="2024-12-18T17:58:22.929" v="4"/>
          <ac:picMkLst>
            <pc:docMk/>
            <pc:sldMk cId="2721796071" sldId="300"/>
            <ac:picMk id="8" creationId="{80618A88-0427-C5AE-7253-FCF34D661243}"/>
          </ac:picMkLst>
        </pc:picChg>
        <pc:picChg chg="add mod">
          <ac:chgData name="Staffan Canback" userId="054e9354-3a58-4c04-8546-bdc6e2e33fa8" providerId="ADAL" clId="{3ED5E55F-5CFC-4234-9232-AD35E4A5F1DF}" dt="2024-12-18T17:58:22.929" v="4"/>
          <ac:picMkLst>
            <pc:docMk/>
            <pc:sldMk cId="2721796071" sldId="300"/>
            <ac:picMk id="9" creationId="{688B3AD8-2F38-4233-34E2-BECF5D2CFFAF}"/>
          </ac:picMkLst>
        </pc:picChg>
        <pc:picChg chg="add mod">
          <ac:chgData name="Staffan Canback" userId="054e9354-3a58-4c04-8546-bdc6e2e33fa8" providerId="ADAL" clId="{3ED5E55F-5CFC-4234-9232-AD35E4A5F1DF}" dt="2024-12-18T17:58:22.929" v="4"/>
          <ac:picMkLst>
            <pc:docMk/>
            <pc:sldMk cId="2721796071" sldId="300"/>
            <ac:picMk id="10" creationId="{5C4AEA70-9C14-98B1-3853-818143A5F9CF}"/>
          </ac:picMkLst>
        </pc:picChg>
        <pc:picChg chg="add mod">
          <ac:chgData name="Staffan Canback" userId="054e9354-3a58-4c04-8546-bdc6e2e33fa8" providerId="ADAL" clId="{3ED5E55F-5CFC-4234-9232-AD35E4A5F1DF}" dt="2024-12-18T17:58:22.929" v="4"/>
          <ac:picMkLst>
            <pc:docMk/>
            <pc:sldMk cId="2721796071" sldId="300"/>
            <ac:picMk id="11" creationId="{46447E8E-8F4C-05A6-8724-22A538C6DFA4}"/>
          </ac:picMkLst>
        </pc:picChg>
        <pc:picChg chg="add mod">
          <ac:chgData name="Staffan Canback" userId="054e9354-3a58-4c04-8546-bdc6e2e33fa8" providerId="ADAL" clId="{3ED5E55F-5CFC-4234-9232-AD35E4A5F1DF}" dt="2024-12-18T17:58:22.929" v="4"/>
          <ac:picMkLst>
            <pc:docMk/>
            <pc:sldMk cId="2721796071" sldId="300"/>
            <ac:picMk id="12" creationId="{618D49B5-9E9B-1050-822A-27EBD33D9D47}"/>
          </ac:picMkLst>
        </pc:picChg>
        <pc:picChg chg="del">
          <ac:chgData name="Staffan Canback" userId="054e9354-3a58-4c04-8546-bdc6e2e33fa8" providerId="ADAL" clId="{3ED5E55F-5CFC-4234-9232-AD35E4A5F1DF}" dt="2024-12-18T17:58:21.954" v="3" actId="478"/>
          <ac:picMkLst>
            <pc:docMk/>
            <pc:sldMk cId="2721796071" sldId="300"/>
            <ac:picMk id="67" creationId="{26261DC2-03C9-6E2C-4CC1-194357DE8252}"/>
          </ac:picMkLst>
        </pc:picChg>
        <pc:picChg chg="del">
          <ac:chgData name="Staffan Canback" userId="054e9354-3a58-4c04-8546-bdc6e2e33fa8" providerId="ADAL" clId="{3ED5E55F-5CFC-4234-9232-AD35E4A5F1DF}" dt="2024-12-18T17:58:21.954" v="3" actId="478"/>
          <ac:picMkLst>
            <pc:docMk/>
            <pc:sldMk cId="2721796071" sldId="300"/>
            <ac:picMk id="68" creationId="{307DEF73-C056-C808-DBE3-662A2B964989}"/>
          </ac:picMkLst>
        </pc:picChg>
        <pc:picChg chg="del">
          <ac:chgData name="Staffan Canback" userId="054e9354-3a58-4c04-8546-bdc6e2e33fa8" providerId="ADAL" clId="{3ED5E55F-5CFC-4234-9232-AD35E4A5F1DF}" dt="2024-12-18T17:58:21.954" v="3" actId="478"/>
          <ac:picMkLst>
            <pc:docMk/>
            <pc:sldMk cId="2721796071" sldId="300"/>
            <ac:picMk id="69" creationId="{C02B34EB-EBB3-7F1D-4D2F-D4304A7F0A4E}"/>
          </ac:picMkLst>
        </pc:picChg>
        <pc:picChg chg="del">
          <ac:chgData name="Staffan Canback" userId="054e9354-3a58-4c04-8546-bdc6e2e33fa8" providerId="ADAL" clId="{3ED5E55F-5CFC-4234-9232-AD35E4A5F1DF}" dt="2024-12-18T17:58:21.954" v="3" actId="478"/>
          <ac:picMkLst>
            <pc:docMk/>
            <pc:sldMk cId="2721796071" sldId="300"/>
            <ac:picMk id="70" creationId="{14146C45-5682-87CA-7175-7C8D8704B873}"/>
          </ac:picMkLst>
        </pc:picChg>
        <pc:picChg chg="del">
          <ac:chgData name="Staffan Canback" userId="054e9354-3a58-4c04-8546-bdc6e2e33fa8" providerId="ADAL" clId="{3ED5E55F-5CFC-4234-9232-AD35E4A5F1DF}" dt="2024-12-18T17:57:47.933" v="0" actId="478"/>
          <ac:picMkLst>
            <pc:docMk/>
            <pc:sldMk cId="2721796071" sldId="300"/>
            <ac:picMk id="71" creationId="{C8FB07C8-DCB6-8C91-153A-4C47456FA75D}"/>
          </ac:picMkLst>
        </pc:picChg>
        <pc:picChg chg="del">
          <ac:chgData name="Staffan Canback" userId="054e9354-3a58-4c04-8546-bdc6e2e33fa8" providerId="ADAL" clId="{3ED5E55F-5CFC-4234-9232-AD35E4A5F1DF}" dt="2024-12-18T17:58:21.954" v="3" actId="478"/>
          <ac:picMkLst>
            <pc:docMk/>
            <pc:sldMk cId="2721796071" sldId="300"/>
            <ac:picMk id="72" creationId="{560C7F32-A7FD-4801-E3D3-747D18D37FF7}"/>
          </ac:picMkLst>
        </pc:picChg>
        <pc:picChg chg="del">
          <ac:chgData name="Staffan Canback" userId="054e9354-3a58-4c04-8546-bdc6e2e33fa8" providerId="ADAL" clId="{3ED5E55F-5CFC-4234-9232-AD35E4A5F1DF}" dt="2024-12-18T17:58:21.954" v="3" actId="478"/>
          <ac:picMkLst>
            <pc:docMk/>
            <pc:sldMk cId="2721796071" sldId="300"/>
            <ac:picMk id="73" creationId="{7BE9A4CF-C03C-9062-5088-D94D58B7BE4D}"/>
          </ac:picMkLst>
        </pc:picChg>
      </pc:sldChg>
    </pc:docChg>
  </pc:docChgLst>
  <pc:docChgLst>
    <pc:chgData name="Philip Burgin-Young" userId="4d5b3e17-66d0-4f3f-a072-bbadeae2cdb1" providerId="ADAL" clId="{4E12E76A-1569-470F-B701-667EBB9CD17D}"/>
    <pc:docChg chg="undo redo custSel addSld delSld modSld sldOrd addSection delSection modSection">
      <pc:chgData name="Philip Burgin-Young" userId="4d5b3e17-66d0-4f3f-a072-bbadeae2cdb1" providerId="ADAL" clId="{4E12E76A-1569-470F-B701-667EBB9CD17D}" dt="2024-07-26T18:59:59.355" v="875" actId="113"/>
      <pc:docMkLst>
        <pc:docMk/>
      </pc:docMkLst>
      <pc:sldChg chg="del">
        <pc:chgData name="Philip Burgin-Young" userId="4d5b3e17-66d0-4f3f-a072-bbadeae2cdb1" providerId="ADAL" clId="{4E12E76A-1569-470F-B701-667EBB9CD17D}" dt="2024-07-26T18:38:25.380" v="0" actId="47"/>
        <pc:sldMkLst>
          <pc:docMk/>
          <pc:sldMk cId="2077510132" sldId="262"/>
        </pc:sldMkLst>
      </pc:sldChg>
      <pc:sldChg chg="del">
        <pc:chgData name="Philip Burgin-Young" userId="4d5b3e17-66d0-4f3f-a072-bbadeae2cdb1" providerId="ADAL" clId="{4E12E76A-1569-470F-B701-667EBB9CD17D}" dt="2024-07-26T18:41:25.564" v="29" actId="47"/>
        <pc:sldMkLst>
          <pc:docMk/>
          <pc:sldMk cId="1139767206" sldId="264"/>
        </pc:sldMkLst>
      </pc:sldChg>
      <pc:sldChg chg="del">
        <pc:chgData name="Philip Burgin-Young" userId="4d5b3e17-66d0-4f3f-a072-bbadeae2cdb1" providerId="ADAL" clId="{4E12E76A-1569-470F-B701-667EBB9CD17D}" dt="2024-07-26T18:49:38.207" v="242" actId="47"/>
        <pc:sldMkLst>
          <pc:docMk/>
          <pc:sldMk cId="3936017560" sldId="266"/>
        </pc:sldMkLst>
      </pc:sldChg>
      <pc:sldChg chg="del">
        <pc:chgData name="Philip Burgin-Young" userId="4d5b3e17-66d0-4f3f-a072-bbadeae2cdb1" providerId="ADAL" clId="{4E12E76A-1569-470F-B701-667EBB9CD17D}" dt="2024-07-26T18:41:29.308" v="30" actId="47"/>
        <pc:sldMkLst>
          <pc:docMk/>
          <pc:sldMk cId="1644472692" sldId="268"/>
        </pc:sldMkLst>
      </pc:sldChg>
      <pc:sldChg chg="del">
        <pc:chgData name="Philip Burgin-Young" userId="4d5b3e17-66d0-4f3f-a072-bbadeae2cdb1" providerId="ADAL" clId="{4E12E76A-1569-470F-B701-667EBB9CD17D}" dt="2024-07-26T18:39:44.730" v="11" actId="47"/>
        <pc:sldMkLst>
          <pc:docMk/>
          <pc:sldMk cId="3546885627" sldId="269"/>
        </pc:sldMkLst>
      </pc:sldChg>
      <pc:sldChg chg="delSp modSp del mod">
        <pc:chgData name="Philip Burgin-Young" userId="4d5b3e17-66d0-4f3f-a072-bbadeae2cdb1" providerId="ADAL" clId="{4E12E76A-1569-470F-B701-667EBB9CD17D}" dt="2024-07-26T18:51:19.225" v="299" actId="47"/>
        <pc:sldMkLst>
          <pc:docMk/>
          <pc:sldMk cId="3848774534" sldId="270"/>
        </pc:sldMkLst>
        <pc:spChg chg="del mod ord">
          <ac:chgData name="Philip Burgin-Young" userId="4d5b3e17-66d0-4f3f-a072-bbadeae2cdb1" providerId="ADAL" clId="{4E12E76A-1569-470F-B701-667EBB9CD17D}" dt="2024-07-26T18:50:54.699" v="264" actId="21"/>
          <ac:spMkLst>
            <pc:docMk/>
            <pc:sldMk cId="3848774534" sldId="270"/>
            <ac:spMk id="3" creationId="{8BE6B03A-1004-3FC6-CCB1-4BF712B5E006}"/>
          </ac:spMkLst>
        </pc:spChg>
        <pc:spChg chg="del mod">
          <ac:chgData name="Philip Burgin-Young" userId="4d5b3e17-66d0-4f3f-a072-bbadeae2cdb1" providerId="ADAL" clId="{4E12E76A-1569-470F-B701-667EBB9CD17D}" dt="2024-07-26T18:50:54.699" v="264" actId="21"/>
          <ac:spMkLst>
            <pc:docMk/>
            <pc:sldMk cId="3848774534" sldId="270"/>
            <ac:spMk id="4" creationId="{67DBE922-1FB1-4A9C-04AC-F540301F7EEA}"/>
          </ac:spMkLst>
        </pc:spChg>
        <pc:picChg chg="del mod">
          <ac:chgData name="Philip Burgin-Young" userId="4d5b3e17-66d0-4f3f-a072-bbadeae2cdb1" providerId="ADAL" clId="{4E12E76A-1569-470F-B701-667EBB9CD17D}" dt="2024-07-26T18:50:54.699" v="264" actId="21"/>
          <ac:picMkLst>
            <pc:docMk/>
            <pc:sldMk cId="3848774534" sldId="270"/>
            <ac:picMk id="5" creationId="{003E781F-8A77-2D7F-53FA-E6DD2506D6D9}"/>
          </ac:picMkLst>
        </pc:picChg>
        <pc:picChg chg="del mod">
          <ac:chgData name="Philip Burgin-Young" userId="4d5b3e17-66d0-4f3f-a072-bbadeae2cdb1" providerId="ADAL" clId="{4E12E76A-1569-470F-B701-667EBB9CD17D}" dt="2024-07-26T18:50:54.699" v="264" actId="21"/>
          <ac:picMkLst>
            <pc:docMk/>
            <pc:sldMk cId="3848774534" sldId="270"/>
            <ac:picMk id="7" creationId="{CBC5CCCB-1B01-27A1-B2C4-CDE2D9143913}"/>
          </ac:picMkLst>
        </pc:picChg>
        <pc:picChg chg="del mod">
          <ac:chgData name="Philip Burgin-Young" userId="4d5b3e17-66d0-4f3f-a072-bbadeae2cdb1" providerId="ADAL" clId="{4E12E76A-1569-470F-B701-667EBB9CD17D}" dt="2024-07-26T18:50:54.699" v="264" actId="21"/>
          <ac:picMkLst>
            <pc:docMk/>
            <pc:sldMk cId="3848774534" sldId="270"/>
            <ac:picMk id="11" creationId="{670A0C69-B8FD-C584-B4B1-B22AC2E3E80C}"/>
          </ac:picMkLst>
        </pc:picChg>
        <pc:picChg chg="del mod">
          <ac:chgData name="Philip Burgin-Young" userId="4d5b3e17-66d0-4f3f-a072-bbadeae2cdb1" providerId="ADAL" clId="{4E12E76A-1569-470F-B701-667EBB9CD17D}" dt="2024-07-26T18:50:54.699" v="264" actId="21"/>
          <ac:picMkLst>
            <pc:docMk/>
            <pc:sldMk cId="3848774534" sldId="270"/>
            <ac:picMk id="12" creationId="{301A8A9C-EF4B-A9A9-FB7B-20B6F7C405A0}"/>
          </ac:picMkLst>
        </pc:picChg>
        <pc:picChg chg="del mod">
          <ac:chgData name="Philip Burgin-Young" userId="4d5b3e17-66d0-4f3f-a072-bbadeae2cdb1" providerId="ADAL" clId="{4E12E76A-1569-470F-B701-667EBB9CD17D}" dt="2024-07-26T18:50:54.699" v="264" actId="21"/>
          <ac:picMkLst>
            <pc:docMk/>
            <pc:sldMk cId="3848774534" sldId="270"/>
            <ac:picMk id="13" creationId="{2B8B945E-AC07-7332-0F38-DA699EEF8326}"/>
          </ac:picMkLst>
        </pc:picChg>
        <pc:picChg chg="del mod">
          <ac:chgData name="Philip Burgin-Young" userId="4d5b3e17-66d0-4f3f-a072-bbadeae2cdb1" providerId="ADAL" clId="{4E12E76A-1569-470F-B701-667EBB9CD17D}" dt="2024-07-26T18:50:54.699" v="264" actId="21"/>
          <ac:picMkLst>
            <pc:docMk/>
            <pc:sldMk cId="3848774534" sldId="270"/>
            <ac:picMk id="14" creationId="{70EFAE91-D586-7D28-4774-C04AEC7840FB}"/>
          </ac:picMkLst>
        </pc:picChg>
        <pc:picChg chg="del mod">
          <ac:chgData name="Philip Burgin-Young" userId="4d5b3e17-66d0-4f3f-a072-bbadeae2cdb1" providerId="ADAL" clId="{4E12E76A-1569-470F-B701-667EBB9CD17D}" dt="2024-07-26T18:50:54.699" v="264" actId="21"/>
          <ac:picMkLst>
            <pc:docMk/>
            <pc:sldMk cId="3848774534" sldId="270"/>
            <ac:picMk id="15" creationId="{BA1BA8C3-6689-3C04-2A4A-538C2D7DCEB5}"/>
          </ac:picMkLst>
        </pc:picChg>
      </pc:sldChg>
      <pc:sldChg chg="addSp delSp modSp mod ord">
        <pc:chgData name="Philip Burgin-Young" userId="4d5b3e17-66d0-4f3f-a072-bbadeae2cdb1" providerId="ADAL" clId="{4E12E76A-1569-470F-B701-667EBB9CD17D}" dt="2024-07-26T18:54:20.564" v="443"/>
        <pc:sldMkLst>
          <pc:docMk/>
          <pc:sldMk cId="996283149" sldId="272"/>
        </pc:sldMkLst>
        <pc:spChg chg="mod">
          <ac:chgData name="Philip Burgin-Young" userId="4d5b3e17-66d0-4f3f-a072-bbadeae2cdb1" providerId="ADAL" clId="{4E12E76A-1569-470F-B701-667EBB9CD17D}" dt="2024-07-26T18:53:34.066" v="434" actId="20577"/>
          <ac:spMkLst>
            <pc:docMk/>
            <pc:sldMk cId="996283149" sldId="272"/>
            <ac:spMk id="2" creationId="{F6D1555B-C4BC-8440-A080-179E169009BA}"/>
          </ac:spMkLst>
        </pc:spChg>
        <pc:spChg chg="mod topLvl">
          <ac:chgData name="Philip Burgin-Young" userId="4d5b3e17-66d0-4f3f-a072-bbadeae2cdb1" providerId="ADAL" clId="{4E12E76A-1569-470F-B701-667EBB9CD17D}" dt="2024-07-26T18:53:39.532" v="435" actId="1076"/>
          <ac:spMkLst>
            <pc:docMk/>
            <pc:sldMk cId="996283149" sldId="272"/>
            <ac:spMk id="7" creationId="{6203CBEE-214C-76C8-D654-10278B3B9F07}"/>
          </ac:spMkLst>
        </pc:spChg>
        <pc:spChg chg="mod topLvl">
          <ac:chgData name="Philip Burgin-Young" userId="4d5b3e17-66d0-4f3f-a072-bbadeae2cdb1" providerId="ADAL" clId="{4E12E76A-1569-470F-B701-667EBB9CD17D}" dt="2024-07-26T18:53:39.532" v="435" actId="1076"/>
          <ac:spMkLst>
            <pc:docMk/>
            <pc:sldMk cId="996283149" sldId="272"/>
            <ac:spMk id="8" creationId="{957AD388-AD48-8839-E213-F98CD2537F73}"/>
          </ac:spMkLst>
        </pc:spChg>
        <pc:spChg chg="mod">
          <ac:chgData name="Philip Burgin-Young" userId="4d5b3e17-66d0-4f3f-a072-bbadeae2cdb1" providerId="ADAL" clId="{4E12E76A-1569-470F-B701-667EBB9CD17D}" dt="2024-07-26T18:53:39.532" v="435" actId="1076"/>
          <ac:spMkLst>
            <pc:docMk/>
            <pc:sldMk cId="996283149" sldId="272"/>
            <ac:spMk id="9" creationId="{E6044F0A-D040-C9C9-79E8-24AA1124282D}"/>
          </ac:spMkLst>
        </pc:spChg>
        <pc:spChg chg="mod topLvl">
          <ac:chgData name="Philip Burgin-Young" userId="4d5b3e17-66d0-4f3f-a072-bbadeae2cdb1" providerId="ADAL" clId="{4E12E76A-1569-470F-B701-667EBB9CD17D}" dt="2024-07-26T18:53:39.532" v="435" actId="1076"/>
          <ac:spMkLst>
            <pc:docMk/>
            <pc:sldMk cId="996283149" sldId="272"/>
            <ac:spMk id="10" creationId="{887DDA8C-8028-3044-A449-F7FEF0F0AFB3}"/>
          </ac:spMkLst>
        </pc:spChg>
        <pc:spChg chg="mod topLvl">
          <ac:chgData name="Philip Burgin-Young" userId="4d5b3e17-66d0-4f3f-a072-bbadeae2cdb1" providerId="ADAL" clId="{4E12E76A-1569-470F-B701-667EBB9CD17D}" dt="2024-07-26T18:53:39.532" v="435" actId="1076"/>
          <ac:spMkLst>
            <pc:docMk/>
            <pc:sldMk cId="996283149" sldId="272"/>
            <ac:spMk id="11" creationId="{575DEEE5-1F48-8A55-D2AB-1F79F1E41E61}"/>
          </ac:spMkLst>
        </pc:spChg>
        <pc:spChg chg="mod topLvl">
          <ac:chgData name="Philip Burgin-Young" userId="4d5b3e17-66d0-4f3f-a072-bbadeae2cdb1" providerId="ADAL" clId="{4E12E76A-1569-470F-B701-667EBB9CD17D}" dt="2024-07-26T18:53:39.532" v="435" actId="1076"/>
          <ac:spMkLst>
            <pc:docMk/>
            <pc:sldMk cId="996283149" sldId="272"/>
            <ac:spMk id="16" creationId="{161FF8CF-ACE7-1E6A-6259-387C15505D41}"/>
          </ac:spMkLst>
        </pc:spChg>
        <pc:spChg chg="mod topLvl">
          <ac:chgData name="Philip Burgin-Young" userId="4d5b3e17-66d0-4f3f-a072-bbadeae2cdb1" providerId="ADAL" clId="{4E12E76A-1569-470F-B701-667EBB9CD17D}" dt="2024-07-26T18:53:39.532" v="435" actId="1076"/>
          <ac:spMkLst>
            <pc:docMk/>
            <pc:sldMk cId="996283149" sldId="272"/>
            <ac:spMk id="17" creationId="{F5CE65AB-ED3C-9E6C-78A8-C80A7BA34EDF}"/>
          </ac:spMkLst>
        </pc:spChg>
        <pc:spChg chg="add mod">
          <ac:chgData name="Philip Burgin-Young" userId="4d5b3e17-66d0-4f3f-a072-bbadeae2cdb1" providerId="ADAL" clId="{4E12E76A-1569-470F-B701-667EBB9CD17D}" dt="2024-07-26T18:53:05.135" v="345"/>
          <ac:spMkLst>
            <pc:docMk/>
            <pc:sldMk cId="996283149" sldId="272"/>
            <ac:spMk id="21" creationId="{E7C5FA8B-D739-DED2-3A01-95806AA1CB0F}"/>
          </ac:spMkLst>
        </pc:spChg>
        <pc:spChg chg="add mod">
          <ac:chgData name="Philip Burgin-Young" userId="4d5b3e17-66d0-4f3f-a072-bbadeae2cdb1" providerId="ADAL" clId="{4E12E76A-1569-470F-B701-667EBB9CD17D}" dt="2024-07-26T18:53:05.135" v="345"/>
          <ac:spMkLst>
            <pc:docMk/>
            <pc:sldMk cId="996283149" sldId="272"/>
            <ac:spMk id="23" creationId="{8BC27CCB-71E8-FE48-AD19-676DC41F7708}"/>
          </ac:spMkLst>
        </pc:spChg>
        <pc:spChg chg="add mod">
          <ac:chgData name="Philip Burgin-Young" userId="4d5b3e17-66d0-4f3f-a072-bbadeae2cdb1" providerId="ADAL" clId="{4E12E76A-1569-470F-B701-667EBB9CD17D}" dt="2024-07-26T18:53:05.135" v="345"/>
          <ac:spMkLst>
            <pc:docMk/>
            <pc:sldMk cId="996283149" sldId="272"/>
            <ac:spMk id="24" creationId="{5D1CC844-3E4F-A9E5-B04B-EA94ECD728BC}"/>
          </ac:spMkLst>
        </pc:spChg>
        <pc:spChg chg="add mod">
          <ac:chgData name="Philip Burgin-Young" userId="4d5b3e17-66d0-4f3f-a072-bbadeae2cdb1" providerId="ADAL" clId="{4E12E76A-1569-470F-B701-667EBB9CD17D}" dt="2024-07-26T18:53:05.135" v="345"/>
          <ac:spMkLst>
            <pc:docMk/>
            <pc:sldMk cId="996283149" sldId="272"/>
            <ac:spMk id="26" creationId="{51C62E83-F86F-6206-9D11-47B72E4D01D9}"/>
          </ac:spMkLst>
        </pc:spChg>
        <pc:spChg chg="add mod">
          <ac:chgData name="Philip Burgin-Young" userId="4d5b3e17-66d0-4f3f-a072-bbadeae2cdb1" providerId="ADAL" clId="{4E12E76A-1569-470F-B701-667EBB9CD17D}" dt="2024-07-26T18:53:05.135" v="345"/>
          <ac:spMkLst>
            <pc:docMk/>
            <pc:sldMk cId="996283149" sldId="272"/>
            <ac:spMk id="27" creationId="{7220869E-BA64-3FED-15C6-A31DADE7B106}"/>
          </ac:spMkLst>
        </pc:spChg>
        <pc:spChg chg="add mod">
          <ac:chgData name="Philip Burgin-Young" userId="4d5b3e17-66d0-4f3f-a072-bbadeae2cdb1" providerId="ADAL" clId="{4E12E76A-1569-470F-B701-667EBB9CD17D}" dt="2024-07-26T18:53:05.135" v="345"/>
          <ac:spMkLst>
            <pc:docMk/>
            <pc:sldMk cId="996283149" sldId="272"/>
            <ac:spMk id="30" creationId="{66D89901-94A2-3B84-B463-4DFD04F6E9E3}"/>
          </ac:spMkLst>
        </pc:spChg>
        <pc:spChg chg="add mod">
          <ac:chgData name="Philip Burgin-Young" userId="4d5b3e17-66d0-4f3f-a072-bbadeae2cdb1" providerId="ADAL" clId="{4E12E76A-1569-470F-B701-667EBB9CD17D}" dt="2024-07-26T18:53:05.135" v="345"/>
          <ac:spMkLst>
            <pc:docMk/>
            <pc:sldMk cId="996283149" sldId="272"/>
            <ac:spMk id="31" creationId="{ED37DE97-DB52-BBBB-9C49-44D77EFD007F}"/>
          </ac:spMkLst>
        </pc:spChg>
        <pc:spChg chg="add mod">
          <ac:chgData name="Philip Burgin-Young" userId="4d5b3e17-66d0-4f3f-a072-bbadeae2cdb1" providerId="ADAL" clId="{4E12E76A-1569-470F-B701-667EBB9CD17D}" dt="2024-07-26T18:53:05.135" v="345"/>
          <ac:spMkLst>
            <pc:docMk/>
            <pc:sldMk cId="996283149" sldId="272"/>
            <ac:spMk id="32" creationId="{6ABB041D-42D7-C793-A21C-F2F06F70D9D7}"/>
          </ac:spMkLst>
        </pc:spChg>
        <pc:spChg chg="add mod">
          <ac:chgData name="Philip Burgin-Young" userId="4d5b3e17-66d0-4f3f-a072-bbadeae2cdb1" providerId="ADAL" clId="{4E12E76A-1569-470F-B701-667EBB9CD17D}" dt="2024-07-26T18:53:05.135" v="345"/>
          <ac:spMkLst>
            <pc:docMk/>
            <pc:sldMk cId="996283149" sldId="272"/>
            <ac:spMk id="33" creationId="{4E8DF696-EF46-7A50-438E-73E73F176EB7}"/>
          </ac:spMkLst>
        </pc:spChg>
        <pc:grpChg chg="add del mod">
          <ac:chgData name="Philip Burgin-Young" userId="4d5b3e17-66d0-4f3f-a072-bbadeae2cdb1" providerId="ADAL" clId="{4E12E76A-1569-470F-B701-667EBB9CD17D}" dt="2024-07-26T18:52:17.560" v="328" actId="165"/>
          <ac:grpSpMkLst>
            <pc:docMk/>
            <pc:sldMk cId="996283149" sldId="272"/>
            <ac:grpSpMk id="4" creationId="{6CA8C9A3-CCCA-849C-EB7D-838CB2992037}"/>
          </ac:grpSpMkLst>
        </pc:grpChg>
        <pc:grpChg chg="add del mod">
          <ac:chgData name="Philip Burgin-Young" userId="4d5b3e17-66d0-4f3f-a072-bbadeae2cdb1" providerId="ADAL" clId="{4E12E76A-1569-470F-B701-667EBB9CD17D}" dt="2024-07-26T18:52:17.560" v="328" actId="165"/>
          <ac:grpSpMkLst>
            <pc:docMk/>
            <pc:sldMk cId="996283149" sldId="272"/>
            <ac:grpSpMk id="5" creationId="{D5E9B4F7-DF70-3D9C-19B2-FD217EB13619}"/>
          </ac:grpSpMkLst>
        </pc:grpChg>
        <pc:grpChg chg="add del mod">
          <ac:chgData name="Philip Burgin-Young" userId="4d5b3e17-66d0-4f3f-a072-bbadeae2cdb1" providerId="ADAL" clId="{4E12E76A-1569-470F-B701-667EBB9CD17D}" dt="2024-07-26T18:52:17.560" v="328" actId="165"/>
          <ac:grpSpMkLst>
            <pc:docMk/>
            <pc:sldMk cId="996283149" sldId="272"/>
            <ac:grpSpMk id="12" creationId="{3F334A14-85BF-DC2A-A0FD-523B5C6B5468}"/>
          </ac:grpSpMkLst>
        </pc:grpChg>
        <pc:grpChg chg="add del mod">
          <ac:chgData name="Philip Burgin-Young" userId="4d5b3e17-66d0-4f3f-a072-bbadeae2cdb1" providerId="ADAL" clId="{4E12E76A-1569-470F-B701-667EBB9CD17D}" dt="2024-07-26T18:53:12.829" v="407" actId="165"/>
          <ac:grpSpMkLst>
            <pc:docMk/>
            <pc:sldMk cId="996283149" sldId="272"/>
            <ac:grpSpMk id="13" creationId="{49AC0139-B7E3-E13E-6E1C-AD90B2F4B584}"/>
          </ac:grpSpMkLst>
        </pc:grpChg>
        <pc:grpChg chg="add del mod">
          <ac:chgData name="Philip Burgin-Young" userId="4d5b3e17-66d0-4f3f-a072-bbadeae2cdb1" providerId="ADAL" clId="{4E12E76A-1569-470F-B701-667EBB9CD17D}" dt="2024-07-26T18:53:12.829" v="407" actId="165"/>
          <ac:grpSpMkLst>
            <pc:docMk/>
            <pc:sldMk cId="996283149" sldId="272"/>
            <ac:grpSpMk id="14" creationId="{D900D94D-47AB-B7EA-64FB-CB12F6110968}"/>
          </ac:grpSpMkLst>
        </pc:grpChg>
        <pc:grpChg chg="add del mod">
          <ac:chgData name="Philip Burgin-Young" userId="4d5b3e17-66d0-4f3f-a072-bbadeae2cdb1" providerId="ADAL" clId="{4E12E76A-1569-470F-B701-667EBB9CD17D}" dt="2024-07-26T18:53:12.829" v="407" actId="165"/>
          <ac:grpSpMkLst>
            <pc:docMk/>
            <pc:sldMk cId="996283149" sldId="272"/>
            <ac:grpSpMk id="15" creationId="{1863075C-B802-87C4-94F3-2891CE1A9377}"/>
          </ac:grpSpMkLst>
        </pc:grpChg>
        <pc:picChg chg="mod topLvl">
          <ac:chgData name="Philip Burgin-Young" userId="4d5b3e17-66d0-4f3f-a072-bbadeae2cdb1" providerId="ADAL" clId="{4E12E76A-1569-470F-B701-667EBB9CD17D}" dt="2024-07-26T18:53:39.532" v="435" actId="1076"/>
          <ac:picMkLst>
            <pc:docMk/>
            <pc:sldMk cId="996283149" sldId="272"/>
            <ac:picMk id="6" creationId="{A89EFB74-E37E-A353-544C-497C8CD7225F}"/>
          </ac:picMkLst>
        </pc:picChg>
        <pc:picChg chg="mod topLvl">
          <ac:chgData name="Philip Burgin-Young" userId="4d5b3e17-66d0-4f3f-a072-bbadeae2cdb1" providerId="ADAL" clId="{4E12E76A-1569-470F-B701-667EBB9CD17D}" dt="2024-07-26T18:53:39.532" v="435" actId="1076"/>
          <ac:picMkLst>
            <pc:docMk/>
            <pc:sldMk cId="996283149" sldId="272"/>
            <ac:picMk id="18" creationId="{56845B5B-2C7D-1DE4-997F-B51977E49C91}"/>
          </ac:picMkLst>
        </pc:picChg>
        <pc:picChg chg="mod topLvl">
          <ac:chgData name="Philip Burgin-Young" userId="4d5b3e17-66d0-4f3f-a072-bbadeae2cdb1" providerId="ADAL" clId="{4E12E76A-1569-470F-B701-667EBB9CD17D}" dt="2024-07-26T18:53:39.532" v="435" actId="1076"/>
          <ac:picMkLst>
            <pc:docMk/>
            <pc:sldMk cId="996283149" sldId="272"/>
            <ac:picMk id="19" creationId="{28257019-74D2-8A27-CC03-8B0B85DABC3F}"/>
          </ac:picMkLst>
        </pc:picChg>
        <pc:picChg chg="add mod">
          <ac:chgData name="Philip Burgin-Young" userId="4d5b3e17-66d0-4f3f-a072-bbadeae2cdb1" providerId="ADAL" clId="{4E12E76A-1569-470F-B701-667EBB9CD17D}" dt="2024-07-26T18:53:05.135" v="345"/>
          <ac:picMkLst>
            <pc:docMk/>
            <pc:sldMk cId="996283149" sldId="272"/>
            <ac:picMk id="28" creationId="{465C99CE-75F5-C5AE-D19D-4F3E005FA91E}"/>
          </ac:picMkLst>
        </pc:picChg>
        <pc:picChg chg="add mod">
          <ac:chgData name="Philip Burgin-Young" userId="4d5b3e17-66d0-4f3f-a072-bbadeae2cdb1" providerId="ADAL" clId="{4E12E76A-1569-470F-B701-667EBB9CD17D}" dt="2024-07-26T18:53:05.135" v="345"/>
          <ac:picMkLst>
            <pc:docMk/>
            <pc:sldMk cId="996283149" sldId="272"/>
            <ac:picMk id="39" creationId="{72AE345D-9EA1-9BCD-FF0B-160D0896BE4E}"/>
          </ac:picMkLst>
        </pc:picChg>
        <pc:picChg chg="add mod">
          <ac:chgData name="Philip Burgin-Young" userId="4d5b3e17-66d0-4f3f-a072-bbadeae2cdb1" providerId="ADAL" clId="{4E12E76A-1569-470F-B701-667EBB9CD17D}" dt="2024-07-26T18:53:05.135" v="345"/>
          <ac:picMkLst>
            <pc:docMk/>
            <pc:sldMk cId="996283149" sldId="272"/>
            <ac:picMk id="41" creationId="{D568ED5A-EB46-CBCA-1E98-9D9FEAF48BC1}"/>
          </ac:picMkLst>
        </pc:picChg>
        <pc:picChg chg="add mod">
          <ac:chgData name="Philip Burgin-Young" userId="4d5b3e17-66d0-4f3f-a072-bbadeae2cdb1" providerId="ADAL" clId="{4E12E76A-1569-470F-B701-667EBB9CD17D}" dt="2024-07-26T18:53:05.135" v="345"/>
          <ac:picMkLst>
            <pc:docMk/>
            <pc:sldMk cId="996283149" sldId="272"/>
            <ac:picMk id="43" creationId="{DF1101FD-EDA5-6143-F4AC-AB6066A4AD10}"/>
          </ac:picMkLst>
        </pc:picChg>
        <pc:cxnChg chg="del">
          <ac:chgData name="Philip Burgin-Young" userId="4d5b3e17-66d0-4f3f-a072-bbadeae2cdb1" providerId="ADAL" clId="{4E12E76A-1569-470F-B701-667EBB9CD17D}" dt="2024-07-26T18:51:47.558" v="301" actId="478"/>
          <ac:cxnSpMkLst>
            <pc:docMk/>
            <pc:sldMk cId="996283149" sldId="272"/>
            <ac:cxnSpMk id="20" creationId="{A213E321-B1CC-75A2-751F-4EFE8E80C42A}"/>
          </ac:cxnSpMkLst>
        </pc:cxnChg>
        <pc:cxnChg chg="del">
          <ac:chgData name="Philip Burgin-Young" userId="4d5b3e17-66d0-4f3f-a072-bbadeae2cdb1" providerId="ADAL" clId="{4E12E76A-1569-470F-B701-667EBB9CD17D}" dt="2024-07-26T18:51:47.558" v="301" actId="478"/>
          <ac:cxnSpMkLst>
            <pc:docMk/>
            <pc:sldMk cId="996283149" sldId="272"/>
            <ac:cxnSpMk id="22" creationId="{8DCA1778-3B18-D3F7-87A3-C118E8613237}"/>
          </ac:cxnSpMkLst>
        </pc:cxnChg>
        <pc:cxnChg chg="add mod">
          <ac:chgData name="Philip Burgin-Young" userId="4d5b3e17-66d0-4f3f-a072-bbadeae2cdb1" providerId="ADAL" clId="{4E12E76A-1569-470F-B701-667EBB9CD17D}" dt="2024-07-26T18:53:05.135" v="345"/>
          <ac:cxnSpMkLst>
            <pc:docMk/>
            <pc:sldMk cId="996283149" sldId="272"/>
            <ac:cxnSpMk id="44" creationId="{483EFC10-413B-B9C7-F4EA-4DD32FE17E4F}"/>
          </ac:cxnSpMkLst>
        </pc:cxnChg>
        <pc:cxnChg chg="add mod">
          <ac:chgData name="Philip Burgin-Young" userId="4d5b3e17-66d0-4f3f-a072-bbadeae2cdb1" providerId="ADAL" clId="{4E12E76A-1569-470F-B701-667EBB9CD17D}" dt="2024-07-26T18:53:05.135" v="345"/>
          <ac:cxnSpMkLst>
            <pc:docMk/>
            <pc:sldMk cId="996283149" sldId="272"/>
            <ac:cxnSpMk id="46" creationId="{D40D3682-7C06-DB89-D112-7B9E963693BD}"/>
          </ac:cxnSpMkLst>
        </pc:cxnChg>
        <pc:cxnChg chg="add mod">
          <ac:chgData name="Philip Burgin-Young" userId="4d5b3e17-66d0-4f3f-a072-bbadeae2cdb1" providerId="ADAL" clId="{4E12E76A-1569-470F-B701-667EBB9CD17D}" dt="2024-07-26T18:53:05.135" v="345"/>
          <ac:cxnSpMkLst>
            <pc:docMk/>
            <pc:sldMk cId="996283149" sldId="272"/>
            <ac:cxnSpMk id="47" creationId="{1D204C4B-B75D-F671-FCB2-4B1002565C36}"/>
          </ac:cxnSpMkLst>
        </pc:cxnChg>
      </pc:sldChg>
      <pc:sldChg chg="del">
        <pc:chgData name="Philip Burgin-Young" userId="4d5b3e17-66d0-4f3f-a072-bbadeae2cdb1" providerId="ADAL" clId="{4E12E76A-1569-470F-B701-667EBB9CD17D}" dt="2024-07-26T18:38:31.877" v="1" actId="18676"/>
        <pc:sldMkLst>
          <pc:docMk/>
          <pc:sldMk cId="1283827879" sldId="274"/>
        </pc:sldMkLst>
      </pc:sldChg>
      <pc:sldChg chg="del">
        <pc:chgData name="Philip Burgin-Young" userId="4d5b3e17-66d0-4f3f-a072-bbadeae2cdb1" providerId="ADAL" clId="{4E12E76A-1569-470F-B701-667EBB9CD17D}" dt="2024-07-26T18:38:31.877" v="1" actId="18676"/>
        <pc:sldMkLst>
          <pc:docMk/>
          <pc:sldMk cId="350729677" sldId="277"/>
        </pc:sldMkLst>
      </pc:sldChg>
      <pc:sldChg chg="del">
        <pc:chgData name="Philip Burgin-Young" userId="4d5b3e17-66d0-4f3f-a072-bbadeae2cdb1" providerId="ADAL" clId="{4E12E76A-1569-470F-B701-667EBB9CD17D}" dt="2024-07-26T18:38:31.877" v="1" actId="18676"/>
        <pc:sldMkLst>
          <pc:docMk/>
          <pc:sldMk cId="3218426680" sldId="279"/>
        </pc:sldMkLst>
      </pc:sldChg>
      <pc:sldChg chg="del">
        <pc:chgData name="Philip Burgin-Young" userId="4d5b3e17-66d0-4f3f-a072-bbadeae2cdb1" providerId="ADAL" clId="{4E12E76A-1569-470F-B701-667EBB9CD17D}" dt="2024-07-26T18:38:31.877" v="1" actId="18676"/>
        <pc:sldMkLst>
          <pc:docMk/>
          <pc:sldMk cId="4052202280" sldId="280"/>
        </pc:sldMkLst>
      </pc:sldChg>
      <pc:sldChg chg="del">
        <pc:chgData name="Philip Burgin-Young" userId="4d5b3e17-66d0-4f3f-a072-bbadeae2cdb1" providerId="ADAL" clId="{4E12E76A-1569-470F-B701-667EBB9CD17D}" dt="2024-07-26T18:38:44.844" v="2" actId="47"/>
        <pc:sldMkLst>
          <pc:docMk/>
          <pc:sldMk cId="3819818848" sldId="281"/>
        </pc:sldMkLst>
      </pc:sldChg>
      <pc:sldChg chg="add del ord">
        <pc:chgData name="Philip Burgin-Young" userId="4d5b3e17-66d0-4f3f-a072-bbadeae2cdb1" providerId="ADAL" clId="{4E12E76A-1569-470F-B701-667EBB9CD17D}" dt="2024-07-26T18:57:30.462" v="744"/>
        <pc:sldMkLst>
          <pc:docMk/>
          <pc:sldMk cId="1914090360" sldId="282"/>
        </pc:sldMkLst>
      </pc:sldChg>
      <pc:sldChg chg="add del ord">
        <pc:chgData name="Philip Burgin-Young" userId="4d5b3e17-66d0-4f3f-a072-bbadeae2cdb1" providerId="ADAL" clId="{4E12E76A-1569-470F-B701-667EBB9CD17D}" dt="2024-07-26T18:57:30.462" v="744"/>
        <pc:sldMkLst>
          <pc:docMk/>
          <pc:sldMk cId="1428271425" sldId="283"/>
        </pc:sldMkLst>
      </pc:sldChg>
      <pc:sldChg chg="addSp delSp modSp add del mod ord">
        <pc:chgData name="Philip Burgin-Young" userId="4d5b3e17-66d0-4f3f-a072-bbadeae2cdb1" providerId="ADAL" clId="{4E12E76A-1569-470F-B701-667EBB9CD17D}" dt="2024-07-26T18:58:32.826" v="807" actId="20577"/>
        <pc:sldMkLst>
          <pc:docMk/>
          <pc:sldMk cId="1766786651" sldId="284"/>
        </pc:sldMkLst>
        <pc:spChg chg="mod topLvl">
          <ac:chgData name="Philip Burgin-Young" userId="4d5b3e17-66d0-4f3f-a072-bbadeae2cdb1" providerId="ADAL" clId="{4E12E76A-1569-470F-B701-667EBB9CD17D}" dt="2024-07-26T18:58:18.133" v="797" actId="165"/>
          <ac:spMkLst>
            <pc:docMk/>
            <pc:sldMk cId="1766786651" sldId="284"/>
            <ac:spMk id="2" creationId="{64E926FA-DC8B-703D-032F-2C09088B7F7E}"/>
          </ac:spMkLst>
        </pc:spChg>
        <pc:spChg chg="del">
          <ac:chgData name="Philip Burgin-Young" userId="4d5b3e17-66d0-4f3f-a072-bbadeae2cdb1" providerId="ADAL" clId="{4E12E76A-1569-470F-B701-667EBB9CD17D}" dt="2024-07-26T18:57:44.771" v="745" actId="478"/>
          <ac:spMkLst>
            <pc:docMk/>
            <pc:sldMk cId="1766786651" sldId="284"/>
            <ac:spMk id="4" creationId="{186D76B3-CF32-6EB7-34A9-9E1ADA6E2AA2}"/>
          </ac:spMkLst>
        </pc:spChg>
        <pc:spChg chg="add mod">
          <ac:chgData name="Philip Burgin-Young" userId="4d5b3e17-66d0-4f3f-a072-bbadeae2cdb1" providerId="ADAL" clId="{4E12E76A-1569-470F-B701-667EBB9CD17D}" dt="2024-07-26T18:58:18.133" v="797" actId="165"/>
          <ac:spMkLst>
            <pc:docMk/>
            <pc:sldMk cId="1766786651" sldId="284"/>
            <ac:spMk id="7" creationId="{3D214B17-D654-042E-3B4D-71E8412BEE41}"/>
          </ac:spMkLst>
        </pc:spChg>
        <pc:spChg chg="del">
          <ac:chgData name="Philip Burgin-Young" userId="4d5b3e17-66d0-4f3f-a072-bbadeae2cdb1" providerId="ADAL" clId="{4E12E76A-1569-470F-B701-667EBB9CD17D}" dt="2024-07-26T18:57:44.771" v="745" actId="478"/>
          <ac:spMkLst>
            <pc:docMk/>
            <pc:sldMk cId="1766786651" sldId="284"/>
            <ac:spMk id="8" creationId="{F38E6CE5-05C7-E57C-0D46-D137DB38BF8B}"/>
          </ac:spMkLst>
        </pc:spChg>
        <pc:spChg chg="del">
          <ac:chgData name="Philip Burgin-Young" userId="4d5b3e17-66d0-4f3f-a072-bbadeae2cdb1" providerId="ADAL" clId="{4E12E76A-1569-470F-B701-667EBB9CD17D}" dt="2024-07-26T18:57:54.102" v="746" actId="478"/>
          <ac:spMkLst>
            <pc:docMk/>
            <pc:sldMk cId="1766786651" sldId="284"/>
            <ac:spMk id="11" creationId="{0EEEEB87-D564-52B4-03C8-C2E9EB124DE9}"/>
          </ac:spMkLst>
        </pc:spChg>
        <pc:spChg chg="del">
          <ac:chgData name="Philip Burgin-Young" userId="4d5b3e17-66d0-4f3f-a072-bbadeae2cdb1" providerId="ADAL" clId="{4E12E76A-1569-470F-B701-667EBB9CD17D}" dt="2024-07-26T18:57:44.771" v="745" actId="478"/>
          <ac:spMkLst>
            <pc:docMk/>
            <pc:sldMk cId="1766786651" sldId="284"/>
            <ac:spMk id="13" creationId="{0A3FBCC7-97C1-2E88-7BF6-11B35A934C7A}"/>
          </ac:spMkLst>
        </pc:spChg>
        <pc:spChg chg="mod">
          <ac:chgData name="Philip Burgin-Young" userId="4d5b3e17-66d0-4f3f-a072-bbadeae2cdb1" providerId="ADAL" clId="{4E12E76A-1569-470F-B701-667EBB9CD17D}" dt="2024-07-26T18:58:32.826" v="807" actId="20577"/>
          <ac:spMkLst>
            <pc:docMk/>
            <pc:sldMk cId="1766786651" sldId="284"/>
            <ac:spMk id="19" creationId="{9D9404D8-B129-6A44-05DC-18E1669E9735}"/>
          </ac:spMkLst>
        </pc:spChg>
        <pc:spChg chg="del">
          <ac:chgData name="Philip Burgin-Young" userId="4d5b3e17-66d0-4f3f-a072-bbadeae2cdb1" providerId="ADAL" clId="{4E12E76A-1569-470F-B701-667EBB9CD17D}" dt="2024-07-26T18:57:44.771" v="745" actId="478"/>
          <ac:spMkLst>
            <pc:docMk/>
            <pc:sldMk cId="1766786651" sldId="284"/>
            <ac:spMk id="20" creationId="{02A65C51-25DE-55B9-8363-8CC856A68236}"/>
          </ac:spMkLst>
        </pc:spChg>
        <pc:spChg chg="add mod">
          <ac:chgData name="Philip Burgin-Young" userId="4d5b3e17-66d0-4f3f-a072-bbadeae2cdb1" providerId="ADAL" clId="{4E12E76A-1569-470F-B701-667EBB9CD17D}" dt="2024-07-26T18:58:18.133" v="797" actId="165"/>
          <ac:spMkLst>
            <pc:docMk/>
            <pc:sldMk cId="1766786651" sldId="284"/>
            <ac:spMk id="25" creationId="{5B4B368B-6B54-9297-FB5C-69642080455F}"/>
          </ac:spMkLst>
        </pc:spChg>
        <pc:grpChg chg="add mod topLvl">
          <ac:chgData name="Philip Burgin-Young" userId="4d5b3e17-66d0-4f3f-a072-bbadeae2cdb1" providerId="ADAL" clId="{4E12E76A-1569-470F-B701-667EBB9CD17D}" dt="2024-07-26T18:58:18.133" v="797" actId="165"/>
          <ac:grpSpMkLst>
            <pc:docMk/>
            <pc:sldMk cId="1766786651" sldId="284"/>
            <ac:grpSpMk id="9" creationId="{56F6BC9E-CCE2-ADB5-2BCA-D09674077027}"/>
          </ac:grpSpMkLst>
        </pc:grpChg>
        <pc:grpChg chg="add del mod">
          <ac:chgData name="Philip Burgin-Young" userId="4d5b3e17-66d0-4f3f-a072-bbadeae2cdb1" providerId="ADAL" clId="{4E12E76A-1569-470F-B701-667EBB9CD17D}" dt="2024-07-26T18:58:18.133" v="797" actId="165"/>
          <ac:grpSpMkLst>
            <pc:docMk/>
            <pc:sldMk cId="1766786651" sldId="284"/>
            <ac:grpSpMk id="12" creationId="{6079D0EF-4117-7FD0-2F02-2C5F4D1C048D}"/>
          </ac:grpSpMkLst>
        </pc:grpChg>
        <pc:picChg chg="mod topLvl">
          <ac:chgData name="Philip Burgin-Young" userId="4d5b3e17-66d0-4f3f-a072-bbadeae2cdb1" providerId="ADAL" clId="{4E12E76A-1569-470F-B701-667EBB9CD17D}" dt="2024-07-26T18:58:18.133" v="797" actId="165"/>
          <ac:picMkLst>
            <pc:docMk/>
            <pc:sldMk cId="1766786651" sldId="284"/>
            <ac:picMk id="5" creationId="{561028AB-D3C0-BC15-FD5F-036BCA98334B}"/>
          </ac:picMkLst>
        </pc:picChg>
        <pc:picChg chg="add mod">
          <ac:chgData name="Philip Burgin-Young" userId="4d5b3e17-66d0-4f3f-a072-bbadeae2cdb1" providerId="ADAL" clId="{4E12E76A-1569-470F-B701-667EBB9CD17D}" dt="2024-07-26T18:58:18.133" v="797" actId="165"/>
          <ac:picMkLst>
            <pc:docMk/>
            <pc:sldMk cId="1766786651" sldId="284"/>
            <ac:picMk id="6" creationId="{7C90A309-A10B-7DA6-7BF9-E8B3787B4F00}"/>
          </ac:picMkLst>
        </pc:picChg>
        <pc:picChg chg="add mod">
          <ac:chgData name="Philip Burgin-Young" userId="4d5b3e17-66d0-4f3f-a072-bbadeae2cdb1" providerId="ADAL" clId="{4E12E76A-1569-470F-B701-667EBB9CD17D}" dt="2024-07-26T18:58:18.133" v="797" actId="165"/>
          <ac:picMkLst>
            <pc:docMk/>
            <pc:sldMk cId="1766786651" sldId="284"/>
            <ac:picMk id="16" creationId="{AEE3440F-AF39-2C07-7643-C9F3671DFC5A}"/>
          </ac:picMkLst>
        </pc:picChg>
        <pc:cxnChg chg="del">
          <ac:chgData name="Philip Burgin-Young" userId="4d5b3e17-66d0-4f3f-a072-bbadeae2cdb1" providerId="ADAL" clId="{4E12E76A-1569-470F-B701-667EBB9CD17D}" dt="2024-07-26T18:57:44.771" v="745" actId="478"/>
          <ac:cxnSpMkLst>
            <pc:docMk/>
            <pc:sldMk cId="1766786651" sldId="284"/>
            <ac:cxnSpMk id="17" creationId="{79D664C5-A839-19E8-E847-8AEA69F61D72}"/>
          </ac:cxnSpMkLst>
        </pc:cxnChg>
        <pc:cxnChg chg="del">
          <ac:chgData name="Philip Burgin-Young" userId="4d5b3e17-66d0-4f3f-a072-bbadeae2cdb1" providerId="ADAL" clId="{4E12E76A-1569-470F-B701-667EBB9CD17D}" dt="2024-07-26T18:57:44.771" v="745" actId="478"/>
          <ac:cxnSpMkLst>
            <pc:docMk/>
            <pc:sldMk cId="1766786651" sldId="284"/>
            <ac:cxnSpMk id="24" creationId="{7689D209-1E0F-E541-8D53-D003D83EA03C}"/>
          </ac:cxnSpMkLst>
        </pc:cxnChg>
      </pc:sldChg>
      <pc:sldChg chg="delSp del mod ord">
        <pc:chgData name="Philip Burgin-Young" userId="4d5b3e17-66d0-4f3f-a072-bbadeae2cdb1" providerId="ADAL" clId="{4E12E76A-1569-470F-B701-667EBB9CD17D}" dt="2024-07-26T18:58:19.966" v="798" actId="47"/>
        <pc:sldMkLst>
          <pc:docMk/>
          <pc:sldMk cId="3513354583" sldId="286"/>
        </pc:sldMkLst>
        <pc:spChg chg="del">
          <ac:chgData name="Philip Burgin-Young" userId="4d5b3e17-66d0-4f3f-a072-bbadeae2cdb1" providerId="ADAL" clId="{4E12E76A-1569-470F-B701-667EBB9CD17D}" dt="2024-07-26T18:58:07.281" v="791" actId="21"/>
          <ac:spMkLst>
            <pc:docMk/>
            <pc:sldMk cId="3513354583" sldId="286"/>
            <ac:spMk id="4" creationId="{3D214B17-D654-042E-3B4D-71E8412BEE41}"/>
          </ac:spMkLst>
        </pc:spChg>
        <pc:spChg chg="del">
          <ac:chgData name="Philip Burgin-Young" userId="4d5b3e17-66d0-4f3f-a072-bbadeae2cdb1" providerId="ADAL" clId="{4E12E76A-1569-470F-B701-667EBB9CD17D}" dt="2024-07-26T18:58:07.281" v="791" actId="21"/>
          <ac:spMkLst>
            <pc:docMk/>
            <pc:sldMk cId="3513354583" sldId="286"/>
            <ac:spMk id="25" creationId="{5B4B368B-6B54-9297-FB5C-69642080455F}"/>
          </ac:spMkLst>
        </pc:spChg>
        <pc:picChg chg="del">
          <ac:chgData name="Philip Burgin-Young" userId="4d5b3e17-66d0-4f3f-a072-bbadeae2cdb1" providerId="ADAL" clId="{4E12E76A-1569-470F-B701-667EBB9CD17D}" dt="2024-07-26T18:58:07.281" v="791" actId="21"/>
          <ac:picMkLst>
            <pc:docMk/>
            <pc:sldMk cId="3513354583" sldId="286"/>
            <ac:picMk id="2" creationId="{7C90A309-A10B-7DA6-7BF9-E8B3787B4F00}"/>
          </ac:picMkLst>
        </pc:picChg>
        <pc:picChg chg="del">
          <ac:chgData name="Philip Burgin-Young" userId="4d5b3e17-66d0-4f3f-a072-bbadeae2cdb1" providerId="ADAL" clId="{4E12E76A-1569-470F-B701-667EBB9CD17D}" dt="2024-07-26T18:58:07.281" v="791" actId="21"/>
          <ac:picMkLst>
            <pc:docMk/>
            <pc:sldMk cId="3513354583" sldId="286"/>
            <ac:picMk id="16" creationId="{AEE3440F-AF39-2C07-7643-C9F3671DFC5A}"/>
          </ac:picMkLst>
        </pc:picChg>
      </pc:sldChg>
      <pc:sldChg chg="del">
        <pc:chgData name="Philip Burgin-Young" userId="4d5b3e17-66d0-4f3f-a072-bbadeae2cdb1" providerId="ADAL" clId="{4E12E76A-1569-470F-B701-667EBB9CD17D}" dt="2024-07-26T18:40:21.070" v="13" actId="47"/>
        <pc:sldMkLst>
          <pc:docMk/>
          <pc:sldMk cId="2422111441" sldId="287"/>
        </pc:sldMkLst>
      </pc:sldChg>
      <pc:sldChg chg="ord">
        <pc:chgData name="Philip Burgin-Young" userId="4d5b3e17-66d0-4f3f-a072-bbadeae2cdb1" providerId="ADAL" clId="{4E12E76A-1569-470F-B701-667EBB9CD17D}" dt="2024-07-26T18:39:04.342" v="6"/>
        <pc:sldMkLst>
          <pc:docMk/>
          <pc:sldMk cId="2669615017" sldId="288"/>
        </pc:sldMkLst>
      </pc:sldChg>
      <pc:sldChg chg="ord">
        <pc:chgData name="Philip Burgin-Young" userId="4d5b3e17-66d0-4f3f-a072-bbadeae2cdb1" providerId="ADAL" clId="{4E12E76A-1569-470F-B701-667EBB9CD17D}" dt="2024-07-26T18:39:04.342" v="6"/>
        <pc:sldMkLst>
          <pc:docMk/>
          <pc:sldMk cId="4015142437" sldId="289"/>
        </pc:sldMkLst>
      </pc:sldChg>
      <pc:sldChg chg="ord">
        <pc:chgData name="Philip Burgin-Young" userId="4d5b3e17-66d0-4f3f-a072-bbadeae2cdb1" providerId="ADAL" clId="{4E12E76A-1569-470F-B701-667EBB9CD17D}" dt="2024-07-26T18:41:12.555" v="27"/>
        <pc:sldMkLst>
          <pc:docMk/>
          <pc:sldMk cId="361731247" sldId="290"/>
        </pc:sldMkLst>
      </pc:sldChg>
      <pc:sldChg chg="ord">
        <pc:chgData name="Philip Burgin-Young" userId="4d5b3e17-66d0-4f3f-a072-bbadeae2cdb1" providerId="ADAL" clId="{4E12E76A-1569-470F-B701-667EBB9CD17D}" dt="2024-07-26T18:42:40.183" v="38"/>
        <pc:sldMkLst>
          <pc:docMk/>
          <pc:sldMk cId="3747032415" sldId="292"/>
        </pc:sldMkLst>
      </pc:sldChg>
      <pc:sldChg chg="ord">
        <pc:chgData name="Philip Burgin-Young" userId="4d5b3e17-66d0-4f3f-a072-bbadeae2cdb1" providerId="ADAL" clId="{4E12E76A-1569-470F-B701-667EBB9CD17D}" dt="2024-07-26T18:39:10.224" v="8"/>
        <pc:sldMkLst>
          <pc:docMk/>
          <pc:sldMk cId="3946230830" sldId="294"/>
        </pc:sldMkLst>
      </pc:sldChg>
      <pc:sldChg chg="ord">
        <pc:chgData name="Philip Burgin-Young" userId="4d5b3e17-66d0-4f3f-a072-bbadeae2cdb1" providerId="ADAL" clId="{4E12E76A-1569-470F-B701-667EBB9CD17D}" dt="2024-07-26T18:41:09.427" v="25"/>
        <pc:sldMkLst>
          <pc:docMk/>
          <pc:sldMk cId="300695240" sldId="295"/>
        </pc:sldMkLst>
      </pc:sldChg>
      <pc:sldChg chg="del">
        <pc:chgData name="Philip Burgin-Young" userId="4d5b3e17-66d0-4f3f-a072-bbadeae2cdb1" providerId="ADAL" clId="{4E12E76A-1569-470F-B701-667EBB9CD17D}" dt="2024-07-26T18:39:29.584" v="9" actId="47"/>
        <pc:sldMkLst>
          <pc:docMk/>
          <pc:sldMk cId="10442542" sldId="296"/>
        </pc:sldMkLst>
      </pc:sldChg>
      <pc:sldChg chg="addSp delSp modSp mod">
        <pc:chgData name="Philip Burgin-Young" userId="4d5b3e17-66d0-4f3f-a072-bbadeae2cdb1" providerId="ADAL" clId="{4E12E76A-1569-470F-B701-667EBB9CD17D}" dt="2024-07-26T18:57:04.387" v="739" actId="20577"/>
        <pc:sldMkLst>
          <pc:docMk/>
          <pc:sldMk cId="2721796071" sldId="300"/>
        </pc:sldMkLst>
        <pc:spChg chg="mod">
          <ac:chgData name="Philip Burgin-Young" userId="4d5b3e17-66d0-4f3f-a072-bbadeae2cdb1" providerId="ADAL" clId="{4E12E76A-1569-470F-B701-667EBB9CD17D}" dt="2024-07-26T18:57:04.387" v="739" actId="20577"/>
          <ac:spMkLst>
            <pc:docMk/>
            <pc:sldMk cId="2721796071" sldId="300"/>
            <ac:spMk id="2" creationId="{766BEBCE-2487-2B34-0B01-DA2BE0989274}"/>
          </ac:spMkLst>
        </pc:spChg>
        <pc:spChg chg="del">
          <ac:chgData name="Philip Burgin-Young" userId="4d5b3e17-66d0-4f3f-a072-bbadeae2cdb1" providerId="ADAL" clId="{4E12E76A-1569-470F-B701-667EBB9CD17D}" dt="2024-07-26T18:43:24.177" v="42" actId="478"/>
          <ac:spMkLst>
            <pc:docMk/>
            <pc:sldMk cId="2721796071" sldId="300"/>
            <ac:spMk id="3" creationId="{0C096AAF-A819-137F-59ED-94FAF00DA7BB}"/>
          </ac:spMkLst>
        </pc:spChg>
        <pc:spChg chg="del">
          <ac:chgData name="Philip Burgin-Young" userId="4d5b3e17-66d0-4f3f-a072-bbadeae2cdb1" providerId="ADAL" clId="{4E12E76A-1569-470F-B701-667EBB9CD17D}" dt="2024-07-26T18:43:24.177" v="42" actId="478"/>
          <ac:spMkLst>
            <pc:docMk/>
            <pc:sldMk cId="2721796071" sldId="300"/>
            <ac:spMk id="5" creationId="{580F6ACD-573A-FFA9-E764-625277BACFE0}"/>
          </ac:spMkLst>
        </pc:spChg>
        <pc:spChg chg="add del mod">
          <ac:chgData name="Philip Burgin-Young" userId="4d5b3e17-66d0-4f3f-a072-bbadeae2cdb1" providerId="ADAL" clId="{4E12E76A-1569-470F-B701-667EBB9CD17D}" dt="2024-07-26T18:53:46.873" v="436" actId="478"/>
          <ac:spMkLst>
            <pc:docMk/>
            <pc:sldMk cId="2721796071" sldId="300"/>
            <ac:spMk id="6" creationId="{075BF9AE-3A67-11F8-A1F1-AE9B0F14E581}"/>
          </ac:spMkLst>
        </pc:spChg>
        <pc:spChg chg="add mod topLvl">
          <ac:chgData name="Philip Burgin-Young" userId="4d5b3e17-66d0-4f3f-a072-bbadeae2cdb1" providerId="ADAL" clId="{4E12E76A-1569-470F-B701-667EBB9CD17D}" dt="2024-07-26T18:48:08.204" v="220" actId="164"/>
          <ac:spMkLst>
            <pc:docMk/>
            <pc:sldMk cId="2721796071" sldId="300"/>
            <ac:spMk id="7" creationId="{0C6F8F77-0F76-9533-DDC0-15336FC070B4}"/>
          </ac:spMkLst>
        </pc:spChg>
        <pc:spChg chg="add mod topLvl">
          <ac:chgData name="Philip Burgin-Young" userId="4d5b3e17-66d0-4f3f-a072-bbadeae2cdb1" providerId="ADAL" clId="{4E12E76A-1569-470F-B701-667EBB9CD17D}" dt="2024-07-26T18:48:09.943" v="221" actId="164"/>
          <ac:spMkLst>
            <pc:docMk/>
            <pc:sldMk cId="2721796071" sldId="300"/>
            <ac:spMk id="8" creationId="{68E6BC88-26C9-2FE9-3B8F-DFA05388E599}"/>
          </ac:spMkLst>
        </pc:spChg>
        <pc:spChg chg="add mod ord topLvl">
          <ac:chgData name="Philip Burgin-Young" userId="4d5b3e17-66d0-4f3f-a072-bbadeae2cdb1" providerId="ADAL" clId="{4E12E76A-1569-470F-B701-667EBB9CD17D}" dt="2024-07-26T18:48:13.395" v="222" actId="164"/>
          <ac:spMkLst>
            <pc:docMk/>
            <pc:sldMk cId="2721796071" sldId="300"/>
            <ac:spMk id="9" creationId="{7E03E16D-19BE-A373-D87C-D3AE0D6B685E}"/>
          </ac:spMkLst>
        </pc:spChg>
        <pc:spChg chg="del">
          <ac:chgData name="Philip Burgin-Young" userId="4d5b3e17-66d0-4f3f-a072-bbadeae2cdb1" providerId="ADAL" clId="{4E12E76A-1569-470F-B701-667EBB9CD17D}" dt="2024-07-26T18:43:24.177" v="42" actId="478"/>
          <ac:spMkLst>
            <pc:docMk/>
            <pc:sldMk cId="2721796071" sldId="300"/>
            <ac:spMk id="10" creationId="{8DA25FBF-A796-4CEA-28AE-0AC18680C0D4}"/>
          </ac:spMkLst>
        </pc:spChg>
        <pc:spChg chg="del mod">
          <ac:chgData name="Philip Burgin-Young" userId="4d5b3e17-66d0-4f3f-a072-bbadeae2cdb1" providerId="ADAL" clId="{4E12E76A-1569-470F-B701-667EBB9CD17D}" dt="2024-07-26T18:53:04.130" v="344" actId="21"/>
          <ac:spMkLst>
            <pc:docMk/>
            <pc:sldMk cId="2721796071" sldId="300"/>
            <ac:spMk id="16" creationId="{E7C5FA8B-D739-DED2-3A01-95806AA1CB0F}"/>
          </ac:spMkLst>
        </pc:spChg>
        <pc:spChg chg="del mod">
          <ac:chgData name="Philip Burgin-Young" userId="4d5b3e17-66d0-4f3f-a072-bbadeae2cdb1" providerId="ADAL" clId="{4E12E76A-1569-470F-B701-667EBB9CD17D}" dt="2024-07-26T18:53:04.130" v="344" actId="21"/>
          <ac:spMkLst>
            <pc:docMk/>
            <pc:sldMk cId="2721796071" sldId="300"/>
            <ac:spMk id="17" creationId="{8BC27CCB-71E8-FE48-AD19-676DC41F7708}"/>
          </ac:spMkLst>
        </pc:spChg>
        <pc:spChg chg="del mod">
          <ac:chgData name="Philip Burgin-Young" userId="4d5b3e17-66d0-4f3f-a072-bbadeae2cdb1" providerId="ADAL" clId="{4E12E76A-1569-470F-B701-667EBB9CD17D}" dt="2024-07-26T18:53:04.130" v="344" actId="21"/>
          <ac:spMkLst>
            <pc:docMk/>
            <pc:sldMk cId="2721796071" sldId="300"/>
            <ac:spMk id="18" creationId="{5D1CC844-3E4F-A9E5-B04B-EA94ECD728BC}"/>
          </ac:spMkLst>
        </pc:spChg>
        <pc:spChg chg="del mod">
          <ac:chgData name="Philip Burgin-Young" userId="4d5b3e17-66d0-4f3f-a072-bbadeae2cdb1" providerId="ADAL" clId="{4E12E76A-1569-470F-B701-667EBB9CD17D}" dt="2024-07-26T18:53:04.130" v="344" actId="21"/>
          <ac:spMkLst>
            <pc:docMk/>
            <pc:sldMk cId="2721796071" sldId="300"/>
            <ac:spMk id="26" creationId="{51C62E83-F86F-6206-9D11-47B72E4D01D9}"/>
          </ac:spMkLst>
        </pc:spChg>
        <pc:spChg chg="del mod">
          <ac:chgData name="Philip Burgin-Young" userId="4d5b3e17-66d0-4f3f-a072-bbadeae2cdb1" providerId="ADAL" clId="{4E12E76A-1569-470F-B701-667EBB9CD17D}" dt="2024-07-26T18:53:04.130" v="344" actId="21"/>
          <ac:spMkLst>
            <pc:docMk/>
            <pc:sldMk cId="2721796071" sldId="300"/>
            <ac:spMk id="27" creationId="{7220869E-BA64-3FED-15C6-A31DADE7B106}"/>
          </ac:spMkLst>
        </pc:spChg>
        <pc:spChg chg="add del mod">
          <ac:chgData name="Philip Burgin-Young" userId="4d5b3e17-66d0-4f3f-a072-bbadeae2cdb1" providerId="ADAL" clId="{4E12E76A-1569-470F-B701-667EBB9CD17D}" dt="2024-07-26T18:51:04.571" v="267" actId="478"/>
          <ac:spMkLst>
            <pc:docMk/>
            <pc:sldMk cId="2721796071" sldId="300"/>
            <ac:spMk id="29" creationId="{67DBE922-1FB1-4A9C-04AC-F540301F7EEA}"/>
          </ac:spMkLst>
        </pc:spChg>
        <pc:spChg chg="del mod">
          <ac:chgData name="Philip Burgin-Young" userId="4d5b3e17-66d0-4f3f-a072-bbadeae2cdb1" providerId="ADAL" clId="{4E12E76A-1569-470F-B701-667EBB9CD17D}" dt="2024-07-26T18:53:04.130" v="344" actId="21"/>
          <ac:spMkLst>
            <pc:docMk/>
            <pc:sldMk cId="2721796071" sldId="300"/>
            <ac:spMk id="30" creationId="{66D89901-94A2-3B84-B463-4DFD04F6E9E3}"/>
          </ac:spMkLst>
        </pc:spChg>
        <pc:spChg chg="del mod">
          <ac:chgData name="Philip Burgin-Young" userId="4d5b3e17-66d0-4f3f-a072-bbadeae2cdb1" providerId="ADAL" clId="{4E12E76A-1569-470F-B701-667EBB9CD17D}" dt="2024-07-26T18:53:04.130" v="344" actId="21"/>
          <ac:spMkLst>
            <pc:docMk/>
            <pc:sldMk cId="2721796071" sldId="300"/>
            <ac:spMk id="31" creationId="{ED37DE97-DB52-BBBB-9C49-44D77EFD007F}"/>
          </ac:spMkLst>
        </pc:spChg>
        <pc:spChg chg="del mod">
          <ac:chgData name="Philip Burgin-Young" userId="4d5b3e17-66d0-4f3f-a072-bbadeae2cdb1" providerId="ADAL" clId="{4E12E76A-1569-470F-B701-667EBB9CD17D}" dt="2024-07-26T18:53:04.130" v="344" actId="21"/>
          <ac:spMkLst>
            <pc:docMk/>
            <pc:sldMk cId="2721796071" sldId="300"/>
            <ac:spMk id="32" creationId="{6ABB041D-42D7-C793-A21C-F2F06F70D9D7}"/>
          </ac:spMkLst>
        </pc:spChg>
        <pc:spChg chg="del mod">
          <ac:chgData name="Philip Burgin-Young" userId="4d5b3e17-66d0-4f3f-a072-bbadeae2cdb1" providerId="ADAL" clId="{4E12E76A-1569-470F-B701-667EBB9CD17D}" dt="2024-07-26T18:53:04.130" v="344" actId="21"/>
          <ac:spMkLst>
            <pc:docMk/>
            <pc:sldMk cId="2721796071" sldId="300"/>
            <ac:spMk id="33" creationId="{4E8DF696-EF46-7A50-438E-73E73F176EB7}"/>
          </ac:spMkLst>
        </pc:spChg>
        <pc:spChg chg="add del mod">
          <ac:chgData name="Philip Burgin-Young" userId="4d5b3e17-66d0-4f3f-a072-bbadeae2cdb1" providerId="ADAL" clId="{4E12E76A-1569-470F-B701-667EBB9CD17D}" dt="2024-07-26T18:53:50.230" v="437" actId="478"/>
          <ac:spMkLst>
            <pc:docMk/>
            <pc:sldMk cId="2721796071" sldId="300"/>
            <ac:spMk id="54" creationId="{8BE6B03A-1004-3FC6-CCB1-4BF712B5E006}"/>
          </ac:spMkLst>
        </pc:spChg>
        <pc:spChg chg="add mod">
          <ac:chgData name="Philip Burgin-Young" userId="4d5b3e17-66d0-4f3f-a072-bbadeae2cdb1" providerId="ADAL" clId="{4E12E76A-1569-470F-B701-667EBB9CD17D}" dt="2024-07-26T18:54:08.574" v="440" actId="196"/>
          <ac:spMkLst>
            <pc:docMk/>
            <pc:sldMk cId="2721796071" sldId="300"/>
            <ac:spMk id="56" creationId="{2BD403BB-16EF-5E5D-0BF8-E65691477421}"/>
          </ac:spMkLst>
        </pc:spChg>
        <pc:spChg chg="add mod">
          <ac:chgData name="Philip Burgin-Young" userId="4d5b3e17-66d0-4f3f-a072-bbadeae2cdb1" providerId="ADAL" clId="{4E12E76A-1569-470F-B701-667EBB9CD17D}" dt="2024-07-26T18:54:02.868" v="439" actId="1076"/>
          <ac:spMkLst>
            <pc:docMk/>
            <pc:sldMk cId="2721796071" sldId="300"/>
            <ac:spMk id="57" creationId="{4E62ED6F-DBEB-8F08-C9FB-43F66310CE00}"/>
          </ac:spMkLst>
        </pc:spChg>
        <pc:spChg chg="add mod">
          <ac:chgData name="Philip Burgin-Young" userId="4d5b3e17-66d0-4f3f-a072-bbadeae2cdb1" providerId="ADAL" clId="{4E12E76A-1569-470F-B701-667EBB9CD17D}" dt="2024-07-26T18:54:02.868" v="439" actId="1076"/>
          <ac:spMkLst>
            <pc:docMk/>
            <pc:sldMk cId="2721796071" sldId="300"/>
            <ac:spMk id="58" creationId="{8A06F304-F3CE-DEA7-87C9-BD9148CD16BC}"/>
          </ac:spMkLst>
        </pc:spChg>
        <pc:spChg chg="add mod">
          <ac:chgData name="Philip Burgin-Young" userId="4d5b3e17-66d0-4f3f-a072-bbadeae2cdb1" providerId="ADAL" clId="{4E12E76A-1569-470F-B701-667EBB9CD17D}" dt="2024-07-26T18:54:02.868" v="439" actId="1076"/>
          <ac:spMkLst>
            <pc:docMk/>
            <pc:sldMk cId="2721796071" sldId="300"/>
            <ac:spMk id="59" creationId="{1765F54C-85D8-97CB-3CD8-E4864D9E40F7}"/>
          </ac:spMkLst>
        </pc:spChg>
        <pc:spChg chg="add mod ord">
          <ac:chgData name="Philip Burgin-Young" userId="4d5b3e17-66d0-4f3f-a072-bbadeae2cdb1" providerId="ADAL" clId="{4E12E76A-1569-470F-B701-667EBB9CD17D}" dt="2024-07-26T18:56:15.337" v="638" actId="14100"/>
          <ac:spMkLst>
            <pc:docMk/>
            <pc:sldMk cId="2721796071" sldId="300"/>
            <ac:spMk id="65" creationId="{71497455-B73A-7ACB-14B1-0B4063DF5A52}"/>
          </ac:spMkLst>
        </pc:spChg>
        <pc:spChg chg="add del mod">
          <ac:chgData name="Philip Burgin-Young" userId="4d5b3e17-66d0-4f3f-a072-bbadeae2cdb1" providerId="ADAL" clId="{4E12E76A-1569-470F-B701-667EBB9CD17D}" dt="2024-07-26T18:56:22.871" v="642" actId="478"/>
          <ac:spMkLst>
            <pc:docMk/>
            <pc:sldMk cId="2721796071" sldId="300"/>
            <ac:spMk id="66" creationId="{A0E9EF8F-1744-F0DD-FDDA-52AFF3F171E7}"/>
          </ac:spMkLst>
        </pc:spChg>
        <pc:grpChg chg="add del mod">
          <ac:chgData name="Philip Burgin-Young" userId="4d5b3e17-66d0-4f3f-a072-bbadeae2cdb1" providerId="ADAL" clId="{4E12E76A-1569-470F-B701-667EBB9CD17D}" dt="2024-07-26T18:47:42.878" v="210" actId="165"/>
          <ac:grpSpMkLst>
            <pc:docMk/>
            <pc:sldMk cId="2721796071" sldId="300"/>
            <ac:grpSpMk id="20" creationId="{23E8DBC2-2F23-E584-2B02-45F9C4D22F72}"/>
          </ac:grpSpMkLst>
        </pc:grpChg>
        <pc:grpChg chg="add del mod">
          <ac:chgData name="Philip Burgin-Young" userId="4d5b3e17-66d0-4f3f-a072-bbadeae2cdb1" providerId="ADAL" clId="{4E12E76A-1569-470F-B701-667EBB9CD17D}" dt="2024-07-26T18:47:42.878" v="210" actId="165"/>
          <ac:grpSpMkLst>
            <pc:docMk/>
            <pc:sldMk cId="2721796071" sldId="300"/>
            <ac:grpSpMk id="21" creationId="{DDBBE4A2-DAA0-4DF2-EF10-6A4051340913}"/>
          </ac:grpSpMkLst>
        </pc:grpChg>
        <pc:grpChg chg="add del mod">
          <ac:chgData name="Philip Burgin-Young" userId="4d5b3e17-66d0-4f3f-a072-bbadeae2cdb1" providerId="ADAL" clId="{4E12E76A-1569-470F-B701-667EBB9CD17D}" dt="2024-07-26T18:47:42.878" v="210" actId="165"/>
          <ac:grpSpMkLst>
            <pc:docMk/>
            <pc:sldMk cId="2721796071" sldId="300"/>
            <ac:grpSpMk id="22" creationId="{9EAC73A1-3239-5A4D-1768-C154468FA7CE}"/>
          </ac:grpSpMkLst>
        </pc:grpChg>
        <pc:grpChg chg="add del mod">
          <ac:chgData name="Philip Burgin-Young" userId="4d5b3e17-66d0-4f3f-a072-bbadeae2cdb1" providerId="ADAL" clId="{4E12E76A-1569-470F-B701-667EBB9CD17D}" dt="2024-07-26T18:53:46.873" v="436" actId="478"/>
          <ac:grpSpMkLst>
            <pc:docMk/>
            <pc:sldMk cId="2721796071" sldId="300"/>
            <ac:grpSpMk id="23" creationId="{17B3EDE4-FE55-5778-501A-B84C92516CD9}"/>
          </ac:grpSpMkLst>
        </pc:grpChg>
        <pc:grpChg chg="add del mod">
          <ac:chgData name="Philip Burgin-Young" userId="4d5b3e17-66d0-4f3f-a072-bbadeae2cdb1" providerId="ADAL" clId="{4E12E76A-1569-470F-B701-667EBB9CD17D}" dt="2024-07-26T18:53:46.873" v="436" actId="478"/>
          <ac:grpSpMkLst>
            <pc:docMk/>
            <pc:sldMk cId="2721796071" sldId="300"/>
            <ac:grpSpMk id="24" creationId="{985A172E-15F8-420C-1794-0BEF0351E0FA}"/>
          </ac:grpSpMkLst>
        </pc:grpChg>
        <pc:grpChg chg="add del mod">
          <ac:chgData name="Philip Burgin-Young" userId="4d5b3e17-66d0-4f3f-a072-bbadeae2cdb1" providerId="ADAL" clId="{4E12E76A-1569-470F-B701-667EBB9CD17D}" dt="2024-07-26T18:53:46.873" v="436" actId="478"/>
          <ac:grpSpMkLst>
            <pc:docMk/>
            <pc:sldMk cId="2721796071" sldId="300"/>
            <ac:grpSpMk id="25" creationId="{38DE0B1D-6EFB-7772-8BCE-69F4EF5E865C}"/>
          </ac:grpSpMkLst>
        </pc:grpChg>
        <pc:grpChg chg="del">
          <ac:chgData name="Philip Burgin-Young" userId="4d5b3e17-66d0-4f3f-a072-bbadeae2cdb1" providerId="ADAL" clId="{4E12E76A-1569-470F-B701-667EBB9CD17D}" dt="2024-07-26T18:43:24.177" v="42" actId="478"/>
          <ac:grpSpMkLst>
            <pc:docMk/>
            <pc:sldMk cId="2721796071" sldId="300"/>
            <ac:grpSpMk id="50" creationId="{6B0EAA95-7FE0-46C9-7E94-255A3490F42A}"/>
          </ac:grpSpMkLst>
        </pc:grpChg>
        <pc:grpChg chg="del">
          <ac:chgData name="Philip Burgin-Young" userId="4d5b3e17-66d0-4f3f-a072-bbadeae2cdb1" providerId="ADAL" clId="{4E12E76A-1569-470F-B701-667EBB9CD17D}" dt="2024-07-26T18:43:24.177" v="42" actId="478"/>
          <ac:grpSpMkLst>
            <pc:docMk/>
            <pc:sldMk cId="2721796071" sldId="300"/>
            <ac:grpSpMk id="51" creationId="{7964AB2D-D76D-3A2F-E81C-712768185C8D}"/>
          </ac:grpSpMkLst>
        </pc:grpChg>
        <pc:picChg chg="add mod ord topLvl">
          <ac:chgData name="Philip Burgin-Young" userId="4d5b3e17-66d0-4f3f-a072-bbadeae2cdb1" providerId="ADAL" clId="{4E12E76A-1569-470F-B701-667EBB9CD17D}" dt="2024-07-26T18:48:13.395" v="222" actId="164"/>
          <ac:picMkLst>
            <pc:docMk/>
            <pc:sldMk cId="2721796071" sldId="300"/>
            <ac:picMk id="11" creationId="{3BC0CD8C-0955-4DC2-894E-4162EA1456F6}"/>
          </ac:picMkLst>
        </pc:picChg>
        <pc:picChg chg="add mod topLvl">
          <ac:chgData name="Philip Burgin-Young" userId="4d5b3e17-66d0-4f3f-a072-bbadeae2cdb1" providerId="ADAL" clId="{4E12E76A-1569-470F-B701-667EBB9CD17D}" dt="2024-07-26T18:48:09.943" v="221" actId="164"/>
          <ac:picMkLst>
            <pc:docMk/>
            <pc:sldMk cId="2721796071" sldId="300"/>
            <ac:picMk id="12" creationId="{52D822F6-790F-8352-8C27-275934C11F92}"/>
          </ac:picMkLst>
        </pc:picChg>
        <pc:picChg chg="add mod topLvl">
          <ac:chgData name="Philip Burgin-Young" userId="4d5b3e17-66d0-4f3f-a072-bbadeae2cdb1" providerId="ADAL" clId="{4E12E76A-1569-470F-B701-667EBB9CD17D}" dt="2024-07-26T18:48:08.204" v="220" actId="164"/>
          <ac:picMkLst>
            <pc:docMk/>
            <pc:sldMk cId="2721796071" sldId="300"/>
            <ac:picMk id="13" creationId="{E5D9222E-C039-B202-8A52-C033C21791D6}"/>
          </ac:picMkLst>
        </pc:picChg>
        <pc:picChg chg="del mod">
          <ac:chgData name="Philip Burgin-Young" userId="4d5b3e17-66d0-4f3f-a072-bbadeae2cdb1" providerId="ADAL" clId="{4E12E76A-1569-470F-B701-667EBB9CD17D}" dt="2024-07-26T18:53:04.130" v="344" actId="21"/>
          <ac:picMkLst>
            <pc:docMk/>
            <pc:sldMk cId="2721796071" sldId="300"/>
            <ac:picMk id="28" creationId="{465C99CE-75F5-C5AE-D19D-4F3E005FA91E}"/>
          </ac:picMkLst>
        </pc:picChg>
        <pc:picChg chg="add del mod">
          <ac:chgData name="Philip Burgin-Young" userId="4d5b3e17-66d0-4f3f-a072-bbadeae2cdb1" providerId="ADAL" clId="{4E12E76A-1569-470F-B701-667EBB9CD17D}" dt="2024-07-26T18:53:50.230" v="437" actId="478"/>
          <ac:picMkLst>
            <pc:docMk/>
            <pc:sldMk cId="2721796071" sldId="300"/>
            <ac:picMk id="34" creationId="{003E781F-8A77-2D7F-53FA-E6DD2506D6D9}"/>
          </ac:picMkLst>
        </pc:picChg>
        <pc:picChg chg="add del mod">
          <ac:chgData name="Philip Burgin-Young" userId="4d5b3e17-66d0-4f3f-a072-bbadeae2cdb1" providerId="ADAL" clId="{4E12E76A-1569-470F-B701-667EBB9CD17D}" dt="2024-07-26T18:53:50.230" v="437" actId="478"/>
          <ac:picMkLst>
            <pc:docMk/>
            <pc:sldMk cId="2721796071" sldId="300"/>
            <ac:picMk id="35" creationId="{CBC5CCCB-1B01-27A1-B2C4-CDE2D9143913}"/>
          </ac:picMkLst>
        </pc:picChg>
        <pc:picChg chg="del">
          <ac:chgData name="Philip Burgin-Young" userId="4d5b3e17-66d0-4f3f-a072-bbadeae2cdb1" providerId="ADAL" clId="{4E12E76A-1569-470F-B701-667EBB9CD17D}" dt="2024-07-26T18:43:24.177" v="42" actId="478"/>
          <ac:picMkLst>
            <pc:docMk/>
            <pc:sldMk cId="2721796071" sldId="300"/>
            <ac:picMk id="36" creationId="{99664D9F-D3D7-345A-61B6-EB4A29D48600}"/>
          </ac:picMkLst>
        </pc:picChg>
        <pc:picChg chg="add del mod">
          <ac:chgData name="Philip Burgin-Young" userId="4d5b3e17-66d0-4f3f-a072-bbadeae2cdb1" providerId="ADAL" clId="{4E12E76A-1569-470F-B701-667EBB9CD17D}" dt="2024-07-26T18:53:50.230" v="437" actId="478"/>
          <ac:picMkLst>
            <pc:docMk/>
            <pc:sldMk cId="2721796071" sldId="300"/>
            <ac:picMk id="37" creationId="{670A0C69-B8FD-C584-B4B1-B22AC2E3E80C}"/>
          </ac:picMkLst>
        </pc:picChg>
        <pc:picChg chg="add del mod">
          <ac:chgData name="Philip Burgin-Young" userId="4d5b3e17-66d0-4f3f-a072-bbadeae2cdb1" providerId="ADAL" clId="{4E12E76A-1569-470F-B701-667EBB9CD17D}" dt="2024-07-26T18:53:50.230" v="437" actId="478"/>
          <ac:picMkLst>
            <pc:docMk/>
            <pc:sldMk cId="2721796071" sldId="300"/>
            <ac:picMk id="38" creationId="{301A8A9C-EF4B-A9A9-FB7B-20B6F7C405A0}"/>
          </ac:picMkLst>
        </pc:picChg>
        <pc:picChg chg="del mod">
          <ac:chgData name="Philip Burgin-Young" userId="4d5b3e17-66d0-4f3f-a072-bbadeae2cdb1" providerId="ADAL" clId="{4E12E76A-1569-470F-B701-667EBB9CD17D}" dt="2024-07-26T18:53:04.130" v="344" actId="21"/>
          <ac:picMkLst>
            <pc:docMk/>
            <pc:sldMk cId="2721796071" sldId="300"/>
            <ac:picMk id="39" creationId="{72AE345D-9EA1-9BCD-FF0B-160D0896BE4E}"/>
          </ac:picMkLst>
        </pc:picChg>
        <pc:picChg chg="add del mod">
          <ac:chgData name="Philip Burgin-Young" userId="4d5b3e17-66d0-4f3f-a072-bbadeae2cdb1" providerId="ADAL" clId="{4E12E76A-1569-470F-B701-667EBB9CD17D}" dt="2024-07-26T18:53:50.230" v="437" actId="478"/>
          <ac:picMkLst>
            <pc:docMk/>
            <pc:sldMk cId="2721796071" sldId="300"/>
            <ac:picMk id="40" creationId="{2B8B945E-AC07-7332-0F38-DA699EEF8326}"/>
          </ac:picMkLst>
        </pc:picChg>
        <pc:picChg chg="del mod">
          <ac:chgData name="Philip Burgin-Young" userId="4d5b3e17-66d0-4f3f-a072-bbadeae2cdb1" providerId="ADAL" clId="{4E12E76A-1569-470F-B701-667EBB9CD17D}" dt="2024-07-26T18:53:04.130" v="344" actId="21"/>
          <ac:picMkLst>
            <pc:docMk/>
            <pc:sldMk cId="2721796071" sldId="300"/>
            <ac:picMk id="41" creationId="{D568ED5A-EB46-CBCA-1E98-9D9FEAF48BC1}"/>
          </ac:picMkLst>
        </pc:picChg>
        <pc:picChg chg="add del mod">
          <ac:chgData name="Philip Burgin-Young" userId="4d5b3e17-66d0-4f3f-a072-bbadeae2cdb1" providerId="ADAL" clId="{4E12E76A-1569-470F-B701-667EBB9CD17D}" dt="2024-07-26T18:53:50.230" v="437" actId="478"/>
          <ac:picMkLst>
            <pc:docMk/>
            <pc:sldMk cId="2721796071" sldId="300"/>
            <ac:picMk id="42" creationId="{70EFAE91-D586-7D28-4774-C04AEC7840FB}"/>
          </ac:picMkLst>
        </pc:picChg>
        <pc:picChg chg="del mod">
          <ac:chgData name="Philip Burgin-Young" userId="4d5b3e17-66d0-4f3f-a072-bbadeae2cdb1" providerId="ADAL" clId="{4E12E76A-1569-470F-B701-667EBB9CD17D}" dt="2024-07-26T18:53:04.130" v="344" actId="21"/>
          <ac:picMkLst>
            <pc:docMk/>
            <pc:sldMk cId="2721796071" sldId="300"/>
            <ac:picMk id="43" creationId="{DF1101FD-EDA5-6143-F4AC-AB6066A4AD10}"/>
          </ac:picMkLst>
        </pc:picChg>
        <pc:picChg chg="add del mod">
          <ac:chgData name="Philip Burgin-Young" userId="4d5b3e17-66d0-4f3f-a072-bbadeae2cdb1" providerId="ADAL" clId="{4E12E76A-1569-470F-B701-667EBB9CD17D}" dt="2024-07-26T18:53:50.230" v="437" actId="478"/>
          <ac:picMkLst>
            <pc:docMk/>
            <pc:sldMk cId="2721796071" sldId="300"/>
            <ac:picMk id="45" creationId="{BA1BA8C3-6689-3C04-2A4A-538C2D7DCEB5}"/>
          </ac:picMkLst>
        </pc:picChg>
        <pc:picChg chg="add mod">
          <ac:chgData name="Philip Burgin-Young" userId="4d5b3e17-66d0-4f3f-a072-bbadeae2cdb1" providerId="ADAL" clId="{4E12E76A-1569-470F-B701-667EBB9CD17D}" dt="2024-07-26T18:54:02.868" v="439" actId="1076"/>
          <ac:picMkLst>
            <pc:docMk/>
            <pc:sldMk cId="2721796071" sldId="300"/>
            <ac:picMk id="60" creationId="{7A8134B9-A3BF-5681-C6D9-96F581B71B05}"/>
          </ac:picMkLst>
        </pc:picChg>
        <pc:picChg chg="add mod">
          <ac:chgData name="Philip Burgin-Young" userId="4d5b3e17-66d0-4f3f-a072-bbadeae2cdb1" providerId="ADAL" clId="{4E12E76A-1569-470F-B701-667EBB9CD17D}" dt="2024-07-26T18:54:02.868" v="439" actId="1076"/>
          <ac:picMkLst>
            <pc:docMk/>
            <pc:sldMk cId="2721796071" sldId="300"/>
            <ac:picMk id="61" creationId="{C3CE8DB1-1DFF-5954-72BE-AE96B9955ACB}"/>
          </ac:picMkLst>
        </pc:picChg>
        <pc:picChg chg="add mod">
          <ac:chgData name="Philip Burgin-Young" userId="4d5b3e17-66d0-4f3f-a072-bbadeae2cdb1" providerId="ADAL" clId="{4E12E76A-1569-470F-B701-667EBB9CD17D}" dt="2024-07-26T18:54:02.868" v="439" actId="1076"/>
          <ac:picMkLst>
            <pc:docMk/>
            <pc:sldMk cId="2721796071" sldId="300"/>
            <ac:picMk id="62" creationId="{6A5A8B0E-9718-412A-F766-E39B7D6484ED}"/>
          </ac:picMkLst>
        </pc:picChg>
        <pc:picChg chg="add mod">
          <ac:chgData name="Philip Burgin-Young" userId="4d5b3e17-66d0-4f3f-a072-bbadeae2cdb1" providerId="ADAL" clId="{4E12E76A-1569-470F-B701-667EBB9CD17D}" dt="2024-07-26T18:55:53.476" v="599" actId="1036"/>
          <ac:picMkLst>
            <pc:docMk/>
            <pc:sldMk cId="2721796071" sldId="300"/>
            <ac:picMk id="67" creationId="{26261DC2-03C9-6E2C-4CC1-194357DE8252}"/>
          </ac:picMkLst>
        </pc:picChg>
        <pc:picChg chg="add mod">
          <ac:chgData name="Philip Burgin-Young" userId="4d5b3e17-66d0-4f3f-a072-bbadeae2cdb1" providerId="ADAL" clId="{4E12E76A-1569-470F-B701-667EBB9CD17D}" dt="2024-07-26T18:55:56.609" v="621" actId="1036"/>
          <ac:picMkLst>
            <pc:docMk/>
            <pc:sldMk cId="2721796071" sldId="300"/>
            <ac:picMk id="68" creationId="{307DEF73-C056-C808-DBE3-662A2B964989}"/>
          </ac:picMkLst>
        </pc:picChg>
        <pc:picChg chg="add mod">
          <ac:chgData name="Philip Burgin-Young" userId="4d5b3e17-66d0-4f3f-a072-bbadeae2cdb1" providerId="ADAL" clId="{4E12E76A-1569-470F-B701-667EBB9CD17D}" dt="2024-07-26T18:55:53.476" v="599" actId="1036"/>
          <ac:picMkLst>
            <pc:docMk/>
            <pc:sldMk cId="2721796071" sldId="300"/>
            <ac:picMk id="69" creationId="{C02B34EB-EBB3-7F1D-4D2F-D4304A7F0A4E}"/>
          </ac:picMkLst>
        </pc:picChg>
        <pc:picChg chg="add mod">
          <ac:chgData name="Philip Burgin-Young" userId="4d5b3e17-66d0-4f3f-a072-bbadeae2cdb1" providerId="ADAL" clId="{4E12E76A-1569-470F-B701-667EBB9CD17D}" dt="2024-07-26T18:55:56.609" v="621" actId="1036"/>
          <ac:picMkLst>
            <pc:docMk/>
            <pc:sldMk cId="2721796071" sldId="300"/>
            <ac:picMk id="70" creationId="{14146C45-5682-87CA-7175-7C8D8704B873}"/>
          </ac:picMkLst>
        </pc:picChg>
        <pc:picChg chg="add mod">
          <ac:chgData name="Philip Burgin-Young" userId="4d5b3e17-66d0-4f3f-a072-bbadeae2cdb1" providerId="ADAL" clId="{4E12E76A-1569-470F-B701-667EBB9CD17D}" dt="2024-07-26T18:55:59.525" v="634" actId="1036"/>
          <ac:picMkLst>
            <pc:docMk/>
            <pc:sldMk cId="2721796071" sldId="300"/>
            <ac:picMk id="71" creationId="{C8FB07C8-DCB6-8C91-153A-4C47456FA75D}"/>
          </ac:picMkLst>
        </pc:picChg>
        <pc:picChg chg="add mod">
          <ac:chgData name="Philip Burgin-Young" userId="4d5b3e17-66d0-4f3f-a072-bbadeae2cdb1" providerId="ADAL" clId="{4E12E76A-1569-470F-B701-667EBB9CD17D}" dt="2024-07-26T18:55:59.525" v="634" actId="1036"/>
          <ac:picMkLst>
            <pc:docMk/>
            <pc:sldMk cId="2721796071" sldId="300"/>
            <ac:picMk id="72" creationId="{560C7F32-A7FD-4801-E3D3-747D18D37FF7}"/>
          </ac:picMkLst>
        </pc:picChg>
        <pc:picChg chg="add mod">
          <ac:chgData name="Philip Burgin-Young" userId="4d5b3e17-66d0-4f3f-a072-bbadeae2cdb1" providerId="ADAL" clId="{4E12E76A-1569-470F-B701-667EBB9CD17D}" dt="2024-07-26T18:55:46.572" v="563" actId="14100"/>
          <ac:picMkLst>
            <pc:docMk/>
            <pc:sldMk cId="2721796071" sldId="300"/>
            <ac:picMk id="73" creationId="{7BE9A4CF-C03C-9062-5088-D94D58B7BE4D}"/>
          </ac:picMkLst>
        </pc:picChg>
        <pc:cxnChg chg="add del mod">
          <ac:chgData name="Philip Burgin-Young" userId="4d5b3e17-66d0-4f3f-a072-bbadeae2cdb1" providerId="ADAL" clId="{4E12E76A-1569-470F-B701-667EBB9CD17D}" dt="2024-07-26T18:45:11.890" v="89" actId="478"/>
          <ac:cxnSpMkLst>
            <pc:docMk/>
            <pc:sldMk cId="2721796071" sldId="300"/>
            <ac:cxnSpMk id="14" creationId="{DDEB040F-91DB-A657-8816-F014A5AEDB9A}"/>
          </ac:cxnSpMkLst>
        </pc:cxnChg>
        <pc:cxnChg chg="add del mod">
          <ac:chgData name="Philip Burgin-Young" userId="4d5b3e17-66d0-4f3f-a072-bbadeae2cdb1" providerId="ADAL" clId="{4E12E76A-1569-470F-B701-667EBB9CD17D}" dt="2024-07-26T18:53:46.873" v="436" actId="478"/>
          <ac:cxnSpMkLst>
            <pc:docMk/>
            <pc:sldMk cId="2721796071" sldId="300"/>
            <ac:cxnSpMk id="15" creationId="{48F7E45F-3498-982E-9976-37A8A96C3224}"/>
          </ac:cxnSpMkLst>
        </pc:cxnChg>
        <pc:cxnChg chg="add del mod ord">
          <ac:chgData name="Philip Burgin-Young" userId="4d5b3e17-66d0-4f3f-a072-bbadeae2cdb1" providerId="ADAL" clId="{4E12E76A-1569-470F-B701-667EBB9CD17D}" dt="2024-07-26T18:53:46.873" v="436" actId="478"/>
          <ac:cxnSpMkLst>
            <pc:docMk/>
            <pc:sldMk cId="2721796071" sldId="300"/>
            <ac:cxnSpMk id="19" creationId="{15969CE6-9656-3F7E-2235-40A119B14EEA}"/>
          </ac:cxnSpMkLst>
        </pc:cxnChg>
        <pc:cxnChg chg="del mod">
          <ac:chgData name="Philip Burgin-Young" userId="4d5b3e17-66d0-4f3f-a072-bbadeae2cdb1" providerId="ADAL" clId="{4E12E76A-1569-470F-B701-667EBB9CD17D}" dt="2024-07-26T18:53:04.130" v="344" actId="21"/>
          <ac:cxnSpMkLst>
            <pc:docMk/>
            <pc:sldMk cId="2721796071" sldId="300"/>
            <ac:cxnSpMk id="44" creationId="{483EFC10-413B-B9C7-F4EA-4DD32FE17E4F}"/>
          </ac:cxnSpMkLst>
        </pc:cxnChg>
        <pc:cxnChg chg="del mod">
          <ac:chgData name="Philip Burgin-Young" userId="4d5b3e17-66d0-4f3f-a072-bbadeae2cdb1" providerId="ADAL" clId="{4E12E76A-1569-470F-B701-667EBB9CD17D}" dt="2024-07-26T18:53:04.130" v="344" actId="21"/>
          <ac:cxnSpMkLst>
            <pc:docMk/>
            <pc:sldMk cId="2721796071" sldId="300"/>
            <ac:cxnSpMk id="46" creationId="{D40D3682-7C06-DB89-D112-7B9E963693BD}"/>
          </ac:cxnSpMkLst>
        </pc:cxnChg>
        <pc:cxnChg chg="del mod">
          <ac:chgData name="Philip Burgin-Young" userId="4d5b3e17-66d0-4f3f-a072-bbadeae2cdb1" providerId="ADAL" clId="{4E12E76A-1569-470F-B701-667EBB9CD17D}" dt="2024-07-26T18:53:04.130" v="344" actId="21"/>
          <ac:cxnSpMkLst>
            <pc:docMk/>
            <pc:sldMk cId="2721796071" sldId="300"/>
            <ac:cxnSpMk id="47" creationId="{1D204C4B-B75D-F671-FCB2-4B1002565C36}"/>
          </ac:cxnSpMkLst>
        </pc:cxnChg>
        <pc:cxnChg chg="del mod">
          <ac:chgData name="Philip Burgin-Young" userId="4d5b3e17-66d0-4f3f-a072-bbadeae2cdb1" providerId="ADAL" clId="{4E12E76A-1569-470F-B701-667EBB9CD17D}" dt="2024-07-26T18:43:24.177" v="42" actId="478"/>
          <ac:cxnSpMkLst>
            <pc:docMk/>
            <pc:sldMk cId="2721796071" sldId="300"/>
            <ac:cxnSpMk id="55" creationId="{6F5556E4-0A0F-A4EF-8A4D-FF83641EB8D9}"/>
          </ac:cxnSpMkLst>
        </pc:cxnChg>
        <pc:cxnChg chg="add mod">
          <ac:chgData name="Philip Burgin-Young" userId="4d5b3e17-66d0-4f3f-a072-bbadeae2cdb1" providerId="ADAL" clId="{4E12E76A-1569-470F-B701-667EBB9CD17D}" dt="2024-07-26T18:54:02.868" v="439" actId="1076"/>
          <ac:cxnSpMkLst>
            <pc:docMk/>
            <pc:sldMk cId="2721796071" sldId="300"/>
            <ac:cxnSpMk id="63" creationId="{B0D0981D-81C2-EE3F-8436-4DDF9876FC27}"/>
          </ac:cxnSpMkLst>
        </pc:cxnChg>
        <pc:cxnChg chg="add mod">
          <ac:chgData name="Philip Burgin-Young" userId="4d5b3e17-66d0-4f3f-a072-bbadeae2cdb1" providerId="ADAL" clId="{4E12E76A-1569-470F-B701-667EBB9CD17D}" dt="2024-07-26T18:54:02.868" v="439" actId="1076"/>
          <ac:cxnSpMkLst>
            <pc:docMk/>
            <pc:sldMk cId="2721796071" sldId="300"/>
            <ac:cxnSpMk id="64" creationId="{FB2B0C6D-310E-5D22-B11E-CF9214762AD6}"/>
          </ac:cxnSpMkLst>
        </pc:cxnChg>
      </pc:sldChg>
      <pc:sldChg chg="ord">
        <pc:chgData name="Philip Burgin-Young" userId="4d5b3e17-66d0-4f3f-a072-bbadeae2cdb1" providerId="ADAL" clId="{4E12E76A-1569-470F-B701-667EBB9CD17D}" dt="2024-07-26T18:41:06.757" v="23"/>
        <pc:sldMkLst>
          <pc:docMk/>
          <pc:sldMk cId="2723019614" sldId="302"/>
        </pc:sldMkLst>
      </pc:sldChg>
      <pc:sldChg chg="del">
        <pc:chgData name="Philip Burgin-Young" userId="4d5b3e17-66d0-4f3f-a072-bbadeae2cdb1" providerId="ADAL" clId="{4E12E76A-1569-470F-B701-667EBB9CD17D}" dt="2024-07-26T18:38:31.877" v="1" actId="18676"/>
        <pc:sldMkLst>
          <pc:docMk/>
          <pc:sldMk cId="3856955171" sldId="303"/>
        </pc:sldMkLst>
      </pc:sldChg>
      <pc:sldChg chg="del">
        <pc:chgData name="Philip Burgin-Young" userId="4d5b3e17-66d0-4f3f-a072-bbadeae2cdb1" providerId="ADAL" clId="{4E12E76A-1569-470F-B701-667EBB9CD17D}" dt="2024-07-26T18:38:31.877" v="1" actId="18676"/>
        <pc:sldMkLst>
          <pc:docMk/>
          <pc:sldMk cId="4059294273" sldId="469"/>
        </pc:sldMkLst>
      </pc:sldChg>
      <pc:sldChg chg="ord">
        <pc:chgData name="Philip Burgin-Young" userId="4d5b3e17-66d0-4f3f-a072-bbadeae2cdb1" providerId="ADAL" clId="{4E12E76A-1569-470F-B701-667EBB9CD17D}" dt="2024-07-26T18:42:40.183" v="38"/>
        <pc:sldMkLst>
          <pc:docMk/>
          <pc:sldMk cId="4134097348" sldId="470"/>
        </pc:sldMkLst>
      </pc:sldChg>
      <pc:sldChg chg="modSp mod">
        <pc:chgData name="Philip Burgin-Young" userId="4d5b3e17-66d0-4f3f-a072-bbadeae2cdb1" providerId="ADAL" clId="{4E12E76A-1569-470F-B701-667EBB9CD17D}" dt="2024-07-26T18:59:17.475" v="863" actId="6549"/>
        <pc:sldMkLst>
          <pc:docMk/>
          <pc:sldMk cId="3436010921" sldId="472"/>
        </pc:sldMkLst>
        <pc:graphicFrameChg chg="modGraphic">
          <ac:chgData name="Philip Burgin-Young" userId="4d5b3e17-66d0-4f3f-a072-bbadeae2cdb1" providerId="ADAL" clId="{4E12E76A-1569-470F-B701-667EBB9CD17D}" dt="2024-07-26T18:59:17.475" v="863" actId="6549"/>
          <ac:graphicFrameMkLst>
            <pc:docMk/>
            <pc:sldMk cId="3436010921" sldId="472"/>
            <ac:graphicFrameMk id="5" creationId="{115E1B10-B662-5668-673E-F4BD70A1BBA1}"/>
          </ac:graphicFrameMkLst>
        </pc:graphicFrameChg>
      </pc:sldChg>
      <pc:sldChg chg="del">
        <pc:chgData name="Philip Burgin-Young" userId="4d5b3e17-66d0-4f3f-a072-bbadeae2cdb1" providerId="ADAL" clId="{4E12E76A-1569-470F-B701-667EBB9CD17D}" dt="2024-07-26T18:39:45.998" v="12" actId="47"/>
        <pc:sldMkLst>
          <pc:docMk/>
          <pc:sldMk cId="3259657186" sldId="473"/>
        </pc:sldMkLst>
      </pc:sldChg>
      <pc:sldChg chg="modSp add mod">
        <pc:chgData name="Philip Burgin-Young" userId="4d5b3e17-66d0-4f3f-a072-bbadeae2cdb1" providerId="ADAL" clId="{4E12E76A-1569-470F-B701-667EBB9CD17D}" dt="2024-07-26T18:59:29.379" v="866" actId="113"/>
        <pc:sldMkLst>
          <pc:docMk/>
          <pc:sldMk cId="3331991961" sldId="473"/>
        </pc:sldMkLst>
        <pc:graphicFrameChg chg="modGraphic">
          <ac:chgData name="Philip Burgin-Young" userId="4d5b3e17-66d0-4f3f-a072-bbadeae2cdb1" providerId="ADAL" clId="{4E12E76A-1569-470F-B701-667EBB9CD17D}" dt="2024-07-26T18:59:29.379" v="866" actId="113"/>
          <ac:graphicFrameMkLst>
            <pc:docMk/>
            <pc:sldMk cId="3331991961" sldId="473"/>
            <ac:graphicFrameMk id="5" creationId="{115E1B10-B662-5668-673E-F4BD70A1BBA1}"/>
          </ac:graphicFrameMkLst>
        </pc:graphicFrameChg>
      </pc:sldChg>
      <pc:sldChg chg="modSp add mod">
        <pc:chgData name="Philip Burgin-Young" userId="4d5b3e17-66d0-4f3f-a072-bbadeae2cdb1" providerId="ADAL" clId="{4E12E76A-1569-470F-B701-667EBB9CD17D}" dt="2024-07-26T18:59:49.005" v="872" actId="113"/>
        <pc:sldMkLst>
          <pc:docMk/>
          <pc:sldMk cId="1569448995" sldId="474"/>
        </pc:sldMkLst>
        <pc:graphicFrameChg chg="modGraphic">
          <ac:chgData name="Philip Burgin-Young" userId="4d5b3e17-66d0-4f3f-a072-bbadeae2cdb1" providerId="ADAL" clId="{4E12E76A-1569-470F-B701-667EBB9CD17D}" dt="2024-07-26T18:59:49.005" v="872" actId="113"/>
          <ac:graphicFrameMkLst>
            <pc:docMk/>
            <pc:sldMk cId="1569448995" sldId="474"/>
            <ac:graphicFrameMk id="5" creationId="{115E1B10-B662-5668-673E-F4BD70A1BBA1}"/>
          </ac:graphicFrameMkLst>
        </pc:graphicFrameChg>
      </pc:sldChg>
      <pc:sldChg chg="del">
        <pc:chgData name="Philip Burgin-Young" userId="4d5b3e17-66d0-4f3f-a072-bbadeae2cdb1" providerId="ADAL" clId="{4E12E76A-1569-470F-B701-667EBB9CD17D}" dt="2024-07-26T18:38:31.877" v="1" actId="18676"/>
        <pc:sldMkLst>
          <pc:docMk/>
          <pc:sldMk cId="4288983787" sldId="474"/>
        </pc:sldMkLst>
      </pc:sldChg>
      <pc:sldChg chg="del">
        <pc:chgData name="Philip Burgin-Young" userId="4d5b3e17-66d0-4f3f-a072-bbadeae2cdb1" providerId="ADAL" clId="{4E12E76A-1569-470F-B701-667EBB9CD17D}" dt="2024-07-26T18:38:44.844" v="2" actId="47"/>
        <pc:sldMkLst>
          <pc:docMk/>
          <pc:sldMk cId="1145121831" sldId="475"/>
        </pc:sldMkLst>
      </pc:sldChg>
      <pc:sldChg chg="modSp add mod">
        <pc:chgData name="Philip Burgin-Young" userId="4d5b3e17-66d0-4f3f-a072-bbadeae2cdb1" providerId="ADAL" clId="{4E12E76A-1569-470F-B701-667EBB9CD17D}" dt="2024-07-26T18:59:59.355" v="875" actId="113"/>
        <pc:sldMkLst>
          <pc:docMk/>
          <pc:sldMk cId="1693465602" sldId="475"/>
        </pc:sldMkLst>
        <pc:graphicFrameChg chg="modGraphic">
          <ac:chgData name="Philip Burgin-Young" userId="4d5b3e17-66d0-4f3f-a072-bbadeae2cdb1" providerId="ADAL" clId="{4E12E76A-1569-470F-B701-667EBB9CD17D}" dt="2024-07-26T18:59:59.355" v="875" actId="113"/>
          <ac:graphicFrameMkLst>
            <pc:docMk/>
            <pc:sldMk cId="1693465602" sldId="475"/>
            <ac:graphicFrameMk id="5" creationId="{115E1B10-B662-5668-673E-F4BD70A1BBA1}"/>
          </ac:graphicFrameMkLst>
        </pc:graphicFrameChg>
      </pc:sldChg>
      <pc:sldChg chg="del">
        <pc:chgData name="Philip Burgin-Young" userId="4d5b3e17-66d0-4f3f-a072-bbadeae2cdb1" providerId="ADAL" clId="{4E12E76A-1569-470F-B701-667EBB9CD17D}" dt="2024-07-26T18:39:39.115" v="10" actId="47"/>
        <pc:sldMkLst>
          <pc:docMk/>
          <pc:sldMk cId="3155543201" sldId="476"/>
        </pc:sldMkLst>
      </pc:sldChg>
      <pc:sldChg chg="del">
        <pc:chgData name="Philip Burgin-Young" userId="4d5b3e17-66d0-4f3f-a072-bbadeae2cdb1" providerId="ADAL" clId="{4E12E76A-1569-470F-B701-667EBB9CD17D}" dt="2024-07-26T18:41:18.265" v="28" actId="47"/>
        <pc:sldMkLst>
          <pc:docMk/>
          <pc:sldMk cId="981706753" sldId="477"/>
        </pc:sldMkLst>
      </pc:sldChg>
      <pc:sldChg chg="del">
        <pc:chgData name="Philip Burgin-Young" userId="4d5b3e17-66d0-4f3f-a072-bbadeae2cdb1" providerId="ADAL" clId="{4E12E76A-1569-470F-B701-667EBB9CD17D}" dt="2024-07-26T18:38:25.380" v="0" actId="47"/>
        <pc:sldMkLst>
          <pc:docMk/>
          <pc:sldMk cId="3936295040" sldId="478"/>
        </pc:sldMkLst>
      </pc:sldChg>
    </pc:docChg>
  </pc:docChgLst>
  <pc:docChgLst>
    <pc:chgData name="Staffan Canback" userId="054e9354-3a58-4c04-8546-bdc6e2e33fa8" providerId="ADAL" clId="{9F1B2278-823C-434D-BDC3-CF62EDACF678}"/>
    <pc:docChg chg="modSld">
      <pc:chgData name="Staffan Canback" userId="054e9354-3a58-4c04-8546-bdc6e2e33fa8" providerId="ADAL" clId="{9F1B2278-823C-434D-BDC3-CF62EDACF678}" dt="2025-01-15T16:14:03.163" v="1"/>
      <pc:docMkLst>
        <pc:docMk/>
      </pc:docMkLst>
      <pc:sldChg chg="addSp delSp modSp">
        <pc:chgData name="Staffan Canback" userId="054e9354-3a58-4c04-8546-bdc6e2e33fa8" providerId="ADAL" clId="{9F1B2278-823C-434D-BDC3-CF62EDACF678}" dt="2025-01-15T16:14:03.163" v="1"/>
        <pc:sldMkLst>
          <pc:docMk/>
          <pc:sldMk cId="2721796071" sldId="300"/>
        </pc:sldMkLst>
        <pc:picChg chg="add mod">
          <ac:chgData name="Staffan Canback" userId="054e9354-3a58-4c04-8546-bdc6e2e33fa8" providerId="ADAL" clId="{9F1B2278-823C-434D-BDC3-CF62EDACF678}" dt="2025-01-15T16:14:03.163" v="1"/>
          <ac:picMkLst>
            <pc:docMk/>
            <pc:sldMk cId="2721796071" sldId="300"/>
            <ac:picMk id="3" creationId="{94B4599B-7419-BAED-8847-ED2FDEEFE87D}"/>
          </ac:picMkLst>
        </pc:picChg>
        <pc:picChg chg="del">
          <ac:chgData name="Staffan Canback" userId="054e9354-3a58-4c04-8546-bdc6e2e33fa8" providerId="ADAL" clId="{9F1B2278-823C-434D-BDC3-CF62EDACF678}" dt="2025-01-15T16:14:01.925" v="0" actId="478"/>
          <ac:picMkLst>
            <pc:docMk/>
            <pc:sldMk cId="2721796071" sldId="300"/>
            <ac:picMk id="6" creationId="{98AF7403-DEEF-AE36-90E1-C5A43C5CFD77}"/>
          </ac:picMkLst>
        </pc:picChg>
        <pc:picChg chg="del">
          <ac:chgData name="Staffan Canback" userId="054e9354-3a58-4c04-8546-bdc6e2e33fa8" providerId="ADAL" clId="{9F1B2278-823C-434D-BDC3-CF62EDACF678}" dt="2025-01-15T16:14:01.925" v="0" actId="478"/>
          <ac:picMkLst>
            <pc:docMk/>
            <pc:sldMk cId="2721796071" sldId="300"/>
            <ac:picMk id="7" creationId="{EFB9B245-A0C9-6BDD-ED5C-6DCF28CE3B56}"/>
          </ac:picMkLst>
        </pc:picChg>
        <pc:picChg chg="del">
          <ac:chgData name="Staffan Canback" userId="054e9354-3a58-4c04-8546-bdc6e2e33fa8" providerId="ADAL" clId="{9F1B2278-823C-434D-BDC3-CF62EDACF678}" dt="2025-01-15T16:14:01.925" v="0" actId="478"/>
          <ac:picMkLst>
            <pc:docMk/>
            <pc:sldMk cId="2721796071" sldId="300"/>
            <ac:picMk id="8" creationId="{80618A88-0427-C5AE-7253-FCF34D661243}"/>
          </ac:picMkLst>
        </pc:picChg>
        <pc:picChg chg="del">
          <ac:chgData name="Staffan Canback" userId="054e9354-3a58-4c04-8546-bdc6e2e33fa8" providerId="ADAL" clId="{9F1B2278-823C-434D-BDC3-CF62EDACF678}" dt="2025-01-15T16:14:01.925" v="0" actId="478"/>
          <ac:picMkLst>
            <pc:docMk/>
            <pc:sldMk cId="2721796071" sldId="300"/>
            <ac:picMk id="9" creationId="{688B3AD8-2F38-4233-34E2-BECF5D2CFFAF}"/>
          </ac:picMkLst>
        </pc:picChg>
        <pc:picChg chg="del">
          <ac:chgData name="Staffan Canback" userId="054e9354-3a58-4c04-8546-bdc6e2e33fa8" providerId="ADAL" clId="{9F1B2278-823C-434D-BDC3-CF62EDACF678}" dt="2025-01-15T16:14:01.925" v="0" actId="478"/>
          <ac:picMkLst>
            <pc:docMk/>
            <pc:sldMk cId="2721796071" sldId="300"/>
            <ac:picMk id="10" creationId="{5C4AEA70-9C14-98B1-3853-818143A5F9CF}"/>
          </ac:picMkLst>
        </pc:picChg>
        <pc:picChg chg="del">
          <ac:chgData name="Staffan Canback" userId="054e9354-3a58-4c04-8546-bdc6e2e33fa8" providerId="ADAL" clId="{9F1B2278-823C-434D-BDC3-CF62EDACF678}" dt="2025-01-15T16:14:01.925" v="0" actId="478"/>
          <ac:picMkLst>
            <pc:docMk/>
            <pc:sldMk cId="2721796071" sldId="300"/>
            <ac:picMk id="11" creationId="{46447E8E-8F4C-05A6-8724-22A538C6DFA4}"/>
          </ac:picMkLst>
        </pc:picChg>
        <pc:picChg chg="del">
          <ac:chgData name="Staffan Canback" userId="054e9354-3a58-4c04-8546-bdc6e2e33fa8" providerId="ADAL" clId="{9F1B2278-823C-434D-BDC3-CF62EDACF678}" dt="2025-01-15T16:14:01.925" v="0" actId="478"/>
          <ac:picMkLst>
            <pc:docMk/>
            <pc:sldMk cId="2721796071" sldId="300"/>
            <ac:picMk id="12" creationId="{618D49B5-9E9B-1050-822A-27EBD33D9D47}"/>
          </ac:picMkLst>
        </pc:picChg>
        <pc:picChg chg="add mod">
          <ac:chgData name="Staffan Canback" userId="054e9354-3a58-4c04-8546-bdc6e2e33fa8" providerId="ADAL" clId="{9F1B2278-823C-434D-BDC3-CF62EDACF678}" dt="2025-01-15T16:14:03.163" v="1"/>
          <ac:picMkLst>
            <pc:docMk/>
            <pc:sldMk cId="2721796071" sldId="300"/>
            <ac:picMk id="13" creationId="{C77FEB24-8987-A82D-CAB7-8AE15D3C800B}"/>
          </ac:picMkLst>
        </pc:picChg>
        <pc:picChg chg="add mod">
          <ac:chgData name="Staffan Canback" userId="054e9354-3a58-4c04-8546-bdc6e2e33fa8" providerId="ADAL" clId="{9F1B2278-823C-434D-BDC3-CF62EDACF678}" dt="2025-01-15T16:14:03.163" v="1"/>
          <ac:picMkLst>
            <pc:docMk/>
            <pc:sldMk cId="2721796071" sldId="300"/>
            <ac:picMk id="14" creationId="{D3940F74-44BD-513C-A3F8-9EB87FC9AD82}"/>
          </ac:picMkLst>
        </pc:picChg>
        <pc:picChg chg="add mod">
          <ac:chgData name="Staffan Canback" userId="054e9354-3a58-4c04-8546-bdc6e2e33fa8" providerId="ADAL" clId="{9F1B2278-823C-434D-BDC3-CF62EDACF678}" dt="2025-01-15T16:14:03.163" v="1"/>
          <ac:picMkLst>
            <pc:docMk/>
            <pc:sldMk cId="2721796071" sldId="300"/>
            <ac:picMk id="15" creationId="{53EC4EC5-4F13-7C95-79CD-3E8B69A076B7}"/>
          </ac:picMkLst>
        </pc:picChg>
        <pc:picChg chg="add mod">
          <ac:chgData name="Staffan Canback" userId="054e9354-3a58-4c04-8546-bdc6e2e33fa8" providerId="ADAL" clId="{9F1B2278-823C-434D-BDC3-CF62EDACF678}" dt="2025-01-15T16:14:03.163" v="1"/>
          <ac:picMkLst>
            <pc:docMk/>
            <pc:sldMk cId="2721796071" sldId="300"/>
            <ac:picMk id="16" creationId="{03CF93E0-8A94-2056-110F-9BF423C1CECD}"/>
          </ac:picMkLst>
        </pc:picChg>
        <pc:picChg chg="add mod">
          <ac:chgData name="Staffan Canback" userId="054e9354-3a58-4c04-8546-bdc6e2e33fa8" providerId="ADAL" clId="{9F1B2278-823C-434D-BDC3-CF62EDACF678}" dt="2025-01-15T16:14:03.163" v="1"/>
          <ac:picMkLst>
            <pc:docMk/>
            <pc:sldMk cId="2721796071" sldId="300"/>
            <ac:picMk id="17" creationId="{630FC17C-551A-114F-FA71-6557619CCE59}"/>
          </ac:picMkLst>
        </pc:picChg>
        <pc:picChg chg="add mod">
          <ac:chgData name="Staffan Canback" userId="054e9354-3a58-4c04-8546-bdc6e2e33fa8" providerId="ADAL" clId="{9F1B2278-823C-434D-BDC3-CF62EDACF678}" dt="2025-01-15T16:14:03.163" v="1"/>
          <ac:picMkLst>
            <pc:docMk/>
            <pc:sldMk cId="2721796071" sldId="300"/>
            <ac:picMk id="18" creationId="{6BF0E5AA-4FB3-5895-04BE-C3446C533121}"/>
          </ac:picMkLst>
        </pc:picChg>
        <pc:picChg chg="add mod">
          <ac:chgData name="Staffan Canback" userId="054e9354-3a58-4c04-8546-bdc6e2e33fa8" providerId="ADAL" clId="{9F1B2278-823C-434D-BDC3-CF62EDACF678}" dt="2025-01-15T16:14:03.163" v="1"/>
          <ac:picMkLst>
            <pc:docMk/>
            <pc:sldMk cId="2721796071" sldId="300"/>
            <ac:picMk id="19" creationId="{0E5B58D9-2357-5D5F-BAA9-543CE9992FA5}"/>
          </ac:picMkLst>
        </pc:picChg>
      </pc:sldChg>
    </pc:docChg>
  </pc:docChgLst>
  <pc:docChgLst>
    <pc:chgData name="Staffan Canback" userId="054e9354-3a58-4c04-8546-bdc6e2e33fa8" providerId="ADAL" clId="{8A08D40B-FEFF-4E3A-92C8-2CCE334329A1}"/>
    <pc:docChg chg="modSld">
      <pc:chgData name="Staffan Canback" userId="054e9354-3a58-4c04-8546-bdc6e2e33fa8" providerId="ADAL" clId="{8A08D40B-FEFF-4E3A-92C8-2CCE334329A1}" dt="2024-08-18T09:54:25.479" v="1" actId="113"/>
      <pc:docMkLst>
        <pc:docMk/>
      </pc:docMkLst>
      <pc:sldChg chg="modSp mod">
        <pc:chgData name="Staffan Canback" userId="054e9354-3a58-4c04-8546-bdc6e2e33fa8" providerId="ADAL" clId="{8A08D40B-FEFF-4E3A-92C8-2CCE334329A1}" dt="2024-08-18T09:54:25.479" v="1" actId="113"/>
        <pc:sldMkLst>
          <pc:docMk/>
          <pc:sldMk cId="2145047743" sldId="260"/>
        </pc:sldMkLst>
        <pc:spChg chg="mod">
          <ac:chgData name="Staffan Canback" userId="054e9354-3a58-4c04-8546-bdc6e2e33fa8" providerId="ADAL" clId="{8A08D40B-FEFF-4E3A-92C8-2CCE334329A1}" dt="2024-08-18T09:54:25.479" v="1" actId="113"/>
          <ac:spMkLst>
            <pc:docMk/>
            <pc:sldMk cId="2145047743" sldId="260"/>
            <ac:spMk id="15" creationId="{C0CF2BF9-A209-F13E-4418-0BFA8499A30E}"/>
          </ac:spMkLst>
        </pc:spChg>
        <pc:spChg chg="mod">
          <ac:chgData name="Staffan Canback" userId="054e9354-3a58-4c04-8546-bdc6e2e33fa8" providerId="ADAL" clId="{8A08D40B-FEFF-4E3A-92C8-2CCE334329A1}" dt="2024-08-18T09:54:21.067" v="0" actId="113"/>
          <ac:spMkLst>
            <pc:docMk/>
            <pc:sldMk cId="2145047743" sldId="260"/>
            <ac:spMk id="25" creationId="{C4876E86-9476-BC5B-8E6E-16D4EE18E1BA}"/>
          </ac:spMkLst>
        </pc:spChg>
      </pc:sldChg>
    </pc:docChg>
  </pc:docChgLst>
  <pc:docChgLst>
    <pc:chgData name="Staffan Canback" userId="054e9354-3a58-4c04-8546-bdc6e2e33fa8" providerId="ADAL" clId="{C72B96ED-9BFC-49D0-BE6C-9FD1EBCDB545}"/>
    <pc:docChg chg="undo custSel modSld">
      <pc:chgData name="Staffan Canback" userId="054e9354-3a58-4c04-8546-bdc6e2e33fa8" providerId="ADAL" clId="{C72B96ED-9BFC-49D0-BE6C-9FD1EBCDB545}" dt="2024-07-26T20:33:22.964" v="98"/>
      <pc:docMkLst>
        <pc:docMk/>
      </pc:docMkLst>
      <pc:sldChg chg="addSp delSp modSp mod">
        <pc:chgData name="Staffan Canback" userId="054e9354-3a58-4c04-8546-bdc6e2e33fa8" providerId="ADAL" clId="{C72B96ED-9BFC-49D0-BE6C-9FD1EBCDB545}" dt="2024-07-26T20:33:22.964" v="98"/>
        <pc:sldMkLst>
          <pc:docMk/>
          <pc:sldMk cId="92125872" sldId="256"/>
        </pc:sldMkLst>
        <pc:spChg chg="mod">
          <ac:chgData name="Staffan Canback" userId="054e9354-3a58-4c04-8546-bdc6e2e33fa8" providerId="ADAL" clId="{C72B96ED-9BFC-49D0-BE6C-9FD1EBCDB545}" dt="2024-07-26T20:16:09.671" v="0" actId="20577"/>
          <ac:spMkLst>
            <pc:docMk/>
            <pc:sldMk cId="92125872" sldId="256"/>
            <ac:spMk id="11" creationId="{F632DD0A-0AE9-8990-B07D-83FD67C7EC13}"/>
          </ac:spMkLst>
        </pc:spChg>
        <pc:picChg chg="add del mod ord">
          <ac:chgData name="Staffan Canback" userId="054e9354-3a58-4c04-8546-bdc6e2e33fa8" providerId="ADAL" clId="{C72B96ED-9BFC-49D0-BE6C-9FD1EBCDB545}" dt="2024-07-26T20:33:21.824" v="97" actId="478"/>
          <ac:picMkLst>
            <pc:docMk/>
            <pc:sldMk cId="92125872" sldId="256"/>
            <ac:picMk id="3" creationId="{07A7182A-621F-F38A-139A-E9F8D4D4E1BA}"/>
          </ac:picMkLst>
        </pc:picChg>
        <pc:picChg chg="add mod">
          <ac:chgData name="Staffan Canback" userId="054e9354-3a58-4c04-8546-bdc6e2e33fa8" providerId="ADAL" clId="{C72B96ED-9BFC-49D0-BE6C-9FD1EBCDB545}" dt="2024-07-26T20:26:23.863" v="86"/>
          <ac:picMkLst>
            <pc:docMk/>
            <pc:sldMk cId="92125872" sldId="256"/>
            <ac:picMk id="4" creationId="{77BB04C5-0C2C-E440-9E11-E6928D7C41D5}"/>
          </ac:picMkLst>
        </pc:picChg>
        <pc:picChg chg="del mod">
          <ac:chgData name="Staffan Canback" userId="054e9354-3a58-4c04-8546-bdc6e2e33fa8" providerId="ADAL" clId="{C72B96ED-9BFC-49D0-BE6C-9FD1EBCDB545}" dt="2024-07-26T20:23:43.116" v="84" actId="478"/>
          <ac:picMkLst>
            <pc:docMk/>
            <pc:sldMk cId="92125872" sldId="256"/>
            <ac:picMk id="4" creationId="{8E50A8C7-8932-3EC0-8AD1-2EC2302D1C0F}"/>
          </ac:picMkLst>
        </pc:picChg>
        <pc:picChg chg="del mod ord">
          <ac:chgData name="Staffan Canback" userId="054e9354-3a58-4c04-8546-bdc6e2e33fa8" providerId="ADAL" clId="{C72B96ED-9BFC-49D0-BE6C-9FD1EBCDB545}" dt="2024-07-26T20:33:16.687" v="96" actId="478"/>
          <ac:picMkLst>
            <pc:docMk/>
            <pc:sldMk cId="92125872" sldId="256"/>
            <ac:picMk id="7" creationId="{6DAB85CB-8E70-AEC7-C73E-CC5ECEBC2F5C}"/>
          </ac:picMkLst>
        </pc:picChg>
        <pc:picChg chg="add mod">
          <ac:chgData name="Staffan Canback" userId="054e9354-3a58-4c04-8546-bdc6e2e33fa8" providerId="ADAL" clId="{C72B96ED-9BFC-49D0-BE6C-9FD1EBCDB545}" dt="2024-07-26T20:33:22.964" v="98"/>
          <ac:picMkLst>
            <pc:docMk/>
            <pc:sldMk cId="92125872" sldId="256"/>
            <ac:picMk id="8" creationId="{C0CB9A45-BB81-3584-37C5-8EBBE497F66A}"/>
          </ac:picMkLst>
        </pc:picChg>
      </pc:sldChg>
      <pc:sldChg chg="modSp mod">
        <pc:chgData name="Staffan Canback" userId="054e9354-3a58-4c04-8546-bdc6e2e33fa8" providerId="ADAL" clId="{C72B96ED-9BFC-49D0-BE6C-9FD1EBCDB545}" dt="2024-07-26T20:18:02.052" v="25" actId="552"/>
        <pc:sldMkLst>
          <pc:docMk/>
          <pc:sldMk cId="2669615017" sldId="288"/>
        </pc:sldMkLst>
        <pc:spChg chg="mod">
          <ac:chgData name="Staffan Canback" userId="054e9354-3a58-4c04-8546-bdc6e2e33fa8" providerId="ADAL" clId="{C72B96ED-9BFC-49D0-BE6C-9FD1EBCDB545}" dt="2024-07-26T20:18:02.052" v="25" actId="552"/>
          <ac:spMkLst>
            <pc:docMk/>
            <pc:sldMk cId="2669615017" sldId="288"/>
            <ac:spMk id="2" creationId="{819BA4CA-6DB5-70F6-6AA5-31AFA6172169}"/>
          </ac:spMkLst>
        </pc:spChg>
        <pc:spChg chg="mod">
          <ac:chgData name="Staffan Canback" userId="054e9354-3a58-4c04-8546-bdc6e2e33fa8" providerId="ADAL" clId="{C72B96ED-9BFC-49D0-BE6C-9FD1EBCDB545}" dt="2024-07-26T20:18:02.052" v="25" actId="552"/>
          <ac:spMkLst>
            <pc:docMk/>
            <pc:sldMk cId="2669615017" sldId="288"/>
            <ac:spMk id="7" creationId="{447CA201-8EDE-162F-29CF-ED53974A5160}"/>
          </ac:spMkLst>
        </pc:spChg>
        <pc:spChg chg="mod">
          <ac:chgData name="Staffan Canback" userId="054e9354-3a58-4c04-8546-bdc6e2e33fa8" providerId="ADAL" clId="{C72B96ED-9BFC-49D0-BE6C-9FD1EBCDB545}" dt="2024-07-26T20:18:02.052" v="25" actId="552"/>
          <ac:spMkLst>
            <pc:docMk/>
            <pc:sldMk cId="2669615017" sldId="288"/>
            <ac:spMk id="8" creationId="{BC0A1005-6BA5-398B-3E8D-EA8C7D3CAEE7}"/>
          </ac:spMkLst>
        </pc:spChg>
        <pc:spChg chg="mod">
          <ac:chgData name="Staffan Canback" userId="054e9354-3a58-4c04-8546-bdc6e2e33fa8" providerId="ADAL" clId="{C72B96ED-9BFC-49D0-BE6C-9FD1EBCDB545}" dt="2024-07-26T20:18:02.052" v="25" actId="552"/>
          <ac:spMkLst>
            <pc:docMk/>
            <pc:sldMk cId="2669615017" sldId="288"/>
            <ac:spMk id="10" creationId="{3EF434A7-4F82-98E8-7B40-0EB7964BF671}"/>
          </ac:spMkLst>
        </pc:spChg>
        <pc:spChg chg="mod">
          <ac:chgData name="Staffan Canback" userId="054e9354-3a58-4c04-8546-bdc6e2e33fa8" providerId="ADAL" clId="{C72B96ED-9BFC-49D0-BE6C-9FD1EBCDB545}" dt="2024-07-26T20:18:02.052" v="25" actId="552"/>
          <ac:spMkLst>
            <pc:docMk/>
            <pc:sldMk cId="2669615017" sldId="288"/>
            <ac:spMk id="16" creationId="{936D518C-8DDE-C227-60AA-4E20FCFE96BD}"/>
          </ac:spMkLst>
        </pc:spChg>
        <pc:spChg chg="mod">
          <ac:chgData name="Staffan Canback" userId="054e9354-3a58-4c04-8546-bdc6e2e33fa8" providerId="ADAL" clId="{C72B96ED-9BFC-49D0-BE6C-9FD1EBCDB545}" dt="2024-07-26T20:18:02.052" v="25" actId="552"/>
          <ac:spMkLst>
            <pc:docMk/>
            <pc:sldMk cId="2669615017" sldId="288"/>
            <ac:spMk id="25" creationId="{5B4B368B-6B54-9297-FB5C-69642080455F}"/>
          </ac:spMkLst>
        </pc:spChg>
      </pc:sldChg>
      <pc:sldChg chg="modSp">
        <pc:chgData name="Staffan Canback" userId="054e9354-3a58-4c04-8546-bdc6e2e33fa8" providerId="ADAL" clId="{C72B96ED-9BFC-49D0-BE6C-9FD1EBCDB545}" dt="2024-07-26T20:22:15.133" v="82"/>
        <pc:sldMkLst>
          <pc:docMk/>
          <pc:sldMk cId="300695240" sldId="295"/>
        </pc:sldMkLst>
        <pc:graphicFrameChg chg="mod">
          <ac:chgData name="Staffan Canback" userId="054e9354-3a58-4c04-8546-bdc6e2e33fa8" providerId="ADAL" clId="{C72B96ED-9BFC-49D0-BE6C-9FD1EBCDB545}" dt="2024-07-26T20:22:15.133" v="82"/>
          <ac:graphicFrameMkLst>
            <pc:docMk/>
            <pc:sldMk cId="300695240" sldId="295"/>
            <ac:graphicFrameMk id="3" creationId="{B2B273C7-988D-D945-65C3-325C28E42F04}"/>
          </ac:graphicFrameMkLst>
        </pc:graphicFrameChg>
      </pc:sldChg>
      <pc:sldChg chg="modSp mod">
        <pc:chgData name="Staffan Canback" userId="054e9354-3a58-4c04-8546-bdc6e2e33fa8" providerId="ADAL" clId="{C72B96ED-9BFC-49D0-BE6C-9FD1EBCDB545}" dt="2024-07-26T20:20:02.714" v="58" actId="12789"/>
        <pc:sldMkLst>
          <pc:docMk/>
          <pc:sldMk cId="2422375582" sldId="464"/>
        </pc:sldMkLst>
        <pc:spChg chg="mod">
          <ac:chgData name="Staffan Canback" userId="054e9354-3a58-4c04-8546-bdc6e2e33fa8" providerId="ADAL" clId="{C72B96ED-9BFC-49D0-BE6C-9FD1EBCDB545}" dt="2024-07-26T20:20:02.714" v="58" actId="12789"/>
          <ac:spMkLst>
            <pc:docMk/>
            <pc:sldMk cId="2422375582" sldId="464"/>
            <ac:spMk id="22" creationId="{E66547A8-0815-DCAD-2D94-B31E0312545B}"/>
          </ac:spMkLst>
        </pc:spChg>
        <pc:cxnChg chg="mod">
          <ac:chgData name="Staffan Canback" userId="054e9354-3a58-4c04-8546-bdc6e2e33fa8" providerId="ADAL" clId="{C72B96ED-9BFC-49D0-BE6C-9FD1EBCDB545}" dt="2024-07-26T20:20:02.714" v="58" actId="12789"/>
          <ac:cxnSpMkLst>
            <pc:docMk/>
            <pc:sldMk cId="2422375582" sldId="464"/>
            <ac:cxnSpMk id="24" creationId="{AE52156A-F044-404B-B0EA-0DABA08B4FF0}"/>
          </ac:cxnSpMkLst>
        </pc:cxnChg>
      </pc:sldChg>
      <pc:sldChg chg="modSp mod">
        <pc:chgData name="Staffan Canback" userId="054e9354-3a58-4c04-8546-bdc6e2e33fa8" providerId="ADAL" clId="{C72B96ED-9BFC-49D0-BE6C-9FD1EBCDB545}" dt="2024-07-26T20:19:34.270" v="56" actId="12789"/>
        <pc:sldMkLst>
          <pc:docMk/>
          <pc:sldMk cId="1431346814" sldId="465"/>
        </pc:sldMkLst>
        <pc:spChg chg="mod">
          <ac:chgData name="Staffan Canback" userId="054e9354-3a58-4c04-8546-bdc6e2e33fa8" providerId="ADAL" clId="{C72B96ED-9BFC-49D0-BE6C-9FD1EBCDB545}" dt="2024-07-26T20:18:57.991" v="53" actId="20577"/>
          <ac:spMkLst>
            <pc:docMk/>
            <pc:sldMk cId="1431346814" sldId="465"/>
            <ac:spMk id="3" creationId="{37075CC4-D9FF-2169-568A-73D21FE4CEB7}"/>
          </ac:spMkLst>
        </pc:spChg>
        <pc:spChg chg="mod">
          <ac:chgData name="Staffan Canback" userId="054e9354-3a58-4c04-8546-bdc6e2e33fa8" providerId="ADAL" clId="{C72B96ED-9BFC-49D0-BE6C-9FD1EBCDB545}" dt="2024-07-26T20:19:34.270" v="56" actId="12789"/>
          <ac:spMkLst>
            <pc:docMk/>
            <pc:sldMk cId="1431346814" sldId="465"/>
            <ac:spMk id="11" creationId="{68252410-3A33-9856-A4A3-61C670CEB274}"/>
          </ac:spMkLst>
        </pc:spChg>
        <pc:cxnChg chg="mod">
          <ac:chgData name="Staffan Canback" userId="054e9354-3a58-4c04-8546-bdc6e2e33fa8" providerId="ADAL" clId="{C72B96ED-9BFC-49D0-BE6C-9FD1EBCDB545}" dt="2024-07-26T20:19:34.270" v="56" actId="12789"/>
          <ac:cxnSpMkLst>
            <pc:docMk/>
            <pc:sldMk cId="1431346814" sldId="465"/>
            <ac:cxnSpMk id="12" creationId="{9CC87896-1B19-7795-067C-AE86521B1E2D}"/>
          </ac:cxnSpMkLst>
        </pc:cxnChg>
      </pc:sldChg>
      <pc:sldChg chg="modSp mod">
        <pc:chgData name="Staffan Canback" userId="054e9354-3a58-4c04-8546-bdc6e2e33fa8" providerId="ADAL" clId="{C72B96ED-9BFC-49D0-BE6C-9FD1EBCDB545}" dt="2024-07-26T20:20:23.977" v="62" actId="12789"/>
        <pc:sldMkLst>
          <pc:docMk/>
          <pc:sldMk cId="3289996641" sldId="466"/>
        </pc:sldMkLst>
        <pc:spChg chg="mod">
          <ac:chgData name="Staffan Canback" userId="054e9354-3a58-4c04-8546-bdc6e2e33fa8" providerId="ADAL" clId="{C72B96ED-9BFC-49D0-BE6C-9FD1EBCDB545}" dt="2024-07-26T20:20:23.977" v="62" actId="12789"/>
          <ac:spMkLst>
            <pc:docMk/>
            <pc:sldMk cId="3289996641" sldId="466"/>
            <ac:spMk id="5" creationId="{6FB2B70D-A4E6-E973-0C38-3AD37EAF58D6}"/>
          </ac:spMkLst>
        </pc:spChg>
        <pc:cxnChg chg="mod">
          <ac:chgData name="Staffan Canback" userId="054e9354-3a58-4c04-8546-bdc6e2e33fa8" providerId="ADAL" clId="{C72B96ED-9BFC-49D0-BE6C-9FD1EBCDB545}" dt="2024-07-26T20:20:23.977" v="62" actId="12789"/>
          <ac:cxnSpMkLst>
            <pc:docMk/>
            <pc:sldMk cId="3289996641" sldId="466"/>
            <ac:cxnSpMk id="6" creationId="{C51E5240-5895-DDA7-FB6E-B39DCBB8C2F6}"/>
          </ac:cxnSpMkLst>
        </pc:cxnChg>
      </pc:sldChg>
      <pc:sldChg chg="modSp mod">
        <pc:chgData name="Staffan Canback" userId="054e9354-3a58-4c04-8546-bdc6e2e33fa8" providerId="ADAL" clId="{C72B96ED-9BFC-49D0-BE6C-9FD1EBCDB545}" dt="2024-07-26T20:20:47.688" v="65" actId="12789"/>
        <pc:sldMkLst>
          <pc:docMk/>
          <pc:sldMk cId="976883677" sldId="467"/>
        </pc:sldMkLst>
        <pc:spChg chg="mod">
          <ac:chgData name="Staffan Canback" userId="054e9354-3a58-4c04-8546-bdc6e2e33fa8" providerId="ADAL" clId="{C72B96ED-9BFC-49D0-BE6C-9FD1EBCDB545}" dt="2024-07-26T20:20:33.148" v="63" actId="6549"/>
          <ac:spMkLst>
            <pc:docMk/>
            <pc:sldMk cId="976883677" sldId="467"/>
            <ac:spMk id="4" creationId="{07553052-31F6-133C-D705-04D78D89AD67}"/>
          </ac:spMkLst>
        </pc:spChg>
        <pc:spChg chg="mod">
          <ac:chgData name="Staffan Canback" userId="054e9354-3a58-4c04-8546-bdc6e2e33fa8" providerId="ADAL" clId="{C72B96ED-9BFC-49D0-BE6C-9FD1EBCDB545}" dt="2024-07-26T20:20:47.688" v="65" actId="12789"/>
          <ac:spMkLst>
            <pc:docMk/>
            <pc:sldMk cId="976883677" sldId="467"/>
            <ac:spMk id="6" creationId="{42DF961F-E1D1-9AF8-D9EE-D221A171E1F1}"/>
          </ac:spMkLst>
        </pc:spChg>
        <pc:cxnChg chg="mod">
          <ac:chgData name="Staffan Canback" userId="054e9354-3a58-4c04-8546-bdc6e2e33fa8" providerId="ADAL" clId="{C72B96ED-9BFC-49D0-BE6C-9FD1EBCDB545}" dt="2024-07-26T20:20:47.688" v="65" actId="12789"/>
          <ac:cxnSpMkLst>
            <pc:docMk/>
            <pc:sldMk cId="976883677" sldId="467"/>
            <ac:cxnSpMk id="7" creationId="{8F262105-0A2B-63E0-71E9-FEA556B2AC5D}"/>
          </ac:cxnSpMkLst>
        </pc:cxnChg>
      </pc:sldChg>
      <pc:sldChg chg="modSp mod">
        <pc:chgData name="Staffan Canback" userId="054e9354-3a58-4c04-8546-bdc6e2e33fa8" providerId="ADAL" clId="{C72B96ED-9BFC-49D0-BE6C-9FD1EBCDB545}" dt="2024-07-26T20:16:29.185" v="2" actId="20577"/>
        <pc:sldMkLst>
          <pc:docMk/>
          <pc:sldMk cId="3436010921" sldId="472"/>
        </pc:sldMkLst>
        <pc:graphicFrameChg chg="modGraphic">
          <ac:chgData name="Staffan Canback" userId="054e9354-3a58-4c04-8546-bdc6e2e33fa8" providerId="ADAL" clId="{C72B96ED-9BFC-49D0-BE6C-9FD1EBCDB545}" dt="2024-07-26T20:16:29.185" v="2" actId="20577"/>
          <ac:graphicFrameMkLst>
            <pc:docMk/>
            <pc:sldMk cId="3436010921" sldId="472"/>
            <ac:graphicFrameMk id="5" creationId="{115E1B10-B662-5668-673E-F4BD70A1BBA1}"/>
          </ac:graphicFrameMkLst>
        </pc:graphicFrameChg>
      </pc:sldChg>
      <pc:sldChg chg="modSp mod">
        <pc:chgData name="Staffan Canback" userId="054e9354-3a58-4c04-8546-bdc6e2e33fa8" providerId="ADAL" clId="{C72B96ED-9BFC-49D0-BE6C-9FD1EBCDB545}" dt="2024-07-26T20:16:57.606" v="4" actId="20577"/>
        <pc:sldMkLst>
          <pc:docMk/>
          <pc:sldMk cId="3331991961" sldId="473"/>
        </pc:sldMkLst>
        <pc:graphicFrameChg chg="modGraphic">
          <ac:chgData name="Staffan Canback" userId="054e9354-3a58-4c04-8546-bdc6e2e33fa8" providerId="ADAL" clId="{C72B96ED-9BFC-49D0-BE6C-9FD1EBCDB545}" dt="2024-07-26T20:16:57.606" v="4" actId="20577"/>
          <ac:graphicFrameMkLst>
            <pc:docMk/>
            <pc:sldMk cId="3331991961" sldId="473"/>
            <ac:graphicFrameMk id="5" creationId="{115E1B10-B662-5668-673E-F4BD70A1BBA1}"/>
          </ac:graphicFrameMkLst>
        </pc:graphicFrameChg>
      </pc:sldChg>
      <pc:sldChg chg="modSp mod">
        <pc:chgData name="Staffan Canback" userId="054e9354-3a58-4c04-8546-bdc6e2e33fa8" providerId="ADAL" clId="{C72B96ED-9BFC-49D0-BE6C-9FD1EBCDB545}" dt="2024-07-26T20:21:02.559" v="67" actId="20577"/>
        <pc:sldMkLst>
          <pc:docMk/>
          <pc:sldMk cId="1693465602" sldId="475"/>
        </pc:sldMkLst>
        <pc:graphicFrameChg chg="modGraphic">
          <ac:chgData name="Staffan Canback" userId="054e9354-3a58-4c04-8546-bdc6e2e33fa8" providerId="ADAL" clId="{C72B96ED-9BFC-49D0-BE6C-9FD1EBCDB545}" dt="2024-07-26T20:21:02.559" v="67" actId="20577"/>
          <ac:graphicFrameMkLst>
            <pc:docMk/>
            <pc:sldMk cId="1693465602" sldId="475"/>
            <ac:graphicFrameMk id="5" creationId="{115E1B10-B662-5668-673E-F4BD70A1BBA1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tellusant.sharepoint.com/sites/Employees/Shared%20Documents/General/1.%20External/TT%20social%20media/Newsletter%20-%20Executive/No2%20-%20Subnational/South%20Africa%20telecom%20data.xlsb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Works Well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Strongly disagree</c:v>
                </c:pt>
                <c:pt idx="1">
                  <c:v>Disagree</c:v>
                </c:pt>
                <c:pt idx="2">
                  <c:v>Agree</c:v>
                </c:pt>
                <c:pt idx="3">
                  <c:v>Strongly agree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0.35</c:v>
                </c:pt>
                <c:pt idx="1">
                  <c:v>0.26</c:v>
                </c:pt>
                <c:pt idx="2">
                  <c:v>0.22</c:v>
                </c:pt>
                <c:pt idx="3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DA-4713-B4E4-A52460CD8E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 Valuable</c:v>
                </c:pt>
              </c:strCache>
            </c:strRef>
          </c:tx>
          <c:spPr>
            <a:solidFill>
              <a:schemeClr val="tx2">
                <a:alpha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Strongly disagree</c:v>
                </c:pt>
                <c:pt idx="1">
                  <c:v>Disagree</c:v>
                </c:pt>
                <c:pt idx="2">
                  <c:v>Agree</c:v>
                </c:pt>
                <c:pt idx="3">
                  <c:v>Strongly agree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7.0000000000000007E-2</c:v>
                </c:pt>
                <c:pt idx="1">
                  <c:v>7.0000000000000007E-2</c:v>
                </c:pt>
                <c:pt idx="2">
                  <c:v>0.37</c:v>
                </c:pt>
                <c:pt idx="3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DA-4713-B4E4-A52460CD8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48"/>
        <c:axId val="1466605344"/>
        <c:axId val="1466596096"/>
      </c:barChart>
      <c:catAx>
        <c:axId val="14666053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6596096"/>
        <c:crosses val="autoZero"/>
        <c:auto val="1"/>
        <c:lblAlgn val="ctr"/>
        <c:lblOffset val="100"/>
        <c:noMultiLvlLbl val="0"/>
      </c:catAx>
      <c:valAx>
        <c:axId val="1466596096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6605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7522378629804217"/>
          <c:y val="7.3629832257075742E-2"/>
          <c:w val="0.66367290026246717"/>
          <c:h val="6.51781559621510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Trebuchet MS" panose="020B0603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Trebuchet MS" panose="020B0603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127706692913386E-2"/>
          <c:y val="0.11340458442694665"/>
          <c:w val="0.91868479330708663"/>
          <c:h val="0.73081961995098177"/>
        </c:manualLayout>
      </c:layout>
      <c:line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Average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3810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Sheet1!$A$2:$A$116</c:f>
              <c:numCache>
                <c:formatCode>General</c:formatCode>
                <c:ptCount val="1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1</c:v>
                </c:pt>
                <c:pt idx="38">
                  <c:v>2</c:v>
                </c:pt>
                <c:pt idx="39">
                  <c:v>3</c:v>
                </c:pt>
                <c:pt idx="40">
                  <c:v>4</c:v>
                </c:pt>
              </c:numCache>
            </c:numRef>
          </c:cat>
          <c:val>
            <c:numRef>
              <c:f>Sheet1!$C$39:$C$42</c:f>
              <c:numCache>
                <c:formatCode>General</c:formatCode>
                <c:ptCount val="4"/>
                <c:pt idx="0">
                  <c:v>0.19440672966089173</c:v>
                </c:pt>
                <c:pt idx="1">
                  <c:v>0.28767668692799869</c:v>
                </c:pt>
                <c:pt idx="2">
                  <c:v>0.11459670003956904</c:v>
                </c:pt>
                <c:pt idx="3">
                  <c:v>0.45400545620290877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0E-4166-945E-B054D1B838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66603712"/>
        <c:axId val="1466609696"/>
      </c:lineChar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Sources</c:v>
                </c:pt>
              </c:strCache>
            </c:strRef>
          </c:tx>
          <c:spPr>
            <a:ln w="3175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3175">
                <a:solidFill>
                  <a:schemeClr val="bg1"/>
                </a:solidFill>
              </a:ln>
              <a:effectLst/>
            </c:spPr>
          </c:marker>
          <c:xVal>
            <c:numRef>
              <c:f>Sheet1!$A$2:$A$116</c:f>
              <c:numCache>
                <c:formatCode>General</c:formatCode>
                <c:ptCount val="1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1</c:v>
                </c:pt>
                <c:pt idx="38">
                  <c:v>2</c:v>
                </c:pt>
                <c:pt idx="39">
                  <c:v>3</c:v>
                </c:pt>
                <c:pt idx="40">
                  <c:v>4</c:v>
                </c:pt>
              </c:numCache>
            </c:numRef>
          </c:xVal>
          <c:yVal>
            <c:numRef>
              <c:f>Sheet1!$B$2:$B$116</c:f>
              <c:numCache>
                <c:formatCode>0%</c:formatCode>
                <c:ptCount val="115"/>
                <c:pt idx="0">
                  <c:v>0.11111279111755441</c:v>
                </c:pt>
                <c:pt idx="1">
                  <c:v>0.10312937529953659</c:v>
                </c:pt>
                <c:pt idx="2">
                  <c:v>0.21878744951207324</c:v>
                </c:pt>
                <c:pt idx="3">
                  <c:v>0.2171774008611794</c:v>
                </c:pt>
                <c:pt idx="4">
                  <c:v>7.6471378400926091E-2</c:v>
                </c:pt>
                <c:pt idx="5">
                  <c:v>7.0966955095150719E-2</c:v>
                </c:pt>
                <c:pt idx="6">
                  <c:v>5.5019262764525338E-2</c:v>
                </c:pt>
                <c:pt idx="7">
                  <c:v>5.122389194785907E-2</c:v>
                </c:pt>
                <c:pt idx="8">
                  <c:v>1.8676440873789286E-3</c:v>
                </c:pt>
                <c:pt idx="9">
                  <c:v>0.38551414342520229</c:v>
                </c:pt>
                <c:pt idx="10">
                  <c:v>3.439671150326374E-2</c:v>
                </c:pt>
                <c:pt idx="11">
                  <c:v>5.9192590699373868E-2</c:v>
                </c:pt>
                <c:pt idx="12">
                  <c:v>0.10489750580037381</c:v>
                </c:pt>
                <c:pt idx="13">
                  <c:v>6.9332880496236385E-2</c:v>
                </c:pt>
                <c:pt idx="14">
                  <c:v>3.7268009607660288E-2</c:v>
                </c:pt>
                <c:pt idx="15">
                  <c:v>0.11962224269419829</c:v>
                </c:pt>
                <c:pt idx="16">
                  <c:v>0.11962224269419829</c:v>
                </c:pt>
                <c:pt idx="17">
                  <c:v>0.28809026714276004</c:v>
                </c:pt>
                <c:pt idx="18">
                  <c:v>0.28809026714276015</c:v>
                </c:pt>
                <c:pt idx="19">
                  <c:v>0.31</c:v>
                </c:pt>
                <c:pt idx="20">
                  <c:v>0.28000000000000003</c:v>
                </c:pt>
                <c:pt idx="21">
                  <c:v>0.21</c:v>
                </c:pt>
                <c:pt idx="22">
                  <c:v>0.35106640322233812</c:v>
                </c:pt>
                <c:pt idx="23">
                  <c:v>6.5381713269657318E-2</c:v>
                </c:pt>
                <c:pt idx="24">
                  <c:v>0.26423342926958432</c:v>
                </c:pt>
                <c:pt idx="25">
                  <c:v>0.25294186447127059</c:v>
                </c:pt>
                <c:pt idx="26">
                  <c:v>0.28474430812910118</c:v>
                </c:pt>
                <c:pt idx="27">
                  <c:v>0.18726271131022873</c:v>
                </c:pt>
                <c:pt idx="28">
                  <c:v>0.24526376077152831</c:v>
                </c:pt>
                <c:pt idx="29">
                  <c:v>0.263423525216818</c:v>
                </c:pt>
                <c:pt idx="30">
                  <c:v>0.31457491705577206</c:v>
                </c:pt>
                <c:pt idx="31">
                  <c:v>0.4889689791996864</c:v>
                </c:pt>
                <c:pt idx="32">
                  <c:v>0.41770672517692642</c:v>
                </c:pt>
                <c:pt idx="33">
                  <c:v>0.45698846515912506</c:v>
                </c:pt>
                <c:pt idx="34">
                  <c:v>0.49089070984040828</c:v>
                </c:pt>
                <c:pt idx="35">
                  <c:v>0.44234194141613814</c:v>
                </c:pt>
                <c:pt idx="36">
                  <c:v>0.46209943942194576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40E-4166-945E-B054D1B838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6603712"/>
        <c:axId val="1466609696"/>
      </c:scatterChart>
      <c:catAx>
        <c:axId val="1466603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Gellix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466609696"/>
        <c:crosses val="autoZero"/>
        <c:auto val="1"/>
        <c:lblAlgn val="ctr"/>
        <c:lblOffset val="100"/>
        <c:tickMarkSkip val="1"/>
        <c:noMultiLvlLbl val="0"/>
      </c:catAx>
      <c:valAx>
        <c:axId val="1466609696"/>
        <c:scaling>
          <c:orientation val="minMax"/>
          <c:max val="0.5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pPr>
            <a:endParaRPr lang="en-US"/>
          </a:p>
        </c:txPr>
        <c:crossAx val="146660371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9224436372938526"/>
          <c:y val="1.0666666666666666E-2"/>
          <c:w val="0.35453551207338618"/>
          <c:h val="7.69142257217847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  <a:latin typeface="Gellix" panose="00000500000000000000" pitchFamily="2" charset="0"/>
        </a:defRPr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Cannot Afford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0.62743633194731285</c:v>
                </c:pt>
                <c:pt idx="1">
                  <c:v>0.62743633194731285</c:v>
                </c:pt>
                <c:pt idx="2">
                  <c:v>1.2548726638946257</c:v>
                </c:pt>
                <c:pt idx="3">
                  <c:v>1.2548726638946257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FD-4202-BAFA-1879F7B6EE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Rare Consumption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Sheet1!$C$2:$C$25</c:f>
              <c:numCache>
                <c:formatCode>General</c:formatCode>
                <c:ptCount val="24"/>
                <c:pt idx="4">
                  <c:v>1.8823089958419386</c:v>
                </c:pt>
                <c:pt idx="5">
                  <c:v>1.8823089958419386</c:v>
                </c:pt>
                <c:pt idx="6">
                  <c:v>6.5056258584388074</c:v>
                </c:pt>
                <c:pt idx="7">
                  <c:v>6.5056258584388074</c:v>
                </c:pt>
                <c:pt idx="8">
                  <c:v>7.8067510301265699</c:v>
                </c:pt>
                <c:pt idx="9">
                  <c:v>7.8067510301265699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FD-4202-BAFA-1879F7B6EE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Occasional Consumer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Sheet1!$D$2:$D$25</c:f>
              <c:numCache>
                <c:formatCode>General</c:formatCode>
                <c:ptCount val="24"/>
                <c:pt idx="10">
                  <c:v>15.058471966735508</c:v>
                </c:pt>
                <c:pt idx="11">
                  <c:v>15.058471966735508</c:v>
                </c:pt>
                <c:pt idx="12">
                  <c:v>22.03221604880898</c:v>
                </c:pt>
                <c:pt idx="13">
                  <c:v>22.03221604880898</c:v>
                </c:pt>
                <c:pt idx="14">
                  <c:v>33.493232790240661</c:v>
                </c:pt>
                <c:pt idx="15">
                  <c:v>33.493232790240661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FD-4202-BAFA-1879F7B6EE4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Regular consumer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Sheet1!$E$2:$E$25</c:f>
              <c:numCache>
                <c:formatCode>General</c:formatCode>
                <c:ptCount val="24"/>
                <c:pt idx="16">
                  <c:v>56.415266273104024</c:v>
                </c:pt>
                <c:pt idx="17">
                  <c:v>56.415266273104024</c:v>
                </c:pt>
                <c:pt idx="18">
                  <c:v>84.622899409656029</c:v>
                </c:pt>
                <c:pt idx="19">
                  <c:v>84.622899409656029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FD-4202-BAFA-1879F7B6EE4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Peak consumer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Sheet1!$F$2:$F$25</c:f>
              <c:numCache>
                <c:formatCode>General</c:formatCode>
                <c:ptCount val="24"/>
                <c:pt idx="20">
                  <c:v>112.83053254620805</c:v>
                </c:pt>
                <c:pt idx="21">
                  <c:v>112.83053254620805</c:v>
                </c:pt>
                <c:pt idx="22">
                  <c:v>131.05770085159708</c:v>
                </c:pt>
                <c:pt idx="23">
                  <c:v>131.05770085159708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FD-4202-BAFA-1879F7B6EE4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Cannot Afford2</c:v>
                </c:pt>
              </c:strCache>
            </c:strRef>
          </c:tx>
          <c:spPr>
            <a:solidFill>
              <a:srgbClr val="002060">
                <a:alpha val="25000"/>
              </a:srgb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Sheet1!$G$2:$G$25</c:f>
              <c:numCache>
                <c:formatCode>General</c:formatCode>
                <c:ptCount val="24"/>
                <c:pt idx="0">
                  <c:v>2.0311806666666667</c:v>
                </c:pt>
                <c:pt idx="1">
                  <c:v>2.0311806666666667</c:v>
                </c:pt>
                <c:pt idx="2">
                  <c:v>4.0623613333333335</c:v>
                </c:pt>
                <c:pt idx="3">
                  <c:v>4.0623613333333335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DFD-4202-BAFA-1879F7B6EE4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Rare Consumption3</c:v>
                </c:pt>
              </c:strCache>
            </c:strRef>
          </c:tx>
          <c:spPr>
            <a:solidFill>
              <a:schemeClr val="tx1">
                <a:alpha val="25000"/>
              </a:scheme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Sheet1!$H$2:$H$25</c:f>
              <c:numCache>
                <c:formatCode>General</c:formatCode>
                <c:ptCount val="24"/>
                <c:pt idx="4">
                  <c:v>6.0935420000000002</c:v>
                </c:pt>
                <c:pt idx="5">
                  <c:v>6.0935420000000002</c:v>
                </c:pt>
                <c:pt idx="6">
                  <c:v>7.6169275000000001</c:v>
                </c:pt>
                <c:pt idx="7">
                  <c:v>7.6169275000000001</c:v>
                </c:pt>
                <c:pt idx="8">
                  <c:v>9.1403130000000008</c:v>
                </c:pt>
                <c:pt idx="9">
                  <c:v>9.1403130000000008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FD-4202-BAFA-1879F7B6EE47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Occasional Consumer4</c:v>
                </c:pt>
              </c:strCache>
            </c:strRef>
          </c:tx>
          <c:spPr>
            <a:solidFill>
              <a:schemeClr val="accent3">
                <a:alpha val="25000"/>
              </a:scheme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Sheet1!$I$2:$I$25</c:f>
              <c:numCache>
                <c:formatCode>General</c:formatCode>
                <c:ptCount val="24"/>
                <c:pt idx="10">
                  <c:v>12.187084</c:v>
                </c:pt>
                <c:pt idx="11">
                  <c:v>12.187084</c:v>
                </c:pt>
                <c:pt idx="12">
                  <c:v>25.400000499999997</c:v>
                </c:pt>
                <c:pt idx="13">
                  <c:v>25.400000499999997</c:v>
                </c:pt>
                <c:pt idx="14">
                  <c:v>38.612916999999996</c:v>
                </c:pt>
                <c:pt idx="15">
                  <c:v>38.612916999999996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DFD-4202-BAFA-1879F7B6EE47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Regular consumer5</c:v>
                </c:pt>
              </c:strCache>
            </c:strRef>
          </c:tx>
          <c:spPr>
            <a:solidFill>
              <a:schemeClr val="accent4">
                <a:alpha val="25000"/>
              </a:scheme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Sheet1!$J$2:$J$25</c:f>
              <c:numCache>
                <c:formatCode>General</c:formatCode>
                <c:ptCount val="24"/>
                <c:pt idx="16">
                  <c:v>65.038749999999993</c:v>
                </c:pt>
                <c:pt idx="17">
                  <c:v>65.038749999999993</c:v>
                </c:pt>
                <c:pt idx="18">
                  <c:v>97.55812499999999</c:v>
                </c:pt>
                <c:pt idx="19">
                  <c:v>97.55812499999999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FD-4202-BAFA-1879F7B6EE47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Peak consumer6</c:v>
                </c:pt>
              </c:strCache>
            </c:strRef>
          </c:tx>
          <c:spPr>
            <a:solidFill>
              <a:schemeClr val="accent1">
                <a:alpha val="16000"/>
              </a:scheme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255.10820590311616</c:v>
                </c:pt>
                <c:pt idx="2">
                  <c:v>255.10857115311615</c:v>
                </c:pt>
                <c:pt idx="3">
                  <c:v>968.55678333634</c:v>
                </c:pt>
                <c:pt idx="4">
                  <c:v>968.55714858634008</c:v>
                </c:pt>
                <c:pt idx="5">
                  <c:v>2113.7448673149479</c:v>
                </c:pt>
                <c:pt idx="6">
                  <c:v>2113.7452325649479</c:v>
                </c:pt>
                <c:pt idx="7">
                  <c:v>3247.7141311530017</c:v>
                </c:pt>
                <c:pt idx="8">
                  <c:v>3247.7144964030017</c:v>
                </c:pt>
                <c:pt idx="9">
                  <c:v>4341.2969781749216</c:v>
                </c:pt>
                <c:pt idx="10">
                  <c:v>4341.2973434249216</c:v>
                </c:pt>
                <c:pt idx="11">
                  <c:v>6351.3229260606904</c:v>
                </c:pt>
                <c:pt idx="12">
                  <c:v>6351.3232913106904</c:v>
                </c:pt>
                <c:pt idx="13">
                  <c:v>15559.649634750005</c:v>
                </c:pt>
                <c:pt idx="14">
                  <c:v>15559.650000000005</c:v>
                </c:pt>
                <c:pt idx="15">
                  <c:v>20746.19963475001</c:v>
                </c:pt>
                <c:pt idx="16">
                  <c:v>20746.200000000012</c:v>
                </c:pt>
                <c:pt idx="17">
                  <c:v>26151.899634750014</c:v>
                </c:pt>
                <c:pt idx="18">
                  <c:v>26151.900000000016</c:v>
                </c:pt>
                <c:pt idx="19">
                  <c:v>29146.949634750017</c:v>
                </c:pt>
                <c:pt idx="20">
                  <c:v>29146.950000000019</c:v>
                </c:pt>
                <c:pt idx="21">
                  <c:v>30900.149634750018</c:v>
                </c:pt>
                <c:pt idx="22">
                  <c:v>30900.15000000002</c:v>
                </c:pt>
                <c:pt idx="23">
                  <c:v>36526</c:v>
                </c:pt>
              </c:numCache>
            </c:numRef>
          </c:cat>
          <c:val>
            <c:numRef>
              <c:f>Sheet1!$K$2:$K$25</c:f>
              <c:numCache>
                <c:formatCode>General</c:formatCode>
                <c:ptCount val="24"/>
                <c:pt idx="20">
                  <c:v>130.07749999999999</c:v>
                </c:pt>
                <c:pt idx="21">
                  <c:v>130.07749999999999</c:v>
                </c:pt>
                <c:pt idx="22">
                  <c:v>260.15499999999997</c:v>
                </c:pt>
                <c:pt idx="23">
                  <c:v>260.15499999999997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FD-4202-BAFA-1879F7B6EE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6604800"/>
        <c:axId val="1466599904"/>
      </c:areaChart>
      <c:dateAx>
        <c:axId val="1466604800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 (Body)"/>
                <a:ea typeface="+mn-ea"/>
                <a:cs typeface="+mn-cs"/>
              </a:defRPr>
            </a:pPr>
            <a:endParaRPr lang="en-US"/>
          </a:p>
        </c:txPr>
        <c:crossAx val="1466599904"/>
        <c:crosses val="autoZero"/>
        <c:auto val="1"/>
        <c:lblOffset val="100"/>
        <c:baseTimeUnit val="days"/>
      </c:dateAx>
      <c:valAx>
        <c:axId val="1466599904"/>
        <c:scaling>
          <c:orientation val="minMax"/>
          <c:max val="10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 (Body)"/>
                <a:ea typeface="+mn-ea"/>
                <a:cs typeface="+mn-cs"/>
              </a:defRPr>
            </a:pPr>
            <a:endParaRPr lang="en-US"/>
          </a:p>
        </c:txPr>
        <c:crossAx val="1466604800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Trebuchet MS (Body)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373121406723143E-2"/>
          <c:y val="2.4507694451187813E-2"/>
          <c:w val="0.93797681433912117"/>
          <c:h val="0.892166144414773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Cannot Afford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2.0246827075564999</c:v>
                </c:pt>
                <c:pt idx="1">
                  <c:v>2.0246827075564999</c:v>
                </c:pt>
                <c:pt idx="2">
                  <c:v>2.1259168429343251</c:v>
                </c:pt>
                <c:pt idx="3">
                  <c:v>2.1259168429343251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F-4DE1-8A3A-3DE1B9A51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Rare Consumption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Sheet1!$C$2:$C$25</c:f>
              <c:numCache>
                <c:formatCode>General</c:formatCode>
                <c:ptCount val="24"/>
                <c:pt idx="4">
                  <c:v>2.8250228446313717</c:v>
                </c:pt>
                <c:pt idx="5">
                  <c:v>2.8250228446313717</c:v>
                </c:pt>
                <c:pt idx="6">
                  <c:v>3.5312785557892146</c:v>
                </c:pt>
                <c:pt idx="7">
                  <c:v>3.5312785557892146</c:v>
                </c:pt>
                <c:pt idx="8">
                  <c:v>4.2375342669470575</c:v>
                </c:pt>
                <c:pt idx="9">
                  <c:v>4.2375342669470575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F-4DE1-8A3A-3DE1B9A51C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Occasional Consumer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Sheet1!$D$2:$D$25</c:f>
              <c:numCache>
                <c:formatCode>General</c:formatCode>
                <c:ptCount val="24"/>
                <c:pt idx="10">
                  <c:v>5.6500456892627433</c:v>
                </c:pt>
                <c:pt idx="11">
                  <c:v>5.6500456892627433</c:v>
                </c:pt>
                <c:pt idx="12">
                  <c:v>11.775676883190147</c:v>
                </c:pt>
                <c:pt idx="13">
                  <c:v>11.775676883190147</c:v>
                </c:pt>
                <c:pt idx="14">
                  <c:v>17.901308077117548</c:v>
                </c:pt>
                <c:pt idx="15">
                  <c:v>17.901308077117548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F-4DE1-8A3A-3DE1B9A51C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Regular consumer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Sheet1!$E$2:$E$25</c:f>
              <c:numCache>
                <c:formatCode>General</c:formatCode>
                <c:ptCount val="24"/>
                <c:pt idx="16">
                  <c:v>30.152570464972364</c:v>
                </c:pt>
                <c:pt idx="17">
                  <c:v>30.152570464972364</c:v>
                </c:pt>
                <c:pt idx="18">
                  <c:v>45.228855697458535</c:v>
                </c:pt>
                <c:pt idx="19">
                  <c:v>45.228855697458535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F-4DE1-8A3A-3DE1B9A51C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Peak consumer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Sheet1!$F$2:$F$25</c:f>
              <c:numCache>
                <c:formatCode>General</c:formatCode>
                <c:ptCount val="24"/>
                <c:pt idx="20">
                  <c:v>60.305140929944727</c:v>
                </c:pt>
                <c:pt idx="21">
                  <c:v>60.305140929944727</c:v>
                </c:pt>
                <c:pt idx="22">
                  <c:v>65.336376814558804</c:v>
                </c:pt>
                <c:pt idx="23">
                  <c:v>65.336376814558804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F-4DE1-8A3A-3DE1B9A51C3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Cannot Afford2</c:v>
                </c:pt>
              </c:strCache>
            </c:strRef>
          </c:tx>
          <c:spPr>
            <a:solidFill>
              <a:srgbClr val="002060">
                <a:alpha val="25000"/>
              </a:srgb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Sheet1!$G$2:$G$25</c:f>
              <c:numCache>
                <c:formatCode>General</c:formatCode>
                <c:ptCount val="24"/>
                <c:pt idx="0">
                  <c:v>2.0311806666666667</c:v>
                </c:pt>
                <c:pt idx="1">
                  <c:v>2.0311806666666667</c:v>
                </c:pt>
                <c:pt idx="2">
                  <c:v>4.0623613333333335</c:v>
                </c:pt>
                <c:pt idx="3">
                  <c:v>4.0623613333333335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3BF-4DE1-8A3A-3DE1B9A51C3F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Rare Consumption3</c:v>
                </c:pt>
              </c:strCache>
            </c:strRef>
          </c:tx>
          <c:spPr>
            <a:solidFill>
              <a:schemeClr val="tx1">
                <a:alpha val="25000"/>
              </a:scheme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Sheet1!$H$2:$H$25</c:f>
              <c:numCache>
                <c:formatCode>General</c:formatCode>
                <c:ptCount val="24"/>
                <c:pt idx="4">
                  <c:v>6.0935420000000002</c:v>
                </c:pt>
                <c:pt idx="5">
                  <c:v>6.0935420000000002</c:v>
                </c:pt>
                <c:pt idx="6">
                  <c:v>7.6169275000000001</c:v>
                </c:pt>
                <c:pt idx="7">
                  <c:v>7.6169275000000001</c:v>
                </c:pt>
                <c:pt idx="8">
                  <c:v>9.1403130000000008</c:v>
                </c:pt>
                <c:pt idx="9">
                  <c:v>9.1403130000000008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BF-4DE1-8A3A-3DE1B9A51C3F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Occasional Consumer4</c:v>
                </c:pt>
              </c:strCache>
            </c:strRef>
          </c:tx>
          <c:spPr>
            <a:solidFill>
              <a:schemeClr val="accent3">
                <a:alpha val="25000"/>
              </a:scheme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Sheet1!$I$2:$I$25</c:f>
              <c:numCache>
                <c:formatCode>General</c:formatCode>
                <c:ptCount val="24"/>
                <c:pt idx="10">
                  <c:v>12.187084</c:v>
                </c:pt>
                <c:pt idx="11">
                  <c:v>12.187084</c:v>
                </c:pt>
                <c:pt idx="12">
                  <c:v>25.400000499999997</c:v>
                </c:pt>
                <c:pt idx="13">
                  <c:v>25.400000499999997</c:v>
                </c:pt>
                <c:pt idx="14">
                  <c:v>38.612916999999996</c:v>
                </c:pt>
                <c:pt idx="15">
                  <c:v>38.612916999999996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3BF-4DE1-8A3A-3DE1B9A51C3F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Regular consumer5</c:v>
                </c:pt>
              </c:strCache>
            </c:strRef>
          </c:tx>
          <c:spPr>
            <a:solidFill>
              <a:schemeClr val="accent4">
                <a:alpha val="25000"/>
              </a:scheme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Sheet1!$J$2:$J$25</c:f>
              <c:numCache>
                <c:formatCode>General</c:formatCode>
                <c:ptCount val="24"/>
                <c:pt idx="16">
                  <c:v>65.038749999999993</c:v>
                </c:pt>
                <c:pt idx="17">
                  <c:v>65.038749999999993</c:v>
                </c:pt>
                <c:pt idx="18">
                  <c:v>97.55812499999999</c:v>
                </c:pt>
                <c:pt idx="19">
                  <c:v>97.55812499999999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BF-4DE1-8A3A-3DE1B9A51C3F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Peak consumer6</c:v>
                </c:pt>
              </c:strCache>
            </c:strRef>
          </c:tx>
          <c:spPr>
            <a:solidFill>
              <a:schemeClr val="accent1">
                <a:alpha val="16000"/>
              </a:schemeClr>
            </a:solidFill>
            <a:ln>
              <a:noFill/>
            </a:ln>
            <a:effectLst/>
          </c:spPr>
          <c:cat>
            <c:numRef>
              <c:f>Sheet1!$A$2:$A$25</c:f>
              <c:numCache>
                <c:formatCode>m/d/yyyy</c:formatCode>
                <c:ptCount val="24"/>
                <c:pt idx="0">
                  <c:v>1</c:v>
                </c:pt>
                <c:pt idx="1">
                  <c:v>706.49476994349266</c:v>
                </c:pt>
                <c:pt idx="2">
                  <c:v>706.49513519349273</c:v>
                </c:pt>
                <c:pt idx="3">
                  <c:v>3543.3647560092359</c:v>
                </c:pt>
                <c:pt idx="4">
                  <c:v>3543.3651212592354</c:v>
                </c:pt>
                <c:pt idx="5">
                  <c:v>6571.8419348107236</c:v>
                </c:pt>
                <c:pt idx="6">
                  <c:v>6571.8423000607236</c:v>
                </c:pt>
                <c:pt idx="7">
                  <c:v>11395.799634750003</c:v>
                </c:pt>
                <c:pt idx="8">
                  <c:v>11395.800000000003</c:v>
                </c:pt>
                <c:pt idx="9">
                  <c:v>16290.149634750007</c:v>
                </c:pt>
                <c:pt idx="10">
                  <c:v>16290.150000000007</c:v>
                </c:pt>
                <c:pt idx="11">
                  <c:v>22280.249634750009</c:v>
                </c:pt>
                <c:pt idx="12">
                  <c:v>22280.250000000011</c:v>
                </c:pt>
                <c:pt idx="13">
                  <c:v>32141.99963475002</c:v>
                </c:pt>
                <c:pt idx="14">
                  <c:v>32142.000000000022</c:v>
                </c:pt>
                <c:pt idx="15">
                  <c:v>34447.313524588826</c:v>
                </c:pt>
                <c:pt idx="16">
                  <c:v>34447.313889838828</c:v>
                </c:pt>
                <c:pt idx="17">
                  <c:v>35999.920777115753</c:v>
                </c:pt>
                <c:pt idx="18">
                  <c:v>35999.921142365754</c:v>
                </c:pt>
                <c:pt idx="19">
                  <c:v>36160.031580082548</c:v>
                </c:pt>
                <c:pt idx="20">
                  <c:v>36160.03194533255</c:v>
                </c:pt>
                <c:pt idx="21">
                  <c:v>36160.42562810352</c:v>
                </c:pt>
                <c:pt idx="22">
                  <c:v>36160.425993353521</c:v>
                </c:pt>
                <c:pt idx="23">
                  <c:v>36526</c:v>
                </c:pt>
              </c:numCache>
            </c:numRef>
          </c:cat>
          <c:val>
            <c:numRef>
              <c:f>Sheet1!$K$2:$K$25</c:f>
              <c:numCache>
                <c:formatCode>General</c:formatCode>
                <c:ptCount val="24"/>
                <c:pt idx="20">
                  <c:v>130.07749999999999</c:v>
                </c:pt>
                <c:pt idx="21">
                  <c:v>130.07749999999999</c:v>
                </c:pt>
                <c:pt idx="22">
                  <c:v>260.15499999999997</c:v>
                </c:pt>
                <c:pt idx="23">
                  <c:v>260.15499999999997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3BF-4DE1-8A3A-3DE1B9A51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6607520"/>
        <c:axId val="1466606976"/>
      </c:areaChart>
      <c:dateAx>
        <c:axId val="1466607520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 (Body)"/>
                <a:ea typeface="+mn-ea"/>
                <a:cs typeface="+mn-cs"/>
              </a:defRPr>
            </a:pPr>
            <a:endParaRPr lang="en-US"/>
          </a:p>
        </c:txPr>
        <c:crossAx val="1466606976"/>
        <c:crosses val="autoZero"/>
        <c:auto val="1"/>
        <c:lblOffset val="100"/>
        <c:baseTimeUnit val="days"/>
      </c:dateAx>
      <c:valAx>
        <c:axId val="1466606976"/>
        <c:scaling>
          <c:orientation val="minMax"/>
          <c:max val="10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 (Body)"/>
                <a:ea typeface="+mn-ea"/>
                <a:cs typeface="+mn-cs"/>
              </a:defRPr>
            </a:pPr>
            <a:endParaRPr lang="en-US"/>
          </a:p>
        </c:txPr>
        <c:crossAx val="1466607520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Trebuchet MS (Body)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8558521549261779"/>
          <c:y val="4.5882357191510625E-2"/>
          <c:w val="0.45756347907951161"/>
          <c:h val="0.9223529339835974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Population in global middle class</c:v>
                </c:pt>
                <c:pt idx="1">
                  <c:v>Population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7F-4832-AD1B-E66944975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398326608"/>
        <c:axId val="1398321712"/>
      </c:barChart>
      <c:catAx>
        <c:axId val="13983266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8321712"/>
        <c:crosses val="autoZero"/>
        <c:auto val="1"/>
        <c:lblAlgn val="ctr"/>
        <c:lblOffset val="100"/>
        <c:noMultiLvlLbl val="0"/>
      </c:catAx>
      <c:valAx>
        <c:axId val="13983217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98326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Trebuchet MS (Body)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Trebuchet MS" panose="020B0603020202020204" pitchFamily="34" charset="0"/>
              </a:rPr>
              <a:t>SOUTH AFRICA INTERNET ACCESS, 2021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Trebuchet MS (Body)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39056499439027"/>
          <c:y val="0.11704146602095725"/>
          <c:w val="0.8268363324754443"/>
          <c:h val="0.78253776950676246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41275">
                <a:solidFill>
                  <a:schemeClr val="accent1">
                    <a:lumMod val="50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6663078764498715E-2"/>
                  <c:y val="5.2423674487092793E-2"/>
                </c:manualLayout>
              </c:layout>
              <c:tx>
                <c:rich>
                  <a:bodyPr/>
                  <a:lstStyle/>
                  <a:p>
                    <a:fld id="{1EBE8376-DC1D-43B2-8551-C9625D893839}" type="CELLRANGE">
                      <a:rPr lang="en-US">
                        <a:latin typeface="Trebuchet MS" panose="020B0603020202020204" pitchFamily="34" charset="0"/>
                      </a:rPr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063D-476F-B3ED-419F9018A8D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3D-476F-B3ED-419F9018A8D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63D-476F-B3ED-419F9018A8D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3D-476F-B3ED-419F9018A8D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63D-476F-B3ED-419F9018A8D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63D-476F-B3ED-419F9018A8D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63D-476F-B3ED-419F9018A8D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63D-476F-B3ED-419F9018A8D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63D-476F-B3ED-419F9018A8D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63D-476F-B3ED-419F9018A8D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63D-476F-B3ED-419F9018A8D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63D-476F-B3ED-419F9018A8DA}"/>
                </c:ext>
              </c:extLst>
            </c:dLbl>
            <c:dLbl>
              <c:idx val="12"/>
              <c:layout>
                <c:manualLayout>
                  <c:x val="-0.16575440666144267"/>
                  <c:y val="-2.6302516314507807E-2"/>
                </c:manualLayout>
              </c:layout>
              <c:tx>
                <c:rich>
                  <a:bodyPr/>
                  <a:lstStyle/>
                  <a:p>
                    <a:fld id="{0FABBA60-8504-41BA-83D3-2616D57DBF70}" type="CELLRANGE">
                      <a:rPr lang="en-US">
                        <a:latin typeface="Trebuchet MS" panose="020B0603020202020204" pitchFamily="34" charset="0"/>
                      </a:rPr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581159747949091"/>
                      <c:h val="9.8608157618170905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063D-476F-B3ED-419F9018A8DA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63D-476F-B3ED-419F9018A8D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63D-476F-B3ED-419F9018A8D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63D-476F-B3ED-419F9018A8DA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63D-476F-B3ED-419F9018A8D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63D-476F-B3ED-419F9018A8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rebuchet MS (Body)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Sheet1!$I$72:$I$89</c:f>
              <c:numCache>
                <c:formatCode>0.0%</c:formatCode>
                <c:ptCount val="18"/>
                <c:pt idx="0">
                  <c:v>0.56264864999999986</c:v>
                </c:pt>
                <c:pt idx="1">
                  <c:v>0.43403874219991545</c:v>
                </c:pt>
                <c:pt idx="2">
                  <c:v>0.3924715547219918</c:v>
                </c:pt>
                <c:pt idx="3">
                  <c:v>0.31113073088914411</c:v>
                </c:pt>
                <c:pt idx="4">
                  <c:v>0.38170611300000001</c:v>
                </c:pt>
                <c:pt idx="5">
                  <c:v>0.476432515</c:v>
                </c:pt>
                <c:pt idx="6">
                  <c:v>0.36049275028321009</c:v>
                </c:pt>
                <c:pt idx="7">
                  <c:v>0.44624470200000005</c:v>
                </c:pt>
                <c:pt idx="8">
                  <c:v>0.43754894000000005</c:v>
                </c:pt>
                <c:pt idx="9">
                  <c:v>0.3202133925865121</c:v>
                </c:pt>
                <c:pt idx="10">
                  <c:v>0.41419271800000002</c:v>
                </c:pt>
                <c:pt idx="11">
                  <c:v>0.33199057463252807</c:v>
                </c:pt>
                <c:pt idx="12">
                  <c:v>0.60703687023610686</c:v>
                </c:pt>
                <c:pt idx="13">
                  <c:v>0.46652945221273218</c:v>
                </c:pt>
                <c:pt idx="14">
                  <c:v>0.48241094199999995</c:v>
                </c:pt>
                <c:pt idx="15">
                  <c:v>0.34373082371148533</c:v>
                </c:pt>
                <c:pt idx="16">
                  <c:v>0.41462618099999993</c:v>
                </c:pt>
                <c:pt idx="17">
                  <c:v>0.2690586628269146</c:v>
                </c:pt>
              </c:numCache>
            </c:numRef>
          </c:xVal>
          <c:yVal>
            <c:numRef>
              <c:f>Sheet1!$F$72:$F$89</c:f>
              <c:numCache>
                <c:formatCode>0%</c:formatCode>
                <c:ptCount val="18"/>
                <c:pt idx="0">
                  <c:v>0.59000000000000008</c:v>
                </c:pt>
                <c:pt idx="1">
                  <c:v>0.48536500000000005</c:v>
                </c:pt>
                <c:pt idx="2">
                  <c:v>0.44800000000000001</c:v>
                </c:pt>
                <c:pt idx="3">
                  <c:v>0.13995600000000002</c:v>
                </c:pt>
                <c:pt idx="4">
                  <c:v>0.307</c:v>
                </c:pt>
                <c:pt idx="5">
                  <c:v>0.46099999999999997</c:v>
                </c:pt>
                <c:pt idx="6">
                  <c:v>0.23267000000000002</c:v>
                </c:pt>
                <c:pt idx="7">
                  <c:v>0.5</c:v>
                </c:pt>
                <c:pt idx="8">
                  <c:v>0.46700000000000003</c:v>
                </c:pt>
                <c:pt idx="9">
                  <c:v>0.08</c:v>
                </c:pt>
                <c:pt idx="10">
                  <c:v>0.255</c:v>
                </c:pt>
                <c:pt idx="11">
                  <c:v>7.1000000000000008E-2</c:v>
                </c:pt>
                <c:pt idx="12">
                  <c:v>0.71799999999999997</c:v>
                </c:pt>
                <c:pt idx="13">
                  <c:v>0.58499999999999996</c:v>
                </c:pt>
                <c:pt idx="14">
                  <c:v>0.31200000000000006</c:v>
                </c:pt>
                <c:pt idx="15">
                  <c:v>0.14800000000000002</c:v>
                </c:pt>
                <c:pt idx="16">
                  <c:v>0.26200000000000001</c:v>
                </c:pt>
                <c:pt idx="17">
                  <c:v>8.3999999999999991E-2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Sheet1!$C$72:$C$89</c15:f>
                <c15:dlblRangeCache>
                  <c:ptCount val="18"/>
                  <c:pt idx="0">
                    <c:v>Cape Town, WC</c:v>
                  </c:pt>
                  <c:pt idx="1">
                    <c:v>Rest of WC</c:v>
                  </c:pt>
                  <c:pt idx="2">
                    <c:v>E London &amp; 
Pt Elizabeth</c:v>
                  </c:pt>
                  <c:pt idx="3">
                    <c:v>Rest of EC</c:v>
                  </c:pt>
                  <c:pt idx="4">
                    <c:v>Total NC</c:v>
                  </c:pt>
                  <c:pt idx="5">
                    <c:v>Bloemfontein, FS</c:v>
                  </c:pt>
                  <c:pt idx="6">
                    <c:v>Rest of FS</c:v>
                  </c:pt>
                  <c:pt idx="7">
                    <c:v>Durban, KZN</c:v>
                  </c:pt>
                  <c:pt idx="8">
                    <c:v>Pietermaritzburg, KZN</c:v>
                  </c:pt>
                  <c:pt idx="9">
                    <c:v>Rest of KZN</c:v>
                  </c:pt>
                  <c:pt idx="10">
                    <c:v>Rustenburg. NW</c:v>
                  </c:pt>
                  <c:pt idx="11">
                    <c:v>Rest of NW</c:v>
                  </c:pt>
                  <c:pt idx="12">
                    <c:v>Johannesburg-Ekurhuleni-Pretoria, GP</c:v>
                  </c:pt>
                  <c:pt idx="13">
                    <c:v>Soshanguve-Vereeniging-W Rand</c:v>
                  </c:pt>
                  <c:pt idx="14">
                    <c:v>Witbank, MP</c:v>
                  </c:pt>
                  <c:pt idx="15">
                    <c:v>Rest of MP</c:v>
                  </c:pt>
                  <c:pt idx="16">
                    <c:v>Polokwane, LP</c:v>
                  </c:pt>
                  <c:pt idx="17">
                    <c:v>Rest of LP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3-063D-476F-B3ED-419F9018A8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98320624"/>
        <c:axId val="1398321168"/>
      </c:scatterChart>
      <c:valAx>
        <c:axId val="13983206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rebuchet MS (Body)"/>
                    <a:ea typeface="+mn-ea"/>
                    <a:cs typeface="+mn-cs"/>
                  </a:defRPr>
                </a:pPr>
                <a:r>
                  <a:rPr lang="en-US">
                    <a:latin typeface="Trebuchet MS" panose="020B0603020202020204" pitchFamily="34" charset="0"/>
                  </a:rPr>
                  <a:t>Share of population belonging to global middle class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 (Body)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 (Body)"/>
                <a:ea typeface="+mn-ea"/>
                <a:cs typeface="+mn-cs"/>
              </a:defRPr>
            </a:pPr>
            <a:endParaRPr lang="en-US"/>
          </a:p>
        </c:txPr>
        <c:crossAx val="1398321168"/>
        <c:crosses val="autoZero"/>
        <c:crossBetween val="midCat"/>
      </c:valAx>
      <c:valAx>
        <c:axId val="139832116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rebuchet MS (Body)"/>
                    <a:ea typeface="+mn-ea"/>
                    <a:cs typeface="+mn-cs"/>
                  </a:defRPr>
                </a:pPr>
                <a:r>
                  <a:rPr lang="en-US">
                    <a:latin typeface="Trebuchet MS" panose="020B0603020202020204" pitchFamily="34" charset="0"/>
                  </a:rPr>
                  <a:t>Share of population with internet access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rebuchet MS (Body)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rebuchet MS (Body)"/>
                <a:ea typeface="+mn-ea"/>
                <a:cs typeface="+mn-cs"/>
              </a:defRPr>
            </a:pPr>
            <a:endParaRPr lang="en-US"/>
          </a:p>
        </c:txPr>
        <c:crossAx val="1398320624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Trebuchet MS (Body)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740167-9649-4EB5-95C0-41EF00797E37}" type="doc">
      <dgm:prSet loTypeId="urn:microsoft.com/office/officeart/2008/layout/VerticalCurvedList" loCatId="list" qsTypeId="urn:microsoft.com/office/officeart/2005/8/quickstyle/simple5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73CFD152-B434-4BD7-B95C-45DE7245A855}">
      <dgm:prSet phldrT="[Text]" custT="1"/>
      <dgm:spPr/>
      <dgm:t>
        <a:bodyPr/>
        <a:lstStyle/>
        <a:p>
          <a:r>
            <a:rPr lang="en-US" sz="1400" b="0" i="0" u="none"/>
            <a:t>A. Deep dive to assess the opportunity for strategic forecasting in your organization</a:t>
          </a:r>
          <a:endParaRPr lang="en-US" sz="1400"/>
        </a:p>
      </dgm:t>
    </dgm:pt>
    <dgm:pt modelId="{46CC1B33-7AA9-4B43-99C4-98BD78451838}" type="parTrans" cxnId="{273344BC-FA82-4C17-A8B6-6D09E66F5490}">
      <dgm:prSet/>
      <dgm:spPr/>
      <dgm:t>
        <a:bodyPr/>
        <a:lstStyle/>
        <a:p>
          <a:endParaRPr lang="en-US" sz="1400"/>
        </a:p>
      </dgm:t>
    </dgm:pt>
    <dgm:pt modelId="{AB88EC10-B34D-4D7E-84A4-A1B4620C8F0C}" type="sibTrans" cxnId="{273344BC-FA82-4C17-A8B6-6D09E66F5490}">
      <dgm:prSet/>
      <dgm:spPr/>
      <dgm:t>
        <a:bodyPr/>
        <a:lstStyle/>
        <a:p>
          <a:endParaRPr lang="en-US" sz="1400"/>
        </a:p>
      </dgm:t>
    </dgm:pt>
    <dgm:pt modelId="{E5ABED0D-AAEC-412A-B668-BBEB84743103}">
      <dgm:prSet custT="1"/>
      <dgm:spPr/>
      <dgm:t>
        <a:bodyPr/>
        <a:lstStyle/>
        <a:p>
          <a:r>
            <a:rPr lang="en-US" sz="1400" b="0" i="0" u="none"/>
            <a:t>B. Begin implementation of PoluSim or PACE</a:t>
          </a:r>
        </a:p>
      </dgm:t>
    </dgm:pt>
    <dgm:pt modelId="{FF496908-AE0F-4F9B-8584-568D97A8D28B}" type="parTrans" cxnId="{45B93285-5B98-4F76-9FDE-A116F86E8300}">
      <dgm:prSet/>
      <dgm:spPr/>
      <dgm:t>
        <a:bodyPr/>
        <a:lstStyle/>
        <a:p>
          <a:endParaRPr lang="en-US" sz="1400"/>
        </a:p>
      </dgm:t>
    </dgm:pt>
    <dgm:pt modelId="{F2A02A14-E39A-419A-BB86-EBA25DD80AE9}" type="sibTrans" cxnId="{45B93285-5B98-4F76-9FDE-A116F86E8300}">
      <dgm:prSet/>
      <dgm:spPr/>
      <dgm:t>
        <a:bodyPr/>
        <a:lstStyle/>
        <a:p>
          <a:endParaRPr lang="en-US" sz="1400"/>
        </a:p>
      </dgm:t>
    </dgm:pt>
    <dgm:pt modelId="{97A77D35-67FF-4CD6-9D46-05C092BEF523}">
      <dgm:prSet custT="1"/>
      <dgm:spPr/>
      <dgm:t>
        <a:bodyPr/>
        <a:lstStyle/>
        <a:p>
          <a:r>
            <a:rPr lang="en-US" sz="1400" b="0" i="0" u="none"/>
            <a:t>C. Access TelluBase information and work with us to learn how to best use it</a:t>
          </a:r>
        </a:p>
      </dgm:t>
    </dgm:pt>
    <dgm:pt modelId="{2E4714CC-50D2-4B03-AE09-AFD9822644D5}" type="parTrans" cxnId="{6FCA2DFC-3427-4091-BCAC-D62C22981A72}">
      <dgm:prSet/>
      <dgm:spPr/>
      <dgm:t>
        <a:bodyPr/>
        <a:lstStyle/>
        <a:p>
          <a:endParaRPr lang="en-US" sz="1400"/>
        </a:p>
      </dgm:t>
    </dgm:pt>
    <dgm:pt modelId="{EB1B5D88-540B-4179-8968-04AC85F2D2C7}" type="sibTrans" cxnId="{6FCA2DFC-3427-4091-BCAC-D62C22981A72}">
      <dgm:prSet/>
      <dgm:spPr/>
      <dgm:t>
        <a:bodyPr/>
        <a:lstStyle/>
        <a:p>
          <a:endParaRPr lang="en-US" sz="1400"/>
        </a:p>
      </dgm:t>
    </dgm:pt>
    <dgm:pt modelId="{00B8FC55-78E8-4111-9D35-447E7111C2D7}">
      <dgm:prSet custT="1"/>
      <dgm:spPr/>
      <dgm:t>
        <a:bodyPr/>
        <a:lstStyle/>
        <a:p>
          <a:r>
            <a:rPr lang="en-US" sz="1400" b="0" i="0" u="none"/>
            <a:t>D. Strategic projects relating to strategic forecasting</a:t>
          </a:r>
        </a:p>
      </dgm:t>
    </dgm:pt>
    <dgm:pt modelId="{43D9B98B-0089-4E03-9E19-E6231CF65B5E}" type="parTrans" cxnId="{A39068FD-E8A0-49CC-AB5C-F9A63C727C49}">
      <dgm:prSet/>
      <dgm:spPr/>
      <dgm:t>
        <a:bodyPr/>
        <a:lstStyle/>
        <a:p>
          <a:endParaRPr lang="en-US" sz="1400"/>
        </a:p>
      </dgm:t>
    </dgm:pt>
    <dgm:pt modelId="{AB2066F2-63ED-42D4-ABD7-9AE4A1DD3F96}" type="sibTrans" cxnId="{A39068FD-E8A0-49CC-AB5C-F9A63C727C49}">
      <dgm:prSet/>
      <dgm:spPr/>
      <dgm:t>
        <a:bodyPr/>
        <a:lstStyle/>
        <a:p>
          <a:endParaRPr lang="en-US" sz="1400"/>
        </a:p>
      </dgm:t>
    </dgm:pt>
    <dgm:pt modelId="{C5C86C85-7665-41E8-9D73-1A08FAAF07D5}">
      <dgm:prSet custT="1"/>
      <dgm:spPr/>
      <dgm:t>
        <a:bodyPr/>
        <a:lstStyle/>
        <a:p>
          <a:r>
            <a:rPr lang="en-US" sz="1400" b="0" i="0" u="none"/>
            <a:t>E. Work in parallel with consultants as the experts in strategic forecasting</a:t>
          </a:r>
        </a:p>
      </dgm:t>
    </dgm:pt>
    <dgm:pt modelId="{B449911C-FB49-4263-B186-D030229F2F7C}" type="parTrans" cxnId="{F0829501-D7A5-4B81-952B-1F28A591C948}">
      <dgm:prSet/>
      <dgm:spPr/>
      <dgm:t>
        <a:bodyPr/>
        <a:lstStyle/>
        <a:p>
          <a:endParaRPr lang="en-US" sz="1400"/>
        </a:p>
      </dgm:t>
    </dgm:pt>
    <dgm:pt modelId="{60F4D1FB-2428-4FFA-9AEB-1209C6706201}" type="sibTrans" cxnId="{F0829501-D7A5-4B81-952B-1F28A591C948}">
      <dgm:prSet/>
      <dgm:spPr/>
      <dgm:t>
        <a:bodyPr/>
        <a:lstStyle/>
        <a:p>
          <a:endParaRPr lang="en-US" sz="1400"/>
        </a:p>
      </dgm:t>
    </dgm:pt>
    <dgm:pt modelId="{2CD878CE-C2FF-4AB1-B042-F0A6AC1C57F4}">
      <dgm:prSet custT="1"/>
      <dgm:spPr/>
      <dgm:t>
        <a:bodyPr/>
        <a:lstStyle/>
        <a:p>
          <a:r>
            <a:rPr lang="en-US" sz="1400" b="0" i="0" u="none"/>
            <a:t>F. Discuss how we can help you</a:t>
          </a:r>
        </a:p>
      </dgm:t>
    </dgm:pt>
    <dgm:pt modelId="{53EF20F5-BE89-49EC-AB4B-6B1AEA3F4FE9}" type="parTrans" cxnId="{0A4D56FB-AD3B-4E5F-ACD1-16A9728D2F4C}">
      <dgm:prSet/>
      <dgm:spPr/>
      <dgm:t>
        <a:bodyPr/>
        <a:lstStyle/>
        <a:p>
          <a:endParaRPr lang="en-US" sz="1400"/>
        </a:p>
      </dgm:t>
    </dgm:pt>
    <dgm:pt modelId="{69187C0C-A1E7-477C-9028-F77A338FC927}" type="sibTrans" cxnId="{0A4D56FB-AD3B-4E5F-ACD1-16A9728D2F4C}">
      <dgm:prSet/>
      <dgm:spPr/>
      <dgm:t>
        <a:bodyPr/>
        <a:lstStyle/>
        <a:p>
          <a:endParaRPr lang="en-US" sz="1400"/>
        </a:p>
      </dgm:t>
    </dgm:pt>
    <dgm:pt modelId="{42F588AC-93D1-432E-8974-103F8CA7CC21}" type="pres">
      <dgm:prSet presAssocID="{B9740167-9649-4EB5-95C0-41EF00797E37}" presName="Name0" presStyleCnt="0">
        <dgm:presLayoutVars>
          <dgm:chMax val="7"/>
          <dgm:chPref val="7"/>
          <dgm:dir/>
        </dgm:presLayoutVars>
      </dgm:prSet>
      <dgm:spPr/>
    </dgm:pt>
    <dgm:pt modelId="{A67FE1A4-392F-4335-813C-39CB5EE86B6E}" type="pres">
      <dgm:prSet presAssocID="{B9740167-9649-4EB5-95C0-41EF00797E37}" presName="Name1" presStyleCnt="0"/>
      <dgm:spPr/>
    </dgm:pt>
    <dgm:pt modelId="{7B4D2C15-9483-413E-A119-B0056CC9E3B4}" type="pres">
      <dgm:prSet presAssocID="{B9740167-9649-4EB5-95C0-41EF00797E37}" presName="cycle" presStyleCnt="0"/>
      <dgm:spPr/>
    </dgm:pt>
    <dgm:pt modelId="{D5195CF4-C2A0-494C-A69D-40E0358F2D4F}" type="pres">
      <dgm:prSet presAssocID="{B9740167-9649-4EB5-95C0-41EF00797E37}" presName="srcNode" presStyleLbl="node1" presStyleIdx="0" presStyleCnt="6"/>
      <dgm:spPr/>
    </dgm:pt>
    <dgm:pt modelId="{8011DE89-5075-4909-8866-BC82043A0954}" type="pres">
      <dgm:prSet presAssocID="{B9740167-9649-4EB5-95C0-41EF00797E37}" presName="conn" presStyleLbl="parChTrans1D2" presStyleIdx="0" presStyleCnt="1"/>
      <dgm:spPr/>
    </dgm:pt>
    <dgm:pt modelId="{6B95E10C-F43A-46F5-92F5-C45BED5850AD}" type="pres">
      <dgm:prSet presAssocID="{B9740167-9649-4EB5-95C0-41EF00797E37}" presName="extraNode" presStyleLbl="node1" presStyleIdx="0" presStyleCnt="6"/>
      <dgm:spPr/>
    </dgm:pt>
    <dgm:pt modelId="{CFA96851-C76C-4B20-93BE-89DB2ADD0571}" type="pres">
      <dgm:prSet presAssocID="{B9740167-9649-4EB5-95C0-41EF00797E37}" presName="dstNode" presStyleLbl="node1" presStyleIdx="0" presStyleCnt="6"/>
      <dgm:spPr/>
    </dgm:pt>
    <dgm:pt modelId="{7B7210F6-A56C-4CD4-8D83-F219BB243329}" type="pres">
      <dgm:prSet presAssocID="{73CFD152-B434-4BD7-B95C-45DE7245A855}" presName="text_1" presStyleLbl="node1" presStyleIdx="0" presStyleCnt="6">
        <dgm:presLayoutVars>
          <dgm:bulletEnabled val="1"/>
        </dgm:presLayoutVars>
      </dgm:prSet>
      <dgm:spPr/>
    </dgm:pt>
    <dgm:pt modelId="{8DD8CAC4-0F91-46B8-8E70-7C36F7477707}" type="pres">
      <dgm:prSet presAssocID="{73CFD152-B434-4BD7-B95C-45DE7245A855}" presName="accent_1" presStyleCnt="0"/>
      <dgm:spPr/>
    </dgm:pt>
    <dgm:pt modelId="{2471A3C8-B801-43DA-A849-E8746FF29B0B}" type="pres">
      <dgm:prSet presAssocID="{73CFD152-B434-4BD7-B95C-45DE7245A855}" presName="accentRepeatNode" presStyleLbl="solidFgAcc1" presStyleIdx="0" presStyleCnt="6"/>
      <dgm:spPr/>
    </dgm:pt>
    <dgm:pt modelId="{6214A451-E053-4068-A5B9-B5A741B0B01C}" type="pres">
      <dgm:prSet presAssocID="{E5ABED0D-AAEC-412A-B668-BBEB84743103}" presName="text_2" presStyleLbl="node1" presStyleIdx="1" presStyleCnt="6">
        <dgm:presLayoutVars>
          <dgm:bulletEnabled val="1"/>
        </dgm:presLayoutVars>
      </dgm:prSet>
      <dgm:spPr/>
    </dgm:pt>
    <dgm:pt modelId="{520E1C12-0FA8-4419-B780-316C4679AEDF}" type="pres">
      <dgm:prSet presAssocID="{E5ABED0D-AAEC-412A-B668-BBEB84743103}" presName="accent_2" presStyleCnt="0"/>
      <dgm:spPr/>
    </dgm:pt>
    <dgm:pt modelId="{49223510-BDA5-4E7F-ABE1-E6A157DDE1F1}" type="pres">
      <dgm:prSet presAssocID="{E5ABED0D-AAEC-412A-B668-BBEB84743103}" presName="accentRepeatNode" presStyleLbl="solidFgAcc1" presStyleIdx="1" presStyleCnt="6"/>
      <dgm:spPr/>
    </dgm:pt>
    <dgm:pt modelId="{D602969D-33D8-4B0C-9AB5-E9CCE034D588}" type="pres">
      <dgm:prSet presAssocID="{97A77D35-67FF-4CD6-9D46-05C092BEF523}" presName="text_3" presStyleLbl="node1" presStyleIdx="2" presStyleCnt="6">
        <dgm:presLayoutVars>
          <dgm:bulletEnabled val="1"/>
        </dgm:presLayoutVars>
      </dgm:prSet>
      <dgm:spPr/>
    </dgm:pt>
    <dgm:pt modelId="{D637C575-D1C7-4CD1-8C31-B9F87E14A208}" type="pres">
      <dgm:prSet presAssocID="{97A77D35-67FF-4CD6-9D46-05C092BEF523}" presName="accent_3" presStyleCnt="0"/>
      <dgm:spPr/>
    </dgm:pt>
    <dgm:pt modelId="{6669F669-8A24-4F76-90FC-6F9AC1E66C2E}" type="pres">
      <dgm:prSet presAssocID="{97A77D35-67FF-4CD6-9D46-05C092BEF523}" presName="accentRepeatNode" presStyleLbl="solidFgAcc1" presStyleIdx="2" presStyleCnt="6"/>
      <dgm:spPr/>
    </dgm:pt>
    <dgm:pt modelId="{9E8CD781-FB70-4476-A1A5-87525A0BF4BC}" type="pres">
      <dgm:prSet presAssocID="{00B8FC55-78E8-4111-9D35-447E7111C2D7}" presName="text_4" presStyleLbl="node1" presStyleIdx="3" presStyleCnt="6">
        <dgm:presLayoutVars>
          <dgm:bulletEnabled val="1"/>
        </dgm:presLayoutVars>
      </dgm:prSet>
      <dgm:spPr/>
    </dgm:pt>
    <dgm:pt modelId="{36E8BB72-B2E1-481E-BCAB-D19FDDB2BF40}" type="pres">
      <dgm:prSet presAssocID="{00B8FC55-78E8-4111-9D35-447E7111C2D7}" presName="accent_4" presStyleCnt="0"/>
      <dgm:spPr/>
    </dgm:pt>
    <dgm:pt modelId="{AFD8F6A0-5371-488C-8BA2-7769CAD5E934}" type="pres">
      <dgm:prSet presAssocID="{00B8FC55-78E8-4111-9D35-447E7111C2D7}" presName="accentRepeatNode" presStyleLbl="solidFgAcc1" presStyleIdx="3" presStyleCnt="6"/>
      <dgm:spPr/>
    </dgm:pt>
    <dgm:pt modelId="{D96EA3C8-422C-498F-8344-E31C4D73B83F}" type="pres">
      <dgm:prSet presAssocID="{C5C86C85-7665-41E8-9D73-1A08FAAF07D5}" presName="text_5" presStyleLbl="node1" presStyleIdx="4" presStyleCnt="6">
        <dgm:presLayoutVars>
          <dgm:bulletEnabled val="1"/>
        </dgm:presLayoutVars>
      </dgm:prSet>
      <dgm:spPr/>
    </dgm:pt>
    <dgm:pt modelId="{E06406F6-2ED6-4F62-A789-8C89B043D3D4}" type="pres">
      <dgm:prSet presAssocID="{C5C86C85-7665-41E8-9D73-1A08FAAF07D5}" presName="accent_5" presStyleCnt="0"/>
      <dgm:spPr/>
    </dgm:pt>
    <dgm:pt modelId="{9597E5A9-662F-4021-9A5B-D223E6058A4C}" type="pres">
      <dgm:prSet presAssocID="{C5C86C85-7665-41E8-9D73-1A08FAAF07D5}" presName="accentRepeatNode" presStyleLbl="solidFgAcc1" presStyleIdx="4" presStyleCnt="6"/>
      <dgm:spPr/>
    </dgm:pt>
    <dgm:pt modelId="{21C84440-EC31-48E3-BA33-0F914BBECD89}" type="pres">
      <dgm:prSet presAssocID="{2CD878CE-C2FF-4AB1-B042-F0A6AC1C57F4}" presName="text_6" presStyleLbl="node1" presStyleIdx="5" presStyleCnt="6">
        <dgm:presLayoutVars>
          <dgm:bulletEnabled val="1"/>
        </dgm:presLayoutVars>
      </dgm:prSet>
      <dgm:spPr/>
    </dgm:pt>
    <dgm:pt modelId="{14FBB0A5-32B9-4847-A04A-7BDA024E12C6}" type="pres">
      <dgm:prSet presAssocID="{2CD878CE-C2FF-4AB1-B042-F0A6AC1C57F4}" presName="accent_6" presStyleCnt="0"/>
      <dgm:spPr/>
    </dgm:pt>
    <dgm:pt modelId="{9C75E768-01C3-49BD-8046-8EE5475FCB33}" type="pres">
      <dgm:prSet presAssocID="{2CD878CE-C2FF-4AB1-B042-F0A6AC1C57F4}" presName="accentRepeatNode" presStyleLbl="solidFgAcc1" presStyleIdx="5" presStyleCnt="6"/>
      <dgm:spPr/>
    </dgm:pt>
  </dgm:ptLst>
  <dgm:cxnLst>
    <dgm:cxn modelId="{F0829501-D7A5-4B81-952B-1F28A591C948}" srcId="{B9740167-9649-4EB5-95C0-41EF00797E37}" destId="{C5C86C85-7665-41E8-9D73-1A08FAAF07D5}" srcOrd="4" destOrd="0" parTransId="{B449911C-FB49-4263-B186-D030229F2F7C}" sibTransId="{60F4D1FB-2428-4FFA-9AEB-1209C6706201}"/>
    <dgm:cxn modelId="{54E13411-1ED7-47BD-BBA4-1BBF62974BD8}" type="presOf" srcId="{B9740167-9649-4EB5-95C0-41EF00797E37}" destId="{42F588AC-93D1-432E-8974-103F8CA7CC21}" srcOrd="0" destOrd="0" presId="urn:microsoft.com/office/officeart/2008/layout/VerticalCurvedList"/>
    <dgm:cxn modelId="{3BA50E5B-C6E0-4524-A752-EA55D0B31AD0}" type="presOf" srcId="{00B8FC55-78E8-4111-9D35-447E7111C2D7}" destId="{9E8CD781-FB70-4476-A1A5-87525A0BF4BC}" srcOrd="0" destOrd="0" presId="urn:microsoft.com/office/officeart/2008/layout/VerticalCurvedList"/>
    <dgm:cxn modelId="{0EC80770-97AD-4A0F-803A-9E24A5605B62}" type="presOf" srcId="{E5ABED0D-AAEC-412A-B668-BBEB84743103}" destId="{6214A451-E053-4068-A5B9-B5A741B0B01C}" srcOrd="0" destOrd="0" presId="urn:microsoft.com/office/officeart/2008/layout/VerticalCurvedList"/>
    <dgm:cxn modelId="{D029C35A-E5A6-4378-AF24-884A56713F20}" type="presOf" srcId="{97A77D35-67FF-4CD6-9D46-05C092BEF523}" destId="{D602969D-33D8-4B0C-9AB5-E9CCE034D588}" srcOrd="0" destOrd="0" presId="urn:microsoft.com/office/officeart/2008/layout/VerticalCurvedList"/>
    <dgm:cxn modelId="{45B93285-5B98-4F76-9FDE-A116F86E8300}" srcId="{B9740167-9649-4EB5-95C0-41EF00797E37}" destId="{E5ABED0D-AAEC-412A-B668-BBEB84743103}" srcOrd="1" destOrd="0" parTransId="{FF496908-AE0F-4F9B-8584-568D97A8D28B}" sibTransId="{F2A02A14-E39A-419A-BB86-EBA25DD80AE9}"/>
    <dgm:cxn modelId="{C755889D-3A0B-4D35-B414-80842D025E3C}" type="presOf" srcId="{73CFD152-B434-4BD7-B95C-45DE7245A855}" destId="{7B7210F6-A56C-4CD4-8D83-F219BB243329}" srcOrd="0" destOrd="0" presId="urn:microsoft.com/office/officeart/2008/layout/VerticalCurvedList"/>
    <dgm:cxn modelId="{4B6367B4-3872-44E9-87B6-A476FF5AC566}" type="presOf" srcId="{2CD878CE-C2FF-4AB1-B042-F0A6AC1C57F4}" destId="{21C84440-EC31-48E3-BA33-0F914BBECD89}" srcOrd="0" destOrd="0" presId="urn:microsoft.com/office/officeart/2008/layout/VerticalCurvedList"/>
    <dgm:cxn modelId="{0F7D64B7-12A1-4662-8ACC-9B450377504D}" type="presOf" srcId="{C5C86C85-7665-41E8-9D73-1A08FAAF07D5}" destId="{D96EA3C8-422C-498F-8344-E31C4D73B83F}" srcOrd="0" destOrd="0" presId="urn:microsoft.com/office/officeart/2008/layout/VerticalCurvedList"/>
    <dgm:cxn modelId="{273344BC-FA82-4C17-A8B6-6D09E66F5490}" srcId="{B9740167-9649-4EB5-95C0-41EF00797E37}" destId="{73CFD152-B434-4BD7-B95C-45DE7245A855}" srcOrd="0" destOrd="0" parTransId="{46CC1B33-7AA9-4B43-99C4-98BD78451838}" sibTransId="{AB88EC10-B34D-4D7E-84A4-A1B4620C8F0C}"/>
    <dgm:cxn modelId="{D55972C7-77E7-4974-82BE-D65AAAE18083}" type="presOf" srcId="{AB88EC10-B34D-4D7E-84A4-A1B4620C8F0C}" destId="{8011DE89-5075-4909-8866-BC82043A0954}" srcOrd="0" destOrd="0" presId="urn:microsoft.com/office/officeart/2008/layout/VerticalCurvedList"/>
    <dgm:cxn modelId="{0A4D56FB-AD3B-4E5F-ACD1-16A9728D2F4C}" srcId="{B9740167-9649-4EB5-95C0-41EF00797E37}" destId="{2CD878CE-C2FF-4AB1-B042-F0A6AC1C57F4}" srcOrd="5" destOrd="0" parTransId="{53EF20F5-BE89-49EC-AB4B-6B1AEA3F4FE9}" sibTransId="{69187C0C-A1E7-477C-9028-F77A338FC927}"/>
    <dgm:cxn modelId="{6FCA2DFC-3427-4091-BCAC-D62C22981A72}" srcId="{B9740167-9649-4EB5-95C0-41EF00797E37}" destId="{97A77D35-67FF-4CD6-9D46-05C092BEF523}" srcOrd="2" destOrd="0" parTransId="{2E4714CC-50D2-4B03-AE09-AFD9822644D5}" sibTransId="{EB1B5D88-540B-4179-8968-04AC85F2D2C7}"/>
    <dgm:cxn modelId="{A39068FD-E8A0-49CC-AB5C-F9A63C727C49}" srcId="{B9740167-9649-4EB5-95C0-41EF00797E37}" destId="{00B8FC55-78E8-4111-9D35-447E7111C2D7}" srcOrd="3" destOrd="0" parTransId="{43D9B98B-0089-4E03-9E19-E6231CF65B5E}" sibTransId="{AB2066F2-63ED-42D4-ABD7-9AE4A1DD3F96}"/>
    <dgm:cxn modelId="{B63BE032-13EE-4716-BCFB-5147E9763B2B}" type="presParOf" srcId="{42F588AC-93D1-432E-8974-103F8CA7CC21}" destId="{A67FE1A4-392F-4335-813C-39CB5EE86B6E}" srcOrd="0" destOrd="0" presId="urn:microsoft.com/office/officeart/2008/layout/VerticalCurvedList"/>
    <dgm:cxn modelId="{0BEF4CB7-C74C-4A68-9F6D-D5BE8127B7CD}" type="presParOf" srcId="{A67FE1A4-392F-4335-813C-39CB5EE86B6E}" destId="{7B4D2C15-9483-413E-A119-B0056CC9E3B4}" srcOrd="0" destOrd="0" presId="urn:microsoft.com/office/officeart/2008/layout/VerticalCurvedList"/>
    <dgm:cxn modelId="{871CD2E0-DB79-4013-968B-697904BCD28B}" type="presParOf" srcId="{7B4D2C15-9483-413E-A119-B0056CC9E3B4}" destId="{D5195CF4-C2A0-494C-A69D-40E0358F2D4F}" srcOrd="0" destOrd="0" presId="urn:microsoft.com/office/officeart/2008/layout/VerticalCurvedList"/>
    <dgm:cxn modelId="{F82D4343-33F8-4073-911F-D2011F047296}" type="presParOf" srcId="{7B4D2C15-9483-413E-A119-B0056CC9E3B4}" destId="{8011DE89-5075-4909-8866-BC82043A0954}" srcOrd="1" destOrd="0" presId="urn:microsoft.com/office/officeart/2008/layout/VerticalCurvedList"/>
    <dgm:cxn modelId="{2323A9F2-AFB6-44F1-B579-9476D9FED6D8}" type="presParOf" srcId="{7B4D2C15-9483-413E-A119-B0056CC9E3B4}" destId="{6B95E10C-F43A-46F5-92F5-C45BED5850AD}" srcOrd="2" destOrd="0" presId="urn:microsoft.com/office/officeart/2008/layout/VerticalCurvedList"/>
    <dgm:cxn modelId="{791BC0D1-44C8-46E5-A34B-0DDF27099BDD}" type="presParOf" srcId="{7B4D2C15-9483-413E-A119-B0056CC9E3B4}" destId="{CFA96851-C76C-4B20-93BE-89DB2ADD0571}" srcOrd="3" destOrd="0" presId="urn:microsoft.com/office/officeart/2008/layout/VerticalCurvedList"/>
    <dgm:cxn modelId="{59DAAF72-59E0-47C0-BF6C-633152122493}" type="presParOf" srcId="{A67FE1A4-392F-4335-813C-39CB5EE86B6E}" destId="{7B7210F6-A56C-4CD4-8D83-F219BB243329}" srcOrd="1" destOrd="0" presId="urn:microsoft.com/office/officeart/2008/layout/VerticalCurvedList"/>
    <dgm:cxn modelId="{0693AAA1-0AD8-4FA8-9BC4-9AFC03E8226A}" type="presParOf" srcId="{A67FE1A4-392F-4335-813C-39CB5EE86B6E}" destId="{8DD8CAC4-0F91-46B8-8E70-7C36F7477707}" srcOrd="2" destOrd="0" presId="urn:microsoft.com/office/officeart/2008/layout/VerticalCurvedList"/>
    <dgm:cxn modelId="{44FBD082-DD6C-4C25-AE36-D437580BFB9C}" type="presParOf" srcId="{8DD8CAC4-0F91-46B8-8E70-7C36F7477707}" destId="{2471A3C8-B801-43DA-A849-E8746FF29B0B}" srcOrd="0" destOrd="0" presId="urn:microsoft.com/office/officeart/2008/layout/VerticalCurvedList"/>
    <dgm:cxn modelId="{15C1AE1C-CE92-41A0-8EB9-E99FB664AFD9}" type="presParOf" srcId="{A67FE1A4-392F-4335-813C-39CB5EE86B6E}" destId="{6214A451-E053-4068-A5B9-B5A741B0B01C}" srcOrd="3" destOrd="0" presId="urn:microsoft.com/office/officeart/2008/layout/VerticalCurvedList"/>
    <dgm:cxn modelId="{BA9804B5-1345-436F-9BB1-F59ADE71E505}" type="presParOf" srcId="{A67FE1A4-392F-4335-813C-39CB5EE86B6E}" destId="{520E1C12-0FA8-4419-B780-316C4679AEDF}" srcOrd="4" destOrd="0" presId="urn:microsoft.com/office/officeart/2008/layout/VerticalCurvedList"/>
    <dgm:cxn modelId="{06607356-BBFD-451B-88CC-8561EC370F91}" type="presParOf" srcId="{520E1C12-0FA8-4419-B780-316C4679AEDF}" destId="{49223510-BDA5-4E7F-ABE1-E6A157DDE1F1}" srcOrd="0" destOrd="0" presId="urn:microsoft.com/office/officeart/2008/layout/VerticalCurvedList"/>
    <dgm:cxn modelId="{18B48C2C-5263-4841-B551-B8E41A11528B}" type="presParOf" srcId="{A67FE1A4-392F-4335-813C-39CB5EE86B6E}" destId="{D602969D-33D8-4B0C-9AB5-E9CCE034D588}" srcOrd="5" destOrd="0" presId="urn:microsoft.com/office/officeart/2008/layout/VerticalCurvedList"/>
    <dgm:cxn modelId="{3217893F-4BEC-4D7E-BD70-6ABEDC89FADF}" type="presParOf" srcId="{A67FE1A4-392F-4335-813C-39CB5EE86B6E}" destId="{D637C575-D1C7-4CD1-8C31-B9F87E14A208}" srcOrd="6" destOrd="0" presId="urn:microsoft.com/office/officeart/2008/layout/VerticalCurvedList"/>
    <dgm:cxn modelId="{4E5B2B6D-EDE2-4433-A892-95607D5D7F5F}" type="presParOf" srcId="{D637C575-D1C7-4CD1-8C31-B9F87E14A208}" destId="{6669F669-8A24-4F76-90FC-6F9AC1E66C2E}" srcOrd="0" destOrd="0" presId="urn:microsoft.com/office/officeart/2008/layout/VerticalCurvedList"/>
    <dgm:cxn modelId="{0990D857-AFEC-4FD5-93E6-73A60C8A1D0E}" type="presParOf" srcId="{A67FE1A4-392F-4335-813C-39CB5EE86B6E}" destId="{9E8CD781-FB70-4476-A1A5-87525A0BF4BC}" srcOrd="7" destOrd="0" presId="urn:microsoft.com/office/officeart/2008/layout/VerticalCurvedList"/>
    <dgm:cxn modelId="{04B72396-AD79-4995-A79C-E40D4BCDBEE7}" type="presParOf" srcId="{A67FE1A4-392F-4335-813C-39CB5EE86B6E}" destId="{36E8BB72-B2E1-481E-BCAB-D19FDDB2BF40}" srcOrd="8" destOrd="0" presId="urn:microsoft.com/office/officeart/2008/layout/VerticalCurvedList"/>
    <dgm:cxn modelId="{D9DCD9D8-344C-437A-8C58-4356F6F1F19C}" type="presParOf" srcId="{36E8BB72-B2E1-481E-BCAB-D19FDDB2BF40}" destId="{AFD8F6A0-5371-488C-8BA2-7769CAD5E934}" srcOrd="0" destOrd="0" presId="urn:microsoft.com/office/officeart/2008/layout/VerticalCurvedList"/>
    <dgm:cxn modelId="{7A2524F1-6AFE-4828-AD3E-8BD28E3D0E34}" type="presParOf" srcId="{A67FE1A4-392F-4335-813C-39CB5EE86B6E}" destId="{D96EA3C8-422C-498F-8344-E31C4D73B83F}" srcOrd="9" destOrd="0" presId="urn:microsoft.com/office/officeart/2008/layout/VerticalCurvedList"/>
    <dgm:cxn modelId="{496D4173-7073-44E2-8E48-190807E1518D}" type="presParOf" srcId="{A67FE1A4-392F-4335-813C-39CB5EE86B6E}" destId="{E06406F6-2ED6-4F62-A789-8C89B043D3D4}" srcOrd="10" destOrd="0" presId="urn:microsoft.com/office/officeart/2008/layout/VerticalCurvedList"/>
    <dgm:cxn modelId="{56CA4374-CFF9-4353-B36C-B1FDB9D6637B}" type="presParOf" srcId="{E06406F6-2ED6-4F62-A789-8C89B043D3D4}" destId="{9597E5A9-662F-4021-9A5B-D223E6058A4C}" srcOrd="0" destOrd="0" presId="urn:microsoft.com/office/officeart/2008/layout/VerticalCurvedList"/>
    <dgm:cxn modelId="{6AB882AA-796D-4B97-8103-FB25BD83E87D}" type="presParOf" srcId="{A67FE1A4-392F-4335-813C-39CB5EE86B6E}" destId="{21C84440-EC31-48E3-BA33-0F914BBECD89}" srcOrd="11" destOrd="0" presId="urn:microsoft.com/office/officeart/2008/layout/VerticalCurvedList"/>
    <dgm:cxn modelId="{B95DF726-0182-40E5-976C-CA851F04398E}" type="presParOf" srcId="{A67FE1A4-392F-4335-813C-39CB5EE86B6E}" destId="{14FBB0A5-32B9-4847-A04A-7BDA024E12C6}" srcOrd="12" destOrd="0" presId="urn:microsoft.com/office/officeart/2008/layout/VerticalCurvedList"/>
    <dgm:cxn modelId="{A778EEC0-7D3D-4D83-8D67-D38E84981C2C}" type="presParOf" srcId="{14FBB0A5-32B9-4847-A04A-7BDA024E12C6}" destId="{9C75E768-01C3-49BD-8046-8EE5475FCB3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1DE89-5075-4909-8866-BC82043A0954}">
      <dsp:nvSpPr>
        <dsp:cNvPr id="0" name=""/>
        <dsp:cNvSpPr/>
      </dsp:nvSpPr>
      <dsp:spPr>
        <a:xfrm>
          <a:off x="-5539206" y="-848053"/>
          <a:ext cx="6595254" cy="6595254"/>
        </a:xfrm>
        <a:prstGeom prst="blockArc">
          <a:avLst>
            <a:gd name="adj1" fmla="val 18900000"/>
            <a:gd name="adj2" fmla="val 2700000"/>
            <a:gd name="adj3" fmla="val 328"/>
          </a:avLst>
        </a:pr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7210F6-A56C-4CD4-8D83-F219BB243329}">
      <dsp:nvSpPr>
        <dsp:cNvPr id="0" name=""/>
        <dsp:cNvSpPr/>
      </dsp:nvSpPr>
      <dsp:spPr>
        <a:xfrm>
          <a:off x="393612" y="257989"/>
          <a:ext cx="7666010" cy="515782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940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/>
            <a:t>A. Deep dive to assess the opportunity for strategic forecasting in your organization</a:t>
          </a:r>
          <a:endParaRPr lang="en-US" sz="1400" kern="1200"/>
        </a:p>
      </dsp:txBody>
      <dsp:txXfrm>
        <a:off x="393612" y="257989"/>
        <a:ext cx="7666010" cy="515782"/>
      </dsp:txXfrm>
    </dsp:sp>
    <dsp:sp modelId="{2471A3C8-B801-43DA-A849-E8746FF29B0B}">
      <dsp:nvSpPr>
        <dsp:cNvPr id="0" name=""/>
        <dsp:cNvSpPr/>
      </dsp:nvSpPr>
      <dsp:spPr>
        <a:xfrm>
          <a:off x="71248" y="193516"/>
          <a:ext cx="644727" cy="6447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214A451-E053-4068-A5B9-B5A741B0B01C}">
      <dsp:nvSpPr>
        <dsp:cNvPr id="0" name=""/>
        <dsp:cNvSpPr/>
      </dsp:nvSpPr>
      <dsp:spPr>
        <a:xfrm>
          <a:off x="817879" y="1031564"/>
          <a:ext cx="7241744" cy="515782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800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800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8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940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/>
            <a:t>B. Begin implementation of PoluSim or PACE</a:t>
          </a:r>
        </a:p>
      </dsp:txBody>
      <dsp:txXfrm>
        <a:off x="817879" y="1031564"/>
        <a:ext cx="7241744" cy="515782"/>
      </dsp:txXfrm>
    </dsp:sp>
    <dsp:sp modelId="{49223510-BDA5-4E7F-ABE1-E6A157DDE1F1}">
      <dsp:nvSpPr>
        <dsp:cNvPr id="0" name=""/>
        <dsp:cNvSpPr/>
      </dsp:nvSpPr>
      <dsp:spPr>
        <a:xfrm>
          <a:off x="495515" y="967091"/>
          <a:ext cx="644727" cy="6447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-8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602969D-33D8-4B0C-9AB5-E9CCE034D588}">
      <dsp:nvSpPr>
        <dsp:cNvPr id="0" name=""/>
        <dsp:cNvSpPr/>
      </dsp:nvSpPr>
      <dsp:spPr>
        <a:xfrm>
          <a:off x="1011885" y="1805140"/>
          <a:ext cx="7047737" cy="515782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600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1600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6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940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/>
            <a:t>C. Access TelluBase information and work with us to learn how to best use it</a:t>
          </a:r>
        </a:p>
      </dsp:txBody>
      <dsp:txXfrm>
        <a:off x="1011885" y="1805140"/>
        <a:ext cx="7047737" cy="515782"/>
      </dsp:txXfrm>
    </dsp:sp>
    <dsp:sp modelId="{6669F669-8A24-4F76-90FC-6F9AC1E66C2E}">
      <dsp:nvSpPr>
        <dsp:cNvPr id="0" name=""/>
        <dsp:cNvSpPr/>
      </dsp:nvSpPr>
      <dsp:spPr>
        <a:xfrm>
          <a:off x="689521" y="1740667"/>
          <a:ext cx="644727" cy="6447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-16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E8CD781-FB70-4476-A1A5-87525A0BF4BC}">
      <dsp:nvSpPr>
        <dsp:cNvPr id="0" name=""/>
        <dsp:cNvSpPr/>
      </dsp:nvSpPr>
      <dsp:spPr>
        <a:xfrm>
          <a:off x="1011885" y="2578225"/>
          <a:ext cx="7047737" cy="515782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400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2400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4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940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/>
            <a:t>D. Strategic projects relating to strategic forecasting</a:t>
          </a:r>
        </a:p>
      </dsp:txBody>
      <dsp:txXfrm>
        <a:off x="1011885" y="2578225"/>
        <a:ext cx="7047737" cy="515782"/>
      </dsp:txXfrm>
    </dsp:sp>
    <dsp:sp modelId="{AFD8F6A0-5371-488C-8BA2-7769CAD5E934}">
      <dsp:nvSpPr>
        <dsp:cNvPr id="0" name=""/>
        <dsp:cNvSpPr/>
      </dsp:nvSpPr>
      <dsp:spPr>
        <a:xfrm>
          <a:off x="689521" y="2513752"/>
          <a:ext cx="644727" cy="6447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-24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96EA3C8-422C-498F-8344-E31C4D73B83F}">
      <dsp:nvSpPr>
        <dsp:cNvPr id="0" name=""/>
        <dsp:cNvSpPr/>
      </dsp:nvSpPr>
      <dsp:spPr>
        <a:xfrm>
          <a:off x="817879" y="3351801"/>
          <a:ext cx="7241744" cy="515782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3200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3200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32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940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/>
            <a:t>E. Work in parallel with consultants as the experts in strategic forecasting</a:t>
          </a:r>
        </a:p>
      </dsp:txBody>
      <dsp:txXfrm>
        <a:off x="817879" y="3351801"/>
        <a:ext cx="7241744" cy="515782"/>
      </dsp:txXfrm>
    </dsp:sp>
    <dsp:sp modelId="{9597E5A9-662F-4021-9A5B-D223E6058A4C}">
      <dsp:nvSpPr>
        <dsp:cNvPr id="0" name=""/>
        <dsp:cNvSpPr/>
      </dsp:nvSpPr>
      <dsp:spPr>
        <a:xfrm>
          <a:off x="495515" y="3287328"/>
          <a:ext cx="644727" cy="6447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-32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C84440-EC31-48E3-BA33-0F914BBECD89}">
      <dsp:nvSpPr>
        <dsp:cNvPr id="0" name=""/>
        <dsp:cNvSpPr/>
      </dsp:nvSpPr>
      <dsp:spPr>
        <a:xfrm>
          <a:off x="393612" y="4125376"/>
          <a:ext cx="7666010" cy="515782"/>
        </a:xfrm>
        <a:prstGeom prst="rect">
          <a:avLst/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940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/>
            <a:t>F. Discuss how we can help you</a:t>
          </a:r>
        </a:p>
      </dsp:txBody>
      <dsp:txXfrm>
        <a:off x="393612" y="4125376"/>
        <a:ext cx="7666010" cy="515782"/>
      </dsp:txXfrm>
    </dsp:sp>
    <dsp:sp modelId="{9C75E768-01C3-49BD-8046-8EE5475FCB33}">
      <dsp:nvSpPr>
        <dsp:cNvPr id="0" name=""/>
        <dsp:cNvSpPr/>
      </dsp:nvSpPr>
      <dsp:spPr>
        <a:xfrm>
          <a:off x="71248" y="4060903"/>
          <a:ext cx="644727" cy="6447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0.07774</cdr:x>
      <cdr:y>0.85305</cdr:y>
    </cdr:from>
    <cdr:to>
      <cdr:x>0.27293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30247C9-2EB6-3B02-6C64-21F2625FD3AE}"/>
            </a:ext>
          </a:extLst>
        </cdr:cNvPr>
        <cdr:cNvSpPr txBox="1"/>
      </cdr:nvSpPr>
      <cdr:spPr>
        <a:xfrm xmlns:a="http://schemas.openxmlformats.org/drawingml/2006/main">
          <a:off x="474734" y="2680035"/>
          <a:ext cx="1191934" cy="46166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45720" tIns="45720" rIns="45720" bIns="45720" rtlCol="0">
          <a:spAutoFit/>
        </a:bodyPr>
        <a:lstStyle xmlns:a="http://schemas.openxmlformats.org/drawingml/2006/main"/>
        <a:p xmlns:a="http://schemas.openxmlformats.org/drawingml/2006/main">
          <a:pPr algn="ctr"/>
          <a:r>
            <a:rPr lang="en-US" sz="1200" dirty="0">
              <a:latin typeface="Trebuchet MS" panose="020B0603020202020204" pitchFamily="34" charset="0"/>
            </a:rPr>
            <a:t>Internal estimates</a:t>
          </a:r>
        </a:p>
      </cdr:txBody>
    </cdr:sp>
  </cdr:relSizeAnchor>
  <cdr:relSizeAnchor xmlns:cdr="http://schemas.openxmlformats.org/drawingml/2006/chartDrawing">
    <cdr:from>
      <cdr:x>0.26362</cdr:x>
      <cdr:y>0.85305</cdr:y>
    </cdr:from>
    <cdr:to>
      <cdr:x>0.54182</cdr:x>
      <cdr:y>0.94122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206BB326-D432-9D47-C559-B2603AAC7DEB}"/>
            </a:ext>
          </a:extLst>
        </cdr:cNvPr>
        <cdr:cNvSpPr txBox="1"/>
      </cdr:nvSpPr>
      <cdr:spPr>
        <a:xfrm xmlns:a="http://schemas.openxmlformats.org/drawingml/2006/main">
          <a:off x="1609816" y="2680035"/>
          <a:ext cx="1698838" cy="276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lIns="45720" tIns="45720" rIns="45720" bIns="4572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dirty="0">
              <a:latin typeface="Trebuchet MS" panose="020B0603020202020204" pitchFamily="34" charset="0"/>
            </a:rPr>
            <a:t>Syndicated data</a:t>
          </a:r>
        </a:p>
      </cdr:txBody>
    </cdr:sp>
  </cdr:relSizeAnchor>
  <cdr:relSizeAnchor xmlns:cdr="http://schemas.openxmlformats.org/drawingml/2006/chartDrawing">
    <cdr:from>
      <cdr:x>0.53251</cdr:x>
      <cdr:y>0.85305</cdr:y>
    </cdr:from>
    <cdr:to>
      <cdr:x>0.75126</cdr:x>
      <cdr:y>1</cdr:y>
    </cdr:to>
    <cdr:sp macro="" textlink="">
      <cdr:nvSpPr>
        <cdr:cNvPr id="4" name="TextBox 1">
          <a:extLst xmlns:a="http://schemas.openxmlformats.org/drawingml/2006/main">
            <a:ext uri="{FF2B5EF4-FFF2-40B4-BE49-F238E27FC236}">
              <a16:creationId xmlns:a16="http://schemas.microsoft.com/office/drawing/2014/main" id="{8F6478D7-0961-0759-E4E5-9B68C2C7C4C1}"/>
            </a:ext>
          </a:extLst>
        </cdr:cNvPr>
        <cdr:cNvSpPr txBox="1"/>
      </cdr:nvSpPr>
      <cdr:spPr>
        <a:xfrm xmlns:a="http://schemas.openxmlformats.org/drawingml/2006/main">
          <a:off x="3251803" y="2680035"/>
          <a:ext cx="1335804" cy="46166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lIns="45720" tIns="45720" rIns="45720" bIns="4572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dirty="0">
              <a:latin typeface="Trebuchet MS" panose="020B0603020202020204" pitchFamily="34" charset="0"/>
            </a:rPr>
            <a:t>3</a:t>
          </a:r>
          <a:r>
            <a:rPr lang="en-US" sz="1200" baseline="30000" dirty="0">
              <a:latin typeface="Trebuchet MS" panose="020B0603020202020204" pitchFamily="34" charset="0"/>
            </a:rPr>
            <a:t>rd</a:t>
          </a:r>
          <a:r>
            <a:rPr lang="en-US" sz="1200" dirty="0">
              <a:latin typeface="Trebuchet MS" panose="020B0603020202020204" pitchFamily="34" charset="0"/>
            </a:rPr>
            <a:t> party providers</a:t>
          </a:r>
        </a:p>
      </cdr:txBody>
    </cdr:sp>
  </cdr:relSizeAnchor>
  <cdr:relSizeAnchor xmlns:cdr="http://schemas.openxmlformats.org/drawingml/2006/chartDrawing">
    <cdr:from>
      <cdr:x>0.74194</cdr:x>
      <cdr:y>0.85305</cdr:y>
    </cdr:from>
    <cdr:to>
      <cdr:x>0.98781</cdr:x>
      <cdr:y>1</cdr:y>
    </cdr:to>
    <cdr:sp macro="" textlink="">
      <cdr:nvSpPr>
        <cdr:cNvPr id="5" name="TextBox 1">
          <a:extLst xmlns:a="http://schemas.openxmlformats.org/drawingml/2006/main">
            <a:ext uri="{FF2B5EF4-FFF2-40B4-BE49-F238E27FC236}">
              <a16:creationId xmlns:a16="http://schemas.microsoft.com/office/drawing/2014/main" id="{8F6478D7-0961-0759-E4E5-9B68C2C7C4C1}"/>
            </a:ext>
          </a:extLst>
        </cdr:cNvPr>
        <cdr:cNvSpPr txBox="1"/>
      </cdr:nvSpPr>
      <cdr:spPr>
        <a:xfrm xmlns:a="http://schemas.openxmlformats.org/drawingml/2006/main">
          <a:off x="4530694" y="2680035"/>
          <a:ext cx="1501414" cy="46166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lIns="45720" tIns="45720" rIns="45720" bIns="4572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dirty="0">
              <a:latin typeface="Trebuchet MS" panose="020B0603020202020204" pitchFamily="34" charset="0"/>
            </a:rPr>
            <a:t>Public and govt sources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rebuchet MS" panose="020B0603020202020204" pitchFamily="34" charset="0"/>
              </a:defRPr>
            </a:lvl1pPr>
          </a:lstStyle>
          <a:p>
            <a:fld id="{334280E5-BF14-41E0-A42F-622FD70AE51D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rebuchet MS" panose="020B0603020202020204" pitchFamily="34" charset="0"/>
              </a:defRPr>
            </a:lvl1pPr>
          </a:lstStyle>
          <a:p>
            <a:fld id="{64B6CC3E-7D44-4BAC-B16D-10BBC42AB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30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97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71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48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0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7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66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1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63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436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9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26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15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39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12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51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35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8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96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79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6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96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67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54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834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CC3E-7D44-4BAC-B16D-10BBC42AB49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6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082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E3341CD-FBA7-29FD-5CA3-E0CD573E0491}"/>
              </a:ext>
            </a:extLst>
          </p:cNvPr>
          <p:cNvSpPr/>
          <p:nvPr userDrawn="1"/>
        </p:nvSpPr>
        <p:spPr>
          <a:xfrm rot="16200000">
            <a:off x="-2359023" y="2359024"/>
            <a:ext cx="6858000" cy="2139953"/>
          </a:xfrm>
          <a:custGeom>
            <a:avLst/>
            <a:gdLst>
              <a:gd name="connsiteX0" fmla="*/ 6858000 w 6858000"/>
              <a:gd name="connsiteY0" fmla="*/ 0 h 2139953"/>
              <a:gd name="connsiteX1" fmla="*/ 6858000 w 6858000"/>
              <a:gd name="connsiteY1" fmla="*/ 1655227 h 2139953"/>
              <a:gd name="connsiteX2" fmla="*/ 6554260 w 6858000"/>
              <a:gd name="connsiteY2" fmla="*/ 2139953 h 2139953"/>
              <a:gd name="connsiteX3" fmla="*/ 303740 w 6858000"/>
              <a:gd name="connsiteY3" fmla="*/ 2139953 h 2139953"/>
              <a:gd name="connsiteX4" fmla="*/ 0 w 6858000"/>
              <a:gd name="connsiteY4" fmla="*/ 1655227 h 2139953"/>
              <a:gd name="connsiteX5" fmla="*/ 0 w 6858000"/>
              <a:gd name="connsiteY5" fmla="*/ 0 h 213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8000" h="2139953">
                <a:moveTo>
                  <a:pt x="6858000" y="0"/>
                </a:moveTo>
                <a:lnTo>
                  <a:pt x="6858000" y="1655227"/>
                </a:lnTo>
                <a:cubicBezTo>
                  <a:pt x="6858000" y="1922934"/>
                  <a:pt x="6722011" y="2139953"/>
                  <a:pt x="6554260" y="2139953"/>
                </a:cubicBezTo>
                <a:lnTo>
                  <a:pt x="303740" y="2139953"/>
                </a:lnTo>
                <a:cubicBezTo>
                  <a:pt x="135989" y="2139953"/>
                  <a:pt x="0" y="1922934"/>
                  <a:pt x="0" y="1655227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3DBCC0E-5E07-A1C5-14AA-9964BB49F3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722" y="-467360"/>
            <a:ext cx="5170598" cy="18551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29F84C6-88D1-7CA8-ED52-8C91196551F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duotone>
              <a:prstClr val="black"/>
              <a:schemeClr val="accent2">
                <a:tint val="45000"/>
                <a:satMod val="400000"/>
              </a:schemeClr>
            </a:duotone>
            <a:alphaModFix amt="19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931"/>
          <a:stretch/>
        </p:blipFill>
        <p:spPr>
          <a:xfrm>
            <a:off x="5995909" y="518160"/>
            <a:ext cx="6669093" cy="63398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2EB61F-BF58-391E-AB0F-7DA8397625DF}"/>
              </a:ext>
            </a:extLst>
          </p:cNvPr>
          <p:cNvSpPr/>
          <p:nvPr/>
        </p:nvSpPr>
        <p:spPr>
          <a:xfrm>
            <a:off x="8074508" y="3909702"/>
            <a:ext cx="205892" cy="2254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2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0484F1E9-0C5F-66F9-0D19-06521F557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4000"/>
            <a:alphaModFix amt="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4037" y="0"/>
            <a:ext cx="10150966" cy="6858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D55514-0377-E5BD-9B84-9481CE34FCB0}"/>
              </a:ext>
            </a:extLst>
          </p:cNvPr>
          <p:cNvCxnSpPr>
            <a:cxnSpLocks/>
          </p:cNvCxnSpPr>
          <p:nvPr userDrawn="1"/>
        </p:nvCxnSpPr>
        <p:spPr>
          <a:xfrm>
            <a:off x="895488" y="1123043"/>
            <a:ext cx="11296512" cy="0"/>
          </a:xfrm>
          <a:prstGeom prst="line">
            <a:avLst/>
          </a:prstGeom>
          <a:ln w="6350">
            <a:solidFill>
              <a:srgbClr val="0012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47471DE9-5B61-D064-1DA6-BE25F7BDB7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23220" y="6606329"/>
            <a:ext cx="1320800" cy="1957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232502-265B-AFB1-6022-92A8D0D2A3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6" y="665783"/>
            <a:ext cx="10716299" cy="400111"/>
          </a:xfrm>
        </p:spPr>
        <p:txBody>
          <a:bodyPr anchor="ctr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7C5D4CE-5030-82D6-6BE5-D57DBBCAA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6400" y="6492875"/>
            <a:ext cx="355600" cy="365125"/>
          </a:xfrm>
          <a:prstGeom prst="rect">
            <a:avLst/>
          </a:prstGeom>
        </p:spPr>
        <p:txBody>
          <a:bodyPr vert="horz" wrap="none" lIns="45720" tIns="45720" rIns="45720" bIns="9144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D9016B7-1E67-4087-BAEC-C3C52BE30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03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D55514-0377-E5BD-9B84-9481CE34FCB0}"/>
              </a:ext>
            </a:extLst>
          </p:cNvPr>
          <p:cNvCxnSpPr>
            <a:cxnSpLocks/>
          </p:cNvCxnSpPr>
          <p:nvPr userDrawn="1"/>
        </p:nvCxnSpPr>
        <p:spPr>
          <a:xfrm>
            <a:off x="895488" y="1123043"/>
            <a:ext cx="11296512" cy="0"/>
          </a:xfrm>
          <a:prstGeom prst="line">
            <a:avLst/>
          </a:prstGeom>
          <a:ln w="6350">
            <a:solidFill>
              <a:srgbClr val="0012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232502-265B-AFB1-6022-92A8D0D2A3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6" y="665783"/>
            <a:ext cx="10716299" cy="400111"/>
          </a:xfrm>
        </p:spPr>
        <p:txBody>
          <a:bodyPr anchor="ctr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F35B2F-45D7-8BE3-EA1B-205ADD8C59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3220" y="6606329"/>
            <a:ext cx="1320800" cy="19579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1D811-16D3-1D20-95BD-174DBF1E0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6400" y="6492875"/>
            <a:ext cx="355600" cy="365125"/>
          </a:xfrm>
          <a:prstGeom prst="rect">
            <a:avLst/>
          </a:prstGeom>
        </p:spPr>
        <p:txBody>
          <a:bodyPr vert="horz" wrap="none" lIns="45720" tIns="45720" rIns="45720" bIns="9144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D9016B7-1E67-4087-BAEC-C3C52BE30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97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Map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0484F1E9-0C5F-66F9-0D19-06521F557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4000"/>
            <a:alphaModFix amt="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4037" y="0"/>
            <a:ext cx="10150966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12C38ABB-5810-7A82-53D0-B85404FD680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23220" y="6606329"/>
            <a:ext cx="1320800" cy="195791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CEE1755-A346-073B-65B0-876D33BE6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6400" y="6492875"/>
            <a:ext cx="355600" cy="365125"/>
          </a:xfrm>
          <a:prstGeom prst="rect">
            <a:avLst/>
          </a:prstGeom>
        </p:spPr>
        <p:txBody>
          <a:bodyPr vert="horz" wrap="none" lIns="45720" tIns="45720" rIns="45720" bIns="9144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D9016B7-1E67-4087-BAEC-C3C52BE30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2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949B697-EFBA-764F-F4CD-011D2CE602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3220" y="6606329"/>
            <a:ext cx="1320800" cy="19579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7D368-F1F2-6F01-12A5-5DF9065F9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6400" y="6492875"/>
            <a:ext cx="355600" cy="365125"/>
          </a:xfrm>
          <a:prstGeom prst="rect">
            <a:avLst/>
          </a:prstGeom>
        </p:spPr>
        <p:txBody>
          <a:bodyPr vert="horz" wrap="none" lIns="45720" tIns="45720" rIns="45720" bIns="9144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D9016B7-1E67-4087-BAEC-C3C52BE30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96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F4925-5151-61B0-FD9F-142FA4E8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8EEA4-643E-F4DB-1CEA-40CCE122E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DF53E-216C-15F5-942C-7EC8C5930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77751-20AC-42B9-8425-DD8DFB5C7EEC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3E0F4-22F3-FD6A-3AD1-76F73D957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07250" y="6365875"/>
            <a:ext cx="2578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COPYRIGHT TELLUSANT INC 2024 |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36A2C-8EF3-37CF-409C-AA14FE577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65875"/>
            <a:ext cx="35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9016B7-1E67-4087-BAEC-C3C52BE30E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8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0" r:id="rId2"/>
    <p:sldLayoutId id="2147483650" r:id="rId3"/>
    <p:sldLayoutId id="2147483652" r:id="rId4"/>
    <p:sldLayoutId id="2147483659" r:id="rId5"/>
    <p:sldLayoutId id="2147483649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Trebuchet MS" panose="020B0603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rebuchet MS" panose="020B0603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rebuchet MS" panose="020B0603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Trebuchet MS" panose="020B0603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Trebuchet MS" panose="020B0603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sv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9.png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11" Type="http://schemas.openxmlformats.org/officeDocument/2006/relationships/image" Target="../media/image6.svg"/><Relationship Id="rId5" Type="http://schemas.openxmlformats.org/officeDocument/2006/relationships/image" Target="../media/image10.svg"/><Relationship Id="rId15" Type="http://schemas.openxmlformats.org/officeDocument/2006/relationships/image" Target="../media/image18.sv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3.jpeg"/><Relationship Id="rId1" Type="http://schemas.openxmlformats.org/officeDocument/2006/relationships/tags" Target="../tags/tag4.xml"/><Relationship Id="rId6" Type="http://schemas.openxmlformats.org/officeDocument/2006/relationships/image" Target="../media/image23.png"/><Relationship Id="rId11" Type="http://schemas.openxmlformats.org/officeDocument/2006/relationships/image" Target="../media/image28.jpeg"/><Relationship Id="rId5" Type="http://schemas.openxmlformats.org/officeDocument/2006/relationships/image" Target="../media/image22.svg"/><Relationship Id="rId15" Type="http://schemas.openxmlformats.org/officeDocument/2006/relationships/image" Target="../media/image32.png"/><Relationship Id="rId10" Type="http://schemas.openxmlformats.org/officeDocument/2006/relationships/image" Target="../media/image27.jpe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6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3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3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2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4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6" Type="http://schemas.openxmlformats.org/officeDocument/2006/relationships/image" Target="../media/image13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4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6" Type="http://schemas.openxmlformats.org/officeDocument/2006/relationships/image" Target="../media/image13.png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2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image" Target="../media/image11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5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24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59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BC01BB-2A80-0044-A6B8-7C086CEC744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32DD0A-0AE9-8990-B07D-83FD67C7EC13}"/>
              </a:ext>
            </a:extLst>
          </p:cNvPr>
          <p:cNvSpPr txBox="1"/>
          <p:nvPr/>
        </p:nvSpPr>
        <p:spPr>
          <a:xfrm>
            <a:off x="850344" y="5007652"/>
            <a:ext cx="3755924" cy="111825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>
              <a:lnSpc>
                <a:spcPts val="4000"/>
              </a:lnSpc>
            </a:pPr>
            <a:r>
              <a:rPr lang="en-US" sz="3550">
                <a:latin typeface="Trebuchet MS" panose="020B0603020202020204" pitchFamily="34" charset="0"/>
              </a:rPr>
              <a:t>Introduction to Tellusant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94DB24-AFC0-78D6-09EA-A71EA9AFF0A2}"/>
              </a:ext>
            </a:extLst>
          </p:cNvPr>
          <p:cNvSpPr/>
          <p:nvPr/>
        </p:nvSpPr>
        <p:spPr>
          <a:xfrm>
            <a:off x="2935954" y="5636035"/>
            <a:ext cx="1042987" cy="399257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2024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099853-6437-414F-259B-2BFE64005E3C}"/>
              </a:ext>
            </a:extLst>
          </p:cNvPr>
          <p:cNvSpPr/>
          <p:nvPr/>
        </p:nvSpPr>
        <p:spPr>
          <a:xfrm flipH="1">
            <a:off x="-100016" y="5082592"/>
            <a:ext cx="904635" cy="96837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39000"/>
                  <a:lumOff val="6100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2A280C-63E4-9D3E-A70F-26120FB2F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3500" y="6416675"/>
            <a:ext cx="355600" cy="365125"/>
          </a:xfrm>
        </p:spPr>
        <p:txBody>
          <a:bodyPr/>
          <a:lstStyle/>
          <a:p>
            <a:fld id="{7D9016B7-1E67-4087-BAEC-C3C52BE30E85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CB9A45-BB81-3584-37C5-8EBBE497F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011680"/>
            <a:ext cx="5169856" cy="18533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12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E82A0-512A-5B46-694F-72E12AD461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6" y="665783"/>
            <a:ext cx="1924723" cy="400111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CF2BF9-A209-F13E-4418-0BFA8499A30E}"/>
              </a:ext>
            </a:extLst>
          </p:cNvPr>
          <p:cNvSpPr txBox="1"/>
          <p:nvPr/>
        </p:nvSpPr>
        <p:spPr>
          <a:xfrm>
            <a:off x="870433" y="1586950"/>
            <a:ext cx="4006366" cy="2246769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400" dirty="0">
                <a:latin typeface="Trebuchet MS" panose="020B0603020202020204" pitchFamily="34" charset="0"/>
              </a:rPr>
              <a:t>Tellusant, established in 2020</a:t>
            </a:r>
            <a:r>
              <a:rPr lang="en-US" sz="1400" b="1" dirty="0">
                <a:latin typeface="Trebuchet MS" panose="020B0603020202020204" pitchFamily="34" charset="0"/>
              </a:rPr>
              <a:t>,</a:t>
            </a:r>
          </a:p>
          <a:p>
            <a:endParaRPr lang="en-US" sz="1400" b="1" dirty="0">
              <a:latin typeface="Trebuchet MS" panose="020B0603020202020204" pitchFamily="34" charset="0"/>
            </a:endParaRPr>
          </a:p>
          <a:p>
            <a:r>
              <a:rPr lang="en-US" sz="1400" dirty="0">
                <a:latin typeface="Trebuchet MS" panose="020B0603020202020204" pitchFamily="34" charset="0"/>
              </a:rPr>
              <a:t>was born with a bold vision: to transform global corporate decision-making using </a:t>
            </a:r>
          </a:p>
          <a:p>
            <a:endParaRPr lang="en-US" sz="1400" dirty="0">
              <a:latin typeface="Trebuchet MS" panose="020B0603020202020204" pitchFamily="34" charset="0"/>
            </a:endParaRPr>
          </a:p>
          <a:p>
            <a:r>
              <a:rPr lang="en-US" sz="2800" b="1" dirty="0">
                <a:solidFill>
                  <a:schemeClr val="tx2"/>
                </a:solidFill>
                <a:latin typeface="Arial Narrow" panose="020B0606020202030204" pitchFamily="34" charset="0"/>
              </a:rPr>
              <a:t>SCIENTIFIC APPROACHES </a:t>
            </a:r>
          </a:p>
          <a:p>
            <a:endParaRPr lang="en-US" sz="1400" dirty="0">
              <a:latin typeface="Trebuchet MS" panose="020B0603020202020204" pitchFamily="34" charset="0"/>
            </a:endParaRPr>
          </a:p>
          <a:p>
            <a:r>
              <a:rPr lang="en-US" sz="1400" dirty="0">
                <a:latin typeface="Trebuchet MS" panose="020B0603020202020204" pitchFamily="34" charset="0"/>
              </a:rPr>
              <a:t>to tackle management issues.</a:t>
            </a:r>
          </a:p>
          <a:p>
            <a:endParaRPr lang="en-US" sz="1400" b="1" dirty="0">
              <a:latin typeface="Trebuchet MS" panose="020B0603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528DD-283C-EA2D-EAB5-D62CF8E9C8A7}"/>
              </a:ext>
            </a:extLst>
          </p:cNvPr>
          <p:cNvSpPr txBox="1"/>
          <p:nvPr/>
        </p:nvSpPr>
        <p:spPr>
          <a:xfrm>
            <a:off x="870433" y="3960065"/>
            <a:ext cx="4215917" cy="1815882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400">
                <a:latin typeface="Trebuchet MS" panose="020B0603020202020204" pitchFamily="34" charset="0"/>
              </a:rPr>
              <a:t>Our founders were uniquely qualified to achieve this, bringing strong top management connections, cutting-edge intellectual property, and </a:t>
            </a:r>
          </a:p>
          <a:p>
            <a:endParaRPr lang="en-US" sz="1400">
              <a:latin typeface="Trebuchet MS" panose="020B0603020202020204" pitchFamily="34" charset="0"/>
            </a:endParaRPr>
          </a:p>
          <a:p>
            <a:r>
              <a:rPr lang="en-US" sz="2800" b="1">
                <a:solidFill>
                  <a:schemeClr val="tx2"/>
                </a:solidFill>
                <a:latin typeface="Arial Narrow" panose="020B0606020202030204" pitchFamily="34" charset="0"/>
              </a:rPr>
              <a:t>EXTENSIVE GLOBAL MARKET EXPERIENCE.</a:t>
            </a:r>
            <a:endParaRPr lang="en-US" b="1">
              <a:solidFill>
                <a:schemeClr val="tx2"/>
              </a:solidFill>
              <a:latin typeface="Arial Narrow" panose="020B0606020202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876E86-9476-BC5B-8E6E-16D4EE18E1BA}"/>
              </a:ext>
            </a:extLst>
          </p:cNvPr>
          <p:cNvSpPr txBox="1"/>
          <p:nvPr/>
        </p:nvSpPr>
        <p:spPr>
          <a:xfrm>
            <a:off x="6479033" y="1586950"/>
            <a:ext cx="4385425" cy="1815882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400" dirty="0">
                <a:latin typeface="Trebuchet MS" panose="020B0603020202020204" pitchFamily="34" charset="0"/>
              </a:rPr>
              <a:t>Today, that vision is becoming a reality.</a:t>
            </a:r>
          </a:p>
          <a:p>
            <a:r>
              <a:rPr lang="en-US" sz="1400" dirty="0">
                <a:latin typeface="Trebuchet MS" panose="020B0603020202020204" pitchFamily="34" charset="0"/>
              </a:rPr>
              <a:t>We offer a range of </a:t>
            </a:r>
          </a:p>
          <a:p>
            <a:endParaRPr lang="en-US" sz="1400" dirty="0">
              <a:latin typeface="Trebuchet MS" panose="020B0603020202020204" pitchFamily="34" charset="0"/>
            </a:endParaRPr>
          </a:p>
          <a:p>
            <a:r>
              <a:rPr lang="en-US" sz="2800" b="1" dirty="0">
                <a:solidFill>
                  <a:schemeClr val="tx2"/>
                </a:solidFill>
                <a:latin typeface="Arial Narrow" panose="020B0606020202030204" pitchFamily="34" charset="0"/>
              </a:rPr>
              <a:t>CLOUD-BASED PRODUCTS,</a:t>
            </a:r>
          </a:p>
          <a:p>
            <a:endParaRPr lang="en-US" sz="1400" b="1" dirty="0">
              <a:solidFill>
                <a:schemeClr val="tx2"/>
              </a:solidFill>
              <a:latin typeface="Trebuchet MS" panose="020B0603020202020204" pitchFamily="34" charset="0"/>
            </a:endParaRPr>
          </a:p>
          <a:p>
            <a:r>
              <a:rPr lang="en-US" sz="1400" dirty="0">
                <a:latin typeface="Trebuchet MS" panose="020B0603020202020204" pitchFamily="34" charset="0"/>
              </a:rPr>
              <a:t>serve clients around the world and have earned an outstanding reputation in the corporate sector.</a:t>
            </a:r>
            <a:endParaRPr lang="en-US" sz="1400" b="1" dirty="0">
              <a:solidFill>
                <a:schemeClr val="tx2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B3224B-8E0C-D5C5-0304-9FEEE04864F4}"/>
              </a:ext>
            </a:extLst>
          </p:cNvPr>
          <p:cNvCxnSpPr>
            <a:cxnSpLocks/>
          </p:cNvCxnSpPr>
          <p:nvPr/>
        </p:nvCxnSpPr>
        <p:spPr>
          <a:xfrm>
            <a:off x="5639817" y="1551206"/>
            <a:ext cx="0" cy="4171904"/>
          </a:xfrm>
          <a:prstGeom prst="line">
            <a:avLst/>
          </a:prstGeom>
          <a:ln>
            <a:solidFill>
              <a:srgbClr val="A4A3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43D833-324D-335B-AC1B-374D354D3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4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5E1B10-B662-5668-673E-F4BD70A1B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273196"/>
              </p:ext>
            </p:extLst>
          </p:nvPr>
        </p:nvGraphicFramePr>
        <p:xfrm>
          <a:off x="2249228" y="1430867"/>
          <a:ext cx="4277360" cy="339513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614680">
                  <a:extLst>
                    <a:ext uri="{9D8B030D-6E8A-4147-A177-3AD203B41FA5}">
                      <a16:colId xmlns:a16="http://schemas.microsoft.com/office/drawing/2014/main" val="1329322710"/>
                    </a:ext>
                  </a:extLst>
                </a:gridCol>
                <a:gridCol w="3662680">
                  <a:extLst>
                    <a:ext uri="{9D8B030D-6E8A-4147-A177-3AD203B41FA5}">
                      <a16:colId xmlns:a16="http://schemas.microsoft.com/office/drawing/2014/main" val="3032428755"/>
                    </a:ext>
                  </a:extLst>
                </a:gridCol>
              </a:tblGrid>
              <a:tr h="679027"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Tellusant Overview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663183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Examples of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627483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Complete Process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984490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Conclusions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88458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45187"/>
                  </a:ext>
                </a:extLst>
              </a:tr>
            </a:tbl>
          </a:graphicData>
        </a:graphic>
      </p:graphicFrame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032F31EA-5C9B-8758-91C8-B31FA70AD89F}"/>
              </a:ext>
            </a:extLst>
          </p:cNvPr>
          <p:cNvSpPr txBox="1">
            <a:spLocks/>
          </p:cNvSpPr>
          <p:nvPr/>
        </p:nvSpPr>
        <p:spPr>
          <a:xfrm>
            <a:off x="2249228" y="741983"/>
            <a:ext cx="4689074" cy="4001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/>
              <a:t>Agenda</a:t>
            </a:r>
            <a:endParaRPr lang="en-US" sz="4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01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D1555B-C4BC-8440-A080-179E169009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Tellusant revolutionizes </a:t>
            </a:r>
            <a:r>
              <a:rPr lang="en-US" sz="2000"/>
              <a:t>strategy by automating core analyses and processes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9EFB74-E37E-A353-544C-497C8CD7225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8092" y="1631822"/>
            <a:ext cx="686668" cy="6866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03CBEE-214C-76C8-D654-10278B3B9F07}"/>
              </a:ext>
            </a:extLst>
          </p:cNvPr>
          <p:cNvSpPr txBox="1"/>
          <p:nvPr/>
        </p:nvSpPr>
        <p:spPr>
          <a:xfrm>
            <a:off x="5739081" y="1518239"/>
            <a:ext cx="2677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0124D"/>
                </a:solidFill>
                <a:latin typeface="Trebuchet MS" panose="020B0603020202020204" pitchFamily="34" charset="0"/>
              </a:rPr>
              <a:t>TelluBase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AD388-AD48-8839-E213-F98CD2537F73}"/>
              </a:ext>
            </a:extLst>
          </p:cNvPr>
          <p:cNvSpPr txBox="1"/>
          <p:nvPr/>
        </p:nvSpPr>
        <p:spPr>
          <a:xfrm>
            <a:off x="5739080" y="1918349"/>
            <a:ext cx="5799496" cy="830997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600">
                <a:latin typeface="Trebuchet MS" panose="020B0603020202020204" pitchFamily="34" charset="0"/>
              </a:rPr>
              <a:t>Unique subnational consumer classes hub across </a:t>
            </a:r>
            <a:r>
              <a:rPr lang="en-US" sz="1600" b="1">
                <a:latin typeface="Trebuchet MS" panose="020B0603020202020204" pitchFamily="34" charset="0"/>
              </a:rPr>
              <a:t>218 countries</a:t>
            </a:r>
            <a:r>
              <a:rPr lang="en-US" sz="1600">
                <a:latin typeface="Trebuchet MS" panose="020B0603020202020204" pitchFamily="34" charset="0"/>
              </a:rPr>
              <a:t>, </a:t>
            </a:r>
            <a:r>
              <a:rPr lang="en-US" sz="1600" b="1">
                <a:latin typeface="Trebuchet MS" panose="020B0603020202020204" pitchFamily="34" charset="0"/>
              </a:rPr>
              <a:t>2,600 cities </a:t>
            </a:r>
            <a:r>
              <a:rPr lang="en-US" sz="1600">
                <a:latin typeface="Trebuchet MS" panose="020B0603020202020204" pitchFamily="34" charset="0"/>
              </a:rPr>
              <a:t>and </a:t>
            </a:r>
            <a:r>
              <a:rPr lang="en-US" sz="1600" b="1">
                <a:latin typeface="Trebuchet MS" panose="020B0603020202020204" pitchFamily="34" charset="0"/>
              </a:rPr>
              <a:t>25,000 sub-divisions </a:t>
            </a:r>
            <a:r>
              <a:rPr lang="en-US" sz="1600">
                <a:latin typeface="Trebuchet MS" panose="020B0603020202020204" pitchFamily="34" charset="0"/>
              </a:rPr>
              <a:t>from </a:t>
            </a:r>
            <a:r>
              <a:rPr lang="en-US" sz="1600" b="1">
                <a:latin typeface="Trebuchet MS" panose="020B0603020202020204" pitchFamily="34" charset="0"/>
              </a:rPr>
              <a:t>2000 to 2050</a:t>
            </a:r>
            <a:endParaRPr lang="en-US" sz="1600">
              <a:latin typeface="Trebuchet MS" panose="020B06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DDA8C-8028-3044-A449-F7FEF0F0AFB3}"/>
              </a:ext>
            </a:extLst>
          </p:cNvPr>
          <p:cNvSpPr txBox="1"/>
          <p:nvPr/>
        </p:nvSpPr>
        <p:spPr>
          <a:xfrm>
            <a:off x="5809172" y="3054256"/>
            <a:ext cx="2677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err="1">
                <a:solidFill>
                  <a:srgbClr val="00124D"/>
                </a:solidFill>
                <a:latin typeface="Trebuchet MS" panose="020B0603020202020204" pitchFamily="34" charset="0"/>
              </a:rPr>
              <a:t>PoluSim</a:t>
            </a:r>
            <a:endParaRPr lang="en-US" sz="2000" b="1">
              <a:solidFill>
                <a:srgbClr val="00124D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DEEE5-1F48-8A55-D2AB-1F79F1E41E61}"/>
              </a:ext>
            </a:extLst>
          </p:cNvPr>
          <p:cNvSpPr txBox="1"/>
          <p:nvPr/>
        </p:nvSpPr>
        <p:spPr>
          <a:xfrm>
            <a:off x="5809170" y="3454366"/>
            <a:ext cx="5875361" cy="5847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600">
                <a:latin typeface="Trebuchet MS" panose="020B0603020202020204" pitchFamily="34" charset="0"/>
              </a:rPr>
              <a:t>The leading strategic forecasting tool providing detailed </a:t>
            </a:r>
            <a:r>
              <a:rPr lang="en-US" sz="1600" b="1">
                <a:latin typeface="Trebuchet MS" panose="020B0603020202020204" pitchFamily="34" charset="0"/>
              </a:rPr>
              <a:t>internal</a:t>
            </a:r>
            <a:r>
              <a:rPr lang="en-US" sz="1600">
                <a:latin typeface="Trebuchet MS" panose="020B0603020202020204" pitchFamily="34" charset="0"/>
              </a:rPr>
              <a:t> and </a:t>
            </a:r>
            <a:r>
              <a:rPr lang="en-US" sz="1600" b="1">
                <a:latin typeface="Trebuchet MS" panose="020B0603020202020204" pitchFamily="34" charset="0"/>
              </a:rPr>
              <a:t>competitor</a:t>
            </a:r>
            <a:r>
              <a:rPr lang="en-US" sz="1600">
                <a:latin typeface="Trebuchet MS" panose="020B0603020202020204" pitchFamily="34" charset="0"/>
              </a:rPr>
              <a:t> predictions with </a:t>
            </a:r>
            <a:r>
              <a:rPr lang="en-US" sz="1600" b="1">
                <a:latin typeface="Trebuchet MS" panose="020B0603020202020204" pitchFamily="34" charset="0"/>
              </a:rPr>
              <a:t>scenarios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6845B5B-2C7D-1DE4-997F-B51977E49C9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8092" y="2995929"/>
            <a:ext cx="1030489" cy="103048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1FF8CF-ACE7-1E6A-6259-387C15505D41}"/>
              </a:ext>
            </a:extLst>
          </p:cNvPr>
          <p:cNvSpPr txBox="1"/>
          <p:nvPr/>
        </p:nvSpPr>
        <p:spPr>
          <a:xfrm>
            <a:off x="5751182" y="4531946"/>
            <a:ext cx="2677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0124D"/>
                </a:solidFill>
                <a:latin typeface="Trebuchet MS" panose="020B0603020202020204" pitchFamily="34" charset="0"/>
              </a:rPr>
              <a:t>PACE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CE65AB-ED3C-9E6C-78A8-C80A7BA34EDF}"/>
              </a:ext>
            </a:extLst>
          </p:cNvPr>
          <p:cNvSpPr txBox="1"/>
          <p:nvPr/>
        </p:nvSpPr>
        <p:spPr>
          <a:xfrm>
            <a:off x="5751181" y="4932056"/>
            <a:ext cx="5379716" cy="5847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600">
                <a:latin typeface="Trebuchet MS" panose="020B0603020202020204" pitchFamily="34" charset="0"/>
              </a:rPr>
              <a:t>The only tool that quantifies </a:t>
            </a:r>
            <a:r>
              <a:rPr lang="en-US" sz="1600" b="1">
                <a:latin typeface="Trebuchet MS" panose="020B0603020202020204" pitchFamily="34" charset="0"/>
              </a:rPr>
              <a:t>market opportunities </a:t>
            </a:r>
            <a:r>
              <a:rPr lang="en-US" sz="1600">
                <a:latin typeface="Trebuchet MS" panose="020B0603020202020204" pitchFamily="34" charset="0"/>
              </a:rPr>
              <a:t>to identify and capitalize on </a:t>
            </a:r>
            <a:r>
              <a:rPr lang="en-US" sz="1600" b="1">
                <a:latin typeface="Trebuchet MS" panose="020B0603020202020204" pitchFamily="34" charset="0"/>
              </a:rPr>
              <a:t>untapped potential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28257019-74D2-8A27-CC03-8B0B85DABC3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486" t="980" r="1486" b="980"/>
          <a:stretch>
            <a:fillRect/>
          </a:stretch>
        </p:blipFill>
        <p:spPr>
          <a:xfrm>
            <a:off x="4868092" y="4590302"/>
            <a:ext cx="797123" cy="797123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6044F0A-D040-C9C9-79E8-24AA1124282D}"/>
              </a:ext>
            </a:extLst>
          </p:cNvPr>
          <p:cNvSpPr/>
          <p:nvPr/>
        </p:nvSpPr>
        <p:spPr>
          <a:xfrm>
            <a:off x="5775532" y="5754754"/>
            <a:ext cx="5487061" cy="639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tx1"/>
                </a:solidFill>
              </a:rPr>
              <a:t>Products available as subscriptions and are used in our strategy consulting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530DC4-192A-272D-C342-C15D6AA85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1C62E83-F86F-6206-9D11-47B72E4D01D9}"/>
              </a:ext>
            </a:extLst>
          </p:cNvPr>
          <p:cNvSpPr/>
          <p:nvPr/>
        </p:nvSpPr>
        <p:spPr>
          <a:xfrm>
            <a:off x="401939" y="1524000"/>
            <a:ext cx="3477852" cy="4535249"/>
          </a:xfrm>
          <a:prstGeom prst="roundRect">
            <a:avLst>
              <a:gd name="adj" fmla="val 2971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20869E-BA64-3FED-15C6-A31DADE7B106}"/>
              </a:ext>
            </a:extLst>
          </p:cNvPr>
          <p:cNvSpPr/>
          <p:nvPr/>
        </p:nvSpPr>
        <p:spPr>
          <a:xfrm>
            <a:off x="591855" y="3861342"/>
            <a:ext cx="3072945" cy="584775"/>
          </a:xfrm>
          <a:prstGeom prst="roundRect">
            <a:avLst>
              <a:gd name="adj" fmla="val 6249"/>
            </a:avLst>
          </a:prstGeom>
          <a:solidFill>
            <a:srgbClr val="00124D"/>
          </a:solidFill>
          <a:ln>
            <a:noFill/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C5FA8B-D739-DED2-3A01-95806AA1CB0F}"/>
              </a:ext>
            </a:extLst>
          </p:cNvPr>
          <p:cNvSpPr txBox="1"/>
          <p:nvPr/>
        </p:nvSpPr>
        <p:spPr>
          <a:xfrm>
            <a:off x="591855" y="2632627"/>
            <a:ext cx="2677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0124D"/>
                </a:solidFill>
              </a:rPr>
              <a:t>Tellusant delivers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C27CCB-71E8-FE48-AD19-676DC41F7708}"/>
              </a:ext>
            </a:extLst>
          </p:cNvPr>
          <p:cNvSpPr txBox="1"/>
          <p:nvPr/>
        </p:nvSpPr>
        <p:spPr>
          <a:xfrm>
            <a:off x="591855" y="3089701"/>
            <a:ext cx="3151203" cy="73866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400">
                <a:solidFill>
                  <a:srgbClr val="00124D"/>
                </a:solidFill>
              </a:rPr>
              <a:t>quantitative strategic prediction platforms with AI streamline strategy through: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1CC844-3E4F-A9E5-B04B-EA94ECD728BC}"/>
              </a:ext>
            </a:extLst>
          </p:cNvPr>
          <p:cNvSpPr txBox="1"/>
          <p:nvPr/>
        </p:nvSpPr>
        <p:spPr>
          <a:xfrm>
            <a:off x="1338052" y="3984453"/>
            <a:ext cx="2305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500"/>
              </a:spcBef>
              <a:buClr>
                <a:schemeClr val="bg1"/>
              </a:buClr>
            </a:pPr>
            <a:r>
              <a:rPr lang="en-US" sz="1600" b="1">
                <a:solidFill>
                  <a:schemeClr val="bg1"/>
                </a:solidFill>
                <a:latin typeface="Arial Narrow" panose="020B0606020202030204" pitchFamily="34" charset="0"/>
              </a:rPr>
              <a:t>Faster decision-making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65C99CE-75F5-C5AE-D19D-4F3E005FA91E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r="81302"/>
          <a:stretch/>
        </p:blipFill>
        <p:spPr>
          <a:xfrm>
            <a:off x="591855" y="1765164"/>
            <a:ext cx="966456" cy="766220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D89901-94A2-3B84-B463-4DFD04F6E9E3}"/>
              </a:ext>
            </a:extLst>
          </p:cNvPr>
          <p:cNvSpPr/>
          <p:nvPr/>
        </p:nvSpPr>
        <p:spPr>
          <a:xfrm>
            <a:off x="593620" y="4569226"/>
            <a:ext cx="3072945" cy="584775"/>
          </a:xfrm>
          <a:prstGeom prst="roundRect">
            <a:avLst>
              <a:gd name="adj" fmla="val 6249"/>
            </a:avLst>
          </a:prstGeom>
          <a:solidFill>
            <a:srgbClr val="00124D"/>
          </a:solidFill>
          <a:ln>
            <a:noFill/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37DE97-DB52-BBBB-9C49-44D77EFD007F}"/>
              </a:ext>
            </a:extLst>
          </p:cNvPr>
          <p:cNvSpPr txBox="1"/>
          <p:nvPr/>
        </p:nvSpPr>
        <p:spPr>
          <a:xfrm>
            <a:off x="1338052" y="4692338"/>
            <a:ext cx="2305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500"/>
              </a:spcBef>
              <a:buClr>
                <a:schemeClr val="bg1"/>
              </a:buClr>
            </a:pPr>
            <a:r>
              <a:rPr lang="en-US" sz="1600" b="1">
                <a:solidFill>
                  <a:schemeClr val="bg1"/>
                </a:solidFill>
                <a:latin typeface="Arial Narrow" panose="020B0606020202030204" pitchFamily="34" charset="0"/>
              </a:rPr>
              <a:t>Increased accuracy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ABB041D-42D7-C793-A21C-F2F06F70D9D7}"/>
              </a:ext>
            </a:extLst>
          </p:cNvPr>
          <p:cNvSpPr/>
          <p:nvPr/>
        </p:nvSpPr>
        <p:spPr>
          <a:xfrm>
            <a:off x="591855" y="5277112"/>
            <a:ext cx="3072945" cy="584775"/>
          </a:xfrm>
          <a:prstGeom prst="roundRect">
            <a:avLst>
              <a:gd name="adj" fmla="val 6249"/>
            </a:avLst>
          </a:prstGeom>
          <a:solidFill>
            <a:srgbClr val="00124D"/>
          </a:solidFill>
          <a:ln>
            <a:noFill/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8DF696-EF46-7A50-438E-73E73F176EB7}"/>
              </a:ext>
            </a:extLst>
          </p:cNvPr>
          <p:cNvSpPr txBox="1"/>
          <p:nvPr/>
        </p:nvSpPr>
        <p:spPr>
          <a:xfrm>
            <a:off x="1338052" y="5400223"/>
            <a:ext cx="2305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500"/>
              </a:spcBef>
              <a:buClr>
                <a:schemeClr val="bg1"/>
              </a:buClr>
            </a:pPr>
            <a:r>
              <a:rPr lang="en-US" sz="1600" b="1">
                <a:solidFill>
                  <a:schemeClr val="bg1"/>
                </a:solidFill>
                <a:latin typeface="Arial Narrow" panose="020B0606020202030204" pitchFamily="34" charset="0"/>
              </a:rPr>
              <a:t>Consistent outcomes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72AE345D-9EA1-9BCD-FF0B-160D0896BE4E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3860" y="5426401"/>
            <a:ext cx="365760" cy="36576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568ED5A-EB46-CBCA-1E98-9D9FEAF48BC1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0644" y="4678734"/>
            <a:ext cx="365760" cy="36576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DF1101FD-EDA5-6143-F4AC-AB6066A4AD1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4513" y="3970849"/>
            <a:ext cx="365760" cy="36576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3EFC10-413B-B9C7-F4EA-4DD32FE17E4F}"/>
              </a:ext>
            </a:extLst>
          </p:cNvPr>
          <p:cNvCxnSpPr>
            <a:cxnSpLocks/>
          </p:cNvCxnSpPr>
          <p:nvPr/>
        </p:nvCxnSpPr>
        <p:spPr>
          <a:xfrm>
            <a:off x="1247869" y="3969137"/>
            <a:ext cx="0" cy="369185"/>
          </a:xfrm>
          <a:prstGeom prst="line">
            <a:avLst/>
          </a:prstGeom>
          <a:ln>
            <a:solidFill>
              <a:srgbClr val="A4A3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0D3682-7C06-DB89-D112-7B9E963693BD}"/>
              </a:ext>
            </a:extLst>
          </p:cNvPr>
          <p:cNvCxnSpPr>
            <a:cxnSpLocks/>
          </p:cNvCxnSpPr>
          <p:nvPr/>
        </p:nvCxnSpPr>
        <p:spPr>
          <a:xfrm>
            <a:off x="1247869" y="4692338"/>
            <a:ext cx="0" cy="369185"/>
          </a:xfrm>
          <a:prstGeom prst="line">
            <a:avLst/>
          </a:prstGeom>
          <a:ln>
            <a:solidFill>
              <a:srgbClr val="A4A3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D204C4B-B75D-F671-FCB2-4B1002565C36}"/>
              </a:ext>
            </a:extLst>
          </p:cNvPr>
          <p:cNvCxnSpPr>
            <a:cxnSpLocks/>
          </p:cNvCxnSpPr>
          <p:nvPr/>
        </p:nvCxnSpPr>
        <p:spPr>
          <a:xfrm>
            <a:off x="1247869" y="5400223"/>
            <a:ext cx="0" cy="369185"/>
          </a:xfrm>
          <a:prstGeom prst="line">
            <a:avLst/>
          </a:prstGeom>
          <a:ln>
            <a:solidFill>
              <a:srgbClr val="A4A3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96283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6BEBCE-2487-2B34-0B01-DA2BE09892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9930" y="678827"/>
            <a:ext cx="10716299" cy="400111"/>
          </a:xfrm>
        </p:spPr>
        <p:txBody>
          <a:bodyPr/>
          <a:lstStyle/>
          <a:p>
            <a:r>
              <a:rPr lang="en-US"/>
              <a:t>Tellusant provides expertise in strategy development and streamlining decisions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13C58-09DF-39B2-C405-F82B44F12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BD403BB-16EF-5E5D-0BF8-E65691477421}"/>
              </a:ext>
            </a:extLst>
          </p:cNvPr>
          <p:cNvSpPr/>
          <p:nvPr/>
        </p:nvSpPr>
        <p:spPr>
          <a:xfrm flipH="1">
            <a:off x="0" y="1656968"/>
            <a:ext cx="4266438" cy="4535249"/>
          </a:xfrm>
          <a:custGeom>
            <a:avLst/>
            <a:gdLst>
              <a:gd name="connsiteX0" fmla="*/ 199823 w 4563309"/>
              <a:gd name="connsiteY0" fmla="*/ 0 h 4535249"/>
              <a:gd name="connsiteX1" fmla="*/ 4563309 w 4563309"/>
              <a:gd name="connsiteY1" fmla="*/ 0 h 4535249"/>
              <a:gd name="connsiteX2" fmla="*/ 4563309 w 4563309"/>
              <a:gd name="connsiteY2" fmla="*/ 4535249 h 4535249"/>
              <a:gd name="connsiteX3" fmla="*/ 199823 w 4563309"/>
              <a:gd name="connsiteY3" fmla="*/ 4535249 h 4535249"/>
              <a:gd name="connsiteX4" fmla="*/ 0 w 4563309"/>
              <a:gd name="connsiteY4" fmla="*/ 4335426 h 4535249"/>
              <a:gd name="connsiteX5" fmla="*/ 0 w 4563309"/>
              <a:gd name="connsiteY5" fmla="*/ 199823 h 4535249"/>
              <a:gd name="connsiteX6" fmla="*/ 199823 w 4563309"/>
              <a:gd name="connsiteY6" fmla="*/ 0 h 4535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63309" h="4535249">
                <a:moveTo>
                  <a:pt x="199823" y="0"/>
                </a:moveTo>
                <a:lnTo>
                  <a:pt x="4563309" y="0"/>
                </a:lnTo>
                <a:lnTo>
                  <a:pt x="4563309" y="4535249"/>
                </a:lnTo>
                <a:lnTo>
                  <a:pt x="199823" y="4535249"/>
                </a:lnTo>
                <a:cubicBezTo>
                  <a:pt x="89464" y="4535249"/>
                  <a:pt x="0" y="4445785"/>
                  <a:pt x="0" y="4335426"/>
                </a:cubicBezTo>
                <a:lnTo>
                  <a:pt x="0" y="199823"/>
                </a:lnTo>
                <a:cubicBezTo>
                  <a:pt x="0" y="89464"/>
                  <a:pt x="89464" y="0"/>
                  <a:pt x="199823" y="0"/>
                </a:cubicBezTo>
                <a:close/>
              </a:path>
            </a:pathLst>
          </a:custGeom>
          <a:solidFill>
            <a:srgbClr val="0012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62ED6F-DBEB-8F08-C9FB-43F66310CE00}"/>
              </a:ext>
            </a:extLst>
          </p:cNvPr>
          <p:cNvSpPr txBox="1"/>
          <p:nvPr/>
        </p:nvSpPr>
        <p:spPr>
          <a:xfrm>
            <a:off x="308442" y="2258296"/>
            <a:ext cx="3376167" cy="5847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da-DK" sz="2000" b="1">
                <a:solidFill>
                  <a:schemeClr val="bg1"/>
                </a:solidFill>
              </a:rPr>
              <a:t>Over 300 </a:t>
            </a:r>
          </a:p>
          <a:p>
            <a:r>
              <a:rPr lang="da-DK" sz="1200">
                <a:solidFill>
                  <a:schemeClr val="bg1"/>
                </a:solidFill>
              </a:rPr>
              <a:t>strategic solutions delivered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06F304-F3CE-DEA7-87C9-BD9148CD16BC}"/>
              </a:ext>
            </a:extLst>
          </p:cNvPr>
          <p:cNvSpPr txBox="1"/>
          <p:nvPr/>
        </p:nvSpPr>
        <p:spPr>
          <a:xfrm>
            <a:off x="308442" y="3520176"/>
            <a:ext cx="3376167" cy="769441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da-DK" sz="2000" b="1">
                <a:solidFill>
                  <a:schemeClr val="bg1"/>
                </a:solidFill>
              </a:rPr>
              <a:t>92 countries</a:t>
            </a:r>
          </a:p>
          <a:p>
            <a:r>
              <a:rPr lang="en-US" sz="1200">
                <a:solidFill>
                  <a:schemeClr val="bg1"/>
                </a:solidFill>
              </a:rPr>
              <a:t>On-the-ground expertise from work in 92 countries, with work in 119 countries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65F54C-85D8-97CB-3CD8-E4864D9E40F7}"/>
              </a:ext>
            </a:extLst>
          </p:cNvPr>
          <p:cNvSpPr txBox="1"/>
          <p:nvPr/>
        </p:nvSpPr>
        <p:spPr>
          <a:xfrm>
            <a:off x="308442" y="4966721"/>
            <a:ext cx="3376167" cy="1077218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11 of 20 largest consumer goods companies</a:t>
            </a:r>
          </a:p>
          <a:p>
            <a:r>
              <a:rPr lang="en-US" sz="1200">
                <a:solidFill>
                  <a:schemeClr val="bg1"/>
                </a:solidFill>
              </a:rPr>
              <a:t>Worked with and are trusted by 11 of the top 20 consumer goods companies in the world</a:t>
            </a: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7A8134B9-A3BF-5681-C6D9-96F581B71B0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442" y="4654982"/>
            <a:ext cx="371744" cy="371744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C3CE8DB1-1DFF-5954-72BE-AE96B9955AC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0607" y="3148109"/>
            <a:ext cx="372065" cy="372065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6A5A8B0E-9718-412A-F766-E39B7D6484ED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308442" y="1756043"/>
            <a:ext cx="539818" cy="539818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0D0981D-81C2-EE3F-8436-4DDF9876FC27}"/>
              </a:ext>
            </a:extLst>
          </p:cNvPr>
          <p:cNvCxnSpPr>
            <a:cxnSpLocks/>
          </p:cNvCxnSpPr>
          <p:nvPr/>
        </p:nvCxnSpPr>
        <p:spPr>
          <a:xfrm>
            <a:off x="308442" y="4497242"/>
            <a:ext cx="3040738" cy="0"/>
          </a:xfrm>
          <a:prstGeom prst="line">
            <a:avLst/>
          </a:prstGeom>
          <a:solidFill>
            <a:schemeClr val="bg1"/>
          </a:solidFill>
          <a:ln w="6350">
            <a:gradFill flip="none" rotWithShape="1">
              <a:gsLst>
                <a:gs pos="0">
                  <a:schemeClr val="bg1">
                    <a:alpha val="0"/>
                  </a:schemeClr>
                </a:gs>
                <a:gs pos="57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B2B0C6D-310E-5D22-B11E-CF9214762AD6}"/>
              </a:ext>
            </a:extLst>
          </p:cNvPr>
          <p:cNvCxnSpPr>
            <a:cxnSpLocks/>
          </p:cNvCxnSpPr>
          <p:nvPr/>
        </p:nvCxnSpPr>
        <p:spPr>
          <a:xfrm>
            <a:off x="308442" y="2976889"/>
            <a:ext cx="3040738" cy="0"/>
          </a:xfrm>
          <a:prstGeom prst="line">
            <a:avLst/>
          </a:prstGeom>
          <a:solidFill>
            <a:schemeClr val="bg1"/>
          </a:solidFill>
          <a:ln w="6350">
            <a:gradFill flip="none" rotWithShape="1">
              <a:gsLst>
                <a:gs pos="0">
                  <a:schemeClr val="bg1">
                    <a:alpha val="0"/>
                  </a:schemeClr>
                </a:gs>
                <a:gs pos="57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B207A7-D0BF-5DD5-76AF-0564E82F8EBB}"/>
              </a:ext>
            </a:extLst>
          </p:cNvPr>
          <p:cNvSpPr/>
          <p:nvPr/>
        </p:nvSpPr>
        <p:spPr>
          <a:xfrm>
            <a:off x="4578350" y="1307466"/>
            <a:ext cx="7302500" cy="5047267"/>
          </a:xfrm>
          <a:prstGeom prst="roundRect">
            <a:avLst>
              <a:gd name="adj" fmla="val 4388"/>
            </a:avLst>
          </a:prstGeom>
          <a:solidFill>
            <a:schemeClr val="bg1"/>
          </a:solidFill>
          <a:ln w="25400">
            <a:gradFill flip="none" rotWithShape="1">
              <a:gsLst>
                <a:gs pos="0">
                  <a:srgbClr val="00124D"/>
                </a:gs>
                <a:gs pos="57000">
                  <a:schemeClr val="bg1"/>
                </a:gs>
                <a:gs pos="100000">
                  <a:srgbClr val="00124D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lliance Bernstein Logo PNG vector in SVG, PDF, AI, CDR format">
            <a:extLst>
              <a:ext uri="{FF2B5EF4-FFF2-40B4-BE49-F238E27FC236}">
                <a16:creationId xmlns:a16="http://schemas.microsoft.com/office/drawing/2014/main" id="{94B4599B-7419-BAED-8847-ED2FDEEFE8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29606" y="1414822"/>
            <a:ext cx="3731518" cy="104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BIC Logo">
            <a:extLst>
              <a:ext uri="{FF2B5EF4-FFF2-40B4-BE49-F238E27FC236}">
                <a16:creationId xmlns:a16="http://schemas.microsoft.com/office/drawing/2014/main" id="{C77FEB24-8987-A82D-CAB7-8AE15D3C8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861908" y="1553698"/>
            <a:ext cx="2347337" cy="76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940F74-44BD-513C-A3F8-9EB87FC9AD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1347" y="2533637"/>
            <a:ext cx="1428458" cy="18457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EC4EC5-4F13-7C95-79CD-3E8B69A076B7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7976" y="4282169"/>
            <a:ext cx="3274778" cy="49512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03CF93E0-8A94-2056-110F-9BF423C1C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37519" y="4590534"/>
            <a:ext cx="2596114" cy="64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0FC17C-551A-114F-FA71-6557619CCE59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3036" y="5450744"/>
            <a:ext cx="3185080" cy="716987"/>
          </a:xfrm>
          <a:prstGeom prst="rect">
            <a:avLst/>
          </a:prstGeom>
        </p:spPr>
      </p:pic>
      <p:pic>
        <p:nvPicPr>
          <p:cNvPr id="18" name="Picture 17" descr="A red rectangular sign with white text&#10;&#10;Description automatically generated">
            <a:extLst>
              <a:ext uri="{FF2B5EF4-FFF2-40B4-BE49-F238E27FC236}">
                <a16:creationId xmlns:a16="http://schemas.microsoft.com/office/drawing/2014/main" id="{6BF0E5AA-4FB3-5895-04BE-C3446C5331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38" b="33138"/>
          <a:stretch/>
        </p:blipFill>
        <p:spPr>
          <a:xfrm>
            <a:off x="4942713" y="3056765"/>
            <a:ext cx="3500323" cy="627958"/>
          </a:xfrm>
          <a:prstGeom prst="rect">
            <a:avLst/>
          </a:prstGeom>
        </p:spPr>
      </p:pic>
      <p:pic>
        <p:nvPicPr>
          <p:cNvPr id="19" name="Picture 1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0E5B58D9-2357-5D5F-BAA9-543CE9992F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177" y="5374735"/>
            <a:ext cx="1964377" cy="7929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179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5E1B10-B662-5668-673E-F4BD70A1B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116445"/>
              </p:ext>
            </p:extLst>
          </p:nvPr>
        </p:nvGraphicFramePr>
        <p:xfrm>
          <a:off x="2249228" y="1430867"/>
          <a:ext cx="4277360" cy="339513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614680">
                  <a:extLst>
                    <a:ext uri="{9D8B030D-6E8A-4147-A177-3AD203B41FA5}">
                      <a16:colId xmlns:a16="http://schemas.microsoft.com/office/drawing/2014/main" val="1329322710"/>
                    </a:ext>
                  </a:extLst>
                </a:gridCol>
                <a:gridCol w="3662680">
                  <a:extLst>
                    <a:ext uri="{9D8B030D-6E8A-4147-A177-3AD203B41FA5}">
                      <a16:colId xmlns:a16="http://schemas.microsoft.com/office/drawing/2014/main" val="3032428755"/>
                    </a:ext>
                  </a:extLst>
                </a:gridCol>
              </a:tblGrid>
              <a:tr h="679027">
                <a:tc>
                  <a:txBody>
                    <a:bodyPr/>
                    <a:lstStyle/>
                    <a:p>
                      <a:r>
                        <a:rPr lang="en-US" b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Tellusant Overview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663183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Examples of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627483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Complete Process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984490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Conclusions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88458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45187"/>
                  </a:ext>
                </a:extLst>
              </a:tr>
            </a:tbl>
          </a:graphicData>
        </a:graphic>
      </p:graphicFrame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032F31EA-5C9B-8758-91C8-B31FA70AD89F}"/>
              </a:ext>
            </a:extLst>
          </p:cNvPr>
          <p:cNvSpPr txBox="1">
            <a:spLocks/>
          </p:cNvSpPr>
          <p:nvPr/>
        </p:nvSpPr>
        <p:spPr>
          <a:xfrm>
            <a:off x="2249228" y="741983"/>
            <a:ext cx="4689074" cy="4001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/>
              <a:t>Agenda</a:t>
            </a:r>
            <a:endParaRPr lang="en-US" sz="4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199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D9404D8-B129-6A44-05DC-18E1669E97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7" y="665783"/>
            <a:ext cx="5277523" cy="400111"/>
          </a:xfrm>
        </p:spPr>
        <p:txBody>
          <a:bodyPr/>
          <a:lstStyle/>
          <a:p>
            <a:r>
              <a:rPr lang="en-US" sz="2000"/>
              <a:t>PoluSim makes strategic forecasting effective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311280C-B19E-8F6F-524A-093D37A6607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229" b="13039"/>
          <a:stretch/>
        </p:blipFill>
        <p:spPr>
          <a:xfrm>
            <a:off x="11027811" y="288037"/>
            <a:ext cx="902332" cy="7194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3DF4CA-8A1B-C5C7-34F7-DD1580585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E926FA-DC8B-703D-032F-2C09088B7F7E}"/>
              </a:ext>
            </a:extLst>
          </p:cNvPr>
          <p:cNvSpPr txBox="1"/>
          <p:nvPr/>
        </p:nvSpPr>
        <p:spPr>
          <a:xfrm>
            <a:off x="7165446" y="2698655"/>
            <a:ext cx="37351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Strategic Forecasting</a:t>
            </a:r>
            <a:r>
              <a:rPr lang="en-US" sz="1600"/>
              <a:t> facilitates </a:t>
            </a:r>
            <a:r>
              <a:rPr lang="en-US" sz="1600" b="1"/>
              <a:t>corporate strategic decisions </a:t>
            </a:r>
            <a:r>
              <a:rPr lang="en-US" sz="1600"/>
              <a:t>based on </a:t>
            </a:r>
            <a:r>
              <a:rPr lang="en-US" sz="1600" b="1"/>
              <a:t>quantitative predictions</a:t>
            </a:r>
            <a:r>
              <a:rPr lang="en-US" sz="1600"/>
              <a:t> that are </a:t>
            </a:r>
            <a:r>
              <a:rPr lang="en-US" sz="1600" b="1"/>
              <a:t>harmonized across an organization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61028AB-D3C0-BC15-FD5F-036BCA98334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0690" y="1525779"/>
            <a:ext cx="904698" cy="90469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6F6BC9E-CCE2-ADB5-2BCA-D09674077027}"/>
              </a:ext>
            </a:extLst>
          </p:cNvPr>
          <p:cNvGrpSpPr/>
          <p:nvPr/>
        </p:nvGrpSpPr>
        <p:grpSpPr>
          <a:xfrm>
            <a:off x="1291369" y="1525779"/>
            <a:ext cx="4210942" cy="4158438"/>
            <a:chOff x="710852" y="1525779"/>
            <a:chExt cx="4210942" cy="415843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B4B368B-6B54-9297-FB5C-69642080455F}"/>
                </a:ext>
              </a:extLst>
            </p:cNvPr>
            <p:cNvSpPr txBox="1"/>
            <p:nvPr/>
          </p:nvSpPr>
          <p:spPr>
            <a:xfrm>
              <a:off x="818477" y="1525779"/>
              <a:ext cx="392944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0124D"/>
                  </a:solidFill>
                  <a:latin typeface="Trebuchet MS" panose="020B0603020202020204" pitchFamily="34" charset="0"/>
                </a:rPr>
                <a:t>Get robust, explainable forecasts with customizable drivers, allowing users to review forecasts, refine assumptions</a:t>
              </a:r>
            </a:p>
            <a:p>
              <a:endParaRPr lang="en-US" sz="1400" b="1">
                <a:solidFill>
                  <a:srgbClr val="00124D"/>
                </a:solidFill>
                <a:latin typeface="Trebuchet MS" panose="020B0603020202020204" pitchFamily="34" charset="0"/>
              </a:endParaRPr>
            </a:p>
            <a:p>
              <a:r>
                <a:rPr lang="en-US" sz="1400" b="1">
                  <a:solidFill>
                    <a:srgbClr val="00124D"/>
                  </a:solidFill>
                  <a:latin typeface="Trebuchet MS" panose="020B0603020202020204" pitchFamily="34" charset="0"/>
                </a:rPr>
                <a:t>So you can focus on strategic implications</a:t>
              </a:r>
            </a:p>
          </p:txBody>
        </p:sp>
        <p:pic>
          <p:nvPicPr>
            <p:cNvPr id="6" name="Picture 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7C90A309-A10B-7DA6-7BF9-E8B3787B4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477" y="2799661"/>
              <a:ext cx="3663088" cy="1802927"/>
            </a:xfrm>
            <a:prstGeom prst="roundRect">
              <a:avLst>
                <a:gd name="adj" fmla="val 2734"/>
              </a:avLst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214B17-D654-042E-3B4D-71E8412BEE41}"/>
                </a:ext>
              </a:extLst>
            </p:cNvPr>
            <p:cNvSpPr txBox="1"/>
            <p:nvPr/>
          </p:nvSpPr>
          <p:spPr>
            <a:xfrm>
              <a:off x="710852" y="4891487"/>
              <a:ext cx="42109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rgbClr val="00124D"/>
                  </a:solidFill>
                  <a:latin typeface="Trebuchet MS" panose="020B0603020202020204" pitchFamily="34" charset="0"/>
                </a:rPr>
                <a:t>Backed by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EE3440F-AF39-2C07-7643-C9F3671DFC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343" t="17380" r="9698" b="16818"/>
            <a:stretch/>
          </p:blipFill>
          <p:spPr>
            <a:xfrm>
              <a:off x="798044" y="5143441"/>
              <a:ext cx="2132661" cy="540776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76678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D9404D8-B129-6A44-05DC-18E1669E97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7" y="665783"/>
            <a:ext cx="10647083" cy="400111"/>
          </a:xfrm>
        </p:spPr>
        <p:txBody>
          <a:bodyPr/>
          <a:lstStyle/>
          <a:p>
            <a:r>
              <a:rPr lang="en-US"/>
              <a:t>Strategic forecasting is critical to success but works poorly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EEEB87-D564-52B4-03C8-C2E9EB124DE9}"/>
              </a:ext>
            </a:extLst>
          </p:cNvPr>
          <p:cNvSpPr/>
          <p:nvPr/>
        </p:nvSpPr>
        <p:spPr>
          <a:xfrm>
            <a:off x="2619375" y="1384230"/>
            <a:ext cx="6953251" cy="5157664"/>
          </a:xfrm>
          <a:prstGeom prst="roundRect">
            <a:avLst>
              <a:gd name="adj" fmla="val 6249"/>
            </a:avLst>
          </a:prstGeom>
          <a:solidFill>
            <a:schemeClr val="accent3">
              <a:lumMod val="20000"/>
              <a:lumOff val="80000"/>
              <a:alpha val="60000"/>
            </a:schemeClr>
          </a:solidFill>
          <a:ln>
            <a:noFill/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1A2FB2F-B911-F4C5-E95B-59249AAE22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3344705"/>
              </p:ext>
            </p:extLst>
          </p:nvPr>
        </p:nvGraphicFramePr>
        <p:xfrm>
          <a:off x="2656061" y="2175071"/>
          <a:ext cx="5140842" cy="3967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6C18A9-ACEB-E6DA-913F-128C8EE931BB}"/>
              </a:ext>
            </a:extLst>
          </p:cNvPr>
          <p:cNvSpPr txBox="1"/>
          <p:nvPr/>
        </p:nvSpPr>
        <p:spPr>
          <a:xfrm>
            <a:off x="2883796" y="1673183"/>
            <a:ext cx="6461094" cy="553998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600" b="1"/>
              <a:t>EFFECTIVENESS OF STRATEGIC FORECASTS</a:t>
            </a:r>
          </a:p>
          <a:p>
            <a:pPr algn="ctr"/>
            <a:r>
              <a:rPr lang="en-US" sz="1400" i="1"/>
              <a:t>From </a:t>
            </a:r>
            <a:r>
              <a:rPr lang="en-US" sz="1400" i="1" err="1"/>
              <a:t>Tellusant</a:t>
            </a:r>
            <a:r>
              <a:rPr lang="en-US" sz="1400" i="1"/>
              <a:t> survey of executives at large consumer-facing companies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195D4-91FE-4136-6C4B-8FAD222459CE}"/>
              </a:ext>
            </a:extLst>
          </p:cNvPr>
          <p:cNvSpPr txBox="1"/>
          <p:nvPr/>
        </p:nvSpPr>
        <p:spPr>
          <a:xfrm>
            <a:off x="7172063" y="3088965"/>
            <a:ext cx="2169160" cy="73866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l"/>
            <a:r>
              <a:rPr lang="en-US" sz="1400" b="1" i="1"/>
              <a:t>85% of respondents find value in strategic forecasts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CF764F-8C7D-8F3A-5516-43DF7AD9FD5F}"/>
              </a:ext>
            </a:extLst>
          </p:cNvPr>
          <p:cNvSpPr txBox="1"/>
          <p:nvPr/>
        </p:nvSpPr>
        <p:spPr>
          <a:xfrm>
            <a:off x="7172063" y="4749838"/>
            <a:ext cx="2169160" cy="52322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l"/>
            <a:r>
              <a:rPr lang="en-US" sz="1400" b="1" i="1"/>
              <a:t>But over 60% find the process does not work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26C59A-1A3F-773B-6FB0-C3476EB2FF6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7229" b="13039"/>
          <a:stretch/>
        </p:blipFill>
        <p:spPr>
          <a:xfrm>
            <a:off x="11027811" y="288037"/>
            <a:ext cx="902332" cy="7194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FBA62-8260-E031-5D56-2C1FDCC2D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7032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CBAA9F-1BA0-94FB-E062-E11A7956FD4D}"/>
              </a:ext>
            </a:extLst>
          </p:cNvPr>
          <p:cNvSpPr/>
          <p:nvPr/>
        </p:nvSpPr>
        <p:spPr>
          <a:xfrm>
            <a:off x="1120438" y="1447800"/>
            <a:ext cx="4673600" cy="2624294"/>
          </a:xfrm>
          <a:prstGeom prst="roundRect">
            <a:avLst>
              <a:gd name="adj" fmla="val 7214"/>
            </a:avLst>
          </a:prstGeom>
          <a:solidFill>
            <a:schemeClr val="bg1"/>
          </a:solidFill>
          <a:ln w="19050">
            <a:gradFill flip="none" rotWithShape="1">
              <a:gsLst>
                <a:gs pos="0">
                  <a:srgbClr val="00124D"/>
                </a:gs>
                <a:gs pos="57000">
                  <a:schemeClr val="bg1"/>
                </a:gs>
                <a:gs pos="100000">
                  <a:srgbClr val="00124D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4B368B-6B54-9297-FB5C-69642080455F}"/>
              </a:ext>
            </a:extLst>
          </p:cNvPr>
          <p:cNvSpPr txBox="1"/>
          <p:nvPr/>
        </p:nvSpPr>
        <p:spPr>
          <a:xfrm>
            <a:off x="1401938" y="2417164"/>
            <a:ext cx="3893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124D"/>
                </a:solidFill>
              </a:rPr>
              <a:t>Most of executives’ time is spent on checking the analysts’ numbers rather than thinking about the issues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D660CE-DE33-B201-C504-ABAA86357BB1}"/>
              </a:ext>
            </a:extLst>
          </p:cNvPr>
          <p:cNvSpPr txBox="1"/>
          <p:nvPr/>
        </p:nvSpPr>
        <p:spPr>
          <a:xfrm>
            <a:off x="1401938" y="1595822"/>
            <a:ext cx="3104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rgbClr val="00124D"/>
                </a:solidFill>
              </a:rPr>
              <a:t>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AE63F2-6901-1F35-3962-0402682446DF}"/>
              </a:ext>
            </a:extLst>
          </p:cNvPr>
          <p:cNvSpPr txBox="1"/>
          <p:nvPr/>
        </p:nvSpPr>
        <p:spPr>
          <a:xfrm>
            <a:off x="1401938" y="3332329"/>
            <a:ext cx="3625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124D"/>
              </a:buClr>
            </a:pPr>
            <a:r>
              <a:rPr lang="en-US" sz="1200"/>
              <a:t>– Head of Strategy at $40 B company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BE4A4C-8DD9-FA5E-5C1E-849C9DA7B22A}"/>
              </a:ext>
            </a:extLst>
          </p:cNvPr>
          <p:cNvSpPr/>
          <p:nvPr/>
        </p:nvSpPr>
        <p:spPr>
          <a:xfrm>
            <a:off x="6397962" y="2805455"/>
            <a:ext cx="4673600" cy="2624294"/>
          </a:xfrm>
          <a:prstGeom prst="roundRect">
            <a:avLst>
              <a:gd name="adj" fmla="val 7214"/>
            </a:avLst>
          </a:prstGeom>
          <a:solidFill>
            <a:schemeClr val="bg1"/>
          </a:solidFill>
          <a:ln w="19050">
            <a:gradFill flip="none" rotWithShape="1">
              <a:gsLst>
                <a:gs pos="0">
                  <a:srgbClr val="00124D"/>
                </a:gs>
                <a:gs pos="57000">
                  <a:schemeClr val="bg1"/>
                </a:gs>
                <a:gs pos="100000">
                  <a:srgbClr val="00124D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602811-A00A-937D-5B53-5844CDC1DD9E}"/>
              </a:ext>
            </a:extLst>
          </p:cNvPr>
          <p:cNvSpPr txBox="1"/>
          <p:nvPr/>
        </p:nvSpPr>
        <p:spPr>
          <a:xfrm>
            <a:off x="6679462" y="3774819"/>
            <a:ext cx="4224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124D"/>
                </a:solidFill>
              </a:rPr>
              <a:t>Today each unit harmonizes and forecasts data it in a way that makes it look good. There is not one version of the truth”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1AB926-9BB9-E230-AA6C-F2FC382A4563}"/>
              </a:ext>
            </a:extLst>
          </p:cNvPr>
          <p:cNvSpPr txBox="1"/>
          <p:nvPr/>
        </p:nvSpPr>
        <p:spPr>
          <a:xfrm>
            <a:off x="6679462" y="2953477"/>
            <a:ext cx="3104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rgbClr val="00124D"/>
                </a:solidFill>
              </a:rPr>
              <a:t>“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D555AF-A522-E01F-0DB1-278911CAF413}"/>
              </a:ext>
            </a:extLst>
          </p:cNvPr>
          <p:cNvSpPr txBox="1"/>
          <p:nvPr/>
        </p:nvSpPr>
        <p:spPr>
          <a:xfrm>
            <a:off x="6679462" y="4892803"/>
            <a:ext cx="3625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124D"/>
              </a:buClr>
            </a:pPr>
            <a:r>
              <a:rPr lang="en-US" sz="1200"/>
              <a:t>– CFO of US business unit with 60,000 employees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1F0C557-E837-EC83-7266-DFB0EBEAF43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229" b="13039"/>
          <a:stretch/>
        </p:blipFill>
        <p:spPr>
          <a:xfrm>
            <a:off x="11027811" y="288037"/>
            <a:ext cx="902332" cy="7194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49AF94-9242-5571-1D60-3114FDB84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36400" y="6492875"/>
            <a:ext cx="355600" cy="365125"/>
          </a:xfrm>
        </p:spPr>
        <p:txBody>
          <a:bodyPr/>
          <a:lstStyle/>
          <a:p>
            <a:fld id="{7D9016B7-1E67-4087-BAEC-C3C52BE30E85}" type="slidenum">
              <a:rPr lang="en-US" smtClean="0"/>
              <a:pPr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409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D9404D8-B129-6A44-05DC-18E1669E97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7" y="665783"/>
            <a:ext cx="6268123" cy="400111"/>
          </a:xfrm>
        </p:spPr>
        <p:txBody>
          <a:bodyPr/>
          <a:lstStyle/>
          <a:p>
            <a:r>
              <a:rPr lang="en-US" sz="2000"/>
              <a:t>Direct cost benefits provide minimum 4x ROI</a:t>
            </a: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3E72D0-425E-E8D5-6936-064769900170}"/>
              </a:ext>
            </a:extLst>
          </p:cNvPr>
          <p:cNvSpPr/>
          <p:nvPr/>
        </p:nvSpPr>
        <p:spPr>
          <a:xfrm>
            <a:off x="752138" y="1689867"/>
            <a:ext cx="4210942" cy="1739133"/>
          </a:xfrm>
          <a:prstGeom prst="roundRect">
            <a:avLst>
              <a:gd name="adj" fmla="val 7214"/>
            </a:avLst>
          </a:prstGeom>
          <a:solidFill>
            <a:schemeClr val="bg1"/>
          </a:solidFill>
          <a:ln w="19050">
            <a:gradFill flip="none" rotWithShape="1">
              <a:gsLst>
                <a:gs pos="0">
                  <a:srgbClr val="00124D"/>
                </a:gs>
                <a:gs pos="57000">
                  <a:schemeClr val="bg1"/>
                </a:gs>
                <a:gs pos="100000">
                  <a:srgbClr val="00124D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4B368B-6B54-9297-FB5C-69642080455F}"/>
              </a:ext>
            </a:extLst>
          </p:cNvPr>
          <p:cNvSpPr txBox="1"/>
          <p:nvPr/>
        </p:nvSpPr>
        <p:spPr>
          <a:xfrm>
            <a:off x="872546" y="2395892"/>
            <a:ext cx="1412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00124D"/>
                </a:solidFill>
              </a:rPr>
              <a:t>430%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D518C-8DDE-C227-60AA-4E20FCFE96BD}"/>
              </a:ext>
            </a:extLst>
          </p:cNvPr>
          <p:cNvSpPr txBox="1"/>
          <p:nvPr/>
        </p:nvSpPr>
        <p:spPr>
          <a:xfrm>
            <a:off x="872546" y="1967455"/>
            <a:ext cx="3229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124D"/>
                </a:solidFill>
              </a:rPr>
              <a:t>The average company using PoluSim has seen direct cost savings of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9BA4CA-6DB5-70F6-6AA5-31AFA6172169}"/>
              </a:ext>
            </a:extLst>
          </p:cNvPr>
          <p:cNvSpPr txBox="1"/>
          <p:nvPr/>
        </p:nvSpPr>
        <p:spPr>
          <a:xfrm>
            <a:off x="872546" y="2967335"/>
            <a:ext cx="32295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124D"/>
                </a:solidFill>
              </a:rPr>
              <a:t>on a three-year basis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6C2468-7831-8878-0801-20F8C870BBD4}"/>
              </a:ext>
            </a:extLst>
          </p:cNvPr>
          <p:cNvSpPr/>
          <p:nvPr/>
        </p:nvSpPr>
        <p:spPr>
          <a:xfrm>
            <a:off x="752138" y="3608976"/>
            <a:ext cx="4210942" cy="2035087"/>
          </a:xfrm>
          <a:prstGeom prst="roundRect">
            <a:avLst>
              <a:gd name="adj" fmla="val 7214"/>
            </a:avLst>
          </a:prstGeom>
          <a:solidFill>
            <a:schemeClr val="bg1"/>
          </a:solidFill>
          <a:ln w="19050">
            <a:gradFill flip="none" rotWithShape="1">
              <a:gsLst>
                <a:gs pos="0">
                  <a:srgbClr val="00124D"/>
                </a:gs>
                <a:gs pos="57000">
                  <a:schemeClr val="bg1"/>
                </a:gs>
                <a:gs pos="100000">
                  <a:srgbClr val="00124D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CA201-8EDE-162F-29CF-ED53974A5160}"/>
              </a:ext>
            </a:extLst>
          </p:cNvPr>
          <p:cNvSpPr txBox="1"/>
          <p:nvPr/>
        </p:nvSpPr>
        <p:spPr>
          <a:xfrm>
            <a:off x="872546" y="4258944"/>
            <a:ext cx="3707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124D"/>
                </a:solidFill>
              </a:rPr>
              <a:t>“We transitioned all strategic forecasting to PoluSim, which empowered each of our business units to build forecasts quickly and with sound judgement”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A1005-6BA5-398B-3E8D-EA8C7D3CAEE7}"/>
              </a:ext>
            </a:extLst>
          </p:cNvPr>
          <p:cNvSpPr txBox="1"/>
          <p:nvPr/>
        </p:nvSpPr>
        <p:spPr>
          <a:xfrm>
            <a:off x="872546" y="3518882"/>
            <a:ext cx="31972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rgbClr val="00124D"/>
                </a:solidFill>
              </a:rPr>
              <a:t>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434A7-4F82-98E8-7B40-0EB7964BF671}"/>
              </a:ext>
            </a:extLst>
          </p:cNvPr>
          <p:cNvSpPr txBox="1"/>
          <p:nvPr/>
        </p:nvSpPr>
        <p:spPr>
          <a:xfrm>
            <a:off x="872546" y="5236339"/>
            <a:ext cx="4029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124D"/>
              </a:buClr>
            </a:pPr>
            <a:r>
              <a:rPr lang="en-US" sz="1200"/>
              <a:t>- Chief Marketing Officer, USD 800 million food company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99BD42-3106-BD80-D0EA-6F0EAD35A609}"/>
              </a:ext>
            </a:extLst>
          </p:cNvPr>
          <p:cNvSpPr/>
          <p:nvPr/>
        </p:nvSpPr>
        <p:spPr>
          <a:xfrm>
            <a:off x="5112065" y="1689867"/>
            <a:ext cx="6327798" cy="3954196"/>
          </a:xfrm>
          <a:prstGeom prst="roundRect">
            <a:avLst>
              <a:gd name="adj" fmla="val 7214"/>
            </a:avLst>
          </a:prstGeom>
          <a:solidFill>
            <a:srgbClr val="D3E2F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DC4B20-9BA4-3A21-E1F9-6FB4C6A13D09}"/>
              </a:ext>
            </a:extLst>
          </p:cNvPr>
          <p:cNvGrpSpPr/>
          <p:nvPr/>
        </p:nvGrpSpPr>
        <p:grpSpPr>
          <a:xfrm>
            <a:off x="5583443" y="2563338"/>
            <a:ext cx="5615314" cy="2285894"/>
            <a:chOff x="5468306" y="2132165"/>
            <a:chExt cx="5615314" cy="22858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E4F2DE-E071-32FA-D0FA-D404DE5B0D94}"/>
                </a:ext>
              </a:extLst>
            </p:cNvPr>
            <p:cNvSpPr txBox="1"/>
            <p:nvPr/>
          </p:nvSpPr>
          <p:spPr>
            <a:xfrm>
              <a:off x="5468306" y="2132165"/>
              <a:ext cx="51607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rgbClr val="00124D"/>
                  </a:solidFill>
                </a:rPr>
                <a:t>PoluSim enables best-in-class strategic forecasting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D5BF57-1231-B965-6A6F-295DA6FBAB46}"/>
                </a:ext>
              </a:extLst>
            </p:cNvPr>
            <p:cNvSpPr txBox="1"/>
            <p:nvPr/>
          </p:nvSpPr>
          <p:spPr>
            <a:xfrm>
              <a:off x="5468306" y="2663733"/>
              <a:ext cx="561531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124D"/>
                </a:buClr>
                <a:buFont typeface="Plus Jakarta Sans" pitchFamily="2" charset="0"/>
                <a:buChar char="↗"/>
                <a:defRPr sz="1050">
                  <a:latin typeface="Gellix" panose="00000500000000000000" pitchFamily="2" charset="0"/>
                </a:defRPr>
              </a:lvl1pPr>
            </a:lstStyle>
            <a:p>
              <a:pPr>
                <a:buFont typeface="Wingdings" panose="05000000000000000000" pitchFamily="2" charset="2"/>
                <a:buChar char="ä"/>
              </a:pPr>
              <a:r>
                <a:rPr lang="en-US" sz="1200">
                  <a:latin typeface="+mn-lt"/>
                </a:rPr>
                <a:t>Facilitates precise prediction of product performance trends</a:t>
              </a:r>
            </a:p>
            <a:p>
              <a:pPr>
                <a:buFont typeface="Wingdings" panose="05000000000000000000" pitchFamily="2" charset="2"/>
                <a:buChar char="ä"/>
              </a:pPr>
              <a:endParaRPr lang="en-US" sz="1200">
                <a:latin typeface="+mn-lt"/>
              </a:endParaRPr>
            </a:p>
            <a:p>
              <a:pPr>
                <a:buFont typeface="Wingdings" panose="05000000000000000000" pitchFamily="2" charset="2"/>
                <a:buChar char="ä"/>
              </a:pPr>
              <a:r>
                <a:rPr lang="en-US" sz="1200">
                  <a:latin typeface="+mn-lt"/>
                </a:rPr>
                <a:t>Ensures a consistent understanding of performance metrics across business units</a:t>
              </a:r>
            </a:p>
            <a:p>
              <a:pPr>
                <a:buFont typeface="Wingdings" panose="05000000000000000000" pitchFamily="2" charset="2"/>
                <a:buChar char="ä"/>
              </a:pPr>
              <a:endParaRPr lang="en-US" sz="1200">
                <a:latin typeface="+mn-lt"/>
              </a:endParaRPr>
            </a:p>
            <a:p>
              <a:pPr>
                <a:buFont typeface="Wingdings" panose="05000000000000000000" pitchFamily="2" charset="2"/>
                <a:buChar char="ä"/>
              </a:pPr>
              <a:r>
                <a:rPr lang="en-US" sz="1200">
                  <a:latin typeface="+mn-lt"/>
                </a:rPr>
                <a:t>Helps identify growth opportunities and integrate them into strategic planning</a:t>
              </a:r>
            </a:p>
            <a:p>
              <a:pPr>
                <a:buFont typeface="Wingdings" panose="05000000000000000000" pitchFamily="2" charset="2"/>
                <a:buChar char="ä"/>
              </a:pPr>
              <a:endParaRPr lang="en-US" sz="1200">
                <a:latin typeface="+mn-lt"/>
              </a:endParaRPr>
            </a:p>
            <a:p>
              <a:pPr>
                <a:buFont typeface="Wingdings" panose="05000000000000000000" pitchFamily="2" charset="2"/>
                <a:buChar char="ä"/>
              </a:pPr>
              <a:r>
                <a:rPr lang="en-US" sz="1200">
                  <a:solidFill>
                    <a:schemeClr val="tx2"/>
                  </a:solidFill>
                  <a:latin typeface="+mn-lt"/>
                </a:rPr>
                <a:t>And more</a:t>
              </a: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1DFBCDF0-3816-E381-840A-E638C3AB09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3443" y="2012185"/>
            <a:ext cx="457200" cy="457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9E1CAD9-95C4-BDF4-946F-76D05674B85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7229" b="13039"/>
          <a:stretch/>
        </p:blipFill>
        <p:spPr>
          <a:xfrm>
            <a:off x="11027811" y="288037"/>
            <a:ext cx="902332" cy="7194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B2EDE-F1B7-F52F-B1DF-F7A477233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10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9615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D9404D8-B129-6A44-05DC-18E1669E97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7" y="665783"/>
            <a:ext cx="9394389" cy="400111"/>
          </a:xfrm>
        </p:spPr>
        <p:txBody>
          <a:bodyPr/>
          <a:lstStyle/>
          <a:p>
            <a:r>
              <a:rPr lang="en-US" sz="2000"/>
              <a:t>We work with you to harmonize data and improve accuracy by at least 20%</a:t>
            </a:r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28D0265-8EF3-550C-3B5F-718C7FD15979}"/>
              </a:ext>
            </a:extLst>
          </p:cNvPr>
          <p:cNvCxnSpPr>
            <a:cxnSpLocks/>
          </p:cNvCxnSpPr>
          <p:nvPr/>
        </p:nvCxnSpPr>
        <p:spPr>
          <a:xfrm flipH="1">
            <a:off x="1767840" y="4372019"/>
            <a:ext cx="457200" cy="707135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3E963D4-D982-DF57-CE2C-A1F2BB4A419B}"/>
              </a:ext>
            </a:extLst>
          </p:cNvPr>
          <p:cNvCxnSpPr/>
          <p:nvPr/>
        </p:nvCxnSpPr>
        <p:spPr>
          <a:xfrm>
            <a:off x="3662005" y="3217581"/>
            <a:ext cx="457200" cy="707135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3BFE504-4947-607E-B488-F9F3CCAFE577}"/>
              </a:ext>
            </a:extLst>
          </p:cNvPr>
          <p:cNvCxnSpPr>
            <a:cxnSpLocks/>
          </p:cNvCxnSpPr>
          <p:nvPr/>
        </p:nvCxnSpPr>
        <p:spPr>
          <a:xfrm flipH="1">
            <a:off x="3662005" y="4372019"/>
            <a:ext cx="457200" cy="707135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FB72557-DB1C-1825-A7B2-D3BB3C4C6BC8}"/>
              </a:ext>
            </a:extLst>
          </p:cNvPr>
          <p:cNvCxnSpPr/>
          <p:nvPr/>
        </p:nvCxnSpPr>
        <p:spPr>
          <a:xfrm>
            <a:off x="1767840" y="3217581"/>
            <a:ext cx="457200" cy="707135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110B87-00FC-618E-2EA8-060252B3BA3D}"/>
              </a:ext>
            </a:extLst>
          </p:cNvPr>
          <p:cNvCxnSpPr>
            <a:cxnSpLocks/>
          </p:cNvCxnSpPr>
          <p:nvPr/>
        </p:nvCxnSpPr>
        <p:spPr>
          <a:xfrm>
            <a:off x="1564115" y="2894415"/>
            <a:ext cx="1446309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B00321-36B1-26BB-C024-1AFBC22367F8}"/>
              </a:ext>
            </a:extLst>
          </p:cNvPr>
          <p:cNvCxnSpPr>
            <a:cxnSpLocks/>
          </p:cNvCxnSpPr>
          <p:nvPr/>
        </p:nvCxnSpPr>
        <p:spPr>
          <a:xfrm>
            <a:off x="2443185" y="4125982"/>
            <a:ext cx="1446309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C3CDA4C-4E8A-5525-ED54-43710097EA1A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2132124" y="5357550"/>
            <a:ext cx="573354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C2C70B27-3DE3-8BFC-833D-5303F7FD0E29}"/>
              </a:ext>
            </a:extLst>
          </p:cNvPr>
          <p:cNvSpPr/>
          <p:nvPr/>
        </p:nvSpPr>
        <p:spPr>
          <a:xfrm>
            <a:off x="991430" y="4784864"/>
            <a:ext cx="1145370" cy="1145370"/>
          </a:xfrm>
          <a:prstGeom prst="ellipse">
            <a:avLst/>
          </a:prstGeom>
          <a:solidFill>
            <a:srgbClr val="D3E2F1"/>
          </a:solidFill>
          <a:ln w="63500">
            <a:solidFill>
              <a:srgbClr val="246E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C241A9-46D6-E375-CBA9-2BD1AE2844D2}"/>
              </a:ext>
            </a:extLst>
          </p:cNvPr>
          <p:cNvSpPr txBox="1"/>
          <p:nvPr/>
        </p:nvSpPr>
        <p:spPr>
          <a:xfrm>
            <a:off x="996107" y="5126717"/>
            <a:ext cx="1136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124D"/>
              </a:buClr>
              <a:buFont typeface="Plus Jakarta Sans" pitchFamily="2" charset="0"/>
              <a:buChar char="↗"/>
              <a:defRPr sz="1050">
                <a:latin typeface="Gellix" panose="00000500000000000000" pitchFamily="2" charset="0"/>
              </a:defRPr>
            </a:lvl1pPr>
          </a:lstStyle>
          <a:p>
            <a:pPr marL="0" indent="0" algn="ctr">
              <a:buNone/>
            </a:pPr>
            <a:r>
              <a:rPr lang="en-US" sz="1200" b="1">
                <a:solidFill>
                  <a:srgbClr val="00124D"/>
                </a:solidFill>
                <a:latin typeface="+mn-lt"/>
              </a:rPr>
              <a:t>Government information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7564B1-B8EF-A2A6-DA14-12697CBF9100}"/>
              </a:ext>
            </a:extLst>
          </p:cNvPr>
          <p:cNvSpPr/>
          <p:nvPr/>
        </p:nvSpPr>
        <p:spPr>
          <a:xfrm>
            <a:off x="5124588" y="1435790"/>
            <a:ext cx="7067412" cy="4688785"/>
          </a:xfrm>
          <a:custGeom>
            <a:avLst/>
            <a:gdLst>
              <a:gd name="connsiteX0" fmla="*/ 293002 w 7067412"/>
              <a:gd name="connsiteY0" fmla="*/ 0 h 4688785"/>
              <a:gd name="connsiteX1" fmla="*/ 7067412 w 7067412"/>
              <a:gd name="connsiteY1" fmla="*/ 0 h 4688785"/>
              <a:gd name="connsiteX2" fmla="*/ 7067412 w 7067412"/>
              <a:gd name="connsiteY2" fmla="*/ 4688785 h 4688785"/>
              <a:gd name="connsiteX3" fmla="*/ 293002 w 7067412"/>
              <a:gd name="connsiteY3" fmla="*/ 4688785 h 4688785"/>
              <a:gd name="connsiteX4" fmla="*/ 0 w 7067412"/>
              <a:gd name="connsiteY4" fmla="*/ 4395783 h 4688785"/>
              <a:gd name="connsiteX5" fmla="*/ 0 w 7067412"/>
              <a:gd name="connsiteY5" fmla="*/ 293002 h 4688785"/>
              <a:gd name="connsiteX6" fmla="*/ 293002 w 7067412"/>
              <a:gd name="connsiteY6" fmla="*/ 0 h 4688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7412" h="4688785">
                <a:moveTo>
                  <a:pt x="293002" y="0"/>
                </a:moveTo>
                <a:lnTo>
                  <a:pt x="7067412" y="0"/>
                </a:lnTo>
                <a:lnTo>
                  <a:pt x="7067412" y="4688785"/>
                </a:lnTo>
                <a:lnTo>
                  <a:pt x="293002" y="4688785"/>
                </a:lnTo>
                <a:cubicBezTo>
                  <a:pt x="131181" y="4688785"/>
                  <a:pt x="0" y="4557604"/>
                  <a:pt x="0" y="4395783"/>
                </a:cubicBezTo>
                <a:lnTo>
                  <a:pt x="0" y="293002"/>
                </a:lnTo>
                <a:cubicBezTo>
                  <a:pt x="0" y="131181"/>
                  <a:pt x="131181" y="0"/>
                  <a:pt x="293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D518C-8DDE-C227-60AA-4E20FCFE96BD}"/>
              </a:ext>
            </a:extLst>
          </p:cNvPr>
          <p:cNvSpPr txBox="1"/>
          <p:nvPr/>
        </p:nvSpPr>
        <p:spPr>
          <a:xfrm>
            <a:off x="818477" y="1514601"/>
            <a:ext cx="37334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124D"/>
                </a:solidFill>
              </a:rPr>
              <a:t>We build customized harmonization setups depending on availability and trust in data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F3B88C1-73F2-FF41-7454-6EA460E667BC}"/>
              </a:ext>
            </a:extLst>
          </p:cNvPr>
          <p:cNvSpPr/>
          <p:nvPr/>
        </p:nvSpPr>
        <p:spPr>
          <a:xfrm>
            <a:off x="991430" y="2321730"/>
            <a:ext cx="1145370" cy="1145370"/>
          </a:xfrm>
          <a:prstGeom prst="ellipse">
            <a:avLst/>
          </a:prstGeom>
          <a:solidFill>
            <a:srgbClr val="246EB9"/>
          </a:solidFill>
          <a:ln w="63500">
            <a:solidFill>
              <a:srgbClr val="D3E2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56B105-187D-0C9C-3214-65CF1D3F9BB7}"/>
              </a:ext>
            </a:extLst>
          </p:cNvPr>
          <p:cNvSpPr/>
          <p:nvPr/>
        </p:nvSpPr>
        <p:spPr>
          <a:xfrm>
            <a:off x="2709485" y="2321730"/>
            <a:ext cx="1145370" cy="1145370"/>
          </a:xfrm>
          <a:prstGeom prst="ellipse">
            <a:avLst/>
          </a:prstGeom>
          <a:solidFill>
            <a:srgbClr val="246EB9"/>
          </a:solidFill>
          <a:ln w="63500">
            <a:solidFill>
              <a:srgbClr val="D3E2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A8D8FB3-0DAE-7001-B797-15C29BEE3DB1}"/>
              </a:ext>
            </a:extLst>
          </p:cNvPr>
          <p:cNvSpPr/>
          <p:nvPr/>
        </p:nvSpPr>
        <p:spPr>
          <a:xfrm>
            <a:off x="1870500" y="3553297"/>
            <a:ext cx="1145370" cy="1145370"/>
          </a:xfrm>
          <a:prstGeom prst="ellipse">
            <a:avLst/>
          </a:prstGeom>
          <a:solidFill>
            <a:srgbClr val="00124D"/>
          </a:solidFill>
          <a:ln w="63500">
            <a:solidFill>
              <a:srgbClr val="D3E2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D2A7824-1FBD-1E0D-E9E1-CDFD64AC3DF7}"/>
              </a:ext>
            </a:extLst>
          </p:cNvPr>
          <p:cNvSpPr/>
          <p:nvPr/>
        </p:nvSpPr>
        <p:spPr>
          <a:xfrm>
            <a:off x="3588555" y="3553297"/>
            <a:ext cx="1145370" cy="1145370"/>
          </a:xfrm>
          <a:prstGeom prst="ellipse">
            <a:avLst/>
          </a:prstGeom>
          <a:solidFill>
            <a:srgbClr val="00124D"/>
          </a:solidFill>
          <a:ln w="63500">
            <a:solidFill>
              <a:srgbClr val="D3E2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0E8B59C-E03F-75FD-F463-67EE1146B2D2}"/>
              </a:ext>
            </a:extLst>
          </p:cNvPr>
          <p:cNvSpPr/>
          <p:nvPr/>
        </p:nvSpPr>
        <p:spPr>
          <a:xfrm>
            <a:off x="2700801" y="4784864"/>
            <a:ext cx="1145370" cy="1145370"/>
          </a:xfrm>
          <a:prstGeom prst="ellipse">
            <a:avLst/>
          </a:prstGeom>
          <a:solidFill>
            <a:srgbClr val="D3E2F1"/>
          </a:solidFill>
          <a:ln w="63500">
            <a:solidFill>
              <a:srgbClr val="246E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5BF57-1231-B965-6A6F-295DA6FBAB46}"/>
              </a:ext>
            </a:extLst>
          </p:cNvPr>
          <p:cNvSpPr txBox="1"/>
          <p:nvPr/>
        </p:nvSpPr>
        <p:spPr>
          <a:xfrm>
            <a:off x="1111569" y="2717226"/>
            <a:ext cx="905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124D"/>
              </a:buClr>
              <a:buFont typeface="Plus Jakarta Sans" pitchFamily="2" charset="0"/>
              <a:buChar char="↗"/>
              <a:defRPr sz="1050">
                <a:latin typeface="Gellix" panose="00000500000000000000" pitchFamily="2" charset="0"/>
              </a:defRPr>
            </a:lvl1pPr>
          </a:lstStyle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  <a:latin typeface="+mn-lt"/>
              </a:rPr>
              <a:t>Company data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8858C7-CE51-4A2A-1258-0F047FCD52BA}"/>
              </a:ext>
            </a:extLst>
          </p:cNvPr>
          <p:cNvSpPr txBox="1"/>
          <p:nvPr/>
        </p:nvSpPr>
        <p:spPr>
          <a:xfrm>
            <a:off x="2829624" y="2571250"/>
            <a:ext cx="905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124D"/>
              </a:buClr>
              <a:buFont typeface="Plus Jakarta Sans" pitchFamily="2" charset="0"/>
              <a:buChar char="↗"/>
              <a:defRPr sz="1050">
                <a:latin typeface="Gellix" panose="00000500000000000000" pitchFamily="2" charset="0"/>
              </a:defRPr>
            </a:lvl1pPr>
          </a:lstStyle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  <a:latin typeface="+mn-lt"/>
              </a:rPr>
              <a:t>Internal market estimates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04DE2E-1363-FE37-C04F-7EA079BEE6AF}"/>
              </a:ext>
            </a:extLst>
          </p:cNvPr>
          <p:cNvSpPr txBox="1"/>
          <p:nvPr/>
        </p:nvSpPr>
        <p:spPr>
          <a:xfrm>
            <a:off x="1974192" y="3924716"/>
            <a:ext cx="905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124D"/>
              </a:buClr>
              <a:buFont typeface="Plus Jakarta Sans" pitchFamily="2" charset="0"/>
              <a:buChar char="↗"/>
              <a:defRPr sz="1050">
                <a:latin typeface="Gellix" panose="00000500000000000000" pitchFamily="2" charset="0"/>
              </a:defRPr>
            </a:lvl1pPr>
          </a:lstStyle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  <a:latin typeface="+mn-lt"/>
              </a:rPr>
              <a:t>3rd party data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34EDBC-1D42-FB97-34F7-00B8945A68D8}"/>
              </a:ext>
            </a:extLst>
          </p:cNvPr>
          <p:cNvSpPr txBox="1"/>
          <p:nvPr/>
        </p:nvSpPr>
        <p:spPr>
          <a:xfrm>
            <a:off x="3648624" y="3924716"/>
            <a:ext cx="1025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124D"/>
              </a:buClr>
              <a:buFont typeface="Plus Jakarta Sans" pitchFamily="2" charset="0"/>
              <a:buChar char="↗"/>
              <a:defRPr sz="1050">
                <a:latin typeface="Gellix" panose="00000500000000000000" pitchFamily="2" charset="0"/>
              </a:defRPr>
            </a:lvl1pPr>
          </a:lstStyle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  <a:latin typeface="+mn-lt"/>
              </a:rPr>
              <a:t>Syndicated data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3AD56A-4EA3-9A8A-0FBD-58D2E0D7AAB4}"/>
              </a:ext>
            </a:extLst>
          </p:cNvPr>
          <p:cNvSpPr txBox="1"/>
          <p:nvPr/>
        </p:nvSpPr>
        <p:spPr>
          <a:xfrm>
            <a:off x="2705478" y="5126717"/>
            <a:ext cx="1136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124D"/>
              </a:buClr>
              <a:buFont typeface="Plus Jakarta Sans" pitchFamily="2" charset="0"/>
              <a:buChar char="↗"/>
              <a:defRPr sz="1050">
                <a:latin typeface="Gellix" panose="00000500000000000000" pitchFamily="2" charset="0"/>
              </a:defRPr>
            </a:lvl1pPr>
          </a:lstStyle>
          <a:p>
            <a:pPr marL="0" indent="0" algn="ctr">
              <a:buNone/>
            </a:pPr>
            <a:r>
              <a:rPr lang="en-US" sz="1200" b="1">
                <a:solidFill>
                  <a:srgbClr val="00124D"/>
                </a:solidFill>
                <a:latin typeface="+mn-lt"/>
              </a:rPr>
              <a:t>Public sources</a:t>
            </a:r>
          </a:p>
        </p:txBody>
      </p:sp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E60FE78A-8645-7736-55A7-851C82F09D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3301833"/>
              </p:ext>
            </p:extLst>
          </p:nvPr>
        </p:nvGraphicFramePr>
        <p:xfrm>
          <a:off x="5573005" y="2500492"/>
          <a:ext cx="6106535" cy="3429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5DCC1C0A-9D64-AF4D-C8D8-E06E68F677FB}"/>
              </a:ext>
            </a:extLst>
          </p:cNvPr>
          <p:cNvSpPr txBox="1"/>
          <p:nvPr/>
        </p:nvSpPr>
        <p:spPr>
          <a:xfrm>
            <a:off x="5573005" y="1699267"/>
            <a:ext cx="6106535" cy="492443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400" b="1"/>
              <a:t>ERROR IN SOURCES VS FINAL SOURCE OF TRUTH</a:t>
            </a:r>
          </a:p>
          <a:p>
            <a:pPr algn="ctr"/>
            <a:r>
              <a:rPr lang="en-US" sz="1200" i="1"/>
              <a:t>Absolute average error across 11k category data points of volume and value data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E740DE9-20DE-96F8-6DAF-77BB1E145D3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7229" b="13039"/>
          <a:stretch/>
        </p:blipFill>
        <p:spPr>
          <a:xfrm>
            <a:off x="11027811" y="288037"/>
            <a:ext cx="902332" cy="7194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ADFE93-00AC-ADD4-F912-95F828E6F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142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D9404D8-B129-6A44-05DC-18E1669E97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7" y="665783"/>
            <a:ext cx="8285330" cy="400111"/>
          </a:xfrm>
        </p:spPr>
        <p:txBody>
          <a:bodyPr/>
          <a:lstStyle/>
          <a:p>
            <a:r>
              <a:rPr lang="en-US" sz="2000"/>
              <a:t>Understand where the gaps of consumption are across types of consumers</a:t>
            </a:r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16A0797-C7B4-DE43-E981-C177E91ACB58}"/>
              </a:ext>
            </a:extLst>
          </p:cNvPr>
          <p:cNvCxnSpPr>
            <a:cxnSpLocks/>
          </p:cNvCxnSpPr>
          <p:nvPr/>
        </p:nvCxnSpPr>
        <p:spPr>
          <a:xfrm>
            <a:off x="895488" y="1123043"/>
            <a:ext cx="11296512" cy="0"/>
          </a:xfrm>
          <a:prstGeom prst="line">
            <a:avLst/>
          </a:prstGeom>
          <a:ln w="6350">
            <a:solidFill>
              <a:srgbClr val="545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EEEB87-D564-52B4-03C8-C2E9EB124DE9}"/>
              </a:ext>
            </a:extLst>
          </p:cNvPr>
          <p:cNvSpPr/>
          <p:nvPr/>
        </p:nvSpPr>
        <p:spPr>
          <a:xfrm>
            <a:off x="900215" y="2507144"/>
            <a:ext cx="10639287" cy="3715051"/>
          </a:xfrm>
          <a:prstGeom prst="roundRect">
            <a:avLst>
              <a:gd name="adj" fmla="val 6249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E926FA-DC8B-703D-032F-2C09088B7F7E}"/>
              </a:ext>
            </a:extLst>
          </p:cNvPr>
          <p:cNvSpPr txBox="1"/>
          <p:nvPr/>
        </p:nvSpPr>
        <p:spPr>
          <a:xfrm>
            <a:off x="985875" y="1567786"/>
            <a:ext cx="4906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124D"/>
                </a:solidFill>
              </a:rPr>
              <a:t>Problem:</a:t>
            </a:r>
            <a:r>
              <a:rPr lang="en-US" sz="1200">
                <a:solidFill>
                  <a:srgbClr val="00124D"/>
                </a:solidFill>
              </a:rPr>
              <a:t> </a:t>
            </a:r>
            <a:r>
              <a:rPr lang="en-US" sz="1200"/>
              <a:t>Traditional gap analyses often overlook detailed consumer segmentation by focusing mainly on total market size, making it challenging to pinpoint under or overserved consumer groups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BB0AAF0-A531-BAF2-1F23-AECC95A11E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7159163"/>
              </p:ext>
            </p:extLst>
          </p:nvPr>
        </p:nvGraphicFramePr>
        <p:xfrm>
          <a:off x="1787790" y="3035094"/>
          <a:ext cx="4639941" cy="2668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0C65205-22CF-7E75-775C-60FAC87CFF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5599677"/>
              </p:ext>
            </p:extLst>
          </p:nvPr>
        </p:nvGraphicFramePr>
        <p:xfrm>
          <a:off x="6674558" y="3035094"/>
          <a:ext cx="4639941" cy="2668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DEB93E2-DD1A-38F4-FFF9-BF68172182EB}"/>
              </a:ext>
            </a:extLst>
          </p:cNvPr>
          <p:cNvSpPr/>
          <p:nvPr/>
        </p:nvSpPr>
        <p:spPr>
          <a:xfrm>
            <a:off x="2251777" y="2808942"/>
            <a:ext cx="3711968" cy="328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124D"/>
                </a:solidFill>
                <a:effectLst/>
                <a:uLnTx/>
                <a:uFillTx/>
              </a:rPr>
              <a:t>South Africa Beer Consumption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124D"/>
              </a:solidFill>
              <a:effectLst/>
              <a:uLnTx/>
              <a:uFillTx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5453B-7164-4F59-8BB4-47258B185387}"/>
              </a:ext>
            </a:extLst>
          </p:cNvPr>
          <p:cNvSpPr/>
          <p:nvPr/>
        </p:nvSpPr>
        <p:spPr>
          <a:xfrm>
            <a:off x="7460657" y="2805479"/>
            <a:ext cx="3067742" cy="328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124D"/>
                </a:solidFill>
                <a:effectLst/>
                <a:uLnTx/>
                <a:uFillTx/>
              </a:rPr>
              <a:t>Tanzania Beer Consumption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124D"/>
              </a:solidFill>
              <a:effectLst/>
              <a:uLnTx/>
              <a:uFillTx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6B0DB10-DD4A-8F8D-5990-8132878D4D82}"/>
              </a:ext>
            </a:extLst>
          </p:cNvPr>
          <p:cNvSpPr/>
          <p:nvPr/>
        </p:nvSpPr>
        <p:spPr>
          <a:xfrm>
            <a:off x="1976986" y="3427128"/>
            <a:ext cx="2727199" cy="546967"/>
          </a:xfrm>
          <a:prstGeom prst="wedgeRoundRectCallout">
            <a:avLst>
              <a:gd name="adj1" fmla="val 42357"/>
              <a:gd name="adj2" fmla="val 8227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Consumers in South Africa are spending close to as much as they reasonably can afford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778D10-6DB8-2916-7F94-948E0F29FCE9}"/>
              </a:ext>
            </a:extLst>
          </p:cNvPr>
          <p:cNvCxnSpPr/>
          <p:nvPr/>
        </p:nvCxnSpPr>
        <p:spPr>
          <a:xfrm>
            <a:off x="5140339" y="5662633"/>
            <a:ext cx="11682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5FBAFE-5EAA-0681-8DCC-335268FE9411}"/>
              </a:ext>
            </a:extLst>
          </p:cNvPr>
          <p:cNvSpPr txBox="1"/>
          <p:nvPr/>
        </p:nvSpPr>
        <p:spPr>
          <a:xfrm>
            <a:off x="5037803" y="5662634"/>
            <a:ext cx="1389929" cy="246221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Income of consumer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71976F-DE36-656A-B60B-53FACA31B601}"/>
              </a:ext>
            </a:extLst>
          </p:cNvPr>
          <p:cNvCxnSpPr/>
          <p:nvPr/>
        </p:nvCxnSpPr>
        <p:spPr>
          <a:xfrm>
            <a:off x="9950879" y="5662633"/>
            <a:ext cx="11682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8EC735-4550-154A-29ED-A31C789AC877}"/>
              </a:ext>
            </a:extLst>
          </p:cNvPr>
          <p:cNvSpPr txBox="1"/>
          <p:nvPr/>
        </p:nvSpPr>
        <p:spPr>
          <a:xfrm>
            <a:off x="9764816" y="5662634"/>
            <a:ext cx="1389929" cy="246221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Income of consumer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7C7590A7-49C8-C3CA-476D-4444203E952E}"/>
              </a:ext>
            </a:extLst>
          </p:cNvPr>
          <p:cNvSpPr/>
          <p:nvPr/>
        </p:nvSpPr>
        <p:spPr>
          <a:xfrm>
            <a:off x="5778732" y="3799164"/>
            <a:ext cx="3474238" cy="620350"/>
          </a:xfrm>
          <a:prstGeom prst="wedgeRoundRectCallout">
            <a:avLst>
              <a:gd name="adj1" fmla="val -61934"/>
              <a:gd name="adj2" fmla="val -99904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Darker shades represent current consumption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Lighter shades represent maximum consumption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3AF8D0-C556-C1C9-57AF-389B60DE4B44}"/>
              </a:ext>
            </a:extLst>
          </p:cNvPr>
          <p:cNvSpPr txBox="1"/>
          <p:nvPr/>
        </p:nvSpPr>
        <p:spPr>
          <a:xfrm>
            <a:off x="1125217" y="2917127"/>
            <a:ext cx="1078319" cy="40011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Consumption per capita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A65C51-25DE-55B9-8363-8CC856A68236}"/>
              </a:ext>
            </a:extLst>
          </p:cNvPr>
          <p:cNvSpPr txBox="1"/>
          <p:nvPr/>
        </p:nvSpPr>
        <p:spPr>
          <a:xfrm>
            <a:off x="6266610" y="1567786"/>
            <a:ext cx="4906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124D"/>
                </a:solidFill>
              </a:rPr>
              <a:t>Solution:</a:t>
            </a:r>
            <a:r>
              <a:rPr lang="en-US" sz="1200">
                <a:solidFill>
                  <a:srgbClr val="00124D"/>
                </a:solidFill>
              </a:rPr>
              <a:t> </a:t>
            </a:r>
            <a:r>
              <a:rPr lang="en-US" sz="1200"/>
              <a:t>The PACE product provides detailed insights into how much each consumer segment could potentially spend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5AD0D5-752B-6670-24D0-B2D592682437}"/>
              </a:ext>
            </a:extLst>
          </p:cNvPr>
          <p:cNvCxnSpPr>
            <a:cxnSpLocks/>
          </p:cNvCxnSpPr>
          <p:nvPr/>
        </p:nvCxnSpPr>
        <p:spPr>
          <a:xfrm flipV="1">
            <a:off x="6096000" y="1567850"/>
            <a:ext cx="0" cy="953979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chemeClr val="accent1">
                    <a:lumMod val="5000"/>
                    <a:lumOff val="95000"/>
                  </a:schemeClr>
                </a:gs>
                <a:gs pos="50000">
                  <a:srgbClr val="00124D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A0343BDC-A18B-FE67-39B9-66977FAE9BBB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86" t="980" r="1486" b="980"/>
          <a:stretch>
            <a:fillRect/>
          </a:stretch>
        </p:blipFill>
        <p:spPr>
          <a:xfrm>
            <a:off x="11159162" y="306734"/>
            <a:ext cx="658779" cy="658779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C9725-E124-36A3-1C3A-8FA79A7EA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12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4090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D9404D8-B129-6A44-05DC-18E1669E97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7" y="665783"/>
            <a:ext cx="7551800" cy="400111"/>
          </a:xfrm>
        </p:spPr>
        <p:txBody>
          <a:bodyPr/>
          <a:lstStyle/>
          <a:p>
            <a:r>
              <a:rPr lang="en-US" sz="2000"/>
              <a:t>PACE identifies pockets of opportunity with precision</a:t>
            </a:r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D8A2D90-BD68-CD1B-5B0E-D03EA2E64FE4}"/>
              </a:ext>
            </a:extLst>
          </p:cNvPr>
          <p:cNvSpPr/>
          <p:nvPr/>
        </p:nvSpPr>
        <p:spPr>
          <a:xfrm>
            <a:off x="6614946" y="1435790"/>
            <a:ext cx="5577054" cy="4864842"/>
          </a:xfrm>
          <a:custGeom>
            <a:avLst/>
            <a:gdLst>
              <a:gd name="connsiteX0" fmla="*/ 304004 w 5577054"/>
              <a:gd name="connsiteY0" fmla="*/ 0 h 4864842"/>
              <a:gd name="connsiteX1" fmla="*/ 5577054 w 5577054"/>
              <a:gd name="connsiteY1" fmla="*/ 0 h 4864842"/>
              <a:gd name="connsiteX2" fmla="*/ 5577054 w 5577054"/>
              <a:gd name="connsiteY2" fmla="*/ 4864842 h 4864842"/>
              <a:gd name="connsiteX3" fmla="*/ 304004 w 5577054"/>
              <a:gd name="connsiteY3" fmla="*/ 4864842 h 4864842"/>
              <a:gd name="connsiteX4" fmla="*/ 0 w 5577054"/>
              <a:gd name="connsiteY4" fmla="*/ 4560838 h 4864842"/>
              <a:gd name="connsiteX5" fmla="*/ 0 w 5577054"/>
              <a:gd name="connsiteY5" fmla="*/ 304004 h 4864842"/>
              <a:gd name="connsiteX6" fmla="*/ 304004 w 5577054"/>
              <a:gd name="connsiteY6" fmla="*/ 0 h 486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054" h="4864842">
                <a:moveTo>
                  <a:pt x="304004" y="0"/>
                </a:moveTo>
                <a:lnTo>
                  <a:pt x="5577054" y="0"/>
                </a:lnTo>
                <a:lnTo>
                  <a:pt x="5577054" y="4864842"/>
                </a:lnTo>
                <a:lnTo>
                  <a:pt x="304004" y="4864842"/>
                </a:lnTo>
                <a:cubicBezTo>
                  <a:pt x="136107" y="4864842"/>
                  <a:pt x="0" y="4728735"/>
                  <a:pt x="0" y="4560838"/>
                </a:cubicBezTo>
                <a:lnTo>
                  <a:pt x="0" y="304004"/>
                </a:lnTo>
                <a:cubicBezTo>
                  <a:pt x="0" y="136107"/>
                  <a:pt x="136107" y="0"/>
                  <a:pt x="304004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60000"/>
            </a:schemeClr>
          </a:solidFill>
          <a:ln>
            <a:noFill/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16A0797-C7B4-DE43-E981-C177E91ACB58}"/>
              </a:ext>
            </a:extLst>
          </p:cNvPr>
          <p:cNvCxnSpPr>
            <a:cxnSpLocks/>
          </p:cNvCxnSpPr>
          <p:nvPr/>
        </p:nvCxnSpPr>
        <p:spPr>
          <a:xfrm>
            <a:off x="895488" y="1123043"/>
            <a:ext cx="11296512" cy="0"/>
          </a:xfrm>
          <a:prstGeom prst="line">
            <a:avLst/>
          </a:prstGeom>
          <a:ln w="6350">
            <a:solidFill>
              <a:srgbClr val="5454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E926FA-DC8B-703D-032F-2C09088B7F7E}"/>
              </a:ext>
            </a:extLst>
          </p:cNvPr>
          <p:cNvSpPr txBox="1"/>
          <p:nvPr/>
        </p:nvSpPr>
        <p:spPr>
          <a:xfrm>
            <a:off x="985876" y="1567786"/>
            <a:ext cx="5110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124D"/>
                </a:solidFill>
              </a:rPr>
              <a:t>Problem:</a:t>
            </a:r>
            <a:r>
              <a:rPr lang="en-US" sz="1200">
                <a:solidFill>
                  <a:srgbClr val="00124D"/>
                </a:solidFill>
              </a:rPr>
              <a:t> </a:t>
            </a:r>
            <a:r>
              <a:rPr lang="en-US" sz="1200"/>
              <a:t>Looking only at population and / or GDP provides a limited view of what a true relevant consumer base looks like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A65C51-25DE-55B9-8363-8CC856A68236}"/>
              </a:ext>
            </a:extLst>
          </p:cNvPr>
          <p:cNvSpPr txBox="1"/>
          <p:nvPr/>
        </p:nvSpPr>
        <p:spPr>
          <a:xfrm>
            <a:off x="985876" y="2410072"/>
            <a:ext cx="5424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124D"/>
                </a:solidFill>
              </a:rPr>
              <a:t>Solution:</a:t>
            </a:r>
            <a:r>
              <a:rPr lang="en-US" sz="1200">
                <a:solidFill>
                  <a:srgbClr val="00124D"/>
                </a:solidFill>
              </a:rPr>
              <a:t> </a:t>
            </a:r>
            <a:r>
              <a:rPr lang="en-US" sz="1200"/>
              <a:t>By deploying the PACE product, Tellusant enhances internet access targeting by connecting with consumers more effectively than using population data alone, predicting internet accessibility in over </a:t>
            </a:r>
            <a:r>
              <a:rPr lang="en-US" sz="1200" b="1"/>
              <a:t>20 subnational locations</a:t>
            </a:r>
            <a:r>
              <a:rPr lang="en-US" sz="1200"/>
              <a:t> with remarkable </a:t>
            </a:r>
            <a:r>
              <a:rPr lang="en-US" sz="1200" b="1"/>
              <a:t>80x</a:t>
            </a:r>
            <a:r>
              <a:rPr lang="en-US" sz="1200"/>
              <a:t> accuracy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D82DDF-4984-A912-A1FB-6C31238C9967}"/>
              </a:ext>
            </a:extLst>
          </p:cNvPr>
          <p:cNvGrpSpPr/>
          <p:nvPr/>
        </p:nvGrpSpPr>
        <p:grpSpPr>
          <a:xfrm>
            <a:off x="1386133" y="3462394"/>
            <a:ext cx="3643285" cy="2972038"/>
            <a:chOff x="985876" y="3678513"/>
            <a:chExt cx="3754671" cy="3062902"/>
          </a:xfrm>
        </p:grpSpPr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7536D438-884B-A7B7-38CF-4223F8C282A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73061398"/>
                </p:ext>
              </p:extLst>
            </p:nvPr>
          </p:nvGraphicFramePr>
          <p:xfrm>
            <a:off x="1314339" y="4371010"/>
            <a:ext cx="3097744" cy="23704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0931737-2231-98BD-DE41-2C46A9903FCA}"/>
                </a:ext>
              </a:extLst>
            </p:cNvPr>
            <p:cNvSpPr txBox="1"/>
            <p:nvPr/>
          </p:nvSpPr>
          <p:spPr>
            <a:xfrm>
              <a:off x="985876" y="3678513"/>
              <a:ext cx="3754671" cy="713669"/>
            </a:xfrm>
            <a:prstGeom prst="rect">
              <a:avLst/>
            </a:prstGeom>
            <a:noFill/>
          </p:spPr>
          <p:txBody>
            <a:bodyPr wrap="square" lIns="45720" tIns="45720" rIns="45720" bIns="4572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ACCURACY OF MEASURE AT PREDICTING INTERNET ACCESS IN SUBDIVISIONS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Expressed as percentage of variation explained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0BAF2B-49CB-2FA6-3CA3-EE1DA7FFD5FB}"/>
              </a:ext>
            </a:extLst>
          </p:cNvPr>
          <p:cNvGrpSpPr/>
          <p:nvPr/>
        </p:nvGrpSpPr>
        <p:grpSpPr>
          <a:xfrm>
            <a:off x="7156342" y="1847850"/>
            <a:ext cx="4645240" cy="4207145"/>
            <a:chOff x="6478605" y="1408176"/>
            <a:chExt cx="5351552" cy="4846844"/>
          </a:xfrm>
        </p:grpSpPr>
        <p:graphicFrame>
          <p:nvGraphicFramePr>
            <p:cNvPr id="27" name="Chart 26">
              <a:extLst>
                <a:ext uri="{FF2B5EF4-FFF2-40B4-BE49-F238E27FC236}">
                  <a16:creationId xmlns:a16="http://schemas.microsoft.com/office/drawing/2014/main" id="{63F24AF0-ECE4-3E05-3177-95207ADDF09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29736281"/>
                </p:ext>
              </p:extLst>
            </p:nvPr>
          </p:nvGraphicFramePr>
          <p:xfrm>
            <a:off x="6478605" y="1408176"/>
            <a:ext cx="5351552" cy="484684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28A4DF-8C46-C972-3028-07EB1470D40B}"/>
                </a:ext>
              </a:extLst>
            </p:cNvPr>
            <p:cNvCxnSpPr>
              <a:cxnSpLocks/>
            </p:cNvCxnSpPr>
            <p:nvPr/>
          </p:nvCxnSpPr>
          <p:spPr>
            <a:xfrm rot="21426720" flipH="1">
              <a:off x="8233342" y="2055884"/>
              <a:ext cx="2302278" cy="351885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903205-32A5-B8C3-C7D2-AB6F547B5F4B}"/>
                </a:ext>
              </a:extLst>
            </p:cNvPr>
            <p:cNvSpPr txBox="1"/>
            <p:nvPr/>
          </p:nvSpPr>
          <p:spPr>
            <a:xfrm rot="18002061">
              <a:off x="7672382" y="4392366"/>
              <a:ext cx="2219636" cy="283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Roboto regular" panose="02000000000000000000" pitchFamily="2" charset="0"/>
                </a:rPr>
                <a:t>Peak Target Consumption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FC28CB7-D58E-DE7E-6CAC-D1E7E0EADF35}"/>
              </a:ext>
            </a:extLst>
          </p:cNvPr>
          <p:cNvCxnSpPr/>
          <p:nvPr/>
        </p:nvCxnSpPr>
        <p:spPr>
          <a:xfrm>
            <a:off x="895488" y="2357455"/>
            <a:ext cx="4209912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chemeClr val="accent1">
                    <a:lumMod val="5000"/>
                    <a:lumOff val="95000"/>
                  </a:schemeClr>
                </a:gs>
                <a:gs pos="50000">
                  <a:srgbClr val="00124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180B66B6-11DA-6D6C-611C-39A720790B9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86" t="980" r="1486" b="980"/>
          <a:stretch>
            <a:fillRect/>
          </a:stretch>
        </p:blipFill>
        <p:spPr>
          <a:xfrm>
            <a:off x="11159162" y="306734"/>
            <a:ext cx="658779" cy="658779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61EA3-23C3-6B03-7488-86B9AEEC7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8271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5E1B10-B662-5668-673E-F4BD70A1B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896367"/>
              </p:ext>
            </p:extLst>
          </p:nvPr>
        </p:nvGraphicFramePr>
        <p:xfrm>
          <a:off x="2249228" y="1430867"/>
          <a:ext cx="4277360" cy="339513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614680">
                  <a:extLst>
                    <a:ext uri="{9D8B030D-6E8A-4147-A177-3AD203B41FA5}">
                      <a16:colId xmlns:a16="http://schemas.microsoft.com/office/drawing/2014/main" val="1329322710"/>
                    </a:ext>
                  </a:extLst>
                </a:gridCol>
                <a:gridCol w="3662680">
                  <a:extLst>
                    <a:ext uri="{9D8B030D-6E8A-4147-A177-3AD203B41FA5}">
                      <a16:colId xmlns:a16="http://schemas.microsoft.com/office/drawing/2014/main" val="3032428755"/>
                    </a:ext>
                  </a:extLst>
                </a:gridCol>
              </a:tblGrid>
              <a:tr h="679027">
                <a:tc>
                  <a:txBody>
                    <a:bodyPr/>
                    <a:lstStyle/>
                    <a:p>
                      <a:r>
                        <a:rPr lang="en-US" b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Tellusant Overview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663183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 b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Example of Impacts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627483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Complete Process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984490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Conclusions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88458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45187"/>
                  </a:ext>
                </a:extLst>
              </a:tr>
            </a:tbl>
          </a:graphicData>
        </a:graphic>
      </p:graphicFrame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032F31EA-5C9B-8758-91C8-B31FA70AD89F}"/>
              </a:ext>
            </a:extLst>
          </p:cNvPr>
          <p:cNvSpPr txBox="1">
            <a:spLocks/>
          </p:cNvSpPr>
          <p:nvPr/>
        </p:nvSpPr>
        <p:spPr>
          <a:xfrm>
            <a:off x="2249228" y="741983"/>
            <a:ext cx="4689074" cy="4001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/>
              <a:t>Agenda</a:t>
            </a:r>
            <a:endParaRPr lang="en-US" sz="4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9448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D1555B-C4BC-8440-A080-179E169009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Five key steps to strategic forecasting with PoluSim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108405-7C7D-A44C-DA1C-13EE423936BE}"/>
              </a:ext>
            </a:extLst>
          </p:cNvPr>
          <p:cNvSpPr txBox="1"/>
          <p:nvPr/>
        </p:nvSpPr>
        <p:spPr>
          <a:xfrm>
            <a:off x="724581" y="1253307"/>
            <a:ext cx="10742839" cy="24479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b">
            <a:noAutofit/>
          </a:bodyPr>
          <a:lstStyle/>
          <a:p>
            <a:pPr algn="ctr"/>
            <a:r>
              <a:rPr lang="en-US" sz="1600" b="1">
                <a:solidFill>
                  <a:srgbClr val="00124D"/>
                </a:solidFill>
              </a:rPr>
              <a:t>Managed by Tellusant</a:t>
            </a:r>
          </a:p>
          <a:p>
            <a:pPr algn="ctr"/>
            <a:r>
              <a:rPr lang="en-US" sz="1600" i="1">
                <a:solidFill>
                  <a:srgbClr val="00124D"/>
                </a:solidFill>
              </a:rPr>
              <a:t>Aligned with company</a:t>
            </a:r>
          </a:p>
          <a:p>
            <a:pPr algn="ctr"/>
            <a:r>
              <a:rPr lang="en-US" sz="1600" i="1">
                <a:solidFill>
                  <a:srgbClr val="00124D"/>
                </a:solidFill>
              </a:rPr>
              <a:t>Always available in PoluSim</a:t>
            </a:r>
          </a:p>
          <a:p>
            <a:pPr algn="ctr"/>
            <a:endParaRPr lang="en-US" sz="1600" i="1">
              <a:solidFill>
                <a:srgbClr val="00124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013FE-9477-5945-DC88-F04590644C21}"/>
              </a:ext>
            </a:extLst>
          </p:cNvPr>
          <p:cNvSpPr txBox="1"/>
          <p:nvPr/>
        </p:nvSpPr>
        <p:spPr>
          <a:xfrm>
            <a:off x="1374283" y="4988660"/>
            <a:ext cx="9443434" cy="14639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00124D"/>
                </a:solidFill>
              </a:rPr>
              <a:t>Managed by company</a:t>
            </a:r>
          </a:p>
          <a:p>
            <a:pPr algn="ctr"/>
            <a:r>
              <a:rPr lang="en-US" sz="1600" i="1">
                <a:solidFill>
                  <a:srgbClr val="00124D"/>
                </a:solidFill>
              </a:rPr>
              <a:t>Support available from</a:t>
            </a:r>
          </a:p>
          <a:p>
            <a:pPr algn="ctr"/>
            <a:r>
              <a:rPr lang="en-US" sz="1600" i="1">
                <a:solidFill>
                  <a:srgbClr val="00124D"/>
                </a:solidFill>
              </a:rPr>
              <a:t>Tellusant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5254FE-3CEC-F204-7488-BDBEC6632746}"/>
              </a:ext>
            </a:extLst>
          </p:cNvPr>
          <p:cNvGrpSpPr/>
          <p:nvPr/>
        </p:nvGrpSpPr>
        <p:grpSpPr>
          <a:xfrm>
            <a:off x="1829293" y="1628877"/>
            <a:ext cx="8533414" cy="4806234"/>
            <a:chOff x="1829293" y="1628877"/>
            <a:chExt cx="8533414" cy="480623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05B759F-87A7-36C3-B5C4-E74FE4A4AC03}"/>
                </a:ext>
              </a:extLst>
            </p:cNvPr>
            <p:cNvSpPr/>
            <p:nvPr/>
          </p:nvSpPr>
          <p:spPr>
            <a:xfrm>
              <a:off x="1966452" y="1628877"/>
              <a:ext cx="8259097" cy="4680776"/>
            </a:xfrm>
            <a:prstGeom prst="ellipse">
              <a:avLst/>
            </a:prstGeom>
            <a:noFill/>
            <a:ln w="44450">
              <a:solidFill>
                <a:srgbClr val="00124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7E22AD7-0481-2ABA-998A-E78D932CB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112704">
              <a:off x="8284036" y="1890194"/>
              <a:ext cx="274320" cy="274320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D559F587-CA66-7175-1190-E71E60871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327900">
              <a:off x="6267113" y="6160791"/>
              <a:ext cx="274320" cy="27432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674841F9-027E-D905-AC9F-BA5095D7F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565815">
              <a:off x="3513900" y="1960387"/>
              <a:ext cx="274320" cy="27432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DCF50D9-5F94-D375-612C-1A6462346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10088387" y="3742714"/>
              <a:ext cx="274320" cy="274320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2AC333F8-966F-3860-FECD-C5DD3A1BA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 flipV="1">
              <a:off x="1829293" y="3787863"/>
              <a:ext cx="274320" cy="274320"/>
            </a:xfrm>
            <a:prstGeom prst="rect">
              <a:avLst/>
            </a:prstGeom>
          </p:spPr>
        </p:pic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15FD31F-820F-0BCD-D704-7C44C49CB1A9}"/>
              </a:ext>
            </a:extLst>
          </p:cNvPr>
          <p:cNvSpPr/>
          <p:nvPr/>
        </p:nvSpPr>
        <p:spPr>
          <a:xfrm>
            <a:off x="900113" y="2441575"/>
            <a:ext cx="3400425" cy="1057275"/>
          </a:xfrm>
          <a:prstGeom prst="roundRect">
            <a:avLst/>
          </a:prstGeom>
          <a:solidFill>
            <a:schemeClr val="bg1"/>
          </a:solidFill>
          <a:ln>
            <a:solidFill>
              <a:srgbClr val="00124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rgbClr val="00124D"/>
                </a:solidFill>
              </a:rPr>
              <a:t>Forecast Enhancements</a:t>
            </a:r>
            <a:endParaRPr lang="en-US" b="1">
              <a:solidFill>
                <a:srgbClr val="00124D"/>
              </a:solidFill>
            </a:endParaRPr>
          </a:p>
          <a:p>
            <a:endParaRPr lang="en-US" sz="1200" b="1">
              <a:solidFill>
                <a:schemeClr val="tx1"/>
              </a:solidFill>
            </a:endParaRPr>
          </a:p>
          <a:p>
            <a:pPr marL="171450" indent="-171450">
              <a:buClr>
                <a:srgbClr val="00124D"/>
              </a:buClr>
              <a:buFont typeface="Wingdings" panose="05000000000000000000" pitchFamily="2" charset="2"/>
              <a:buChar char="ä"/>
            </a:pPr>
            <a:r>
              <a:rPr lang="en-US" sz="1100">
                <a:solidFill>
                  <a:schemeClr val="tx1"/>
                </a:solidFill>
              </a:rPr>
              <a:t>Tellusant updates to forecasts and PoluSim</a:t>
            </a:r>
          </a:p>
          <a:p>
            <a:pPr marL="171450" indent="-171450">
              <a:buClr>
                <a:srgbClr val="00124D"/>
              </a:buClr>
              <a:buFont typeface="Wingdings" panose="05000000000000000000" pitchFamily="2" charset="2"/>
              <a:buChar char="ä"/>
            </a:pPr>
            <a:r>
              <a:rPr lang="en-US" sz="1100">
                <a:solidFill>
                  <a:schemeClr val="tx1"/>
                </a:solidFill>
              </a:rPr>
              <a:t>Updates not required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6706E1-7CAE-7F63-5433-8A48964EE7B5}"/>
              </a:ext>
            </a:extLst>
          </p:cNvPr>
          <p:cNvSpPr/>
          <p:nvPr/>
        </p:nvSpPr>
        <p:spPr>
          <a:xfrm>
            <a:off x="4429125" y="1335754"/>
            <a:ext cx="3400425" cy="1057275"/>
          </a:xfrm>
          <a:prstGeom prst="roundRect">
            <a:avLst/>
          </a:prstGeom>
          <a:solidFill>
            <a:srgbClr val="00124D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/>
              <a:t>Base Forecasts</a:t>
            </a:r>
          </a:p>
          <a:p>
            <a:pPr algn="ctr"/>
            <a:endParaRPr lang="en-US" sz="1100" b="1"/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ä"/>
            </a:pPr>
            <a:r>
              <a:rPr lang="en-US" sz="1100"/>
              <a:t>Based on consistent, proven demand drivers</a:t>
            </a:r>
          </a:p>
          <a:p>
            <a:pPr marL="171450" indent="-171450">
              <a:buClr>
                <a:schemeClr val="bg1"/>
              </a:buClr>
              <a:buFont typeface="Wingdings" panose="05000000000000000000" pitchFamily="2" charset="2"/>
              <a:buChar char="ä"/>
            </a:pPr>
            <a:r>
              <a:rPr lang="en-US" sz="1100"/>
              <a:t>Updated 2-4x per year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38199A6-7302-2A94-045A-37E518C84CB4}"/>
              </a:ext>
            </a:extLst>
          </p:cNvPr>
          <p:cNvSpPr/>
          <p:nvPr/>
        </p:nvSpPr>
        <p:spPr>
          <a:xfrm>
            <a:off x="7958138" y="2441575"/>
            <a:ext cx="3400425" cy="1057275"/>
          </a:xfrm>
          <a:prstGeom prst="roundRect">
            <a:avLst/>
          </a:prstGeom>
          <a:solidFill>
            <a:schemeClr val="bg1"/>
          </a:solidFill>
          <a:ln>
            <a:solidFill>
              <a:srgbClr val="00124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rgbClr val="00124D"/>
                </a:solidFill>
              </a:rPr>
              <a:t>Scenarios</a:t>
            </a:r>
            <a:endParaRPr lang="en-US" sz="1800" b="1">
              <a:solidFill>
                <a:srgbClr val="00124D"/>
              </a:solidFill>
            </a:endParaRPr>
          </a:p>
          <a:p>
            <a:endParaRPr lang="en-US" sz="1200" b="1">
              <a:solidFill>
                <a:srgbClr val="00124D"/>
              </a:solidFill>
            </a:endParaRPr>
          </a:p>
          <a:p>
            <a:pPr marL="171450" indent="-171450">
              <a:buClr>
                <a:srgbClr val="00124D"/>
              </a:buClr>
              <a:buFont typeface="Wingdings" panose="05000000000000000000" pitchFamily="2" charset="2"/>
              <a:buChar char="ä"/>
            </a:pPr>
            <a:r>
              <a:rPr lang="en-US" sz="1100">
                <a:solidFill>
                  <a:schemeClr val="tx1"/>
                </a:solidFill>
              </a:rPr>
              <a:t>Baseline scenarios provide realistic ranges</a:t>
            </a:r>
          </a:p>
          <a:p>
            <a:pPr marL="171450" indent="-171450">
              <a:buClr>
                <a:srgbClr val="00124D"/>
              </a:buClr>
              <a:buFont typeface="Wingdings" panose="05000000000000000000" pitchFamily="2" charset="2"/>
              <a:buChar char="ä"/>
            </a:pPr>
            <a:r>
              <a:rPr lang="en-US" sz="1100">
                <a:solidFill>
                  <a:schemeClr val="tx1"/>
                </a:solidFill>
              </a:rPr>
              <a:t>Based on economic conditions, consumer trends (customized)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9B8949E-8400-69C1-FF35-4FC2CE69BE07}"/>
              </a:ext>
            </a:extLst>
          </p:cNvPr>
          <p:cNvSpPr/>
          <p:nvPr/>
        </p:nvSpPr>
        <p:spPr>
          <a:xfrm>
            <a:off x="1566863" y="5111725"/>
            <a:ext cx="3400425" cy="1057275"/>
          </a:xfrm>
          <a:prstGeom prst="roundRect">
            <a:avLst/>
          </a:prstGeom>
          <a:solidFill>
            <a:schemeClr val="bg1"/>
          </a:solidFill>
          <a:ln>
            <a:solidFill>
              <a:srgbClr val="00124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rgbClr val="00124D"/>
                </a:solidFill>
              </a:rPr>
              <a:t>Company Alignment</a:t>
            </a:r>
            <a:endParaRPr lang="en-US" b="1">
              <a:solidFill>
                <a:srgbClr val="00124D"/>
              </a:solidFill>
            </a:endParaRPr>
          </a:p>
          <a:p>
            <a:endParaRPr lang="en-US" sz="1200" b="1">
              <a:solidFill>
                <a:srgbClr val="00124D"/>
              </a:solidFill>
            </a:endParaRPr>
          </a:p>
          <a:p>
            <a:pPr marL="171450" indent="-171450">
              <a:buClr>
                <a:srgbClr val="00124D"/>
              </a:buClr>
              <a:buFont typeface="Wingdings" panose="05000000000000000000" pitchFamily="2" charset="2"/>
              <a:buChar char="ä"/>
            </a:pPr>
            <a:r>
              <a:rPr lang="en-US" sz="1100">
                <a:solidFill>
                  <a:schemeClr val="tx1"/>
                </a:solidFill>
              </a:rPr>
              <a:t>Adjustments transparent to all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0769212-FCF8-8D73-1724-9C536FB663A1}"/>
              </a:ext>
            </a:extLst>
          </p:cNvPr>
          <p:cNvSpPr/>
          <p:nvPr/>
        </p:nvSpPr>
        <p:spPr>
          <a:xfrm>
            <a:off x="7255900" y="5111725"/>
            <a:ext cx="3400425" cy="1057275"/>
          </a:xfrm>
          <a:prstGeom prst="roundRect">
            <a:avLst/>
          </a:prstGeom>
          <a:solidFill>
            <a:schemeClr val="bg1"/>
          </a:solidFill>
          <a:ln>
            <a:solidFill>
              <a:srgbClr val="00124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>
                <a:solidFill>
                  <a:srgbClr val="00124D"/>
                </a:solidFill>
              </a:rPr>
              <a:t>Teams Add Adjustments</a:t>
            </a:r>
            <a:endParaRPr lang="en-US" b="1">
              <a:solidFill>
                <a:srgbClr val="00124D"/>
              </a:solidFill>
            </a:endParaRPr>
          </a:p>
          <a:p>
            <a:endParaRPr lang="en-US" sz="1200" b="1">
              <a:solidFill>
                <a:srgbClr val="00124D"/>
              </a:solidFill>
            </a:endParaRPr>
          </a:p>
          <a:p>
            <a:pPr marL="171450" indent="-171450">
              <a:buClr>
                <a:srgbClr val="00124D"/>
              </a:buClr>
              <a:buFont typeface="Wingdings" panose="05000000000000000000" pitchFamily="2" charset="2"/>
              <a:buChar char="ä"/>
            </a:pPr>
            <a:r>
              <a:rPr lang="en-US" sz="1100">
                <a:solidFill>
                  <a:schemeClr val="tx1"/>
                </a:solidFill>
              </a:rPr>
              <a:t>Determine most realistic scenarios</a:t>
            </a:r>
          </a:p>
          <a:p>
            <a:pPr marL="171450" indent="-171450">
              <a:buClr>
                <a:srgbClr val="00124D"/>
              </a:buClr>
              <a:buFont typeface="Wingdings" panose="05000000000000000000" pitchFamily="2" charset="2"/>
              <a:buChar char="ä"/>
            </a:pPr>
            <a:r>
              <a:rPr lang="en-US" sz="1100">
                <a:solidFill>
                  <a:schemeClr val="tx1"/>
                </a:solidFill>
              </a:rPr>
              <a:t>Add flexible adjustments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820B088-25DA-C70C-0320-C0175D10E3D2}"/>
              </a:ext>
            </a:extLst>
          </p:cNvPr>
          <p:cNvSpPr/>
          <p:nvPr/>
        </p:nvSpPr>
        <p:spPr>
          <a:xfrm>
            <a:off x="8553768" y="4125605"/>
            <a:ext cx="2381250" cy="740389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Baseline Forecasts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59033B1-117E-6485-1D3C-6C3ED1797255}"/>
              </a:ext>
            </a:extLst>
          </p:cNvPr>
          <p:cNvSpPr/>
          <p:nvPr/>
        </p:nvSpPr>
        <p:spPr>
          <a:xfrm>
            <a:off x="1256983" y="4144655"/>
            <a:ext cx="2381250" cy="740389"/>
          </a:xfrm>
          <a:prstGeom prst="round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Fully Custom Forecasts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Updated anytime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DB5E271-774F-A52C-42FB-B89EDF62EC0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7229" b="13039"/>
          <a:stretch/>
        </p:blipFill>
        <p:spPr>
          <a:xfrm>
            <a:off x="11027811" y="288037"/>
            <a:ext cx="902332" cy="71945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061EE-C8E5-4BCC-C04E-7BB1881BE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6230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0DB782-71BA-2C6C-FBD3-391551EC23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Companies today struggle with many forecasting issues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DFBC5-C0F6-956B-4E0A-9E1FE463CB56}"/>
              </a:ext>
            </a:extLst>
          </p:cNvPr>
          <p:cNvSpPr txBox="1"/>
          <p:nvPr/>
        </p:nvSpPr>
        <p:spPr>
          <a:xfrm>
            <a:off x="701233" y="2014478"/>
            <a:ext cx="6057107" cy="2462213"/>
          </a:xfrm>
          <a:prstGeom prst="rect">
            <a:avLst/>
          </a:prstGeom>
          <a:noFill/>
        </p:spPr>
        <p:txBody>
          <a:bodyPr wrap="none" lIns="45720" tIns="45720" rIns="45720" bIns="45720" rtlCol="0">
            <a:spAutoFit/>
          </a:bodyPr>
          <a:lstStyle/>
          <a:p>
            <a:pPr marL="228600" indent="-228600" algn="l">
              <a:buFont typeface="+mj-lt"/>
              <a:buAutoNum type="arabicPeriod"/>
            </a:pPr>
            <a:r>
              <a:rPr lang="en-US" sz="1400">
                <a:latin typeface="Trebuchet MS" panose="020B0603020202020204" pitchFamily="34" charset="0"/>
              </a:rPr>
              <a:t>GDP growth predicts next few years</a:t>
            </a:r>
          </a:p>
          <a:p>
            <a:pPr marL="228600" indent="-228600" algn="l">
              <a:buFont typeface="+mj-lt"/>
              <a:buAutoNum type="arabicPeriod"/>
            </a:pPr>
            <a:endParaRPr lang="en-US" sz="1400">
              <a:latin typeface="Trebuchet MS" panose="020B0603020202020204" pitchFamily="34" charset="0"/>
            </a:endParaRPr>
          </a:p>
          <a:p>
            <a:pPr marL="228600" indent="-228600" algn="l">
              <a:buFont typeface="+mj-lt"/>
              <a:buAutoNum type="arabicPeriod"/>
            </a:pPr>
            <a:r>
              <a:rPr lang="en-US" sz="1400">
                <a:latin typeface="Trebuchet MS" panose="020B0603020202020204" pitchFamily="34" charset="0"/>
              </a:rPr>
              <a:t>Next few years will be like past few years (taking out pandemic effect)</a:t>
            </a:r>
          </a:p>
          <a:p>
            <a:pPr marL="228600" indent="-228600" algn="l">
              <a:buFont typeface="+mj-lt"/>
              <a:buAutoNum type="arabicPeriod"/>
            </a:pPr>
            <a:endParaRPr lang="en-US" sz="1400">
              <a:latin typeface="Trebuchet MS" panose="020B0603020202020204" pitchFamily="34" charset="0"/>
            </a:endParaRPr>
          </a:p>
          <a:p>
            <a:pPr marL="228600" indent="-228600" algn="l">
              <a:buFont typeface="+mj-lt"/>
              <a:buAutoNum type="arabicPeriod"/>
            </a:pPr>
            <a:r>
              <a:rPr lang="en-US" sz="1400">
                <a:latin typeface="Trebuchet MS" panose="020B0603020202020204" pitchFamily="34" charset="0"/>
              </a:rPr>
              <a:t>Predictions by syndicated data providers</a:t>
            </a:r>
          </a:p>
          <a:p>
            <a:pPr marL="228600" indent="-228600" algn="l">
              <a:buFont typeface="+mj-lt"/>
              <a:buAutoNum type="arabicPeriod"/>
            </a:pPr>
            <a:endParaRPr lang="en-US" sz="1400">
              <a:latin typeface="Trebuchet MS" panose="020B0603020202020204" pitchFamily="34" charset="0"/>
            </a:endParaRPr>
          </a:p>
          <a:p>
            <a:pPr marL="228600" indent="-228600" algn="l">
              <a:buFont typeface="+mj-lt"/>
              <a:buAutoNum type="arabicPeriod"/>
            </a:pPr>
            <a:r>
              <a:rPr lang="en-US" sz="1400">
                <a:latin typeface="Trebuchet MS" panose="020B0603020202020204" pitchFamily="34" charset="0"/>
              </a:rPr>
              <a:t>Own growth projected without regard to total category</a:t>
            </a:r>
          </a:p>
          <a:p>
            <a:pPr marL="228600" indent="-228600" algn="l">
              <a:buFont typeface="+mj-lt"/>
              <a:buAutoNum type="arabicPeriod"/>
            </a:pPr>
            <a:endParaRPr lang="en-US" sz="1400">
              <a:latin typeface="Trebuchet MS" panose="020B0603020202020204" pitchFamily="34" charset="0"/>
            </a:endParaRPr>
          </a:p>
          <a:p>
            <a:pPr marL="228600" indent="-228600" algn="l">
              <a:buFont typeface="+mj-lt"/>
              <a:buAutoNum type="arabicPeriod"/>
            </a:pPr>
            <a:r>
              <a:rPr lang="en-US" sz="1400">
                <a:latin typeface="Trebuchet MS" panose="020B0603020202020204" pitchFamily="34" charset="0"/>
              </a:rPr>
              <a:t>Many drivers fine-tuned by a specialist, but without scientific base</a:t>
            </a:r>
          </a:p>
          <a:p>
            <a:pPr marL="228600" indent="-228600" algn="l">
              <a:buFont typeface="+mj-lt"/>
              <a:buAutoNum type="arabicPeriod"/>
            </a:pPr>
            <a:endParaRPr lang="en-US" sz="1400">
              <a:latin typeface="Trebuchet MS" panose="020B0603020202020204" pitchFamily="34" charset="0"/>
            </a:endParaRPr>
          </a:p>
          <a:p>
            <a:pPr marL="228600" indent="-228600" algn="l">
              <a:buFont typeface="+mj-lt"/>
              <a:buAutoNum type="arabicPeriod"/>
            </a:pPr>
            <a:r>
              <a:rPr lang="en-US" sz="1400">
                <a:latin typeface="Trebuchet MS" panose="020B0603020202020204" pitchFamily="34" charset="0"/>
              </a:rPr>
              <a:t>Inconsistent methods across business units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8BC47830-0FEF-D8C0-C2FC-2D96233FB90B}"/>
              </a:ext>
            </a:extLst>
          </p:cNvPr>
          <p:cNvSpPr/>
          <p:nvPr/>
        </p:nvSpPr>
        <p:spPr>
          <a:xfrm rot="5400000">
            <a:off x="5751452" y="2949808"/>
            <a:ext cx="2935705" cy="60425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endParaRPr lang="en-US" sz="110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927630-E2FB-C0D0-7785-33720BFC1304}"/>
              </a:ext>
            </a:extLst>
          </p:cNvPr>
          <p:cNvSpPr/>
          <p:nvPr/>
        </p:nvSpPr>
        <p:spPr>
          <a:xfrm>
            <a:off x="7943162" y="2736092"/>
            <a:ext cx="3547605" cy="101898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l"/>
            <a:r>
              <a:rPr lang="en-US" sz="1600" b="1" u="sng">
                <a:solidFill>
                  <a:schemeClr val="bg1"/>
                </a:solidFill>
                <a:latin typeface="Trebuchet MS" panose="020B0603020202020204" pitchFamily="34" charset="0"/>
              </a:rPr>
              <a:t>Tellusant’s Strategic Forecasting </a:t>
            </a:r>
            <a:r>
              <a:rPr lang="en-US" sz="1600">
                <a:solidFill>
                  <a:schemeClr val="bg1"/>
                </a:solidFill>
                <a:latin typeface="Trebuchet MS" panose="020B0603020202020204" pitchFamily="34" charset="0"/>
              </a:rPr>
              <a:t>process and tools solves these and other forecasting issues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161629-6258-4E78-27B5-5B71F0E8B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16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5656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CDF00-2774-48D0-8F16-D9E577054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We develop strategic forecasting excellence in 4-phases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A254B-E4CA-3996-2F7C-582207ED8D64}"/>
              </a:ext>
            </a:extLst>
          </p:cNvPr>
          <p:cNvSpPr/>
          <p:nvPr/>
        </p:nvSpPr>
        <p:spPr>
          <a:xfrm>
            <a:off x="3195275" y="1718631"/>
            <a:ext cx="4628128" cy="88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00000"/>
                </a:solidFill>
                <a:effectLst/>
              </a:rPr>
              <a:t>Combine Tellusant external sources and client data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</a:rPr>
              <a:t>Build a single version of the truth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00000"/>
                </a:solidFill>
                <a:effectLst/>
              </a:rPr>
              <a:t>We often fin</a:t>
            </a:r>
            <a:r>
              <a:rPr lang="en-US" sz="1100">
                <a:solidFill>
                  <a:srgbClr val="000000"/>
                </a:solidFill>
              </a:rPr>
              <a:t>d 10%+ discrepancies in data that are harmonized</a:t>
            </a:r>
            <a:endParaRPr lang="en-US" sz="1100" b="0" i="0">
              <a:solidFill>
                <a:srgbClr val="000000"/>
              </a:solidFill>
              <a:effectLst/>
            </a:endParaRPr>
          </a:p>
        </p:txBody>
      </p:sp>
      <p:sp>
        <p:nvSpPr>
          <p:cNvPr id="6" name="Pentagon 8">
            <a:extLst>
              <a:ext uri="{FF2B5EF4-FFF2-40B4-BE49-F238E27FC236}">
                <a16:creationId xmlns:a16="http://schemas.microsoft.com/office/drawing/2014/main" id="{56FC3577-56C6-EBD0-42DD-4E5059C6EE94}"/>
              </a:ext>
            </a:extLst>
          </p:cNvPr>
          <p:cNvSpPr/>
          <p:nvPr/>
        </p:nvSpPr>
        <p:spPr>
          <a:xfrm>
            <a:off x="594360" y="1832315"/>
            <a:ext cx="2616029" cy="650630"/>
          </a:xfrm>
          <a:prstGeom prst="homePlate">
            <a:avLst/>
          </a:prstGeom>
          <a:gradFill>
            <a:gsLst>
              <a:gs pos="100000">
                <a:schemeClr val="tx1"/>
              </a:gs>
              <a:gs pos="0">
                <a:srgbClr val="FCFCF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19932D-AD2A-9305-EA42-EFBE6F525D51}"/>
              </a:ext>
            </a:extLst>
          </p:cNvPr>
          <p:cNvSpPr/>
          <p:nvPr/>
        </p:nvSpPr>
        <p:spPr>
          <a:xfrm>
            <a:off x="1603394" y="1858650"/>
            <a:ext cx="597961" cy="597961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31520" rtlCol="0" anchor="t" anchorCtr="0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1. Establish Facts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037151-44F6-7205-13B3-585BE85723F1}"/>
              </a:ext>
            </a:extLst>
          </p:cNvPr>
          <p:cNvPicPr>
            <a:picLocks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2889" y="1998146"/>
            <a:ext cx="318969" cy="31896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4D45A7C-5B2F-5D16-2F13-B94DD527194B}"/>
              </a:ext>
            </a:extLst>
          </p:cNvPr>
          <p:cNvGrpSpPr/>
          <p:nvPr/>
        </p:nvGrpSpPr>
        <p:grpSpPr>
          <a:xfrm>
            <a:off x="1339768" y="2925785"/>
            <a:ext cx="2616029" cy="650630"/>
            <a:chOff x="3391698" y="1815397"/>
            <a:chExt cx="2616029" cy="650630"/>
          </a:xfrm>
        </p:grpSpPr>
        <p:sp>
          <p:nvSpPr>
            <p:cNvPr id="9" name="Pentagon 8">
              <a:extLst>
                <a:ext uri="{FF2B5EF4-FFF2-40B4-BE49-F238E27FC236}">
                  <a16:creationId xmlns:a16="http://schemas.microsoft.com/office/drawing/2014/main" id="{8C4C24E5-3A1B-0CE8-D8CA-400FF2301A63}"/>
                </a:ext>
              </a:extLst>
            </p:cNvPr>
            <p:cNvSpPr/>
            <p:nvPr/>
          </p:nvSpPr>
          <p:spPr>
            <a:xfrm>
              <a:off x="3391698" y="1815397"/>
              <a:ext cx="2616029" cy="650630"/>
            </a:xfrm>
            <a:prstGeom prst="homePlate">
              <a:avLst/>
            </a:prstGeom>
            <a:gradFill>
              <a:gsLst>
                <a:gs pos="100000">
                  <a:schemeClr val="tx2"/>
                </a:gs>
                <a:gs pos="0">
                  <a:srgbClr val="FCFCF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0C26FC-6255-7735-5F08-A440CC20B46A}"/>
                </a:ext>
              </a:extLst>
            </p:cNvPr>
            <p:cNvSpPr/>
            <p:nvPr/>
          </p:nvSpPr>
          <p:spPr>
            <a:xfrm>
              <a:off x="4400732" y="1841732"/>
              <a:ext cx="597961" cy="597961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731520" rtlCol="0" anchor="t" anchorCtr="0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</a:rPr>
                <a:t>2. Understand Drivers</a:t>
              </a:r>
            </a:p>
          </p:txBody>
        </p:sp>
        <p:pic>
          <p:nvPicPr>
            <p:cNvPr id="11" name="Picture 12" descr="Abacus with solid fill">
              <a:extLst>
                <a:ext uri="{FF2B5EF4-FFF2-40B4-BE49-F238E27FC236}">
                  <a16:creationId xmlns:a16="http://schemas.microsoft.com/office/drawing/2014/main" id="{9B81C17A-51B4-6732-A7ED-07F304AED480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4524279" y="1965279"/>
              <a:ext cx="350866" cy="350866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6FBFEC-202D-9A8C-2830-CFC87E8637DE}"/>
              </a:ext>
            </a:extLst>
          </p:cNvPr>
          <p:cNvGrpSpPr/>
          <p:nvPr/>
        </p:nvGrpSpPr>
        <p:grpSpPr>
          <a:xfrm>
            <a:off x="2085176" y="4019255"/>
            <a:ext cx="2616029" cy="650630"/>
            <a:chOff x="6302337" y="2168882"/>
            <a:chExt cx="2616029" cy="650630"/>
          </a:xfrm>
        </p:grpSpPr>
        <p:sp>
          <p:nvSpPr>
            <p:cNvPr id="12" name="Pentagon 8">
              <a:extLst>
                <a:ext uri="{FF2B5EF4-FFF2-40B4-BE49-F238E27FC236}">
                  <a16:creationId xmlns:a16="http://schemas.microsoft.com/office/drawing/2014/main" id="{83EBF82A-C36B-63F8-5C5F-AB6FC95D6AB2}"/>
                </a:ext>
              </a:extLst>
            </p:cNvPr>
            <p:cNvSpPr/>
            <p:nvPr/>
          </p:nvSpPr>
          <p:spPr>
            <a:xfrm>
              <a:off x="6302337" y="2168882"/>
              <a:ext cx="2616029" cy="650630"/>
            </a:xfrm>
            <a:prstGeom prst="homePlate">
              <a:avLst/>
            </a:prstGeom>
            <a:gradFill>
              <a:gsLst>
                <a:gs pos="100000">
                  <a:schemeClr val="accent1"/>
                </a:gs>
                <a:gs pos="0">
                  <a:srgbClr val="FCFCF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5AE9FA6-4554-4DAE-0A12-096500A4C6E9}"/>
                </a:ext>
              </a:extLst>
            </p:cNvPr>
            <p:cNvSpPr/>
            <p:nvPr/>
          </p:nvSpPr>
          <p:spPr>
            <a:xfrm>
              <a:off x="7311371" y="2195217"/>
              <a:ext cx="597961" cy="597961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731520" rtlCol="0" anchor="t" anchorCtr="0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</a:rPr>
                <a:t>3. Develop Strategic Forecasts</a:t>
              </a:r>
            </a:p>
          </p:txBody>
        </p:sp>
        <p:pic>
          <p:nvPicPr>
            <p:cNvPr id="14" name="Picture 12" descr="Network with solid fill">
              <a:extLst>
                <a:ext uri="{FF2B5EF4-FFF2-40B4-BE49-F238E27FC236}">
                  <a16:creationId xmlns:a16="http://schemas.microsoft.com/office/drawing/2014/main" id="{9F2880C6-62B4-7C83-6761-0F8699E4096C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7434918" y="2318764"/>
              <a:ext cx="350866" cy="350866"/>
            </a:xfrm>
            <a:prstGeom prst="rect">
              <a:avLst/>
            </a:prstGeom>
          </p:spPr>
        </p:pic>
      </p:grpSp>
      <p:sp>
        <p:nvSpPr>
          <p:cNvPr id="15" name="Pentagon 8">
            <a:extLst>
              <a:ext uri="{FF2B5EF4-FFF2-40B4-BE49-F238E27FC236}">
                <a16:creationId xmlns:a16="http://schemas.microsoft.com/office/drawing/2014/main" id="{6DDCB838-F98A-D736-028E-CB01105A60FD}"/>
              </a:ext>
            </a:extLst>
          </p:cNvPr>
          <p:cNvSpPr/>
          <p:nvPr/>
        </p:nvSpPr>
        <p:spPr>
          <a:xfrm>
            <a:off x="2830584" y="5112725"/>
            <a:ext cx="2616029" cy="650630"/>
          </a:xfrm>
          <a:prstGeom prst="homePlate">
            <a:avLst/>
          </a:prstGeom>
          <a:gradFill>
            <a:gsLst>
              <a:gs pos="100000">
                <a:schemeClr val="accent3"/>
              </a:gs>
              <a:gs pos="0">
                <a:srgbClr val="FCFCF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AA30D4-2901-BB41-439D-6A8E918F0234}"/>
              </a:ext>
            </a:extLst>
          </p:cNvPr>
          <p:cNvSpPr/>
          <p:nvPr/>
        </p:nvSpPr>
        <p:spPr>
          <a:xfrm>
            <a:off x="3839618" y="5139060"/>
            <a:ext cx="597961" cy="597961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31520" rtlCol="0" anchor="t" anchorCtr="0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4. Integrate Processes</a:t>
            </a:r>
          </a:p>
        </p:txBody>
      </p:sp>
      <p:pic>
        <p:nvPicPr>
          <p:cNvPr id="17" name="Picture 12" descr="Business Growth with solid fill">
            <a:extLst>
              <a:ext uri="{FF2B5EF4-FFF2-40B4-BE49-F238E27FC236}">
                <a16:creationId xmlns:a16="http://schemas.microsoft.com/office/drawing/2014/main" id="{B0184F6A-54B5-6CE3-6EA1-BA7631F1E9BD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963165" y="5262607"/>
            <a:ext cx="350866" cy="35086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66547A8-0815-DCAD-2D94-B31E0312545B}"/>
              </a:ext>
            </a:extLst>
          </p:cNvPr>
          <p:cNvSpPr/>
          <p:nvPr/>
        </p:nvSpPr>
        <p:spPr>
          <a:xfrm>
            <a:off x="9535160" y="2082326"/>
            <a:ext cx="2560320" cy="33547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PROCESS IN ACTION</a:t>
            </a:r>
          </a:p>
          <a:p>
            <a:pPr algn="ctr"/>
            <a:endParaRPr lang="en-US" sz="1100" b="1">
              <a:solidFill>
                <a:schemeClr val="tx1"/>
              </a:solidFill>
            </a:endParaRPr>
          </a:p>
          <a:p>
            <a:r>
              <a:rPr lang="en-US" sz="1100" b="1">
                <a:solidFill>
                  <a:schemeClr val="tx1"/>
                </a:solidFill>
              </a:rPr>
              <a:t>Case study client</a:t>
            </a:r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Fast-moving consumer goods with global operations, USD 20 B in sales</a:t>
            </a:r>
          </a:p>
          <a:p>
            <a:endParaRPr lang="en-US" sz="1100">
              <a:solidFill>
                <a:schemeClr val="tx1"/>
              </a:solidFill>
            </a:endParaRPr>
          </a:p>
          <a:p>
            <a:endParaRPr lang="en-US" sz="1100">
              <a:solidFill>
                <a:schemeClr val="tx1"/>
              </a:solidFill>
            </a:endParaRPr>
          </a:p>
          <a:p>
            <a:r>
              <a:rPr lang="en-US" sz="1100" b="1">
                <a:solidFill>
                  <a:schemeClr val="tx1"/>
                </a:solidFill>
              </a:rPr>
              <a:t>Project overview</a:t>
            </a:r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Forecasting process was done as a business unit level inconsistently by methods, granularity, and reliability</a:t>
            </a:r>
          </a:p>
          <a:p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Client wanted to have forecasts that it could use across organization and global could believe / understand</a:t>
            </a:r>
          </a:p>
          <a:p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Long-term goal to build a strong strategic forecasting capability in business driven by CEO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E52156A-F044-404B-B0EA-0DABA08B4FF0}"/>
              </a:ext>
            </a:extLst>
          </p:cNvPr>
          <p:cNvCxnSpPr>
            <a:cxnSpLocks/>
          </p:cNvCxnSpPr>
          <p:nvPr/>
        </p:nvCxnSpPr>
        <p:spPr>
          <a:xfrm>
            <a:off x="9423400" y="1408176"/>
            <a:ext cx="0" cy="4703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Brace 24">
            <a:extLst>
              <a:ext uri="{FF2B5EF4-FFF2-40B4-BE49-F238E27FC236}">
                <a16:creationId xmlns:a16="http://schemas.microsoft.com/office/drawing/2014/main" id="{61FFEE36-15B6-C6B6-3E98-636DE245D854}"/>
              </a:ext>
            </a:extLst>
          </p:cNvPr>
          <p:cNvSpPr/>
          <p:nvPr/>
        </p:nvSpPr>
        <p:spPr>
          <a:xfrm flipH="1">
            <a:off x="815249" y="1822155"/>
            <a:ext cx="144737" cy="310036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7D83CF-F34D-0188-0000-625C3F540185}"/>
              </a:ext>
            </a:extLst>
          </p:cNvPr>
          <p:cNvSpPr txBox="1"/>
          <p:nvPr/>
        </p:nvSpPr>
        <p:spPr>
          <a:xfrm>
            <a:off x="2868" y="3082415"/>
            <a:ext cx="953025" cy="60016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l"/>
            <a:r>
              <a:rPr lang="en-US" sz="1100"/>
              <a:t>Services and Product Installation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5DBCB105-A492-6E79-F8C3-C72DDE096C88}"/>
              </a:ext>
            </a:extLst>
          </p:cNvPr>
          <p:cNvSpPr/>
          <p:nvPr/>
        </p:nvSpPr>
        <p:spPr>
          <a:xfrm flipH="1">
            <a:off x="815249" y="4997101"/>
            <a:ext cx="144737" cy="81642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1A009B-B70E-7643-D06D-8A4C5A36171E}"/>
              </a:ext>
            </a:extLst>
          </p:cNvPr>
          <p:cNvSpPr txBox="1"/>
          <p:nvPr/>
        </p:nvSpPr>
        <p:spPr>
          <a:xfrm>
            <a:off x="2868" y="5115390"/>
            <a:ext cx="1047812" cy="60016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l"/>
            <a:r>
              <a:rPr lang="en-US" sz="1100"/>
              <a:t>Product Subscription and Support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98966B-94E1-1F0D-B9D8-A9D38BCED0E5}"/>
              </a:ext>
            </a:extLst>
          </p:cNvPr>
          <p:cNvSpPr/>
          <p:nvPr/>
        </p:nvSpPr>
        <p:spPr>
          <a:xfrm>
            <a:off x="3955881" y="2811049"/>
            <a:ext cx="4628128" cy="88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00000"/>
                </a:solidFill>
                <a:effectLst/>
              </a:rPr>
              <a:t>Evaluate potential drivers of demand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00000"/>
                </a:solidFill>
                <a:effectLst/>
              </a:rPr>
              <a:t>Build list of proven drivers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00000"/>
                </a:solidFill>
                <a:effectLst/>
              </a:rPr>
              <a:t>Measure how drivers interact and could influence the future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70D61A-0047-3388-A41F-CD8C3775DC21}"/>
              </a:ext>
            </a:extLst>
          </p:cNvPr>
          <p:cNvSpPr/>
          <p:nvPr/>
        </p:nvSpPr>
        <p:spPr>
          <a:xfrm>
            <a:off x="4716487" y="3903467"/>
            <a:ext cx="4628128" cy="88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00000"/>
                </a:solidFill>
                <a:effectLst/>
              </a:rPr>
              <a:t>Incorporating drivers, build forecasts in PoluSim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</a:rPr>
              <a:t>Refine forecasts and build alternative scenarios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00000"/>
                </a:solidFill>
                <a:effectLst/>
              </a:rPr>
              <a:t>Evaluate impacts of forecast insights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6C7FF6-FD9A-F1E0-EEA9-9932D71CC9F7}"/>
              </a:ext>
            </a:extLst>
          </p:cNvPr>
          <p:cNvSpPr/>
          <p:nvPr/>
        </p:nvSpPr>
        <p:spPr>
          <a:xfrm>
            <a:off x="5477092" y="4995885"/>
            <a:ext cx="4628128" cy="88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00000"/>
                </a:solidFill>
                <a:effectLst/>
              </a:rPr>
              <a:t>Training of PoluSim to run scenarios consistently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000000"/>
                </a:solidFill>
                <a:effectLst/>
              </a:rPr>
              <a:t>Build consistent method for evaluating strategic forecasts</a:t>
            </a:r>
          </a:p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</a:rPr>
              <a:t>Knowledge center and continuous improvement setup</a:t>
            </a:r>
            <a:endParaRPr lang="en-US" sz="1100" b="0" i="0">
              <a:solidFill>
                <a:srgbClr val="000000"/>
              </a:solidFill>
              <a:effectLst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61116F-EE42-30AB-3589-D79E67A58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17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2375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75CC4-D9FF-2169-568A-73D21FE4C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Our rigorous and data-driven process measures demand precisely into the future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58328A-B927-BC67-D89D-5000FDBA2E3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676" y="3651119"/>
            <a:ext cx="3441332" cy="19357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153C12-78B0-42B2-0230-74C01F32567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4880" y="4419330"/>
            <a:ext cx="3441332" cy="19357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79F0D-9293-1DCC-AA39-159677B531E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084" y="3665374"/>
            <a:ext cx="3441332" cy="19357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FC0E93-971E-09E8-8007-F16A453A8B0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5288" y="4419331"/>
            <a:ext cx="3441332" cy="19357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8252410-3A33-9856-A4A3-61C670CEB274}"/>
              </a:ext>
            </a:extLst>
          </p:cNvPr>
          <p:cNvSpPr/>
          <p:nvPr/>
        </p:nvSpPr>
        <p:spPr>
          <a:xfrm>
            <a:off x="9535160" y="2420880"/>
            <a:ext cx="2560320" cy="26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PROCESS IN ACTION</a:t>
            </a:r>
          </a:p>
          <a:p>
            <a:pPr algn="ctr"/>
            <a:r>
              <a:rPr lang="en-US" sz="1100" b="1" i="1">
                <a:solidFill>
                  <a:schemeClr val="tx1"/>
                </a:solidFill>
              </a:rPr>
              <a:t>From case-study client</a:t>
            </a:r>
          </a:p>
          <a:p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We identified 5 key drivers that explain &gt;95% of demand and a total of 15 relevant drivers</a:t>
            </a:r>
          </a:p>
          <a:p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Impact and relevance of drivers is explained and can be used across organization</a:t>
            </a:r>
          </a:p>
          <a:p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Using TelluBase, several business units started viewing markets </a:t>
            </a:r>
            <a:r>
              <a:rPr lang="en-US" sz="1100" err="1">
                <a:solidFill>
                  <a:schemeClr val="tx1"/>
                </a:solidFill>
              </a:rPr>
              <a:t>subnationally</a:t>
            </a:r>
            <a:r>
              <a:rPr lang="en-US" sz="1100">
                <a:solidFill>
                  <a:schemeClr val="tx1"/>
                </a:solidFill>
              </a:rPr>
              <a:t> (by region / city) in terms of drivers and forecasts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C87896-1B19-7795-067C-AE86521B1E2D}"/>
              </a:ext>
            </a:extLst>
          </p:cNvPr>
          <p:cNvCxnSpPr>
            <a:cxnSpLocks/>
          </p:cNvCxnSpPr>
          <p:nvPr/>
        </p:nvCxnSpPr>
        <p:spPr>
          <a:xfrm>
            <a:off x="9448800" y="1408176"/>
            <a:ext cx="0" cy="4703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6C80D85-7545-3913-5C6F-1E74AB7BBE59}"/>
              </a:ext>
            </a:extLst>
          </p:cNvPr>
          <p:cNvSpPr txBox="1"/>
          <p:nvPr/>
        </p:nvSpPr>
        <p:spPr>
          <a:xfrm>
            <a:off x="88550" y="1674664"/>
            <a:ext cx="290030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Drivers of consumption span across economic, consumer, and player action driven factors, which vary by time and as markets evolve</a:t>
            </a:r>
          </a:p>
          <a:p>
            <a:pPr marL="171450" indent="-1714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We organize the variables through a Golder </a:t>
            </a:r>
            <a:r>
              <a:rPr lang="en-US" sz="1200" err="1"/>
              <a:t>Tellis</a:t>
            </a:r>
            <a:r>
              <a:rPr lang="en-US" sz="1200"/>
              <a:t> predictive framework: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D4540D56-388A-C0B7-733A-AF157B68B082}"/>
              </a:ext>
            </a:extLst>
          </p:cNvPr>
          <p:cNvSpPr/>
          <p:nvPr/>
        </p:nvSpPr>
        <p:spPr bwMode="white">
          <a:xfrm>
            <a:off x="3000895" y="2147369"/>
            <a:ext cx="6169891" cy="1214647"/>
          </a:xfrm>
          <a:prstGeom prst="flowChartAlternateProcess">
            <a:avLst/>
          </a:prstGeom>
          <a:solidFill>
            <a:srgbClr val="FFFFCC"/>
          </a:solidFill>
          <a:ln w="12700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endParaRPr lang="en-US" sz="16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F052BE-BFF7-C5F7-B252-B4456773864A}"/>
              </a:ext>
            </a:extLst>
          </p:cNvPr>
          <p:cNvGrpSpPr/>
          <p:nvPr/>
        </p:nvGrpSpPr>
        <p:grpSpPr>
          <a:xfrm>
            <a:off x="3695319" y="1449088"/>
            <a:ext cx="4769008" cy="698281"/>
            <a:chOff x="2565703" y="2427645"/>
            <a:chExt cx="4769008" cy="69828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3C60D92-0ED8-4813-CAFC-5B900B390F15}"/>
                </a:ext>
              </a:extLst>
            </p:cNvPr>
            <p:cNvGrpSpPr/>
            <p:nvPr/>
          </p:nvGrpSpPr>
          <p:grpSpPr>
            <a:xfrm>
              <a:off x="2565703" y="2427645"/>
              <a:ext cx="4769008" cy="468230"/>
              <a:chOff x="2565703" y="2427645"/>
              <a:chExt cx="4769008" cy="468230"/>
            </a:xfrm>
          </p:grpSpPr>
          <p:sp>
            <p:nvSpPr>
              <p:cNvPr id="19" name="Rectangle 8">
                <a:extLst>
                  <a:ext uri="{FF2B5EF4-FFF2-40B4-BE49-F238E27FC236}">
                    <a16:creationId xmlns:a16="http://schemas.microsoft.com/office/drawing/2014/main" id="{A0408F27-2102-BE01-AA01-4F1D74947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3167" y="2427645"/>
                <a:ext cx="1598613" cy="468230"/>
              </a:xfrm>
              <a:prstGeom prst="rect">
                <a:avLst/>
              </a:prstGeom>
              <a:solidFill>
                <a:srgbClr val="C57B5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en-US" sz="1400" b="1">
                    <a:solidFill>
                      <a:schemeClr val="bg1"/>
                    </a:solidFill>
                  </a:rPr>
                  <a:t>Industry &amp;</a:t>
                </a:r>
                <a:br>
                  <a:rPr lang="en-US" altLang="en-US" sz="1400" b="1">
                    <a:solidFill>
                      <a:schemeClr val="bg1"/>
                    </a:solidFill>
                  </a:rPr>
                </a:br>
                <a:r>
                  <a:rPr lang="en-US" altLang="en-US" sz="1400" b="1">
                    <a:solidFill>
                      <a:schemeClr val="bg1"/>
                    </a:solidFill>
                  </a:rPr>
                  <a:t>Trade</a:t>
                </a:r>
                <a:endParaRPr kumimoji="0" lang="en-US" altLang="en-US" sz="14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  <p:sp>
            <p:nvSpPr>
              <p:cNvPr id="20" name="Rectangle 11">
                <a:extLst>
                  <a:ext uri="{FF2B5EF4-FFF2-40B4-BE49-F238E27FC236}">
                    <a16:creationId xmlns:a16="http://schemas.microsoft.com/office/drawing/2014/main" id="{FC63E386-7208-8375-E3F8-30EDA3BB8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4511" y="2427645"/>
                <a:ext cx="1600200" cy="468230"/>
              </a:xfrm>
              <a:prstGeom prst="rect">
                <a:avLst/>
              </a:prstGeom>
              <a:solidFill>
                <a:srgbClr val="4AA06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en-US" sz="14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Consumer</a:t>
                </a:r>
                <a:br>
                  <a:rPr lang="en-US" altLang="en-US" sz="1400" b="1">
                    <a:solidFill>
                      <a:schemeClr val="bg1"/>
                    </a:solidFill>
                    <a:cs typeface="Arial" panose="020B0604020202020204" pitchFamily="34" charset="0"/>
                  </a:rPr>
                </a:br>
                <a:r>
                  <a:rPr lang="en-US" altLang="en-US" sz="14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Insights</a:t>
                </a:r>
                <a:endParaRPr lang="en-US" sz="1400" b="1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15">
                <a:extLst>
                  <a:ext uri="{FF2B5EF4-FFF2-40B4-BE49-F238E27FC236}">
                    <a16:creationId xmlns:a16="http://schemas.microsoft.com/office/drawing/2014/main" id="{1A315183-6FD3-9B6F-BA6C-095A3F0E9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5703" y="2427645"/>
                <a:ext cx="1600200" cy="468230"/>
              </a:xfrm>
              <a:prstGeom prst="rect">
                <a:avLst/>
              </a:prstGeom>
              <a:solidFill>
                <a:srgbClr val="00124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Economics &amp;</a:t>
                </a:r>
              </a:p>
              <a:p>
                <a:pPr algn="ctr"/>
                <a:r>
                  <a:rPr lang="en-US" sz="1400" b="1">
                    <a:solidFill>
                      <a:schemeClr val="bg1"/>
                    </a:solidFill>
                    <a:cs typeface="Arial" panose="020B0604020202020204" pitchFamily="34" charset="0"/>
                  </a:rPr>
                  <a:t>Demography</a:t>
                </a:r>
              </a:p>
            </p:txBody>
          </p:sp>
        </p:grp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7328A392-F4EB-4EB4-75A6-5F9873F1B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5703" y="2895875"/>
              <a:ext cx="4769008" cy="230051"/>
            </a:xfrm>
            <a:custGeom>
              <a:avLst/>
              <a:gdLst>
                <a:gd name="T0" fmla="*/ 3023 w 3023"/>
                <a:gd name="T1" fmla="*/ 0 h 306"/>
                <a:gd name="T2" fmla="*/ 1512 w 3023"/>
                <a:gd name="T3" fmla="*/ 306 h 306"/>
                <a:gd name="T4" fmla="*/ 0 w 3023"/>
                <a:gd name="T5" fmla="*/ 0 h 306"/>
                <a:gd name="T6" fmla="*/ 3023 w 3023"/>
                <a:gd name="T7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23" h="306">
                  <a:moveTo>
                    <a:pt x="3023" y="0"/>
                  </a:moveTo>
                  <a:lnTo>
                    <a:pt x="1512" y="306"/>
                  </a:lnTo>
                  <a:lnTo>
                    <a:pt x="0" y="0"/>
                  </a:lnTo>
                  <a:lnTo>
                    <a:pt x="3023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60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9B2AA9B-CA11-11A3-9798-9D42555FED9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0557" y="2125713"/>
            <a:ext cx="5545694" cy="15184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989E3-3D2B-1425-C7AF-FEAE3A731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18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1346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75CC4-D9FF-2169-568A-73D21FE4C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PoluSim allows clients to continuously update insights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2B70D-A4E6-E973-0C38-3AD37EAF58D6}"/>
              </a:ext>
            </a:extLst>
          </p:cNvPr>
          <p:cNvSpPr/>
          <p:nvPr/>
        </p:nvSpPr>
        <p:spPr>
          <a:xfrm>
            <a:off x="9535160" y="2590157"/>
            <a:ext cx="2560320" cy="2339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PROCESS IN ACTION</a:t>
            </a:r>
          </a:p>
          <a:p>
            <a:pPr algn="ctr"/>
            <a:r>
              <a:rPr lang="en-US" sz="1100" b="1" i="1">
                <a:solidFill>
                  <a:schemeClr val="tx1"/>
                </a:solidFill>
              </a:rPr>
              <a:t>From case-study client</a:t>
            </a:r>
            <a:endParaRPr lang="en-US" sz="1100" b="1">
              <a:solidFill>
                <a:schemeClr val="tx1"/>
              </a:solidFill>
            </a:endParaRPr>
          </a:p>
          <a:p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PoluSim provides unlimited flexibility in building scenarios for alternative and unforeseen shifts</a:t>
            </a:r>
          </a:p>
          <a:p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Training, installation, and integration process took place over 6 months</a:t>
            </a:r>
          </a:p>
          <a:p>
            <a:endParaRPr lang="en-US" sz="110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PoluSim access provided to 1-2 team members per business unit and headquarter functions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1E5240-5895-DDA7-FB6E-B39DCBB8C2F6}"/>
              </a:ext>
            </a:extLst>
          </p:cNvPr>
          <p:cNvCxnSpPr>
            <a:cxnSpLocks/>
          </p:cNvCxnSpPr>
          <p:nvPr/>
        </p:nvCxnSpPr>
        <p:spPr>
          <a:xfrm>
            <a:off x="9423400" y="1408176"/>
            <a:ext cx="0" cy="4703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5EA3D00B-68F3-570B-A16D-4BEDBD1367D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9530" y="2549579"/>
            <a:ext cx="3128096" cy="15396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55502F66-2234-D7F7-31C1-0A31D05CA8A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2129" y="1588922"/>
            <a:ext cx="3128096" cy="15396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F38031B0-2648-6C81-A731-75E9ABE3859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9530" y="4470894"/>
            <a:ext cx="3128096" cy="15396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7334CB1-4111-EA3A-A987-6F1D8D2BF93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2129" y="3510236"/>
            <a:ext cx="3128096" cy="1539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3CAB54-7957-38E3-F4C1-A645F49D5098}"/>
              </a:ext>
            </a:extLst>
          </p:cNvPr>
          <p:cNvSpPr txBox="1"/>
          <p:nvPr/>
        </p:nvSpPr>
        <p:spPr>
          <a:xfrm>
            <a:off x="55548" y="1598635"/>
            <a:ext cx="3574822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Forecasts updated as new information comes in and managed across local, regional, and global teams in an accountable and consistent manner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Insights tied with templates for use within presentations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PoluSim serves as a hub for data-driven decision making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DFD133-66DD-43AF-BA04-89E7C3795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19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9996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75CC4-D9FF-2169-568A-73D21FE4C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Outcomes increase decision efficiency and lower costs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553052-31F6-133C-D705-04D78D89AD67}"/>
              </a:ext>
            </a:extLst>
          </p:cNvPr>
          <p:cNvSpPr/>
          <p:nvPr/>
        </p:nvSpPr>
        <p:spPr>
          <a:xfrm>
            <a:off x="554800" y="1408175"/>
            <a:ext cx="8492673" cy="33988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>
              <a:spcAft>
                <a:spcPts val="600"/>
              </a:spcAft>
            </a:pPr>
            <a:r>
              <a:rPr lang="en-US" b="1" i="0">
                <a:solidFill>
                  <a:srgbClr val="000000"/>
                </a:solidFill>
                <a:effectLst/>
              </a:rPr>
              <a:t>IMPACT</a:t>
            </a:r>
            <a:endParaRPr lang="en-US" sz="1400" b="1">
              <a:solidFill>
                <a:srgbClr val="000000"/>
              </a:solidFill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400" b="1">
                <a:solidFill>
                  <a:srgbClr val="000000"/>
                </a:solidFill>
              </a:rPr>
              <a:t>Ability to understand future trends in markets</a:t>
            </a:r>
          </a:p>
          <a:p>
            <a:pPr lvl="1">
              <a:spcAft>
                <a:spcPts val="600"/>
              </a:spcAft>
            </a:pPr>
            <a:r>
              <a:rPr lang="en-US" sz="1400" i="0">
                <a:solidFill>
                  <a:srgbClr val="000000"/>
                </a:solidFill>
                <a:effectLst/>
              </a:rPr>
              <a:t>Know why trends are happening</a:t>
            </a:r>
          </a:p>
          <a:p>
            <a:pPr lvl="1">
              <a:spcAft>
                <a:spcPts val="600"/>
              </a:spcAft>
            </a:pPr>
            <a:r>
              <a:rPr lang="en-US" sz="1400" i="0">
                <a:solidFill>
                  <a:srgbClr val="000000"/>
                </a:solidFill>
                <a:effectLst/>
              </a:rPr>
              <a:t>Explain what is causing trends</a:t>
            </a:r>
          </a:p>
          <a:p>
            <a:pPr lvl="1">
              <a:spcAft>
                <a:spcPts val="600"/>
              </a:spcAft>
            </a:pPr>
            <a:r>
              <a:rPr lang="en-US" sz="1400" i="0">
                <a:solidFill>
                  <a:srgbClr val="000000"/>
                </a:solidFill>
                <a:effectLst/>
              </a:rPr>
              <a:t>Consistent view of key dynamics related to consumer demand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endParaRPr lang="en-US" sz="1400" i="0">
              <a:solidFill>
                <a:srgbClr val="000000"/>
              </a:solidFill>
              <a:effectLst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400" b="1">
                <a:solidFill>
                  <a:srgbClr val="000000"/>
                </a:solidFill>
              </a:rPr>
              <a:t>Ability to make rational adjustments in forecasts based on market factors and strategic decisions</a:t>
            </a:r>
          </a:p>
          <a:p>
            <a:pPr lvl="1">
              <a:spcAft>
                <a:spcPts val="600"/>
              </a:spcAft>
            </a:pPr>
            <a:r>
              <a:rPr lang="en-US" sz="1400" i="0">
                <a:solidFill>
                  <a:srgbClr val="000000"/>
                </a:solidFill>
                <a:effectLst/>
              </a:rPr>
              <a:t>Tool provides scenario management</a:t>
            </a:r>
          </a:p>
          <a:p>
            <a:pPr lvl="1">
              <a:spcAft>
                <a:spcPts val="600"/>
              </a:spcAft>
            </a:pPr>
            <a:r>
              <a:rPr lang="en-US" sz="1400" i="0">
                <a:solidFill>
                  <a:srgbClr val="000000"/>
                </a:solidFill>
                <a:effectLst/>
              </a:rPr>
              <a:t>Transparency in adjustments increases believability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endParaRPr lang="en-US" sz="1400" i="0">
              <a:solidFill>
                <a:srgbClr val="000000"/>
              </a:solidFill>
              <a:effectLst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400" b="1">
                <a:solidFill>
                  <a:srgbClr val="000000"/>
                </a:solidFill>
              </a:rPr>
              <a:t>Clear connection to tie forecasts with strategy</a:t>
            </a:r>
          </a:p>
          <a:p>
            <a:pPr lvl="1">
              <a:spcAft>
                <a:spcPts val="600"/>
              </a:spcAft>
            </a:pPr>
            <a:r>
              <a:rPr lang="en-US" sz="1400" i="0">
                <a:solidFill>
                  <a:srgbClr val="000000"/>
                </a:solidFill>
                <a:effectLst/>
              </a:rPr>
              <a:t>Forecasts tie directly with strategic planning, strategy development</a:t>
            </a:r>
          </a:p>
          <a:p>
            <a:pPr lvl="1">
              <a:spcAft>
                <a:spcPts val="600"/>
              </a:spcAft>
            </a:pPr>
            <a:r>
              <a:rPr lang="en-US" sz="1400" i="0">
                <a:solidFill>
                  <a:srgbClr val="000000"/>
                </a:solidFill>
                <a:effectLst/>
              </a:rPr>
              <a:t>Consistency across business units drives comparability and effectiveness for leadership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F961F-E1D1-9AF8-D9EE-D221A171E1F1}"/>
              </a:ext>
            </a:extLst>
          </p:cNvPr>
          <p:cNvSpPr/>
          <p:nvPr/>
        </p:nvSpPr>
        <p:spPr>
          <a:xfrm>
            <a:off x="9535160" y="2166965"/>
            <a:ext cx="2560320" cy="31854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IMPACT IN ACTION</a:t>
            </a:r>
          </a:p>
          <a:p>
            <a:pPr algn="ctr"/>
            <a:r>
              <a:rPr lang="en-US" sz="1100" b="1" i="1">
                <a:solidFill>
                  <a:schemeClr val="tx1"/>
                </a:solidFill>
              </a:rPr>
              <a:t>From case-study client</a:t>
            </a:r>
            <a:endParaRPr lang="en-US" sz="1100" b="1">
              <a:solidFill>
                <a:schemeClr val="tx1"/>
              </a:solidFill>
            </a:endParaRPr>
          </a:p>
          <a:p>
            <a:endParaRPr lang="en-US" sz="110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tx1"/>
                </a:solidFill>
              </a:rPr>
              <a:t>Data accuracy increased significantly. Most sources used had 5-10% inaccuracy that was fixed during effort</a:t>
            </a:r>
          </a:p>
          <a:p>
            <a:pPr marL="228600" indent="-228600">
              <a:buAutoNum type="arabicPeriod"/>
            </a:pPr>
            <a:endParaRPr lang="en-US" sz="110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tx1"/>
                </a:solidFill>
              </a:rPr>
              <a:t>Time to build forecasts for strategic planning is reduced by 75%</a:t>
            </a:r>
          </a:p>
          <a:p>
            <a:pPr marL="228600" indent="-228600">
              <a:buAutoNum type="arabicPeriod"/>
            </a:pPr>
            <a:endParaRPr lang="en-US" sz="110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tx1"/>
                </a:solidFill>
              </a:rPr>
              <a:t>Forecast accuracy increased by 50%</a:t>
            </a:r>
          </a:p>
          <a:p>
            <a:pPr marL="228600" indent="-228600">
              <a:buAutoNum type="arabicPeriod"/>
            </a:pPr>
            <a:endParaRPr lang="en-US" sz="110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tx1"/>
                </a:solidFill>
              </a:rPr>
              <a:t>Additional strategic initiatives launched due to new access to information and insights within PoluSim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262105-0A2B-63E0-71E9-FEA556B2AC5D}"/>
              </a:ext>
            </a:extLst>
          </p:cNvPr>
          <p:cNvCxnSpPr>
            <a:cxnSpLocks/>
          </p:cNvCxnSpPr>
          <p:nvPr/>
        </p:nvCxnSpPr>
        <p:spPr>
          <a:xfrm>
            <a:off x="9423400" y="1408176"/>
            <a:ext cx="0" cy="4703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47F329-7768-9C33-0568-B83E7F252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20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6883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5E1B10-B662-5668-673E-F4BD70A1B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355241"/>
              </p:ext>
            </p:extLst>
          </p:nvPr>
        </p:nvGraphicFramePr>
        <p:xfrm>
          <a:off x="2249228" y="1430867"/>
          <a:ext cx="4277360" cy="339513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614680">
                  <a:extLst>
                    <a:ext uri="{9D8B030D-6E8A-4147-A177-3AD203B41FA5}">
                      <a16:colId xmlns:a16="http://schemas.microsoft.com/office/drawing/2014/main" val="1329322710"/>
                    </a:ext>
                  </a:extLst>
                </a:gridCol>
                <a:gridCol w="3662680">
                  <a:extLst>
                    <a:ext uri="{9D8B030D-6E8A-4147-A177-3AD203B41FA5}">
                      <a16:colId xmlns:a16="http://schemas.microsoft.com/office/drawing/2014/main" val="3032428755"/>
                    </a:ext>
                  </a:extLst>
                </a:gridCol>
              </a:tblGrid>
              <a:tr h="679027">
                <a:tc>
                  <a:txBody>
                    <a:bodyPr/>
                    <a:lstStyle/>
                    <a:p>
                      <a:r>
                        <a:rPr lang="en-US" b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Tellusant Overview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663183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 b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Examples of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627483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 b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Complete Process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984490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r>
                        <a:rPr lang="en-US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Conclusions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88458"/>
                  </a:ext>
                </a:extLst>
              </a:tr>
              <a:tr h="67902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45187"/>
                  </a:ext>
                </a:extLst>
              </a:tr>
            </a:tbl>
          </a:graphicData>
        </a:graphic>
      </p:graphicFrame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032F31EA-5C9B-8758-91C8-B31FA70AD89F}"/>
              </a:ext>
            </a:extLst>
          </p:cNvPr>
          <p:cNvSpPr txBox="1">
            <a:spLocks/>
          </p:cNvSpPr>
          <p:nvPr/>
        </p:nvSpPr>
        <p:spPr>
          <a:xfrm>
            <a:off x="2249228" y="741983"/>
            <a:ext cx="4689074" cy="4001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/>
              <a:t>Agenda</a:t>
            </a:r>
            <a:endParaRPr lang="en-US" sz="4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3465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D9404D8-B129-6A44-05DC-18E1669E97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7" y="665783"/>
            <a:ext cx="9394389" cy="400111"/>
          </a:xfrm>
        </p:spPr>
        <p:txBody>
          <a:bodyPr/>
          <a:lstStyle/>
          <a:p>
            <a:r>
              <a:rPr lang="en-US" sz="2000"/>
              <a:t>Tellusant delivers three tiers of benefits from its products</a:t>
            </a:r>
            <a:endParaRPr lang="en-US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C323FFD3-7623-FEEF-4FE3-BDB86D9386AF}"/>
              </a:ext>
            </a:extLst>
          </p:cNvPr>
          <p:cNvSpPr/>
          <p:nvPr/>
        </p:nvSpPr>
        <p:spPr>
          <a:xfrm rot="10800000">
            <a:off x="838490" y="2954623"/>
            <a:ext cx="2734842" cy="2734843"/>
          </a:xfrm>
          <a:prstGeom prst="teardrop">
            <a:avLst/>
          </a:prstGeom>
          <a:solidFill>
            <a:srgbClr val="246EB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CC1C0A-9D64-AF4D-C8D8-E06E68F677FB}"/>
              </a:ext>
            </a:extLst>
          </p:cNvPr>
          <p:cNvSpPr txBox="1"/>
          <p:nvPr/>
        </p:nvSpPr>
        <p:spPr>
          <a:xfrm>
            <a:off x="825148" y="5804655"/>
            <a:ext cx="5628511" cy="523220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400"/>
              <a:t>Our initial involvement typically starts with a basic installation, evolving as client satisfaction and ambitions grow</a:t>
            </a: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09F3F734-0426-DFEF-3F61-BDFC7F3E6AB1}"/>
              </a:ext>
            </a:extLst>
          </p:cNvPr>
          <p:cNvSpPr/>
          <p:nvPr/>
        </p:nvSpPr>
        <p:spPr>
          <a:xfrm rot="10800000">
            <a:off x="838491" y="1774018"/>
            <a:ext cx="3915448" cy="3915448"/>
          </a:xfrm>
          <a:prstGeom prst="teardrop">
            <a:avLst/>
          </a:prstGeom>
          <a:solidFill>
            <a:srgbClr val="246E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1B2EA52F-6D3D-0DE7-BE55-5679CA1D2AA1}"/>
              </a:ext>
            </a:extLst>
          </p:cNvPr>
          <p:cNvSpPr/>
          <p:nvPr/>
        </p:nvSpPr>
        <p:spPr>
          <a:xfrm rot="10800000">
            <a:off x="838490" y="3886789"/>
            <a:ext cx="1802676" cy="1802677"/>
          </a:xfrm>
          <a:prstGeom prst="teardrop">
            <a:avLst/>
          </a:prstGeom>
          <a:solidFill>
            <a:srgbClr val="246E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755529-D8F4-6406-AEB1-AFBBC0D52CF0}"/>
              </a:ext>
            </a:extLst>
          </p:cNvPr>
          <p:cNvSpPr txBox="1"/>
          <p:nvPr/>
        </p:nvSpPr>
        <p:spPr>
          <a:xfrm>
            <a:off x="2293222" y="2232011"/>
            <a:ext cx="1713708" cy="46166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200" b="1"/>
              <a:t>Streamlined </a:t>
            </a:r>
            <a:br>
              <a:rPr lang="en-US" sz="1200" b="1"/>
            </a:br>
            <a:r>
              <a:rPr lang="en-US" sz="1200" b="1"/>
              <a:t>decision making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2DCBA-6017-0ABE-7F71-AACF47100053}"/>
              </a:ext>
            </a:extLst>
          </p:cNvPr>
          <p:cNvSpPr txBox="1"/>
          <p:nvPr/>
        </p:nvSpPr>
        <p:spPr>
          <a:xfrm>
            <a:off x="1436368" y="3420908"/>
            <a:ext cx="1713708" cy="46166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200" b="1"/>
              <a:t>Upgraded strategic forecasting 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70258-30E9-9055-11DA-5863F71F8EEC}"/>
              </a:ext>
            </a:extLst>
          </p:cNvPr>
          <p:cNvSpPr txBox="1"/>
          <p:nvPr/>
        </p:nvSpPr>
        <p:spPr>
          <a:xfrm>
            <a:off x="923437" y="4609805"/>
            <a:ext cx="1588568" cy="430887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Products used without change in processes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E37900-6C36-6A15-8D80-34B799910E87}"/>
              </a:ext>
            </a:extLst>
          </p:cNvPr>
          <p:cNvCxnSpPr>
            <a:cxnSpLocks/>
          </p:cNvCxnSpPr>
          <p:nvPr/>
        </p:nvCxnSpPr>
        <p:spPr>
          <a:xfrm>
            <a:off x="4271974" y="2462842"/>
            <a:ext cx="2195028" cy="0"/>
          </a:xfrm>
          <a:prstGeom prst="line">
            <a:avLst/>
          </a:prstGeom>
          <a:ln w="19050" cap="rnd">
            <a:solidFill>
              <a:srgbClr val="246EB9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401330-DD5A-D61E-288B-3BF6D1BADE48}"/>
              </a:ext>
            </a:extLst>
          </p:cNvPr>
          <p:cNvCxnSpPr>
            <a:cxnSpLocks/>
          </p:cNvCxnSpPr>
          <p:nvPr/>
        </p:nvCxnSpPr>
        <p:spPr>
          <a:xfrm>
            <a:off x="3383722" y="3639598"/>
            <a:ext cx="3083280" cy="0"/>
          </a:xfrm>
          <a:prstGeom prst="line">
            <a:avLst/>
          </a:prstGeom>
          <a:ln w="19050" cap="rnd">
            <a:solidFill>
              <a:srgbClr val="246EB9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9FB7D8-9BE5-6A41-F3B3-8204FC552819}"/>
              </a:ext>
            </a:extLst>
          </p:cNvPr>
          <p:cNvCxnSpPr>
            <a:cxnSpLocks/>
          </p:cNvCxnSpPr>
          <p:nvPr/>
        </p:nvCxnSpPr>
        <p:spPr>
          <a:xfrm>
            <a:off x="2641167" y="4816353"/>
            <a:ext cx="3812492" cy="1"/>
          </a:xfrm>
          <a:prstGeom prst="line">
            <a:avLst/>
          </a:prstGeom>
          <a:ln w="19050" cap="rnd">
            <a:solidFill>
              <a:srgbClr val="246EB9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45CF565-B5C1-B39B-7989-6FD2EBAB6851}"/>
              </a:ext>
            </a:extLst>
          </p:cNvPr>
          <p:cNvSpPr txBox="1"/>
          <p:nvPr/>
        </p:nvSpPr>
        <p:spPr>
          <a:xfrm>
            <a:off x="6930862" y="2232009"/>
            <a:ext cx="4435990" cy="584775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600"/>
              <a:t>Be agile and precise with strategic decisions</a:t>
            </a:r>
          </a:p>
          <a:p>
            <a:r>
              <a:rPr lang="en-US" sz="1600" i="1" err="1"/>
              <a:t>Tellusant’s</a:t>
            </a:r>
            <a:r>
              <a:rPr lang="en-US" sz="1600" i="1"/>
              <a:t> long-term vision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79464D-779F-4417-F8ED-4AF57AB75998}"/>
              </a:ext>
            </a:extLst>
          </p:cNvPr>
          <p:cNvSpPr txBox="1"/>
          <p:nvPr/>
        </p:nvSpPr>
        <p:spPr>
          <a:xfrm>
            <a:off x="6930862" y="3470321"/>
            <a:ext cx="4435990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600"/>
              <a:t>Become a strategic forecasting leader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6BD315-98EF-895D-A90B-47BD2D7800D4}"/>
              </a:ext>
            </a:extLst>
          </p:cNvPr>
          <p:cNvSpPr txBox="1"/>
          <p:nvPr/>
        </p:nvSpPr>
        <p:spPr>
          <a:xfrm>
            <a:off x="6930862" y="4649627"/>
            <a:ext cx="4435990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600"/>
              <a:t>Gain direct cost benefits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B0FFC-44C6-D44F-A49E-2A0FE8F3B7E0}"/>
              </a:ext>
            </a:extLst>
          </p:cNvPr>
          <p:cNvSpPr txBox="1"/>
          <p:nvPr/>
        </p:nvSpPr>
        <p:spPr>
          <a:xfrm>
            <a:off x="6930862" y="1540412"/>
            <a:ext cx="2594342" cy="338554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r>
              <a:rPr lang="en-US" sz="1600" b="1"/>
              <a:t>BENEFITS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9F61F-FC54-DA27-3F82-E259B274019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229" b="13039"/>
          <a:stretch/>
        </p:blipFill>
        <p:spPr>
          <a:xfrm>
            <a:off x="11027811" y="288037"/>
            <a:ext cx="902332" cy="71945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527C38-42EC-C09F-D567-6C5D41000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22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731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D1555B-C4BC-8440-A080-179E169009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Success Stories:</a:t>
            </a:r>
            <a:r>
              <a:rPr lang="en-US"/>
              <a:t> Leveraging PoluSim across varied business needs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B273C7-988D-D945-65C3-325C28E42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782047"/>
              </p:ext>
            </p:extLst>
          </p:nvPr>
        </p:nvGraphicFramePr>
        <p:xfrm>
          <a:off x="406959" y="1684866"/>
          <a:ext cx="11378082" cy="36271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84882">
                  <a:extLst>
                    <a:ext uri="{9D8B030D-6E8A-4147-A177-3AD203B41FA5}">
                      <a16:colId xmlns:a16="http://schemas.microsoft.com/office/drawing/2014/main" val="3207824623"/>
                    </a:ext>
                  </a:extLst>
                </a:gridCol>
                <a:gridCol w="2863850">
                  <a:extLst>
                    <a:ext uri="{9D8B030D-6E8A-4147-A177-3AD203B41FA5}">
                      <a16:colId xmlns:a16="http://schemas.microsoft.com/office/drawing/2014/main" val="3508999451"/>
                    </a:ext>
                  </a:extLst>
                </a:gridCol>
                <a:gridCol w="6229350">
                  <a:extLst>
                    <a:ext uri="{9D8B030D-6E8A-4147-A177-3AD203B41FA5}">
                      <a16:colId xmlns:a16="http://schemas.microsoft.com/office/drawing/2014/main" val="2556473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Company Revenue and Reach</a:t>
                      </a:r>
                    </a:p>
                  </a:txBody>
                  <a:tcPr marL="133877" marR="133877"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Previous Strategic Forecasting Capability</a:t>
                      </a:r>
                    </a:p>
                  </a:txBody>
                  <a:tcPr marL="133877" marR="133877"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Rationale for PoluSim</a:t>
                      </a:r>
                    </a:p>
                  </a:txBody>
                  <a:tcPr marL="133877" marR="133877">
                    <a:lnB w="6350" cap="flat" cmpd="sng" algn="ctr">
                      <a:noFill/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69337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$40bn, Global, 40 business units (BUs)</a:t>
                      </a:r>
                    </a:p>
                  </a:txBody>
                  <a:tcPr marL="133877" marR="133877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Internal (data team), strategy consultants</a:t>
                      </a:r>
                    </a:p>
                  </a:txBody>
                  <a:tcPr marL="133877" marR="13387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Data team forecasts were unreliable, not trusted by any business units</a:t>
                      </a:r>
                    </a:p>
                  </a:txBody>
                  <a:tcPr marL="133877" marR="133877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315003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$20bn, Global, 100 BUs</a:t>
                      </a:r>
                    </a:p>
                  </a:txBody>
                  <a:tcPr marL="133877" marR="133877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3</a:t>
                      </a:r>
                      <a:r>
                        <a:rPr lang="en-US" sz="1400" baseline="30000">
                          <a:latin typeface="Trebuchet MS" panose="020B0603020202020204" pitchFamily="34" charset="0"/>
                        </a:rPr>
                        <a:t>rd</a:t>
                      </a:r>
                      <a:r>
                        <a:rPr lang="en-US" sz="1400">
                          <a:latin typeface="Trebuchet MS" panose="020B0603020202020204" pitchFamily="34" charset="0"/>
                        </a:rPr>
                        <a:t> party data provider, strategy consultants</a:t>
                      </a:r>
                    </a:p>
                  </a:txBody>
                  <a:tcPr marL="133877" marR="13387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Desire to become a leading strategic forecasting company to better plan</a:t>
                      </a:r>
                    </a:p>
                  </a:txBody>
                  <a:tcPr marL="133877" marR="133877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206208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$9bn, USA, 3 BUs</a:t>
                      </a:r>
                    </a:p>
                  </a:txBody>
                  <a:tcPr marL="133877" marR="133877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Internal (data science team)</a:t>
                      </a:r>
                    </a:p>
                  </a:txBody>
                  <a:tcPr marL="133877" marR="13387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Need to upgrade forecasting to be state-level and capture consumer trends</a:t>
                      </a:r>
                    </a:p>
                  </a:txBody>
                  <a:tcPr marL="133877" marR="133877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326891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$2bn, Global, 15 BUs</a:t>
                      </a:r>
                    </a:p>
                  </a:txBody>
                  <a:tcPr marL="133877" marR="133877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Trebuchet MS" panose="020B0603020202020204" pitchFamily="34" charset="0"/>
                        </a:rPr>
                        <a:t>Internal (incomplete, not used)</a:t>
                      </a:r>
                    </a:p>
                  </a:txBody>
                  <a:tcPr marL="133877" marR="13387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Strategic project to determine future category evolution</a:t>
                      </a:r>
                    </a:p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Followed by PoluSim access</a:t>
                      </a:r>
                    </a:p>
                  </a:txBody>
                  <a:tcPr marL="133877" marR="133877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929084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$750m, Latin America, 5 BUs</a:t>
                      </a:r>
                    </a:p>
                  </a:txBody>
                  <a:tcPr marL="133877" marR="133877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3</a:t>
                      </a:r>
                      <a:r>
                        <a:rPr lang="en-US" sz="1400" baseline="30000">
                          <a:latin typeface="Trebuchet MS" panose="020B0603020202020204" pitchFamily="34" charset="0"/>
                        </a:rPr>
                        <a:t>rd</a:t>
                      </a:r>
                      <a:r>
                        <a:rPr lang="en-US" sz="1400">
                          <a:latin typeface="Trebuchet MS" panose="020B0603020202020204" pitchFamily="34" charset="0"/>
                        </a:rPr>
                        <a:t> party data provider only</a:t>
                      </a:r>
                    </a:p>
                  </a:txBody>
                  <a:tcPr marL="133877" marR="13387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Component of effort to advance capabilities in strategic planning</a:t>
                      </a:r>
                    </a:p>
                  </a:txBody>
                  <a:tcPr marL="133877" marR="133877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308921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$500m, Mexico, 1 BU</a:t>
                      </a:r>
                    </a:p>
                  </a:txBody>
                  <a:tcPr marL="133877" marR="133877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Trebuchet MS" panose="020B0603020202020204" pitchFamily="34" charset="0"/>
                        </a:rPr>
                        <a:t>3</a:t>
                      </a:r>
                      <a:r>
                        <a:rPr lang="en-US" sz="1400" baseline="30000">
                          <a:latin typeface="Trebuchet MS" panose="020B0603020202020204" pitchFamily="34" charset="0"/>
                        </a:rPr>
                        <a:t>rd</a:t>
                      </a:r>
                      <a:r>
                        <a:rPr lang="en-US" sz="1400">
                          <a:latin typeface="Trebuchet MS" panose="020B0603020202020204" pitchFamily="34" charset="0"/>
                        </a:rPr>
                        <a:t> party data provider only</a:t>
                      </a:r>
                    </a:p>
                  </a:txBody>
                  <a:tcPr marL="133877" marR="13387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rebuchet MS" panose="020B0603020202020204" pitchFamily="34" charset="0"/>
                        </a:rPr>
                        <a:t>Strategic project to find market opportunities. PoluSim provides subnational insights</a:t>
                      </a:r>
                    </a:p>
                  </a:txBody>
                  <a:tcPr marL="133877" marR="133877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3070434"/>
                  </a:ext>
                </a:extLst>
              </a:tr>
            </a:tbl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643AB807-0819-B0C0-55DD-BFB824743CE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229" b="13039"/>
          <a:stretch/>
        </p:blipFill>
        <p:spPr>
          <a:xfrm>
            <a:off x="11027811" y="288037"/>
            <a:ext cx="902332" cy="7194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403DE-CF54-C9A7-C60F-92BBD750A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23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695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D9404D8-B129-6A44-05DC-18E1669E97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476" y="665783"/>
            <a:ext cx="10716299" cy="400111"/>
          </a:xfrm>
        </p:spPr>
        <p:txBody>
          <a:bodyPr/>
          <a:lstStyle/>
          <a:p>
            <a:r>
              <a:rPr lang="en-US"/>
              <a:t>How to work with us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2254985-6E9D-54F6-FABD-B2DBC5B701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9594875"/>
              </p:ext>
            </p:extLst>
          </p:nvPr>
        </p:nvGraphicFramePr>
        <p:xfrm>
          <a:off x="2032000" y="1155548"/>
          <a:ext cx="8128000" cy="4899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F25A8-D8F6-E136-E4A5-B7F916DB7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016B7-1E67-4087-BAEC-C3C52BE30E85}" type="slidenum">
              <a:rPr lang="en-US" smtClean="0"/>
              <a:pPr/>
              <a:t>24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3019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14DA0F-E204-1A0B-10C4-F775460F1EA4}"/>
              </a:ext>
            </a:extLst>
          </p:cNvPr>
          <p:cNvSpPr/>
          <p:nvPr/>
        </p:nvSpPr>
        <p:spPr>
          <a:xfrm>
            <a:off x="338761" y="1836395"/>
            <a:ext cx="5430848" cy="1652746"/>
          </a:xfrm>
          <a:prstGeom prst="roundRect">
            <a:avLst>
              <a:gd name="adj" fmla="val 6249"/>
            </a:avLst>
          </a:prstGeom>
          <a:solidFill>
            <a:schemeClr val="accent2"/>
          </a:solidFill>
          <a:ln>
            <a:noFill/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buClr>
                <a:srgbClr val="00124D"/>
              </a:buClr>
            </a:pPr>
            <a:r>
              <a:rPr lang="es-ES" sz="1400" b="1">
                <a:solidFill>
                  <a:schemeClr val="bg1"/>
                </a:solidFill>
                <a:latin typeface="Trebuchet MS" panose="020B0603020202020204" pitchFamily="34" charset="0"/>
              </a:rPr>
              <a:t>240 </a:t>
            </a:r>
            <a:r>
              <a:rPr lang="es-ES" sz="1400" b="1" err="1">
                <a:solidFill>
                  <a:schemeClr val="bg1"/>
                </a:solidFill>
                <a:latin typeface="Trebuchet MS" panose="020B0603020202020204" pitchFamily="34" charset="0"/>
              </a:rPr>
              <a:t>Elm</a:t>
            </a:r>
            <a:r>
              <a:rPr lang="es-ES" sz="1400" b="1">
                <a:solidFill>
                  <a:schemeClr val="bg1"/>
                </a:solidFill>
                <a:latin typeface="Trebuchet MS" panose="020B0603020202020204" pitchFamily="34" charset="0"/>
              </a:rPr>
              <a:t> Street, Suite 200, Somerville MA 02144, USA</a:t>
            </a:r>
          </a:p>
          <a:p>
            <a:pPr>
              <a:spcAft>
                <a:spcPts val="1200"/>
              </a:spcAft>
              <a:buClr>
                <a:srgbClr val="00124D"/>
              </a:buClr>
            </a:pPr>
            <a:r>
              <a:rPr lang="es-ES" sz="1400" b="1">
                <a:solidFill>
                  <a:schemeClr val="bg1"/>
                </a:solidFill>
                <a:latin typeface="Trebuchet MS" panose="020B0603020202020204" pitchFamily="34" charset="0"/>
              </a:rPr>
              <a:t>Paseo de la Reforma 509, Piso 16, Cuauhtémoc, Ciudad de México 06500, </a:t>
            </a:r>
            <a:r>
              <a:rPr lang="es-ES" sz="1400" b="1" err="1">
                <a:solidFill>
                  <a:schemeClr val="bg1"/>
                </a:solidFill>
                <a:latin typeface="Trebuchet MS" panose="020B0603020202020204" pitchFamily="34" charset="0"/>
              </a:rPr>
              <a:t>Mexico</a:t>
            </a:r>
            <a:endParaRPr lang="es-ES" sz="1400" b="1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>
              <a:spcAft>
                <a:spcPts val="1200"/>
              </a:spcAft>
              <a:buClr>
                <a:srgbClr val="00124D"/>
              </a:buClr>
            </a:pPr>
            <a:r>
              <a:rPr lang="es-ES" sz="1400" b="1">
                <a:solidFill>
                  <a:schemeClr val="bg1"/>
                </a:solidFill>
                <a:latin typeface="Trebuchet MS" panose="020B0603020202020204" pitchFamily="34" charset="0"/>
              </a:rPr>
              <a:t>+1-617-394-1800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9A8D976-FAAC-52F3-2283-0EEC943D6C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883" y="154516"/>
            <a:ext cx="5170598" cy="185519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64C81C3-6A4F-8903-7E12-1EEFBB278C78}"/>
              </a:ext>
            </a:extLst>
          </p:cNvPr>
          <p:cNvGrpSpPr/>
          <p:nvPr/>
        </p:nvGrpSpPr>
        <p:grpSpPr>
          <a:xfrm>
            <a:off x="2514037" y="0"/>
            <a:ext cx="10150966" cy="6858000"/>
            <a:chOff x="2514037" y="0"/>
            <a:chExt cx="10150966" cy="6858000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31DB97C1-8310-1E10-F7FA-6FBB5C504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  <a:alphaModFix amt="1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14037" y="0"/>
              <a:ext cx="10150966" cy="6858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06C071-5101-2639-49C9-59C6B7C5FA06}"/>
                </a:ext>
              </a:extLst>
            </p:cNvPr>
            <p:cNvSpPr/>
            <p:nvPr/>
          </p:nvSpPr>
          <p:spPr>
            <a:xfrm>
              <a:off x="7680960" y="3662680"/>
              <a:ext cx="223520" cy="2438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CB17BB7-BFAA-2575-B279-9EF9214F050D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913" t="26354"/>
          <a:stretch/>
        </p:blipFill>
        <p:spPr>
          <a:xfrm>
            <a:off x="132463" y="3947159"/>
            <a:ext cx="4296375" cy="29135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07334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/f39/f3/+/v9wgIQgAAOhAQSjo6azExY729zkpKc3NzlHt7nLW1xVJSe2trjCkpWkJCa5SUrZyctQAIQsXF1ubm7xkxAFpahAgQQhAZSoyMpSEhUtbe5jE6WoSEpZylvRAZUu/v7xAhUtbW1jpCa62tvWNahAAAABkZSoSEnCEpWs7O1mNajEJCc0JKcwAASikxWmt7lK2txXOElGtzlFJac0JSe2NrjFpjhKWlrc7O3oyMrVpaWube3sXFzr3Fxa29xRkZWoSMpdbW5lpac6W1xYSUpb3O1pylrZyttYycpXNzc8XW3r21vYzeY4zeIYycIXuUc97eexmUcxmUIRnecxneIUI6Olop5pwppd6lKd5CKd5zKd4QKZQQKYxrKUqMc0qMIUrec96le95Ce0reId5ze94Qe5wp5lIZKSFChAAQSq29tZRCKRkQ1tbOvQAQIZyUlNbe1t5rxd4QxRAQGWtjlBlC1t7O3ozWzjpjQhkQjFoQpd4x997eEISMjN6cxd5CxQAZSt6l9yk6IYzOlFpztUpSa1pz5lrm5hnm5hlz5lqt5hmt5lrmtRnmtRlztVqttRmttUJahKV71lpCpd7eQpwpY6WcY2MpY4QpeyExa6Xe3nt7lClaGYycvZycpe/e74xz1pxrayEQIda1xUpCGRApWtbF1hkxWt7/Ot7/va2trSlCa621zq2lvZSUpaVzrSFjc0IxexA6OsXFvWtzjJxrlFpjKcXWvYxrjBBCEEohY6Wl3oyU1kIZY87e7zEQWr3evaWt5tbv79bm3hApEKW95tb391Ihe5yElIxrrYxrpRAIUjFKWgAISikIUlpajFJShAAAGRAhOq2crSkpY9b//ylCWntjlDoZa3NznPfv97213kJKY2NalDEpWube9xAASr3F3hAhAAAAQs7F3kpKYzpKa//374yEpSkhUjoxWggAMWNrhGtajEJCWpytxYSEjP/3/xkQSu/v//f37wAAMTExWr21zr3F1ube7xAxAAAQQgAAANzZS8o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T2sjybo9jBY9UClLSYKsqaD1B2eBBgKXRDkLJZK43BpsjPRNPNqDwuPfZH+IHuz0rAcbeXDBgzvqgRo2b0+KQqfBGwp627gONaiCyy63ZYS5a60nIjMlu/rsc9/f+95zzm5lZMQTT0SGpJRzeT3x54knwWgSjKaTydUE6e/i76LE0WQ0whnErUajccaokfHYO8rSNO2lYdhLkyQMo8MwqR70o2alvapUKtWoFr4LG3EQh1GSIg2yd0l4FMfB3RCKrBUEg16UfJuxaC95FULlKqPxIEiTKEwbjYCqN0O8IVRRAlW2CM4S1EozXDjsvzIB1/X4LmogheIoimopLmokSPXu0Xka7r/tNvnqVrrNqt4Kr70jpnHDJRkSxHtHPnPWOML7x4306KzFrw6tihpxK0aqw72CwO4W7hfu3BRx+Y4ycblgFEjz2DmaBh+s/n90qiabevRA8ftpsHtuvR4o/ne+YvxdJNHT7+r1yn31sHl7XdmvVm6vb5vV/co10kq12mSKo1tt3pt0e33fbKrYH5U2fq7KNcT7a8Y47/EHVqkge8tTB6NL06sAh2Vc1uVcDfe6x4EyJLi0/aSzWXZOl6edzqazPP1d/F00cXn6I5LxKJgHwTH/rhcDvGKEVgzQImz0wl4Wvg5776qHr/vV5t+6q3Y16fXCYRyMg/S8B2QYj1phLRsEo/FV9iZ0QggB0iwOL45iqoK0RtViMm7VwjQ+pmqY9M5U2EADcTyAKkx6DQqjLAkzlElI43i0maSvoEHl+E2S/mVhdVvBeDM4T8I4e7F/UP1u/d0aGFjdJ0Iu+IXwZZDeGYIt+NUWwQDvBIy2ItYIjhkNFjgRo4iX4pYUr6vpaDTeLMe4d7iBGzvsblIsNJZQi4jFvNFeVpGl/9GxPFX01WOc1/RHqbB0/OhPVOAXcGG8PB1vftxsID08EGbjzWyM+GEY4dyMr+JemNSiev1VtbKOqgCbar0JNKrs19cVoFnlAIAodLqvrIGFBLh7AF7loEk1Ak5U43+sFTSVyqoC7ANmQSIoCs5YBQeDQG3VphJZilaNdXwJY+mbzOilsrer9hO8/sHoBufH38XfxY//MJmvTmcERgN2A3pD5qHXgNBw1ojBBbM0fJP16vV3r+oHB/yT7Z+nvV5jtBy3AE3BaNkJ0rARXI07m8EwHExHEO6GYQzK1EHRsBFQNWsMU+DOZENVFn+YbP46bvTI4KZQhagVTMc3o6NwL14Eo84mvmDZqLOMgaXBZNbpNM75bpvOaHhxdDdZfpyltV48Wv466iVpPAp6/XVzXcULn3A/IlaSsvG74IsFi2CKLHOj6QfEIHGuBK8PiPXtGfGF+Ip0bzQ6mfGR12Pfcffr1yff8MAtZOYbiN9YghvMzEdqUforbrPSfzDldWgB6TcoxRWo9JUD9T5a/I+P/KUeBESu6o1PPz7pQP0REcLHm4/If+zgbW8+diDdfLxBxoebX286HV6L6JvON52/Qlx+0+ksOzxvEHB0FPujCKrTmQABa7V+PYFZUI8Orm/Xh0C82/tmf78JKLteVffX4Hb315+um9U1YOoWNBBg1QQCohg5YBNC8+BnwtU9sBH6yxUgsM0/MaIXK9xer64rnyrXKKhUum9pgLBipfK2+7a5Ur1PgEek7dVbXNmFvo2CLmDvS5fVm82D7lv8kf8DXxS3tHPz8RvcDdww3rQb5m9wq3/X/otpv/mmg5h/EABEAKDQDwbX9D3sK7xgcYInxY3GIPs2bYQvwzRZ16P+QfO7ZmVV7YcwkOMNuFwPkHTaCYYAwAmoRRxSAfoD1IIwO+3MUTQAfVqeNFgGArcMwhD0DJg4ygCgRLtOPPypBdq1+XW2h1pz4d6LIclh5zRO0EIAUG2R8E2WnVF4ng0mp51xmvTiyenNqEcg3MBoNgAkSO8fgm4KyoI53sFwDl+SqDdSbCrqgIbMEPWmV7wNOnRDJrPR7AR3Z3YyGwOC/8Fn6BuDHCQ3zPkMDj1iSi1TCLnyH/gBrPYNo8cP1kEtXOiwZxuCLI9Cq2gS1L86LRLlcVgOqbvQhTxaCvTcy5c9eInOGnkVmYVmJACM9p9F6/tmBEO4Uu2D+11X1v19IBRwp7pP05cErVk9AAJe3sOOvax0180uRFA9AzngE2GM+AZj9fIWcQUcDrywsrpcXV9fog3Zv/fQdLtfECN/DarXbba/rMgCAZHkeV2AXpe8UCjY7QIu36J41fy5uo//Ovifw2eB/3/4LwxPAP+RdVTwu/ZfTksVZDzC4IOd8USdWtPph6nAIbg7lqHYyhqDBhAsO3/X60VPD/v7Vfz94l9s0kvDbLSZD8HJpuNO0AuzuRhgj0g4A2oZbTtdTn8iF7sa34yzEPgFkFNt0LPNzTgNh2fHIoUhSGEQsBbY3OB4tEQLPzUgnBJLG/H8atOJaxBQWYwvmLFurxHMPs5gJMcAxklYPTgABK6/azZ/qfZfoMUpWF0AQMX3A6YjK9N2NHpPg38UHKOGASFhUMXsyCNgsoOUGHgyGZEDEgVh6nbcHSRMQeAtpSw+xhS3GbEnhCiEwDpMcLdVnz+AWjCtUssUKf5JSULKC3jYO7vLWc7D4y//kSlnoCjs/KgswVHSRwdwDIaP4HzgRQanhpZEO0b+lAFfgkhAoTAQpv4g69VqSR3/FCuggOvKbbPeB+LRFlY3YKWJlMwOqmbV075bcMRqdQVqCGAC7oHYdYGAQLVPADlcfm+EzjigcI8tkB/SOm5Wmm0WoPI9+6PbzS92LSqAAQLz2mSJXRDA5pcu8FLQelCtiqnzd3rC//26ZXYjvZ4Knvqt8Jz8rv0frtWvDy2eAHDDJbifeA+xgK/FnShgDASMG2HaSKOkF9bXUVRdVw/wP7ZaIwWcBT2Suk1nkoYp4KOzBLYBAIGEx2R5kxOgUu/F3oDscNQA2tHMXU4AgOz4W44b4ImQYEOz+jyYdTbZG8DkHYnfi2Frfifz+ByEEQAXh7UMIEnmBwDEmzTehK3gpDNugCOCEY6yd7CCYXvhMzYPnkZvaEMT1BaAOyEhcsB3QOAkwBdkEY1ykkR8eXxtKObCTFrLgkBwwO+JfrSCgYA3fIBKt5LBHiQk0PP/CUrJNIhNCKpbSrYipTvZksjE8UWDtm9ktOZZQzqhoKgfD69Uxg6rg0NQKHZokeOGpViSZWEIE/H5IvUj+3N9x0TB5aSR1pLPUbX+slppRv3V9T37AgFyzfphE7wPRnC9WgHXuwYfPBACXgIEwd6a1b8BtGDDNldtVADa/SwO+AlKDXYAzYCOBDq82GN4qTJwwEv2563e/i9UvgTkIdNsqvdPnYQ0e4F9IIaASdjBb8EX1UqziX9TuEkWeJRFCzs5n/6u/Z+mLcuiDeAlHztjYzw2cMjoeDBfDBrxoHHUiNNamp1HYe8djOA6CFazvWrWwyMOxKqDD5xsD3RrRFsYxHAxmm0674eAxAnN3DTcIwMETA1/An4ZXP55MAVx3DTO2chkfDMFYYSpOl5uGi/CGPQQWMphFODezSR8gTKgahDWGuxy3JDxBQDX43PQzNlmQyN5weaSpF9t4h8++wF/eXrIPkPr1GQ6CTi2gSwSED5mgH2eAwoARQRhBU/N/gX6Ef+QjkEAx7Mxe87Yy2e3199M/98Fgf9bcozSYcFF27I7hFjAJV4Iu1jYBT0hyzrpHI6pbgFsqsAyE1xGNq/VMJADzZMZzBdiHyz1WlPopXTZ+TtgjwIipowMBB0KdsYcBvmc1KtR1LyvRtX2baV6CCOYCPh0RXu3Xa2vaa66gRAWaQj3vnnAoRDwtOYXQB2AywjfNWERPFGDIjBwoVpV2Cso8siK4IDtdhv0rnJJyFOvH7LqGWS/YBuUD4gIUkg6CDOaQMjCijpuLfDHcsExbAVE/Cfmy/BfjWW/a/+HaWlLUUIRH8NvnuD5+fjNTWcjm489Zv41YDdgCwhIChhmafQSFPCgH9EIbrbfHkS99Ogs5uDHaKbOvMEUTA7Ylt2xB8/MXADgBPBJK5d0bxgvCJcfemE6f4/LNq2wZ72BQfoCaIcLN62LIdAKfG4O3IPqFBzy4giCqCCZo2OJIImLMMHbd5ZxcgHY/QYmcViLDmBj7bMf8KD6TJ2G+lLggGR6fA/XAzjJUXE6IkiSHB7DOiYHhIgK/J8wFgwiAAIBtUvxPNxD3mC7obyfeqpYRMAiCOr+KnZykTAqNApeUaSAM1dowMdDqFfKfSO250+PgoaRDg0plg+vBo4xLVu+ZYE4ZzJetIABehQcBBIMl5s4BQK+jtb7r+r3MILB+ir1ehNgVWn2qwStCqzhA9A5kEHQQdq9EEDnbtkp2AReEZ8IXZy3REv2urK6/gSQvFSvnkARpI/0D62BAzJvZjArkBSS87VxuVgg7eQmca/9lv2ANiCC92DhE/7Zu+BTE8sCYvfjKdLrd+3/LC1efGb58LIAzy4jjgNP8PADB0ZT4gPMxLvjBY3gOAUFTNLGEEZwUq1GhxpluK9UExjBWS/cOx6ddGYwkzUaQgBcTABfEIBaJIcc6CDGcYS4MScXHB1x+t7oRGMmUAHbRsBE4JFUnGEIgzcYXjTQwvjJKH2RDo5Radp7c0Tmt4lfgPlNO+CG4I2T049AxjQWEIbpMMLHW1fX3wECq3VSRU57dBzwCiyThO/YaJ+zjB1GKhJh5M3gxBf+TxjNJuPJyYwE8IQjwYI73jPdvvz2UmtSHlyJk0rCrmjBZX7dyjhBAEdRkGYxglOTPCLQ6M5xzh856CFxgdBmnYDMKZvjoGeCim/IAwGHN0A/MUCGpRgghFHW6108T/aboICV5mH9y/XtAQdArm8rTw9p8YLq7dchVDhTD/+VAFEkgQiwgpuV1SVHdUX9Kl38WOBxNr/v9h7geQsSh7JL8kJO6LNeQ/YZEuYYEQzJ+dCGKThWokkwHAdB27SGcbwFtt6zA9xu6HbqQq7yJS73u/Z/qFYiM47CfAMbmBQIUcA5IkGwmC/YDdiI4yxt/QVAs/euH/bq60MYwfv88232w/QoDXvpXTDrjM80+ounIg3T4w+zDgGQIAdyqMHf6QaGqk11AdrhMkAQMBGqM5LC5SitkeVx9sv5ML4jA3zfI4QSHMEhoaI1ncCannQ6GhfmfJgwSRd81zDpHZ/gWjDBxvBdtdvcp6VOBIzYSamhbXwIfEm+AG93C1m7d+CmhENEooVCQ0AgkC8AASQNdAyQNvBII8H6D+LuKk+j2UhEDpG625snO8FFSAReBaK5WEJJUeCci7dK8oOYxiouD+BiziMdKyh1EIjUYI6CZfgi23Ncz1gfYrzA/DgWog5AA8IfcdPjb9PayyRqwgiuVNZgfbB0oyrHQZr1epcdfpWD+n4X+AY849gHh4KFgIC+Xw7e/q/7yxVhSjZqE/+wusK0+09ke7iCpjHLLkH31JXYJtCxg7AtcshhE1xICNTgMAoIoLSncWGbtUD/mnyPisM//UKyjHhKNg5AXRGc7aSS37X/c7R6YKHxD64KlT656czAAMmB+PgDBoB/x3EAA3jQSNMYtiUo4PNhUl9Hh/U6OBb+GKNwb2/ItRrgZANOjJ5uPs6yWjqYcKQWAkd6O6B0KAISLudkhwUp/ACLmXRPUPg98XIxRf0FwJZY9c0kBa1bBD90xlmtB2F8M9PoLxoIwjfZYPLjzbh33nPDwmEMahnUXh3Fg+xzVd2AHAw+qL8DWRSgOYsXHJBfkwMhSPARWaQSahCD+QkFP/B+qF9gPDqZAQTHE9DA0yXulm4a77LuYX57JXtdkcmTcuG2/OgBGHPlHhML7FN+CwWloNRx/YAAP8M9xwBNY5wvt36Vc7GFU0QgfgQ/wZ+gz3CPEad6gwRCvQnS3jCJQAHryfqWQx/Xt18On6mvb10H2n0CbztgNyDBDBxwfUBYu70EBMLqxd8QOFubQ7YkcwA7KAB2zNzDbq7cohAQxixg7RLAijaaX5SrNDm6QQhEA6B5IoG4VPNl0JSZv6R/7CZEuaZA2M30j4FubhHsUdhW4fxd+z9IS7MtTxXs2WX1zkY9gBwY5QlWdHw3GDgK2GikSS9L+kkYgVNFpID4+1sn6V6aprR4l0EvbcDO5VyXNJ7MOCIL4jdlPx80Z0EA49FGNaAa/1kzAsennQEAdBC8Hy/H2QuawMDEOTBRxG+W0eANaF8D9+ZTIiFwbgHAC4bnGRngbA8lU86I5jwY2MghTd5RI6lqQiA54HewggGWxPZjNIuEKzwmU1Bc+6LSkSVSlMbzQK5ow3WigCc4RrPvgYKbjv8HQ8yz24eAU/fcRDu2IqV5VoMdpsoxrQRuBDMWE7qodKcvVoyosIOlM6jLD6qFfQwO8/ByZi/g0Gs8FPLlJBq+BDydgkAiooZEGNk4cJb2kuh5v3kQ1bvXB1oPwimBRCpOCuRQMBeIAMNo92o6IFJNDrR+QFygzj5wt0sknA5jVjC7DVH3kubsF80HBJxe3q+uiYjWQ6hlILSU367aArsVx0JW16gsAOyuuhwO0ajw267/yfDrKHHCbuBP6Koi+JSPy8MH6ve6Fv7b1PVp+XJWUXjy6+mMfV5cqfpeYHAXDMAB41ajFe8dNbLzi7296FlYq1dfRqKA3VWlmgAAMwAKBzFItDiIq9UaNseZU13U9YcirQkJj9CwoWRLaMfZL4Ngqk5Ezn+G5UuYBM2b3ZxwRuBiDqu4UQtZnaO8vdZcRrHNgznVcDCeRqTZYvOETDALNpss0lgwKWBzXY/0HoQ14txoumCMHKnghEDoOKAgkLKIIJGPHFAs8GQy+iMZ4BgIuLzBveaN433DndMdJM3W3TalhXJU1rqcxU6naKsceObyJeSzQKxDRJQzJJSEg+gm3GPkVIaA6g2kBIRDkUCPMFiA301nKcxTHilBj7avY4BcwIesTOIfT5lqGCSKknp3H5ZvpR79AuZW1VyYy1W93wSIfYLlW2/ef5IRXOFAiObCfJKd3AQjBGMji/sCIxcWKxeF3N/Smr3msjkucjMrGK/LeyDndXtFnsiXAR4ZHygeYa7ZbWsJHdCx3f252XzbrHyBBUwW2Oxyzqv6xPHD5cJO0JPBx+iB0gsKvsrvdf971fUZq8y/Byh4uMBeQK4E4UlAOL5bzEkB8Wr8lLVIAd8cvgYF7Eewgr0RnKUa6thMORwc2LgurVQgIS1fdep9C5AC2n18fxTu3ckEbgzTvxA2b4wU0swlAGpNSDAM/4z648746A154qjDtcNcOny6aQHvBmjAbOFRZ9kg4CE9YwobeQ+mOi5d1A6rayDgwQFYxUFVy+I4x884IAd7CXRAbgIhMvjSHCXm19ZEQXoa4H3QshAxQEcDR2MubuFd48xa3TgcvPm8m7znpTtaEoV2XvbSjsxoK6sUSFc6mJOgCOgHiOOpGDSeFZTzCGixA0ab+oxTGMdSCYaFED0UwgLmy7IGiY4CEgJFAammDdxLnkVRsxlFldvmYR2Q1azXQexA8Pr0hkDeV68K1kD9KuvqWwiEwEvOlJYdYf12gjJOiQZUXkqJ6rfs8GMPHnGNlJD8EP/TAKMcQREJdJfL5v3C9lD1ktMIv+NkaHA/lDTbX/jHz1tW3NhS5p8MPjLht4OPTPjt4CMTfjv4yITfDj4y4beDj0z47eAjE347+MiE3w4+MuG3g49M+GeCu6aUMvgsHmg3E4ZOTsiE8OJU6GDQyOLWUdqIQxi8n58mSX1dT8gB2euyTnrpXiOGVTvRhMCTTifmco/3Gt8ARk04NKsiDgzvhXuL6RVHcXs9wKWmDQ455DvbbM6El5MlMXEP0uwGfI8uEyZo4Tw8G0i4YC8isHEvATYCiuLaGwJgJ75I0jua288BhLNOANOs3jxgTyCowHq/L/sa3039gEgMCEH+hHrkh/zC4oCshYiK0YQzYQh9nAs4ZjQajcdLjYMI9ewWWo59rKZSKFId5Wwh5Vilg9C1exiglXOqq5wiqX0LZHQuQkCR4R5SipYlFYQOMoIJpZepl50bIByDMuR/xgEBftRqJuByBBsYFPDl/2tF3ldZH64rt7c2KZq2L0ziS2AgERDoJjT7jpNhgH8cIgYH5OSXS7E4o3kAQKKbFDSTyefYEbiyYqqu2cX3RWPCNoTMy9srDoRAz2kxVF2C+R2AA9JO0VRBPwqchyL6Z0MelZVfCzoRlXVfCzoRlXVfCzoRlXVfCzoRlXVfCzoRlXVfCzoRlXVfCzoRlXVfCzoRlXVfCzoRlXW/HSzZvaKsWY6FfyXHSgvjf41GPMwG6cswC5/Wa1G1GiXPiIDNVbOapFnWmow3oz0ywNHy9DgNW/PpDGDVA/GbWtcfvSEsOyfqH5xwSjSEmCrHAMebcSvU/GfOn+FQL1CNs/3iu8WEy+pq2SIebTpAQr3LBkwPlXF9LckGBNJzXIRW4uTF3mDUGfVqRMAmZ+zQDAYHFBrjO4EEEt3wDmR/tH/xZWGrs4w1OCIMDQvxTtCiNg8YwaSAYyDgZgMOSAotiu1uICN/J122nJqcH8AsJNvs7pGDiFeSgV6QRPIk4ygEh4xecpgHvGOOQUBn+FZwP/YEIjE8PO3ciN05DmisT4avz6DUGKAM4hls4GFSFwU8bN5WaPbC0KURDEO22tf6N66Ng63Lcdz7FThglzTOOb5qVr9jD5/WeQjjzAoWq7vU2AlgE2askUBk0C5tZ3K/63uO8LI2St522REICGx321otDF3zABzxCyggCaIxQAaf5NE/HVy0rXwYylFJ/WgoRyX1o6EcldSPhnJUUj8aylFJ/WgoRyX1o6EcldSPhnJUUj8aylFJ/RuhiPSTb/8vpIah8wQ2MKHhAz3a2WseLOIYFLAR0zFfCLqHv/ak3qy/Tg771QOuCa6HjRQQxC4/mJkcn3BU8FS9gldALQkToNQPBEDh1yJ0DJCzBQGTUHFGIHBn0xn35OOP1PE8VB9gZwHcG8yJd+GL7O541Dn9w0XYElqGSbagTYwPF6OVADw1nnRGe0mKJ5MUcL1efwcruE6b2Sge+/w07DEaTecLJPq6gj1kvCh7mKJxQDs0DjybjZf5iIcNCOOw4KI8KfR5TuCV5yw8PAh9gj9Al0M1oh0Sd30Bg0gV8VBdJ1jMvCWsQFCkXjjoIkFh+bXxGo2DAPaId3/HqS5AIiSSH8EBx0GWhkkUJdWulsEdaBVwZZ8rg2n77jdp73ISNOdDw6rl6hD6iCEuamZfcw0Es2FejufaCC4SLgoBBwSR5HUwYmHUcj4grwIxVKX7S47w8kq82pwOrdUf1g7Hh1ELUElS2Kw4BsiYWOj/eblTv2bpufBZX8SQ53Yqly+nbOrf65r6/791Lfgcf3SeCHkZRZOefNPZcBRkSggQBAL+5vSTt+BIcPhtI3uTpL1+9SVdo+Kvvs41watq8lPWaE06G5C6Bdd7ANLi4D0YYNDjrL/RjwTABodDnDsY2clDrYBbfhz1wj0wwBNOlgHacRXx6IgwybGPOBnSiR8Hhs8bQcz1IiHXhIw2SxSdzUfjmwk7A7nMjqlGUOgfBnCc9Bp7b/pAvnXzu/WaEwLPUzBTUjoZvoA4jgJfaVaMnxvDWdI584NEHIQ4mckzzExOEcZggKC1uvd293DzHtzOcuSPbYGRQzgbry0dXu9q5IiX66wapOIwgDPgQ8STBwNYnhFAAzYTbBA4Pz0SIjbE+yuNX0luKEQJpVN5RWTJZopfNIxEAQ8jTo6vH4CiNaO6aN66X+XCkPvLbpX9gsYB2784zzB0FXhJo1eMTxDIF4dwiWCggGB/xEDyQUKgXsJOVmIdCFz2Jj8x7EZkLRx0CigSyD7FZhukECYwnwE+CQ76SmneO85Ct7gnf4Skdnr7r/dQ6zWUWW5za3+v+1+grvRFPdEVZqzAFbNIwKhhkCndEMMIFh+i01DzibUHptaLwqxWryf9avV1EvX31wf4D7x/njaywXhJP1iT6ebjZI98b3J6Ojniyl9O0jsK9461GFjeA+ksa/qTuv44nCsVgHMBQxncbAb2Jt/StKYvwrNjroUj8eNSEK0KxnUdzpWB6fyDHGI1OPicJWGLwyvDi14r2HQ4KBLjA39nM6I1IRBwOuCsPtBaoBsdBIrrAQ5zW5jQyH8A4n8OC6fIkP05AggUHP0ACogbqbuJszzwUSRFhpJlXJaS6X0o55TNVYK7bfjzBxHOaRmXwdCVEvlwmBZKZSkCJNVZ6PoDhX14uQQvLxH5KNvIB19MNRuQRDBOQ1DA/stqZY2T4yBNesQyI7iy3wfzW4GyNTn+S3MWqMdFINfQogLAbCUEvORiOccBORhsS4CBYew4pK0MzkeEI9jJvQLZnRDQXATSZG6D53U5P/ALSlkmNwvkgG9XX9p5H6AlRaTUjge/ym7AafFvhCJFYvFXwu91LfxfVdfC4/W2cwpc2yqfMIIA2X/qMGMvYCuLG6Bx2Yvnw5TuP/rVfsKBkGYX/4GjYSNtjWB8DsH8NP3lSMSPwyI2IQaQSAa4mREkF4C2TjBMMy0B1mxBvB178zi+EdBvKjHxGPbxInzBGYHjG/A6CZ1Rjw5eAHQ0deke4Qd1BnKCzMXwjBfvnffiwbgzoBPpRZD+qVqtwwD7BUzAJgQC1vC9+Jbkgoj9KLAIIVHfKPCIPaEyhW1JMBDThoLpGvVkdrrEE8X/Lbq5CLtHWRBCKueydtAfYCnrD0UsMyzzaEaZ+CWtP6TB4fPK0MoFaDHLQNBiZHIeClEZEwFuf2ciFgjMu7EhD0M9QCA9TyORMUxIHC+yMKyJAlb6UfNW0Ae8qh/+AvwB1tEX9C2g8KAOyQaARfputSwYRZddWMEcNr4EZhG2zArW2l4CG2milnyA81EJOCUEAuPECTlOAjuEdQmdYH+ygjUpegUERKba7Lbfrjz+ufstoVD4nIq+HhAp3tY+DJaaUGh3gyW5zNjlHgZLcpmxyz0MluQyY5d7GCzJZcYu9zBYksuMXe5hsCSXGbvcw2BJLjN2uYfBklxm7HJfC3k9Zf21RVoOTzoaBiHlmdi8YCCFDGBziNBIn8MIjqpRUq3++2dywL81K+3qu2+zbD6DoQtuNrvhAAdMaM51AZO7IisTok3YzzfUvBabNUgGSAcJHOmlx4OhzVXhxOlerNkyXO8Bq5S4R+fQC+Bbeg6CxzbdPJjNv2kejIZHOPy7+cObsHE8AlVM0ixANfUDAgLpHYaLQvgWYHpcEezmwWhIeDrh7ECavvhYQn/SP9q/7Cn8wNtC/sdhYPMQ7aZD243Eydsn2YXynXaJT62DDzJjj2xFLF8GVqI4L/MnS6UW2NlQMILAzw7a1FS7jBUii5hZ2r8sNdhTbCn4nhMIeblOgWCoRSHAQi6K6/wIYTNp9IZyCrhfOYj63VtAX/P++pZzYTjUe9CXCwQAVlP+oUH5cJID0gQGICICIJIEyuWzIRnpnTjgJacNEv5YrfuWpI84yWaIiLR+NRqMAohfQCDbK3pEbbZXb0kYgY8aDQZ2lkeB/c+QKxSUt3iriDZSOdj1u1oLZo7h9BpJpt0NrgXLuugr7f5e18J/pq7ddTtMckIu58HXfPKkQ46jIQLRIOBDEM/jFgGwBWMnzYbPw17ylGtBnkZJdFjfx19Zs/6COxbNj0I6AjRIA8jdzP4t3BtM2PWXfUsAHJ9y4iyds6ijEGSMbgM5bfCO5O5DqJW/wDD6CAwWgMnpkHOpg9nNrHeeHtPHjBwBDjgTupf05D2wxYl/7HEMExjinQ2BcDDqTHrUd8aNV9Xmeh/0o4rHgH7y8R6A+PdAQHxPgTypIF6yd9U36BDQegARAQU1P2g6OgEJ/CM9RI9HmyXhqLiX/iiCso/kLAGKWZzrnWQMEMjlslZJEAcQc9OgWUxce3gA41ximCcUpBIHMY+o5vDOkoIBWqoqInw8Rf5EA5lXzqgfZdwD+oWGDbwf/WlVqUZrkD7ukgTG16+SrGkuDC1fToLWMhBCYGV90L2kVxjRQPwF4bcBWDkOqBl+sILlKpAL4AiBXOK2MqrHCYHWL6jBYBR1u19slJgeoLUohEBYdAT+DEb58L+TCVtBHUGSCo0TfMCR96TvhPw5ROS1eKpMsROKFiy16JF3Q4C2nP29rkVfq6tQ3HWvyQN/pkcgU+c3p+oFnGgsFI8+UGIxoEsYjQT3wkaDXgEjOUTov/7M+dD4L9zshyiN0xQAONpsBr1e/H7qe/zoQsoRP46L9Dghhi6yVDaSO5jWYh78AEiDah6cdJZxLWzBHt3cjNLzdDEH8Rtn573BsdghcY2mLleJkPkdXySNOefBgC3GV6d0Iki/MCcwjbPgdBlfJIdcGHxgCFh9h1qGa/xEmv7ML4oM7V3kiHjW+cdiiOYakHeFcwAnJyCBXBRHCujumx3+LpaPPOTZLYWDP0OzPHYCRcM0CNs1lKdclPlSFTLvEqpk/GoVCOHNEBEyY6FdnnDYQ+inNSEmaL4fg5m9DIQ+0wMI8T+tlnyu96OnbS7+AOT12cXHbUKIcd0q/kciC6iDOUx3p7e5FcwhXrkHNAS8l9sXQBxASwO4tHeZ5eUA02uu6uCMwEuAHq+SrazqAENeSNSjF+gV+/2QfUsayZnT3zWbtpNL3vONs+gF9zF+CvO97Qv5UyEuX8dUv+FuA6azLA8nSZ9nXQwVUqdwVyBV5aIWYpx8t9/r/ifqIqYSP1NRqyhkO7yqqIymqbB6N/SLSr5jnYBzYKHbG+SoEWe5Y+hq9Llaj55HUZ1+YbrVd6CAjbQHWxSEbw6+N72a3QD3RPzACdMUduuocxr06BIaqpNMdG8sDzFQ0cyVNwSA3Klmv1iPn5sR+EP2Jo3vQOw2jURrQm7GnCO4kNfUJOPqYNrEg8nyIzsHYwArKqbxjG2F0fqgeqDN4poH+9ELzUAEzBH7Ju/5NY0JEvXxmcQHZR6LBReUWCxQMwH/yPUg481Svp918FfQT/HVoCp5oGLruuJyn3qxOIR6dgjxlCIWEqPQIaEw0EQhnzuIgSxBopS4SDVATuSPiKfYBKEhX5wcmK8N4YtM0LHBHzubIEtr+CfzNIqal/SHCut3n/Ogm3+qa5u3ZnW/K96ngRAYw1oHDMijIasOPkKZ44CiceKAZuCC6rEnj2RRYxoARqIagJGr6Qh7gkBeRwRc0fNfk7slddk7zSFiuwwQaE/FbwdDJp6ITIGnwxW6IDWfH6tVBHu6LPgiRFC6p7QU2G6ew5mr7SMo+IhPr9fl+t/renmrbq6UzjImuIyAL7+2FHCqmSdLLvwCCAAhDBWOg3ght6jAuGEtzWrReY+7I0X79QgUsA/DBn/ayVGj0UuPBtPJZhOkwxbhaxnTXT45Icc+ICxd19/V6B9cKExoGy8XQFUSr85YPgKDCWcEhtlizvHgowt2EBL3OAF6gUrcFeRuwSXHb4ZifpoHE4yfgBLKL8wYtvEfYCMHyTknBAZhrdeLfl5X19UqeECXHgJpRONrcjBYVBBMEnDP9wbi4e2QmU6u+OVlCzv6x3XBs4m8Q3MoGEAINqWBYARFxU3fDi4qKy2rOFfkwUUu8dyOWCeZh5Uz9TzPKuWxO1wCndUj/An1AGzGCDUgbK/cCOYoCFPRQL5kARv70wmFXMJAGrXAABP+P9yvcCL0/TWt30/X9BENjKMRvKYhC9Rb7f+tDQpIj6fXq1/oGYZ+YdgrWFmBpIH/gfCR83nLlfTvkgpcwn5AFrW7fpqfxj+aWgyC6iuQPsAf4JEz//BDWx4v9i2SAeJm/TPBRyZ8LRTRw+CPrZ/5t8IDBYJLXcYS39pucKnLWPKvWDcPLvVRSbRQSAoFJD7hejgQHTz470mLpqBEd/GcmwTHWRpz7970VRSG9WaU9Pf7yWvOBuQc1X6oudKa7TdJOaN5TL5nxG+8oKcYP/ZB4sd+Pjp6gQk7D0P1Af4VpFBr4TryhwXg4ZAuQI1LQejyPp5zo6QWxzqOAYmt2vBsMeVEQi6KA/CldBI9htmc9M6AmUGtlv5h1BkNYQqnSZ1mMDcKAVjXue+w6J25hzb7VwhoQEh6KGhENAEWMuL/BRsJAfh9r/1Bxj+cdvhUEVrsBpaS4iiiolCOXuww0DLU2o11shKyhUL58gEt0MwyPjKNQE5AZ6jnMixRDsGEAvvMCaBe5Hga9jCZEWVTL/EDAww740Ea1j6/7ssxvtbCtZ9yAOQTh0MAafdf5BWa8/lk+AIKNRrcBQKKD9Iq5rSW6hp4xeks1tFnZrDIIIER7QELWSrHqdTdAwHN772rzk4/kEC6QOAiOZBA+glssiuxsj0K/FsBp4RC99iljHZUCsYMKeMsWnKl28EYY15tJ1jqZatb6LeDpV7+162bB0UPfrdcytspFAjg8NzUbEzCw/EBIMB72omLAWfCgAJmcZqEjV4UhXQM/blefwYEZDdgu72OejG7CenZj2tC5sQ2wh1AxYifDQxnwxTG7Uz9g6CJqM11cta9F5//RLpHn1bcBA58b5NdcCY0nW3VwtbiDrazls4NRqdLOs06/jC+OQFIAvjAG8/TjN2F5IhzIB8AsBFs6EALNm/Y52Zx3Cik21w/TTg/JwDJOzYOqGFg2cTAOo6O0Pa1OTCkw+z9o/9o/mOAEfy9FgZzUvRmWXo4dBedXA5FhOCQz2JXgkOTXrYPD3ccE0aewOZ0PBwGuhz0ynroc+CnUQ8Eg0MqBH/G+Bwgegzky0mIuFumWw6CWHSPVrDvCJQBTEikU5jgqBc+T/CPMFo7Ctis178An5r9usZBrBuQnXj33BoJuMV+v2sgF2TOi4ENfH+54rpgTf7Diy6t2HdHbBMnJEpyIjUw70u3W6yLYzcgGzIzuP2FnE/zAbkXCIraFW0JAvoIBkhzlr8X//gfky0LMc/mwaqVnhtE5cvLQW2oHVPgFNaV3sYVMG/tlttQPZfqsNTX+70uokfrQmB9VXKpXV+kLigp6jsFq3z8pvMDp/wCHSZug6TgmMMgjTg+ShuN4cVRlkRJGK3r76J6/V0SRX0t9KwmaavBaX8/nAIAG4sp2Nr06CeA3KRzOuXqOEIbiujReXyjwV/ulLSc9IaNuwERrCUGyCkuIJrkZuYHkHyvM6cLfC4GnmtGINrUqK88a9FlzHh5Si/5BE1yxAXMZzDD1nzDIeU0ngZhn0awegK7vzwFn+SqE347WwtM9sevSiuYc2NQtBAfBPNDMWxesUGkk8l4MvuefYDAwFNSMwu8jYzd7fdqLxZHkTCI2+EgfBmQWSyVnTiIfFaUV/EYyIxLVEzI86BnB0HMNCYYASTMqchQzoFfzvaY04wXop0BHrM2/5nUjxIrdiaNXi95ndQPDqPmbZPTACsH/fX9p2uNBNP0be5Xm+B9xKiDA3MUfUufz5z8cgsINPhqN/9GqxgZwKaoIP1jASTJ4GDwXnPFMKUKKCAhkLyQlUECiXHESXrIalfAA99226B+pH8Q1aKHo98I9kThdJoHl7jUP025XvlcVkGpLlHOlykQ9SS6ugjKlZ5IV+yudRVcNUW/17Wi3boM+i3KCksYsTpiU7tAXf7z4X3wYBsFZAcYJ8IE8d3xXSsewMaNsxeigLWkehDhv370+jNdY3HWwf5FBpTkjsCc9gfMIBUcOuK316NDPmgacvTCwV+5g+F8FnULigFqh0wC4DBMj+UHkJbv4m463pAnakbgFSDYzYSmNc25hQI+DgOH6Zx0k8PBZI9cCzLqHNdqvZQWMXezIwcEYWg+pW8ELgnGlzOgwwsJYJd4qE5BfHXEZH/vEYMoAgEnmgtNBqgtQuQXBncNJ2L/n8ZlGZWEPJR0PrNLAL3gcI/v4TDO4ZyyVEPOczqkKKUGfaKGBDXFBDeHfTgd9OlFV9BSCdpO3ao4JzmdZsEwxynRSzr85t5ISdRcqxcQhvBtt9pfgbKRD2pBSLPO7UDu769RsqYRTIv49p7rgMHN7p0DF6CjkIwZYNsKyKjZzpLoGIETYtj5V+lqmw/U4kgId48TBwTEtpEhJLbbqy8ggl9wOQigStkH6J+WMl8oy8pCzLP5IGHxmDCV4OqWcup6xxNEZcFdmDGxaLeo6+q5Ais1lalZSd3/9v7WnNDg97qP1FUxY411mJL1rS4LqYNUXJGXS4WSzhjkD3RIAyE0COd0CwhwG2RpdgYjeC+sR+dRsy4ExF/+v/dh2Fw2D2FXAsDGndmZJttxmw9Yt9oY8+inP3Ddx3Lc6IHSTU86mwUEmJyzzolW/gZTGLUvOP0PDdDbqRjgOD7nhJj3RDWRwvGN3ORDAHN8w1XBAElg8kB+EugXBjb1EOlEEwQ5IRDq4R5nRL/s76/dRiGcEFhLW+oIPB64FSA26suPQsNfKg0DayUw7sUHZNkJqOMEIIhIa4KfgIzpPjK2PjuTdhOXQVSuU8q50+st6BAUltIiJ/zLz200xOFwUIgoDmjoCIwjFroRECOA20joMnKH4PVcB2Iv4uCPiEELN0E2DJPnUR1/Ec37ZtQHY+OucDSC6/u0cq+b7AYEW0PgHGhgGacAclxYnK/b/BksDdyv+V3zrQ1uVK4vYfUiFbZxnBhWMiCQhYC+FbcB0c5w4oCopJyNHuO/cRsMkL5hQAGRghi28z1B/sOAc0dTCjuK7ZwP/0w1VwdRrlDGEq/xGQleb3KeU6DWZVy5z/1r1c0DIp8pJB+kzPNe0l8IHmduDgK6wz2BYAOTAh4HgEAawWnaaF0kvfQzXcKs60nS7ycXr2EFr5v3lfXztBFzr0pQOaLcmE6vuCiOi0OGYHmjUWekmTHWLUirmJuJ2HiwcTpuEMfZzloeB9XAD4eAFB4NOCNwxPl/84WYI64T8L2Ri0DOg0H6D8InVwPPkxeNeMrtkn46ijeb7DyJbKcQdQRW/8SVIgE3gNKY8HS+YMJeQSOEV2Mm7CHEvwOIqIKS0XSMHIxgrYizBSGFHWv/VhR0lz0y+sMSpo7zCc+EW4pytHKH1bDWvcaXKccLFDGxPFmeHVJb1jBOiCcwo96pPdK5l+oZ8XNgRxOYeMe8yRz9pXGMQq4GGTXSsBa9iugYv3Jfjej4pRo12f23pl98AFeXm8MBxWgPV5vUkAGSA7L7xE36o4sD44CaDHh/C0SzTUEAgTBw70EAr9lI5Vqb/nJCIBoBgHIkhDsMo3m21n2rJSGaJIMctwv5IgbIH+A3gv14iHLNbwfVfTTs5LdzLliyVegyO1kvlXLKeNmlW1Ip969VNw+FyijJVpVSxuilC2KY3COdNjBJkBhQQM/Qx0TARu8oTpNaFvbrQJNqBPsXFPBdFHFBSGX/nNOhJ53lnCg3+gFwZz1+nRm3VQKTOt3EPx3Rtz0M1l7vDOxyApR8QbS74nBIDUg2B17C0I6D4w8bDXks5sF4o33huCZkfHQxHCzmM6DkOefWdHDZOdCViAh7GaBJp9DsFJxcJFnrPbNHWTzbZG/C2uEvB1WQQM7IbVb7CXckxldcaFWIxkDAfEUI+a1JAUn6EIv1uUgEUAkY4MkP4+Wjj81OVBJdBGzSFertM42Ossw6dhLO/BoQh5gGcjqQ4+FlJAajlAV5FEylPFHSkG9boAhcE/pxGORG3X4COrwoCwU1IgIIVAz9CReD4C9hH/bvurKqVzl+0a+2YQR36R0afG9Fz1gwbtn9J8OXE2AQmGEXnVE4EsR8PiBsaNBELQoxc5cDKuz1Q0bl5iJQbmRWNJWFoSSIbXpF1XIQuccCGaTLmP8fGOBvXyL7C8GyMqbyUBIV8v+LpZxlvK7IoN1SttSuu8QKGP9e92FdBqNyPk/ZJV7lftgiykWcnAmjXsDJe/lFPb4DMMQDeoZuxY0wi3vPX2RhvZ7Um0RAcEG6Ht0HBWz23wAAg/FpoHkw3KRSBq/nhNwGeDEsloJkgBowQK2cc11/R3gzVKdvVBq8HTp/gTDrcK85zZLWOjlVykAYYWj/Y6YNhUed5b8R+FhwgQL6RCUTHJ/+JQnTxqTTOq/1ahH95Nc5IZBbhSTDv+CdCXSuP5D8c6phYFsoQg449SviAHnEQ/5bEAJySRxHggE6dveQ+J9pJ8oDYUqSYM0RREGXi+3fVXFQ5U5fzVLCmSHi9mEqAzuNBFPnUU8QxxMZ5QuNzyFlyHFPehFA5JcGfYaDnAYDNIQcZHQ/K6+o/cp1lUMflTWw8Pr2kgh4D+CSb8BPHAi5l1Po2/tPAENkwAHJDUHK364q1/dtWMHEMdq8HORlatAGuvcJLaJNlVXaoHrAQkAicNTtAUziSJsYue6q0v3SplJo2OZaYP46/NsnAD0mW5ZPk88qPHaJguVMduErzZa0zJhS5ZB8PcdFfLuUlGWwOjpVT6U6fq9rh6uL2ILlUN/q8Rp3vQILqGCmuEzFT76hSwQ873hNtVACIEgEbJ3FjfTbuJHQIcI+/uOv68+Tw39PwhpwcI1/vT9Hw7g1GG2me0Q5zkwhFeSOb2YUjzabecrB3xGn6w3p32V0OtZ+mm44hF1/nPXHPZAW083yhCrat3IOHczZtUdwvJuqj49wK4OZnYGnsdwiyI0q0zEY4b8txsu7JOllo03A5CisV8EB13jqnHcYjk4D7cwZlmZGyzsMoI8fmPTvwwi3QZ2ik6ITEDawGKDtE7x9411SRP6wUEg4fZE7AFOELndAI9zTqRjwVgJDVuIltIIR3GVOUCQLGMEQ0OoY9AnoTJCYQ51/uSzQDjBH/V+JgYI+AZ9GgWkbdzbTRlqrRX96Ve3WowOyvi6gi8gH7ncgCgjk43xo4NPl/afm+uc2UMtNANTsl3txuDYgzjigeB1XAAPeONsZKoIbgFWz/5AhCtrgiRsL5qwXsknmVuR9uAbASTO4S3/53MJFf+D+SXlEVhanngOnLFXLqzNmCg1/GdSxRiwu6qkdtYGMtD7HMRBdXbqGL05FY5PQqswedN+mUvc5fq9brsvK0OgKq8GYmuIayyNDFQssKit946CAfMxhF9IMxGsR0C1g1hiwwy59+YYUMIroGv/1M1LA5LC+ble6nAsDTBodsXsNXGzO5cHT0elm0evR8uVMaLqLpqGqwV+6SrClIBMYtXu0mGMuGQ5DcrMTWzIMbGJPoboFtVC4MZhfaW90e5eMnk511RvOg+FMmZSDKmdJ2DjefAxqz/EG7AskCvcOqxwKqX7386r5y9N3VInfcQ6gLF8aw3dCQETmL8Y6AjkzEjdFDBB352Q0+SMYIHcIwR3kzdT91G9SKHwookKn3kDLczq0CQ9quQjgBUQTiFlqZ7msyLlagDrGORhSgQiQh3KnEUg6uHNY6FYEsyfQpL8D8NzAMF6EP3fKHww3SO8Na1H/9WGTU/9gCdQrt9cHiMnkqv0mUI8eYGgE3xINu811G+B2y2nQ16tm9RcZs4Qq4poh4Er7A7NTD4FgZi/NnL4H/aO6bRMCuZKk0la34Bdi5y3ZIdeCAPaa3S8cMm52t7zB/GZAVM4WAacElzMpz38t7CqK+oi2cvpvyKBcXmaiSxi77JbuX71uKW+y05dSn/iQi7lkCEl5eUIzD0++EGG+AAwckwJm8QC41QhfhUcJwK9eBQWMnkVheBFF+E+PP/1a1lhMggZsUPA9+j4AvsyIhNzykmMfvbBxRyQEbwPd42zBeY8bHtEEBsiBAYILBmGtgfcEJnKIeEFrusWewsXklDup/wFCZ3N88aJhRjHnCBJca+dHd+YUOj3+sAFCclh4OeklvcbdZpx+vhjGowk44JokEHxB3mG4opgzXQiEnPgj2EOG8/9QQouYi2LIBjk4zn8MRgRnJ5wLKNeAH3nz3D3MEwl5yCMnKKO/eeKYEicUB1HKw51iX5KrcQjE7GBOOhE907lAbCOaEe1wGrAh5CWWyRO+hHgGeyR6MIPZ72ddgS6A/v14uuRiEDrGj6qrfn99XdmvH8AS3a+vtfNbfR9wCFTibED2B95WLjkUDCAkA6Q/wGqzKRJHN6YAvp8Bgezcu2Q3IGc/k98ZAiJPN9GsS6z8wrFfqnEC6NTpJwdaAETAIVfHcUAYWFj5T44C7+gUEEnyuS3l18OOori+pHQZxb4oj52q0Lisl8qxUxUal/VSOXaqQuOyXirHTlVoXNZL5dipCo3LeqkcO1WhcVkvlWOnKjTK7BY+yORSrilyLiqpFZ50OrP3gEB1j9lLflEHjUbcAoJlSZSm/Wr0CgjIaTBJb3geHXJ+A/3CAKcyMcDx6QQM8Dg4WXauht86/6cpWBl3wZxp8Hc02XSmXCZCBuhmQrPrbxjSN6o2GjHiR9xr3R0THOU2EHj5YfiGvYinywEdxEDBVcHcHmTU+5wOuMakRrcI5hemNV5mCYByBPO6X11zTuB3eO44FMLPSnpHK5iAZ8YwYk2JJisk9UMd3g3+XyD6cVnw6I8ygsEBN7hreIE853fRRf6wknIZU+cYME8AXW5pnMVWksMdrzHByl09RHZQQbRz2QL+VEen4Z16BfUSDNpkmBISctKfRoKFcYwZ5QlQcNP5kWMhZhFvRtkwBAWM+s3mYX91veJKEPMMCLqmkWAtA9EucVTJIaDNamE/4AHHgglitFmJiOCAXBQC1SfC3+01O/NWxDoOBtMKbje/8Ap6QOU1t8DXSvMLmCKxjpa0ho9JArUuGGD4n2KAZiztBpWZjcRgdAGxL38YnFlGE8vHvnpJVGB7Urj2rV0V5Ili5a3Ov3pd/QZSuPsrnZW5xGVNkedpUeeqvMSCos6J2M70Ax5/oAA44OLO3ALKJUzvubmEifZpBEdRrQcCUF/jT1R+YeLGtynI03g52SO5k+XLYRFOiT4qFgMT2hwmQnXC5XGgYwA5TiB0wyGo1QIWbbg+OEZ9tMkJ0Asg4TTlUhBSyDDJgisCX9KbX42X7PzjsPCUfmGCU/MLMzqNk4thFsBQjv4EBljf/4UU8ABfgCuDOd6hPYPJ+IB1+N7HwZUMY5nB1HAERLsmC/++nykaAwQ3Gghxd2/rPhaZPCnnlbrVcYAnr7G80/Bg84Z2EEzHMg98gj5DOR2GeS5yHYAIfjRYJM/ZwiYK/gz6qACuMT3t/NVE1w/IgRARQSj5Yh8gfkiwwAk7AT/XD19XK08jINDP6vj7BUYwOeC+egOvLytr+kSlh3sgHXdIJyrSfu3+8l1TfXckds4KhnEr94DmBYZ9g95LNFET7BBvo2l/vMTgU2TPENDAUQjI4RHOBvwn8M89eSVM277IlZV11Dr54RuoawqhpHSpr+u0CP6pd1V8y4hZ1xW5YF2Krvhfuq4Urqpkpyh+QZeaoCKJ7rCuRSoRuYDoyU3nR61+nVx5nzDzu2MBYNaKh2GahTAd6RLGjOA+crXPh3/6G/7oqlHKGdM9cwWdgdxpKcgRid8Vp/Gp122kbZEgcOGIyoLRqfYPntPt6cmeq8XVIX9ZkN5xQsx8wYmAvTfpYA4I5Xw/UEEtAQGEcaDk/CcNA3Oz9MXo5uToAm+/WXJD48YEyAcgPD4FT0yifa4JOeBo8EG1/s4jIMe7RQFpBfOlWDQY94LiaPIeOCgExDH+nmYw5wMui5u6LXgZNxV3234xAzTpnVAkwjKLqZRsOWvIDiuCCgIrEtmYOBEwh9RBHk1eJzEj/qdiAzuin1XP894HDBJzCuOoX+f0r4iFgjSGbVY0zw53x6Rb6Hd9dQAS87oAtqeHXPZxXzHmx/5ATnyGUYuyg2qTXk4hgQM2f6HRy1UdMGEvV5UuHfgR0ghluI4YWOyAyYEQoqRgbvWWXE/+DtqQuBKkTZeBqKjVwE1tGIxKO/4AH4nxE1CwVCLkchWVUa3aCnzStq4u6vOHsrpFe644b9fX1x8IAiLkEKtdFbk3sIMqtmvvbdf869a1OoigkdJXQRHUyuh0shWxPk5rGxo2YRf6Wt98hA08nr7nqOfE7RG8OL67i2EAm2v8LE0iUsDDqF4/TJ5Hh0kvvXgZaS5M/TxradrfaNYZN7zlq11B5AGfRcGsc7rg/uma45yJAU6Xp0Hvp1YQo9Ds44AbodPlgboFey/2UGskJ6nHwYITARP23y1hFHN1nDoDhzYRO6lpGPjoDWxjzi9MellwCoII8roZp/QQWKWj/P01KELzoP5KRjUHP2h3yxGWTQUEA+bHIARSwbEPnA4BuUHSH0c2EGILQnh3efPzkxFT3VWXYV5JWfbZPJHSZ+wg6hnQ+QxjKLw61+iAWGQIi8x38MsKDkkAHXYS8wwIGeyVC3gJBP9uOqCgs4wRaW84DgZ3xgMuBnldP4wOVnQLfXkAs/eWThE46blyUGcOhmsTd/z+k81cIcm7tXGQS1gOWhUHNARj4/RAmx+oaTDaG45GLagcARFUkRdZvyDKgYRAOxHIChcAN5swe40/kuO3m10hoz0xW2FHwWcBgQ/BtqYIfJS2dXmdcoEiPnylLIMeTaWIy+/PR8/lESnGxSpz7frToYOJFv716jJCTbv1OP0l7r6yrhVY1hfzZHPuTdh2UeCDVX5ysxEDxDMPEigzeDBfNLxf1GGjF73qncMITupP6RIGFLAXvoqqQMADdgO2soYWvLW4PQjs1jEQbYAGbWqgbNqgx1VuXApyZnTvFEbt8A9zrgEem3085SxnoePsV/mLDjgBOjuHgaslJLR0RQW5Om603ByT8XFqtDr/lgDCF1wNTORrxONlnAC6Z5usBvaamHcYPiHNZl27pov8qSNQkwBFAvHdaYqLBJIDAvP8KDAOugYU/oECckGI3bz8Z/A3k5HudVmXB3/4yKX+ZCDImUcYy/Nw2Gen4R/RzAEeDqKbicI5HlBaBsHhnnDNsNBIoB3SI7kh6zPQU4+fgz9NgTG9BkY2o0YP/Lr+NOq3m4eggKvq0zZoWrP/lC5Q5SRaHLC5XwVowS4GhfuO9JAckLNkuHsSEAsoBrCCgH9MwDcCG+oDF0UCyQFh9sIqpoNA4hvZYEVTCNU9SAJJd4BaCkLnCKCAKPxSgeJhH+B27n9jyCOv8elWsGo+SJHnpfBHkRQBZylbHEVSBJylbHEUSRFwlrLFUSRFwFnKFkeRFAFnKVscRVIEnKVscZSTPCija1wwpYtNsMgUXp0ryikDs/xT6XCkE089HnpyIa6WOKZj6MZeAxRwL0uiF2G0jl6CA6obcJj2zpOILt2q775tzTnZj3A33Bu8n8xuTlomQPMt3WCRt3FmzJQjvTYTGqoPPTA2AOAGwEkAZD/e0PUZzrIXqEVvLw26gp5POTWQYyac8MeNkgB8AzmDNsoHGGWew8AnAEBuFwIA7MEUhkUc9rLUSCD95Hdht8OsH8jYPb7jl8bXFe9zEAgyTADkWDAHQSAS/+gbUI4B5R1aFByY4+4j0zzBf3j+u3EEwA5X12DNYZmhWh6bxMFfCESu/MqijIeKtJkwscxxPWGcG/mQ8QuNzF+8BG0O71xOMmrYixOhAXICPhE+zvgTBNqwB0R1BQL8xiwaNdIL/vxR9IuWv4H8cV9Mukbglkiggitb/XvwlN2AQK/bSmXdbAMd6e0ZcMgdC4R1AC3A3iVXxREJCYGAS1nQwDYNfXCqi9aEuBo2fswm6SYBIIiflD2DqEog/RnMcdUt8K/8I3w1PIDLUiAZ4X+5r9ZxERPWAeso1S1SLzEw8m3q7wSnxUp83gfUK30GKhQr8Xkf/ifXtXura7wKUR6bwEjJbrAEb6W3sxzVjDpjPPQfplwRHEzBi/C6GwyIgOkgC8MURnCt1q8+S4CASRJFMILZucb50NVXKedNT0edHxcweKekgsc/SQBLo+N8N/YBukYmN+COIdMJHiPNDTwejZfzYQiYXHC+dC0lK+uckhTOnVUM6nhFP9Ps+xt1ZmcJNOxgHLJXcHwzMyfRHe4MFwcbeQhsyC1CLw1Ooa2Fg1EGvqoZgeQaHAxGW7RzB8d4FyIhKZ8ivAB3HP/gfwRumCIjmFOhkbIPkAMhpIAP77SluVyoyhUJfz4pHx7xXLlFSnkIAR3pc4hX4KHJwjQpBYRS4JDk8c7A0CoYDBIUiXZIiYN0AygVEY+YSM5nMrFweQr6uzmmQ5gEJgEdwtS7t5X1IcdBmn1wv1sawVV25gHE1tUDSez542QYIBsZIMxjLglRRyB794iDQkDiHR1KI0WwXdDpNRCXXBPeVnT4zN4+kkC+wP8MBSHzYnHJ7luuBbaHSn/tspIeAFnxFJU1vtpXAysg+Kbyui4pfjgEPrAIrt3Coi5VyrOsgAwTYuLWp7OiPPN7XRd081EHEespRYGTEbvg6iExgdXtEpf9ZmlOYTQgSh40X4BuwQhupNn/JwWlol/UlzSCuRpOI8FpePGqf4C/33ota7G/brOckMmNRsvTRe/oDJrTZZAS2iYb9vOBdE3p2lTdgsBEdv0tggEK78IwBuecfbRBE7n5g2oRaCLgeWNxPOHgBifLTNwSEBjaHAaOuVm6jOMNqR8Xw6FiDe++GYUXw72YnYC18HgzDQ+fAv72naP8w6RHqslvy0+F+I7JHSdr8wYw4rg4/ikI/3DO5BJh9j3Xg9A5Ku9pCcR85FLcW/4ali0OglyuI1ZBY4FVnUJpqWlBHCUHgpal5GpK40T2+BHyDOYY4eXQT2YxayuLko/COpw28fmGxI8SoE7QZ8gHBigQ7GwAfyzjNggX+FNY1/sH92u/ORwgan1ItzA0gg+QvbzFv8dqE+k9e/Ga666684iMyHHgQ75gVs1VWxYuFOCCbRJDXMlevi82FEzHgGyBda45ANLk3Gi+Vm9RhxhIA5oDKqhyQCf5xWNjB4NTWNh6Ph7V5MhWhLzKTl09SuU8ovzpKuraJ+BTXQ6IiNMm4GTqsr4RnaZxzSH6H1/XF5ULimAqBPudXMYlJust8kuJfhRcWZ5S1IpgPergO7IFuTYs5uYgWdo4G16kWVJPQAH7rzkKTA4YplwPQLcIcpAPPjU+nez5FSBHdIo/4RpgMkC5ivkW9ioRjb2BqL2BUStjmOMWMIY5JEsVjWEjfrzQJgLeDYLNx2D4JovpATAO36Do5GYsNwjsVSQi8uIk/MtCTHCvtRhvsnM0NqOTQU0I5MwdQCDO5qq5rr8L9+iZGl+WQKgFcUb/bD44o9H0Axjgez8OwmEQxOCAsoI9B9Q9NMlr8t926y4DpaRwSkFa+ShBHg6imZDOrtLqN6/LBR5FAiViRMwaAgLbWOjZnk9QrljQJ6QrXpwHgxehj5MDUWbgZ75gZB0vR1lveJG8rHJfdLczCD1gcXO4JrGquf8UYAfiB1t3XbkH5/sE3Dv42wrgBtOYIEjHCERAwBm3dMOL5E2CJs9ca05gt/nFuB5sYLBFVKGRjBcFuRJsrwiBb8n6yB0dB1QfIH8F/tXzCXGyeyTc70PBRgMLTVGdsXo68kCVKuzURQaxb8e15iuU6vqH1d43D6hrvIUX2cVq112pzhQ1KrViq1vUs7cpfd7/EXVVlBdoIDcPeKkxpCr1dZW69ygaUEp9KVCv94f4zZMnSz7jBQM85mKQOG4EcZrFWfgiDT/3k8/4i+daEJg/MIKzlDvErirdajQ8A6ZtNpMsPAN7AhXcI45pZsy3QMLpD52NXAOaZyyuD55qk3R274G70VUCO+M64z9zcvR8CppH3wesNUmTPS0CvtK4SAAErZ2Dvc0+btILVGbXYxIe2RZyvUYwuxn1LvAOYIIvwjQbdeJaEqbBch5+jg7XXBVSPfgZEAgETM9iLfvg59J+cSR+AEIzg3ETgHw8dV+EgZPZiSJwQL9RsCInuODvvLvpTmvBsgK1Iq8iF7FVCUp8AN5JRcEOAZtwchsPy4fKhXlMhXpkhRSkFhIypZ5ZnqKAf9VgsPgfY0AgUdCDYeckTsPzz++ig8N/p0/A6grQxz3gjAkCuZp1TofmiMgB/kdyTJjDGuvvYPPCwEVglx73WCXPIwkESpLfcSxY1ixHQrgwmEjHBSBaR8KKqMI0N4K5JK4CUr/qypb2CMg/cAbdqzyUxIfhgeJhQCQpV1gwzbYur1RS+bCjyOtQLpXmkslb15myyJdFhS0RyX/nuj4UtbZln5qk08kKxbGldon0vz75h3oB8dR/mBoAwCYcAAK5/2WjAW61F/77syQ6qHIiYP3zxeco+VZeQTicV32Xxty0ckaPgCBJmhGo+XwmcDz4+Fth4pgu9G3dxyYm2nGS8ySlFxj5hIblK5WtAAlOOvKMxTVwdA2oJSBT9fl5NwiwoANQvliuAkEkTzhBENeOOkFSS48CTpAOwzl96tc0GMxJgT/jEYE5r1XJ+M53SPClCYT86rwNc8Rigbgpgj7Bn05OhgYRBCToBhLp7Eb+RjBg83fbJUQtgpfQishGWTUJWDysKsFLkYBMMWTTEMryIosAcWJ/OoVsRgB5qqZngPmp10YW8OlfCXAEO2IeLWFbAoIcZ0KzAFxwvEiHIYyBajWqiwJeX9MpKogdOeEnIBedIWg/uEq1urq8h4qe/OQai8yQgZMDNZprnA60D9AFkaMbAD/6BARRFOnDy5BTewVr4zfrIGTKwWAQQOIguwjpWPq7fFc4RCbsBv2XsmCp5wK/GVxlEYjtEoTdnDs8Fj8WXGRZRPwMLue1psnjQkm243PbRbu5/651d7QIPkHkij3PYPCarcjUeJV+cQuWSsCPBBvYMUB1gIGHLea2OUg6PGuESW/veZ2bwnEMpB4lFy+TizQNa8kz/BU363S4PFmO45/ckAeXB7Of7gQCh3WXnTuNB4/GchytMqAdMHEuLzC1dMEVv27IA4UghUcD9gaeHIHPERxn9BAzQJFNiQ46p1oeLOCDwlYF75EJtpKw0ZrAFL7oZYMNp8WE8RK88DxJ+uYklTMCuSokbajrT+4QSPmQCP0nV7ZChPMAUQECZwmNuD/SCbggFwWPYQQTrgrwQ+TvsR0uId3zWGZZxDZCX6os4HOxA0tcZYeuB2pR6SQcEAV/xDPmfPSN4I8XqgprUEbC2GrxKmb0+rtLBX14cRxEGZq7BnrKchCEfqEBikH205B/COs+7F85hJY/GHAzNxmQE13ur1dAsFX1b/8LUKhZ0M2DJqCNfYLX2kVEHJBo5ugcuRtJHHsAwRkrnBAICLQlIyteJH7HdcOozMFgQWGXuAgS2KYZzM7DrzHAxwNOO7bDQ+DSb41gWZdRUN2ywj+WjEpahvKDaKl7J1fTShBwWismMy5/Kp8y8HwA6f/t67oMgq/rShBBI50pLFi6LSljh48eCXi0/rEEBcSzPuHqBxIgOoUBAJICpo2sFqZDAB+dYn2Oon5yHr56GR6xJ6j+S3el2YDByWZwxN0vZd0CCa9OCHJHaMlcograRAptXziwvAbeBCyP7v/mZHeuN3D20Wb7zUfLcQbhOLiChQtwJBXkat+Y82jes1cQlwMjURctixpuOsfhxdHZBLCaDNPWmI4DzxtjtJPUeukreochCGpVSCKaScxjF+BIMWX6SZgjhgrIRw6IWjPOhqF3aK0IHv3A2YD4yfA3ioN/qTzzTgWF3dtup9UQkhHP7DDQY+xOQz478rqCLxxWjhzFQmlZIhxBTkDHiIausUDWcgq9WEPJjWYAMiM4FBYC8PQiDGoc5EeSwjGynVErHV48j6Lm+tAoIOdBiwL6yYDN/XUFBJBOAsH7SADZ88c1cUigpU3c5sgwuw7dkIb4Hkki5Uu2Qg7ImX8svbTpgKpCi5ndfw448WI/oM0q1LIQPwqMW002IRlp+cfJA/+LmeCrlJ7N/FILLDXR1yvKdq9liYmPvT1k97fjciagrm8nV5kOp2XtHRhZPfssCpbfao0xo/+GdfN75kvZ46caym5LrKtU9ex6V4FZSb49X1/BLRLhMIgo4FQMkOPA8wUdQ7eIgHGaJHu5U6zPz6IkTN4BPtJhLao3366+i3qN49Eo5vy66eZ0Fn8L/jYdg42p62+ifj52+P0gly+gXFrVy6nNAecGatYfLd/UJgKyI+8I9QGTDfqLHkw6YxC7vwCgOOpLa/oUgMdewRls3hfqDByLLM4AjOcwlk/H2Zswa4xO4/MkTEebVpgkvSAGhHMsRF5SD56y91Cgh1j013cB0l8CTGHI+J9AVkwGSBtYWwVzGOSEFBA3UHfR8UB3S/NjK+Iobj410w5GhC5BHYHPHQZ4RDaHbUgkW3UWiuuR3rE3T1oeJgrhPBrqtE4+IaIooVOohC+Ne9AEltkLhJNIBqg50GYEo+jUSOHpbA72/zJKqtwZ5Jb7wd3THwxZ3j6AkAYulwLbgO+BFoSg7Pqy0vwZoMbFIbec2NIUAjoKqHFf/Cpeg/Jregnk2o+ukUBYwYQ6rghegQW2OUjMKzlpmg4U3nY1RRCXP/F/4/Y8FDLjvPOdgkSV7Vbjg2Ixsk6WAIV/1HwZr/TQxTivC8HXs0fO3sHpKLtrirruM1iNol3l7f1MybqqgdS1q7o8rcp/47osxXfmabHUupbXWYosKnpYzFPVRgXeLvt51bjX81q9l/0BmLLz5ElnRnNP8Mc1wcC/+d0gbmWD+Ojb7Cx8Habn1f0oWj99eQESGPYuXidp1guTV/sHlS/VJD0DYwRUvpdPaJvrstkcS2Bv4BFJIYkfZ0Iv2HdHxzDARPFEjn1wLh97A7lHMFCOm4FMWKYd4kDsaiR809NlrCUgXCWiYWAYznQQw2bOuQakM96jx4NZZ3EeptmEDrLC4ZyLg5MwGJ8l1e9AAp2HLO4Xd3bMUR9jfMQ++wfArTGJiVN8H2KhzOHJiSAQ0Rg0cLbp6A7jvvpbzJz9NnopYaQqJlsgviHkeR8QeZNZqOiUPjGdINCQEQc0RDmfLR0CQcGhigF2ig0X+cpBkJBIgLOctD5PSKQdzN5AMkB1Ana0NVIUHYICci4gDOHbZv3pCobu6uk+jN/76y6N4EuaspWDZhOIB/QiMzwA5wMxRBXkVtomBKgGNkfmRg5IM1nMjtU5C5pGcPOLaggC1Q9YIRtkr59e4Ijt1VvbEERYWloJYoeXd0MRPVb6WHigQHigeJDfCS61YydYWlK51Od95LJKnY65QvSBWpdxWVehJPpArcu4rKtQEn2g1mVc1lUoiT5Q6zIu6yqURB9KotUuMq7QstRsZX0q0SSX+LCds0BAxfOLP3Nae6RDeOjfT7lB8PEdR4K5Q2YGCpj2ovUhKeB50v8TQOXF8zDlHokRN5+sE7DiFEA2GW3G3AUOSMIFv2Rr3CN4T/bumE7xreuPM6FpH9MnNFWLOeihcxN9sznSChBOBOQ+mADHG+4GMlgEXPLxojEA8P3AxSGLSadzd3Eu36h+r+AjAOKdpkKDkZ5y95Aw3kzS5OI8BhxGT0UBtSykut8PuYenHGQR74h9tizO5gNxQQiZINFPHPCEAQyQvYDjzRIPmm6hv5X5b4SYwm5XXx4cRkmp3I7GjFwcgi+HbxR8LdXMa/lDwxyeGJoVzNNgTWWIGQRyKnDkTrJjeoQ4YN3mhvyPpE8QKFt40+FUQLmFBgC+rjafshewvg+kso2BK+wSBNqtaAQDrghU4HnkfOz6A8fj4AYnCXKo4602xyTjE3EDCxQHNL/PMoKBeZUvYIDcF06Y6KqoPuggrwT/AwjCOH7bpYN8aAr8s58kl3PRBxdtK78ajK0w5CqJO1lFYhlfC74Bl2zXLaKy6PP8bk5dThh8mov/heu6csm+qliaEy34wwKiQs7bfSTNG8wVFrZzCjwAf3iSO2OOBDDwqadPGA4EDzJbD7wHBJRTLK6GS2AE78EKDjM3FNwEAmaL2LkGXHKuC4VOsMft4IB248zN9RvfDeny5f1YpJBLQTTmS5eoHOrlbkjHAYdDtI8cV7qdkzHObqZ0DMM+vlHvzR5Y24bzXzgBUFUG0w0gUnsEiyLGE60K3otnIIq1NJudZp+TJDvZZEnUr67XXBYi9zB9NMJRaS2BBsTxm9uAiGOC0r63/tHvZyKB9Ix1QgykXxj+DnYXxeZdVhqfcrxYU18AQV5nhxCMsc6yzp8PcgrSmhkscKSCl5pSIKfD4E8aieR+REHCnUDREncC6SiY8UtUBAp6BggJ548igEu6ha7VPveTvtxC0wsgoOmp1oNUuCvmLZEQxjCn9N3eNw+4d9z1J5rBq+bP4HLs2yPjUz8grlKOQxuuk4/4J5P3XnTwS7tp/qC5TMSqfAGOIq+BY6art6pDFgh03GGAXvoaJu08GLvVisbyijhNQF3JluOzZKnPl4MzDlTo8l6zE4oyX2ULep3kk3K7DGVo+K9al4JL9N1U4hWlQMO2lM1/C4t4iS9iyCWvdokP2zkGnP6H+VWToT9YJxheC80FHLSyhnmGhtmbVOsvoyoQMKpH4V7tc5I2OBsw2m92q1HYGDSOgFqwbifOIyB9BAoANS5Cbrfh6hCquH2m6B4dw9AYls+XP5ML3gHlaPnCCvdbA8+Fl0JVmxnDlSeok3ElyajHKptfpxof5nAwABE8FExw72y0iS9qvb0J4BI28HTWABG0XdP3ZQULAdEu7WDbIo5zY8xdIO8EWSHADwUEPpA/JH5d8AyQULqRXtR9LuUQDJ98tBNwEN9wCNdcvKXzWjsgu5qW9SodyAjvhHgEPWKaYkNARYipxuknPv/V4E48Ty9hIA/yQUEgxz9wMGYnYJjUo+igWz9swvzlYuDmszrMWwEfyN5tm0hIysZBYZrFGv6ttH+hFw1H44BhtjESEVADwtwuEyWggDCob0UUBXR0/ULE5Oo5cr6mlowIAdkTCPRjJZjAoIqrR73BbJH14kmijk+gewiKJ9nhYAkN7UAQGkEo2jDcU11TuaRor1RXsXvqTeWCfy9rzSQq3LWKlOKgjgda42FSHnud0v+KdXGYRnkXXNX8en+NSYxNz+BK3B3KlUUo/RgMrl6hsjdBZDKi5UYTf/G4q1eM00PieDFopHE8/KmRJZ/DYbQfvYqqz14n0bNk2LtIQnUDJn38G69GvVasJbYzMDmuCbkad05E/K7Gp5sWewPpLZDTntE2LCltnmTer2gMz080ORoXivjRI2Aw68wId/PFFcc68AYAwBkHhjnEovkvHHQ+uoAtPP5GuwjjEi6SawU/ov1a2ph2RsNzvNFmEr5OwmAT15LzJNo/IASuNRRC9zBcZmxWsOB/+t6ZwQRAiLCAp+81Fcb1A47+yDVxJ7PN8lfcWdxbdzPzm+psX39YcAt9KReYJtiSWoXK4FSZr6VMnjN9eXEITlxr6OdQDm9FMkgsNEE0kAzQrGO8BH95CtwT9EEkBiKI/wkVXR+ggFD7w23wPyus4d9gvUnYgxGs/YGFePc0fsH23MYgNGUrTfOKQA4I/rbWgK3IG2qx1w8X21Awxza6B83uJfBQxfSdoDFf1BbZ41JiTn82PGQBhDasZHqCQa0ux4Mf+gPk/ccj4RXMOlm/DDVOZjVXxT92riJ0uAYq1vdtqBm2YHV9s2rEAK14P1fX6fFu1kvv3iCva61tt2tVXLvuMyNlZeS22rUqqq9G/ovWpcQstawHHX8iFSjrakjPVpj37fJ6FahdfxvLsWvEFPpQrqxcjqAm9JM+6XTwhMPyM7eAc1Ah+canU6xGr9dIoyS92K/TJ8yz5PWzZ0maAhOzRi/8HNWrB819wA/9OGsi4PAMALJZQmjcaaQ3Hu65MpsIOFqOW/KSCrRzqzxGXAPci2EpywN0OpjHo4+A0CEN5c6mwZUf7DKE5gwmb2cCgGsRSdOk15jPnowb9J114neII0BmjQBvmABWx7O95CKJx1fhyyTpJW6vEHYEflePakdcnQK846cA4AEOjf4poobjwBoLBvzNvv8jMFCuYWwo2P80JuwGS4rIKfKsBSVqi4cZzE600wqFf4RXJygGrlnOEBHED1AIpXJENGcVO1EDwRD1UoooDwaDwD3jfzycbiNgVMlykg1JAftRs8mJ0N06N0Vq7tebHAGuajKguKC4HAdC2CHI2X9EQHlCAGdjdx1dwZDFwegFwtEl9ErskNMAgXCcAP2JDZDrsQrl6wpsXbzQNjFRLrW+cFv1Nv0Idlfttj0t5eAeAp91j4DuIB8J/6vw4cirIFaZ11hqTUHK22A1tlO06UJx/WPt6s2dksHXAVC4Anvqra4LLuWDjARlqmvVEJfeh0HV/4vVZWIqRKVrLULw1xf3FyrEli/qscDfX6cqhfxai1RNGlOXyql70nlyAwSEgcf+fjz0ePD5mtMIbmSN+Eieoc97L2Eyvuv3nyXvnj0Le73kTdjIhhcwiavr5lOtWgNgcOzWjfnSMUwwmW1AGbg+GNAmJwhTlt315CqBhJFGLQDz9BjEj4D5DxE/4B4HTQCYgw+aJQ02SV/SEAb0A5OdA/j4btwoaWYFgMolnUSba8C0cbw5hfGbHo3GZ6B+6WicJQDyeBhVuSxEQyHNfYA5h0LU64ePTWNYsCc05FRAfivelvEMd4hEcDqma5jZaOyWxOlm8ib7+/posIT/FJFI3k0Y1CKjHOQM2jzIuZxKBXa+KosgCO90QBIO2rAI0M0oIWHOwE5SkRXSQbhxm8UB7IiFUAL7NDSC6JSrgkdnnAZ/WI/6lXV/v3LdpFus618Oq+zfU78gBywO6BafZPCyDQTUag5xwL9VCVzcyIg2r3mEpj3LDTKBb26cl+PCbOfyHo2uuOaDy93kHpBit/mFfJB0EJkv7e5bhFX3izFA3BPduSJsZfKAU0IRfS2U0u1cHopEQp58NeSXbIci8jqflsu26n0lPF51K5OHXO+SUuozecj1LimlPpOHXL+dlEslO4VptgMiiymU1U7pyx4LLpLgM+VQFDz55mZ5ApqDB935xo85DqzNQRoNsC1ARxj219HnyPmEGe6FNQBjOqy96oMDshuQW5yPTsdxmoLIjTfjwZAdbBwXofs/csGTVnjE8YbOch5yZh8o3Mi5RN1wi8wUKs6DeZGircnpmJsnDeZBp3P3wm0oF2jcAgiavQED5Egx58HQNyps4rvRphNfnDcGUzHBxmC8nCe1cA/G70VyMQxAJF8mvVEQ9mEGu8HgdTVCk+yP1FCITF98QnaDanh4YvYvTpJAsUC8xAC3EVBR+d9f+XAJ/hOqEKdQy2OXJJI2KVnD6tNuppKljtQV1aUm4ukiK0DO4AxQZ2hWZBULAnOtCJ0YnvDOszzgHUQbDVGxDY2QBrJ0HPfC2kUEg6C56oP3GQWkCKJnXgI5glHlUPAl5/QR02wgGAh4gJsOUkcHzkQ9GMGyldkPuBLzQ22gH4dCzEM0Ow9BGjnWgdLr1TVFQCDx8J5DxJAqKxjCdJXVreTeYFzibubOvycfuWyJZhmrKIIu46k6OF2Wif3cLkJiVRA98hm23h4hf8vdAkSldpX6z/TgO+As/8kh+Cp5gWUtRTtF5v/+ugqsK8EprAoi+5JerVC65QrMO8FpfLmvUQ5FVBJcisD34wfFp+zg+AgKCAuYAODIEI1gzYOJs/C80QMCnssjAkeCI6DG3pDdgHshVwgDTDgQApL24ybocXzj6nS5SL8VAHLPOOv6s33TOTVGEwGJdpuYvXqkh5Mw3DtezE9sa2DoNoRJmwjIbkFU54QYEDwxPwhCRLnJB5DKQ9a4M+XIcbDhluvcKW40vAjT4w33BwnjznSYvK4F4ziJwP+cj0ANBnMAx6AvMK/QU+sQxMt7ibaR4O+BgR4FZ/gehCHdxPKt9SoXCa8o43DJoweCUE145lvxYGeNAL9QrirUqqQoY+pLECgishSwV2AiXyR1TkEgNOJHfBPI5ajITj/DQjLAcWeDNMAfxPnn+n5UbRPuwPpIAZvRvgZq9/c5CVBL4gBkWtUBnsdBjRU3R+KoCBBLQOfwrgliR801uB5eXQ0Wc9UvCOC1ugNxcjSYIlquVN6CKJISXnPLYK0H5o4gIIDmEVp/27h/Oci44J5HBF+aKwrpYfDN4GTssv6wIktyXPM17An7Sig+joIhQB5wSjCRdUsaIkApmwdFrtCCLi0quUgCz//76rqcskxdHgF1pXLBwScDIyaFQoVOjcDPQFrB9tmMv5ZvT53LM6tiK30Y0EZnyfHODw7+5kHMozFYZGkj/jaBEdz/HB6CL32mU6wLICDnAYYNukiP6odP13XOvANGuXkwE+4D/C3N3GVnkoGl0Sf0xjZIsomAGhlenmom9DEsX47wmmMYrnzDu9twCMeDAW9cMAIAnFDgrsGL87CxmIy56g0lP3SQ4m1nN6PhG1DDWWdRq/VcJ2Aaj2cZALCxQe55Em/AFqM64M9ZwdX6u5Aj15oGDQwH4oH5EQCBeVNZx+LGJIB/BPxpPcgfR7MT7pX+D6AO7qAhG283eyuKX9TfYYITa+rnooZ+EIRYlB2AoYDgxeqqYxIxzp05+fOHGtaQiFLDN5ZAZIYaAzkBneCTJVI5PV5+dySHe+B9BEgRQJ7UjrUSbnn6I4qnsAnoFPWwXulyLVx7HxTwssJdgsH85A4G5m4FLLtr63i9T2iIt5omLc4HSicEJAeUonINCsgW5BuGDvHvYfKS/8kTYFvT/Fa0lQF3bl2cJgG2K9wOBLpVNx8FthuIyD8TLtgzYBlL7NcqV7PfMc/6ivbb5Vk77dHT76+8r8JnzqsstTb1bi741HQ+Z02xrj6T8l5t7fqsEpzu8xYqJ+XvVVwCnX0Oyzmt9C7/v7MugtPlgRHvI/XlwGhXx9p8r+K3KQ6ri8jlS8FV9xHvWFHDrsy/gZflF3Dyns89bGByHi4H5jgI57dwTDVL6p+T/rr+mhzwHBywBgQMh40MD0NUB5485UDIZHY6yoBoU3kEDCGYmXsEYdShMewA8Cg8gnE7EbnTwMjHmZYFL7j/L2ke9xQeDWFY3x2DyHHNL0d5YdpSQOPaLJi2cPKtZgRmQDiun8uSYeN49IR7B2eD8ebfOBNwdHN8cV7rXY3PkuRdNptwAmN9308IbK7rNieaZrDGQpAE3CKFbBhwyK4/ckCNBTs72JwEFr4B3R3Of8JyVM5tpzwFY3YIA5kikmRoSLWdJfxTToKrQnCTSexMXRaT/rkg41h9gN5M7tyQBUIy2BPQ5TkU2d7oCigCAYTEaLlpcCU450StK+z6uzXMa/b7Wu5b5V6Z5IIUuJzjttJeHwDEQN5u2Q3IgRB27HU1ERoJGJ9xQDfVBfwOZI8dgfeXdA6IDLWa5sepNdoXznUj2p5Ib9vcNc4zQD5h9uToPrr/SVJYgXtarctdWty6UjX3kKjrnY+Tr0jBZV1dXUeoUhXmrYq7nrHVVjuQKagEwRqBWgIvtbqmtQ+pvK/r2rVWOIjAdnU9IlZAFb6PLvLtsrRoxyJ7JyvEhf/X1OXnRfCfd/u76Wqm/mtSrToWuzJdaV/I5SWU61oNn1pDas9atuxWqbvOgkp/5TBIh538oEFkPOKAg0XcoFvAvbhRS9I0qj9Pqs13yWsawclrGME92JcZcPCzELBfA6k7WU4aP2XvgQ9L+j7ghJjlSaOXDd5P5RfBA6A5gJYNS/YFa1Vdf0Aeqn76A/DXTftjl9/46E3vOFicyDEMXct0RmFyNCCmnrETUFOg6SCGrgHDM7aWvgTHnC1jMMFMS0PC8HhzfAHmOjkBHwSCVw/W7AoEAZF7mAzM0oaB+W/AHETTn9eEJ/3k89AwiC0H4VjwbDOWf2h35LfX/ZkUwUWoixgVco0T8lNMzx2KLEt08zjo1a5MsMhT2AfskuAiB4YIzKDYshKLCAlXhTAH7kfYu1EvoOXNWBYbhD1MRZwOk8+ggP16l37xryvVPszb+zX9YgG2+vuAQwjNfa33Jehx+gsHQe5pEYMQyrUfgIvAZlawnAGCLuIk3Wu+Bc8TIySEEgKBmOYcRp5iyADlFovtcUP0dpuwCDTl37lu0XaaB0tNUOwL/A/wSFCinw3Ba/3hmjHJCfqjyIMvfiz4vxrLW/JAZk6R+2NTVJS5YiUuj5y7ERSZmOAjq+gL/6+oq5TfLc8p+HoIeWqJv2eW82FXhT97xNv3l2Enp6SczeWHASeOfDkIMGjCHTIXdJZHCpgBG2BJZmm//jmiR4SkXv9cA5T00mEYpo2sl7w+pLusQ67CGI9aoGTkeyB+vp/v2zQGjgDaOBEQbEqr4twwsOYGyvcBVcdkjFDJD9Y4g2p+N9F4sKgg+/ZsRmB6/lMMuqhhkTumdBADe3vONSG8Ign/HE8Aucm3qUxh2MybUe9zUos3cfgaJvEr2GIggZwRKPcwhF92+HFpMDmgRKIf7gYQj2yQ9I8RbOHvYQfPxtwr3X6S8h3VDd0SHHRZxqWAL4dngisSOCZQQI3EirzSatCoLQ/0ssjaIcI5tQXkOfGP4AaBJytQ61QWGbwJ6fgC6P2dlE8giIgjwDB982GRDkjvJsi4HPylKGCzv768N38wlXpfzqG5OyYHPO6b1XXXNgW+JwKi6JqeELhJCHNc/gsIA5v7Gam43zWAlLujd38GvSP8EeFEDvXiFBiQRkBkd6Wpf4ag0KI6R4aR1yiwv4E7oShAlMcmFGUPg6VW2WsLVXGlk3y2CLv5POyklim1kOdLap25wgvbiYstuJwvKlKVban/t9UtZwqFu8bC46nL+JzURf5B2E0R/H+qraxTPRaEph0A4PLkCrRnMpnSWTIe/kXMcRD5xucOa1nSj6L+mo5R689qQ3DANA3Pe41GGl5EfZDA+juSsWmj92fAx3gzNtwDah2zW3AKUgiruLGAJcnhEM7sI9odganB7N5sjkN6/ZNjZ3pqAY2TP5jFPKCb6CHLbAkIpwaOYeq25jZ2wh3inK/A086VRkHG3DoTqXUCHp9usje18Gi0yd4lSbaZhhz63Uueckp0FRYZOwKjMP0DPpF4H8eC5q4jkDfkgyRDPxyTGcxg4t+IG2U6FLPbiZupUNIVB4IIvAM1whbTrcP0lmHLDuwoqwgEzit1rdUn9onn4SWcszzJnZE/iRR04mUQyN4/roPTsmCgnrQEQ3X9ge4JCgWE3B1YBHB5Om18+yJ5/ly9gJX9+goUkC4B6SFag7YygrkSeE13+daRd6A9Q8ALyekOqgc0b0n1SPwAZD9zuS9EOcvClewGJL9jLVwgCogq4IDkidb3xzXCpJhQsU9QW8atHswDLJMFS3iUlLLUyjTsYbDElXttWVcOiHayj1TKQ5GWlKUWXL6cFFEhlHQIJuf5osSnefAql/yfrevTPLhKlqHsFKWQi5J3ygt1Eb6a+Vpqss/t/IEg4vnx5uOTG5sLeIUnHgAoKzgYxI0B3QL+he4Fkvqrl9U1HaP2X4dh8rx21OO+cVk2hEV5WK/3aY4GcS8FooHlDTjkAdzjwDAXecjylROEzQZmrk0XPLFVcVe2UA5vOP51o/UesI81u88PA1PQuAggeWRbxR0DLcd7AD4Yx7BrYV6rl1A28WjIUZDxaVYDSR0tg9p5mE5gET9PeqNZ+jxK4uDfkr6NBdOlwwEMe1BdkkDwPpsNOYJsaCjr1+xf6wEUF+RewTCCy5jlb6xPoWKPHiSilSSXOPRSOZEOGYdm/koGwZk69AR4PCQzETvUKUBEmYM8xw2JbX7oFxGvYgWXVWon2R9SE0EJafsS8pgwBQoSB7lDuqBwE3PoKzlc1/trOUW97RoFrEYANNC9upz/cS6MGcHsETw4gEQjmNSv+fMvyIH0vf1/OAQkmRPVAwJyBNjY3SW3O5LZTO5HHGRse8qBP7Kz0FYP0yHWW0RtMkBiHv/My9hX0uG/EP/t50WMnCT7rvyE2CUuJ27JyMKjb+Fb00V8Myu0MqvH4N7Hcmpkq11fdyuvLJv0PWbS53X1VvaZmHEXWeMK/GxFzmRrF0FNFu/Kt/nP11WkkvwT6obkOX1Ld6VC+TMxk5ci8u/pmn3sM+giX1L6FFSyhhQqt3fWpVvFVkHRk1+XeKhFezQMcLwI4uMBJwNmw71GmtT2wn5dztA5ETAJw8+0i2kE0z/In/rPDuvPOETRAo7AXOR4cBjDqha0sWdtzDXAWhRCX85kgMcjqAwduaWRDYd0NkcovDv+ILhrzcHnOHpC932wmMPaEQAQGlBBOoaZcRHcYqbOPwLfJktqAsDeOUdB2AmYZQEaT8JeMA7MM1bMGdGjafaOUxg5IEy3wkDAXiPWdkn4aLY0+Io2MYCQke8G5CDICSKEEzDA0SlRyN9GL24nAiqE/IYbcAm6lHcoycOKihwPAp7TC+uk17UugxgaBkZKWEJQQ0XkHPDhxfUgeC3F9ng62udwT71/tHuZh7nrGSBwnoofWQ/8PaxFUVRd9+kUlRRwzd3guC9w+xZ0r1n/WV1+3BtOQ7nIrICFGgXhwmBOB5TBu7KxXY7pyg8+QJAcEIgnDWe60CxGASnhdRusDxeixie/J8gXzQ/kfBhcgbae+L9sPh3+KVLsc9BTRsb61vW7KFBmEWOW+Etc1mpKR4XP5XWlQ9vWqK5mHSqsjLG/VqX+Qot8FjEr24iC6lohiyGpcaurHLOqaXWtOVdX75Jny7n8fdxgSvGu/yfq+vdxhRK2WmJaFObXUrQ38KWUTKUi1rZ2EVm7LFUND312BWJTqjHKurL0OXzMatSiKuxf1HuiXsARNwdhJyB7wGxzkMFemjX+DyCIc4z6Okn6z4CAAJOsR4YlxzD9f8czUQMCNrIWYBS0TQ6xrmDmcjiE3YI/gB0KCjUKIrRbxumwgXfyXX9azhH+FA+44GPaC7OF1vim4InHwDsu+oUAMjl8Ayzlruj4EHM6hqklSDedOHmRza0TsBFfEfnSo3gzpnv87AckSXI0noT4pMGocf75UL4R9qvNtzYjkFOwZQVr+APmty0IQXbK+THCPx4cBeZYCF1EmxHMm+kO3nEdTC1sRXgRptwwRlFgeQEbDgvCsxLOMbgqasPprJ5gz2JoHBMUCFJv7RDlWMWlZvAih8B9gYWCzFBwHBAJK9k8aNLBIOUP/rnf3I/ML/5tZf8pu++a/XUbeLeqIsd+wEsYuwAxTn+55MJfgRtyl226iSF3a4PC0YYVByTQiQNSIr0jB2RfIJp23A+JgBE1NfXvS5eoRw0hs91cgQHyruCw4NPSj2GyRJe3ZEt6NDyaK/JFwsgOC0X0SMDJeFspjReZ8dfv6Bn5rAs4d3XbOYTHRQuW5tly+IqiLD8Mv5XPxUKF8OgbmZQLuSpPHg15uWXyXB4sAWxyJsxoCvQDBsoEXswH8SIGoLXO0vSoEUa9NKJTrGqf3YCvgYev33AxSAgjOAUr7AMAgUaETFq+2gWOY76b0ZG4HScCOmdZVGkiYOcUVC5ecA8QghwKg06HPX7Hd8Q9EL94QC+p9AfDUd9x400vvqPQ4wgxYPbunOSQVnKSun1C9kARO9w4qRVoguBePFMnYDbatC4+g/vN9l7DBh7Hb/CpbWnwwQEeQQ6F9BrOL8LcLwpkAsi7IhMUQxYJtGAdgTCCrXPD7mRxi0u5ch4vJEQnIpKxP0sctOWVVcPX85cwtkNqpsxJRYAzvugyooUyfh3o0f6lwIrW+YcX8Q0JTkg32g1JRq/ngDiMCnIuIGcC0gaOouaBKGC/eX3/C0jf9W1XnYEEQjA/Il3loEpg5PAvhyoIheSDqMFhERm93NpI6NXkHnBEstv7e46EQEd2qOFg44S6YNVsf6EAPXcEYbN0CqOFxTCD+b8eP4Run5cseI1JJjtFHrZzD8NjuVK20CrZaX4754PVtHRHXcjlTCHmSaHJg0t9ZEIRdvPlYElZs5srgiWPlxdpSbmde1xUs+W8VCZQLCnzbK7zwUcmOHlLYcFSnE9uuDuIGOCEI59z8qB5ELfOWjF9OWdJ0usd7mt/pCh6TgoYJi/oE0YrQsJXUf9PRMA/yy/CB67zlWcsCGfDFG2diDrI3qXzlz06oT+ldath4OWYU2NQjfNgeo0B6Z1h4nxy+v/MAJNcDDfmvukaD85eoPUpR0E4+rH5OONakAk4Yu/VTzHn10i/5J7BaWO0OQ7Pw5B7ZCavaQOH0ed0FHAwJKkfNAGB+zCCmzSD2RHI4XCRQPYH0hgWHxQCigMKBEc2FdDPBiQaFfe0SAhPZSWDYA95h3aGYT5FJFnB1SSemeRzTlPO+0jAZ5I0hD+jg4r4MgwkocOLe4EgS/5H89chIRNUMGh0C4ERazrgjKvhAID7sHmb1wdcCcI94ED5OB5MxtesN2GoAuwqa0GhZgA26SWQfmEuOWIiVzDszGsT5sQByffI5jh0DIAzDrhC44BMZEEWWZ0DHvSYRYiUE5i3Ioe2r0jXM0AEYaG7kQolyQm5wgdEMo0eDYxkfeUK5vL8g8SMVRecCbYbfIp3zeWyEYFQRErzz+DKH3xNBUtdu+W6JuymCnm7DFv3oSS6sF136664gNMJ26X2L8pCLuUaM0yLnBfzxkqlps31WyGPSkq25joNlHd3A2p+Qtsknc7xYQRqk3DbHg4mbUyPCI00CtPa03r0cp9zYfrRRa+X0DU0B0LkHLBfP4ySmuYUy6bVDnHAJKAWUEUTAckAjwN2/WnsA2inkWFU62waQ26QRPNWvYGczccJ0APwulPgXuP47mp5Gp9zPHi0AZcbAmg3nZmGf8kN81GQWgzzmYvjzuIxveUDKTtXIeBb3qGTi3gG6IvCYHL0Lqr1kn6VPYFVzk4jAvKzciEwX+oMFfZxFISzASUo0DmMzQgcgyXxL9Y4nN1ed4stAUiVszyEW4gt9XmlPBRRIQyj5GrbFYikNExkNYoWCe2oF8gpcpyQJYykZ2zBQSARjy9AnroASfV4aDGcRkIY/6hy/D3UPptffOCbBoIP+n/jqAYpIMcx+tUmUAuo53ZGYgBAAfk4Fiw41DJgDQUTv8DkDvALcLxDU184C3D1M/f+MMcwt8jiAg0BN9tcREI2CDRsv10BEd8SEYGYTY9/9vgyevgQSdLfvMvySbALcoQoh1y5Xaq32g32kCGU8UM5xCUFQ/4oWru+3KvdJaZGFatUfAa+irq5uvTW7qu7GrnaNcXw2HfjWdw0C4p+o26u8EEN8LRSr8aV1Od5hRwgrV2X8XV91kL+wdzvZ40VF+WtuShvHN+eicsVd4PvyVp4QDgXkBSQnf188oGAHAe+azUaZ1nYyMKXYe9z9fBdVO+/TqI/RTWgXhJqKLiR9XrgBKCGSbjXoiULkhYP3XiwNgqZ+N5AM4bZG6hZf5l5SODYIpDKTQTkHnOa/zdsgYWal1SQQhsGhrDsTF9ccBi4cwqKd0bn0jFs3FidgGEmJ4LsBBxxd2CQug1Hi8MMpvBFcp6OT+gYpjUOamB8cfqSI8F12MFfuk11BNJHIFAPFHV6NaVPGN4OzowmJPLuAP9A/8gAtS54Rg6IQ5Hd1nJwkTsYCetcXM4rBXYpqwgHFQI0XUtsswxhzSEbI6GcIgeFrowCcM5Q06Nfjn0AOqaGfpz8J8gzmYLgUMxw7FaD0AgO9tgJGEXV5rN699b1Au43Ydxyg3TQvGt6BryU+wP1/UEiLwSCfUIKEkgOWCUHJOK12YfX1qYghDVC3jVoIOmeOvyAiLSifQ5g2bWdRNqcD8jFcM5tNCD2yRN2ofPuIXbd5dbhbr3nxdACIlOwCmMp+UBYDR9bsV2jciuijMJSXVfDmoVYrsvPgk9Qqm11lWMxVUUTRZangYlvSp+cX+Mj34KXW03ftt5MOWuLIk6TXdbXtwaYU8Omtq9sn8FKlf5GXcRW4uPSZ7C2ynW3Pq3VKK7KP5yuU91S7aIxX/NXtusq5AWlayzL66B0IsvVlDWou8C3IgWcjfCk41G/kjeUubzCxFlj0AJRy968DMOIPmH6ALrokD5hYBdnaW2418jS8JwI+PliuEfHfiOwNZv/19nMuTf6ZLpZ0ksqoOQEAKjt0gGTM5rXADkYw+YLH2ROrqBjzf8L/zIgJk7DWsZxkeUIFjOoIxhemEBA442kltHBAr1Bc5+QAFU5JRrXZvEV0FQbJZ22Lmq9dAJCeJ70rjYtAGBGGzgK43ka7cMIfkrPhpXmmgiIlsH0CHge9pzo/j8QBAF8o9n3WhY8Vjeg3ctyeKAoJH+Ug8vzkBmsVBKBkZCHBIfHPydJdnAnyWlxABCJdCxVzjPAHAUhANOcQvtj6kU8JAwaCST8EQbFA6XAfy0uqI7qzWp0wGXAXQ79risAKXmFBoNr7je5so1jwhwJvl4ZHQTHo2tAeokhNAK27lfc+YPIB3yEgvP6wOa4M9xt+ws3+1AhYZM1KNsIsF5tMEDOAgQPFHZ2DXrsD123EH/rxQ1msIxnigh6CiW6R8Vq+KBiyXxIcj3r5hkERCz2zxRSfxmbQBaCf0cF92YqNlF1CrWCpVDmHxHPKkWp7e1UoIiBb+YlLzq10xeVH/1u9jVKLVoo1dXHgIiopHaBh3sz5IvPkNd1WQVEvgFepc9gZVIr4+ox2AdjcO07vWVcQUmXf6nSXTUBjasJn0JNCsi5gPSFghdXwwbHd3fHg0GcNgZclZE+fxnW6jCA8bf/+nP0jAPDhAvHAYGA9fohh1s1vkGDtwU8pfOXXosrQLjcIyWJ2iwXqdAOXPDMO0flOhFIYIzmJBDEb8F5zwNOjk7fuGXBnPcXT2YfZwJArf1IGoPp+JvREFdNwR+1SfD4hsuFG3QMQ28vk860dp72Fp3p8OJFOF/Ow9ewgUfZyyiJp3F4KFf5RMB296AenacNfDiHgBMwQTclmutBIAL8ILIfcPJHRiejwjHMVthVuN/LJYWeQUBHUIMkDXGMifJ5RuhWQBwl1TDg8yqiHV6eDAoDHQO0EmGeUK+Ehn40GBbxX4l5QDrEOoWCBELxQPbq1mqf64fPvlvV6yv6gwFHqx5qtcc+faJe2xxAzQDscjIgSKHoIKxeYCJysoK1LPjyXsMgRC8CnPXufSKIVq7bMG81TEyqiAs56sFpgtAS8D5pCKWrrTGbK00gtD5AOxm5+1YSS8pcLotb1X87FJEaKKlLua2wmy8FO/Jg6VbGh53IaS1IV9I4RZ53NSwUynKw9CuFDOXUK32aF1LcKfaZIuAsyz67rfXytiLPeQmRtCXdbwefIAIQAgmJuMuTyegDaA6eeD302h1pQQ6Yhr0sjJLaSyIg90d6HbEbUAiYnocZOSCQ8d9hBNOG5PhEljaAGuPlhyM5xJp1xq2hyJWGiI3ubZx7fK0T2RsEx6NTusc3+3jae7E3uDs+0Z7C8eIO7JBuojUMrL4/1Hk/vDgacNvhvYth/J5jLy9AMzka8iJtodn5BT5PAOoIuD4bgxDCNB6PwndJEtM34Oe9IEg/w5o7AAmsrpvNtwf7EWitM4PJ/j64kRD9YxD6cTR4xA2SOBKsFSEbOQe0kB8lEVhkpQ7JCFdOL8CSitmtNgRoLs7zhnXWwM1H6XCU1GYI8wCcGQW0nABRkIeEryK5IcUjz1Mi+APycRg4Z4GuAj3CnMQ/1Wr8I1i3q/3qdaXO5b/Nw6ccwKV3LO2MtM+pgUTA5pp9f+B9hoBgf7SAcRgHRB0O4xLkyAE58Q8i1wBz1S+XeLAI2Mb5MfKIQLOZPrCorzgKiGtR75PfFU6R/rUz+NSJTnKCP/Dnj9gEL/52QIS3yDN5ick+54Oox7ZqK2zl2K6ErUsei0RmvPjwKlP5XNGuhZJYBEtKt88HF9lRJEw9Gy5UJvqMyyrY5/WRCSYza5HLue9mGUsobOV8yItKup2Q3ykXWZKTRMRcDkKKNvGTQPCSTxjQLgAKu87CqFp/nfT7UfIuekmfMBdDDYQ0wAQ5HTB6bQh4shw1QPymHNVoaCLgydLcRI9oysIYBn5NTpeu64+QBpC7A3IuBxwGDhZgdUcXR/HgjqQQmDiPYSjTWVbMdXJc+qHRj/QF4NI2B7Y0wbvxkgt5iR4Nz9MsHrM+V8PFYVJLr07+kkTR3mzSgw08CI4ukiQSBdyvHnTZEfgO3xWNO0/5Qj91BF6B/+n+iP9N8N+Cr/FsNB53rB/QbqYLlhjmIfhDKGeHBarsxCEgJGCphOBlygIFDeZYRTkoLSN+p0JBmqmchJcAkYEvJ3mF0M4RPkEfZWk4CKIBEPX+kf8BJRdHtVotqj+ra284+YO5rqzp/uW2st7XsMf9GswPnOz69v5AQ8O3K4AeERCF9A7ITj51+2ldh/oBjQNeCw1vr8HxAHXtJjdFgoZzpOkyWiLHhGk/6yKi5FvtCFK511pgu6c+olHEv24+0D6V2rKutqr6wEbyqk72AbKJLq92qHdqZ4Oplr+ewfJfb3errssDV/I6whiW4dz6kirz7ZrG4xED2kHis8Xn9XXL7ys5zxWf1d7PPg8lFvrvayXuM+D07eHavC2249SWRy5vF8Ffw6O4DhFOlFldq8pUB/N6T6TWlum3P7Rld4KPWIOHRWqw05nh4dbWIHjgj+kdBQAYx0d7MaDnKAUCJvX1IXvA6Rn1ZQgEPO8dpeH5t1kj7dU4HfB5bZg1FpPNSHtlkvg1Uo75jk6Xdz06H51uNpNGL1sE86vO6XFK9/hEMrE8+XkmPaR7P6mC4w+0nYdgotobGLhHvy/s44N1DCSkhxhY3PGLiz/oatjEmk74AhVGp7O9C06FRv1a70gTYWrDYLy4oHfoEbhfchbESVQLE00IrGvDuHX9XYiLHAs27LPeQBrDvEGEP5jBM8NA7pa+WYKO2c30gafgzPK5XpHBYl7qEkO5PLKrCWku59BPFVgXqGaH0I8lVgEACWQT65NaB/NUGwP02JdLbho0RKQ3onwkf2R/iE8B8ad0hoDseHoU1mAL1MH2OO6LiBSQvqFhwIoPXl+uuCYYdA68zTbHpNmrgRAAGV5kct1fOI2PDmC+gL8hQfGqjTaInABTAirIHpDNzQYEayQHJAKqHxDCqv2FfYLdLzCXYQLjDujR5v3Di4+P7pYFn/IJpOR17sn+zeAfLFaF/LDRPGdPo3sA85TRY2+Tt+tTiXniREvdE68sv1pey0s+RcK2/CPuPgNDnuYaBI/MO3XVjkudbMhpdUvfzeUZ5TJO93kRF8hooSS6wO9jn9e1a7LTWMTAk21uKRUQbb/JbtZ/GN0aU1l7PoAC0i0Wxz317AMDjoNBgxSwER+9CbNe9MyWw0VR/zUI3yuNAvdAAV+kMIJ7SdKv07UK+dOoBQRS1x/HfD/QSaD2B+GiEGIiGucOb/IHw1q0fGU7U3VHUrg5g50L6NSmHxk+jYaBM85/oV9TmqnaMeTfOCV6BIUGkXtJysUimgk4+fG0dR42shHM6fNwLz5Faa3WopPoKDw+iWtR1As4GtxLz/tcFmJLg5swg7WVibCPLHDyXhYw+SBUHAaB8EcYwTNuF0IP+eOl7id/Bv/DlAXJgCEgksv4qJSWA+v6+iY5vSN8Oph1QCjBuvoc5gn/PDRSxAsx/ssZ4lmawx9eS86Goa0r6vd343+ERTI/nJoNs9QoCGzg/n4fFJB4J6/Q9+tDWr/36/0DruXgpMDupYZz294d1iUHfwWLInz3l90D9RA6ExgvTmXhREASQ/pOAMS15frvEgSSVnBbY8GkfpoPiLTJEWQcsoSNAbITHs+pe/So0p88T5VC6Z8C36+OAg41oC6rWzXK1kdvD5KPEUmPEmukqMxHGHn/uCNGwmYfq6vgFEWsd9SHUD0+7fap1C4bUFOKWeTq+frWqKpRaWBhn8G9HxWWQrKQ12KkmsjzTai2VAoU+XZ9bO0W9exyF6xxH7t7ZnVMaV/WVWBB/knUMsoh6szb1bUIxVdxzbkrC4XP2mfMs74cMd9SHxOxFDcfOzM+3HjobYvM+G4QaHcQICC9jIb1KKlX6585EJJwTXxKz6i9tHchBOSOibCOw+zPcTDh9Jfph8ny9Fj9fKPNcpJy0zgaqC2tigs2HNelMTwlkqlfUCtAYALHoHmtWi+26S9D+dz/gfBm48GT3ou9eKBh3/MWpz7PAHgo+OuJ9sjkgHHSi+8EmWlrSn/Q+BTjWXZxnmSj8RE++t5INvDxJEWcNWqH1QM5im7icXqKL3GkjsAJV4WMJlPYv8Q+MUHmORBsG6VzVdxsrJGQj7qxvKN26N5KQEREE0q5Kr6UZYWYh0LUhUI0oR0z7pBCxV5wbC8vEh5q/Jca6xTUHMFSX6CHQANBSMQ8isK+jjaF44lvKB54iv9ftYR+IAF51X7zurKvXkB5B7x1k6KvK989pafUyvUnmLptzoXR4hAiIPBNtiw7CH8WAoLGmZ2LArNt2X94D0uZEKcdMOlblUMj4oDaS735FhE5IC7nGjnQQPdw5KdCLlPwOZf3pRKt5D8K5VwR+WAN7uSd0slb4aFCiYvscGFLyvPqa3ZiLpUqF1E5WGqSP4okD6XUN+lVLljisw+KywFnHn89uGIfFaKSRzJ5eKDYDcK6sqIQmcEppzAkN4BA2XyBZkPDIj1Kz2BcplnSf00ElGvoJLx4DVWvBgR0zgHD5PNhFL0J90Dr4owgx2XBHAaWd2ibCDgan8ZD2ccjqQiFp0CqlEt/xzSGaX8C1I7DsAEu+ENnkr7JNPhhw8BAyRNzE03m94J8kzMCe0zZCdiIR6cbACFnAtI7dGOhTsBeOqKFHPa0UVLUuxo3XkZJYxSfR4DVLIy4vQkgEI9Yc91/HaZnnNAjEsj/CcWCYKKfRoLHgMI/wgjmVsHjzdLdSvufInH7fvuwe+yWIOQdhS4xEOThwM2OPC+s40zAAgN5oASwxhrCPsKfhTzaAkJOBUTETj92+SkiCjKGqHkwiDaD3hA/fX2/31+RAlov4PVBVEUs/4CfOG2F3YF4cbiDUEjXgCzmOmBtiUmQax4QCQsKaCO8IIkQrz9dy6iufCHbU0NEQI4Fa2fgLvcJqdAb9FuOBr/tfuFKEHfLLLh/+z64AhEASDoL0col/FYoZ4qoCDi32rFECq8qBX/kQRkX56qdgMhiCrlkWgu5xsKDvKWF5HLbYSvdyXpRWYu9+LWAKI9/K+g0udSu00gWU90JinZ+750sw1YuFxnpsYV9NCb2aSCYj/58MVc3YCPNWnsX4dFPL6N3kRyjRvXP4TBJauCARMCwBsrUABV82T+M6ItF/vQ15nu1R24HQONwyADmdWc5t64/oN2fSQ/N6dWwgbcbLU8ab1I6AqQK9Tndb5Sep4NYXlJRJpw7emECkFDeoTdcJscZgYuLWrbgW1wM6Q9hnJ73sni0vFMn4GYKGziMZ8EwiWrBuJU8T3oTTgjEh8iSV/V9ekegn+juuh+BktIltRBQA8Hif8A8dgJ6EJwhnhD/uCgOdzD/yYo7a6E4tgLO3ZJyJIHtemDLtTpg2lLHCjiVKWxgHBSIgbKCFT5C7nwk5JWAz8tEPnJAF5k1rP3gTjkF5nRsJvEY/9LCV/QKHXUrVbkE3G/eXlfq9YPb+09t7osOrFu9pVNo8j7QProGhATDtsI1IFzH+/NbrnPT3pjQchhELJD/fgh7q0vEIIB0/dJ829WiEBJM1KBNzLET9hgSAtvcHanLsWD+xdv/n0dD/nNY4g9nAJnsq+wGA028ATKltyiiPFha2FmWVYHJD4N7VK11nD52pS5V0JOK2LXr6+ZyITLZ+gyl4Kq6xNL8M+RKhLxiERi5usqq1Eq2K7rgPgMzECwuha1c+S4j8MWEeVfDZ0rZ3w5bYimrH9GLToJRfLMcfZiqy0v9gItgcLygT5hGutfKkhdZ71A+YWyL9DBMXtbSbBj2wAHfaDLMsBb9ez16AbwM6FOfu3uMvT8YbQx3Zf18QzHA5eaMAMi9jzQRcEF3gTGhjCMco5TszgZ9gYkDLhg5D1sDOn0+46IQ+pI+exHG3C49qL3J6DRwNEyY/mMqauhmAgZgguewhcebvaT25mg83uNc6I1sYE4I7J/HQQNfRrsGgwjiedKemSSB9BCBe4EbwgEQwOEUCEjY40KQGYdBuCBkDDN4qYGPImzd70LywUelU3nDO4u8KEPHDo95PMo5QZ4iHsgL9jgtBhEAziCQ+IfYEM/on0O/PAHGqTPwxqgglWSFkgiGneWkMaxx6LweVc0fDHsBaQTvc+CiW68CvQB33B5YQxn0Cc3FwZcQb5vfcfCXvX2AO4Djmr4CKxWzZ/FCAQ1ebgpye3+9Ihi2xQvNO+B9pftWl6JlSBDoEB9kEPjn+gAVPEjxUaXMEv6hu797qsu33uV3e5Zc1oJPeT2DKil1tXiFZydWJRfLjRZ1yzUUlLGPWqT5G7kK5bDTbqHYrqkor4uU9Ut1HwRXlKelz+ur5KK/rWqXqqJuOSAq6qg+VQ/q4pRAddEu0/xCfq5SVu34sKssSvDSxco4JWu5QshMP3ZOpu85EMKxYDzzx3d38aB1dnwHfBrACE4/P61/pkeE5Hk/qsHmfR6me71h2ktrgKQM1ICTYZ6DzsUDUDQu/Pih8e1R8B6A5mb9Aa0+aLfguXY7p2/AOdGOC4TnXEOChgKyu1EKO3cxn1pvIFrjIG/4hzn7/uKw1joejJad+E0o79CjIZgf3kTzabhYJE3SFtqlg5hGMN4cJTDMZ8DDWi2F8RsmSToasS8wGwVvoiQN4lpykdBD1j6IoBxFR+C3IoHW8YcIrO89bg8HgYmBo8nJZKY+QOsG9NMBS1H+mynrlEpNyLNbubLy1xukNxb8chB/EPsEgo7+eRx0h1DSZSRbIA7iZbFeDvzwAusT2nG0w+igY4CINhvnFXWEnyF5/Rx/BvUKKGD3nr2A1yCCh2tO12v2v1OfH4ghKJpoX1OYyC5BjuQS8tpN7ugG+maAd4+a5g4G5jGJHUdCri9vOfoLyVZ/APNoEnN+NGoQAbkdCGzkypdmF8yQHqHthuOW66/bPSdK7bHQz8FKVPgecmT5U9m1pQeNpayqDvi8Ahu3XnVKTFVLVSCwXl5upQ9wtST4T6C6upZFvooKqHbvyXL/uXxcas5nXE3TI96qq5TtmkI1tlvcqWuNP6yrGoz1mV19RFbfapbq+iuKtqmQstQuUuV1nWvKVckv1GV5FoK/ekvJasVvbO8OkYINmahWScTzg3+hYzzZnPtBvzB45jUTpnUW/yFNs5hOBSJQQD8QEvYukmSYZqSAoFjfupGQw/6ri5RenI3lAfdAoYB2QW+Ye4emP5grED96/UMt8sSj2Bw/D+kIkO4QshdAR7q7isNvsyBeyCrWsuAb2LJccsJRjhcCPrFE2sJZAvPaUjlHBWo34tlmztHpyTK4SMJejKteJ8kxlLB+RzMSwTjuJecc3DxY76sjcJU7irYbgQQRoI9OszVYPhnTKQJg8I/fkwKOxqdL3k/eZosYXJrnXc6OInKCgZlPHLUz0RKBmfMo4wHPQM9kY3pu9rP0HtqQ5gGn1Eb/JEoP1ifQE+3jy2ZAExLZJ0j447xAbo8evnsFS0AbgzgKqLXAXBJcqa6b1/R+1dSCEEDV9epvbi4MR4NJ+gBqgj7NbKEVTOyzYV/yPXYD0js0YVRKWLi2YbANBTv6CATUjGgY1RViYc4A7Y5J9DmXKSIvIrH4N4PV89GW1pJctFql8IjqkVAkeVuW6pRYqL8WiqiUbovWIFMlJn8lPFBshUJUTXc6hQvllIlyhUrpzjXlbJ4rpdutbIdyriQqlFLFu3oF/AEtT4B/gRig9keaDzgOgjAEvIFO9Q6fyi/g59dR9DLs1Z4n6V4aDvfS4cV5mv1ZS0L+FL0CD+PoBufmLcwTKi3f3tmcaLfJ5A+GKnFBTV3GFer6G6W1bECap21BOP2FbrOAe+SJ9A7NveJA8OhfesxePTlH5RZxSu9qrhOQfhEmQFHOmdbecGkan07YCdji5c+Ts9Eo/ByF83H2CkQwaCSfwyxNOBSiPTPxmMkM5vxs6wkkAgL7uHuKbGCOBNMpgh8JHp26+dB2X3VP7T9SfoNdyAstcmcu7wbBG4PydhAjDf/cHBgTiYDuMHvXuB8kaowQ7vYBOhQE1mnogxj4d2blGIZq0j46B8QpEByktdrn6GV1bRuDAMbYFeh8QwPT9ukk//LW7QvCwYsVoZATBHFyWxAOEJu1y2ERJsCx+xXn+jk9AJO9gDi1Po4LftucQoPruBIEjJBNcPofwHCFwi8wgXFPilC6XYXsoyJIJa71W8ESFxXaRzO5xodHVHko0iIp9F4wtekeC+XcbqrwVbEs/ydDkZY0krzWjnLCUFJYmmt96g8GS3LBZGbzfBFc6o+tYEku5GmpInhgRwPBHPYk08EDf8f50IC/s0EGDpiCPyX1/suIm4A8P4zACBOOr3JB8JEtjONYcERsTOkWgS4BJ3uAJg4Dz9xecW7LELkLPOIwMHAPPFGLQqDa4wbo3DaTmwQv5ovRPyZpeDRfiBSeA5DkEvCiF0NDn39oilvDofIckDrpoYrNDGQnoBoBiJ70iGWjTuu8FnI4+OJ5MhzJMUx2NaiBCAbzkO5hbDQYCMhJ0QfVZ7iKE3VkBgPw+I1wbzQGIlMYB/sCCYNaFJff0vyemmLr2XSRZR0Ft4tMVxzlQJxzYMjYnVuKHP4c6klgNyCRESCHGPlO56Oh3xYQIhH2CQUJe5TdAhAYwRC4QxxRcRMc9WrJ81f9db3fBO8DnIkHXq9IAYFL8ggIvNNG6HL/ct38rkmnBre0gysHa5RfV7r08ge8PACh01reS6Ae3R6oz49DwQBEYiJnw1Tk8+XShoI5DVCoqRnR3bftbpur40p9gLpfPLwkMY/McFJwKi/vBtekVyCyFgptKVPO7oSvKHy+SBGbyNQlu+rdsJXbTcthW2san8mlfy7kYjmfJ3l7liuFIl/W7Grz633WFezWQ9j6LaXHy9m0PspTCVt6BFYuTGEuB5HzOxJAekYF/g24IHgv3WuEr4GAVfrDrEevkJxz+nO4B94X7vU4GSY72jMEBAHjsG4wPp3IDcx01Dlp9bIB7McxbFqiFt3j70HC+4w7C67aleNnLoED5my494ctlJtlb1J8DODen4F78d30Ztw6H8bzAWo33gzPOBMQ3C4bwKgep0kvxltoygzwlNSvEczIELPsaswdknrBcv4iuQhtHBj2eXoIGzjIkue9s7gBBFxXORQCBGyuaefTxZeZwRoFIe65gWARQbHAP7IjcDwGQuje5rcZgf0PTkSwg/DELEqsgK98qAOFpi4Oh3Hl1r1SsWBP0CdUMwQ0lUM3Q0GNilgdp1fMlHRPXE8nAc9nJHBnEPYDQpw4r9DcVIW9gACqar3L/j26CISRW+Uuwczvr4licv8CzKODGHpKba6BgOzya2oRXBPoqD492ryX7P3DnbdePnUcAvFI8txsGFFAEELrFQQtRFPtLzi7bw2sGPs/aonuZpqMaAsmTW0FpZoMW0+Wy+kHK7WAyAQrgFSU2c/ufnynU1AVnPbzS2mt2/9BV4vX6G1N6dpBsHdw7+MPBv+Bi7K8XVP4RCp3XX7R9ucth/zyXMA75HlpENnJt9ZRfAbXruWdrlSA0/9Q2/ehHPzX92/htFuf1gpwOtZhb+BkC9a8yzFjlyDSGzL35NfNaPIeD7qZfXgB/gaDRiMmBczYh1bf10ZwXBESwSbm9iB7IRAQ1u+bdC8rEJA27Wg5bmjWH1fqDlPih4zhLHg/mW3oHBXwou69YWO+4I4erTBtETk/Tnokb8Q9rgZexFMNmgAmgXccKhlQkNMYcElzkDA6XTZcJ6CzicfZu7AxH50eXwAIj2FE00kqCeF50thM8EnP43H8OUoaXBQHNAxa4UtxwH2YweAi+xGdPRDAcT+ce0DOlPxA+HOdgSCAk5PJeHYFDqgbqrvpImXxS+heW2EBY64uDvcL4yDQ4fARAuvbKZqHSCkrCEmFgoS7HPaQOBmoZbgHgfBoUhFtMUBiHDnfDWHOsUG3BsSNhIzpG3oUD2v0Cl1nr9/9Qf2AKz/kEOupLQkm8AHtKJDrafT24Beb3nx9e3/ZrR40L4GAK43jVpq/eCsYytW9+Xcm2CFc3l9zzstle/UFTA+1wSIr92+7nEuIKhUtDAb7o0+sJ9oVic8aU/v7tj5v6wRnao+AV0mByhR9xhflTSCbX+MfuaJaXtkyeRlVLLO4qOmrQKTg6vBxdHVxuit+1ZNsl+FlAn91+xq61tVnmVflAq+W5At4va+rxsoXQbQS1SzFD9qlYKnykFhXMgqUQWp1KTiF1aDOrjAVDrVrgl2Vt+taVYnLqrZp+W5IrYTXukaYMqjUCi0uPrDPWD272AnfdMZTwB+nfhgEAoyOhYAAq0b6ip7kq9HriN2A76Io3AsBLfSKRUuYFuMeUvoMfvNt4zjgyt3WUFbk6Y/xT1pju1lOesAxeUggFwRMahiY06dtmrQfBn6RDrhFHDBxyN5Awz32FC4nYXh0FwdcC8LhEADeEadC00VWwtVxnU6cXBxxE80WkHgwhUl8nmZnm3F6Lr8IWZIk6WSWPedc6KAWfe4FQS+K6HUB36KvnsA1pwSqIzCj42rav7ov1kdK+scYiQzh2QnXxM06S/3V8nR3WFKukWwqyzmhlDpAyw9qDeaMASJSKgxEBQle1CWEPEoANWYpOQhkECrmwIeXZE2DRvi7MUCkSviCIPRDLGQcxz/VzuUVutoHxTMKuA/j9BMpIGev2P4gFKpNEL9PnBjIbkAayBwnodnL/j7O4AOIKSsEvK5cf7oUAnJJCGdUy0e+XquuFoXQrQLdQTsr+BKVu20ywLZ/ytx9VIrEiy5COas8DK6OD6qkRxrBmn0oIzidy/sLUMeLu0F6imxGKrZokmkk6cyreFbjMMBkBksZUa/8Vz+DpTxdc/4iCoW4E4oqXiCCSMwj13bxlfDGXnB360Fknw0vNCYlNOXP65TK2PvlotPmn4PB/Sy58sG3p2Y7YyLfHqeu5ifobEYfyHHwmDsSOOCKuEYL0ACkAx7II1ZUf5aA6X0O0+HFi2+FgHQJoyUhwBDQqRfqPhvTKTQnQC87gYZD6LevQbSjo/zBUDuFnCxPjrQqDiAXcAqy/P9xYGQA3FvOaQwPjunojyuFFydm4c4X0ID50TegpgZqXGX45kjzrofn8hEYaCbghsPCe62p3OT3FlxNnIQB8Pd5MpxcZS+jN7SBoxfZIoY5f043qewJJAc0N6mx7RI3f89J0TSCRQRdN+AJd8v844wu8sfAGtxJ3Vl3p30EE7eUmlg+ctxjWtJDJY3hHIDNpzhYxhzSnABKwzJH+Dz8EfgQ8HLop8SWvon8lV5Qsgq7/jg4wnINAdMaXm4GR8MapwFU6QPh+gBod0/SR0+A7P67vuQ4CId9r5tVIKSGf681/eWTDQVXmtWfyebUmwdQEwJ+Yj/gCpdLQ0jUxBh1G1Jl24BooTCv42F9h9C+bcMM3l0Jor9wO+yP3eu/Fnbz/0zAmQtF2M49DLsK18iurNiyTsNLc7HQ5vkdeSu41Oep8bJl/8lQiEXkT6/x4pZgUVkB2Vd3iQkuq/xW1kIRfTU8UChsif6w4NMnvy7lFov9gHjMgYFcD7eIz7JWC8StUYtg/lT7ScJ1v9wluJcNOcQKBBzSWzroUoMI+Pl1cjE8A5ObzXu9GO1xWxCtBp5xS3TuHjLiRm69+JgbYjpjOBh3puSCHPKQhwQQP3bkgcUt7sQTj2yLOC4KMYGVglPYwpwJCHBN6VJ1vAREomDWmfQu0gw2dvyGvYybaZgAhsejXnJx/gduFhxdBJMzWb+xhkGCo1rY41DIWlunkwOyIxD4H0yvZAXTHEaEfxEcC9FykNkEBFBL4n7wHqJxM/lfRv+HyndZk/kEYlzhZoLFDvd8Pj+sINchY/UJdMwYwlECZinre/zwQgljZwSjyFM/iwlulHhyvBcpsc6sXw78CvxEAW0EGObwx02AfxIEwP0mPaFWuDU6l/mC4BERiVgHYH5ghPeAQghgfVwRQogk/HFk+KD5M2CNc/yabQAhbrM8wVQugXb0Cijnf0ihEgICV1WXg8HqFqw0QQI5DRCNEArfrrQSJA/8708FZUbSumQ3eKZQ1n0llN/DR9s5Rk5QcKi8E3YULlFd/3FNLlW1xCn05fJ6hdrnTXYh/89QqLabVrB0lzY9EnIxJ5J5msd58KnatYzTlHKS7FJGxQ/iNS5bSn3m8Q+cM+atUM5Zu54U5r/rr0+e3NAnwmTyfmIuEfACIZtz0/PWT2GW1aKk1l/XSQG5Ju51ku5xiW06DIE0w4skbHBJCAzjV68AOcewGVO3/zkoHcgZ7VWYuUAtYSIoHSQaw5wTPaUHaK4G5nqP4zAE8sa4sIcLNTeQ85wH8aSzjGth6+6Y170IG1xLMubwL9vmxBcY3ONY6XKTnYNbAgiB0llrvDm6CIfpaBMn55wLneFTZrZRUhzQLwLXhFwMwWUPbT7MAR6u5r7bLcT1CpgxLK8RBoFjcsDRH09mHAs+7bjRjI8549aNdQeCcK50WCCcqcwQUIJ0xDYnWFnpACIihloQyFjBmcA8BHlaDJIjHTU+kQCzly8u/tiYhhSQ8CfTV7SPCshEwU6A+1MDAB425QV/3T/gLEBOfrmXH6z7gvlVDg7ecl0IvUCbZywOitxW2hwKBrZxnYfYHQdCyP3urY4t/+A4x/2l8sy0AXU0maFV559oImGzDarebnsGWAYpPh3ICwKo9wU+758eyuV6RchzZXVR3VfQe+OUSsJW41sN+7Ro0upQ5pOL65RSw+u269r1fDNacaxX5H0FLxSfQfVKRWrfBKcp3sJ/VhX5NBdKIgJT1keK2N7DBKvHyETfpl1T1lNALLlcxjbdfZDefXZ9PFfNaZzgv5ya8wrXEuKtVuyW5DVNxUpPfu1sHM3RSHAQHA/iu0HcaDSOM9iZvZevk+TpWkYwpOfP6RewNtxLw/Mw5XRAIuBPw+HFK1iZmg7ofAPeyDcgeCWdo/biaTBdfjTnL3ecLsglcEAU+Qa8W3DhB4nfQmO98g0YB+CJNe4MF3BPYRI+Mr+LEORs1PlBjG+kVSLZgjMCL84b8eSU479IuYVcLxuMlrKBgx+Di/OEfhHC56/SySh9GdXiaSOJalkQD9lrmMHOFwTKSSAYb42TomEG444Q+WgFiwkSAK0jcHYyGY/AAYEhusc4dd+t14bBoA2HgZO0HtWgJsi5ONeK85msSxRRacXIOghExJCDXz7wYejnSsUNHfrxBTTT68bWvuFFvCPaGewptXnQG7oFBASCF4444f0lEHBNL/hc/QYKuA/Sd3kL45f+Tjn84fr7qgcc/CDrq6w5UVpjIkA0+sQXlNmaXm0WjOrs5ENkY8GAQ2hIG5EVYeSSN3YDAg85G5D9gKwiLHR/2VthV6Hfwh6HBwFRkSk/NlL4gjwgymMJONzjzyud2oVCyt/cC3gnUzCywyL7sCoo1bWS0mHhIapu3w5LXH3/lnmd/EM9DK7KV9v1qapY4gSmzLhQTpE4ZPN17AuYzkIpKt5SYlHyMDxQFMFjqYIy22/oPj7eYTPWNumjnAPOFwNQo2wQpy/SLH33Wn4Ba1G//zxMXr0M6RMmBOsTAiYvvs0aRwDFi4QIyJGQhpb+2mK4STAZnwZHblHIuEVo0woQYOux/GDJ8tXACNCRs/2g4qo4ru2li5jBcbC5mfZecJLguMP9P465gTonuqgTEFRvMT3VsmAOnAS1pBUPxp34Asxycsq1Ib0WbOBzcMjxZPg84T7ptehVKt+A6SDIEsQDMF2awXwddDUfZpgSadkVyM4/fPzJFdfLqBtwNuFsGPYCwgxekgO6zg39ZeV3mAHIJRUOwZjLEM4M4xzeMdZpQGdKfyCHIHQzjReoIeTRHrZyopsxQGCfBz4nMZz+FYmwDygnQGTkrF/Cn4tsITBxsDNqgQEm0X5U18wXTvwDBdznQPD9Qf8XIBY3BTbvp1oJjLw8oq6715rMTIen3WrzANjlx4JtYzhywMsVbGeAGjv5oOAWcGCNooAweL9IuESLbfqA8YtCwBjBANURvhVwY/kTQOSDpr9we+AKrdWUulw9F9gxDpmXW/VSg5BZgVI+iqCL0ZSr4mshtXYZbwuWurr8jDh1jT6EPbe+rimUU4anlbgGfB0IpnBq1nHXoIpvzlrKr3FXqq6UbE/vV9QpNZq361L9y1ddZqWxlMEayFNUxIWldlWUB9emLsVBDevkIirzl3CVKbAiVU6Z/wBQ7LRiDUGlb+YboTs7VkKdzmZ0peWvjgIugmNOBgQHbADo0lokv4AJt4hLLs6fvwrJCDgKXKv1OCpsVjDMYbrIPxsEMUdRp5tl0CNJ4zDwXqhhYA4Ra0dg9tXBGF7EXPoLAGQPoXr8cPHVctwC8bNFIZz1MnBdffPFfHQzU59fwG2DwwbnT8sXIIDwRBNjZh9HIX3rzzoB4BmAyImCaTbaZC/CWjpD7nmSjaa0fo9JBMM/BHSaRQ845y/NDJaLLC6MC7lbCO8LZwESAEkDzQg2GjgWBTzZbJa830XYyugOKwCuDL0kWdg6cgj0dd2pRID4640zgCE7wKMk29gyShxJZFa1cgTkyYSdf15mBKNYdrGA0SCR8Agc5HzAccxdUcGRD5uVen113eZMGA6ArG6vQQGBcjSCORnwE7ALOCdXWNfs+RMQKpDz2XTAdkV2rSEgxzvo9+V+dYniJixcHtfXZH+EvvYXgzxyRQ2EcGgYrXzhvsD+LpbDY7ktVREsKWvyC3bVRSgu86pH6lq6pbKwEyktJ48HS4rIBYvKGh+KdFfzG8FSd3rlTnAFiPyZ6x4GF+1kfYpkp8CLXp/ny5Xz4KOHwmPhgcLq8+w86SxFAbkehBtkBsFdAPiL4z9nccbpJAnQoL5+GiXJvx+eh+fvkvRIXrF6tfNw7yjk+G+W7gEPk6SmWX0DtEGWl9LM5ZxoDQPTGCYm2mpgDQMPgFCB+tvi0XLs1seNN/Owx8XFo4+cLTOg2ywb/GC3YFZjo1ofDIBDyR8uoJDzBc0AXDbYCTjSNuqN+IS9h+nRlOPAtTDYzJMkCq9GXBPSmNpqkLs92Ltxi+b84b7tFkIEBOLjg/2FH5b/FTgncMJ9QmxRiA68SAFnY24W7G6r/cPhDfdHjl0uprClIIDpUN7LZb3BG5HNAA+Qxjwky4gECvj0Uk6BmZ3T4C3Hur/bGIijgjrA/bQwjuSPfHC5mafD8wtOBqhWDugQGnTv+vZAvYDcI/OSLO9gXxTwnpuic/QDhvF1Gxh3Td+AmtzSrDa7nBpICxaAhnrAMlnBiFCLkMcCOpG+h9VsvYX0pgUI5OxAVOBh6kreB/jboYgeD4/miqgcXFSUiN4g5AoXXFpWWXBpIZXyZcVOKKW5bNlyVISt3G761WCJz/p0KzDKE1eHeSt9NDDymSIywYku9VpFliclZfA6yzndVgaRirfVPliaZxFw8M/Hip6oFxBPdDDltmj0CkOvWHQN3UhrtTSM8Kqu+0ny7NnrkGSAcBf2uFsEewQvwtRZwZ+BMnv0eDWdvtfmb8C9EVBLli+M4Q4AUKuBOz8Q7QJYt+SJmTmFpmpOF9B0Co0PgQvpG1CTo7lSOCZh5P4fHEcecQ1IMOmQCmZoEGzxHCnXnQA0JxtAZpi1ZqfB8KKXDugYv1azceBaPB6cczkch0GAxxkoIKCeQ52v+4RATYrmaLDr1MR9oVMYUEHeJhBCHfIM871tFecRUNhnwUWlg8BnoKfTjlyFWKIkai0I8IqREcsS9FQdkCYsJPEzMDRYpBUMhfX/FdDnNMyAA2q8Qy9CIDAPsU2B1hDxGOKY48CdzZRzhT5H1Xq9yQ7A+2Z1bRQQxu2qus++PzOCgV2XoHYrTgG8vGWHX5dYCIDkbL6f1Q2IF7vyVuzIW7U1qMHr2D3oR0Iurz+xE9F6C60fkHbxqtlecQ4M1aj3T+GfPRq/VfWxXBGVA04n5KkJD9ovpf5PgmDpC1xRHpRFmv/55Be5yATLmOix1+w8J+ahnEOkj8dMftFOcBET/1V26/pD7Zjg2kXmP7i/TPKPae26nJdd6rSqa1pLfJ0866M8KL+tLn0oy/is11mC6Mk/lmOteZ2YCUynCNwehJ5R4+HFkNNEgIBP/x30qZ/0ehcvgSlcELw3JAKyH5AcMO0NaxfJuVw8o7GTzujoJw4Dnyw35iHhiqbssHEMKLQOQnl4maDW4PhOI8O91iK26S9ZfKe1v6h1d+x2ClkMtKn6m4z+om34VxMJX2RaDec2CGEvIYdHBrCBzyY/nhxxIsyMc6HPNQ78OUlH9IyfxJMYNnAWxL2I3hd6tOoTmsH16noNCFxXn9H5TQwOq45AsT+umSEHNM8woz+aZ5gfOoVrGAs83GJeu+MCNwM76ZTysDxxzURJO2lemQcAjCrK0EMS/EkwoHPwR0w0lRcs5SuXgHYAO7zECI0D0u61SYDOBh5xyXfysloFBeQYcKW6/+X+trlf5wgGfcMQAjkewhSk8GeSOrN7gV3XsohvUZNWr/r7bKKfOOC9uB2uA/dbvW0bvwMjJCYiw4qc9kIdbOe3HAsRx9S+wPasEC6+JuOwv3VfsFN1qyS/RHnJXukUroKrzsNdgfC1Nk3gp0CJa2j7w5ZqU50L1KlfTHXtA0iHfHGJLzfFjqwyqSx9rE7eZl4XMcVS3eIafYe8QZcU3yGvl8tWRpWrauVqxxqw+rt1rbZvx11LkSoEVxNBCrtmq7pr2DXlmzS1k/WhOBt6JifwExwEQC0HIQIeNRo9GLvnh1F0+AuM4NfRYdIbhq9qmXxD74XntfAo1ZIQImDvHFawXEIDApcnf+gd0Q1M5xQsrxXMpz/INRaav9qMgXYwhjmccTTcA9oFmiZ9Fh8PTkT8OAoCVRi2ju80aHKOzxPMPtLt/WL+nl6gz4Gl3CadXHL2cZwlP7VoC9squc6U1vtCU6J72Wi8uEhC2MCDJHkdBuYS5v08PHwOGE4TkElY+6iXXRzWYf0CBTkcXM3nwxDS1U0K0ONo8ORk9v0ftSiOdrDjgLrH5ZvLyKBLkIVs+XSHxzqLlUN1Cq7ISii4dpAK/EyQxYssqSCDw0HBX04BPfhJlB8sTom+EeeDhn2CfwcUEgUBegBBxpwpKEI443qZ50l9Xa/T9TMooGa/VCONd3BkGHwP0Pg3YBlwb1Vt3tO7HxEQkMfhYXJAh4Aa3dUiD3FAUjt26nG6DO1iDfRW0B7qywqG7aydQugxGtyvueq+5fbolXv8Zfs/d/+HvitDcGMarmC3anEJY12C56u4XA3YBUidbA+9et352PKKvIrSvE3rmTfBtb1dY6c2Y8gQcDC2Vq1I1zqdlNLbG7B8tz3JLFXjpbqSt+q7631d6t2X3CrfSq0R3RQTSu1tyTx1oT67vQFiV0enydt1VdXq6AJ+fHcrGPEqS1mHgjWr6lagtnwswZphuSQGFt88edIZg+SMJu9xEgA5F5DdgDCBGwQG7xcwSqJn0QUA7xVXibAgPL8IuRxYCEgf0Vw+zCFfWKObQZrGYJWc7cypMZORXw1s60Qa82AOY5h+ohcxR3hF/I6vaAxrFAS1uBYkHsDiZZffgl6hs6Q30JZwwxeggvQNyMq0ksMhbWHOCMwWUyAfABDWcxDW0nS+BHCCRI5PaMG3NgNOBQxGWXQIYztL3sFqbsHOawyyRP5hZAZrNDhJj86O8dHdsmAavzSCCX6jEV2kckEIwrLj7rG75z7SodW8PAVZVqSgjB0OEwuNJEPG/BT0QXJCfrBMvYAAQ8g4mGE14qShX27+WkaUz7DPXizXLGgzgyEtCYE0juOUQ1yH1f3+z1z3pqVw5hT6UlvCaerKan9fW39cX3YP3sq7H5exsRsQ6AcQJDc8+Jmenglx5HbtJrdJAsRp5IOjIZriZ74AWZ8DIaxHF9CoxiXAdAZDCHQM8J8MX1FsqfJgB0NJ7QskS7BMEXnN10IR/cdhJ6dk6+KSuBMeySHaUu4ERJJM3G2BAacTXGo6hKK2T8uhiPxpGaZe2hYZcO5oSqEoKykZHhe3g6UPygGKnQ3XOcgZKB/0Y6APx4FhBAsB0xqXw9Wr/edJdCjf0EA8WcEgfedAQC0JOaIKHPDiiCtAprBOaflOr2DTZsPGANbjchyD7qFwfDM5ChvgmcBEGsPzQTC7AQByi7jR8rQV/tQ6jolynBozOB7djNMa50tfdcZ/hukL4LuRC2kCX+uCq+LYCQgYMyfT2SDYLM/ehI2GlgX36B8/O8fHvQJPTC56sIFfRufxLE6iz3sxx4FTUUDEvZC+PzkjkCvjfpGTQHwqdv/hReiDSUzmB+ybcAzkxNwDbja8v/wXhRuq2N9ewy4ewCOXNw1SolkRs9yDWiFtH7iQoOYFRI7sOdDzL9FBJtKV9YA+wpxFeLkq7iUPMDhPOz8CD7k7SGe82AtriRxDVun/7/6SG3+A3tW5AARo2L1Un121Cpj6JKAj6RPucVGwJgOSG3IgpA0KSMNWLxnBt8jTZL4k5AEB24BCyhovkff8L/QBQwhctdt0BkMI7P4n8O/hI4HTjodB2lzOg6m9ttBbKKI85KIoClLL5upHg+oilHW7Cp+S8zwM5UwhWt0ivxvssKsfubGIcqEUSp+hpC0CTh/jYN1SSTlspYhc9pFQzpRE5fJku6AIluzU4Md68g0ooOZ44OSDHgzutD1I3BhmrV4y7BEBI57P/3QYhUBArp8IQ+4VzIEPIiCgEoZxmHwmnIA0zTpXmYY8Tpbj1k9H8/fBZMxlVdp/7eOs8W2mYeANHaDeHcdQaWBEk/l6w2zAtSAjrQUZAN6yEG0Njjec4Kep0GR+LfBMAJ82BAGBpO1rnYHx4uSGG4W0BtwjrpdmUy6eG4YBvUQntQVoYvQu0xZJYRzIxU0wGIoCAtL7dJGlhXGrZvVZcgEmucD3YBeB7hF4MicCfj/73lvBmg9Yvqt5ZJiHyJCPkIWMtIpxGgLqFKI5pVJTOLzjgZADoXIWyPPw8uXMe9xz+EaC5yzhv3f+KoWQkHgHCXYxx37VIajdkEQDEQCBG64FSaKkDxu4W6n2wc849HFd6de/wM5tskuQS3a5QxJoHCjed+B9RDTavesDLeHFiyO7nABNDggMhNamA+JSGr3QGgKi7JpMEfjZbXbVD9h9+0VpBQTwLQih5gHqBv9TwXDFowsCIi8w8U2hRklvujzgdDKeGS8XiOXKfMApweU8Bun8j0L+efJQFrcafoCDRVS6yOdLd2A34MwvllCuaxqFXIeQSzRlHwmI8tgkpGpXxQ9SLxiPeDQUkX6EPCCShMgX2I3Jb09R38znrcCpMGQ2wYQDwXgdDwZ3gL84Tn86atA5flKtJ1G/Hr1MnkWfw96QmOGmA4JSZWmNS0JgBGs2DCjYXXAyDjJOjCZYxQC0aXC1WU7SXuNOKod25gE6GMjbH/sFiWHaG5iWr6a/DNgbeIf2wUqJd+cZB4078YvwjDxz0nuT0kfgJnujxSGc8xcfjzonwzdZg3vEnYdHe+/pQhDGOZcFJ4lbDjfgfJjzRsAVz+lifgQK2ALn7ckM5miwWxt8nqZ/oUdD3Rr9j2BPINkgpwJyx2BOCNw83CXEKTqc90yZp49VQtDz8KfEZfOOP497/oCesbr6lDe0M410gjY7kRHgIVKqF5AOL077I/JZkSYBEvMIhxr/sDkwXAhCq3jKzYGjz/119ZBu8f92f78m+avsH65J1TgwAs62eru/Xl2zz2/1ds0ZL6B1HAghxtlq39v7twfcGxM4pxe4oDggZaN8NHtZEy/mL5EDFCIH25cUEBzwC/kfjOF/Av+sI+uRUM59DUEegaE86CxX2K2qFqQs5Z301bAFDTthqwEkjzzECpZuZVjXGsg1jwREvMzdjEKPsHVhIfm6CiUxD+Wcfgp/tddSZXKR513wmhyDveD0/m47rf8kXir0eXj09yla5ZJgRwEnV1NxwLvB8YJesWJg0b/BRhxGRMA/9aPnr59FSW8v5BIQdgPSSeqLXgo2OKSLaBjFtdobDgVPR6PWt9zLY0TiB7RzC4S5ps2N+coBKsd8aXOfLgfy/6c5LmEG4ieXgGEriGMO9r7J5oN49I9RD4RvEKDNMNnj9TRuAXxLImLj+KrD5XIA2U2nAWO5FYxHwLUGbeAkDPcmyxYoYM+5h7ZdMoM5nd7EwVk67LVifAE6iMlJYLO5LzMYn58TxbV7CmfDmB3MoWBuF8yxYO4S4v6GdV8d/DHKwc2jndvpw9CuiAstYyblUql15MAHTqc5gC7DiKUUHPw51sc4p4CSdYrxORkvz/wMCmEFGws8aXGOEOdCcSXI/j7AiY7w7yv1fTrC6tb33wLu6ByBaAbTl64QQAA5m+WeTvG/gNcJyu673C2dGEmMu9YiYM6PRpbLROQOATpXKiMYcCgOSOW99Qd2u5WuWwnie8cfi/EgmMgHwMfUbFVCNZRJRCgq8HfzlbZjV8t+XSp9mleyYjaoVq2Ov/yxmKmqKO+v2YpzyY3q4BMir09f1HNp+Tp+DlzA3M6n3I5da8gglD+vUie7qyWxin1S+6JFHReX8laXV6NuXo50+ypWQo3SRVuCr6Ivj9Mf+tRsxBVJRD1TWZsuq2/H2lCxVcQ4AYCdDmd30POnugHn8eIuPo7pF3CYNlKQuos/VQ9fv4vq0avndAqDJ+Li26O0FvbMUT4d6NMKPtoDLzyHMbkAMsTEvelos9R+6QDA5UkjTOdgUKfLO05tDji+ccQ9Q8zyDWOwwtGSW6E7Fae/xAsulEvSARfKjbI3EAItJkGlUcdAkq4Wwloajza/BrVz2MTj5V0tzACA3CMua4AJwlbvBadB7XNSize0gYcfRunnqBYHR8lrkFb2AmaDjLveZSHnwwACv5OTwEOuDQYEkvQFV8A+3CXcLXkJFApqp7gZdwnh3dS9zSOchELz9OeDi7aE/CD4WQzQKyOgkyQ7yigoJOAxRyJowaCQiaIC4vByAkxgckC9oNrIVZYrI/gZFILXbjgMzMVw8om6Utcf18OR+9W5P1Klua+9gO/b+I+B/PX9fQWmLgWuBHl7AC0AjL17qCtvgCR1eIniIU+vMKhPxy9ghdwZmJgHbBUCdqHGhWKG5lHmS7PyH68EsUeFgY+zj62oEPVE5bkitYelKJHSgl1gz5QkPlkscuVUQdb7eUX53R8JjPhQ2wW7X62IGHjmrbkPk4fdFKFoza5ymd0gvf9q5c+wEzEoYV0nSefKFIrIgtWlzLpeu1WFAS98Rv/l8q+WC7rAsrjjptM1riX9ELneqViet5AH/Wj65Hw7DgRv3IpgsBu8FnOOBLe4SzCo2v+RJLWEe6RHh3U6hYmAezU6hbElIRcv3wAzmG/syUMq95gcTEd3R2kLcMrJfjah7nQcD4Fa5IJBOqSTrKkbGeZCXzqLCWjwckQXSBhzwQcXAWua9AVVkx+1K/qxxoPJ/BxI2no5eogZcxHItxxV5jrg2PaIa2TaIikcZuNxL7mADQxAfZ7Eo78411jA8DgYDGvpIE5BZRtZLeKumdXqWhAIM/inIyCgpgRqWYg71AmI84/yjqVdQohE7h4zsZgQ6A+GXJBKsGYxD+ocyDHdKpJSsQ7T4mAO8GXwZwqRQegIakUsiHMJBZjEJnNY2MZHQAvlEcGNAy8746BXu8Cvfriu9qvcCK5yvWJ0W6n32dtXqe63OejBdSFctXFJR/mrS6aXQEEN/rLfTsjX/OU7giOAjFvByeRFqdwCcjEdh4JlLwMDxQHpQEbDJp4ZWi/g432AOyKPh+GBogi7Up6l5rFcIVmmSC3jkv8oINpVFQGnxRZ86nNbma+KRcZLO6Got6VGoMrHFoq0yHodQyHmKqtsRxG2Mg+LHwacXi7SLb0T8uTx4FKf5xaZnbFWBPuR4GARD7hBUhyntbQVRkmNm2ODBfSj5DN30e0J8YY0fXsvYCRCASRiH5qBI23eGLDHHr/RGdf5cjGcSOGCw8DZT39YBFrcEfYaCzOGz7MBN8Jczl/81NLGSBoFWcSTzY/xi95ZvAi0XTCQk9dpgxDuCmyuscbs/JsibdXCBipwjziuiiMQpvFsDJM4TEezmEtZJuOji5dJFtAGHs6D9PVzdjGm9GmoCYGNXvg5IgXE6Ugg/aTi1mg+IELJDP5+9j33igMH7BQc0N9aFznsIpIpOI3Bl9SKrSDX+gOBKiSIAVhObWRPCpyWc8iWl+zGLnVsj6jHjKEglKYRAwT5c2Mkm0VaO9cw8EG1XgEFXGnE4/b+vnkoz6jN/V+4/Ye03M2Sgx/fVVbgfySGle4vHNr11m7zYE0H0MQyLXETMALs7ukQWgXyA4gX+wU5Bkzvgcg25VAaL84FfDAKXBwWLHWZPP+VYDzBcRmF3XRbLOUeqWKC4hJ9+e3gry19BAsq8KnPuEDqU8qWQyG6vPscheaxgIjx9megZus6n+rEbSsUPuRiLikyolwKW6llnOZr4YHCAqI8w0+vs6y037f4lU2nhFkg4A3nAorV0BE8rGCSMRrBcc/8AiYR58XBCH4JNvCZTmFqwD7OIcl6F59hJPaSF9+mWXaU0U8CeOM8GKEJ4J7NdXk/nWzGC9iXd0S7H7g3MIeBl4uUTqEXtG7JBTnUG4TDPyy09E0LPsjr6D9mQK8xUxK+u8ky3yCE47zcGIS2MN6EV59ni2CzGbzhNiOd8R5s4Gy0Ob6oDX863gT/b9K9TTBM3oXB6C/RM79DSBw06FeaTqI5q7F3zrEQ5ya1ue6/BMZz/FkTYthfMMUp9ve9jQVbP6Dubel3UiJos+C0wDef4eHgz3DNUgmWFyBKtCwiKRisiBFO8j7WgUhAw+lFkxE44MHTdgKRh2ibFMgZgTeEPhQgD95H7qexkM00wy/6+jDqN6v9g1vbHZhrga+bpIC3oH7cDuTT/fUKWgAX58L8csABEs6AlsdUAhcnMAPe2A1Y+WTdgMA79gNCBtTdX16DCeIqjnOo608cEHiHC5DrrsQBV28rbfkD9H/M/EvPU9w1yrqtzOh+I/AsX2DPw8NgdSCZnF/jUwU2UAqI/GWuqpS+OstckX/nQrZUQfUsk9cpUtWjrBruImap224TsktRwwqseq7fqutkBFXY/QxIcaqO1XXl7i6oeqmdrfdgquDrIhTleV2dO1VcrVywt3YKBvd+lHMj2BW6nFd+JfBwDfCPaTm+woP8gSRHr+MA3KuVNWLQobSXvE64FuBl0gcFBBhyFLh2wbnQthyOOPhT7TzlNiEcSEAeCCguySEPjYKMuEAYdC+4m4Cn0U0qpzQHPRrDc6AdjWEQz3HnCpg7COL3y9MWSRk7Ad+jlqZCj9NzsklwyN4LdQJ24je9+PjDGFWSbDG1/kI6SJgO39At9DK+eLGHNOidD3vZbHaU1C6ORqOUw8GcEv3cdgihhY1P3RhkQ1LAo70w4YZJa7BAcsB1XxsmgYTSABYH5DZJJ8I++YkmBQRrusGP4O9u6SCcOZxDLIWhmY68yGoqs3u4qrJ2hX1InQLQhTxExII7vFiil0GfF/MTLw2B/JUYSMYHzOOqYGVEAXE6n6gT0GJOgo8Omn8CwnESDCI6QWj2IZs3GLC9TzCCD4BlGvxYc7mIpvfdv/0OGZm73cplZfU3TX4R/gHO2A/4c+UerBLYd319Kd8vK24TAuGe+WZ3ZdwPFJAIiPjtyv3l+lBKnaCHBaJokntYd0P+hPlQSr2wpbfHLhfYKp9diNJakQQWW/a3g09dMz6rYIclheS/Up5FcNlycEX6itsljwZG/DoUSiplfewLGPJbV6ge5l3q7pnX5gFRLjDKbyjzWzc6D1tVLKjcClxLejGRqgjFZXaNy7LWk2+edDbjyeRqOnlvsBUM5ot5HJ/9OYsbQ/A9YN47zoX+DA54Dg4IetU7P2c34Ln6AZMX5IDsB2xkR9CCHhLzpqCSALkjrgWhZ5jsW86qm242ARAz4LJejgzHc1A2bgPHTkCqbDEcLgTqgAvmswQBpq0L+igAEmovTPkEfEGvCzewedPB9ITL33qxWzXSYmtDZwPTXB+dniXh+TDY/AHfIQ1GR1wWHMhN/l1wdAFT3VNAWPTJISfEAAHpKrqu7ULOQF8n9J3DxYMTLgkB/6OT6O/JAblXJu6mu7kALTsARkjyrFdsHwZ8PF1tB4QIDv0kGcwpr8PNgREcAtg4H1AgiZRoiLQk5qdiE0wC9BkSkgBukGVEPsgewVGDa3wO69G6WY26ZH/34IGwfukMQTsiHdS1KTBwsbqqAPOsG5CrQAhq9006RAWX01Bwe6Xt0Un2Vvd0h8AxYnrCAhbKDr6kj+i33APEhkYqyPByGNOihmCR5hGaf8b8oy6n9nw49LO/c/V371QwmbG6yF1A3ko1NkJZNAVtFFdIzWwusKorhmhZvjtb8WpXmLdTuhYnNQjuo/hylyJv19i1LJGALHJ5nVKb/vr/L2P/09pIlq0Po0kPXIpUIJBiKkhZxpGggcApYYdRIInLz4NCWN/Ek3sGxuM76Q9Rgw7Pzgt95cELGryjGrjhcAouiXEVqCGhjhNXU4Py5GS2bYS5z/OsvXeEbFd1K1bsvfbafyIUVjxea/9ZW5wagtiGAqr5G2WVcu3yjiiTXNelUKfVY+iZzXZdGWvXNceiYCCylL9mhbeYBa14qBSYstiLNphkoC8BDvfA7wCBF1XbUROsbF+SRRBQ0IUeo/59TXgDJAGDUiBBkgJ8irjRuONECALgXb2e0SS0HsCYCEj3+LPZD8sP0J7UERjX6eZF6uT60nr8OFuvw7Ug889cDMduNwIgFL8BPcMAyXoQpVoMl6dzKn4a4ZCbVIrS9Jf13+hOn5rfSBP/AICj3go64fqSvXycEDNOT+MOd6hLPtAGPj+mDZyOLuen0GQjuoRZxSmiRlZPR7Y/Zho3jvL05AIqoLOBEw7wcOd0qIAwg4mAteZVPGyxJ5JmsE2BgQ5I5W90/J84RhwJAZLogRK1+EO1p+vIJwMLcqhnoUCSEIe4RESX9KEy/KGpMjqUpYCYCIGZxdY/qA8jfyKEuqrt4Qh9jGQVW5IqoNnCRET8iYbLu7f9g2Z7r//wtC0V8KG2A3j6mX6wtu63a3IMSNirXVMB5FwY6HUARaqANvh74xZ6bO3IZQyRjNOhqe9pXzgQPWfJQ4zbQ45+EZDcoWsY+Yiml3w0V3qD8Q/Sx3qADKo8ScEmvSZ4wfj0H1KlBD//Zi2QCgX+GVnss6tCH/kyZVxJWaLk/pDK2DjHuqQiY5/RC7YMNjJfpDbIoqrkNfpdAQKFltbpUyYi+V8MsW5DKHBkL2AXLzP0G0AWJwPOo8V8kKaDJE8uhkBAekZt1Gpvj7JGf58mkTbI5Fzoejyk0QsFaRZ/WHH5XC+Xz/xZqn3VoK0l0O3A0D8+dDsOA2vpr/YGZgdhNIDlayJOfxlwmUeannEUZAYoNIcwyONgcUxv0gC8gRiOelAVHHEi4SldYn2dxs49NMeBF2PqfNA2aRr34vQY6uVymY/GsIEbhTzDxOk8z+QZJj/EHeBKuChnOXIsRKPB1hO4t/uWLaXzT/Ke6BCQ3qGhBiJkLyD7ATXI4cDMQs84qMLh9TsDNS80iTK8SIjmDkEbDlq9QkmEZIR2jCEh9oEg8DofwzL2WMdQCOckgkLzBajRX6Kh7F/GKV1+3zWb/fZOs/lF86C1OzBVPvI2ACyv+Ozh486Y0Nw4FwaqoO8G5MQZdvgB3fb+DsSTI5gbDQBrgERDIILLW8Dil+1ruYNWN2AbyKklwjSjKeW+wO65MqjEgeevXLxLW26VXggqtFG+ZMuX6CW5wECJb5WX/RGFUlQzqxll3c1WmJTOogRTPlFhK2k8hiD+fbKY9xxE+jAKrMSWF0DEpSrss4AkhAmp1+h5DZDT2SqMjwNZbE+OSUnLpox5SS8EuASCN79216PJ1KYCfppGCyiBwL8onUEfApS0Vn+mDlg75EAIoEQICKzo9aj9QQcEAragPS3jGX1E9/L4A72ejqZQ/L5Phq0FkPUcxvAwAbauu8fFD+zLg+gkzoF2HAWx3UA0ChJfnHA/pHHx4QdOk4YIChlEx9xZpPUo8xiWOVRBcw9Nd4MTbpVElZCr4hYsiTiFGlmvF0m65jBxnk/WaYa7jsZp/a4BhVBTov0mcUWW/cDJ35z3V0Dd42qXBoeCcT5QCaQZPEtPPlFT5iAIYRAcoI/9gOYbBujBhy884/HVqXCAMy+S0DGWh9CzHv+UBpIZu4GFRDvEiMQjIIEjitEKJqRJ99MngOClYkM/IpsK2iAIAgpseqC8InAY+LK7/hu49F28zN7LJ2rtoK1dkDgZ+hqA99C03YG/4dZw0P1gBG9JA3x6au9tA86AfoAwOQx8utn6Yg5f/q89qILUAa85/dlwbZs2MD3DAEip7m1/pF54fXv7G/PNT8w1lUgyfhSYhw8Cu8GXb7WXitXx+3hWTVTYPyIXlBIv+x1yQZXfIIuqElfcQpeuXsIkdpAC42kz9SpVWSfwhwXGBNpgfy/xIlUli8tgQ0PboFcElchDsjsh/J0/7wuBCKXf0Dd09AvUv1+cBrigCphSp1vFs15mTmGOsqxvCEjLmKtBiH1cHUL9CDqgutCIHWBSgul6/KhRkOi4+6kgKgLtbLO4x5PxV87/m5vf0/gdABCQNepBlwMAUj0c0hIfd0daHydjGFDFrYS1axx3HgZcztjBqByqmQVsXo69aCIMUFTuoUfQEOt5L11P4gyIeTzqvc8+pCNbFRcVCGF/x9mHYsEvlcOOR5hzAFyjwRwL2aKDmOUPWhdCZZnbhRD/iIXUAI8BgePjcdetCRGc8dEK7TzkGVGgw3MB9zbwryrzh0WAvBL3jAP+GdiZMijYY0C4E2v5jjGOoEfEU5KIR4FGR7gpEhNUCPEnqkNhrjWbW+0GFL8H9vzJD8zt1u7uR817qT1s32tJb61N/1c3VAs1SxCoSM2w/d01dTg3na+yLRKAkMuC6SmGOh6a5CI4rvpwPX5UCneAhuxA5CiyGrBRYL4rUgH4vPl75+mfsTLtYZNCEeaY2DKC1JdQTikoC1QLV8iKKtZryGokJl12YMobDTJIcaqGVbVyFj+vo0NFJZKG58uj3EZ5X9Al9XA22qvwFVLVSj5OXtuuD1mlsFVVG4grdZDhMo0YMKvarvEu9m28Sj6TsSMkdQ2ldCGX4Rv2eRVyzbDmRh7vQkz3UlNhCH8aCIHuleJlT/Oiw5WyvUYfCPhQy1bQAVe9XnZFo5cICOzTBiFcd9v7QDf01g/IKX5RNKHLA00M1GK4ZDGXT1SA0UJrQWDmRrB86TqaK9+4CDgsD1nAEDWRtgNJo8t1x3UCrovTYRp9Gl/asO/6Uo6j0bTcQnNxSJrVoSOuL+kiC2b0ZLia9TpjtBQve8fnUPcybhLXOMjSz2l8kBWDAfdIsl7AYoawN4MimDX+DB0QHzoJ3KsdLId4HnMO8OhwEAjtb8JFwdwu+FwqoMDLPWCxAi53ENN0CN38acRcJaXjVQ9kIRTcGasSBoII1LI3gk0APdAlvdQnzPpVT6DSBoNS/LQGGKz6AYmG0QwAeNdo7jbbW7vN69v27gOQja4AgXzcHwkxfSHcQ+GTMxh2B3KIRF4RoAISIR9+3uHUaMIiVLmfGMnLHwCPAnYP3lD1Q1V2A1Id1GbA0AEBh+DZKYjS6jC8fmMvhHuDPM8nilDgSIEHhM2eeisGmdIVKXhf3BVjHF4pNRp4u4xvuSzOtMKy6cBYWeNDJjit6LKmwpv+sjxvm4MJ4KxtfgMyKufL+Dp6EKypCmr3RZtlWfs+Kkt5tZxasvJsSO0yx56SlbHyG/FmuxJZ2Uodtrdxz644QwWU+sIsJIkrYsVdRYSuljgEEKOIL8/QNcMcPTe1o1aRxBv3v3QM+AlKIOgzARB4s0iTixN6x+8BRIYAPliEnA745wM6hYFM82B6vVW26rVkBUN/WlIH7AEC69pfcnJ8HBXvAElArWP1+HFZXCQvgdDkzDHCIy3fnoaBobtxRsxA64J7cXKyoMg5RrBOQDTBUWOavsec8kw/COfdOVTB+ej4nIiocRLawmhkslzN0oXzDPN5fRLDCI7Gi3gF3W/87aoBU9j6AqECXnHYuVfnYDZgsEVf/3W6R6AhTE/RUAJRu+hwZdyIIEhNEPinwWB1Ah6f0T0gnilRjQ+Wh8VGJedSho5BSl4RA2Kh7zBUi+JeHoBAHuTVHyiZQSAYB3I4LbTAGb9KOzOYcCcc1HCwQaCcQkMDPGzWDrgvCGzZGtS8J04IBLoR+QB4tItp+sIqti2BgYDtWpsRewSfqCNq7HebPv8Q7rUBdtTwqAHecCgYYvpPYF3Kt4B+ZvBCto1qW9ZzSMf4thLEnpNFxrrQUyXvGZXBBuEMoTGvUmA3Yp/wtJmq0kYegmrVClslBv4oxUHigo0YkUv5+N+mshlLeX4j5djnaRUqU4w9R3rOVgWVkqXo98gFmxJ3uqTPcGSRPxzxFHoCDL9qSfAk+jSZcizk5BHKWoeKUV4kvdNhKzto7NMK1oRoQ0COBXP1bHZX50jIKqdgBSVpVpADkkAFPJsm+YwuAddum3Q3CjKIuH8Hd4aL0oWGPKhwTs5RiiK/VJgeozUKAoN8bFOh2YKGiKOzy3POBKSb1c+9rDWYnHXHiRBRi0HS9Bd6hqENDHsaumm0HgGY42I9mXEq4Gg6PAT0TdLsLVRA2MBQNE9w4xzMBrS3Wvx+8X5fMwJrDzt+uxBcmbinJSFUADUX0HZLH43XtipOgGVOX+yR2+EiZBpquUQAMSYNwFwaEOYkUPUsrgAeQuIcoc6gjaawYRwh0CVCLkOOeJjG9z9O+j+IzA9WUPtkAUtyOUrzenb0vs99Qa77zS2ogLSBa1AGgYP0Ei1VUJNZnm64AyZ0PrrI2gM2Xt9yaOPm6fonmb3Asy9ENQ18cJILbWDOAmQaCZsKw34/fMwToDRFdQOyIhFw5/k8QBCC56JAyt1IB6YitVQIjXmVGPjDqAw8iyikntPzRKgf2ECb8QuhZCFtSR8j9FIf/5uEYIP3nGvIRY4CF3hXwue4yMt9yiU2BCr8UvqCAltyTFjsOUsZucCSm1l8O6VIvum+6XaPJ59g2HFFHPeHoxI4SNgNmCbDVRzfNRtXjd3d5l3WaOw7HbBwS0JgPTIctoreMo5bibzkxx961AFHi0JLf4Faec+cZMEY/stgvqAuOKTfrDk9p1Lxk5YHdFykMIulHmpkOKprGJjeUTkyTHf6vQ8AU639oIk77o5/FPBdwvaNk8F0/ZU6IlW/9HRY0DsqZwQm0AS5s/EUeHiUvYvWF9l+I6dnmCv2Bdaz+GJwkXMAhwPBedEyG589gdw+HQaYjYXQKY31BAIInfrHSYHsBjwejwlaeLgGgjCJCVdAqxBSrHwn9LFVCWWNKzHPtDqyCgz4iH1APdZjQYIcrWTDOwGcP32oj9gyYOwxz/X/cRkIBSMNA+83dptQAWv99tNWrbl171XAvWZbg7cygjUrsPaRE2Bo/ALUqBSSbtrfcTYgO/Q4vutVPip7gEp8NEIsn1hATBi9RMOdj/QLLaCEDggM1EYhH3c+Ph8FFksjqEzT1Al8yTFBc8i4zQwjnJ4Psk1C8DxdKSsTK6ReozIIdwLycZVwel4GXJBakhIKTWxpxdRpEFnKRL9LrqGSGFTSPkGmtBgDBVa80sb65+8DlwzkRK6AkZP9CypZBf4hlsKNJGkj8t9CxL+WyuL8+mv3TCqgTeA7gQ4IdS0BKPVg1MK05QZJ0AF339IlQmauUWkkDukY/yjuQRNcDVvQFukfEAgIM/LDDzMg4HQAOCPajWxnOBiu2hOdihrQLnmkS8B1Mmxx3BlQSPUQuEcPz0POg4EIWhlUQJTiYDEXhXwvDwnR+OtoqEUhVAU5E3D8Napnft906K+2TXASrakRwgamU8E4XlyiVLbqHHOvuHg+KhqNulTA1Www11zANOdwML5ePGvl9f3+bm3XIeBDs/GBEMjpgJPRJzwy5xrGZgVCB/wewKEH7B6up8pBTPMYR+xymMeUwz2lxAVGc2GYcBGBEPAl+COhqKT6IJPY5gLHKFTHnwIBHoXO2pXdS+uXCuGY4fqyOx70hvXD91T+m1sc/Lh/aHL+X7PfhoHLDZFuqQpyGQiVv60atw6m8fu09cCOP+h/nM/X5ubAUBG32hrd2OH+SVTugJYEO5soDbP4futeG2VStHOtJcCcDdje3v7IeYC310/tsBa4fLQO8Hyy/I07cSVdJtRftEkS+WQpVjMBKiq49Sz2sFTF4ucIY7HJxZBck6F+iI1jh6WJQB5aQAh4ViTV6+Fwieo7X6UNuXsc9giC1BPvwbPhis/btQjturQvS27jJiVxjIt1r6rsE573ZH87OxxZoyXHRKhkDSpw0TNCEHhogH/69ZLTOaj+2XqQCEoXXSIAzBJqR/VmrZG9bX7TOMoa/xACsguQ28PZKLC2CeEEQfBEQAryYhFNPkVAQFP8CBwwhk/Y9cfRX4jo8J4urPJhMl/Q9b2mQidUD3sxRdD3WqYecmSYTqQBjgPulskR5WRFzU8zAGdUCccaFjnjOHDemY8umU7S4/VilQG2xiOoqFkxPqN31N5E+wQXv5zEjUPAZ36YcdwZqEffWAgTjvPkeABcGUc/qXvtjzt7NU4J5H4hxD0bC2E/IDTA/+BkGHpIJZJpSqCf/mJ4pzDIqgdylItA5YxMtROjw0qAYzFof+I8/gkCCWsOGG0ujLOE9QEHnNMiYJxkQYI+lZErVEKh9QECxgGF5/wfRafQBw+c9sdpgNvNXeht3Cf46fbpoc9ZfPfaLZ0T97Z2tEXcDTv/zDWglEDog7WfrjXfjzgmHdCsYBTmCDAFLA1IvIUYJu/Tzc7HHcbUC6+5GQgP2stvNAxsgxC+i1uvgCVdQnK+BlZEvd5KW9JKlU2oJrJV0FcIJRWaxBjLdAUsthwr4TJ86ZBEWcXhTlQRR6VsWdplQ45ME7GmQoldpGJlvhi2gwSlvsCz0OQuCd7HiF4rC6lL+Evgs1nKN6XnQFbtsTlfJZQuyztelUJln6hUcTcItiJSCf9VrDnwPi+UdFmMy/tgIX4ZVxavV3c8ob87EK3gR6iAwJg06QDMOgUgLrMeQAZXjYzdfjAR43q9BzuRPhHy4RJmccK94macDsg1ZTOodeZoVdukc+HHZL1e9IYXizmhLYmh+Mny5bDGyYCrOKjlAcPOJ3nc0ZRAGMNcrzu3vr+FbRbHTsBJ91IzAWEmj3ofWgM5SDgFiqFOZ8US5+O/ZL0EBvV0mPWKZIQL4oajcUoH+Yg4pTGK8n3ujlSsGgTmBKDXseFgujhErXyZNXb3pATuXX/cq/Ub1BKtJ3CkfsAx9whBfPyfHArRmhCiFv8aChRtJABmKmDg50IyOpjrGiDqmRTQVjmQ4Q6kHCv0c6DIDEIbIdAOB3SOt4mBTuaWAhMVfUwkhAa41jBwo9F4gP1LZ4C3sHuh2u00tScc/aNS3WvTCCZ4aRUIRz7YNajBYaiBnBnY5vy/J6p//Kgb0HS/2xs3HXDni40Lo+YNnR9wBswO3ciA4xQaJlhHP3J89FAU8ZfuE/p5i/G/bUspaW+YSO+XsSSJnKQqo1jvjSfjLeGF4sJ1KzewUVNklTaaDECB0BcQ2WXcG24iaxuCIPLf0hcGmTxoXdb6C6rcJouaggURj+eEsmXC37y7kJFqifVfRwdxh3y4lCOcZcgg3CsruwaqlQzaHO9iiExqX8Vy3LPxf2sVVLBxHZMi0jVQFPGvb86/12RozoWJ5sCZND1J0w6XyLbYaebcYvWBgNl+YwXtj76xenQ3Oqtnd+wvW56+ow5ITRAqIE1I+VEBop5Ea+cYYQFjuBUXc+iGl+sBCjyecMgDopSznC8XQrt02j2mxgh05OrhGMxg9HWSf4AxTG2y9yFnLyKQ8EPrRMCHMlwUgrItelqYDDMol2eXc6pyJ+tzjuzOIjRFp63rkRzkjybx+yy7OOZk6GG0oH/obxEtiYa89wQhfQTGda2M41jITztbO3taHJykUgLVDciVwWfH6g3kXnFcF2yQhGds9nD51MvABkl4WCys8+imyFiJnFiN+jQOkJOCo2IoghzIBgiUBlhC3UaCAaNzbhRC9e9/hHwaB6ESeH45RlJ7A981GrU9aH7Eu/v2N1T+Hvp7HLO1pcDqDQSYcTHvA7ALsEdFjgMhNIc5wLtTk45HrLsGDNqmIPeU3BMVgZw0ghFz3ETgiQ9VQAjut7YBf8BAFNl6ggKop0bSaSkneY1eCIwqGS8lFFYTm7QRIzDmXxKC5yJQpZky5TgnNK5CCJ6lQ8J4F/07FGJX0SU3qYyfS0gV1mc4rhRXCUEltMPoWeDIxT7tY1LgAl8VKHAiLw+sZ8gi4FQYvNITLgYBBrrVIDCCE9iiiRwDPrAfsN8AAh4dQvOTa1S/ORJ4gMZy2OIYKhGwV8xyqFvAvAh60nT9Nw55eMsXCtTJL2POEiwG2heEY75yCAPLl3Nwou65ZsSk6fhyotXD1Bhnp1AiAYBgemKAZC3tlw7rWJ1/o149566ZZ7MMyqUV6KSjy+gU9zQ4Hs2gt85G41kGm9hWg/SAg5oJg0S9iOZF/CEfQJHFN0HIbwJ7uLd0o8F0ENOuNfH1ObgjvwgCwWPogUhBA8SxXl/+GkDNIAuoRMZ4hYifQZpxdoKXEClXWAKGxgC0KBfkEcwM6zziSVSJyPCjuAxcRI2PMU1g6wOEbEzBOf3BrPY5C3S3L6fQsHub17f37WZzh6O9MoiBWM1am8oejd1tDn7c31Dt24E+R7WOc6M5n/zp+uZ6W1171zJ6Oa6B6kJGlub0GGqMtJKRuwXTVxAILNxqoyIHhh3+uZ9uyTq9wUj/2T1V2GpOEIGc5BWZJ6vnA2MsNonRhobxKpVspUWSSyg2thTiyzmxS1FapiuZEhuzUcWJnpO1ZIRA4asFQXrAZF8p8DyF7wbuZQ7otZRKhpSXVVKbIheJfi/2KUmeZ1jsfzE4xb/pEgA/422G0obPIgI2pUUn7eS9pICVmx3Umlewgt8e1U/3YS+yB5Dr4RDG8V2WcUUwcQYKYegHpKpEZ6ufx9DyhuYScNzpQfHjeIif/uLXBRMdcyDZvPN42U25VYgNfpy6KYGweFX8PKX7A04l/HYFBsA3jWnMjqEKajx4vb7IgJrT9XnCRSHTNTsD84vjdbqKe8PF+hG4naXfcxhkZY4RimgRN95zc5LhCvcMxYczAqkCFpwVU/S4Mo6zAt1YyCl9ZEX0kC8EhAVsoyEaDLZ+QD5ZgZmOwJSHywTu+VNAB/KzXohxJjSGap0xcoVQAURqfERFdf7JGia4BegznjD3PwjkGBBYp8yv1AH/B6DHA8jHDkABIfTA7uhiaDbwdw+N2s1Oc2/rfrvPfUHajdoWEI++YbjkTT6h2edH5Y37gxDX5BdGY8FCxvY1FEPu7oEPjFoAIpCTn9vrJ/UDckkI9UIBptYIb29LCCxsf+EQMqTaEsRsHZ72mC2owI8RMabs6PFkP3zLU+xfBRaVCLHPrpBdjgDs23X1wYVCIspM7pspm5SYJKklmBtas7I8KfTFJa1SmaU64Hh/FJNXvqvi81z8rCV/R8xx5cD8cVm7QijjY5erazOXh3LKfD09y6XMtYRDlXmSmLACnrX2XM1SGMjl4GPXA1ltnKoQMlgylLHmGP2pC7oE+KkjEAHtYLqFSS468+LdsDPL3tbvmrvNuyPogEAPcwy4rPfyoTRB6YB5XK9rIS3XBRf5rAV8zIvFBC2O16Pih2LAFSBaC3ISRWcyc7nwgxt79JKTgR8FAe5xdnR8sTgZQDSj1xeW4igImHV3Ua9zkyUg4Ye4A5y7PMuz3mLKiTC0hSfjyyhbdehHNVrVi8EjXWXFRRHhOksg7Pq4l62W+egs3z/MNBOmgYsWhw1uWgydZ5ZS+SuSZBb/MONcx7jo5PvcL2631qSDmHbtgJvEc2GKhoEBgZwOyFnRXBa8Pr7s6tEK1wBVHsssRmixZHZAgqTLVY5KvTxQWDVA7OczBBS+IUl4JKr5U5GhoJJl4GMFWiNMUxi4BxhkYDH9wcR0Ct14aPebW1u15jbdINAfVr9/DZDbgep3q5XAu225dLmnUwROgJbwJ+iF7Opjov3dz7Ryt7Y1qQ9YRu0OH5q8N9ewc21rYPYhoo45BmQxCNmGegHpD5A/W/127TfsXkpLVMn/yr3AxyHleBexHaZccoPCC+cCE/sUSDcVyAUVSSAEVf55oX8/FaDEDop0hDtxeYyMM+YVKlkX+ORL+jeKkJ6nPb2safHGn4o4JpnFoMofoCQWM4xT2ss3EsZaVJFtphDg/JVuYWAEU4kB/n0e2VgwncLMkhTWKFQgjoF8A/SjT4S43rirQ+UD6mkU+L8ZrnrQ+aQD2lhwizsG96gDAiW+H3fezaAzTbUWRJMDu+uE/YKD+fHXqWZHc97z4F2PDmGkC86ix3S+1ugv8rhUmFuFLOj+4HQ2l4+F4WnBXsGxdMIRewU5Hkzbd9lbRJMuoC6XDfxhNcvT8fFMUwGhQmZL7hMMJI+no+KucWWOEThBp4emBuw0TJJWPuxBBdQuI5wSCAisPfydSiCHhN6xi3MKzCMCjvHo6B8QSaiA8g8YnvS/cXhkdJxBoRCPQOcyDfeUrYQA0cjgkKepgCCAm2Gf/4i3wNwiVCQcHzbkY8BOQE4EvBzbvkh/buy2d5ttKnq/PXF7dIAbVEAAIafAAAifrrk9uuzXNpgnrggGPO49fGH3nnl0ITRSmeOornRAaHdP7AKEfsjpLh/dEmC0cv90Q3hkYcastd2moyzuCmcvhwcAhuoGt7eBLMTujYHMvSl+TNAVY744FHO8a8/y7T10jUnCDBuR8Feu8gh0E1JPraqr6xLGM1ZRfAPL1D1J6LLLKi5XeWVhZOhKdn1H+rLWiOoqn7V8BFn1q220625cj+h5QWtMNwnyLIpuFnnWrsShltonY9JKBR8rtLpMURyaRMoSQWD5nlXsWH9b+mohv7waJNWEilOIgji73CAJJl00+TyBbUfHgCfaJRiaTs7ZLnKLtdu/awAB63SUGrdaGgbWPJj/jrP9eFYM44x7JAkBAW8whHtmK45HC+AeneGfT4rhBUSj9d8GvTyFljfqns3YL5hyXCOPO/NBOuUYMQeEFwBMAaAwkcs1UNzcpAISx7YxyPpyHtcL2MD/dZavetDLzsdaMBxpcUgHrXHKYJGMAab1oTkHhBJ5HPFr0DFCvzF8jGbv6RtrwJ6/tAPzvYAWC54DOzGfATSh3dru7u4eEbDdPAD6sydQ/zT0rwPaHx3EcGnwWh5S3eEHN/iYX5Chmz8cBIZTAQsgVlg91Go4QKYGGgJydntAQYeEAfag3CFkEjjnP0zS7qX6hw9z1ngO9eyu32i295rcGKkGVKLrPw4E0ykMEm1g3Y3zCU2rlratDQTftL8DfnGW3/btzfU2HcNIITRHzwDGHc5sga3Lod4nWwHMgWHqj8gWHKobUAuEP+5cb3/ZGAXeoM0UBSyyeQSqJELgMl5SGVhhnw78M9qosUleulmZAs9UaDPlaCPljzIqW3JRiDdrvkoW/37BMq4Iq+QDf26SxSHhxVVCUE0q7ZiqrJIqRSUXJKAKFwLGFrEsoBLvGf8p/okqIAdCwmTAaMANkqDDQY+iY0C6xeJcaCJg/eoo5lJRYB/tXyh/DFtcN1IUQMAldMCkNcvfvSu0BGQUzTglBeracecHTgnkUo58WEDLm9DTAf2eAtK4Ug5ox2HjD710LocweQaDV8tD6nH6yGkuMH3TSN6fUSjiXnBAwoVUQXYdomluHTL/NP56Ugd4LcbqFEwWXA4X57PRuOA+wZN1ER9lccQZgadSAQ9pCsfZkCrgB0J4HA85t4fbjFAX4poQqIF0kcWewPgdFwfzkRH/6B2Q6uBodAYtcA0rGLhUPmYcVfTyB8pUkcwkIWYYyjkOjMXCOZ3ALn/63j9+HO65j3gb7CUvlFMJbhnC/kE3/gHlD0R98HIcEQDxB+8/bO/C9H04ANxxzPf+hstB2AtYo0+Ep1uogG3ogjB2r+kH/15zAOX8hboeB4QBacBGzgbcdvOhiW3s6SNu0jze0eoP9iECSpFPANxmdeImh4JRz48C+x9woOcCKgBkqr95MSFVSQapi6vk4jIgWSIkK4Sg5F6SRS7TiQK3IX6NyoNkgeMV6VszJVUHZOlKJcv/ffrDgq+zJelEYIcPAlVEz4SOLA3G3X1IM88LSFTijIKoLPlM6OMQeZEjnAzf0Oq65LAmgY/BfDGHDpgO0qToXEAT6hEBmw/fNFb7B839GNj3PqZ5GM/y+t0hewBXQsBTlC2AIkQcaoD5uzwdLKajyQUX0sohzHA2AG6MLyctKH7zgbr3AD021Bvni5N0sJbitzAfMVkLSmEEPe8DLOU5mfi0Ey2mcowgJBzPNCe6y1oFMrqjGIg4Ha8/0VlgOlqfUKODDUzngL1offIBJvsJFEIOgxzPoQgOoyg/gAq4SPMMV0k4GTrlOE6RzHpAw5S7IdcbB80aJ0a329vtmvZOL9ITGw4m8gEEYQsfazoMAAUP1yEcGD3o1w7hHU+U9adSxjOFQKUM+4h8rAW8A/kYTDiFggI80/5cgit//YfAZ+qfQrN7kSASAgZNFVwvoOCv7vrNRnProbn3tEWv+H579OYO1byH3TYHOm64S7CpgDCC1QlIPQ7/K2i+UgdkN+ADJ8kA4qjqmQooHZBzCilnRx/UPdaFxFRAqoIqvs190bUvcPjtgjZelSqFuCIQ51Ne6AJrydhNks1U1vNxKTN6wZbpZxTYkN6U+ESFfGCMjy1RYQPnxV6i2Kf/iP6w4OusqBogMvZZKReXAQlBFc6Q8DklPf+jb6QqsRe6yGRVUbWUyX0Z6IFuizhN6zAdcCEVcJDOWum3XB0mx4BQfLK7Rh+IV7869F5hoE9xz+A7AAKnjbAHEAjorOBhDgiCZT3vdOTQrxsB7bjV2/n/gSnLSS+c/tLrmEOYCxq1aYcdfUAgVLxcy+nBArrgBHcByxzGcJy1NI7yy/AU2iE33pRLLE6E4XgwF4NwvdzoclxwMUjEYZK86EzWjxy07kATXEFHHUH3yw61VVIjSyZulzhoh3E6aOlbAAH5FfCVtCRw9t91KYFNIGAbb3oTX5LNU+/jdEBZwNwxjj2B6gfkoyW+4QCSEdJMZpFBnVm6AfMAX2His+Gf5TjYs4FgJSyGBPhHXKTIMI5icA4D9fGp8/9yrOxgzQPkeIcAT92A6gC0XsC1+YNpNA/6MPq5MRJ7/uQZ+l4eArfudwiHHPd4qO0BxTjesSe3MFoV3K7VvjzdmLKnbsBtDYsgJR+n3ACERjHHiYGDGgrGR3sMCze5P4ikVAG/7HxhHyBfB2o2FewTH94jA6wXhXAwRxLrF1MPUEWd8BX8FVRHedYTZbErJd6nQe66vj6P5+2RR8GQQmBsKKLYGrZckl1M9XxNJEHgmRSxsnEuYgFVQFRtuSQWoNRKglRMabsBZfocX5lsmW0Z9iD9hcErz+ujvmAZQ+gbcEU84bSjUh6hLu6rMa08IyeW3EqXMlfN3Yn91S03FLPmFLzpapfgiRaEcBj45HGQdoCAQLCCXkWBgFmzjaDRaGR1Gkc0fZdxbxbfZXXOCkRY5EviRUIELJLiL61WD2rSgrNh5ouTR6htQDvbElj9fLYJCCxfekGgLsiRiI76BTk5EOgoNS89GWkv4PnikWMc9d6jZgLm9dkjfQEu2AkIjW8soxjGcYcKZDQmMhbp47m8pCbT7rSX9YbF6PIC9x9HVAGP4ojQ9x642eOMwEUKJRYqIKzfRMPBAMAe9EauCSkGxWFfYyG7Nagv7b1vqASqk5MISDvYFgaPRxwJueTTJoQRw+wwJLMNPSoiqHEUMKBckEcxTkp0qCBDpawhMQgIgUQ/5oixJIFRCUU+dMavPowEfwZ9TDH+m4m6UfGOM6GbzYP2Dp3AwPx9oltAKmzNpoZwCYcAPoDjAycDUu+D2gcJ8jQBEGAHDBMAEgjpAQawRs0PyZ2bJzmE5ggyzF6zjjkUDNtYfYL4tClF7vaX64/0B1h5MRiGXnYm2bOtlApJ6KTl0AfLhxedvG/Dt2eVVUcZlmdl/LX9i6Q8lvMtG6Oqm+2pJMLQR28JCitFKAHviiJHeSxM1oqzeRUW2ZeDzPIr94yqvAnfOmKFrooVsJLWjq/FRliQGc+K+sImqFZhyhUGxwwG5bctK1TSYIz19+QyrJyVt4K+mso5kVWz1tQUQh9bQ4h18purspPqtpjF9hCjBLM4DsJ9L3wXICcDpkn6yB2SZtD06tD8nGPA/ttsCIsQBjD3h4MieOR0QPoDjJf1PPkxfk8dsNWCHUxdDhhBRzOfxueTBNDyCChcR8MeACc9g6IW5zBzufdH3ksG6Y9a+8t+QZjFk/gDMGwwYSmio/lQpenJaTOQOH/4J5+oCgL4BtP1P1VpcXb5y3DV6tBB/vK0SBaaIZjnEf3lx9lsPaXymo8nvavGkr6x+lxBYu5RizjudZJiiOJaDlIALOPBopc1DqQDygzmpnH1H2awuoF8HAmGAggGxjAhEAqV/jRCNwO8QDhoFZuYGEmRlWHSgaBVc2LEXBNshwIIXNKlgHqIlZB+SERjKMZiYqIM3KAgImFZQDzlIDZlsDtKuPNB1my+hQ3c/5k2MIFMrgC1O4g5BATaAesgpQZIvQ+YyLEMwCQ3B76nDkh/B+32g7nEtw81Q80ORBaMXuqCXPKBiHh4s60RECTb7P0jYu6wD7B8gq9TlVXkAjGW8KkQ/R6VgWdDIkgCbbCVhNELgT8dF8gLfcrF7gQRAozbpBeCQBYb4xJ/QAwUlaJALwSizdi4kLKoQs/jDbLIBdWyLsXzD+hlSoevqniTdbEFb7hFnFzdAQNBc64J7gASoMvl0O5gAEIH3O037qADrjhJdjWkfWhjIBwRXmm3zDiu92QF94qWbRcnK3iEZmHAQvGTzxfOiKFul07PobAR2mz6S7FYJFL8iI7QBY+L03xxMuDAiCaqII87Iw0441nepKdoszjtDab0CBNnHA9WJbZ3Nst6F2w3pg086i44bzEdj/MM9zg6vlhyJgz0Q4AeZwQe/ZBGyRLaIvTejL2ApgIWH1byEp3PqdnSPQpnxBAC95oNLoDht2Pn3xms4GNqgBwMhg5I7AIp8jhmBwOqfhILu8gZlJUp46TfWYbylTKRhnoJd0EHFK4FdBNjVH5crqREPFi7UPio+iFF+9cEAEDulHJHj4DcGKm2dV+jO+h2/wHodt3f3Xr6DRbv7keqgBoRvr7nIO62xkGAhbe3WxodQeR0wO/abbmA4eaYt0DAn1DyGlrgLbcXpnH8cWf7C7LZD0gVUW5irncAgVbN/tnbAzTmJbmnu8HxE3gvYVCVvCCLK6JSuNG4UZUNXKAXAhECC30qtLsh22QROO3HQpwm9AWek0XGBOFr5IJq9IxeZwO5AFF5VZ9nhMDxpcyoDBRbUUs5xmR/SM9TiHQ6Nsgd45M6qAyuxxOYljSBpQYuuE1mMhjksGJ79WFPPhHkGhUQmHE9HOAk/sCNggEM1AcpAGpoFJgJDgYXBaxgTpobod1R93JAy5eDtxzznQMK19zqiG7xuQi4nnNnYpsciItHXW5/lAKJR10OjKDi6OuETqDdcuBijjYBbB84sCJVcP551D0HNMIoXnfTU6qCY04V5LpgDpf08s/A0nov4zaZuO3OKIqPGvU0+mvWyGbcIqSep9ojJPlr3hty0+MhXR3mWYbHsKrX7/q7D26/EBh5B+85FkIl8EwuomkOmxZ4DDzRMyaa8RCihdBin3ackzPpCvmCTrcr8Q9gRyPXiQlohEDCIXMC6IXIwaH7OB4BNT6v+tlKEBA1wK/jlKu+s8bubmOPXl+0KRygjhuCbGmP4Kf7HU0M5DBvs81VwPe3t1++o4rINSI0gmtAu5ttjepec1xYAx6cFC0dEBAH7Y+zqOkRdWvn+gs9R9+wG3Fre+cnmcTbbdYGax6hSbRiHLtJCCwkI8PGiV0UyAdmTpmluEkuxmHNuDqec3ygwL6ioOl49Y51WWNLKW0yY0pZSQK8DQk+vvGq2JPF9jWCsKTwzXEGIej591BuWdjFonBDKuMY/a2M90E1aUdJFrmWfFKBrNaqwLUd6PW/IQIXuW/ia3umfIySgX790/jzVD2A009aD7KYA4OSE3YDpjF0vkazzy4h0wGh8q24LJgTogu3GqRO/wh0KFUfWj9gCyZk8pdePrvQYAE37aDip07AURH/BSrdYnwZpr90Of3FdQLS8Sl3i7MdQqjGDVcz3BI3POJYScTJ0fQyE63/RM2P/vDXf83idDqiU8AlOwG7n1AHKuBlFB/Ckl+PE+qo88sJbjrOOf6xom8sYFvWYi/goaZBN4ZpBAQFfCeAdo6GsEsQKmCczpZcCE0zWKPBUG24NG7YwtXZC2h+YbgwJPQD/umN/i7B/YECOwRrPA3WLPUK8vGg8ucwz+mEIIkQcCCEGEhME7KFIEjch5Ogvby7po9AaX3M0WFQiBTj40fOgznKmg/9GgBv72nrYRf41W7uwdTdcb2Ae7vaGY6bYFKTI9feg90LIZI0grflDZCjuR+1OzqUO5sTfXP9E/3EQMuTDaxNkTTd5YlGMJ1IuyUhNh+w3BfYfukMyh+xe+H0GqgAsnym53i6v4aCyntUckbhpSFZYHzgfKbdjGPYoqVEPnCFygxQ5f2zxlzaes98ylEorAwkXZcbT/umVswicgjDnYlX7MoFKm/CGjbeP0yXNKoWBQW2ehWLcFTu16Q+5eU8Dec3njQpPEOfCDnW1uaNlF+5DALhCK1ZmgF7BX0JENrzrby5XE9/wYusHULwgZpFBHzswIhNhsAMeYVpwhQGBF4tpR8AKOgci96DoRRCQpfynBDY0mwYgAiUwBbQh3uLjzhHZQa0e4R6tk7RbHRCS5X9hIsB18AR7U4uIjq1IhQORjYgbDMBhYkT7h7S60DzW48vlmSOOREGWQ74uGXIMUdMtFkc3TxPz8cx7OfOZ+ia9bzXGZ8XWb0eL8bzevb+QzpOoQLGAw0E49aG79kLeDGEscypMDnMeE4gTFr4NhfcJiWND5vN2gMwkIu12jWbEBPhutQB/1PuYdgPODpWPyAfMJEMp4c0F+IoYY4h8CwkcIBR2sThUCXEAj0hIRgmDBipE0r+tfsrA36EeyTqe+5jOSaUySufgA78cOddbgwX45k0a3/WxkhbQD3oe4Q+jnBABSRO0UMM1LjbHfb33QIE5QuGmMgeQZrGUvqAYdwHTghI+CPi2SzBJ84DVFmOdVzLbaCAVEPFtH01HRAq4BstBuZPFaF78b01CFYSZiK019IZiRbzcEKd4NUOEqxi+VZDl0BsaStjOYyNw+FLSiIGoSsWqjNLVwWVbTiRS7kK1gBDa9wXt8LkwaE5SVjSApIrpuKbrbtWWc/f9Ga7IRlCNVl5HAwhYeBL+CwW1f1WxMIXXk5Jf5R1rKguAd4/MErtrpWtO9WNWHkLEUvmBZUrKYawUpq3giJOAJHEEFlVKyNGrfzpjdaDQAPUdEBC4ByqWpp0gH550cqO4mWzdnDXR3AEK/gOyhTXwHEyjFbFHVlvIBAwl4vUC4rYCwgQLORDSp1jdAgDZF3/LcqBcQMOa3BA2LYJ7g2TKErmnO03pEMYKYowizsc04UISikqcmSYy4BTdgJydmFnCa1NwyHcJnjM5XFoe3reHcQZVct1hzZwdHnGqYDFZ6qAvfq348+E8NYo6mVXWTFK6RJhEOW86wjYNyxSzeOZcTi4xwnevTSBWstZ01wXwtHgNl7qWv8QSmByotFg4p4CQmB1WZw/AuEwEHzlAOq5TENGifxB/OOhAAJFhn9OL4REQGioR7EYI68FSmrDHZIS9oB6Dg3JzvN6vd44atRqB20O+N5yJgz0wD5nwgQVUAh3+9tW+zvv/oCaG7dG51hwm1rf029bO9wU5FrLQ+ji5Rr4JlgEst3c0j80dUbw2x+1Wu4ebSNbxu8tmVID5M9YjF6XCosQEWVVEZ+dI5z8nTuJioYMRS62S4BTUi8Jcy3TM5Zb3oy1jKTFIhfY++aSJBazV1Apn4OA7SlhEiNff4NUmbcW2vZfqHpXRnjRFdt4QKAX7foAYoc0gdTgc+HzK1lU4pSX+ZwqlTVNIhli/x0UIsHnYSVEbLpsvXyy/lBVIx6uAZLSIPvXx4qWVMwTz+9rl7sEj6YItE0wvcJEaZHOWxwMgKHILsC7Rh9WcJYBLXq9bAmViqhHW5hmsXZM78lFal7QTWCSXHQAgrBEAVHsHku1vQfsU1m+muScQsGSLki0AxR2xt1fhtAFB8AsLRRZQHQ5/YG6IAeL5TGaLXDCspaVxKskmtI54DJOP0nAOYLcTSlrdaJjpqGlnXUH0OVy2MIz6KjDz+N0ucqgAl6wC1OLQrJknsZXUAEXXANID/nA86LF4WCtjUtbWb0DYOBYCBGQL3TblECOhQgCGRz/J9AeMMhFIXrCfl1IIA9sig3mvgYG4MYsQpuKEfeUNk5FgjEs7FNUhT9hHDnhmyPjLfCOUZGgvifME/QRAim5jGYx/pwAe9jA123uDIfgN4M+QBvUQipqBEWavJwAw6EP8+eCNLGQBvFPmsdCLQ5ItofoniYwvb8YAkJtvEZ9QCCqopzpgLSI5QNGH5arjgIHsqPkfVCl57HjfSpU80kjH+gs0475PXqN9VGQhFZ8UEltJjZJOEaEsLfWcWUJi8qgSghUYFO6QSGoCo1cXBFV2EAvBCAGr1Z0wXNxSFlYZSpksU+7AGGl6GbScRuBMVZQuIonenn2mVNWpAPqk6aDTkJbME84Y/io9g2Ct823gAy89XQHyBkw2cpmAq6GrWFd8wGZoOrE5bgwowvNGY6oBKY/zIB20fHX4yKmqxci2lBToWn5VgeEB1ESjc9PKCoo4uRALv3QYHF0Mvp6zPkv0Scg4XBZcIhFiz6mI+4mwiV0LAq1DXXHeTbEDQAQl728GNG7Vj1OL2EyZ1nxfRTfQesDNL8F9A16WSMuHol9s0HSs72eoALm2iY0YVdgEXNpXO2h1mw+QDm5hhLY4LIRaKPcH2RCRfA/Rsf/eXzGRSH2vD2Y2Rw/QzQXScowMFaCVchZrJ4+4p2BHNFO9q/F4RSskcGHvFP29DHOpAQ8zYKxLkDYv2QJgkI/MOfTIo6XjUaj2W42t7c5DszBYOiB/b3foALWdk0F5NAIl/S2H9q31/dQ5m53gIVQ/25/4yyXB86apDrHbkAAGVeGmB9AqoFaFHxje4IQAgF2UAG3OTtQ28IZAl5//L/a16EPkGQvviW80HEKTJHwchd7iavIgG0KSJTtC5AsaYlKTsm9Ss/SZYCrlEJE4h3rM4xME3opJfm0izznnkwZSP4MHA01S4mj8qmWwUuyuJoMvDXxomb1L1AlixyDM9xl2YIPSsa4knDaQeKTtdNll0Go6bhKhmcQ6xakGb75379xLcjITwekb1TgUZLgnS9+jO/eZ40a1J2sDwSkbgCjt76k9geFr9eis2XDxDxHYj9udbg9CExotJDLCoaOtCjyzuARBuuYk/0GKbeGgw08H1xom2BgG6DwcpxoVQhxDyLTBQuOz55E627BvMGkey6fgFMAX/LhXRoR+OJsRs2PU/4goPvADMC3vvxrFsOWp2+sYZEvtEVIXJyNC3yNOIIKeJX1Pk25UTCs37oWhaS9U46JAAE1GELXMPUsT4pVNgM4DnuxUwL32h+3YQi6nkAOgvyngaBzD+MWhRC++LBxuMgJKpC3EYoBKQ4RVT5/EA69vucUP6Ckx8Fg+/JTJr3QOMKeG/ngIAiHgaUB8nMJfTyuZweNxl4N2l67uUfsM5eo1PDauz9rtEJO8Wn8th+2qAEGFRAKIPgdGslEQjr4oyKI0pwi8yQ30AREDYwA+4CA1A1l+Gp6IIpfK1/9geUoMMgFFSUIrwCfZ0iLRchXgyIHQPseQcYAAP/0SURBVGStbyiQRSoc6qoVnK5JncoOxcILLmYjDgXE+3Kl1BVkUL1DJxL5KzCf5GJLVOONpFqvSnx1J0CrEulWS/IXUvxCykpOVn4F9zQlI7mCFXkQbLbkZazoCvs8X8uV9k2rmJ1OItYYHzhGLYFjrOIS87psgLHaswx/r5W2fqVThEh+AQWAHAfmimB88nxWxO8bWeOh1jh632826CsJL72GgQF6d5wVSB2QngHjIVRGAGGRIOwB/wCCf0ku6AhrNB0AkbgqZG0LP7ji1yYHDjQgrFEQOQDkPOnR5RlsUdyFWygCm3x8+RgPL9LFBLZznZ2AxDn2Bk5sIgyHQy7TLL5IgYQaIAaMPiLmePAjIDpPj8ez06FbDbKqp+Oonh3Fco96mKepVEB5ByzSTl7Ht5D5y7Vx9A6IlpO43iryrLlLX9H0ErgFJTCL3xXpYMI1ccdQBMfH/znmfEBawfaEBXiELnIbCZ/l8A8p5rjcoDOKtwMpRCoisbRCcA7YQB4FLbCP9kWSM1QTIaSm5yBQeh8BkRogJwOOuMlz9g8AYLtf0wZwwL6fgFScE/N0e/3Ng9Q27hB3I+2Nox+0fIWAhD8kwLOrFLxtDAfEk0IIyNOwh0xjzguEEUwERLkdqoBCUGmIHBdG8XbbvTt8VDzCDxgJe2Hsp+yFjiwyvlr7d4ltuaZASv2rKsJKcVbZJRzvU551IFPJcLG9oJ7K2A7ePSPxm1fC6W/AZTwDslDSiEFZIFAZuEY8qY1NEcnfgrs/o5LzVE1tJizNQAIE7i9EsofKP7IkKmY3onz7BlayrOKyKgnfotL+azPtitgFQMhBwPUg3COTKqC0wAEwhyogzNkiGV4dZX2tCO7/WQh4Rx2Q3qHj7JDjIYCOHhVCbRPHAZEU2Ajrl0pgAWxZoGW2yrUd3U/cHFiLgIM/BCgdUKM6dJCPFqK0Mz9ff0vcS7mgY0j9TCtG2I9IeOt94PjrmOMiLXM5vYovoun43NYFs0GO6UbdsxbnQkdCyKKYrh85hbsDTTBbZvl01Mqyqzia0PMhbgTIzvsZxu+SdKb5MFQEUW94Okx+pIvAAgZ0mmdvdzUjZo8zYvYIgTP2BELz48KQs2NoggRC6ID4rdhzVugOj3pENKUIaFT1jA9Kn8/SgYQhoVL4SAsk9hH+GDFp8GedgCKLCW/0CY0PcxVTho+b/uzmQavkKMEfdNU4aNSo89Eb6tPWbm2bM2HYC3jDfTI10tvfA3DdX9/CCCaMaU0wh0aAhfhwnMQcIbB3j0O79BZ9vXVD7zBCQC714FaZUvoo2tZICNsBo5GQp63tHdMAfwUm4Uft0M/eTPL4AauzH4VEfpzBfvPGsxwb0ZigymwQK7IM27E3gy8FhbhEKOCbcpcwYj2rHaqoGNiynK7NmHeKhBVRFcUsEMqGO2eW5aoaCihPKRZBoGxXT5y7ENMgfl3XCDN8y/YMfFkv1iVYayNDsmclFbIJy3QZapVFfWmcnneFGLMAXgsnVuO6ji/ChNVXC0ozZlmyDCDU40JxhMZULgEJr6vS7lv7JG+RRdSYbsW1qJHgSDrgdPppOo1OoAVKB4QRHLMbkNMidt++bzQad9IBe7PYrOAsWwL7uCYEmtJyGdMKPqJ7aCEIMXDGEFYw8BVIeNadyFE0dbsT7YfUmZxzaziIgHaf1QnYObEBYYeOH1rIVI9eCy1wuiA9RgMJiXfS/CbxsliM5AgBNvCEc6HZzvgyXQ2Ti5NzOkpI8sF60uPsnRF0SCiqg3W6umvUT87S7G0DuBk3Gr0kGrRO49ngAkCJG2cv4F+0Ohi4V+9A4wQW91b7B9+Yhxj2b7nN0/H4RgDB47PjM24Tcjw+htLFvwbAyf4AGhFxHBkchEAdlFjSUNBEPo0AByQ40B6F4VCmIJBoh4RgUAnEdlZ1QkbsADznKAgkVPzwQQiFkCrhiF251gloLlFhA3Mw+H5r96D92xN7BK+p57UZw6y1zZDoHQEYuQfuhgogjOAHOUIAsrF7b7vN6X9Q7qgAUvWTUUwsZCcgGEDflx2ZwQDNp23tEHcD6Rf+tEUWW1AKTFrGlZQdnie5xO+RxRY4gYl+h6qpzQSCSjqw4jdFL1JKlqIq5xiLHe/yfWKDNgsp9OlALwSgFwJHgSsDE3reItFGMsRlUlyZ1OkFjDdKvCIrA8We20i8jBEFxnhCIsI3l9Bepp/YEUikiubaJrhDKxgvfe+usX+F96GR7Tebd/FwxQXAwDsqgtldPc6HKyIgTCfwrZw6ILSnJZQvgN9FTj/KEZ2uRnNu3StH0VTpfqHlC3BcX0LLE9pphfBgTtzT5EBqcesOp/ul0WUXtyJmnXJuICf8XcDShubntgfmhGvAFARfp/ESWhnQc7iCejbqToFhtIFhPQ+HMH7p6m9GTTDL8pG5RIgK9gKewAZe/sB1wVzYkveGHA2hEawp0cWH04RGMh3F2qzore1r+kd4R4VTXhG0PFizYc7GWhZHKHNgZsgVZBUks3QpttgdrozjpOwBuUzdow2sDyHuny62oDz1EcOAiIdYwAf445iI9D+iHzBxfDGsr7Ks32i0uRvwVm0XNrBW/3JbECAdN8ykzbuHWArbNhd+UANk5x6NWo7uAiHxeG60+wcHeHegKNooMAtIgDTAkO5RtVMc/pl80brg32gQt22JcGUU2CL9ezeB+/G6jA3S6RlRGbxGuoZLlcG/INM5HAUp2ef1n8ebsiB16ZKRhmJMkPjYJ3SaGlWS/dewg2QpizdoM2XfZ1NWocDqNL4alPwzeiWu8F5USl1cCoxwMiyDUE1hIJzh36alK78hL2UQ+DfQCo6hpPkt4j5H6QnQh44BB7P4hwLKUaNRoy+oRuNtFkPJy2It/GVnIGcFDqEDxtwiZFlvtXqrQ8BOAqMxSTppp4B+lKbz6We0vBidr0+AFov54FjjujC2U1m3QrvzdTok2iUTZkLN63ByoBaKDNyEaeviiwvODWSXYQIk/LqecQbg6LI70eqQ76Eknubpyeic64OTdEHtsVcU2iYzj1sjeorhMEgHb3o9GqVZ/y6P5kPh4KC3HBYDOoi25SCtnIPA4GkE51m8SONMYyE0g7k4+IuUwF6Sngj7tGk6NUHuFgecYr+dnjfBzMeGiNQNFfs0DWAcxDlmlIcXC/sAfY4l/Cmf2GdWsYGcP/kp0z60HPOST/QDFqoHUJj4/UU8xL+1Zr9R26H9+9Bv3z4RBZ++NOkGhirgNhfybuMfAHU9aHM/UY/j2Ae0QUAfjWBgm+b/3dPjQUDAp3tgH0zc2+sbN+zBoWFJ+eE2IKYXAg1tNdwTf8p6MXn4wJHODUmFyoD1q8JAv5uqsH9Agd3En5e3FGIvqcoqKKq0b9ciOyzAWb7YLgqlQzqQr+PZEFXpecofL8nH+rej9GaOj1z8PPtZ7BOqEL4VA/sPR5ETWGCl7FmXcs8o8nGZNNpMObIAV4ORhstxf5DR5DNB8FM0hbYGGxPYRA1uBgsvbhzAJpJXmLf/wNu+eg8tb7gyHTBbahR4NcxtUUiR1w9Ph1pKUSTFRecigR2M9tjFOPrbOsqHyXyR/nI5NrQLnYDJ/JgDwh05DFx/qx7CDle2AScXLMXBYu4QMup9gH4HJOQCYdrARMIimpyp0y+dsH+xHgP4gJVLxClsYdxX3lnTI0IPyLegZ69iPYnvssNCKiA0xwva9osoiT+841xA1DTlD1/oA0d2MjTFnUc4TlIsHQRKCXyoNZZ5fqGewDPtF8x1Idoz3f4cBDD3h/EoqJPQJRwMXYDAMEQuC4yPjfMCYwl6VAYN2PjxIKdTVEm7kJoeAglcv5/sYBrGONcpvvMdnYA3dwh+HAahvSudj0uBbyDl/kiaCiNdkJMBgXqQPdlwL2Hx6ZbLgIGAVOQIdZoNyIFhYibi64/U8Z5ubD4g0M9Wf3D+IJP0CMMd5UoNMLwUlLx4Z4KADEGFMU7JrKPIk+9Z2qgGCu34WM0840m+ecfy3ipF3TVdgkKfWVbxORtlkaOyKmEBycVl4ZAdLgjayCSFlErxlFxB5WK+EWZUCqsZk1qhSssiLwk5lPJmfHuB92mWQMmNTDvUjJVyAhKT+lN5gTtYXA35v6NuAzlOXXaF/SUYO5EJLAz3rBhVzTMgLNWpDQZDB+RACBd14OVevm3sN2q1Pt6MPnTAYdwAkmh/uBZXjsatGLZwTxphPGsx7HEhHfQvjgXTu1Y6R6OTyXo9mf0AHJO6B7N0kXJruARaoUEhtcIoSdkJ2OvAGP5MdMzTOX3KaFlcpG3jyNBihqLHbZd+6SHr8zGaBOhyr6RpvizSwUi9g7SBuQqkSNj7R/eoMH5h5uWTcZFl73vRJKk37npa6xH/OI2GKzTGuYAIbSAY4TtbFwz1L43yLIk6cePP3DCE7hHc0rhewRUq1AInx7CGj2EHQwe0PwgOr+I59GO6lPMQsFmmTzuOqh0xjyUsgBIoiVnEJBshZuzQziCvhL8Ahkb4/Ne5Ov7CKjji39fxAt88OyIA0iUq/SBoKuAON0TavZZTfKAhxyq4MxxjLgSGFmcjwdQByQDitve+IxwK24ho7T3NjlY3HxTDHQ71skNQeGh7x0EH5Fjwb+C229cosIPfr/3I+XPn7xy/1fJ3zE50/f4pcP37/qVQDRQHSwnlTJDHGV5Wa4QZrh2fwYJq28dlYZ/PLKtQFkF5u4zKUOjaY8ouX23NWrKQd2u5DJiLyPr81YXvClubKqdWwv1b69VqVsLHKlS5WLURPeCysMQb94uYmVZEhVyrzGVBMlZbVVBMRa0QYwbKsEwFbFB/J5UCa09AxVXeVXStM0T77rGqgCRqCwFrMjtI1CrLbV6IFdWCERPcJJMz9oR+QMEBDsDTX5IONJ4eneJRB+wfAQGbeNmJejl3Se9pRTAiOUVAtOLsOVjGdKmcZUNAKBTJWQEg5I5qE040c52AE+4QQucH60i6YEd+/wqC4kgeU6PBxeRyfMEOvoHWjsBEPZmv14N4+C2wZt3tZJoRw+2BAZLcJG54apOjOTMGIDtOTqkKapvMWTKnFtmL8wmAcLmsd2ASv8+y9Djq7TdWnehHTojhTBggHbeJGxaw36E5ShFEWM8KGsEnuo+0d0UlsMkpgdd47/2cwOnoP6gD/gfXhEAH7F6Wz1l/VM8ycHhXOYSKJvMIGKxkmtPiTQC8I5wSEUkEQaIg0e2fX38lxBHyLPYf5Tqu5PkhEEoDvJwD7rPssNlstHd2YQO3d7k7er/929PtXl/QZ3uEAAl3oQKyC8/6/qgF3m5zLzihHMU/1wBxSGlzYK3y5TwYqH3UC7c11AsVEG3co5DK2ECImcEaCXk+D5DHH9NG7I8qKe3ZQGWiIiRtpl6jaqrCujaN8dEL2mA1qxH8i4zNWPmBnsdijasyRj72bEiXHIUu+l3yp8j4wJYZgTZjMRvyQCHHEkZlvCGpCp4nlKpyxrvIJYSIwkYE/8sVccRAwR8/dE6aXhTQAYmAjW+anA749r28QwP1DoF69AbIzTIhoBUMySxHZItCYEL2VpwWmHBZXF4kCzQ6GY8S9u4t5sdfR8UPQEXOBAwrhN3cGOsELBbqBCTecCYN+/7SwWBwzDGNhOuCu2lW/5EDw92ESGj7BaNxIuLpMNXsQTo2BZ4OYLcmnTGAsNcbPp5PhnG8zEfHdAsYT7QeDnY2TGGOPQMAi4hzAaECFtonMx9yQzgawRd1IGsR96KIX7u5y+HgPRsOPhACyv/DMZ1EQwkcc7c4PGKeJMTErHBQUKZ4qMvQNDp/UIzIQlP0hHaI1e8nJLPQxn/F8NTHEh4MLSG71841dwpxG4NoPRy+GP6lNfq7/VqbzgDp9vReNvBtu9+kK2dbCEcVsNl+gjp3u9V+2IYde3t78/Qb9MMdanuc9bK11/7JgRnRTUO/XAnCCdDAxW11+XE24I1GUMDfbH3R4IfbFQ7qYAX/9CuuJl8nBqGoCVyWDwLvM8S+wllDleTrVE1ssgoZe+YFbcYh2CxcsmXsOaPNVKhB1jGWUSGLQ8KLSYELkueCjRrGW1jNqMSOL9Ne8oxelVu0IVHgTpGPS8IpJqTEW8olSJ6BzsAt4rjho83amy8AgZ10kEMPUr9/DQho/YBAwHy4OiKWyCsqhw2lAwICZrB/6XxA2JfajsHJBaxgOgic4wJTWL5JNB/YZklS986hFSbzhToBh+8KXHdyeW6dgMwcxsU8SomJWetkwL3hciLQYvyVE2FOOOzL0Q9tm9nhMhGogp97toEwSwBlEUMVLD4DRD8AWY/pGma5nJ+f4M6zH0cDmPSEPs4FfISJy9FlqIBx0YERTBWQpjA12l6nWL0vFtAvoQJCUzpo0lU0p7xtX/8MJTCf4apc/Xw8OeMCufF4DGzRM/aP3aUIdgI8HRK7CFhnsAjeBXYYLgLijEesoQ+TSU6M8xBYAT0F+pgAMOdHPrgMRDxDSL928cXr2d0d/tzNLbOBaxoG4YhHrf+TNDu5gv7NVEDE9097f7edjRC0aw/07PwT5/nttPe4c5LQDx+N/MLgRRqN0ey9huDmmn4R6BFfYAlFkfnUGnc+ftnQACtUmi8vCMFGQloVy0vkhD67bL2MK8mKAPTKRWX/qRUvClnVhAxFn+FIl/YpF7ugklGKKylEGxKTBnJFHO+o5FzaYlfWJyqxT3g2PELFnmMmBT40sthHXmBHYCyXVP0reJGXBFFIgsrAUYX1hICna9uk1qrxZSvG2HToyDkHNAhMi3SQ5HKNHNcbD/QM6BCw3htSydMo8NB8ZMkYhv2rCEAIUYuLQup0LpVCBwQSLQCBUadIBouTXy7Hi1wY97k7SoacHOg6AaX4deUHBlCovUIAxqM19ztKo8VkPe5w1Ffdglr8pkmCyAI0cl2wVEGOAy8m3TF0wzRZjNcJrPEkWo9y3m4EIMziLEEyy97n01HeaKxm0TxuHKE9bpJUDOQTAarrEGj+F3ypHmGwrkUhaQoGRnJRxFACuTQOdh+VQJrBHJ+RA4jjMT0jjM+gXgHo9KgdwNnpcY1yIaFBG1kLfSEyhDkeSiMgzklTBDm84wlp4N3HEv5wAgsIewA+w0PyAMMuNcD60fsDAGD7Gjbv08/aFkReENpNLgVWLyCdYHHJL3sBob5xMqA8ZN3v/FxrbwPFfiLIaeQjzPQjAnJFyK0Gh+kQGiognafCDkbhLS4HvrHdMAWB9Axtv98y5E9YqEMKDOnFW7QpdIJqVHnJStZHFosTu9GSUfUl9RVKobsQY1fXp0GVUg5ElQ6MusnIsqqJHPmerSBWgl1nSlu18sm4SKW98FnAQr4RJ6gmVKCsqgu4BYgWKLuSpGQj6Tg9BYlcGB6CJ5Wwe7EiVtPE/ibKaxkTkv6pIvBlXFPu2o73FX2znv73UtsER79wFFj4F0VArgWgC3rQsl5vPvQ5ExAICAjU7D8h4F3Wm/VWd1wOAoWQPYDD7HAlHfBU+2UuOSc6KWY9joVwjBmmdQT7tDtp9X4ExkXjNV1Gq+tvzB7CeYedgHL/wnl/WuI7j47X6YqmLxQ9GsOLx+k5zeMkmp7917hT12KQr9P8Q54CEen5AC2fXUZxPecc6ynXqXQm6xMY7cNkPJoB5YYLugXMloPxSf2wEZ98KrL3WW+RArvfpYO0t4QOC9Qb4rsAB98VeY+LixGkAt5ePojywz50QJjCQkBA4PKHmXo7OQaiweDRGLDCJ2xPORwO4gzzmKqeyjH4s8PQLuh/zLaBEECZ0NEnPOIpMMgzsHMfJTTu8V/S+uQLQfDHQRDc6qjFxcBZY7fZ/G6bGyBtcUskjoVQBSQO3j497O7d3ELf2wES/gYoJNJxbIMwdtv+jlP+bDwYxjFdPJsXGD0hSDnIS7yjunf9cZv2sfkUpG98Do4AJdWP+GUbJjB3RcLzUte2fuH+NZCcPdvWv+3K+CTiqhAlQ6bj2ErItgbJKnalS55/MlzQxBayPkImGZrYyrliTmaXEVut60qxSshCzNO+mdRG1Htek4EXWgle1Qqorl5/116lbVUDG6puNmJNu+LVhKEJWmZS1/IVdVZbLqtUYyvO7ymRP/xNskFliVHIBiUKYn0xK6WUNWWFfOwKsg0x9scguWuHp2KFFVua1/z1zfpY+8NNfzH4I/xwHQc3CCkAbdkuVBz6R707kg7Yq8MKbuFlgVIF6JMOSJMYmMFFIYj2FXK/kFletGC4ojX2BA6iOZcD0/JdzDvmH5q6IJ34aVVIwo1B4hzF0nVXWh0sXk6Yhn1Mw3bI+X6AUHp/jiLOLkSZAaBxDctVi0E0Fxoq4FmPHv0mXTqRSYrockSjPB+t03i5WqbrKe44a42oAmYA11i9gMUpysw53yVPtF0m90qP3/G7LDkOkiUI8qiDu5m0Mu0at/sAww1WXO3gjkD7GI0mx+NjICA1QeiA9kfgUwe8GcoB9pAkNkpOxmFeyTPTY6BbDCIeYOeWhtjBtAdHh5MO9sQYFNrBxcE+D7BHlhEwUc5R13QHU8d/uGatDxu4/8CuPhi8XAIHU7f5AOhyM6OpArKDkFCoZXCCMT4EItgOJE/329QBn37TihA8n+ufTCO85oph9QPucAkwOAna1x9R6ItMZWRfb3+RBmi/0Cq596Qq1E+6JJxVoVMJqsRGfbtltsW+vk+j4PNb0LvjeGN4uFvlWdZ9cfu8L76OxrpcV56Be0HJBbmLwzUtVju4rEtCrAI+rdPzL6qSM16NVB/CxnWQ4+8Hh8DR5xpruWQrcpIXMmUtSqjQ32T5d5RAj3Xj8q51/1CsNR+RvLjaILnwR/OMvwXj9UVILkYpbRMMJZAWMBVAWHNJkab5u+KiBWjLag/sB2w23y+pAxLvVsP/JoSAt35AvDsADE2QJl4cnsZ0rEf3UjCBYR7/BUb1CWcEsp9vfaEBYWf5chj4EspdL9GA8HkSawc5ZSYnuBcYuij/eDIBzGkiDCfQyFP+GFiqZcD0pn8KWAIS0iiej6AkaiogTOp6nMzS8fhHqq3zy2m+5IJgtAQAT0f0BhOnGg2BLtqzLkGgXhFpQgyUP7kHVE8iVcCUlwF+TyKY/+wGrNW43Y/s4A+wjdUTePYf0gDpKJ+Qpgftnr8DLoO2EvLsIDQiIeJhBXCI8XWcxOMeRGQ9zKlD0DgLyg9HPFRQH/UEAgI9P0roDeGu0X9ovr3WVpjt5ne/PW3B+oWSxnEPzn3ebbPb7vaaxrAW/9I5NLU4wCHg0fRhYt0Oh4U19ovPrS0K5j7ATxz8RcbHNtQ+ZlF5lO8YfFQI+iFs4d/pA/yXVAaONhKi19iQJl+mTfAvKXDPkq9S2aTFVj4kXYEqGwJPEjtOASInMKoGGzLFiBzvyEfP+JByQZUPBcVWEiIJA+dS/rDA5T+nwAXJhgDBM8krVV5yOi3lIp9nqNsdjSa/UAcEABICT4CBCfdLi2cXsAtX9ArDkZA+1EFawRzyzfN4tQ+NCUBwBKDDywOFkKPAQMAZInrVs/nROXQLmcFQ3j4D0GjBqhNw2h3P4tngMU3PuvQPTYdcGsBFJn0ZcIEcyks9ROVfLscDbot+8ouGiDUR5jhhtyBdw/Q4Djy+PO/QSpWbVGiLg0k34lYhyWi9qK/kHbA4pXfA9fRdlt3NRhMuiytGUAFZrThtaFEyF8RxPTRVQODgrJVofnQMsJURDL11lAL0G81dqIHq74LRp9XBnbkg0HUErseXX/kPVgimRy74MnVOKeV4bLPDyoCxsuTEA+ZoAAvDhHweznAyQ5zDPp9RPdjlp34/vwyExWT+kv3kNED+rX/iwjc5BDTou31q94l4sn2fbrlDXA363e01MRFKIV1CA9mua3u0aq3Dr00ElJ8/dQMCAXdgGksFpB+E6x2OhCCH86g59eX/wxFgmcoQ7nys4B8VACaDdvAq+UBnSLlgg1xcFW2kXqZfufJrWonllLGo/CI+qLDP5UZBRaEQgTjLccLNSiHhqZI2rswouZfkgudReVFFjreUyPcMVsmLPOMkVj1IXlJgSxFIAbEqJCpsSFfjzT+aDywyKU+n/L75iteVjqHlGpoYCItVbq2gg/0YH91xEWxjv9GHFVzPDveh8RHutJOs+KzOHYOXEFEjvLKpgFk2ZPQOCAgQ4Y5rsHXZzcg1cFT3tL630gkoUKSdC/1rkM7Xa60CPlmMu3NhIirCwIXCx7mE3A2YvrHmtl3mJWf8QcCcbCZvgeYahlMBcemT9dksG87yaPxpuIyXPS6Lq1/F0Rgq4Ps4GrWyt3fcMf3qEBefcwkI4B/KXyJFsDUDsvegDcO8zrNhJABPik4vO+BICNeFUAncbUDxpYsYrQ1mb6DzEm1k2ObAjJxOSp2caPf8gFj45yInIhhK7bMBYcNFHBwZcbxB4MsP9UAPf5wMLUVQGmCMvyQAsFaD0tf+MwCPzhCgB9Zos9Z22/J6DxVQWtvenoxhgBeNYPLI/Ylan9Q9lGnv1bgBiDZF2nra5r8J6pKCP34+2qK3myfawRwWftra1o4g7CJ8+mMN0GOiSOCIE0L/i7afv/F8b1QEKcGWpM44ctIytyypbAWkjStWiGX5IYsgNGO5RlZXLAPyxroaElRrMAh5XugY3hgaJMvAJZXHQNV0Gq8M19Yrd6jA0pYqC1lKkcuEVNXc83Iiu5TEVjDwrMkGQiFVsRLKqIhKclWZYC5JTfrYN11ewi6pKhQyLlt1WVZD4mpVV+ifl2ewgT9Pos9TQCD0vwHsyxSAlfTezRJoR7T2OAYiHfD9viYB1oF2S2h/vXx1pyFhmFCaEHj3HjAQrxpQqlpUBXt0GwgIdB2BUNMm1gn4qOXA6ZxOUaXlQfGbnAfn0ZcANw5+jLpTLYuTf2gqfGRaNIbpBwFZjxFNXtqtI+QU77lAuLuWa5gTKIurDwlXh8zlHXB8/GMMdW6K8tlqyX0ys31zEN2A5a1tg4FtcTzULknDC6mAeQtfBF+KRjD0QM6VmUVRUQyKFXsGbNvMp60vmhOYpIup1L/R8dn4jB2Bwi7tju6Qzh/COMeRwlJgZeBwycAT6wR4Bn7SAYV0yDbODhOGpB1yjgXcQ4TwUqMhZBGBoG9DAzxqNHb3ms0dZwPvPd1vI0Xks93RoQIydX8LkNMEGOTsAdfEMpfmrzNl21wQwo4/KHW3XC9MIeCQlRBfa8IzsoSI22RZ01nB/revX3RJ+umC2RCQEJShqxzeD4aBIHRNhBfsVcKJxjdEoMr9uFcI7TxHS1CF9VRBK5d2ZLxLVL5QpUjlsta27l3XtTRLvFLXFRRfiUlMelgKIroG80k+KKZCNsiquZSrKYETbRAD/Q0YmwyB3aTLIMtmwrN0hICXJx/qVmKr6GJ+CZH7M4BcTknVhA8UmvBNdz1lN+BoMvlMiKIKGEWdAggIfJmtMnoGBALuN5t/BgJe3WlzEC4Jzt5D++PMmIybBNeBcwWUpas47/RgIF5BMVyhAD5L2MTQjrg0brQ+S7kI2HcCLswnIJcDpxfR5Tm3TbJOQHkAfJxAvePat5PPUOfoV3XBmdMwhqfEOby3MHlpA8fsDYRSqWUiEAzZT+iGQTrR+ahHG3i6jpa4neQMSt8y63FzkPeH8Yn1As4H9BCTRCccAUlShmkxMw/RrASNFgKg4KCXXXy+yHHDvbuDJv47PBACocc0OScQD4+Pkw5Sj6EHajpMOAhhDteIejYQTFVQ2GaZxrlSDv9A4qzzj9lgIUYBgh8QjvhowOfC1wIXGurhzqQCck7gOImH9fp+o9Hfq/X3tvZgA3Pm89Ztu0EjF7zmOGvFB1VAjf9KB6T+e38Di/jptr1H1wdPMGUBcW15grkHrGlvYCmGT5z9t/UbN8MEQsr1yy3dbN1smw6IUrZD8OaucJ4sid8uX5gwGsFXimKeNrZgQnwY8k2y8q62aQLuvVHFaiOeR8xQffCbmWF0A0mwKhfquFgSFXT1VJCBymh4wbfqqmx8YUlYD7kMxfiSKshCSjpQrYTlJdUiCzHD378VQKwQIleBuZXCEFHoayi0y7ryrFppzUsrMvu6oTjbk8RdlSJdRyJeq9oc7oUtIBPFIbRSPr88VdoqsKBaUSV7ci6h+uUlrCAS/3zzpvvmT128r3KKpbnQ/ACq6BlwkPyAlx+WET0DNrPsbfPtKq5zLJgz/dgDSJ6KHnCQcwQNARvxTJPloDah9moJZOSUwbyDZhfR8djUPS4Hli5laDe8SKNOOjYXB2lnysEPFovWXbycQEJ6+qPFO59yzTCYxZRrSIBYo/EaiqP1BkZxHbBJG/gUOl103gVi/Zim4zVsYHoHHA0zKHVRN81gwWvH9KvsgtvEETgLgncaXbCfkL2APS6KZmcgNFtk5FnWGrTexycDTsgpoHJCkeQkSXqIwbu8tYN/E+w6XEScD03nWH46jEc4cAZ9ZBEoQzIrA84ncAgMCYKIVIfwx8hBI4gSaoNCRiDir9L23LnJrbk7MEBPeyThFPoxwC3yfwu0e3UCNuUTWkPA97fX/T50PyAinb/casUHYvo/uH36jVOgt/YgABbSu0sbyvDNPecDAsS4SxyRDvrfNSNpd9Af2WlI1XCrbSuBtYL44x6dx+CfyE8fr6FE8lf+jMq45KskaQjFVOTGO7KoKtkkq7Ipe0Z8t0A4Kw1V4yB0IicJqUAvJSCTbAo2YuM3ijwnnGLIunSgMulSXlTJKOWeNhLP6IUAtCn1yaqglFapWhCBlXxJJrdERejTThD4kAZZ0sI3AMAx7F/Oh+Z0PZjA8yhaCAAvTugVpse+oeZD7S1ekObBEnDHfkBYwTB84/0GLF/rDnR64QyKIcdOubs6zM8CmkW9voKKxUECQOBkBPMSWppmAg5/MCjECyhQJBQSALmSV370uYMcXWINohOuHalDz4uOz0c5tEP6xhpxGbBtkB53IKB7VDQ06nY5DsydhKNVNuukk0sUwE0dQ9WBzlqMJzDgs96IDqIb8YIq4PtZBBXwsFcsHmf1ep52CH0dGMHAPg0Ct4p8f5WmwysNhkRRXnyepq1eJjOYKhLVGiqB+V+BxdwxE6YwYBAwgydNdOMjdzDnY0qpChK9DOh4UJ+TzscCgDY7DOao8Mn6VTZiKoIO6VwYkkI+y8Bd4OPt3ksRWK0E6Xa/x3+SerZPn9Cwgbe2at9s32tv4K3aAY3crV3uhq4ZMZDd2ugHUI9aYZv5yLt/MiMYJq30uTbURHrQ53PZuqF3VGl5AL/761u3JQgwkd2CnBzdljNo5w7rBQJWY/ccQQ6HnNyRqQMiBKGGlwUqKz+jUOVf0uupisjIiRAEJpBFmzIjnGJwp0HkYl+8TL8kC/gg/VGSklagKrLCRkFa0rPkv0Obfwtd4pngZaMKVLE8jHzsU2WeiypJL3CJioAyJRVSP+yOppwJSK+oXgecL+ZAwFkyKN7ls/io7/1iNRBwuLCu2TAAPS4JpmOsO4eAq2ELpjHwMEniZq0P/azT6w2HdcAN58ql9JPKVSF0f7W+nOTQ7Wx7dKJdmk6/joG5aZSkY0JWEg04czCvF1E0mFyeQU8BQE/MNcwCOuHZLH6nYV96guEC4fUgXkKXXHc/DU/pNQuAChuYnvIR57NoHQ1XUC0/jxMu5UuBskdXq29HczqFSQFsDc415LAvVUA6xKL5q+mM9Z4zgk/rMIKB0p08nURpgjrcM4nvPj7ttjmLHtBDDEBwfDyWh8DyT2AsES0wPIzzoEgsVKDI4yCJoOcEgjZEPBk5uKPUn55TBhGPc1+IhURC8oxxjgWA/PPSJ/SO2xuY/X8cBgGm2YzAm60mgF6uq2ptABfo9vonKIWcFUPg497AUOi2iGyaC4OqsII5BZA9fOwChM3L9cOwhrfa25wOCE2S+iAyaSurlMe/Z68BIMuEytykFwKV8zWRrGa+omEauUDM7xYKZPHGS+65DXI3Ip5mWyUrkMXumvqiFFpe2WzJkdSWyMA8QHqobIE7n5ErXrl9SV1smca7uEwahcv9MfnAnSb2f5wgqFBgdYakE2zUqtyn/x52bNRj0qeMXGDJN911lD7yfQX8AQupBEIHHKRpC1Yr0CI3z4DcIWS/2QT44VXh+C9AD4reEXW73io7ood8AB2XgwBH3sEKPqjVstYiLXJgIHVArg4BBM7pdVCuYUZF/O3gsQOzOOpBKzxJBIXUBRN6wSc3mK7dGLHPA/CpE5A7g3CsuAOD8+v/KWgnT9bdiQHf5ThBESJhyuXJjOv1Vit1KuAJgHBZpwpYQKHtTT4V2dV+Hg3iuyv2AgLX89Qvi+OCOI2GJMnMOUhNo+FpMueavgiqcnx3IAh8+KJp0d/wgXBhCGcDcmGIhkL4pD0OEtoUeuRzMsAYyxgSbhxAPs+oy48ROcM9I8vhh6GdnmMAVU8sPpz8YjtjcgyYJvBgGOPv2fgzAPCh+TO3BaZDQA7x1pp73P9SU2Cg7xEP2Qu489M1Rz7Y9UeY0/QWdRJqIyTqcVQBTSG0NSFQ8vB8bgCFXEjMAWDOgWYWh5O1OQh0QJWqaIDqsFHMp+SCyqunPDDWH+TIvwyM0YDFXh5K+YplI2UMxhUqL+AlIiQldhRqWtamVNdmTCFzyhZDeRYXWe2Nhhyr1nhKaGR8KbAyFoMkQhCqV3gVsBJlKlzW0q6wAtUuC4iet1nlHakSOS/xtRFXWhLxj1gRMShbFM9YNU2uMqqhCiR8VJCRCyVw2b4tFXSyf66jIjkB/gH8oAlysHbOFSHpBb1a4f3v1YF7B03adzD4YPTWuRQOCLhPdLzDC6/lIKYD3tXzIqfbmNlFr7H70IBBCwSM5XN9NRQCAjYWcy5VGydDGLe0fKecFD1g7x2NWQAg4K6QW2jOBBxydjQUPimFKsThX6qA7PPjUDF3i0uiaPx1zM4/MtHKPORP5BkBqmCcFUlrgvaXuBZ7DetZfb5esM8yPWYv4MpUwHwOFRAqLBeFxHSOxYXBDHtJ+kMWd/4aN2aPyFukvTyaDqJJ1FvJRcyDnxNIBDQ/gZwMwx1D1pf/iyfNZy3McxEBUfYvDgM3Qzl/WAYDwzvEgDIlLCkJOwLJO7Tz6p7OMuVWgnw105dKoFcEIflKj6gcBe73D9rtg9oWND18EwS3T3KKf33zQO8IUO6aTWpt97d0iCrUgzncpv5HLHziQmEAJMHPIyASnAJI67fd3gY6QiO8RURk3Pno9kYHD+jbpgoIBOSucL7H2n7G7qePHzJCU3yUbT9n/9a4DnD7tTMsM5lSIfasu1quYZ+0iyjNP5VJK3mWDN3sKhbYsqZKumJlXX/P4PUlyrsK5V0NV0nVVBExy7i2lSkpGPEIGVurJlM74BD7W3pxM3Z9iCiF3ApTxspW1FdUDZdQrEyEVlvVyhIhB7wqsjw4dzWmWBK8L8Yce5JlWQY4N1sNV5OM1ZVtGdaKRpiYy3KuJmJ/IZOwbBi+f9O9xBvfgvkLBDQbeLqAGjgYDNK/FB28GjBqgXtQDqDc7MsKBmqshr34fbbswS5s2MCw7ZIE+5fa3/srKF69rF97OxwMOBuQW3IAI5OCM2yiqWxgLQcGAHKo1zgAFozZOcdDCHcUHUOkFcKj7lj+oan5tbKc3YLdM+0cPBl/nb5bSfODUfsBSIiyQxQ5Qcv0jAB1c10c/lC0FutRzoHg6PwxrtcPc60PbuQTwGSDGw27gWBotFQBlwQ9fCcogkTDvPOtNgyOs9ZgtsznHSAg8HgSfRtnfb9hCCGQjyhPTugli/h3fDw+Nx0QgfBPkQvFmdmL02Cxchj+IdMw0QGjoSMCku8udHAoqLNToOcYD3gmXCN0IyAQ/m3Rq+Mvh/9y/dp1s3+9tdds32/tyRtMs98Gvu3sPmxx/e9ekxvDQYXb+zsdpXIW9M7eF4eFVAFhG6uDT0bwd1QBwdE+JgDi8dziAUGlRMMoZbsBo8LtE13jX9Mw3t5pew2wDBy5dCkwcnFVtCFA4Piq9Bn5YpYu5b9HzwQuroqqhFMM2Y1AUiUCF+h54rnIkx0lT6oyzwlnYBQFQZA94y30qWf0PL1Jz2tU4sAHqhQ2vkyLNgJjQvKVlMVViVglnZQ/tfMpQCKRBcxxEC0JgWJ2MhhAB9RsYEPAfq3Zf8+OIlrB+5DG++8//EAfeVwMHK8AhwA6aH/cWZgjqkUrbtT6eTpIaAZDTQSIcMe4zhwX0RBFT11/j+eXF9YJGHWhwnEmYEeeEdw86fxDMYjmXATHIY4TICcM2zR6BBJ2NBFm7fZXn5x3p9oihFNkOGMlGnfn0OPQymW05F6WI+4al9eL4xF0nmW8GKfLZZa5ZXEXUUIVkHMBs/pfF9AqAcvqBUw4z4c732VZK83fZym3H44SOndN8NS+zbkwBHYwh4PxYj/08UQ09xsqIHsC6XyvfPhEMEM1YZkLwyFMAxHQhHSSmkgAJnUPQWkBC/+UstAHTmApTgVELHfQtIHdCAjnw8xhAq/2G/9oNna3a3KKX+Og7x6HeaEIUuPjZGitg+PgLizZPSp+QD6bDEhVkPxe7WFHCh2XBttcGIAbh4FxaqYzmVtOAET8pa35MVvaIMTvDmJrgUllILLDB1X6vdgRTs+/yAvki7l0kP8eVRNluxtiIx9U+RC84E2jMdpgEVn4gizPJT3jRK6G5XlCYFHI3cwEPeMZWspEnl4RPafn6c1Wf58QWFglnBZaYFreCwpsSAcJhTwRqDI0xa+/XnKj8PgECDihZ0B8HrkMd5Cmg0FrltIVChCw1uB8wAM5xqIOyJktdAtDE/mI9u+wzlHgQmPC7AhE1JrRpSDMSehRXBcMDMyTDmcERp9OFmduJqD2SHonG3hxfqn932gDn83iwlzDcHJgtJivuwuuCuFiEBrDA84AjOIPtIHpSQvM5zFXhaAwfcSsMq0X4TAIIJd7g9AzAveFAxJPLuf1ZZ17hOTZXaM3meQw5XuRVEBY7bh7qIAFlMViUPSWcVIUveEq53To0yKN3yOTyJvHg2nagaKXsuNTCIhXngpQDSoyR18mtIOPORYC7Q2P3D74ixD9gGol9oGr8owRWVpY5ySCOqfvgZPWF+CPH4nFejj0cdgb2I0CQ8Kp0Oe/XuKfDTT0q0azL6f4W1u7/ev7rd0mdLd2U7ujU3p7f7vNSdFPvz0BCqXeSe+DpfsbtUKwO+3/399tb2ACm3UDcv0vu/y26DOQPYJPW1AeNQ7CuX+aBMhuwB2vAwYNkHH5w1XA0xkvRlaiqjPqv3oQgcrAtfLaixOKCYRc6g+oDKzNIKlCGMki3bPjfT1KUL7CO7L7q3zNEJdVFci6C2lWsAx7cMxUno88WZYCnPxZ+hxQ5dtb5IIg8l/QzFmQS5dUfQQINv5elmePoyL2VP7VSDjFeMGGyAk3a4BwinGXRbBRxAfGIOtrlxPh+q1f8LJyLJjjII9UAjkdMGm1UqhzcXxQa95x+SvQr/Fn6IBxRueocpPfgv7ToPbHdXHOMzR0ptX+KQCkl9V2gUTJLOa8mRxaofzls6fRvL/MZflO8/gvVAGFbdwQKVqPhXsplLgTgk10sr6ccPiV48DHxRJ6nuANhaYj7oqZtaLJ8Xl3sBISdr+nZwTohPIOyLUlHA5JBuu/JVkvj9Pz0TCLs94UgJllqxPolI0GlNCOVEB95WIwgBGsgSB8nRk7MoGA7B5M4kO3MFhGMGB2EqXFaYOzop0SeM2FIb1ZwuFg2zYYSiCe969v/mkrPhQ4pDPD18uEdOUBohgYR1acgz/FkNpJPETkBWJ/NZYfJ4fOZ4tB8CnXwp0LAPeh3fcP2loI8tD8+PRE59BPWhD8261Nhr6958ZwnL13v91+gGYov87XHPrg5sAygve4N/CTjGAoh4Q8MNQCf+N86OvtG9jSKMAN0u+l9lk/IDHzo00HLH+vdpD4a3avJlKWrXI4y/cNp6FAlSwW51ogbYJgybJRxI6r0LMkyXdZWZrBK60iCBDzjHfly4LPyGJ3R66cE1iWSUHhujjd4+DpxSYJpJ48164kCljPKrByJbd8vq9+QZauUKUEK/JKoUR5mwyrAlHlQuHySjqxDxTqKZRUJhEoYbxrKRAzdFVLvfnTm253NM8Pm1ffjkZTYqB9oAQKAhO89AXejjpUuav9t81m8446YN1cAwLs3lMHzLLDFRFwBajk2tkrRMUQsNrIi2z3536cQneqx4SQnGPBSXqSzj+Px4Nh3sFl/EzAhI5SW1zVUaTaOjgBvozOoShyxvTofFws88E8mnDFCDEREhrDn6YcECYgQRUcAfgW0gkBVeYdMJsRY8/iLO8U3Cyp3uvNJt3Oql6Pk9GIPm1yekY4yvKT6L+B8MXAVEB5hZnZZkm04oecGB5n71KAZjrID3uDlPfKwZYJMLtHZ9FQAn/WPkA/f/OWmjAwWBMCx8cAGmiBeGcIhAAvF9owSIA2gJp3CKPDiRQDDYVjHv+cYgiCSJOikV8BQgS/Gm8yEwkFbRSY+h+IGmA9rr+/a+w239bUz7fT/O7pvr0L61ceUW+fntq7f0fifuuhtgd97vb+hgat1L7bG2ChsTSItTMm7F2O8HJIAznXMnypBGp8mIMgbAqfbeqAwEoImEtt0K8E4a+UHfxlfzafnvWMW3823xgfk2VBVvL5DK0Gy5nC4ocMWM4VQBhik4PVNZ1U4bMkQ70//DuayF29bNjFukMnBOczlQG57knZKkDWhxK42Jorb0w1PKcydg2wDF1BiXzpENo9M9M1YoVDaJDOXFYB72tWviAL+eZc7IqoCVdRLSHkUclDVeRLUNa1zFBQF3eNuwZ0mgwFEIKtVPBtlV8PzRkf8pSh6zDfMrvH83y/34ij8Wf2AtIShp35mC5OLmCtJjk3xMjq9T9zk2DqgHfZUYOToQ376uwBzFeHh0tauFz1xh3iYBonwLxmExZlXGvXuEIYCANIyGctWsFJOpiORgOO/kLd46IOdgLS8i3i2WOkgVtmRmFyYDqlaxjtFXLOFSMdSjiqy7nQl+cnq2GSTo6dx2jm9Ojtj/NpVtDpoFEyI0kVF3m6nkoFnEBDxCc9S+MrzgXsLBtXBOBTTp/hehAYsjMhIIB9KA8xS20VkqawoN3CYOig0Es1HGwbZ+Jlf/ry0OS/A5jqE7c2WPvF6fkDzhwGQiTtjxmlLqgFcoyd9meHZQVM/FMX/7wMAoF6CHFSJxQEGtQFIHQplyDuyRo2JfDr+Ry67hLQ/w2d4tMBIPQ+4FStuXN7C0tYKuDurtwebNd2ocH9RqjD17whlD3RLxZiDoQ8bbEXYOv6/mmbYLdDI/hGGh9hzyzj4BaGujJEdIHFsWNuDEx/MHp17Feqp+V/40ohJm+/aSYtNtK7wZKSe2ElkykVCblGrhSy7EUEBebVJEnXr16eb2lIgCyGEGUs4V9ABSrvE0y72LWo5lGi+kV4+scCUkGcEL0ob7dGjgkXO7Ki5BHaHfl6PrQiTOgiRuGGn5EVFOFW/EOwhl3SCaoX8bGjyjf1l7dqJvWMRf4PFRqs3KUeixNsZIhcVdSz483X7jjKs7e7jQ6XxMEG5nyYaE47eMAh2yKfDYp6Ftf7DxwJaX4DHMwaVzFQgX1/cdx4L2P4KhvmMHTZ9QcEBDi2inzZrPXzZAhYoBSqIzcXhkqJdjtAsklU9JJ0TgNVMwHTTnR+OSAUDooI+l6cn2i0WOjIaS8Tekbg8O+oxx4+4B27+Ba/cPkvjeHJsVaFFCcT+oip53SV3x3IO+Dokm4Dk2J0GRGGi2N6naZzrAn7M7UqpHGFxvP9xil7AY8Oc/ZdapskGcEaDUE0PI2Tv8aNfFBkp6mGqjuAZ856AVJCCeTaOLzl3PCi5lzERKOz8THdw1zyiRsxIJKJ9bgHCDP8c7xSZUKaH4dCIDKgU2hEuSOcYgLLj6KvxD7jpfwB/iiAsl3XTGg6xacrLE59frrf61OZa/e5IJhbxdlcwBp3BeG0P/Z3QulzMmIZjeOtn7/bQ4GbrS/b13J02uaoh7AOpOUftHjZaaga15Bpbg1s6S/aN3NzJQgPz23GpM0EAnEVYYX1BaqiQO5UIgj/HXqWLuOKxKcsYbyxZcIVeU7P00Yu9oFnnVjJitjnVomBuKrwuSAUCTLVe4Wep40YVNpwrKPNZIUN5Gr4hM9wkajCBnpW1osdPefwch0TAL9pFBMtiqMBzM+AS+KIVMUPMwBBtqRv1EbWb9YaK7wswD7nEoseY2D/sjuQ012yleZEEwi5krjZ5wrhA6iCwEUbQAEEpulFB2rZQHuF0EAd5cOLdPHXdPw16sHylc/o9LRH1zCaHAhMWsDizU9n0aOcCdJFAqe70Ieq9kaid8DRiLsmneaDXyZdaolJNB1fjnrL2QB1iJWdJDo/g5Gc51F3Hi+HcX48LlbZUXzCkSCogBPtkkTfMFf1YrCAHQ9db8bxYCFgr0hap8s8yZfLYmBbhQABi79EU8DyNMJzanBatPwj4IX+yZTANPpM9wgj5yVVD939ZxSUOa1OAdHOYqfmMdMzVPKUptGrEmQduOGjGNLAMtACYXI8gXjyg2+6H21gSgCAcf2usX/wsAvMqzWvbUMQjnzYahDqa/SFTwR8qLWhwHFghM6yoA1CS9wj5tOWhQrY5ubo5g6VQj6K+5snzpqBJXwtsKOzQLN61VPIbsAnJLln3M5O8AZT/ZmKsydW/nJ9API6hTL1391RyUHoRFVZlRCIe640/B6VQUlB41HS2rQcchL4JA4GTu8xiVWu0GYqUCUOoTEiqH6OIzEICU/+WlWJBcaIKxnFdvCGWdc9pjJ4ScqoSILYAi+usNUH4GKXcK35NIl3UE2TXqQQlX/Qanm71Js3X8cRXTv188kxZ0NPJpoIwyUhnA7dSTtJL+/8N3Ah44K4u8Y3u4063pYG3SFkXAtM45bLQd7fcXXckiPDVAIhS4q48VA7LVJbOAIEhFGcxe/oHzABBHIjdg4j2ExAGw+h0/wTcYBCesKy/TI5HnK5vuBsl4GUQgAPl/8S5ubOJxZM3rPLMbcG4aqQqLdkb+C5to1Lo7FmSxfpMfcO6eWcDF2HCrgYL6gCFuwFbBzC+uWUQK4KwX2m2isYBjQHQNQLyL1SYC7O0hjqX9pDeTTGhcHR5DH6hIc2p4sYWMHcGg1GZLvWf08reg4znQtDjsfAJ3v8mhqIA1TqfAqYSZhzESVuqBcygZ5C4BxOlRAyIs93BBrgwSr2LD6MqAAiBubx8z+IhYJ80nwIjUbtobFHj6i2OTqHQQBpe/SLCjUPKiAXf3APOHX4cfhXC+Jseoy5NL2/vdamIBz75UfdgFoCcsuOwBt1+ckvDCCU8Me94FSRCiIa0a5w/jWoQJlx1vsjEU6HHSIaNYxKCVqxX3mlmL0yJP8Kv/46M6rmPkuqsMQ4Q46vyIQJLV9CpjcyyTsZk3YVk1UJQfVWSf4uSBtGtCccClxVH0NgTVhskQQklbBcEfOsuDgVYabLFqFZNcW7sLJGjmc2K4Qsi8mwPRexeXcEKi/Kunb3uhTjSjmSi3yhIBf5Viu5JmE7ugmuhZstG7uNXjQeTT5Npt47NAdCBin7AfNhkfTeZ9lb6YCNWnMfrwv7AfPVPh1jaUlwPlxe3dW1WTBQEeoSKnCD4f7e3hUxZEXYIXA26EAerXZ+5KoQGsL0FD1nP9+iYyvebH0IcW8w5+RAGxCey1tMWBXSmXP5L32oDmjpcq0HGsPbTJemE82IgXI4WnMKYDEYjC4ncR03NOFcQdzfpDuI64BYrYejY9R0td9YajnIHbU6OnVIB2m+7LEvsMcFcZwUPeM4SHxRoI00WWYJtGegYF58mi7mU/z/kJ9AqMlUAmnltXcbuFoyiNy6EC4N5vNHpL8F9/kQrhHmDPEc5rmEE5XwRwlDSwXI4yegHT4CPCmDlWx9ZAUzoALIeE0A1J+m9gB7ly6gYQPvAL/7e0A4bRSn3j1GUAW5bzq3BYGuRwagB6SvcVIfjd8t7pS+DbgTvAHc9gB3SN0C/2j2GiBeA0u5RtiVgUw6M3VAvWvuh8tnxN8u1bJS4l6aDQqcAr42pZCntWIC/fJfJR/4Bjw9S5IMXsFUZJ73Ah64sKvupRb5WzSZy0VgNxpClx8I1aoCfliqWkvisqpJKvQSQ1RPLI/NO5MoxBWpBD7TCVjV3YR/xuGeyPDuWUYCu45lBqG14VgFnlVSoVU0AYKNv2b1HhCaaCPTJR2PyutJEjd2m/H8eyDg5FM0IQQSBAcDjgR3Ei4JTtiFhxfEXAM2VnH9qrGE/UsrmEtDMi4H4bAIIi360Dgx9KbeQXuvASihHTnscb0B7OBTKFH24aRo84sf00nMyZoLgwGFCSfCfHgH3FucaUB4vqBnBMDdYr7gROc6MPFk0j0v4qF8AGrqczT5vksTdxF9Vm/gxUk0+pUDwykdCaJE5+JkvU6AiHnKqYG4p2gcxbzTMVTA7Kr3aZIfHagXcL+BO5IKaPtlalUztdpePW5x42R2AwIxexldIxSjKdA2iiafOPwdJsTAzKO/fJjBJ7Y8eHx+qXcCKCZdUACHVLWrT2MgShroqYNPsUsioICQxtAPgwjvTOkT/PFEhuMZcUt0M4O/XoLj+mCqgRwFzt7fNRvNveZu+5p+UOUFFdyXJw6GtH/DN4GdCxuYjqLbNIapFO5xhINYyK2EOaBL1AcaIgZiegv3J65/E+ZxTsxOGzofXR+ghaetHRaBmkiH+tAGd3a+aB6gjfbpvdAP2SlzIJPz18uYPedUGF3Cki7fC1XTlfWhGHt1fMyabArwIFxTEyH3WRI8AiZCA6yrG4W4LMc30C6or2RS5qqQvgSzrU2GughFKoR8yyqbDK2rmC3pCnlBTNaq4vTZ1oy7hpPaxcJ1DBytjVJiFcGTK8k1q4asTcktVKs+DIy7n0oJE1PoboUNsQSa4+lqWVxeSjfGgHUttgxfCjHL8huGHMbhK/NPQ/rnJQGw2VwOxmsAoJsKM/0lOuFcGNiqTgeMOQdwFzogCsMKHq72r5Zuo0xqdtD+OAWQ3YFAEgiLnFGR5IDN5hDWJIzlGMYz15xSY+xwoYf8w5jlOwTqpAMod3SaP++cyPEfy3CoQzOmp7bvkRg5kBn8cgk9bgXT93MXDHdKP7s8/1bzpceaEZNGKFvIMwLVxtW3afoZiBfP8nx6mWb4Ft+uR7NsdUgX+cDx+slZeoq7S6gJ0rkgR3yLQYJbt4XBnMvIWYKQZ8Ugfx/PUQ0K47tkBE12Gk2OIyiMVwcVCGw3r2B8cziYNvDxeK0/PZ+8DxEQ78jz8PBn5jEPSQwhTUKm+6b7KzVJQ0DCH8XkDPEM8lzIKKSdSKrg/3S/nkc9+jmTNxjYv1oMsqU5MLUDGwbhLGjYvntAKah7dI0AW/j+abt9TRuYg8E7tQct/tiBlnj9E/eN9+odt4WDFI/ilpogCuGAUkg/MHg4VkY6IFXCL1oLrMfwPDRSyihIQsLxegtKoU9tVA60kaoGFfHvEYLA+ArGGW9cyTvaTG4k+KZXiEEl7Y9ACLx8g/AMPY+g5Cz5vPhGXCYqYsf5yJPFJVeljdQm63ifdinjDdEk8IzIyULwXFglBuK8xMcbvGPfdM9HUHeazSw9Ho+PJ5+nNg7MD8cgBintVeiALaiAh41arXmYNf7MrjwOhUDfO8rkHqvRiHuz+kprQzi3jstBFKVFtvt3tJ5etOgeP84OgbaAQE6S41RDXGcxWa9PfiC0AQrXhXr8wP3CQd8FN0ovPuTzaDGADSxwG6y1M8hiHkF1HB4WAGqOA3OXOLqEARJyybCmAmqoOD5FixF0w8M8TeYwjq9yqoBnw9UwHi7W83iZZcnxKL/LGvl0VADp88UgblxxvQlVPS76gO6XtPx4sHaKex8naXz4LsJlomjWG0zxXSb4F4JvRZ/Y7Ank641Xf6959QHVoyknBXJlHJ69fumCNA9qDtiMc0lin7IZALgkptQ0OxE7A13CcXayvE+6bJyXMnwZutmA+Ex7df7lmo2DWg1gp3FfqH23t/KFwA7BNoc9oNnRETRj2r0a/v1iGqDUPnxVAhmMYCiL2+wFvKYOKMVQkyO5bgSKHhQ+TXnWNGp5hOGGIIg5LLLjRoH1dDZCI6WMvKBMVMTVtJeFDFMPSOURSAlgaBCAnMrwe1QGrrrPEGtMELxo/3neKymLGWzcCQMXVcmEGykKfKD/D17qMxhX67nYBSar1HkmLMWBwn8hUJUt61kJn2lSk3iBMYFcofIw8nGgwAZuI1ZQeQiXI7zH/d33nfH6mEbwlL35CAGDeKWhg80uBik1urtafx/q3G4jy/pAwHp9/z3XlXEM5L9pIdc5O/CO8wI5J5qbZEIXrAMxPjT3almSJrQhV1A2Gv1mE2oRHchDwwN8TS7Hg5wqnToBh4TCxMZDFvPUhjrSaO768XBbXEVymp8AOYGXp7lWhcAY7sGgHl+uOTUGSMg50CjMdmAdD+gUC4jYgb2NuJglI04JhG55fNzLVgAxTgk84qZv+CrcKjhraMilh8JRB9gtIzgeAgChD+JbnR72OCe6GBSnw+gxH0YjfJ8RexBw9z2Ol0MHxJtOQ+/h7QpKtFMCR8AevoLQ63hAs7NQYFidB+1FOkCEP0KfR0ZKiGoaBHGY6JFOrNnE/kMOiGdjIAoZQPKZ8wCzI/xRH2ADb133d7dgA+9BZWs2r6GmmT9Arg6GegcVcI8OUqG/3V4D9eQI5naL4yAOAYmGwH7CGT6StbkpJnj2A3ILOMIedEA9G5b8CATcpg4IBXFTA9QrL4nRC1kZOApcGeDjfvBVsljnhrDk/m2ywweKN7lN3FJUJj3zggKI4PQtOSoPH4DcVVx5R4Hzh6PNDAsUhj8ABQoqgkDVxLNM9//FUgFpQrMSM3YCHv6blkHJBDKRxOIdqRegQqFe+dBDbJUDh+BNt3t2kuN1vSpG4zWHKmEFwwT+NOWE6AH99yVcvmaDuA0oCXR3cnTALUI0+oHw/fIdsG6/seTMaGBJb1ho23QogfWs/g7RVe3hIL74FsllnY5hCIG0NNkNODgBLqynvTyJTmADd6PWMMGFF2M3AXB+fA4NjLrg6Hw8W80G0YmmThMTgWpyUR+NNDCScNjX1MQpncVQeeOAsDaSs1mDSTrhVul5ki/WI6qAcXSexlwYPI6gsjagReZcFULk48JgUwFh1nJ3zAJ4nyew9YGDMII/5Bet7NQGQi5sVciEI+nTaUQlkHbwz9JsgBn99x/eFelgOjkDBAIB7e9EFBOsKQWOiYpYSdP47CDMAeyk3uGDgEJGOBzekf1VrMoq5sEPQz//j6vi1Ak44UoQ2cA1eUTluK8M3ds9KIQAKdjDHAiGYncLk5e4x9UgT7fbbe4Qd08sfGo/cIKgHLxwUITmP7VffKgCXstLjHwByvUzVUDtE/fEadCmA0JElKysBeaHP1YTVF9vBuV7Ri782hlIoNN4l+dqkPDG6a1DNZ0UIjCJkoxVwjKrSV/EJdkWIiQrRXiqim+X5CUSeYm7kkmr94gTYbU/jGkVtyJ8QhJXyQ41o5tRbE2oJgu5u7bybMUVFiepqyq53bfJrTnfrLVU5atkLdqlXVOKVTAI3OU9WeZGs5uxvhoPpo1comwt5JCQ5dtDEqcdFDH3T90R3uBm8zAZfQ8ElAoD8CMKRtHJYAHdKck7dIvC3v2DI1rBjazxtt+4A5TR5OXWGtz+TYPBvaG2CYaqJwTM44xbBOfL2s+7WZEAF+8gZ9l+s38VF53BIH0cnPwymiTDwvzAjHJOaOE+wYN4eAFuwk5AOolR3x+UM1q8gzpKLbRCeFkMiISTvD6bT0fcE2k1o+YHkKyni8n4kg6hYVOPbWFwdKaFwUU6WheHuPtv15PhapnFn47/uoTWJ98w7+tplGRHnG2YxrTjgbfONSq3SSIOFrMflksYwZoNKOcwuNck1VxKKoGz+K5PO/jv9q7vcFu92QWRWTMCqQQS5nQqJMAJ+hxfJnEYDJIzWCTuMUKaqIagtHiFcx77JPHg590hyPLlKAjZr+sor9fjuwb+uuoEhA0MAGxzKfAXrgyWCsjVH5zwzGUg0OkgBfLRKwy+2z34G00GBJRRlXvaondoQic+18DD79r0gEDAo5t86wcEQnJs5cmmAX6hP3yawwBA/Ch/tZ85fryMyw5ypIMMgcr5H7iqWfe4/dpDMdax90M1TOpL2CvDWlbfSoJY0Eq6gmXSmlEHu5pmi27gxhetXJLl7ArWiCojUFRKfYOS273YPeAOXWvgKGSycnGyvDZbYhlrV1VZWhcPTUCiihCGVhCoIWVbK+5CCFmZzekaTKmZ0HxFJsbdF4mx2tK3VCE2ZvlIhVos7qryRu1uJVIBF/u0fTfmI2HfdeMe2Eh5H6zv6iJgJoQ8WAlCAOAZzb1mI58cj79fj6HC0P6lBczPfJAOpANyPHTYaPYbjd2HWqNx12g2YQVn+ysioGYCQiG8o5PU7HAVx1T+DAG5yiou4n774Spvxdnbf3D13HDFPdX61Mj4WUwngyRh11/ETcpaJ7KBJ26p3Hpd0ElMtNDQLtBxARu4RxeAj7CBE1q809F6/C10wU/TY0g4FdC6BaH5EQlpxsJMtoXB0a8TqoBF1I1goQ/zCacGcpekTxylzicTPI79fI5/C4cZkHS2ynodbpLnjGD2/9EipovoXqeoA1wvOALditPJAjogB5E4IeYCKjOXB3MshMYdB0NyIH5ku4UAwmTUuuHggIM8vISxUE+sxYJA8hAJCwVyjqch/KthHz4B90JIlW+tCv8D1c9tDqw+QK0EaeKPdFC7veYM6J3mA7CtdkC/V3ICAxWwtovvQju21gbs0f+BoJBG8P1T+zt809sn6HtEuHYNaHb7G3fGlB8YVrzXVGqqgg7s0BQMZecFRiuBkQcNEN8+EA++SpuSZ0lSGVQosCXHhI8VuVKO8XlO+q+JgbiN6j4WubwySbIiz6XPRGXkWQWKKjEpBF7iOEpLtkrK2JS4CIE/jHdhoAr7+4SgmnglClTGG8lqKjBV2kg9CwIh0CnWJL4I+e73MPMauwe9yXq8/tt6NB19ghXsbODFSTQ4eUwTAFXSq9MK7u83voEO+B7W8NusHnMqYK+32ufsPyQ4IkLf+NwmGKBSpzvl+HC3CfB82273UeboLaxflBrGR/3dWqOeJ52LBGomIINdglTugDSEwvVYuEddkJOYo/lCuiC9A3JSy3I4wA0KEwF30+7lI2B3AWu6uxBKji7P5DQBKuAv6g3kMAgRF4DaAiLmg/VxazUEbq2nOfRULgyGCpilo0HcOEQL6Qo4iOsPs7iVpq142Us6+DdA6zeH0Vgk+IYc48mKAdqbL3rxYpIWC64olGMdaoaNJv5d7BELtp5s82BtGUIvgUAePn/illsRTJAjjhmseZn0PBMwC6wFIqIa5EQ3gzn3cSog2zNr2IT8APIAfFIDIUDIlSCa277b7D+0uS3Sbn/nBmgHOOMwCFQ3eobh4g8uk+NQhjkBJCYC2bgaRPNkuAYEgHYNzNza+wmaHdf8ajQYtjKHQbjeAzb0bwS9j9c7W78BVpHPNhheb3PcRP+qS7JoQ1LyGxllUFLggsSlXhG6qCJ5UeIFuTIWBokPqmyZdtHvFayIVDSk/hX5oySTVtLVxMviZUqcL+8Dlwzpf4Mq5XxUMhZvphiIs6Qn15IlNrggAW0mN2IXIDLWFebx5uvY5sHE0fH6GDYw3eNzSfAESuA8elw8QkHjojXqgEDAXW6S9LDb2Oec5mwZL7nAF2jWyHqtYZ0jqDNOD5RKyKEQKoGAgSwpslr7IRv+wKnUMAe1OpiLSzgtmtNhqDlBGeQaDqJPB5wWBtMbNHGPi1M4mS9P51wYPDBMHHdpA6Mq5xIucyAhNT8OX4zOuyfxaRF9HtHPKm3f9eW8vkrS+fF6jttLvh1dzmOqgMfrAjbgssNNk7IjDgRTEzyxVSGDqFhlwyS9kAoI0OsBxKwzEFou8Ds/lftrmsm9aArFkl2opkGnhfUEylk0TcdvGssfoIPi/o9t00w/GkKUw19DQVD2PPrxYCwQJO4F/AOOOUvX0E55OvRR5FIh4DAwMPArx4F14oHXlytpgAe1nV0AYLu5d/+k9cBbTYX0DAOQo2NUoNjT7TZN3yeqgDvcJJg4BwiTEQxrn0McO3SHSoPXuvikAnLgmNqiEHGn/QU5gEC6EaQ66ApxVzg8Bf4y3a9WASLZNz6BAOWMk8RzVapIFclsktCJFVQa3oxDsd8lBrS5yJZCRS6pL+METhTiKpXxhhBRSHly3+IZIRAXBCAvq6Q34o1s2orMcjlg7A/Ak5csq5Xc79DGHeoPaVUCY3IjPf0NYRmUVEnYzSgohZauJJ/FLhGqVH5c3fHnlJpd/YSDIGtukDSFDhhxUQhA5/FkAOyQDggEhAkLzLpq7tUaGdcO3MHCPTyKez9Ad2LXH0eGuWSCCNiacX4J4eJdo/ZNJg/RzSwervbpVUYIyT3V+ktoRbCE6SQQCMhOQOsO1CrgNJrTS1ZBt9BQD4l77AQ8Bu7Fs8fFfPR1nMs+hg1Mv9ALZI079TidTsw5FseYz4mWJ8JIANVgyoweoOqcca83J/JBa4UK+CF7n81H3C6uDhBe4i7TqDPMVoW2SRoWcpGdJ3/BvXPjYE0J7HGeIedDJxoISTSLHA8xmn6aFxzz9jNioB099Ok2tjP/BCP4eypi/G0Bt/h3sMNgTyIGOEBBpgKmCopUntDmEU5dgjxNbuhnIX1Cr8ER93AoQvAV/wbwf4x9gM3mN19q/b3b6//74emmDei7eao19mCnbnOTOChzUAGvOfor05fDIL9RfeOkwC3uivTwnWZAa8VvuwbT9okz/zQc7Fb8Pl2jCkoD9Ha2rrfD6pBtqH4cCr7euvH4536p+NXy1QxJFxv6eaFOj2MluWr2xlSy9SKSjHcJT7wB/3442cYbTfKNqbSTebKYp3+3GfFLuGy15vOczDeJs3pH4U4rgmeSsqL4TbGr7gMx/gGrsLiNRhHwBq1VFnDFLLnJPafKc2J9Ju1q+ITbNLKrQugk5fXs+Xi5u0Uf+GIkS3ihZD7h0mxJCZPxipY2od1gdz2ac2+z7GJ0CQikF+PRdApFkIAURY8cC+ay2PwvFzOO4fZrB/t0kN84yhr/0DDw+8M61KNsvwFjmP2Bdc6DuVsxBSSkqpRn3CaTihIrLDNuI9TIhuw2rNWaVz3uu8Gd3iac9necmg08Aba5TsDugOMRg3T06yj+wB5C+kEAlkWLiBuBCBNlDBdz2sDyksXOvw4BDDkCvmhyfvktxywW43POiEmKUffblfmGKbK4ThUQ93uVTz8VWeOwF0UF9FrUKzJYxEJA+y8w9CpgMuP2IRonvsg+cLpg8ekk5xAOrj7i/w9Oi86IgHKQgJe9jf8c3CN5Lh8xVALx1xDq6c+CpFDO63/KMIlBnpsCKJ5wR8SzclASiXMGeAqcjqiUy6PCRw2QMRVBBuf41hwEBlLTJfSfYebWmoAt6IL3TzSJb2+f9vo/U+FTL6BWgXCYFzHgbs+tjCNb+1nW/jYK2UgwSgLgpBHaZMAbioiJQERqikBXoKBUP5ZBRQ2CgHhaFzd/1PxZWye5ZBDivfR92pZdTXupy7Ffvpq198OXMD4kGaqdUsRYdTfLKMddle2XeSXvWlc5sC7bLqCcUAVxtUmT+rsz3mK1aQIfQuLzmf1MjCRinWUhicvGxZTFdQkGTCuGzN8AY889D1mTvD1vCXQ5iPT9qncermpVfGzN8J4rJRHjZOiatSxrwQt9MQntHjeviIuoYSbdpUEM1scnP3C7o2J0vv7b9xOA3+QXKDB+RRw0Myhog7TIiyQHAN7Bbs0aB98AwfjWQKWLDxt1gtl7eobm3BjbIOmu3oPWp+3g0uKUbgGBJbC24np29Pabh1o/U63mQ+2A62WTC0AUrMf1OZeAjE4uBpdjbYV5Qk/R5h6VvlM574/9eDYR5uRMu8ThPo//ORqezh5lA0PzW8y5Y3CvbgPC0Ak7zOHcwNQmFOLrROspNLlZHnWjD1mvDhVwlq32uUkIfdwUnxjVL+QaIU9PpPzJOxbHg2kRF8mQ8wPzbDXThpkntNTTvIPvATS3YSQ8t6WbFn29DZzY2oMW3Cs6XBsnBARK4c8gyLOYB3kPfRQZBhLnAISWArg5hlgoC1idgUwo1yDPGNMBeTHZvwiQtm1BvnbndHl797bReGgetLf6cgndpktobvDRbO5c39+2bfmHXCJIa2vvIZR7GICWPPwh1yYDEtCg811zUITO/yRBMeqFSAgqDQGh8CGPCqH6/1hm54ufBuN/ou5XjV9u+MXqBy3GCIF+1hURyGJXka+Ek/h34znviMV9ZRCDV8soq7wRnyXeOFRjTSZZzmfrRqxJBYpDk8z2cr21roCXhAt6QkuBRfmK2PE4xbgo1N9kwuNx38ndJ3i1Wd7UBrtB/nZZvXpXPpTMS3EZi5Qsn49lKMsEPmBY/bv7y4VYh309nrxeWRoUGibvI1b/2+hxBkPtqhj97XuARzTAqwk1cPLJecc6oQncSQewgvEyrzJAFtS/Zq32Nquz04/DwBoMXh4i0Rquju6AKvIAA4zoZYew+gbFh2b7u0OYlcAPTpOGvfXNN30Yz736Qe2heRX/BfoUF5N9Hl/KF+ojPeRPhtTg0k/d/0PvgFE6X3dPOMuPeyqZh/wB147A0J0S5i5gjALvLscp8Q5lzFO0Bz6YyTYp+uSMvqSTpDO+TJdxy6mA6gWMl8ureIJijUY8pyaY9R45Sg7rlguD40TLg/Oi1RoC7blJHI1gTmnsXcUDDdb8NU+5Lg4AOPk8578PFDpo1h5qP1HPAXg8HJy+KxKOBxsCcjDEEM9jnuftL6WEPwhwvxLmnH2Mk9ofkkYQGdYJBz1nH7qDkdUr7e9c02K4J0i8xJ+kcdDYrTVq11wDwsUgCjgV8GcqbdzykpauFgZTAI0W8HcDNGN/IJREmciuG1AqXbv9sEMD2Mxc6YDguSkwW6DXaDpNvb2+Ac886IPsBgx9gAosDvzrhPOZBOTiiqjCGr0QVMkFm8IqKa+SqrAvkj4gldwLYRidfEYMxFWFgUqWCc8H8oHP8/LXUkauuOMVOGEp+gNyZS2xQS52iVKgOMhLTpExLsO4MhHSFJEvRUFuZKIy6RHfnOJzq498tB6PL8cDaEY036bOM9YciLiga0DpgLMlwYv9gI3mN2+zFT0JEwFh6tI7jHlFuLKpgJod411jJTHMK/qbh/W4ZJ97H6oftEhazeD6Kw40p1zUMZ7MNO0vGX0dtegg2rZG6vE2jrufiHu0lEfAxAXusKud0iOb8UzcG52bDTzlcrg4u4hGx116PkhhL58vVssEpjRUQO5VQhf5cg+4juqrYdw7hmG92q+nYw4EZ8XnecwpPFABD4mbdJA6S9J3pgICyTUSHEPBjRuaDZhH3JE9KoDksoKPXTdCYpsHQwm0+XBbu4dUHxfcN25NHcyBGw+iGiLHIwReaSI05MrhQWgTuln+K2SaoFf9KiqgsI/KH8GPia/nJ0Bx/B3/3KgBALfbB3ua+nx/DV0QN8upgLdP7d0HGbrtZnubgx+ELCp+1Ao5G/ra7GHZvcQ8Tmpp4/uiJLKoCaIG1DyAI+vICt7h3D/2IEr5Izoylp5Q+WfN05jntPH//SW9qOZ+9D5NifH+XagQUJixJUtxSdXUs/r+FPn4FQmowlZv6AX5Wi6qUJkH2kyJTGqcF5Sx5TwnixyvoKJXmfj3yWIyrGR6XiCLK7wJGFNe8pVMYyppa9MSTHsu8CaoJuyQSEwwyXmX6/GiqDeaB3FEhWQdJXnBPvwRjOBfzIzj6GzaAQC8Ky64TuKwuUfXgM1v+vtBByQCDmH/NtgDyNnO6gB8DwWJZjAHOnoHtXYfKhSn1AFG9zVPuMmOw6xR29vNgCr0vAD0vchbXIXMQV+zgWHnahhjMF3TUzQ00mi8Xljf39nlL5z5DBXwcpzTSQyX/xYZ8NKmAvYIiZeApxaHQY7pIiGNzqHyvUuSkzVVv7xXHMP4BaCl59A5s8M8GhWnR1fxyWeqgLjKbEUjeN7BN2zZbun0D6juTZrCSVE/zNNilRVRsRpGUZ4P6OWLBr0e3yIthrCDDQHVl9buEwL/ygmMZ2MiEjVAHMQ4BjiEdBZ3NfvPgI8anlQ+JyGwGRwGHh+zhdkD6E1hfRAB99waYIeE+Itzz4PsqN+Aat/c0VyXhz6giwF0PoS45YddaGtPNzvcHonanvZ4A5ahBDhgIxeH3OzsORcQ24g0ARpZW7/JCLYZggaBUgG3tq+1Jo6rRLY5/qG+wooGGH7p7jUi0Gyi3qaExbyEvKvmyWIFKMVcn7P5spLHwcigrcy2NIiCKvlMX8nnl1VkgYX6qrEpYhVx1frhyjxdfvVumObbHLL59KyySjHeuJDPZkJPmkUttjbEqk3PMyiv4puq3IS7IKn8420EnlgwNG035EuEC1gj7s69VHzZoqr6GMRclhKPgNfR4ZpSM/7JglHK0+VZVHxo9Bt1gMp4fTxKoNl8pgUcXAMCAAd0C9OBbQp7732jQeTSsOGhR0D6QUDU4FTA3JaIyDPWatjiKhFaiq2s1q4tC2hP8XK1ZDOcItJnbXINoGRCT9FQ/uhJPknHnNuXRgPzhNV6fKTvVDmCsTUgtIG1QbrGgSfQBetcKDLmihHUgwooT9E2NQYIhiJ0mJoM5Gf6tBhcfJZxnLeoAtaBayOuFuFWwRAfZvkkohMcqK1x465eLOY0f5O0+GFI3Q8I35sldPFA5zDLYjA7/ZBE9Fqduv3i2Jeg5zcfdIr4kDNiDALx8tcadLOaLqYj7ppJ/NNMP+Id/ipgiXmKAkvEcynhn5BN2iB4JBAQ8phJwHMyRWLZ9cehYICeROwDJArinwO+c6Nx0NyjS2iqfO3+3g20PfpC4KjIvQ0Kawpg8ydgmFP86NEFWAjbniYwDqiAtIgJdFD3zBkgvu31/dY11wATHFmbcwGf6DKfg8FSEbeu/1+Cx60d/zsGWRyYP6DNd8mT0vajD1K+CUavN2svGj/KZ+hEJdnrVca/T+FlJ7mYzdn9MpDI3nHyzDHZM1JQfYGN7Kv5NAWO9aR0SFW+jG6Bh7sfk/o74+nyfBsSin2VrKLPV03j3F2Xj9YLxTFWVWWGyIIQ6mRkkjJRSVNS/klMKiYkFPqUHhzepDd/6o4jvOB/7i/nx5ecCIj3YTjnJnHBL8w0WswXNIIBXcVFjz79dtsPDWiCzWZjuaIzLKhPMHi5O0jjio4CV0dZXduDaDZ0b5WdQuPJ4+bP3zXYc7bM6GX/kIbhQ+0t+9+gBAITEm4ZsohOcEFNiTGQow0sD4AEt2go14Gc3cdpJxojlunLceDhCsVtt6Q8HY3W62h4WmibuIssTh5tGxEg2WQ9zpd5BxjLHsQiT4/PZqu4Xk/ZC7jK4tEx5wKuUnYGXtGq3W9Ax4sG+QfuljSL43dJwTXBrRZdxLxL0jw7Teg44YQXjNJhL/qcptxmBQ9PT3FQuOXBAIhrDoa0m+9pB0d0mH9JXNNfhhEhTMoeI4KdDgGbwI+QR0Aj4zOQFvgR2QhuFriSOl2EAKBHx/gEv3O6BOQgiPwB9tsPb+USWv4A72EI04kft0W6vYfqxyFbLRKW6sdeQLrJIhZyIh9Y9eZxTxAU29r5yBUgP0nlA8IB47apA15zbrRUyJutrS+a+3eDizx93G7LOSBXguBNsQ5shHxjwVpPt5OBV74lwxtm/+lLMdJ658paYIx1BSTkBcpGWAZJKR44IbXQV2LRkuG9IsM3WL16GF9xl3aqDCUsFgRqg+lQQ008+4o4dStM+2oWU6jWUN7K6mKOQTGfr9hnI7bmncSVMbHdGSWK+SApCs1J7Kpt8iI36IuASWvSSilUCd6JxCoBTjJF/m6c3N0ZeQ3uVhOM7UZ9JX8FiiFUkxa76zjOJ1ilu54C896+zS7O1uPL8egkz7IE7y4Ovr4nfH0BSOoGTN/FsyRu9u/eEq+gNUAHZK/gUQzTMTs6Hea91f6htL/3MG6hJa2EgLO4vuT8kWHjod2M81l8dAVoxOdts7b3M1qK68BUThNE2Qsu8YDdyIXBhboD5zR4qdxpmqA8wkTcJQ4i9gty/gtq0Hs+9bwI36I4heanzj9Oip6EYRDohJy2B4xc1OsFLnH5uPrQyotfLtN6vRfPRuPiQz2rp+MoPoIKGE25WTp0OnYG4k6KePXOjHjO3EHUahV5naprfBh32A2YpvFpEiU93iOuh7uSFsjBEI6QU+fdg+FHDypuZQiNfs2Kxp+DsCfMI4P4T7SCTSGk9FcioR0KgGgMCXRU+8g7cJQMYQUB7fSGL1IM8TnHbXMQBCaw3GHtNWuc7wJdjYuCAW8HD1yy9tDcA9jRF4x02Pun9gOBjMMg9If6dMMeQeiOP2sGNLDsuk3Ek9J3TV+A9PbHhdFQHOVOi31+bYEntUJcTU5iXqwEYVgVvEYusCPQK0MKaNzYMvgDQuBCSz+jMniVnsebrBGCalgpUXIik3iWKR+XspB6Rggcv1mgDELsEoqNY1zym+zvUmhHVGF9CsEGX5Uw2pQzRCwqOZcA4wXV2HG+hBdUxAEBu2sqfW8bV7MRTODx6LGVvY9T9gHizTUTDkbcggMhnU4y/AFvfJ9LgmsPb6nD9aEDZtwZif7/8EYPl+8b2ZBrgqEXyiEMpFw/C4DM8h7M4L1GnMdHb//xtnHH8WDoRHu1P8MKoxLYP1wBTQAKkwmC7trc4QMKJ7k2C4mAbdQF6d1FS0ai+eTreCb1cNpdcz3wgAPCA6hqsEDlA+vb6PPZf9mGmZNj9nhRJ7wc0yhOovFoJhVwPOotYdSaCniXT0b0jsUZMXU5BkzYGZhQBYS5PSji4buiQ+Wvl+ct4GDxLcz+OL3I3udzmN9AQKDmIEmnnFH+2RRpjv9wCfTDd3s/4U2XEtj40GOXJOxgIiB3yRSM4c8ChU6hwI/wZugm1HNKn4SqIKBzGGfoZ8lnCqAt/IDSB+VP9i99Av4K6M/qy7s7eoN5gP27DZuXgx2393SFClD7hltiQgWUand7XXv4giQAjODGzj9i4d+JeFQDYRrj2wE3ofFxTMMKbf1GFZBpAiC7C1GUcGfLhAmS0Bk1Lyb0ARrpJxpSrxNOC53ApJYMfJC4qExskGklFcL5vBWLNxIvSQEVk1JEcu1vyED60mCshvEvSuG00BiRldeJYCPLURDZUZI7y0SZTYFLWNJnbLK/R89qGFnsg/CviKeYzchzIXydcFYr+PilxDHPk1I0L6n0NZtZa3I5/n78+aSVNT7kA06F1mIQfuawgedyjprM6PuqCSuYy0GgBIJd1rOj95ntj6QeQPYKzjQKTOeA2dGKuwr9sMQrBuhr7rRrWe+Hw2btm/4du9+bNbwFsKXR1h4nBcYF+wA5lWR8CZCj4hetj4u44IAwJwAGXZBzYwbs+wNywWimDUzn0ag36rFfcHLJzUJa8+ma1bhT8NklFwRTS+Qsaahfo266imdFMmI6r89g/NJupwr4niogF8TtA/MQCYtj4qBNBoRJj8sBAePsh07ay+pFMoPyHAlqOZUnLfAU+U9kqgH1NO0UQ+0eXPu7rSCTw3wuD4aeCDv466+GcvYnIsxJ7/MHc9zhBJLhI6CjPihEJNoZNho4ShQiGr4WMcRF6QubE6H7fz5otpvN6+1vmtwSzvwBtgFe3AgO+NXmfnBAru925RtGnhAgoBa4tff/hXH7E1Q/wNxem+5QwRDZdtr4pkA3LQIR3l1DH5QGeXMLexhKooaCUUA7gny8fqYBil4RVQlByTFhUTXDEiFghkv8MfF4gYkbIOaiTbLDUSkuie9dVaDiFro0ySWMQpFXLu8PC4zxSScn4bTrInBmqL8TBaASgHmEP4aTPmN/h1TpuZAC3rkSvll/BX+WETklxAdZhXywkQo3bGRRYMqkfXtnJHTPoPQBnHoRB0HGn7hNUJZO+O6ad0B+oH0tNBKS9NjTx0GQZu2hf7gPKxh4RyUwjuNTdv1B2TuS/Qv9bjXstWLOIgECcqyjCcRotNu1fQFfjcYvVL/ddnvnoYnXkHpl7eoDlcA5Ljo6hw1MY5KLN4A/0EKFe3QcA13QHEQvaN/GM5Q/trXCqMcZgL0kmpxREg+m7PwT8E2gE9ah0Z2wf1EqYPcYMVRAOtaC5X5iCyOGHA4BgncAD423GZFPM2KAbqjF2YyAafq6kXusejzrFL3stPWIoEjzrMeNRNJPyQw6IPsAbVkItcAZV93s1vb22ts0Gbdk9nPMx5nBX98QmARzIId9gjzqhII1wJ0RQQ+xOJ3CwAriMcdlueickSbBwATmJMRzDh1pQid3c4IK3oax+/MT14HcPtU4FiLvMLB+r3dxy1Dc5BULKqDmAmr+C4oAJHc+7rW/4Ctd/8Tewd+AelTx2kxA24XZCxFs4p2tG3oHpFVNtY9aIcoBRLevdz7uyCO0vZIWSjnSD5hp/3qSyPON4m/e5zFtPT5Ki3fkYua4okgFka9MqjSsxp8VUS0lVFyZobxrGbGKuRJlvud5lG34m5OYcpfwl2QpxiScZUZZnow43g1T7m786YqTKLEiTuCv4VJWHoUspXRoj3e88birfKhniTKTZIG/Jk5mknMthqzQmmQ6QyOWw5qWoWaRaSKlXLMkssy0v4ZPKeFD9hR2jyMB4BBq0fH6eJJwNUcxGo/oF5UDIVOcg8EJFDAhIBQv+nyHFbz30KcOCO0tXl41joAKdRjDHBPeP8x6+TC+oy4Im/lqPx4ms1yrgZE8qNUO9jn/76EmJbDRqLVpEGarw36tzYHhvOhAk5uuj2EDn/xywo4+6IKPNIvHM44Dcysltz5kpI2CF9HJL93LdEX10PYFBlwdc7OQVRF9Gncvf4RidvILvScAwh6561IcdzjdGlZyKy/O6DULettonNd7K9jCC27w3puM8n3Ohj4BANZng+iCU5+5VaaGPrg4pICdLzj8QCM4TAlM6dk6yTmSxNlEfIb4LNIi1qTAByAgIOY3fO1DrgyBHaxZ0firEK341yG2WV+fjX4E4FMOI2WABJHEN1RVSiqgl/B0Efv9oPuBkyKogeHjNFvVlwTARrP9Xb/GTUCezAdg+8A5g+Gcv22tBoFqt1e7pgZ3+9Te2wYQqj8P6uG21D3jNf/vBghIE3fHNDxOG6RNDMzj4DFb4uf6I0VQDzlMvPNl6429OPY2WOz9AtpPm3y1kx8Sl2dpewXEq7wNJ7DP3Gq510KvhLLKymR8ro/FKKmiCMiqvMQvb8ABgWu87K63AsrTPVgboYTdp9rxN20tudbtYvYd/KU2y+sCvmDljnTXpRxkt2QSCViGbfl6lqOU0mzXtcXYycK9OV6B+7oQhsbstsEyx5KqaaHElqVyrjXXgOd1Rz5l30BfwFUwmSCRrfrnYZkUBg5yu6pKooU33XFUxEcH/Xp0zE7ASSKP9p8BgOwF5DYX1F8GjydpNCigrXzbi4e9/eYuJ449HLzf56sDxY9zAHtx/b2cA35A5PyiUr8ilsT5RdI7rP3U6F3Aymy8B3RqgcTbfdZtwnB66O/DFNttAxYP6TGfvqJTuop+pOJXQERdcP2oQV+IqO+BiS67C9ssZPzrSJjolv/SU7Rm/p0ASv93AmN4EI0uu51VvfMIFXBKJIRRPQZeJfliPMq5lG+xjoa4Ifw3+OtKvYDQCPH/gCrgFTB1UNRlBMfLOO9A+ePK4NxmA8L2h567zIZph1MC6R3mE1RLGcHQAWEGw0yXEpgdNKH+8sW/fXra+vngFI2w21M9gfzLANoQOQy0kEBosdI6TD803VDAJw3Rw52hnxPpQ7uXup8+bgwEJnB9Wadri+ZB/0FLgZvNrft2/wEIRWcwN7cAQ6DcDWc531NzQ8xx4Put9gNHhmkFa1+4rR2oe/TuQh7ZTx+3NQ5yTXMfuqKcoWpFCLLlXoY6ouZDQyeEfkingBt9gDgZWvT7VAaKq7yPEVlojEtZ+iWFuFIkBEoGcZn6g/RzerWdZ8FLKjNCvCFyvIuqpPOlZKOWpSrk0kGi0/gg26QycM1tiCi1sxQqCqlK7IUWVuSUlWGZW0k5chkvAp2GgSRogN9PoLg0GlkKDfBy/AkvRHaUT6ALaiqgdQTOF9okKS1m0AHxukOZgw7Y3601r7I77RHCzjLoe7Bj7wCEgjwqgeoJLOL4impdkR/W2jCDYUjTBzGtLqAdKqsnELoD7kJ9gruN1TAZcDi4wy4yG/SFSrXgKg43Dsz91KELzqPxV6iH2jDz66iV5UAZgKMcIUxGXTo+gHq17rphEE6kITx9knWcdhbrywsodUVy3EW6NyyOUbBeX3XGn+jYHypgkb3VVBha+eoF1IIWaYLsDAQAcvM4mO291XJ2kawAuEl2mkbQVGEyF4sJtz9WT8KcCJgCN+t0F/2gxbKcRrLbgA0PO1g9gW9c15+BHDiHfkgJ5di95zQ+KnnENwdphnhOBZR17EQqwmFfWwS31mpgGL9ku8fJ0pnATY7R0x9g8/p2m15Rbx8OHqCrcUKggRxN4a2nNuLf6NgKSCf84/Lf3T2AGdAOsNmmQ+gnKoEc9bXp0BrptQUh7PRjezf0FQMIBCReb9/cb/1GhzCb8wARGeMkrxICf/q6LlGJETJW0gfGvEqVQsZZImRsVn4hcnFIV8gFr/GeUfSMLH6WlsRYS5ZZgZ4FIOpCIihECH2qylngkpaoBpX4GVULiFfKiYw2hAolC3mOcUJKQhBk/pBYjKXImGpZyXCpkisDqYRvuusJ/bT0afZ2x+vJtxwFiKPx+OwYyt8k+uTMN7y7dA/NqcC9eiwEzDhw2IASyH5AVNvnLhvQ4rhfHB1E94iE2VWcz3raQvMvabGstb/LEk6mgx0NHZC6EGsvoQTSb/JRxjmBsIOvVgX306UzGlxZk11o8E7PuT7kxGxgmJ4L6IJuaDiaakcQqIdTWLpxvXUCFfDrFBj1OP2s6YIATmDjj1neoSvBBfeLSyfnzkP0+SjOejHXxdHP4XBC29BNim5cQdWkEZwPoAKexsWgg28W25PQNiEcuoFqFxcd7ZjpBkJ60SKHFTxP+RxhDOPraIYjqh3in8cDQIPW5NYeVN4f6C76s82KDoqeoI+Q5wlC4p9PM5NAB9RjBNTbAENWcAioD3DPs6YCchDkIvP+APu7eO5t2MBQ8eQPsN2XM5jabpu3udeEiUssA3KbCqgOPsfWHmDn0sTl2hCpgk9bH00ElOMwitTHLY50QMChYK2CI0ZyWBxFt68/cl9g+3EqxlH+oDd5TwzsUEqR8e4HrrRleTkCWk2/RwgsZCDEcCmSF4TGn190k31O/ksQhhyvEwHFYH7vS4IsUV6YErWhLAksVZJFumcncQIX+oeE0JL4kAdnSUkUhzRF1USVKhxDsXYoKJ+lu+/wZZC2IiR/+tLu7p3MGApd8sXXc2SRe+KBsxRr4Ork16M0z44ajeLz+Pvzvx3PgVlHccRNbOkTZuTnwkAJpApWtOgUalmv73/TpA74sNsH5DU4GxrxEriQHUHdgzV8ZDMCszutiBtSF6QTvWa7dtW74BBC1vhzvw8zeK/WuOMQiJTAtxyR3N3bqx0c/vBt+mgTEbUzyPAC4BHJQTQxcUS3CdD3uLItbBYyipfFYvrpuKtpLpwKaA71uVmIhkFGl+eLuA7c5LRBLtGLOBk6TpL0+LxDnw7F8RkUuvppOo60xXHE2dD7VAE/AKe/jdLhCg2mRMC8Q7cwvVmLK4NzOkKklhu/jzkpupemUjU5JRCoRz1auvTJIx6iJgVy5zhAoDbErR1kQzxYlIMSSC2QOGjKH5HQgBBox4TjDQIdGPJD0ANn2KdyFbwzPzDAQGAeWG6JZDbxcZGtlst9/C/a7ffbewcPW9fcC2mvT7TbbQjQdveg5tEtIAd6f+MqEILZ7e01N4gjBEIbpL8EeseC7rdN59BCQAIbEHAb1WACA/AAeVABkUt1EHAoNzDX6igkAu60Pe7pcL9Vo9d/475gSPjYvWA+CMRm7D2oSkl8F/0bwlCBvaA8JSxx08cVtip0L131ptV+SON05XW4DOvNekkIdCcbuaXQNedql9kuqHYrGOFk6Fgji9039DUrOQpcwiQvqPp1Q0m1KKELJEOgfCN/nYrIYgSVe/CR+6sorILoK4RMx/ungKMChOC7x/PW8v3bg3zKZVnQeN7jvU/Bj7TBDzQX5xlrjjdXW4R0uE1avVGrNY4OmrUmMOvu7T84DAyQq8dDLg6BlaztQXpugqC5iJal2ICJK+0J2Ai9g2uCH77pAyWz/sMOILB/B3CAHfxwAIWKDhKAdrYwGBCcjqQLchy4e/4tcY+bp0+k3UXTr+Oci9+o52kYBDbwOpIvLEqolkE5xCtPfXHd5bo4qICXXBfHTUImQ6iuOeI67iWGClhfvYdeHOXQabnG9w6q7SCCycjuSHoGhKpH0EsKaoI9zXrUZiF0kMCBECD1NH1XRLZpsFOkF4/UX39kZ0G/SUeBHBLgYMgqhx0sr/4EPKf94fCo52IEJGYYydSlDqgPBEREpUxLdDncCYQfQ0LKOAjydZxkXJjDP0TzoN3u795s1/rXtztcCHe/1+CQL/1cQc/b2tMCEcAYYc5g7+9ibDJg7ZodgBwrbn+317bpzfhoOvT1jboBfyMo0gq+VqfgPZQ+4p60RM6e5koQ9mXzB8pubBe7nzhC9W4/D3HyYKqUs4KJncBCNcNffikKGQrBS2YHpWIo5JsomZWXcLOdwIVCpcS1X6mt1vhlXcMOPuzKrkWFLksC14BlqUJZQn394W5dzBtWq5YwhnVdJLlvhWXRBkUmlpTsy2arocWVywSxfW+yPOyqJnNVXMXyopUmVFYg5pLKooyhXdYa8zVKxkJWV4IPwdpxIgp4QM84i4pT6HBxtB5fnh/PYcS9V4cg9wlm7xVQcGpzAYGA3j30YVZvPNQaXMzRbAIy32pFHGpyz6NDdgoC4PaBfIzf26LgZbZ6N0tmVw/t2mGeJMSARnOXECjXMND9oEZct7/RIpPv2nv9U66XnUNt+nQ55jaZU7pyOZtpAiCnCWo85ITjwHGeAmA0ywVQOBnL4csjtx/63KsXKRecUTKg7+g0rn+LMpdaIdyBsT/L3iWzi/ElrMG8V4zoGkHr4kwFPPs2a7yPi0/p6uAu/qt6AeMLTnTBNeUkCwiI7wZDv6VEji9L3wicFH2afurEyYjArc1C9HlMByeDTjHkMNDuA10nAwu23aTAdDIary9//Yo/GbEMyIY/Ek6RM4odIhL+AG+UOzBk2iMeaxv0hViZLqXlcPiMihUB8O0BnX3v7XApMF1ibdUOoLbBBubgxd5um35QdzjUAdS6bWt9MOiarmCEhTfXPyHzVtMBOTxCJe+WWh07+bha+Boa4z3xEyoh1EBovlogB46+E6gD3qP2tv087QfqftqU4Iert/NV2mA9h+dnL0eQiFx79qqHAOTfLE86+X6hqJOpUac/onQo5jJ9QHI3W2nSf4FQG6Xt9f6nclUZRayUgkA8XYsbbZJn0lK8AiKX8lIQS1WSYv3p7sHyrQ2TVzIDlcFzsrh6ayKc/ktaGfsW7lnwCJcPxaqE06OYS1odPj5/sT/6Zejqlk3sdFIPgrwlMP97uZ524v1Go54CHLrjAd7dDIqPbRGisWCnu7ALP+1wTXCSFPUsWzZ2a2+5WXCtsb/KGtwlSeYzIY8+EvLhCkqgXGPJVwIYWMVQtuJ+m2MhnHMMK5rdgB4C95vffcTr0+SmI8323m6jDpA5kWuXzz2N/sJklc9oM4vrOb1Wr02747wXghruFwofoAkK39nluljmyYQqYJG9kwrIMidz4AxqQQX8vI7iD/hKU84B7OX5AnG9t4yjcYov+X52BuQ8fA8VcHakcZCk/h6a4ImMYI2DxHQOY3MC2Q34I/6DAFiXp8XjjCpqMgQ2d1JNinbdCdFgkKZ0lMORcI0SQLFq1xof3hHxo9EZVDQCHZGOMZFNBwXSAEME3JO9SzBjICgER73QOZB2eYyg/ml3TDrHJwJ+7Y4Smwj9D/oDfPgC7e+Gox73D3L9VzsAQFEFNOjaBeCxFxAqoNYBPwHMbmgOUxvUMmHC29PNjub//aY1cTKCoeABCzkFGirhTpveX5DNzZSgA95wX2CU5yf0AbpAEcnHLwlnyVcYz4W2quSDDWGVfBB4Jcj71EZQlb1KvxeXVE3YUfI+qMQlbaSex4ENSbF2KOXlEpSMD6tUBs/IDh8ECmxIBInYatKlxXiBCypJX8eLfGozvUEWlUUcT+h0M6HH3PuMw8Cj4/XlOJpl2YojItwkbjKZTn/RK8uhEKmAgIwipxVMje1ht9k4wqvTRwLwUI//n+z9IbAAup28I8R3+1whbBA4o3uEU8BGL258165dwUzGZekigErgXrv2DTsAufliu3YAlfSg1t5rZj35CZxwsk5+8unkUeMhHepUdI7V4wI5Ww+8iOZQDwvZwFPZwABMucjX6IcNg3AmDKcAAmbG3A/OZsLk6gVkbyBQGtZ/8SGOl8l4GmerfQLhav8q+3E6iPGQ2K0HHCwGUP6WcZHObCoMviIHhPM6ewYBg8kcamQyKE6HgyiP08/z5IQAOJrz3wg+KSDwoojrd7SDiYD0E9puQnGmu+jJ2fpvXW6Z5ICPQIaYeGehrGAiGpGOap+QzsMdMxQa0137LYH/K3T9QQACBI5ymPT42/Ub9Ad4rVEQmr+0gWHYNugSho5QkbgHxnFTdPx9qPkB926uv2sD/e45mL2lHk2OejDYo0oHhjtjEt629Q05DMJuQK6Tw4d4+IVZxEhUu74p1wLbT9VF/gj/xKuEoMIrjcDHjEJYUgiqQlDQJnCK2Shh8krSOOM9Z+Tjl2RxSAYq61jsEiF6FleomnKKUUXkEi7JfCU2/tOQ1LJYK7ORaVQGm2TFFWxIN/iykJH+1CElQhBCY5zE3REDL3ZJR+5rl4qhqAwcmY5siZDDbUFyugSecc/uNSf7QoWZfD++HB/TJcJnbZHJvkCnAuLdz3PN5msIAaGsQX3jSOJRnV4RuN9Hr/4eMEHky7g6RFMCV3lrBmjkjhu9em2n3az3AAAAv93dJvXAdvtnOhrsP0Ar4GRAICv1QuhZQKnR54RzizXx2SbCDGQDp9HjyWQ9bqlfD4oi/QQCMNeXo/yUs+vkDjUfUPMjg4YIicqCcgiNjn2IUT2DUhvROzIQMEKBFdAtWqfLenY1G41muOd48IubEdNZ4as5IxgYp27AWd4b/jADEC6hs3KSTDLoHaIsFVL2BU4G3DSYs4pwSqPmXiv0KX3XpxJ4DYMQ6pDsYC6G1mAI/jy0fAV+djgzl6dwsKIBimEkLdCkyhAKfuVC4K/aB0k46IDwa3fSslFgTus82P3Iyc9Pu/2taxsH3mr2r4FvtjXwLY3ja+6EDhUQWMbJzMAtyLW8t10DkhPGZQTDIOY3uqFzLHUDQjuE9njLrUGuAYhsiGok4BFy6oDXLBFWgvA1VBR+25biT5gliFTMec67tGrYqywpYodtZNU8Al95g0xodUll24hMZMTL6NJsCQIfk1TeygSZNSIKDQWJxyOxZVs+dpG4Z41WWKbsvtiuFfNZevdDPplKi0x4hoHqkvylrD2mn8vsGq62L8aYRSgLAlEZIwo3J3LtqS21b2IEPP0VK3Uqz4xVVBQU7k8pZokxckm1baI33fV00cqO3jZakzXggr4R7t73oCCtx7CBqbbYK/tpKq8mdI46yIdAwAz2b5+zWPbZk0cd8IpoB+1vNYSyt08fCXm8asg7IJARcdHiWuGDBp0AtrUWtt6A9QsVsE8Pqe29n7nl5u5PW1vXfye09nf3as2MXWOaPwJoS2DwfksfL4TCUe9DS9ME3dAwTF/Yt1DzotG57SsMyaXs40/HGgbpnHzS7GhuK+ycxMiWht5oKiCX947Xs2wYf0jWkx7MwzjCIwGcF5+df8A59GVCKY3gQjhIH9HxECogcBBwj0dzhfZgUHNZCCdFw4BOC/4PGY0+c8fRiPvtAei43zIHIB64kpb6UZs+YgWBZ2tC1q9m7XrVD5hmDMm0PevqkxZIoDOpSikjfJwnfEY8kBYY4qvX2Rd7YA5R6Qj6N3YC3u5xNszWXvMn3NYO90niuhVukCmwowrI8V/AHScFQgsEKkIFfNKKjq0nc4+/9QR9D9hOeKOiRwSUFdzeguLHoWAYycBGqH7SEq9vw6+YsT+MEIhzyT8mBvyRl2lFfINA5cvpiO+MD41wWpHKHbm3E5xrR1RhfcrV0Vv2ChEx/NWcQBX8m+uKVYJwwxabTAl/J+SNyqBklasLVISe1EYpd1IQi4eErxOSRi5g5L51pS1E1TasgPveDB0o8/omFflmXKIMFLk6RhWW5GIXuINPu9K6f2Al/e/lCOble46CjMeX62P28mfxAgrgGhrgRGtB/HIu2m96cQv2eGX/ONinO2ctiONsvhW7/vhKv8dbrI7AHpQ9ToCh3QuA5DyRXh2ls9ZsCZWv1siW+7W9h9pus3nQ7+/iNdjtcx4M3wpgX4Pw2GycEgJxZVxdClv8gQCooWFg20BQCKAx09e6A6UeJoDvdXcSfyiiCRnqY5Pj8266XCXzhboF4w5M6PM0O02Szie2XOQxVUF8DcQpl8VwQZxtml4A1U8TANpRo9eZ46kt6R6LRrB1A+acEfMhLpJWnd2AsTYKEQLG0eekcP2A1hH4yH5AKoG9+O6gX6OvVHalaXEcd45b2PLgP/3qe/6o9hkn/NMgCU9TEAmBUgzxMWRkMQpd2jLwIe4Z+hERDQDpDKb/wB6/WqN9u8OJMNQFAXXNXY5O7MEG5iAGtwZmf6XmAuJ2AXvtaw6I3N4QASE1eAMCPvwEHY/rPTTUIR2Qs59RbItwh3pbN8TQG/rPNzsZWiL7AN1wHl56Dt/xxXJjevbrl4jZ+PW+4PWDZ9r9zstClmFl7bXwNVXUMhE6IQtYK+79oVxpJipX9nGQ8R5DMZdnX4BChvgOriV+G5MogYBh2Rbbt9txSYZlAVfXh3pczx6RCVXRBSQFagShYqvPwmrDFbdmrLlSbGlrIaQRvyhCrtIGSrsMN2BjF3XFK+0qg2k2wdLPxLxtcMoKXxtJCsHoZEndgb//ypMmo1CF/nl+PCniq8ZBPT0+h9YX9VZ3WX2+XnMcmDtkclUwHZp8Ui9gNE8T6IAtbvhx1YQSSN+A+1m/1jyKl9wkpA6oa+wDQWJ2nQH5evKV0INSeHWYcQDl9IBOAFo9OlRovs9g6e4B7Kjw0Q4m7OFt3GFXE7RAbisJlZFaEbfOBILAll3NAIALOcanNQzRjGvf6BJGoinnBOZLdvmN1+Mk+4HL4bpQ7ACOk/FXvPUoDUgc0EkMqw8BWAVXCGc/FLPkjJupx8viDG3U77L5eMF1zVzZcUXXqIs84+hMxM3gYJ9zJNj7Rsj/34jeJR0YlkXayrJWVJwCrZM6Kid5ysc41eIaKNOw4qnU0mI+atQAgYQIdqbJUyCAmXYw/4CyhKUE8vDgp5Tg0JBOp6Uc1Bns+dCLGGtVCDVMQD0AUCvh6N3igQD49KXZhNoGPfDp9vr/ZnjfpodA3JztD0ddUCuCiY3tn3DX90/sE2yrF1C7BfOPx/l/UAgJgNc/caofPUFDAXyCXsi5MEBLwCF5Pxlma0uvgyeOj/Lbe4lOk7ygwIZY0bOgSq+zVUKgMIiccJNeCF6kXxACnyiFJRckrwteu2SVAvd6QRdsCkEuCJIKZ/HzOmVAEu9T1UyTvZLh8GiTyqDKVnkmFfjkZuwZf7hMR8TC55I3XP/Wyxr/yC6O11ABo1n9KMsSaIDjY8IfB4Ink0/svJoLAd1ICF5SQFhjv/+wR8iCWneQsTdpf8XBYHoFhPJ3tV/PZ8MVzN860CHOgIizpIjvaj/vnhbJrA6oI9zV+AEEHjR2oQrV/ny1r6EBvGfsHdwFDh4CY6AFAkCi80ub+AzFb5JzRJgDGo/ANtjo7CFc5sCXkbYM7kTTCb4RVUAaw4/Cy+MupwACJTU7GmZqtP46zz4Unc6U/gDzZJiuP8cwguNofWIro88KjvF0JhoHmc3pHIZmOFcGz1xnoPOSn+c97n7+I7sBfwQC5lFhmwb3os9cGswvwM5AGwuhFpikmhTe18oQgUm7eZVBw+b0RTluAfaZ0ucCaXq0ccUDz9QHSGALMEeYNK2QaZv3rEEPMi6pcxLzj3aEvx7+k0HzY3ff1m6/fWsrP54emnQJI+8IdPnMrYGRvtW6X1nD9GsPHLynh7/v+BVkF+tvxy5Bzv8zeOO0aKh/XPR2D43vo/X6oQXmsfweBNAAn/1AGYgLkc+pUsmWMV8w8kqY9EXrllVNPye9MmL//5z9zWtjWbbujQbZcEihhUBWozqCtGW8DGqIVEjYy0hbcuO4kejajfw7yp3ajSCozu7US/4Bb+dAwJvLnc29UNiNwxbF2XAoLk64nGS/BMaVoISEuI7tSrKRhsOOqJBRmvv8xpjrQ3Zk1j53aWp+jDnXXB9a69Ez5seYefDrTh8Oo/jjt80dXpYwz6EgE2VBkX584qupj7siurq77V0kV1x5p/y0MkkWhISHWfoBoIWvjuyC1Ywi+cDp6/5HnL4WyQP3LK8IC3Ep/avuibf7sQy4qNByfNCUCjxPh8vxn8fiKqwPRysgtEVvL72uYkJNGvCFaBhHBb72aAiUFlyTrrg7Qw32XmCbB+JzgpOO1MT5bsIKcCMWCNlP+81pZ1bfa+zBBXvSg602QeB2l+Y/5gnAAsHAxp7ZSpUWLCp3jNGD45PqBWOhj6sn/WFbvFXYdnzAgEGh47G18NkK6cYFhVZExPysG4T+X2VdSPedM/oYw4GMQBkfpfuD81E6xKg09gGH6ayWzD8XBUx2GApjU4LPYwV1HaU/SuadjT6dHoJ1XWa0PupMMX7dxNd13ibpHWvS6YxTJsZhHEEHnhxgJ/VEIM5/SR89WPePXgQ6Cz5gHUygKgI7sUGBgfsZ8BkGKipoM0B0CAToDOvkW1SeaceekvPBz9buZ5tSzAk+jpL5bJ//r+429gBp5mNRkJufbDSMdQkbJrMUMG2UPYYCeiug1F7aA98I1WgGvLluMcFZ2ei3AJouRxwPCmgdH9rNtGD6hmGAysa2oIpuhWZAVoVbeTr1zZ7hkDDPJZnLPpm3Elrc/UL44DAh/Ag8BudeEX94mmXnJdz7mEMlK+KPo0Vu7opodoq5IIPZEtgGr7RbFoaUBSVJfjWl3QpRlpF5ufMwj4d0XjQTFuJH/yUrLst1/5HzPPdCIggsOw/dC+Wz9K+5J5+0l0fHo9plvd45gAEOmyI9+9MhxmEmekNFWOytpelKb+3diVhgvyksag4664N6pbtbrywWYkaXzxrdW2tR19uLcUAs7MEFvTcY8whTRfaZSfGXaK/X6kohba53avWn22J5lVZvIQTc7T591WpBKjGQIMogFkgXSaP7f84Ho3NbUny4XpMK22fgs7hX1ZZLas4+hQv6sBeBNBZkgDtFMB3YF4S7NUAxv4vleVLbqFZfChJZ7UMMklVDUptnQmd1dfn9QDp8dLysznRFg8nwnAtIbWZwfVTtd+oM9qseD8RMY1OFR6CYQIulQFk7eDQT0v8lupxvHHfqUXz2qdT2Y9ZLuhPuYW+WTRfhJFA70/RpejCosrZ4ZnowVyuw4tcE9wz9so8lnf4BiQZ2gJxnBfZnAjYAj35g6w+2SSGCP5YFTmYJbYDbdQHg9msmvLn9gzVmhLAWsLRYKcSS3Nga6VusiK5caw1EZ3fd/Rphr/cdxl9E8GjVE6WzZYDlfEkQY4CCSls+xDp+TSd2xmhdwcYA/bG05xMGER7VvHkHmeXz4iIjzOIh33dZ3aMQESsqKOOZF36AcKGIJUJQ3n81HkbgBBjL68ly/egus1atx9FSvSE0aVZiJeOhk9D2DmdkOxW7+25WcvWyvXKLFvvjCEOdVsYObmFRm5UPBwm7FL9aEFKHUiZC6Ll2lNJ1ZCVDrZnYZKTJR6ygnMh3zM8rv9pQquRKx8RX8okAEEufNhfk6PRr6OA86UwuRD6GrNFG76WgL+OAfUDxTGzsXHSnk+yh/6LA1m9Nn42i2m49mQ8i5oNEolFYBWRuMCRQyNCpmYHUjc5hpbVNJ2w6qh02Ko0KS+dSTb3+ZUVcwIiftaq3epUGZhP26pczWJHOp4khGOsHhlnRD9xmfWBBM3N8o5EKTTAGGG0cizEyvKVZ/X5y0Z50aqPjt0LCao1Ok+F4vEHPcN+XCu5vVJc0JjbXm0eigIPRLD0ajxJRwA2bGawbxMzgurAzjXRVOpf0BfPpNjq1WgcDgR3mBMMEO8108Lw22kij3VEcR/ud6smnSfPt8ahz8lc49GTic6zp3e4LADcYUp0I84FAzIyKa12Co/2qGcyn2Q/eB54BhPIc+EzPdZwzrCsIYDnhWei8YQt9wO9PsYc63+UnbDS2Knu9e5bDxCAqS2JWpORKE6aDo2VDAU0XNt3XKKAiPxFDVzY2eIUSfC+ll77dVuvbLQDuJ+vmfWeMTzVdSyRgDJOCwUPoIQgIA6RNm689qxbyVIeWbh5nk4VHNzz4xQuQhfIUFBLbIxO5sLST4viW90Biu/g7xUlI5r7ne0ZxIoh1sjleFPVkHQLegB9kVOqhRf0ivRy+6guharTK8wq9QF5+1ffqrJDvo2R2VZQIBbO67BKJc258fH88QoqazAp7WY8//BlwXlS7kcmtMiH5WSzcQYXs7Vkr121HtJPzKuSzL2cgWSaisnAMywj1ZHfMz8sioVDmZ2XzgtpnPK42I70DSUw38Dj2KWCnooBH1eq0szEZ/tXQT8rw92bVCQP5GEcV5+nUupUvmdPFzGDMG9iMuPpuggGYuk0LsTXiBIHJjlRk7Iceqvo0HkWVrTeXUZNa9OqDf9/1evR72BjoLdr/9hrQizWphKjJ0rEFChjMl9IIAEL8IGL0A08wQ38Qm4l8WgiFiUOWDGa4CyOczw4mL1koM4onvnZwtFGd/Ll9ENUYDC0knEfnrMVJgyEzg6uDeTTAPqD02zAtBAo4GSWXu1G1OkqeMc5P5E8nEKf0/W4017EMmEIBo9F6M6JdMU1EMZu1SxsOmFaZGswfCKTa2gOtTZXpNfSs28pxAgMWzqXrdV+7bDCYMUBg6A828LNeEIdCU4jxyHBAtBKWTSr7ZlFVJyrYXr6HHNtEEB2422i92aMRsLIm1GvdSO3dhryZDnxzVRHKiftdoSIz+deNwtwI+WylpLUbpvSJrusHg8GutVgWrvXONGIRPuvnvTLCJ6hkTDS2UIWU0vivN7fe2aJwm1tPzByYPZY8mVmskDwUhGgmCUER07dI5O5h+pecvu4XXkjnbjVl7mOHLKQhuRp+1JWLWdwTv+4eCIKoEBQlHoY4S2apXGTxkmg1q+wyL5NYyqN5LEt+3OE9LPggmTt9LVLkleO5eyRYcT8++eTiJSvD1fcSZldcjM8MAI/Hir+c6E3v6A009ifPB0XrFT6Lm9PzjXUo3pfQNjdrJezq3iZiezv1aNCJLhkK2BmYeQU0ykACo/ku+l36oiGih8VUR8AFpuJfvan42OqFeEGlK7GxA0PDZ/W9H+hFgYHSGijcah8zEObM+oFthlw2/uX4DJSzoYBvGSZY+4vO/4JZbkKgl7YapCJmRp9pIdJ9B9FIYHM6TF+MmqMNWzR9PVqf2Mzg2XQ41F3ZeVEdxgx3TCdxTUzQ5oPABM0y4Ig1gzsdhkNHtY54pLLWHSHTWbJe3ag9bwoxpQXHwl7dyEn1+ODt8cldfCcAbG7ETK8RzFcW70QCUSQrDABqxv2wZgirJtEfTJcICKjAOKG7AHHyHR49UeS5YzmkUkPgGHOA2EOtV77sLlgH6aq77QZRP2yKE0r5ZegL3R8VuoONCoJ6TgF/Yo4vvb9XYngsACx9WD+XkHDt6rVUWteOdTX0BWMJS3LBI50mQkRBolRl6yY2LViV2390/nDmD2key2QhyFwuKXt5TjnvUTR3jwRy8ooYXhHP3Woqdw9TCoI4i5bDkiuF5meSPJK51dRHXb73imw1fHwOeWhBJsujH6liVZBHLMzjXsffdfKs4KrIpCWRXCiaBxYr4oV7JHjgfmRluI7A67BT/fN4uZxMGQezwUDA8RDleFp9KezTG8twQG1mFKHfXJ+e91OayroLQVZXAIZdGIwD0uSH/qv3maasDkulY2uKhkFfJxNETDdG9d5aa5sC0p+ZE1dZLCoLqbxdwXEXHQnlF35x3xIJ1EEajW59LvoYJpRJBx6xIEj/ZCmqZpOFh23MA54Iq1lJhKGA1fGP9HH0q38dt4fScIWJkjAhuDo5bdtgaOnJGMY7Z7UQUcBm6tNCBGsn1DtI5icilkmyn04m6zQWmIVU0Vco4KVIaZO+3+bGtCP9uwnLfZ4K2OeJ9GMBZ3q3Lu94HdbZFA8cfn4+OdL9PHjrl3HWj+ONc32b/5Nx0duV3jtRI0MblkjZiM8OXoq1Ge7J9ylywJlBHZwPCkimo5x5FIICesqk2mB+8v8/7VObH/dnJnXPzTptQ7SbZeEY/mK072bRfXO19mFrewH3Y4zLh7Wbm03wkE6PrQXTQW5Q1/XD6adqbaK5oxBD+7a26N51szA31zdX1tQnmLsRmoorMv7ltQ19UUq68+t8XWB7iF2D0dfVFX9QS67wcOUEySDKBB4LEavY1KzCkSJWSF03KnYuVWLOa7FPyQXpRyTsWT6mf1Ds/FO4XC+TZ0GQW1XlU8wzftm5lyVLMg9LF8GZ5K4IFYQwi1sQQpOVXQjtLIMkROya/POLrnzPVYUncvdoV78finhuFssTmXuYxmWHMsfi6MN4NN+tXzL/Y3whDlTqBpZyrFc2rPJdxUi0zwmOhYBSg4URUdKtMIFDr8EPO8mhXibRPr3IdH4kh88uWSpOnM8MxEACxZXWo7lZC+wkjdZWRWwx2qk/Qws2uwgtwaD06a6Q7+pNRZpvNiRGb+n2dmNvH64G24sPRGGiztnEp4XQKBdXL043fFrIEeP9aDN8K573HNGwzRLpNP69l+4cxXfVoyc2QS4+gzgKCZtV6ypujnxaiOBsyEzhaH80HorLJUk87ocxgSOu86wqHXIuTgoCdmy9JIaI0wyIBezZfNC0dUT6rJ1+IgTEVHT6fTXFPIwNa+SPBVuLotQiexsbneQSNswVf7i/lx4MWRaMD4/oxNCvKdgC/wA3V3gdF+XAwAwkYYYuCy2A+P9fj4a2QLBQv/VMV/WsURfvrrRYBp2RgKJ90n5b3YZQ+F2lITD0bhCpwte08vkIQMwB0vaHIQSaLJgvd/XdK4Eakz6ghN86sWPKB5RPjO8dg2LoRhbvu/dmQHRi5W2KDPo4wPzhzMJCsuLyWC6Rs6S9z6Wn3D9ZY5RFQxjeTbksXaCWXJHwcnlGEJYSZXzz3VwSvCIuF8qGVNFwhXu4hwUPdjCXn5rvWbpcudyzPbPbah/fLdSYu5WUHVAFM0kuXg1LO8kLIMpuZBUJDkW8XGPmyFs9c4pwimWRS/UpnzXCLGJedgJBLEfxR3Vlty13T95fHFXT2n69PjsT5p3SCyLVdXghOjiswmCiDXqCJ5O3mWWYmEG8/XOxnPO0VhuYZSxa7lCDRf5+MPbH4nC0BwonfCCMICKKWGojWqfdL7kUknUuF2utpwmUsVHpCfkEgYqwUqYkvdebV3orBY1Xa5tXvad7dAdLG6YN0UyljiFogjaWibOekbP++L1N/RCyZNNCDmzluKZ2YFpIMjqTMmwRKCCz6FLsDAJ4TSJ3CfYBz5ZDKbLrg3ipkjq9eHk8T2qX1g8icN+YMBiQ46zPdl+kZ24YK2Z9EKzDmGWs6ajzXIRwXXsxJ+5FXAUBvxcCHlQ39Kdis0KGtCzYgJi4uaHjW1Mg9qIFDTS6rYlXCwLNWKqQS/wPEBP8AW3gXe4MGvkaFzSUdMBDZpIsbt3BttlI77nutO7+XvdqsfcGAwg3HxjucrPW6ErdFRj2IGktqJ+AT6BFf7CwTn9QrHJ+/eG+JwC0psCbzStsHNJMeLWFEmyLIIsCwvis34MpcCKBglIJ3okDesOgK8EwQGvgNqcn1RySvB07C39RykumvXi2y0Jv3pdDAOx5hpWleHEwKxZ2taglFPNqfH8XeplsJz/pLOnvqrX5m5g6y2Vd4qHtaymF5md7BRlllAg75kKiHAZBVpv5q4XIs/P08uYhIm3lLL/Ym1zVwV2irpXzKZUryfW1c1NVthsy5XDamcjBL9/DfAnM93iQ+9H94rKCfigvnu2aFc93812Knbx4qaJcmgk8+ePf2i+rZhFrFi+ZAEc38G00OR0vvz6axKOdw2R9MhaOfM8yIdWJGYbRG9s/i0cMAK7VotneYsGIZhBwPkueCaGsK8T6PhgWI/JXu2RKXGdAy6De6Gkkztnd74wSvWtvGnV0v570px5jnyuiEbQsSivb3KQXWGyQqSFYoWZJoUb9+Tc2O244PpAOLIU8Mw9IP/AyfWHmAQ330rPJwfA9w6P71QPa/F4MbEygNf6xSAimosWwmGEnvhgfmGAjbfrM4Gh0hHIc6Q8B48m39INEh5c2LQSSq7+CSKn4Div/HSwlwv1sVPRofX0U1QbrqagjCGj9wcYdk+awKlYHo4YD6s4KApkW0hSnZr0AjKVWelebNopEenANY6nx2/Hyov2kzQ8Y8M16PYRrhoBGAQkM6SSyEOhz5PNU4H/Sf5dKHNDJbe0WjcoP3da3z7wXxHTgD2vbWMMSv1vI/7D1VABH656gmX4MKCCckGEt2ExVRgW8lNq7xQhoacAs9ouS+5MooLUCCv5U7gr+9+EaSKSjRIhIR3GLOXFPePztEcXZE//A5bFcYtFS/G/+HoZHPRfL1xuZv14hh7J5IhMV+3ouX9/FpVRUpMzjffK8kLSIQ4C7Im7nZ6ELeDVDVF/ieaKQ+SEVcZlcfoz8bEvOw1DIqsykBkS2kwv4WikygwMbCkEpQ16RdEEm91NTVRwtOOCI3OCXrtNduXBxFX70FecBCJ5JHp5yUUEusdrzlFyQlg6FYzbweBJ3mMaWTugFqf5PrASfWZcwC4bo/a0e+aRgvbN/1euKVSe04H46mjKVqyZ9lYbAPbBJ5S9/EDYI8nboAxHBuGVSsF5rJ4HJbfL8m3VaAhuNvSjtsAqI9oYDMgRQKPplt/Fmq7VgKIzerM2rV9KDK2/oWLTRNmKE3cvnnzb7J9Wj4UaHVr14eDrsMOf3RDTvbAbxO8uGAg5F+GJWjpsMTy+qnRep2BTjBRNh0NtTFsYUkZu0x+Jn/X7/5cWxqGBzWmXhOMxjQRZFAf8osnlb23lefRlHhzvJlGVCnlF9muwrODsH85qZiVSQfkRj4DyanusWdjbEGCOhpRDQJqT0m00bCUP3ksI7BTYk8FzavUjgLU2iYINNssUmzjQ+qx68HLff6/czBdc7ehXIJ5IxPqCPLx4y28iw7UIxpoKY4D3mHuYAoG50FzONZhB1S9iH3tv6YRvIq2xf0bO70D8VYwBbi00RPKaDiJfTESx1uCKQXNvsIdhsLaQLS+W9f23NgLqItZuba6YFWz+I8UjUe6wFZqYAb8DLLVsVrvTM+hO76vJoKSavSPg3T7vTN0RCmLmPiMpOnvn57lmGJTwsix651WiIe6Ls8pjHs5S7sqxU9Ffcw9CiCrJoHpZSFi0l8iM9EGWJLBYCYvJWqwhp94mE8H/Thd2zT+atVld4K66cyD4PHb0gJ6OEea6Ti+VyeTDFSnAsujT+84TZDvQJDwV+gkAhoFz17IThgDEcMNU7L4RrbIOAYFNdO9AQKGLoDYG15JmQkL7eHWsJ7Mx3L+kzEHI+qzQuO6JIWJVp1PfpTBYLZMk5xoPA/awP5F0LcwmsPosJGdTl7cbejq2lVo1tSMyJdOBz6wfGRH6HacDHuVVAuKDw6NgI3/TFp8JEzGTNO0y1sEY/phFf3NWw7lI9HY+STrPZP1qyAB4mojfmooDRhJXlkmQ0PBhdJvUonmBIu4apg+RQWnR/ozPT/hs0AzaZEtfpMCawBiGM5rP1eDQT+KkwI2JexAf95kZ1cnwW+tW1MYwREhif2/xgoRKLazDJdu1KN1X1bDAqULiFjSxQjygwhjNMDBBogoCPufL7/lTYZ7jHl3kgCvUvUJvZAM49/XwtcE9/Mq0bhgMKebuNFo19zAde+9DarrTosWBI840ooTK+lUp8dXNDK6AU5PuWBPc/tWgFZLQLS37oR9yiDRC7MM749BvqohgHwzqZDA8UELJmpujilf/D40O9/BueUnO/FC0lPFVOyiHJYyVhCP2AcI8gyjKy+Ef2LqXy2CPmUnb6hoIkPOYJz8gPLi+PZCmLWpjF3JWiD05errzbA2ei8hHdZaG57HLKoizAleMhihTv4a9WxD7mPnrbSkKr08IVr1wtskLuLngP78tKyrwnF2NWvtB7EAkqxhfD5ixKZn85Or1YvpSuJuU0io9siRBTgb/3max0XWpz+9ACPNrQmRC3eNq4tZEVbhqrjvrrncKQwcNkPmI+SJJghVnQ2Ws9fZ7qha/vdRt74F6lJQyU0tvV+7YlOrgtiV6RvEO4VekeWovhNqCAHtzX2fTvvKFPXEpcbkM6sM6wNC1k2UwYHegLZWIptQ1PpHPB2GHKSJjxaP9TXdHLC6EU9gFtgtz68+ZyLBirJRtLQeU8SWIWjqpfdr4/YJkQEcu0dpl8KiwW+RsJvugAkd4rQmhGolVHMxXRGmEcoXP3+fwWBHweD+NRKv4nMNY/i66AewoCbjQxNgEE0rMOlrD2OF1FozQVZmIl5r0N/rP+DwDO5n0oCvwZBBo4Qv4c67TlEdsYCWibADCJDnWkL+uVSr1nxmAYDCOPTl+JhHgYRwXvKqyKZMNenPiJmq4JARkCfd+rLFpCRKnH0tmZEiyOqN+Kjg9dwvVPUEJxQNE8xsKwFNRPNjrQCmAeWjz/3SarwuVPZ/a1V8HgSWkPVyFL4YpcAbsVZRQPiq555rxJquzkldJUakJqsA/V8c3yiwM82M8iWcnspKyGrGCO68VZhCSxvG77Kp5lm8syJc73fngwal+5wEyYuTwajpjtVlTlXi7yGhW3r8czmVXsZTxiLq+IE/GYvLyeLLfsHgqLA1CLV+0nY/nFeYUDl0+2fND8iJZhn5CyXTAJKJxjPsCMzgAzk45V/DbmEKrpi6Q+O5dmTHP9wV8x6Pm93lW9rMcbzbh/0uzoBU8q6L/eFSJ1NRGFrDP+uTbfpbsXJNSbxrIgOywfDBukOxgErGxVknXGwInyaNs2xBMEfqn3/43ejoUENAAK+Z6JpxgE1pPDy4bUtrot7KZtchb6geGCLy+q0UDYdoLIbAdO2u076bVir2DijH2c+Z1Uhz4SRlxweREnSTO0AkbxKB4uP+ecRwfLuKZLiSYqUJsl0VCa9a3u1eTMDARW+x1d3fqKdRhdmaCP9j+hvpNdzMPsJOlZqlv7Np4zIkYnOQEBbUi0vifV/jEDYlKMxDR1j2wyjK74w821eBh2soSzB0fMDw6DYfT7ObpZC6CFhoYOjqDhahMgY19AP+N/73VhQHq9/mW3Xtneq6z1ur0bBkAL9BqiedjEEvLpj0e4d2+GEqCCtALC/Oi4+AC0gY5QQBoAb9auvusp7l0bPvaFZkDRPnG+K+/5/cCCoHT7et8wBRR7tzIX2D/B5bKH7pHACmUvQe7wVt8PyuWHK4Xk8sJYinfE4rlELuzlCXPl08ZlR1iR68sHWZCY80olXRVkMT5kZu+wHN8s4ZKPOc8LuxXyR4IAApnLo+FgJVf2SmI/oXCDyi4PbYfHBVxS9nGPj+vuY16RyH+qTB6uauVvIHMcgtBKq+T7H5nzFiX79Z3py4vTizFLY0rVGy+hhgENl8vx0BoBw2BAXtezuHne7zcHo+aIYRSsc16v3+qtbYj+oQfXOoMZ8z+yvhBCgUWtQzfp5c5MvClNGq3X2+Jp55SRniv8W7xiSLS3AOqFWUgCCRQGiCJmEEi7oxRogUJ8Ihw5Hl6MYxv4LCh8uR6t00tsS79hGkGo3mHQSvWofRS/sOZAFbduEGn6TcDx4GX7pQ2JuTs6FeAJtGxITCdlibyOUDtpjp0Cpi8hTvVZdfKXZK8ebfTpEI5Yqk6K8pSxMDXWQA4UcH2AeZiRsppxZ/8FqwYLNDdqtbjaFAcEAbE4Rlsgm/Fq6ww5n3Zq+1iJoaOUGWOuB8e6CpFA037pBAEHhYcmCJwwtP2BfwaKEhn8ndrXymoTFtqyJwCgfrHK4llj86pR0XFoBKxgEWat0dgSUGEOEJzTP9HNldTXnjHCG4Fgawv6J3TUTyJ6DgKKHUoJvhKpE+hd2XBn03FpR7y/3txsMfFN2HgDAuq3pJkQEzMsD7L2xObCueOdcmcPM09tBk55XI/wStrieWN7qbiFK+UISXFAMuQkynLxFVfMIy7Rl4hXaHv7sdk1O/EgCDuF+qgjy8+j7K39bAcrac7rJd9RxXaR0PYtMhUpH9VdeWd9iZkoy8gElqfQpeXdiPuZmbRcwDL1VUGPZztZVIlQqx3XCnlUPtdCqdVT9HjZR46fXVWpsL74lkAeckIJP0BpFz9/0irkNViWy1xM2j/t9ssDXxdkNDm9OB1LH54nrBK3XB5NBIC3O1PhxZ9fDg++N+uAB6KB0jVjZsQxjavTSUe39NpKgTXzVnqfZjPU4FoE+budD7AOaDax4H6XWMkHCxkh1+zstba+2xe5SUezfWl9PcYBwv2Y/bHda21utSqvFt/yGl19t70nFnil9wwT1PW9p9tAYBMleGj9wKKAfSylAoV9wd1wwBpy6Lc+JEY6cHUQTe/E/GzkXx9lOESWlBHyGAXsxM14iGA06hy046gmPGNC3Kx2OKoO/wJupN9XB3QIx3dQwI4UaxE9VdBkMnDKosHsvA4VFAIm88H5Bvl9EcW0+nlUiyfigPrrSQV/2b8KravWH6z7yqoh9p8gaGHI3Vpr+1JVmk6PyXyHMpr/+KD8AncGgcqxUGJFQznf3DCMW4UeNxkGjTWs7b2nvUa3tdlt0Mwq7HtDD7BpvbYwJh2/AkLmw92srTEvjt5fp4AsD0IZzHkhuV9bLFqbKkEjX6slhMMQDPB3f3VDU59wz3qCrZXQeoKvbEJIizVB/Pnkucwj/nSHlLvMy6IrDm9F/kth7j4iKrtSmAmz4EH4MZd5WSSP5pLMy8MQDxKTBpknVt0jgdwjAe5h2twjAe5hovgUqQduJfqgxErif9dlXhb1szMvrzmPBFdOlKJlZxnmYxBmyGpwNAJiEOaA+QG1eHzxdegGvoQOYiEfi54iguF1zWwDSk1MO3BAEJDuXKnBgQOK/Tn5E+DthJWSlL5VyASQy2TUPE+TV1e9xosp9gCSenfxqtV784qxgJiHgQHpLeotKpiNv7fRMd2KwPBNY87QGRsVOEr7KLPD6TdToYNwj+bAs2OGAp4b7jH9N0qmx6i+R+k8it8ejNvLP8IFafZkSMzZgS8qJ+1z2aYjeCNQwOmoybpJA+VhGyFKLtOxKrN+ELifmXxmcLQoYGcOh0xFAVGCO4OakC/tKCU/mY2af4zEGOPRznM6j6M744DVjfjsr5OzMCSG/mBBoGC0aXqwrpE/hdfW2mbzg1VXfDYcOgk0jFOYD4CxlH2z0dC2WSzThm0MNKsCH03nZsOx3n36Q6MlAFx72r360OsupOdaw5/7m5hCEIChCxtza0kX/mD2X769upYAbDNbWLbgh3ZmqTu6jK9o8TOlV2inUroE/Z9hNV94p93fKYOeYFUjdrhqD7AcWsyTQchXnqVWszwFZ8hcHoaiWbrsHqbdwR2sfDiv4kgfS+aujON8c59IHi32KryyIEu4wKNZqnRGebFH7u8IPFwR5W4lqsC+ecoSHmbO2FRwhTR3pdz/Xadv7ntFIRJcCFb+O7Mgd6VofuvkMoEZhHmOWXyh3unFS7G++Sz986nkTBK5vRUwXthKwTYWWuqaIPDk7piVOtDWaP6PdkUj6l+CgNqEgLc1bA3v0gK4KyAUCUwuxfmEgNYi2MEyjCJR2mzWmPd2GcCRddJ6bxZCwK1W72lXcNfaeicI9GmmevlEMhl10fq/0YN1JIEt5lL7k0mcigxiHvDlaEajHN2/1sNRfcnAv28UEeHrP4/oTGgvz7ASUx1evJdW7FxwI6mJejHDjq6L/tHphqoedaoXx9F8GtWqy2PG/EAFo8Nkp1OdrCfPdqKN46atHdw/gwIyNbhWExM07icmSH9I6A6J0xe7tlKIdG4aGsUZp389iJvC6gMbYEnTqv5Z0IM3dCb9OP10Jj142yaY3WCTObMXPZEebN3BIJrpviERIFCBuYwDyjEROER802UmtRlrkG53u72KrdPS8kbAtW06g6UDt6TsMgiabhBmivwkCLyq9EQAIYXAHWZNTQnmHG2OML0hrCgsvVYUTwxva42lQ7CBINLH6EADRPBSCGgdIZDEzc0S/hUPbRYrix9khEiQroarUSubJUpvbRYG58iXuTxqAScZkiHmEpeVndWicEVaKliEaGQWDwIvFpIuKKc8lkVDxgMnL4sXYFl2+v7Kvtm5y+VC4i762G5FNBeVois/bcmZvHS7y0hqTl7uW+ApvNWgHPodzYXlaNmZp5I/XoyrUs9gM1IWT2n0pxGwLTYoUDGyY6MCj6CAIirOVc6Yw2V2YfoCiU5Ur2wLm7YXjOnbb2w3bmvwpPrMBkVDAgfz2/rODJybH+rNgzfWEma7pp3LylWrkkQMGrSe4N63PfpCWq3F9g+h97f1iu5g0QZY4B4N8qyhnswuxTf3hGBmIyE+k2petfkdIndnw/aRWUNlDbizWvR5lWGC8LxjVt9lvItRQPBOEV82JO6fiALWXghTD8YvhVrpaDqmaKfWGQpGdW9Gw5frSbK/7wYCmWecCuOlip+MasmnLBXHMB/s3KAFj1IGw7CWMn6yz6ho3dHqyMzK0DcTN60RkN6QQK59WDRDLelCTnQLaPtkJd13i/rzKAUCj8ZCPJRfQZq+RgHBPktCCf/2/seQZxvBRXvpbYFtRsXocmdigHv6R/lhr7XYW6z16qJ8bhG6C4Yt6A3GFAJwZWOiQcLN1uKdTkW4B7bBBEXtttwqDPYBzXbCmg3jDvimQOh384GuE9L8kkJS1N68hEihMUD+y3kjiHu4EvfQy2TxlXx/trN0UZ9LLbAkzjyl9PV3jx0euBBmh8CFasulrY5CkpcMRyyfSZZJ0px52R5eixe0nfT1gpZBAU+as/Imys4nO4hnZeWQen7ufEc7jfKOFPQCqzf+0RFWZHLFp1QT0ZBbyshqKbnSPnjlUhYv6pWnhN8iySxlO5GdnZNL+ZAKXxfj8iqDaw9Rdeu79HZctMdnAwFgZyItycwhzG9n8dEpLYIvWSY4NNjbuA3GAzJuozkSw2N4nt4laa62ThKmsVhvIqlB9Z7VMR2TSOsVArqN6GidzoGdJHr+zTT6b62r7xosUNFgGRDsKnn3b+s75sIRabWkButFAQIhmT2JntaFsiKN3cvo0zTuV+FP8cmwPTFyF0/abYPCk+p4+Y+jZGqGApefR4LCA10pmq4iFMI4jI2WqQl0hJudZNCP+8OLOJlPR6MqU+501vFYiBfdJrHSOxgInKSsBJV+jy48m97xN5JIQ21KCZ7GbiY/nYr8zQasGpzURhsMhmGQSxQfiwNWD7COUG3qZPWH4i2s3NezjARuYDCaPxCfIGwKqJkKxJK128lybKPfw7FQkGgwqDBTgoPyG4J808XMZzP9NI1K99miVV+stTAGY8uBtLqVm5ufwtpIwjZMX9lCIayAhI4r3DPeByIyFEbRBVbur74TrbP5IMK3e7MTY/gm7ghn1EZPMCiJNUFTkilAOydzgVeeevsWb2B4bAmLMkVZC+WFNvRM7vUpQtN5aP63nXh/vGeAAlaQCryE+dRju1g1KkkZKrM6kOF7Db6PZ+VlKBFqsGQ4GAnL9dNR1MtStCiUfXVaXodlUM72CkIrk5+9hVazib1QiIazy48Z6nu4o8R+B9jDhR8rWJZZym+Yd+rYofwOe40SZnvmNVhG5uf78F2p3+NlbFMBMhVDxinwC1lGUYQYp0N2qMEOpXwvar+MJX40ewh6M+v70dlYqtWkU6MXhKUxrRt4J0lZL2SMDmwUxXkKBPDuRBxQfAQVDy1Y5Ez41Xh2S0sgTYCM/as5tQP6MIxaTAqGBBpNFL9KKlvM9EiS3W6l11u0Xi3oEG5JiLlUvf1YmNObmLNABsXYpOFard7odkXB6B84mFTvxF3XjfgJ0yYRszbuWCTEmwMveO/Xz4YTDEJjGv/t+P0Y5sekYUqLSi6ZH9KMm5P2S+U0R/pfSMXfbEjMfDbfHx2MU8aPMCoaw68nbh0mrd6liQJR4plIH0NZdImsFQcTTNfFAdO/YCCLweNR/wRLqeKAOj/MUR+Ilh6ElkD9vRgJFA0l4B+kof8DgYX0YOxFD2xIjEEgfcHeAmjrxBnGhQZAhDns0fURNtFAfVDoZ/qr+2Gvvs1swwbdwN0rHwTYIiYdGP/manuxJvZmzYPX9Ei3sHxg80IqLagc2m2rUvkWFNvqvbvfFAL6aD9pufxwwJyUYuGktGApwd8yDlr1bzIGBgSU/nzNusB6NkvOHmb383SIBJeFJVFIrabl5IV4kQiCvHyRDM69rHwmzjJW3SNB4R6kViX6ZvFSJfYtybKMLCy77LPiSrEimrtyohQtpeQVQnerKXcPU5mwlHLnYZH+iMNb2Sd3bmlbLiTdcxHSUkYQZEkvF6JlV3iftJcHNuBPEHEkCjhMI+aCCPJ8gEySrA+XY1OBISl/xYUt7t/BUfSyszRuYjPiGoteRUB22G0czhDWb+eh78Os5LN+cIcmQbeQStdHgwkhUV141gMC641XUn6ZFQcLbF1J+0WnMqqgyCYQeFVhVlxFNFC6dm1W3wtjYvqiUJPlcqPG0iBnk/e0/bGSCQOlk7Q/Gb70Tg9mBo9FDz+n04TFgxXBJEIUndsqIbQCxv3x8uRFLW1Oq8uDSCAdbYwPBs91wvHbAwHZYRQP49ruZbLu1mFGzZO+SNWnG8cbgjwB4fSbwWA0YjWUqNaZrke1WdRsijum/fR50rnTrRXuRi/S7w+ao7OhVHiRQFODz7whsLnRZEhMGBftbQEolptP63OaAlWcCcIwPmsQNHRzDHQlOIgM7yxov5fqG4S6SQzrSZ49e4YJCkHeFsNfspnAWP6jUXBNOm+lsoXhq61GBTyE5tH/a/P0ejYzjlbAXmVB569+JEM0lGAfDBhmxOnMlfwQlGCSOQUURG4JPB/jX+Z72r8ed0ERrkatVDn9sOBD4cOkJYpPyORbSj5wjwRONsytlH/shYwQBM8/JrRIlrboirOvvFDM3cejWeojouDKiVLU3SOBXCHNhXk8E2Qy//yS83BF5E7eY3Ee0yffN0QeeCHD42XnHLG9PPpe79ghjYDLsTTBSMRgY3jKbODPhVSHo4P2kVRglokDAkW0tAn/GAxIQ9W0ufHHEfyusdimm7by9NkhzE6QSp+Hk7/6HguDwPgIQ2fIiKayRDpYIqK0L7h7w0yPHyqLV4ozQ06It/VOYCgyyMvUEjUEBq63GA146yxQJJDlhvdoUIylSh4tDzpztwro04ABt5e+SMgBS4lE5+KCy1OMRh9jFtDWDH5r46TFz9CYj5MXmMe6YHBgc9Q8ElqIAg6kDIvQJrPqMp4JPAZmJf/2RbN6PNBVrverabQ/GzWPRdqej5obNhpwfYou7F3B0tR1o18wL2RnIATc75zFo+dp9Sxdj4cTwbIYIHf2wBtYAUFrC9T/RE3/KBVsrQBFre06o2vis2zVEIM8sM9V4pB2CMxRkA0a6Axw/MdaMrvV/1BD/1l7lStB3pr0YDo7tm7uW2J70oStH5jpcPA9x0PQjr4Oab4MgV4I9CT5EGwiCDuFbkYB+aOydkDTedGPbalgEFESWgXvrze3+Fl9UjDrAq88nPIstvLkPgxLqYfpUmiVZU6wVCRKzjQji1oiE4YQXYkIJ2kiU7tKrhR9nPMw7S5LZnsUUjbPKcvkZadYdpnnJdxlp2cZ5Z2KaC4quUxqe/xSkRWnkiFWCDPPleDMuWfxXGYuv12Ft+LwXF6+sZbGL5J44ZhBnmWWCpZd+Fy8nIiOiJKtiz1djE8wCONYeNB3cwiSqpAIiplz10dMSy/q3cldfHYsDtg8Fwes1ZJtljLXC1V5tiOKVO/ezsXPbn2tOBoEUX+Tw51kbutm2oQQSKCAbK+WTgWBvVbj2c4lI55fiUmKAwpObSSMOKHpSy2spuqlWcNKgFRtAeWiK6opnGX9zE7ar1bHw3RAKHZXHc2kY57Q5OeGApfttx1spjIhOH0xYELwxX9pJtEfjRTCDmPBJerxxnk8BC2nKUbyO/DXKaOhBd2p24hOzofVjq6qI+RL6ocdkTV6VqcAoSAvtxDY0b3xmXF0hET7ESYCk/X43CcIv0jfVjuj4yHT+oaT7yfZDGEA0Gig6o070T6dP0CJaNaV/jLAVPYQCaQ7xPDtieGcYV9oA/SvoZ8H+lo/8HD6wn6BZxiD6TY2Gfzc2pOyy/C/D0yJE4BVGmvXH26u/ptZOJCa+woKpwjT3YRgbhFfWjCmu6Dn1vMhjVc/mC0Jojz+tezfS9XJmcoLACqhwu+IWZFgD3D10bQE35LzME/KhaS8UEX+wmfhgzcxxFYOuFJGL5oF8kMO77nJXKSsj9XDC5od/Jdf65CTHTAEeUEPXJgVdq90wvklyulrEf/I+elnebnMdwplynm5Kw7gYUisuHIqO7nsToWkHPerEGUFMkkQrFwRRy/K5c4/3CsOpsCdPL9K8/xooToThYrNy+5VVtQSReqJ2MDkjBXM69HZeNleTkazWjKaXIgCDpHvJFIhGQkoyLMlzSYTGw3DdmbGAZtSyP4Iou00eou9Xew5ocxKm6UbGDJo5E8QCPcjw0hglFzuz2ke69QXa4udUbPZEaIBoapASrBei57NCNnilemxdiwvi/igEYy11tNDVbUtrviMPuTDva4NCxQLPBN9k+ZbXaLVxtW70NmrE568Z504mgPDOurMh8M+oPTj5UW1k0z7sXbTH0Ias07SKImsFVA7CcCwFY1thNgmzFzOjo9i3bdkWrXh0KP4LI6wFW3LBUfTfEKIrpXh0MwIMcAXvRztJNP4HPswMRYM49EoZhk+jEWHgdFx9cymXEMCz+KNlJZUJgiDJcAN1lLNIsT41MifkE3cD9RznHMy6F98Cz2h4AJrgPNDGOCzvUqj2xL7u8cgzI00XcFZAxi8Z0lgJXrbJIzvifmJCwr2iNwzBNpmcih3S39NnJsYn1ifzvP6CowU4BnBs6wbQSVzQN5RxsYSbtmPutX6FmsweRu9nl/aumlI90Z5jxf5Zb8op0cagQLL4WOxIPfiWWZWOpPa6+MCz3GRwZRVEbK8od/eSQT5US3y0FflVhXZmW/7eu2hBhKU5LtaOjt1pH4gS9rOeaGwqxezncwzURD4EfyIVjjPK/vhGinsgtXshzKATJUWp+NZfO1QWS3E8suwYnZ/MrFduzLs6OVyFiO06sh3oYntzvhhFbOMUB07UJflKdd39qoswwp7HZSXAnU0PktnwpLoRCzoYrie1G6jKmbxJ8fT58KreLxEBbaZW6yO5DP4eUePT4R/+ogENkfCAB8NTZt9Q6rufHcPu4BCRiHeKJqbVkx3sNJzJobUEl8hZHTZaLW6Sdo/nwF+2lsA6Jspwi1MA4qA6LXhnbHpcZtra+96Tw+f65g9KcTzganbHCCVXi5gE46MBWmAHIump2Yz1bpBZukdAOgDYKT6vkznWEt42f4vWBOMz/7xAq34fCM+ovMkbY6qEsxE5NKXQsSa8g7+vM40ipEooBjtfEMw1hWDPj4ZiVStC7ZGTKjrMy9klE7pCGHoo658wH3aj1geWeXSFzaSWqd4Mur0hyAg/yyTiXTgY77WFigEPFeQDsSiuRkYoqLfla71bGoIE+JydGOjZyTIygwwE51K3WchZ6yS/SAGqNu/fS3YW7t/h967VtnrAbP0f2ABARMIpgsL9GB70nyvpIxfq4TOZ/OdY7JQT5k2ugUlmNZBFkyy6R70CytpvJF+ERV1fsgsOMNIf4LdBU8Bz2+QeOSxC+UMkzzwsnmevyPBGUAqwjtQlnoh80I0nJC9I1ngWeEVNnkRLb2Eedx2ypyHKk9IvqWDLGRnUnflakonnJ2tO32LneWyN7sQeJC54K0kLbRbgws3Ui4Lyy4LdUKeXrl55qyCopa8pKVLBRBnl1IqYl4W1SdcQAhMZvt6Ootmob6U9LKSZgfwIiFhaXJoQVrS3bujV7cpHfhUFKmW1OKl2CDWoudJ0rRuYL2aG2k8tJWCQReGwpzdiW31j8+wC/PHSBRvv1thXV8DwmSG3suUOJG/W+sFrj9LalKHQ7fwOnRQCCkIjPZ6a5XLTrMZYQ1vW9pvpfeq96q1dWUmUdH9MDZnVGLzSm/kU6I3jJ6JBIGLHvZhOECdlTfdSoJOkyHQI9FUqb7f2yqaBzYqGgp41D49qbFC8PBCeSJlKi1wVESlsRuTxueTr1GGRQFf0jMsBDwxG9FR0hxPOFgSH0mF3a1H1b9KCa5H52d/0dnURvFJ3BECbtytu3kY6G5nOko7LBic6qJVuW44FgRFHzeiF81q3MGQ64bOQic5PDirytHMKvZnfy9CwnORRwZGw7/ob1iwasioGUuhXwrTQotfADs04SJeEofeYBvVvaOTbtS7lcZeCwsI99KDP0D+bqQDK8mKHyCdgqs1LLiI42EEWqqvjYSBFS7os1K22KCo+VZo9QPzWleoyawDTD/IOzFC1GcsxWAXBup3Y4to+liYV74usD2X7rER8ec1j5grRXH65hGLhwAXgpKT536WKjn/ZPHgLF6IkHjME7/iVhN5dCXMErksF+SuvO9jJ6+UH/b3ZCnugtzle5RDj5l7GD52D/NW0+H7OJ3JQvDAhTBLP5b8QjSPW8SiwXNx5oq0vPCv9qTtS8Ppfe6IM2FIj7kgmARkzUwxwHVxjNPxUfWk2UmrNiUuHw5IKyBtVBspGuyl8M6M44vHMUsDrieo++9YgK7XBqwTAvINBB67yWEUsYrkjq0VLO2Xfo+EvgJWCGEUzBtY4LfYxWq47ncVpoTcrEn1wnK8aEXrTWMXCKwstqUIM8iQwYWuHDLur2lDAfuits1kdPJXiS7MKKmY39+EbuvWDXK0bl0k4/dHaTLom1lB2OFGLOCbz5rp6Ay6yKpHR+MUA4Gd4fJzXdxtZzJMn+9fMvzP7WOdYSu607w7i8VIhaUYRxCCGgJK248wjiAOCK/UXZ5WR9q3ulGbNatnQsDhMcNbaA2kO4Q7zEonuruMtxQEpgym9IHRTKVYWzDO0qZDA4GZrVTbSpCXeQrkmU389xfYghEDFAB262YOsFu/uu7tLe5v0HsZCEM/cM/G/oFycDf98Vg/sI0AtMltzE/Ur/TqjTBzk1ZAiUX5Xm9tCtHosGe1OO/5vdq8wZLqPb2/YTQgAEkeZgJbvYzfuKcn0x9XF2Yu8zySu9XQd18RFVF5HgmunAoMwpOZuLxLniBZBuxHUXdWxmPhk3kPE3nUYyUxqUIAt3ng9C3tENJZMnecSb5zeY+yrHAPw8cuBDkXDUHJySvH3WWyXLDqApcsSTzMY5nYvqULynZC5IJS2Zw8uzQT+s9DIyCqHOtZnknZbR90pBwxA7h9NIyj2XzHV0p/Oak2WV/IjANiFMG2u5O7k7jpo2HEZ4R69W0hlpvG2pvXaoK+/chIoPBJlE/vnEIfG1iTWtgRYAmxtLNIYKth68R1BYG9it4heWYThvHQvdebelt6GEi5uZdeJQzc/o51dsQ1k2RfsFAR+RKm1pL9HcYFQo2OpANP74DCdt9sAIbmQDOSwGThDQZDn9IVgcQooLTP04t4njTj5slyOU1G/ytNh+3qbD7tRPHpUYd2zfjoJf1DO6MxU4N3X/himQLNY1oC1jfiOyZ/TI8ZFQ3kiQmyUIiu9vmoKZrIOJsBZmRYM47RRs2D49GgeXCW5oYChxO6RXR7z8xctLFA6cHcOOnB7yCBgp/6885omsYHPirQDWTZom+gnkNehn72Df7483kyS25ZkK++16vUF2vb9dY93b7CPrp2lRQF3OoqbrNAoHw3LUM4RQIFlBJ8VZGarN/iHZoxg9dvmPJr1lD1V3XNQnASKOErhPABQA0A4Zg2P9hYoxggTz8PMAoSugqtP572RziTWX5WTmH2eGealsn0tbfJ5PLtYbc3INfNEJHwQvZ6eCl2zgKrzvM96THz/HV1n0zfJbhwVn5skkEUyq+eOalwPqWiON+/fFRzJlakuBcuszLmZxJ3IfTaPLQCysmqKhfPdqb6Il6UDRVmxa1cVldZmsfLFbrLwnynkFU+JavAQnnIitLmZY59SumHNxdXVFXEzX/yY/vPw6q4hSAqHjL8DyVNoLe8OB3GA70nkQBBDHBSpdXeh6vZmEDByVn1Tq8nK/o0pSk2IzOLIPBCDRYEfrkvddq6gRlnIwgcdaQo3zoUSudGrxwNkp190aTzTr3RWuvBEOkL6emt61W+pStE26unPiXEyASvzvU9uLjtKwgtugxPqW8vGmKB6zoGLPDT9H8c6yxjV4jH70XqUp2zuJLUWYkOBPURPSMTXfII5qdCisAYvSP4mKnBZ2LDzVFs/SGjwajaPnkxE6odM5JY6m51vDHfTfaZESdkqkmXjeq3tfX0LB4l89FGPAX5WAqenmDrEI6maMFz8wXJ61KFq/EMj6lxZi5fd5beJueAd0LyPiZimiyf2WRBlcsvRbZ03ZCzrluJsf5sR7cwCQ6vBHmeZTEFw6ngG17+TH9Z+udYrOl7cyXFVx6DX97UF3A/GgSv3TJMPveDZrxWT0l6NQC/Leb/6p/IukQYKUgzYMvmgzAFRPBmP5t+NZTgG+z/WccW46oVVQ5zRorHNXsyzcuE7h4Ky2KeeYUP3w+Th51CnGLBmZjXyhOZJ2cvib1aFiFJ1VmGRS1mLuRlybIrvFJU1eaJ7Mo9HcQuypw8i/ENJ/ZLjtocLwph9sJnzsMQC6kg9fuYJ3DmlUJz+V1wl3kW4RTCnZYrlwxCKxBEwalUqboVl92rcBXlrPw4eRqvfHNX3IpcXw6qKt6Pxwef/3e9zjtTKY2nY0YCigyetk+Pjumy8NnAy4le7kuRHDMOTVeIvaDiUhAUGv5H69NaHegTG1NwCAlkulrChAlBIAhIS+BOtkDIjpmIWbfmNL3Fo0i0gxF+8EYhoCggvSCVHnPhXOl95yNred0+XG9embZdudILqJ0iHXzxlJpE1ebJJd0hAjqdmU6T1X9tfUwooI1Brh613/uoaObDJaKARE7mgsl+9bR9UoMCVi9sbIwtE1JLOuvRdLzssPjxgPkh82R3dCRgFd5Oq9XOYR3T05/Pu/VIoCtaF43OWTAp+tQ6hHU+ZhzBBsMoT369dk6HcEpTwwgETN9WjQOKvAoErZ21Gus/hv7gTA+eRslumB1nbKqRDL4xlR892AwE/ocgLsCfc78QmMyinLQ3UDQa3cVib1vqdGVtrdK9spGAInt7Dbp3F13GAN73YIVXNx+2Ki1m9d7fbPVeYw+f9sBKgx9AGTf3rYUQ0Dp6gTybuMMZSrBJW4aUY9XFkiHK51fU3xgc0E1F0wYY3hxDncAp7LHP5UGWy/Ny5MjZO1KUowXc5MYc7Mn33Yxtylkpq9ia0JF4q7m/nmFvBJ6guJeWjAoDbaUAtWY16QRy5+X8S2aQFBW6bymrIISKSeZJUvahtGWEHNtxNW4RfSkdiloBd3nx/Hj5sd33WvKEVxLCIm6V2F2wG2dSryw/hexAXtJvbib36hS1W2Vir7+8o5eRR/VeEwcJe9lxEVokCJRt1YfLy6U47ZsfwNJ21gTti5dv409tXF5Vuu5SamOYCzIWM5SuRDfw1+O32D1mJQybssXK3oaAUoLPrJlqY70zWq+JA+5eNnq9yl79ULrs3uHcumdvrS/kGRCotIVGAmmwk95aq9/OIqaOMB530b3Vu0nnb6/3ykyiQhIMA83uXMYC6YXUYQSBi813i4aoY6T3uWEQOJKuyHS7z8G86qT61k0Gmk2YcXM+EGUKBqElOf2bWUL43ruGI3HBo2AhVRSQyXNSQJd0ngijq8uT+Www96nBwpDjsbWfRvFQ/Jee4D6joqXhihKyUEjMFBBmxtEfMqXvm87b0ZwVjtMXYVBgylwc6xCOh/2v0v5fpQX7eEBsu1pDK7fYeoT759MRfyYMjAZh0IN1hBwCDeiehDD4jn55JMwEZqimbpj+a8T8QDzGvdzQFSIW16D5T0oxY/9sTRD45loP+wjowK0e6AfdsxWFybi/tnGBhmpQOvuRrCMEgVKvr65vrpg28gHDMBIws/EaLGRAdHjCcWwW5BJzD7wsWko8SlkdFiOeRUpuVeRxT6yKPRnSWTxLWbQcPHDyLJanyl7ZFSJ5FitS4QuMuPDXnYd5PKSJ5aH8QpqVCrJclKVCTillSQ8elii7PFqOZ+7Xo/LCt5AUcRwwJyfP/SzXd3zk8qgnTCAwfMK035Q+wSg++vq0PZkK9UYYgl5WaetPmtKM22KAJ6OaSA6WS4C+iQ+GkR7M5FWaqNLOaFrrogWLrS26dV5Tm6+rCLN/I6nB2MgyMggUCjoud+cCBOvA3WNgx/42I59t7Q/0PMYD0iXSMuOorTcMAWQwrb1dUrFEgLralWlxC3pBVPUzg8B1W34kitY3hGfolMwG+VS48nb8/mDwgqWCBfBGAbEMHdesOZCZIono22T5Hi7YPz9ZmtHo5lcnS4ijONpwOZ1LSx+8te7yneff055Wr4+qE5RgEUnVUK+NNoKFwDNGRYsRNgXPXOgomAicGQecMSSmcykFWKRwpBtM/4w0WoYcFRs32G2lNm3puKbdrz1W0hMJtCExqg0rMcMjJnrYXJAAdiXUs+0/9H1/qnNkMkv9y/r2dr3SatS3WvT+MgPkg08DWez1qLpSuRLnM3uotPqtie2ZDmwKLOZQaYNl4Ays/L7VW2wy/A8Tz/qbot3v5kqlzRz0lmCOXegFWdt8Z4P/mCHHdGHFSjNBskb/PG2he+GhLbksFvYPvMCcFeYlCSlcCApJ4AGPnQVFbhYhGgLPcGdfj+cyd7kokyAL8seuCP3jruxlsl9zIQyJYp9HsSIe/JWE5QaXC3ORJd0VQS4Kkjz6wMNloVzx6+dSPP+4BPZnOZ7tGZlHkAnzXzx3hZdH3TcC/DfGuKT0giTn0gJpBJzRCCg2ODmP9KLopRcYDqt9Vu+Ijo9e0gksUAEBpaUdn4mjiKCcb6R0QtQrjT20YGsIpJXdJquJX7K8kCSov8FSzEgS6x0RtZqj19UFEIxtZlhgknTRg1u9byvbZhvBLQjTZi4GIbkzDHv9bTSg4YB07NsuB/ERyHRCfC4IpM+jycpJB2J3Y7E7yXRVfRbIZK3gg8F8KnQcM/0NTZm+kv2RiNfwgnHSooDj5UZSS0dMiItQguPlcCAKeNgcv+3Ans+HVVHA3U83rDVQkHcGNRzF/fR59JyRfyjBjAqMaoORKOp8Fpkd2CimuZC9aAe080m/0hnEcehrBwrPjs+OTQ02DGxuSH22UYG+FDl/A5fMNmmeTGztODOUj3GEMBbGUNA/lmIJlGSm/woxwIrud2OvtaYvM0CYAbet29p6JlijA5h+YOseEZB92Kx8d680oLsFmYPPiZkLv/hhrB/EOjrY4Hib4o0MlDaEfM3gTSq1ReH8T+z++uoaK4FXr0v4xyPtoTuLZ59yTuF93GUBviVRljKpCXBEgiBLmzNlCsfXuIa+GWB6TskVXiFz96iwvgbUQVB69+XyMHzzVCbz6N9zK4WyK5HnfuZcYFspt+QrzFxIhADgsDLu8szMs9A+2eVZymNBYoJfifoOpTsVwjwpl30yr4iUnb6lZOZZUt8f34+P3jIwLamPDsan7Zfng2g+kDY8Pp3EdAlHDoZ6M8UaXsRHtlAmxrFcCa5W+8fMWmg2+7Ry1eoV1jASZG1L9YUEYhsLeM0sw7BQyPzw2SFLBiNJXkRG2LRjIxml0X5X74Z02tqumN8rIZvAlBn7m5ubWxAHug31RvVsXOBPAQL3uypc+UFUyObdgYXNNBXW0g9Lj7BA3mePOd8Tcgc70GJ+75cxncSigEuzk3X8ljVFanG/WT0dn0MB0+rFy04STb9Jj1CGFa1eHEOPZ2dSinXrXpwMYwE83UTrOvyoeRJP59Ka+4yKtplxguPSkBihZtS0ldNTkJJBgUYfZyPd51E8POifBY5tarAgkCHnNiSmeR5vpOsDlpe3gdGMvls09lVtU5fFBGGfEMd0OCnDBn/ZZrFxOr/VOSeowIu9hu5fi1XhMIK6+eG+0qDDVozQ5r8Z9VuzhY8+rN30YIQov1tvBGWsj4StagwosOqvTQmmf9ogEMNZ/EUJEaXpCg83STOvmEbA0JIBhBLbynqB9UgCNqh6ns7jBj28eLwRFg9fe6Bx7BD2sbfGpBRWxF8jj2eFQnn7eA6HyYsELySVh+/VFCcXIib3Y+DCKeSZWdpE8vTNBSbLi+QhGVkVpNz3u/Gg/tW4nARFwnalAGkrlB0lizvlVp6VszyLmyyUVYGQbzKc7Zrlh6/y5OOsaOa8Wivv++A8zGrzQ1m5/DD6WrFsF7LKjmOaF1JW3iRZCXOkTOJn6aE+Vk7pNubv9RIeYhf/or2UJpbUpCFetIdxJ5rtREKBC7qBUyaGnL9cHlk/CBQQBDy5O6OrId6QegbtmumtQg02u1W7AoNndUGAXrdDFgjxwdEDLMVcSkWlKRASGKWpFOxKq9cVXhkE2iIjoBoditYJUnnDG2SDA3mDBIE2MFBvmNnSSupCxEp9JhbZwQghbYCqdcDCHOsMGBahY3ix4Z7NGm5fnCc1Mazh1++ZINJnVkXAxBCJY4zsJ6Pzr87HF/GcZrw+OaKW6cuX0x0he4el4nTzRpPq6LZ+acsFi4KqEu5pp4llrNpgXWciOipQjnRGjF0ZzZ9HaVM4OGpqh0gIyFoj2gctuNOsDpmXLAic2Ep82qyxFQgUCKIHW1MgELhpSqlNEF5nKqBNEC7MwdiWM0CEQ+FucnuIKYS9RRcA7N0v3BSCEKuyJ9a3tsC/X9sWuFlXy2LtRsBmFO/m5prB0DrqtfJurIVQ7G9LDNEpIEqu83X9UXnXLzOEmQBC0y1jBcn/1qYJ0xO89XrrSf7860kN8YehPbj+atqzazJebGsIDwXDaxrkErictL+fVBMKeVQxC/iWi9geoADH9SpDF0k4KfMsF48gr8uEXqqIW5ZC298EVtxzTFIUDTkhrv10jeYr+Qv1W0g5i1hJT4VTL+0YQrsNxfWW8uzaw2UGueJZGHZW1sMTCHI+Xs4OEbKy6i2bs7TfzX2PFNVZmB3K8xB5ad/TejW8dhPrq0ioCz8Us1zziqrtUsJVfvLjBfSImQGJ6N1yOaHvt3l0etqmFyTZj06+XkoJljaGMVPsA/pyjtoyLS0Og9UgOsI2DMN0t8UBASaWnp3RCbIrxBO5FCYKQMQG0YMFgfQH776gSayTfPnd1WLPIFDI12MeXM86g7WJBtIWGPqBjQUq5rqxIPCpmKV1nVSesRQ7LYA7yfNPVSvTcCFf6JLajl0bVuqAecCzjiLj9jh+8VzYMWYg+PMU6zA0lGEgcCzGV7PFglkhTtxtchpLfY+iDSnDAHs6lpaszY1E1yOps9Fu/UV61tc9nem4+hfR8e3OMLNOmr+qwVj0C7qCd5LOhg2J6acv9q0JURywKQQ86KduIiszkGAskM2WDZEerH8nsUDdIocR6wKnKfDg5TJwPbxM9/0xpNtthn2KAe4KABvMAxH4rdk6mKCedGDATj4TORYV5r992Kpsv7bWPSwhQAHXNnuQOaNzC6bM6fi09Zl9hPubK5G8zdarCu0VAOKH6zAemp5rISgz4NwMDCoxw2K8DZCvPc95PA/NkS4lXVQWIMu8IiCW7RySITQXvCL5kSDsYl6QF3FLZtJfd3gEZVnuHgkyJy/3HzsPV0S5871CMgTZHi4ppcwFb1Xorpx6IELifpYTnL6Zb4Jc+lGXeblfJDL3MCqvHFkpgHOvKFxyGWK2X/oamIcY//uaibOz+dTM4h+kL2YifcyFO1IZvTg7o+HXmAe0V9I2qWhhRgi9lM0RXRENqbDQN7E4ETzoWK1Wm+/vJnPjfiAf4/VcVaUpMNmfdaZNTMK0NitSCzGTtegJ3+gEdgjsCRAFgVcMiNa2dbXGYrOvWELEILAiZin2Setj0hHsOQbCinx5NmnCZwyym2AcxmwjCO7SF75qui0UJ8rlZvMtbyhUOma9EMtqxsOL6iwZTaM75gpHnVlnMm7qqjCXQ5vaYVQd/lE6cIKlU0b+6G9hlOxEU1oD6QkWzGEVocmyeDWh8ghpsxkdimk2awacL5IplgKxMRil30/6GDHU2eU3+9jm3Yhr6z5DBJ0Fbi96RomvdAtoZ9yAypYgkD7hDAUJhPG3nPDOXmOvseg+a7Xq22vSedfuW88W1x8YDngvn6bAD6wJQv/vYrt180F8TxSP4Xy0AtrgaHRg/Uo9CYWAxOmpZ8abNv10m8Dk1Q3WAK3VTzRReHi/VliDFoIycNr/tf3J9MDjq8/sR/LyeO6CVw6ysOxlGcE9ihUCc+WdceU4SUuXJSW3En0oKbuPp+RlqUy04vT1z0ecByEzlxbRh6KHwkep3BUezuMW5DJzQWphUT4LHzgPPWK+S2GkWTyvzWN5Oo+UC5jzj4tXMtyJDbYFaDFzMqQDj08vln2BFI2Ap8thMxJVGA0vxAAn1T5WYzoTbAX6lDhTge9wZ7DAuDlNYxv6lnRZ37yxLQ747FBUg27gfJU4swxzWAMHTDAQlUku6/tzaarTaO87vchMPGNicU/6rz4owi3hnqoTqjIacEv6k9GHNRYPNhq41mJGsI4hmHwG8K2vw8ygW2nAQBsZOJmcDlOzCfPXi3Z1MBfcDf9Le7xu80KOGBQYnVdPhhfW+KcdLpbx7IWw/XhJGQHrpF2tJYKv5vKowwp4rBNyyG2aCDx1QaYEd1ktUyF19A36zq0Z8NMRWvngm6ktDyrG1lSZNGY1vma1qUrggNOzY+sQ3mjSFSJKR2eTk25fO9NIoL4MMLSmwDdX8K8rYf/zb0QCzw7eCgIFdgI9cC/MkGN7z7TAXZ3uZb1e0Z9Uo95iDAyNfjdbjW3BU6WLSmvW8TH4Yv2/0nN9hMsrJoeI+QkKRfNE5oSACynBwjHoHX31wjgxQ6W8o+qGBTV/urkKlI+uX/FFIHtLBUxJ/hUG6PHMrebp67hZdh5KzQmxLPDQdCArlGVkrghNRdLHi+bOtCW5kuhB1NS7jzh9LZKn3GXnbldObpbhZ+CycCWeDLFVl2c+zLMT9pgHRZZckMgL5/HAy91qKnMePkhbkMn8IoLQ3cPyD10IiYWqMoFnloDQQqTyuYBcYF527OD0LfKCy+4Jd6ctQBNbud1J5vHRctlG8Y3ujpgWEtdmyVyv/Hgp0hePZgJAIWN7acOhQyPgmahJGKzWHI3O4YlJ8qxS2bYx0ZUuhmHgemJL4EMtMutbQGGnFmaIAIFmyGBd6mO3tdnaE1zObDi08b8efSG8MYttWr0M7uxtokFdALntI4NFgVT9rL73VNQzEg0U7rEGEzgjttRB8+xXq0djYdGGmKvZRjAKeCp9dp6KIToFlMhaATv9M6nME7qG4+bb0yrzQjrn45epTjUaDAWWtUGSHMMf57vJ+cSVYJZ802WtMxhQp+EIWBvFMQq/1F4npELCmoAe/feFfFFI1ourMXYw+Z9n1Wk0OmOxu4OXb4+r9AjbP45ND/ZhgWkTc4GqTD9Kd/s71EtRYt0BXbj0/YMjWGBG+wDDLDFkHogIoI1SElPvXXXrV/SCfFh72hBbwzKquN/eQlB13dsWtrH4LxayaA1k9Y/7n26wkYAAPbhFH4lAjZmJ+jHE8kT6IIGOgFKZlZB7vdXa0r+XAakZ9KF9V7XRQFh+tj0oP60PnedlD35I2pvMo18823LZu+AZlnABnpW0EiaSy8/DAwpk1brMdCZColnl2SGznCzMUxbzHVdPr3BZjGyLyntYVF7poLkkxIlle3gbnGfmrhTNMrLK5MpeISvihQsNe/Lz44UgqJVl54eweAjYNcsNLlTjKY+Yr1C7WzwcEJG7ILZoyAi/VamQOXmrh/C6zCF+0ha6TWkVStIjabtDpqumY0zhixjOfGnMNuNgaBH0MdIYiJ74Mj4QE2sIbMZ3GyNM5B/Wd4RedIWIjdEQODMWeCs1OGEqHPYQ6r5MHBFMo7pGTJ9oc3C5sJn+OqF65VXrDTD45pW/TJs9ukMM+8xOoF4n60cUkZE6t3XVWvwgAKgl3Ubjy8sX0bowUDwTwFkXBmKZb5R+LswWhFSHrBJiZgEPhrqi0b5wb3LUxmSgjY9u24zguD+2mSJx82R8lCoyGkkJjuCo6ZCRhFJ6WUddJ1s7exnXdur7ner3PhZGnFlKsao9S2fzgRhbpC1tro8GtQhj0R3D5nVppKN4PcIyQuockL5gAXb1+3jUrI5ZOjhfQV2V2aohtAKiCXNVNV08U6Ot5W2RLZ8pFii8+9Ggr0QBbR4IPzYAuKe/qcqmWOCHxV5PoLaHLRgRQt1UzAMCbiyFDi0U3onYrX3rc9joIYYU0qS3tmgI9e7vpdcGJZhZIvpplBAuMyP4p3vBng1j0k+menSegkJry2DK8NrmkyfejL3axp3FHvv+COtZN4GJJOFd8wc9KxeinsnjL2GWmT3/pEJxSijwTEviZQejjCKhrL3qHg1l2I1kVlvm53uSDIGfqnxzkoSSVBoK+B4hkeVzKpY2ics8HvYm6nUQJaGY7++l3LeQylYP77GsmMuyXTI/Bxrbf7VMOAEiobCXzAtYkYd1+l6ZIJTz0HZXjEOZqFRMMZObWCIvjJ8Xwte3dGKlYuxmvi0Bh74oNe50eTGOByh244vTI8gg80LaYxU5ab5QkeYYy9FHLyeTA1sgJBsNE58do5wJYZqR1Kukvk1H7h4QSB+tEEH0bGBaL+rvzEggCnG9fimJWceqX77Q7qOa6IY4xz426xjhx7Z4tSC2Jozzdj8YBhvN7LxqQGBF5JEBNFTfbXTrLwbr9IJE0TxSTHxJlFARoQMrsblZQDpspfpi+J7FQcwwqlHA9nDwoqMrGi6Hndmn2ul76xHGROqpCovVMSjwUKd9/lJscT5L0uHB6PZSfx4TFky/7DSrGEnoMDNuoEuN4/S5ISC6cGfE7OAapyPKXFuHXkfn5/z1wAE7J9X0eefk+5PmtPq2enxmjNu2GDuBNiYGNdg6hHXrdrnd1j1+9d024yDp9Tn4M8uGPAlDo9u2JHq73Y8OE3qg9uuVvR8qlXrFxsAw8u/DgpGAV91G68N1GAO4VtleY8ifDwW0bpAroRua77aK2dxgsJAlk9BrQUz9JOKOVzdX12ERg58YSmPobLYPbCw153r1+v/l/VlrMEB7MENgLgs/nrLH32LBCy8Jzt8CE2YCIvbiErrQZOXdeDPzfe3VKLKyg+mwuTCPhffLUniZPDiXhQPl51acJM5DO6SjnL/FHssdtWT7Ba8cZLtmJ+lCOQ/yZEjZOWenXYjNK+KlPDl9tEeWynYOyfwi84hCKx6klNT5W04mkfNLWhFlIfUQU7hyN0KIOKS5cX5q3IWQ71naSnfbTsnlSN//7cmTo7Gbfz6Mjo+YASKqN2A68MXETAKmw4vln8dVQNKXiRMGjo/e2jvp6MdgNWuzOonTURp3bveEbzQBQjMEhHrlaPljSOBc/BASCPKJDWpTjk8LxrAz9GU02K2wiPbTOmvXmmEYCOCCbmDTnGx6HJtziLWf9HpdLZ7ZuBn2u7XxNfW9Lo2B6InYYyEGBKJ9bsRGXIfiuNHzNP7rUHBnC4dgMjBOoiZm9i6Oo1mzH5+NxROV1xT3ZV5IOjq2QYHpbDRZNmfzKJmdjauz2WwniYfHQQk28zBCQFHB59Eo7p+zQnDcHyXPo091EiAgg2HETb8xXVgUM61dJs1jBsYwiDq6Ewdkbpybi6a9QV+724zoYU0+bWKBuukGgbrRT60tdG1LfwYMBd+4q07oEA6jAbXJf2+T9/wPqdF9tg0A9uqV6y1MITAN5OZ6Ie33/qbXeAOQ9RotUTSbFCK290ERaa03dGy0Gv/NRgUyIQ4KKCWYrbVgXpzIoinB+ktSIdIMV9wMdmFoBTTo29Jvu3l1f7/2pHiMw2Pq8dyVoubKXkn8UVeECtwPiQfusaCUKLyHiSwwVxKviPLUx50H5cjHXBHmwgdBCL2qcoJ0lvxIOo+uBIUXXClacitlSlErTlBIH3hltxItCQtx4T4S9UhZ5PJybe6CRF+HV1ZGenk8jerA23h5cXqAuTqsA54ONwa122T9pTcCNpliOxoyLtooIPD3lhdT76f1BcfNfl8IOG12dho2KTiDQL2RMxBQL+YgUiAI7HRmO4JABgfOdy/pPpVO+PywfjlLhFqD/crV5jvG9bHcUsvswjAz2PuBlTAucS+aQVzvHX2VOkziYwcbGCCMakx3BQLpMGUwCtMlhBaiXrbq5MHwaFwdzVk0eMj8CFsi+MKM5N8xOGbY2R+d9E+Gy0lHYNaMhyyh1GlOm+i80agz2yBnMN8XXZ6+EAZ1Do6ayeH+JRqsrnbmgwKTTnyGtbAB3M6AWKR0ANCj+Es7xyCEpAyLjuPOzu36cZzsDPSH82JwXo07aV8IKPWcOw0C3lmzgwEgy4aYrZiU9tluo4K9MHCHpkD9E/WrwyNbDV3OFsd83z5KX4it8lvUdb8Wi/r2WqteQeW9ulnzaSDCRO/3YNqvzwIRs2vZsD/a/sQM6QjeJstMpIp/e5cUmKafCORUCmbe01/WFUuA5PM/NmkQ/MA4QBMsANg1J1jusrB4jv2z4kIAnchlzkhK//XBraSymkKw6h4JnHc4OuPycKVskSgJH7hHAnPUbifs6SISwtKxLcujWVByD0NtTgft/F2W5/0nnIcridVocda5yF05UZTwSO6QPEiXXTmhTzj/svtINPtkXl5NLik8fXVjLfFJGx346Hs6Ii/3RyJ+F8MqU/SHy9Ovh7HezZ3OwenF19iDkfiwM6FxcHl6NPHxGU4B78QBj8+q8UbcZ0LIeSfpdnfr3dZiu74rBGwIB50EwvlmNhbQe4F3FRkAVZe782gkEqgyjQZNbHXYA6PbZrZYpm3eD8w7DvezLkZeIlOO9VJtLgSBt7ZYkiBAiAofMwgEAwMNBAOhgdOmaOBQtJW+3oPlj1gKjJlJwVQRoHC57M9epNU7UUB0XyhgO37xPD0fxcsjM5HaOWBldZE2ZsYxvbb5kkGB9f10AhW8jMxAVlfcj+EtOnY/jaT1juKpGKquNpp2bKoKWnCUft6Zm718mg0pTmeKTiQejfoH9LMzLnpIj/AZHU9VsxRIY2CmCOt2CgKZKoPZbAZG0ys/oV/LMJAVkd5bE6BOtf6ltwG2ut0rId6VL4sp8Lo3g9BScwVq4nzSgbnPN1feGPjhfmvRsskd99iMUZb1afTMXoI4HpgmCqifhfEvAkCbr4M11A9MC/aGW8nvbzYZU+iQqLK2JEgGYKthIS+jkXnmClnZ5RJFQtRfI5RtYlm+UvJWUPNxbebyvajSdPZit5AhLzud8umGYn4CxakFF0RBcTPhahGrJoS4cGdWD2VZpcqtsiKBPC8b0pl7KM/qK34JzyNtLjsRixb5nmehxayIvhJZwrPyeDiGlcqieVapeMmViviemTiLZXtZHZbjoVXpUS9GJEQlbh+ZWehbaaKx2J104BkrI43b437nud7NattmA4OGTAKjyNesFMywOibFTfyNrNqM1X4sNTMd3TbEvhiZ3K1LFwUCReYOXe0FlgwKgcA6LYEsGiwsxEy0RE95fZlVp7ej17hkaEuAQLFARgP6KIor5peKaogFkq0X9Prqu4YwtU5HibEgUPZWJ91pbvTPpQpLrfx0KgScogh/JeBg6Q2dO90g52AOYwGrHRoGh0fMmbBWQDMTI5711vqIm9PRpH38YiZ8bS6P1rmeaGKDAXeik+XxfB+7Em+DjVSWDd4ViTs7F6umGTCaRZ315rqUXyEgzYA2jXeUzAfN5lTETxxQNFsIaN3Jz+fC0GknnkxO4mxynDZRwGOpwjQFnhkEMjhwZNPjtgWBBkP6LwhNgZhLDRCIKZjDuej44bM9McBGpdfdEwNsrH1Y1HuotQyBabAEpjUCSr01Swj3P21+iw4MsbOeW5FBYaN+Xv0CNBGaqR7rCRYdhAIKIj9cW+MsZ6PC0psD3mn/n26u+d9au9pECdZOvEfhaSw9mCXvQdTfm1XnD/qKy4oVXjmRvUq53F8ZJCbwEg9c4eVOu2UlVzPKLpxddkb5oUr7aHNxISq5R9EibSl9bU9LBjFnVeyZhbn7laM9Sst5EC4E59EiTZ6HucQ/pepKu5dqDPu5yzPM5XWVKw1h/reg70rFiOTlRSlIJJfkMT7SgYfDExoBk1rzH1kbTjowhlCXS7OIVYMWjo+sG5ixgl8vl9IPhXvFGF1tdzROYbyziWGYdGQGopkQUgHuftjrPrsV4oF8STSzkTEzBsMpsu8QSJboEBBYWSzEAhXritxVGj9gCV4YZ01+ryphfbRsZJmxQGslpE/4CgsxWEthKsklnQ2MZRRKofXSWibqZa2BaXM9HaU2NlCXgXmsTg2Lr0ft8UZEK+CkjXWYkc0QOa4ZBRwy81fwFTMluDYaDY5ZYEjnOR2/XE9qs8toiBKc1AfVybq46GWnesLimTDKNNp/PmVIjM5FPE/QzMV2BtYVzMLBYXLwerye1EcqBwI2n8826BFuVof91PifmeMWI7R7jpkEm4WoC9oQrHee75pBbYPAXqM+Z+g11xRY4Humwezrn0h3qFGvbNcbrcaz1tped/MeUwhhRUxvBEQHhsbpz4QVPEAyZsEpwvBn6cD3vUaj95q7jhJsqKejwvqYAnJjpgCdqZsZb6GnIaAZsbm3vhOB5jvjiDe0AfIE8zrmoR7NVRJSyPGtzbtcmIg5F+KHCPxSZayUfz3TfQ6iUvIV8Gr4DlRLCXO2lwspUzqM7+Z1kaJkFpZlIRkk5iOQy/fiZcwy/WBeQJEsRJAVD2EokB2DQpLlScp50XLxUD472uOsRzKdXLgnlkF6ZU8Kyvd0EOpEKJPXhtQy8jotV4GXNzFhvj/l2bGIWlGvL0TIJvBC2e/i9YU6OUbItAIS46kKL8BAGKb6HiZpdfl1e3g8umU5OOm92IYhOl4yG5jlZJUI1hGqLGGB5mt68MndXZ8eyibrpQ/EbcT/aAFc9LbFyi6fNRosioQaDAmcOd5lwEfHsDXMRwMz6mzTSFiOV+SPGW+NBaaxeljPZPkJzKPykjsCipbYWBj6RszEnMjfnFkhlcqXgKvxQB1zei6tMfTBCjFQhb9Kzc6oTn988XKjJppXHbYBtbTanyxtLGBcPXmLCRnRt+YBZmKi87Rpo6E7aTQdMxRGWHbG/JJaXXenOjLLOgeiWrocU4JFBTesAcFWzVT5DlOEFaCLm4WsT5mALYzWTYhS+oLFAQfJC3HAF7QkgoCTPnNVqiffTyaZpRgRwZO+3fIUg9FigswNkR7cs8khrcqeLt8gcKhfTBD4H+2jNKmLiTMKsM6oyla33lpjHIxhn3WFeI/w/evtytYNiyI1FkrdrEmz/UCfx5r+fRgKffPT2na3wi8ACX8qosiQJEEfNhE2sQpjXb/8aJKhNkMQt1pvQET9ZzHKml59K6AnUY9n7vJoSeyf/z+dvu57pFyXh3kkZIX4A/cwLFw58SD5K87DjyUeuI+nSqIiFjwF4cXPXSn66+4XUoXIUuWEuQeehRYvi3KXRx8kwz4PXBG13DweXBYW0ZBZKmPRPJKlLPqEgTC8djvSAsfttnRg7/ttH8UDUcDp8OKCuSC8nzvp0enYUjFo4U2AttEOqLdQr+NGfM6c14QFMve6Fb1ogjam7tdrg7mUXZ8XolcVyieQ+2EPLKQRq14XaRNrqwF8i24ywMBWBXbX6vWY/tFrvdNLhD18Mwa1Jo1Mb9E19lGxmUBR1LDFnhkiFAaiCXY666No9kJgoFPGcmFGA2k/S9en4oFnB8NxtSOQw7q8WwoUath6IXG/KrUYLrjRZ7n0ZNpMN15e/AUNM9pYApLijsNxDLGK+mMmgIi9DUG+W1hcsleHW2Jyh8kl1u6noBM9xwhEhzlxHVWl+rAW/SJK/8LQQJXfx0aWwLBa7USj6nBj5GuGvA3WooE/v+VsUG9d28ibAnV3NjGWTVvCV+n5yZkgkDXhJqNkH6qfdL9UKfHk7XpvrVJ/Qy+IUGu7K3pn1gGxBN27vvlwsxAy0qQH8zPdV6or3SAgpQoKAYVnm241FTJ+HRZIUv6Ha7MMqBI0FKqu8J+lH07cUuV6r2HxKh16gR84/7iXpf+3XF6rPPfzVIhmYeG5KPusOH3zyANXeKViZWdo5BTGXVHIw5XEA7eS+uVoqFxeaY8sfOAeCQr3SykPw4WUvODK0ULin9zlN4C4e6XTDp59V132yevM4u6yMI9m6SDxk7Z4lhly3G+L38FQdi6j5vCivTxoRjujCVSvrxfzNpKCyARgIcftzvQl9gGZGZIOWMr2gMn6/kL2T/p9zKOibY5EvJLGotLYa4i+SQ0G3YRGZhlmZ1f0p8ZgXOd+h8+MDiqmQoDiaGAtgHRldJ4zHppGvi17ebTRlFRB1aOjERIhjmF2RqQfS2zthYvG/twGEjIS28iWakfrlEqL2RqMstA/rG0dMIyRx4zncQo4kopvlmOAwoO2YWJ8XmW4THTebCoS7YoCjg7a/WQ+FWUECWvz3dGBSuhiBxPCy2R0jLn8y2h0on+VHSA4FiEd6BYJquZTs5BVY/IyPBJzMaycJJQV4+QvKa6eOwICof1m2rd5cWwK0IPvWDzTjFHwUe0GgQw+WrQ217be0BQ6slmAzA25qAqddVdu690uy6gYALotGJaCu39Dwx8dIiJ7rcZCjM9W/7WVOCvf0i0stbbSwsaLoNA6gvVjgHsLos7yNhcsFSLIwwKqNfsJ+FCCzRZga0uUD0vRP232XvWuWPT5VZgJ8tDlQn0ziYfZW/ifcY8EfPk4PIZ3I/MQeHYQlhyyLFIK85PJpZ78NWf6W+4e7FP+N3iUWYo+PJ3g9C3JsvCBC6G81Xu5sm8ueezwHvH2rKpCkh8ouBCGLPNWsjzuAnel07Obplgu8JIOoOW/lszzMI/lqTwdvCefYBZ6PToUhZmK7izH8WjXFwYR95gfRhgOUAm9usnl6GAJAxwKMaElbiM/bH0pxHoXN/xFFOtq9BaNbrfyivEwt0K3xrPdGm1yhnyu/u478IkN0ibo1vwECJLtLUQS6gyW/qFBEyDbVlgdc1MsEJqjV8uaAkX77u+vb/S6VbosoaSMHiOCOYQE9ReCvilkCzPR8dkZfdXMEKFhUCiYNsUDBYGsITc8YopcbUOxttDtxVQIePSewTGitmYcYbSRNhVJXqxPo+afwcbOC90jacUigRvj7zuC+GR9WB0d3tZ1Q2OaATvNu3h0m9RsUODzuajghhHRdCSW+/zTVCw1YXkoDMSMNv4SJTuD/nGnnjQnYpadajV9LlJZHY36Q7OUdXDw9sCQ8Ayf/hBDQNRdMdwaHU/iYboLjAliYDT689Hy5bl+ZAHkTv1L/TNVBHoMBGTgyz3DoV0Rvlns0ZyKMSzvDsb0y4e13gJSJ0ELo9EwOkzp9+B0Qj6M45tYf0ZbLA9Cz6/0XM6An+deVUigjTTwqB/Lymn/xUovsD/MiueNRCYL8TI6lMrmcVzppeFLxHfLKll1kiowuQncD0cMtWZVlmvIDldIwy75blkV5kIk7GVhXi7EH7lyJbbjiiDcopWj+OW6y6p9WEvYURIrVsojXNkHWX4ngiPJ13KzveXlAhdaidJd8UNa7SZ2kZUrktRgIWJzvn+IhkLZDkGeOy/56Jg4ToqIp8kmyETWCCjCccgsYPHBKvNfWSf4gEbAaGN8cXrx8qDPxJCoujw6/Xo5rvbTF7X4YHLwvciINczbeMATaYxCPwGLSI2QgE6QPThgo3t7uC900+uoWoQMgg1bLq5OaxisBav2jAoUXLwYwYxYKc56c5OdbqPV+hazCFs2KJC37HWv1Vv0sApjb5U8xuquXX1b2XtGO9haq6d93RL1nhHLdWN+oA6d1XBC0cCpa8LN9XWdtPCDjuCLuxo2A31qcMRwOsxiMSO4ejFeT+Zpvxkv6RoWgbszI9GdGcsGJ3PMw4zPdIH1JH55JiDaQQmuuRLcrOks0v5JU8pvR2iF2usTQ4RQo1T/DCDgi2Te2UCPlp48cuMKt1G1uj4fxAfV6Sg+OOjHNj3YtuMzsdY7635nhT7+evobKR3C1hvCqEnWzRtYh/DkYCr1d66bT3tEQ39OrUW9sXZFN3Cvu0Cp3TbVlkbANcETvPpNo3K1yXBnJaW53l9fVVrAnwBuq/EsUECWaheKhvF+9rvcOMrdC+C2REbFEmksdAAEMoWGoor221We2FOvJzF/bvO4wvDA8izbYxxyeXpXy5LpjeCer70JrPG+XMjz2FN+kUdhjmQ7ld8iz7XdPO5FlVB2lkd15TfU0x6XH4RWnXx28gvI9jWBtdCbyD/lSrKSIRHCrAb32ZtvVo8VLNUQ4hYiCdPE8jwPS2VdZvt77eG4YZ9QKqvMC7kwSLICWXX5r5mFvjtfuxJ9qYeCfhHUGaKKZPvYVwn7CXPfZCHmNfquOEt6PeH02YeYyr8fH73E2ktyyBTXi+Xwc1r+2qcX9IjaoMD26dFQWtv8sLYxxlTWUfUsnukd9WZAff+qL++iyAjrO4rhgDA1KVpmG0vPeuPSpqD6pOCdQ1sriVlcgkD0QGy0JyJlg1m9sVePRNFoAGSqvA2hKUYDCtgWC5EIa09iasFPrEPRar2zBcauRUwWqkCo27pS7LZmc4/3ut2d50KBdD0yDLTOD6OBpgA3pdZ+ldJhEB+L+k3S0bqwcHLhjX/BPpYQKR6KFIuiNZsHZhUmjdIj5o6MopoNBtSVdYbjz+eiu1F1iFUE5hgzNxgmmQoBO81+n05fnYEx0qZPVOl0Rs3BbC5Omtb2Z4Lozs4+46LrlyDgrmCUvmnsRTerw5ONYyZiB2XYtv6daKBw0JYQ7jen+u/ZQxHmn6FVebZPh7BQH5uOoLOU5Hq31+hu9QR+m93u1Y2ZBJQiTB9vo7H14frD1jac72Zr+6k0Ykn1xwOp+yClFfr3AYOB+mOSlstaIVtQQGbE6Tcw06hYELSeX34mZQnxhKosGCIlWMlrlja2UZ2t1sfbAHF4pSCXm8s+v+jwQoGy+KGgFM2OQSyXPXLy8kjuwjfEft2FsBzzjNytpjInL0sUkpV9VySFeMWFMMSyeBFmiSy6IinFygmPl4V5xGIeZmn/5JIQPEp7rEjhLBlEqzmZWwlXJHkgz2JApT17y7FY3yyZXybpX8ciPvEgGTHkeXkCAI4O2sv2eHiSPqdPWBRxjIno+IVe4xIZYetXbZLWWTyanmMdkFY48Ih2+Ur9MJnv1/e+rGNIT5ggjTCKWD0d4EMPrjeEhcISay2MOtJZL7s9XhDUOLHJXouOEL1QFcxBi92IWvhiE7Svh1khUrWAQJ8ZR2Mg00LQrbvW6TJKUyAHy3lOAztiR9BA44HNKRioCzFvIqyHC1dP/owZKWy1VJeKYLShv/xapFAQeoyFQFFABgPOEn3io8lgR/8luYGs76s2FqZZlRLsCLjOIBhaA7UJAaNoxvwUQ0Kp6tzxtDlIdj6N+51L7w+Z0SMsOlidfvN59a+6xzYxLixRrz+es+O+qDfd3FLUjeB+o2Prtut2wbH2dD+lb4tYzhmnQ7tAo9fYa7W6jau1bn3zpoX5Ax/+zBhAZn08ZdbHNctj0ovBbBAjfjd0g9xgFuvDVaW7gMMxE07sUZouNx/IFeRd02csfNPh9VthIcZUYNaMEwIqcS22DlJufrwNMHirwUfcI4G57OP5hEWOex7xeMl5mEc+6vQNkRBmDtGv7pm5IvRYCIIs8z7qVsPCC+kQeOiJR87DEMvjpXB1zzwWvCxZjnrcE2VJ5lYSbEGaJVfTWcLiH3k6cklJZi6vwoOQCIKQHbw81BHa7aPxAVZgrB8TBXed1YGX4oIjrH7aSEC3m3qZvmxfLMcvhREDERgbncZr6K+itju6h+NzeJWYzu0l63WYqYLeonG5i/YbSCDDonMSOBcHElHrGh3sRLvdvd25cEFAydq/W2jCtWRPEKiXBxS0aXF61dY2N6+M+Oll8+ZACXnzpP/u7xttXDxFudZxrH1RGIiVmME3mIaB+zXXxb6EO2CgUvQOS0V2AGRYNEMAM0NZAp5JMJefDv9jEu2MNjqjlyygLhBrSk/erTGEchlLm60nG+NqVL+9nMUTGxb9qU2N26E6WypkioUsQ8AOw6KnnEaCmVRWXxk1z6NE7FEcMOmc3Q12ZhgYVN3Vz0ejk7+ebMRnDMOcsIwwrbDHNijQTaYKBPv9EynCyW6XJaWET603NjB6MDfLFIf1pKE/Jf0lCQDrmyyMbuuASPtlaTiBoY1rrjxl7cqfthqVLXCP5S8FekIu3WMmg3y42aQjWLQOJbiFJcEPZg5aSjA9VBhMRSVmKZd39qvQqQKnt3bc+5vNq0plsak/sI8xQH0fJE3keo57WTRLmmpjoZc3Z5l5FnG+8rK9XJv6iCunTF3K4/L0db3Kla2y0/eBpOzYe3WfUhQXwrJo1a1EQ5DXtyr+ZZedvKu9Hi+FWWAOz+57kIQg+y3kwo7FXfLqs5TF84SlPRai2VKAWdrr4etpz3x8vCzMEqi/hZNnvn2yfT0IcYuxW7u9HL61mR6H9AOfXgzTZP75UVu0L41qidS7r0+Xb6t6r/VqDpkaPD7Q+4g1k6qAESpii1dYi/wd76A0YAbnMhSk3rVu4O62UAsEAvl2AwlkhRBBE8hkNlJtAolrxPU9LzC7FIIaC0wOFe1Zm5LUYIdAFK6tTYgGXZb2bpmCxatW6dLouF1pLSrPrHrDwJ0X0afCPhoZxQfF/QR6jEMhKvK0wWS5rwwOdVlHp5OUsYBV3RRpup9XN6q2QhzNhcvxhihgOorH46nAJfI143SQdHjEQiH16ODoPDmUKnvyV5TgmivDRpttMEzaTwdY1moyaIiTgf2inrOgUsfHRTsCMjcuYSSN0PMg7ozi7+my5pZ7F9SBdYbozktspmIEgfwJ6c6K6W2/aW2JHjM7LrnVCV3u1HfFAKUC11tbjfrV9WKvYuRP0NcV67u5sgHRa4vKdwI51r60fl/G9DHB494oIEDIsGia/tbeYQoLs1jW9aHNBvmxs1JX1/wtiZtLfxY/NJver0Qctf/mG4bPrF2tPrju5K0m9Sm4AM9zkOPk+RtqEv/gsjeSLJco7vsWrwsesgxE8nclhLnAdrLyueCx8/w8WTjOxU+yLCUdwuJkOZMgLDsroLCQeDzbUZEgtmK/7Er157Jil8ILrnRm4ebJZXfLnP8gWW1WPZGVavKsXO6fsGcpTTwkcB7PXZFQZR5aOrs7mcujnHSeCqKsdJA9kVY7wSigVLfRgfUDR/vpEOvPTQHgPD2CAU7iQS25jQ6Wy4tTxsFIO+yMzpZQwO/dUgkvYfWMPsk+k4Ixwoc2a1M79qwlUCnrBRbgiQQKjw4hgTYkZt8g0NXfEQsoSYttVBq3KkdLopicwHGvUtnCVIyQbkHDIu+PNpaZYLOGQfELpDQGag8drVt5Y1PDDAMFigIW9F5QhyZAnabQBgwU7p0LAs9BRQbW9aXgixVK86UVEFMIzIx7uZ4MmvHnZ0v0YynBVUyiqu7pcLwxmw/mSXzqPcLrQ6beQuGqKMNYRVWofVg4ePaClUBsTlyqQFuacgPomxYFhglGhxxosFOP4rvOzn5avRPAnnwfjzqx/n+ax7ZcSGiB0P3vMx2b6Ths8NmNv1gHu7UFigVWRE/r/IfVLwWA9a5I8kL/K637HvYPFl3BGqNhfrrZFOQJyVqV/9tG8EkjBsxuriotekEEhSyKdH3DeOheY7vFcD8V3Kps966vgMoreulFAYE8/SttsnaBUb4PV/f8Z7Vab3ri9ffXa1uiii23B5i1T/+ib0+qnlsEPLMmD/n2HMunWFbGXqxQQSaxOCXtlTABbwJFs0Jek+d4WNTDPviS2w7ku8urJ+RTSIIfDmM754eQnxcOB/HjFUd/UIOLikzHPD8Nvdf5Pnwt/tj3+oPAncVDgRCWduAIIcsjiuYyL2w30+6/ZVC9lc9LlLJyqX39Z/Di+lo6O5qXM68400ysklZFqCEPPTcrJd8OGzJIIraj6Ghk4rVteeDnYSz0xelSb2x0cIpNQNbGtJ6Ro8kd88qi6pgRggLAdSayHo//bCNhAEBmhYgFmsk6cZEmCBh1Wb28IbgSnG0LARumBu/Wd2digaaV1mqDoimQ7o5u3emgNWJhUBAmI7qnvZ89Qw2mXxEQxEIMr5aRDL1wborY8BHOIdIC8Am1u9IEwd6BiN/sksZIW6AXRAQDBXyCQFjguvNABjPyAQPd2s1w+fW5/gmUddSusm56c+OoHSdJM/0U3RcKGMUMBowGbiN1Xqsnx+N+xMSQvxxIGf5yP2qeMTx6PrCpcVDBvoNwc2pAaH3f+kPoNEezpCZlPNp5MWrqj+a20z/5Zj9JsZQ1Z4x1lIoDNuO3E0j3RGqwYNBaAtGEzWIgm36OdITtCR8T09AthYBfcq+3G3tvKvXe2nZ9cdOqb7MmOr0grArH9I8W6uq2DX6+tl5hAdumszpxPMwCCgh/usFwY0+Z77wVcHH1bwz4k967RYuhANIs4K9tvvEhS8wIxqYZBB41mtZCzkxPojZ/UEvuQYrHN8QVCdlBwtMc0kGC0J50nD3xQR4K2jtlUn+X8uysJjnfSemscl4/zwwlHjt55WTuwrn7GRWHyIJwTbiAaiGVhVkNfgSXWJyrtGRxuZ7xSy5cedkVXh7myfwG8PFDFTJ33FRkljBgyeRZCXfxLHKjAAD/9ElEQVSWVQjNU41EsvTKDxmK5C7PwGWX8Us/ZPAUKD/LkmeBnYel/WPzgfssD3wotGsv20dNISG2lA5GojRRdTlejofMBqYXZDluLwV6aa026pwdYS1VW9YIeHZ3ohcPDhg3v9I7PdgV+btkZO62WMc2PI5FKUokEG4WMXLDYgECoVT03jYWrV7jUBC4q7d4Qdufjwk085rCRCHbAv1KG68Yb+gHEZBW79Wi9501wWOPkDXYdQqN+q0Ns9bxdwX1KMJRjcGBYKBAL9gLFO6ZqT1gESYFAooXT0azT2ngZJygdNP0eMlK6l+looDDkShb1Kl+Leon1tUcH/1P3an9qPpSGFnfi6Sb1lDurSd4Nxmdn/XT2YyOEPTcQfOc6Sm6m2jBSWdgKwcLARmahBacJELAUbI/qh6P9mefSxeOptXqRto8Hh7o7LBMGzah4DG3HqcT579INe5JEa5U6lHt8pBfWDe60fhhr7Ut5sdAwDXWRFrb3l67+dCr90T6bG24tRu6P5gPLJAS3jESxrrcxeqIYdkU+1gMlL5n2TgzhSVY+2CjXZitSEMhP4pQD6ZneWt03PM70rVC5JXPBLHnccU9SH2kSOFZuCIOLgsKSRBYscfyB+5B+uPH+N9yDwWFl2dloblSNDh9Q8TDosxKuCJ56D6aKryHCVwIC69w+posJFfyS1FLlYT2zVKldB6GeO7yWPCyJG4lkWVl6VwQ9nKfCLAJ/kEBj9MXRgGrooAYzhyxzPZQ6tl+FF+cfi02qBdS5EdsEAZ4Iu24M43Hyz/nBotFR2gGFBN0i53xutBkPWk8rdf3KotepUuTVKPR3Z3pza7Xb2fifkImAz4WjPuhvjPDQABrNtJqR+ftHlahxQkNAq0TBAJoLG8TFFxUWDedFSn0mmEiBi1NZFCvVqO7zUxT7X44nxkGNp42VJOwdYZqKkbY4cDavEvEeCAWDQV84oGGgWlzCghWD1g6pUMT2xiVdySMHF4I76IYI9EnL5J0GqWmFQuvpBXXbmvJ5XQ4HCWHO3WbCKLLHMXVkSnBdJQL3NI+o8vpghlFuheddGrDAukTlhItMQiYxt8k9cEdanSnKhy0heNomYxH0/7byVl84vzPtr4ooP5/DAK1iRNijFD3v9GoDRgEs3MJAGIxu1UR85P6K8V3ryVNt6Jb1+su9B+yRcse/b60CNKlYUMAP2xVesJIUMzWixP+MSpw+42A7grDfypvC7/pp9CPYW2xPylhv4yUYFoQVV3ru6v7rTeV7QVdLAJKVZr9Hz9wxVPrUYuV/+bdK5JQEBgFYdjZc1ZqspSCLDQXds2ScoVXOA8oB0/J9imo0H/GrVQqL3zLGVmYpR6mH3oK7BwKgX9z0WMXTjpchkvd83hJkrlCVBK6eyQo7mVJRqocZJ/Hnp1SiHtVdqarlYZ4KJYlVlPBUxAE7kgTCZf+/smT9yJ4BxtMBrmMmvTzVjuH0eRCxJA3VJTm4vRiLOYxm+2OhjBAvXNNQcmoOVTG2Nri3UgJXzjTWZicOkqFgAu9c5C3bYVMQbCWQFG+2Vw0DxK4+0KoBFkSOohLzfb1hu7Td2v9wK2tHoMBa4JRw7+t1+Dft9YHsiV9arvCskD2ogkZ9fYxikOvIJzzqd48epF3OZS1iNXpa4Vf3u4zS45uGNusH+Q8mI1G/7UhJQqmxglZj2gDiDk4FQVMmv20Oj5Nk7lAM7Y145oDKcGsmikSN1x+LuJ8mMSsG7xfv0yxsigETH1iSNQ8PktVYECzoHiwFF1BsU5hXWc2U0wwLBV6FKc1/SOl4oD6We5SFmWprieq5Xg0H+iEhMjVyZ1R1Oqdk3CQUCRcCOutgUzxo+mxu6vz2tF9r+/sNnQjG/Ueo6CDMSwpvuJ71zdXjS5jmCsshMla6bT6fcBwi5I39wsA8R6T0NgJtI5gcThbFImeYAwK0h9vrI9V35CRotmPPLHHn+634Ilb+jeEEjJtpMc4wPAmroALuJjFw2OcOytnYUlaCpVvcd9XLqucaBBl6dxloR/cwkxULhuCsrPTUSQ7ysN4VobQEl6CUDJKkgwHsLLl/bM6fB9XG7MSYQdzLqGaldqDvHQu2Q5ZyrMtLBUvIU6Qu6gQhmoLQdmVKs0rCodwiV1LiClCjpfBK67aXJDmlVrCY4pT0GR5zSGT0HNK15UnCcNe9AOzOBwrPE4n7dOLSboTxafMCqEfWBxn3B5/LwCcJ52Dthjg0eROL3xH7IfmwXFYGyRQQBqj9NqZZZjOaH291qhggbPCauf1Z4zQ3at7NzBWACEoAgXBKdOCpSnW6A41PRiypmKNN4Zh4o2HXV8mxDhgRRBoZOOKdYOZlX+/tvl6ixdPEEgTkw5IC9ibLbMUL51b10LFl7S0RWYpaz6j2U1Ia6owWJeup2JkQkDHvWb/HB5IIj5htp8YslPA+KD9NkoGyjpgxHTUjKbDpXTeqDZPWTVzPtuJqkexMEfANYx1Say+Gezlx2d0FQv50ui5TmbDRgUO1te5YiggWrDOh9U9R6l+mXpNhFo4eFxNX+x/elKdsr77sVhndXh2LhjktlcnLNSiX6CvLGuLtU3/SOsMNYT02jgkMXEAEPDbqjeu1l79UJH2213ob+Mpc4Jt7J+IXqW72ISm9UTybqzTV1jnsNfALBY3ubX9lHGB+hlE54zWGQUU5hkvVylbLoTh66qTuSLMgFPRbdFF/qaU1MPuT2LZ+Sd3vBBZongx5OnLc10UXg3lrRS3VzFLy5VftNJrke9uovwA5nvO33OrKa/Ba7NTcOeVEnOhCpjvMrngWZAlVkXBy5JlZ9KHQrkQci7FjuWcEDW/dAOym+fp0mUQ9VvnPi4Lc6d9PJqdki8iHDyLhGy8kOFhgLwgWJHIy2Ir99VEFmQnV6qxeOD0fdJ+8smP7598zXQ4EIGhgO3TZV9K3cuLcXvYlDb2zQFLBg9PpDvuu4q8PDiO0RzT6rI9FngeDIFAx0Ga431CiN4+Bpx0ajS6u3lAsTKaoL4EjmxtpBpDYgwCwSRRlR8C8AkoTUbnZQPUq9QPVWCPwb3aaOgzY/lgYDAOyPyCtXcepz1Q72SPIW82IFiMRxiqGpL6l3u2EMmgU6vt7yR0xwgEsZUMDxyN1r8SqLEAEjBIl4LYrDUJnqfN/kn1+/HwvCPuttEfn55A37AQGCfzdD2Kj16KC3Zms+oYSLSe4ClQH51N0lr9GfZhXBlOpcce0tCn/wgzEHNuM0Loj9ZtoDUwrSVz2gEDB6xHTSEgA6qbs8tIBJxRmNVzkUgB3AarqOu+5/Z5aIoVC/SmQIbHnKMJ384P+dtpfAkDfNWrd69ae/WWrwZic0FuenVFP2x9SRwrgVhCuGm9MiYoYMQoliLXWywUp9t9c7NmQ1mM5mXj/3wGiNTe3mvgkJ/C9GMpxUJPadYLw73t70BLrPjQBpi9UtnrFsIsbTG6B7LHPM+3BxkKqRjOSpgzL2SbyMJQk5f2lO/IQaiPt4ODkE0YymVdiEpZxSsuq6SIP5DlBZGUc/S1Cr2IPPmUK7IzPmPSsGNxjtm1eLBSyHfP40FOR45SCKgmRP18S+UI/UBeQearhCIlmRULdbvI6i+dRJ6pkGh2TpYMB0cQrkYSK2GllGXVypOzwl4pSZNYcTkr5TWvhHLsxuGKDAtIZJ8fn5wyzkVv7HxXbAW70AMbEdMebnSi3UH16OK0LTVuFl1Kz2NQzPAsHum9bVbNWqB3hOSb6Iet4j1tnvfjkV7nWbcCCdQ7ACczQ/n1wzktcYdJUvvvA+8PngN3qKkGgZC10GRX269jfrhV6TLftr4wCDQYZP10Q7ur11uELMLD6+YYaM2BTEWp/0ADYs86haF+Ur+fKUrnK5rxbAYPFCJDSEHAUcpYwOZoGnRh0T0hCRhoRPBO5ApNf9gedgRMzfXq6WS0z0i+avuYbowXneF4Q9huJgKZ85ysT4ZTYc+hNwPWo2m/ioWszlT/ETqHgTgmWN9p6nYRMk5HrNRnhgj7DAGPm/p5NhiRTr+KaCg4aINisHYwuTvLRsXAAu03MFsxjOM5s+WKQxcIE4Fv37T2nr2+6ta3Ptg6IFfdim6ewSDWsfgzaTWsre+nKyCOZgUbAUj0qsX0bBK0FC62IH264dYKyFAY/QQMhdm6+jeaDJVQSgiIbVRM6KvoVUU1UIG4oR5JPYMPnIdZ+kEydyXJwzDLytNEVxIPnL8vFjNJETMXEiHjV1z2+UVXTqyGHsmTIfREkFjahg4XyVIidw+8sitEK0LziuQDwYorR/PYqvtIdCVRivrHqsoTwcvDPBmCwstdHi1i5XS5QJYESQMsSqsdVjtYkNdrtWxfDNeT2d2RVOPjkZSxDeaCjKtSTZMkHX/dXtoiIVFnfdofX/zZEPAgM1Ssd4+OYIalGVycT0edwXwPgwh0RkIBk0uh3J7exxp2Q/cNfVioYldox8IgAF9nPartdrs/oBsP5gkzStbWtlj30uLa3JaSWEdPSvAmYwFhIczBgn+wMUUEGtiS2ktHDNNRukwPpkZJBLTMwtNF6VTEw6RkQwd1FsLAdTBQDhQU+dugRbAfN6eSbdC/im0+RkzOJUmHy5NaMhr53ODaKNIdY/G42u43By+FVIfPknPsw+iIWLfiwKmUYDFurKROdeBvmv9LQOiIh6Ho6SiiJ4SJK1Fy2dGZ1DCwKvrISiGRkJV1DMQEpTsL3zaEgFKDzTuBh1uvCBq7zRCJ7WC78+RyR+fA7Oxt/aU09losC3x9xWzgTdYFYUYIzXYW/3C/aPRo1Fv7Fmz8SXLMocIBGSto49Alc2OAkD4py2J3Qk7hYcu4nX6BG1HIq9eAI+XI3KLZcFNH36bdVhlPDHlKrnhWV8Ls4//oJVEWL7ssnRW2dJF00Qr0epDt5+VDykXh659fdI8Ej1zhFRE/k1zCt+QKD2ffvEwIPZE7fd1/4FxcSpadvCKZx3JJxqhWdnsYPk4V0ZVE4fT1jyVKUjmPl8OSJI+XXVECV3pW5IJXPBPu6bre/4gemzIU+tCGAo435jPpwO3lwTSaYw9hfIHJmJlec8bJMBVEDFAqoRjgkY8MrB5nChgG8gWDd8ILgQXLcWAdsLXdxbp9pbLHBJFbJueafUDBAapuhkidgUjg3g/WRxsGRjOpOKnvPW29Q6dVccYFbr02okf7esWXwoBq8B7yzq5diSFeIVUS5WzvkEOJrlQwPGOzj4UFop3igTUhkaCf9kDRQPRhU0LXU19P2EBPyjAjBGMs0J/rsv4IFTx4W/182oz/R3o2Xk4FaqPIV83s1KIzxsSotulwmF4myTOaAef70sL/WI11Iuiy8XSnLsTr99PnCdYKRoaAgQOuSwm25kDrC6ajWNg37TeFfSwwV39+XkXLjqsbo2h6V+03N1g6znCP4dF9C23VEzHW+OR8sK/7hiWYS91S/R0xCnq3tVap927oBr6h4U93qvJlS/jlFmGupQNLTaWnYwvco0VBSf2pXK8xBLr1La1/uv82dU6Yd//OxmWKJK6tsawfI5T0D3R9v6Xf41swU8lra0EUJexK3dZPc/XtQ/zLX4JMIM/VQ/dcKOdhBmOFPEutpC1YqTPEPLFauhBZ0l8Z/7gA75HLizxyZaT1MI+HWEi4Lude4fQtJYO3klytxrwsuuI8KJJFlBQ5WaqQ4pWBJIvxuxVCF+XpksujKwlzmRd2z0UWPpTgVmJ53Fz2GJREhfPzdy8X4vGRWv/+R9TaOLqlfzadnLbH6MDV04v2sDma7UcHZhOQ6W/7nckShsj4imh9Kn15ORYHXFr705l3hpwIAs8w01Q9i8WXaNiKaiJgFZYiWywWtO5Z7y8kUAeUIizaVYLAeSKGuIP2+/xwzxBPb+2tcA9Tx2+eqhh0buv1lniGth7czkcDigXCA/W2FoOiwUEmBQtwVdO2zsOwF92azuhbccIAgdKGBX8oxYCgNweKA64DhGGzNsFMHW7GdDgANOMldmJSlOCDeTLt+HDo2iC5bC4n61zAqGrGUi+9GfBZwpgaXfJs1LzrrwvKRk1RQR12lK4PdDOEppygTmOdnpBoFKcz8cfjjWifJdtZPu446xKOOqwakp5NJt/rbBwGhX19wmMWkOsDnLqN9AHX69v1+kIMcKtxubgXELo1wJtWlxa+RffN/fUH0TWonvhgi78TdGCxQ0EhUCdIo2vY7PNA/WxYs2ge/zY9Rl/CunXHnQJqt/tr/Sab+uuqCE9tZCHGBluVH/bYZbMlBsjzyfvEQwwGeDrISg+r8u25L+f7w5ztk70IoRCOnbxir8ac1eSZ1t6UCUMdIVzBI9s51BRq9TAcOgvLMo/jsjip0r4BM+QhIH8l26sxcSZ5tKPlZEVDcStQ2ik7G98nl5Rywh5Kh8OEPN+l7EzqLqueUlaS7+oRV+ovyYnnRcqVhkL+qxDJzigrlu1iBfK6sni5fnNZzRJYRib380VqqbYAUO/wIcPjqksB37roxfi0fXQnhS6q/nk5Xh6cARn0gixPj5jNAH2xucHLi5fQDmm9TgLv6A+WlqiXUIRJaCF9tna73RL0MSuDeSHWHPXDM4a32EAYmv2i3freD5cWswZACJBizwBGepBnSdJ9+kacb/spY3t7Zupky6aXMsqmZ5aIGZIhHJRypjjNgZXvrKFwS5SkIZYn4rfXePrUajcMFB8VDpNjW41VhSPoIDxwHSXYekO0WU+Irgcq2NywrmGbOCKOdbAc/mWwrj+F5vIixUp0LR4zMUSKa3V8p9p3RaO5v5e7o351ndWRmRwsPidoO+6v1+aD1DpCbM1gAaC4oEjogFuAFgxApi8uwcGovj86udOeaNM7SXpW1fmaxejmgXWF+Mjo4zOaJKzjWup6+oL/HJYD2a1XvuxWKlKBmQayqFfur438YQP6xud9MAFY6q1YYQOIE2erYCZfchr+bmCDa4tta4rVTW4ttq1tkH+eK+igrVcqPGzZgpn8FX3A5oE0AJr9bPyzIluigNhSuHptxhDKz23xlGePrD+8PPUIy/n+XniTdiZXxDsN2M939Z0U87JKWFFKU0ACibWnFSvqMkHWv2AxSbxG7eg7S6q01+3xslzxB76FeTm+iknAaRRVh9CrUcyv0st5KaThWiwSdqW4FfJ4uRorYUd7lJOXVtplnrbifjPtSBb1OMW8Arsm7o2fXFHvSliSe1wRj/ohfVeqN6l2yCJFLWFPClkBL0Ek80syOxN2cVHw7cTJUg514ugJFsM7OjhnNohUuWG7jU0TJgGfVv+o10/asNTcqrTeQ5sLcjGeiL/MRqP4YLlcjsft4UlcfQv6MQ7GVq9llZATWuAFE/H51Do1UEAxRlxZNOj+MMp3Cy9jqRBefls8k6gQoN41ZTUwQ+309JntYwOimQj8RiETQoRztKWrVpr92Fz3tRd1s7XVW2yLcyhTaLh9yzAVelp0IjuCF9TVw+TwNpnN5slcoa4f6KOh0FkgY6TXpwQOedYyKCYY9zcw+mDacTM+q/bPYVpNekb2o1H0vE//R6d2ORiOUyzRJ/GwKh52KdJ215EyHKV9uOAuZhJOmBw82jgXlDEFxEcnjhgXbRwwQ8BoV8RxI4JGHo9YRhMrWWYxGltZQuozcUCWS6oesIwmEf6Fzo43Rvvc8Ms6BiL091NZ1LdbAsH71p6bQxWAVRSzGSGK97Dtcq8MUTXdRpvZ9uFakd4m09voImb8S6u1SWEb4nJz/1o8Lxvu8mHTeq2k7K7dXOlneOeI91QgKai0TuStRX238W5tc+tRG2DZPYyW0qVY5vLoauJxNWUnz2IhXpTwT0iElJsuydKZtyIphY+dhw/SD3d4nLY9ysmHRXDlRFZqxeFZrPAKt5pCUMRWo3kii5YTLrEwxLKUJ1Zd8FYkeaIQZqmVWJ4uu4fpooyHIWHpQixPWu1LDAGCgNYNMpFKN2EJzHg038U0gs0FEVil4+XF6fhtNR7Mp2mzevG1McB+Mz4ehkaoM+sGvmOJEIZheF8C5BIT0Q2GoQm/pIaKdNXrXeEdarBI4VyMTHDXZbxKiQUaBO41GotWxdTYXUw+M9BWm5tGoO2PkRZmJ59Vx9Z83WC9xCRof6IDRq+x2MfeIT0dM2EqYw3BwCiC/t3eSgsWCCrKNGfpvx3G8CgyFQIyRYSpwvkcESAwPt9w0wlCQajgBoPAX47jqBN3XkyHy3Rn1mEc+ffyE7hgiupP85+QcD9Kq/0RSn8a38WjmUJpqsCvc8BaJ13XtetWSAe3JU3EAfdtcly9PohjOkRYO3MniofaT3yQuSryBcb6JcxWAmZiCEIfsAig7uRCKjDTQBZJ5Rp70N7kx7hn+jkaV9c0Ar4C5TYbjS2jgBVbHE4RMwmjm4oOTEue0I5WQGUrIjK+ZosEU3JNv43KMGvu5if9BpvvRDkFfMwNwY7W2tq7ymV9od/pIf6tRouke3lypWBwRXQlseJWUithlgyyLPSEpd3Pi2fJh4lV4cdcUYV9s4wskOcxc5lXjlj0gSunPl4oiDxZiN39UvgwWkjklVKeCHFzK8VK8sLpW0oG2YN0CMvJTBoEebook7s8+jDtKWOIhP9hOnAa7dzO9Y4dnbaXTSwBXrTHensu9e6adaxalOyMhl8rl27g2TdfpXdSiMfj03FVoHBC4/uBvXT0A1fjO72N/X7cHI02/rKePKvTgbtYbDOlY/H06d7uXIwPrZAR1no1bVw0/Kz+TETNgI9hgVg0pclwr9JqvXlaFyfCQMwrtN8tnxYX+kBar1qL3reif/dShBkbyNgMva43ho4NVs1ttd7RKczinFZnww8l7kkzoDUE6lyEsgzOS4VrImGDbwSGYN+6LmQKIUxF+Qz44H4b/k03pIS6LcEzlORResAybDrZFyfLYynBSb3zdpiKhV1GJ2YjcJ9l4gZCpk9H2ms0ezFK4z/qyJEQ0bgfSjBhhzkitFp+xWg+7QX2YUymzshq1o8b0iXM7LhoWj3Qn46bifFhgfpPEl2U0r3DPda22IMBdq96AsHN7rOrm6uGaN+NWJ8wjg5gsbqnrAaHjWj6gT/c9+gHZp61LQlCPzBdGW/Er1GCF/TrKtOGwohrW0OhsnTXRdffoQOjPG+1uvU9G1K41jMEbDWSve+2Nh8wQB7HcpxcSz3wcK7aZK6U8SBhLhymLCtFLeWRTJCFWSpI5Nk3TwVvJbQ435L2lZ8uWZmXFy5dy2qIzpaLwj7yH/5vyK1EFeQpc1RjsSAJ4oepUjx4WTI4++L5L5PJQyxLerRIejpzpdAj+cmtFAtuNchi2iUI7Fas3qbc5bfekrnYXRBZyOJwDAUUU6gxweP0OJLm236/FCruRzFWsMQQ0cUmYoNfD6vxNGJ9s5enrBQ8plOEZZLChmESOUbQCQ5Splh0dsS4dvdEF8CiSmNBO1wifU5QQOeD94rQApfcPut2rVVQerOPjAav9P6Kw7UWjGcWO5ROy7apd8tWDaYNykXiGwI9qJ8SIoIfSBkGikeaMYWe1ECUS9X/rCtgnjMVN5oL+uY0CMoTHwQCvxIJ6wwG0egbR74RM+V8lCCb2Q8EAYFAtq9oG4QLgkLDYWx9ubqdG5y+IpNRXdc5qh6k+6KfAj7jZtJddZd17c1qkzkp4nojnZ444KeDkeSdjnPAdVZ9OxRTXE/qz+GLvmoI84OP6YVmGfVRv3rMAnL6KYSD3iYrkKwnu9btzXDML+uVXr3xGoP4LAt8s/m0ccWCmPBAXxmptWi0mPKx6C6uCNfE5KCAN5kdBGLdbW44hG4b2ndv/SBXdPbCEpW1tbnYZiyh9YpINdZPV29sGhxuN3rwx8ZuY+vdgwfXHsgsEfL0LSCERiPEBQJkpeTlGUGcwYriFpYF2Vvhe9gn1BnE+oSq84M+9kLkUUgk2/sjLngKiHhBPvmJkqN4KR08ggcVh+SKTK7YNb/sB14pzFIKsqTtFuJ2r6yW4hxDYa/bS2bHMUkoZiHpPGlRq9HS5btunrv8IvOsQkCex0ulHjh5+S+ceVY6e3LIVfwJt/PJJ0YBR9GuKGAnHmII4Tljob9mjtx+Ktp3McaWcTI/WYoYiuylUdRc3zgan14cYSxm/XkU+/um145Vy4SA9JEKDvrnTdGpUfLDnl5BKcDbGEUQH9vGVIuokSBICGh6sNCOpkBGKmMTZjBPnjW6PygmMJwn+zQqSU0DEuvbQjK9RO/E9RgPCPAZ92NINO1UvLjK18bbeWPrpze+rHeFvgJPHxVdM8bJskk6gcGgUxP/u03+H0LCQ/HBF/SDoCJbgyDtgSi7bjpLlA8mGDpGMJnQpMHT54zQLChktCF4zdG0upyk4pSsFBJHAL30VSm/Qr5+vJ409qIUi/m088W6qwo/jT8fDQSBUsOFgxx/9D/hhqYM778Y9dPa5QvsY1HFseAwoj0RNTiNWD5JR69OaJe1fySV1rF2MIbIpVa69QXTQLZQfxf1Vzbub+3GbSBsiQ1Khe1hEYaUmBqjlzGM4NzNGgdtQDN5m1feCqh/Jmt60A33hj99tlrvpAQz+IUOlZYwstUQ/xSlRAnW77V5pf8h5gJ76zfN0x5mMX9ITZA/tvilFngKWimeYvaRzKRZgbwinnTCXGCPf5bymR65pHQGRMhwEUJKerb3KZTjRcg562BWQTjDcJ7uh8JW0HIswQGR51WwfxAUuyDOapCfVZwLQvm8KhXAJ5kXyAvlkpAqythuWUwyq0UBJ8SpkghS3y2L+04KQzzLdzk72R+KJxTBd2m2h92JEM9kdrgHu9ghieSlc58SWSWcPRVY0neQb/mKWdRsYsFDtNENIribm2F86cDPd0YHp9KGmYKaJIwTpBuY2Vij8+HFqTTgP09OmvPnTb1tx2c2HvDMVC+bi29qML0Io7lUTkPAVxXHQFoCzVKLXlDGnxgLnNesc1YIyELpUe3SbAQKCAbCyERv3f3aguIJqwfbUBdjfnoJoXuCwHc+HhBlDeN0r7doEWSkho1a+xJr+XtPF72FosJAod5816xxqU50Ye6ANwaCOYyPBgZ1JgqsS0QQuL6OgjxdT5sb5xkdFOJZiyCMEAzEoQzLrx5IJdYfRjoccodZKuRErKzOQiM+Lrp5ht2rqBP39ScjpItF9gBdAZppw4PpiAnLnZR+8Wh6jrUEep0vMQwjDVc+DYgnf42/EY8U5umgf7X2wMlB/GlSvz3EDgyGdmgD7LXq3U19r65ZFvhmIRrIIOirm+u1bfpCrs0stBBt0d1i0i/zgG9uhIAi0ltCM4mwgk+LXkuUTqC3bSPQdePDiGdIHz/MdldQes88bdZx6XWTeuv+J/0oEMW11z2WZw8Psb3VFnogxzujkIQ9zNl7Yc+rPcKel8nchUc7FDChvQNkZjXkArz2ycZgdrnd2uRv8oYNsvso9OjNzdfaxff13f/2Lz//JzcdNcT+zqYT/X2I/vxzfrjijHURci4+CMV+/vmLUMDLyCN0CTusVhmK5UVKV/FFkKR/CoJf3Lzck38MyV/Y/miHKK79X39ne9nOcvZbPPkiZP7880k58evb760arymvL3dUjVPCsZnf3xJEPTMTv//bk/+4GE+GfRsJk3RYIPhgNEvfjtunw+aozsIgQki9w0kyHRoYAoDrU7TltjFAxgXa4uJn7swyIOaZGDjX7zfXR9N0UN82uwiLHmrwHn2x9HPA+DCPZe1/oBJ9AMwNEQRaC6B3h6CzGuwJ3loVCWb1bfpCoBoKeiIib1h/Ym3zHVair2m3uodvsC5Fy9bQ1Duqt7V+eJtcYm6VwTVCPfE7OF/98BAiSGMgbYECIsZF0ypow1NAQXlsEMGmxcBB6xCxAY+KihUaBoJ9SBwegcHmNBpVJ/qP0T3siAuKltX1nyEEbDC+5Zg1BxTGunYGRGMk0FZN4gbYoEQzkCAEnKm4gnoywNLLpVRfmmmtayWKqyejqHN24H3CQkBRcSFj/RJOW9/nH0jct9Kq19fW6vWrG5sH19pjTLKtjv6BdYFvPmwyZo/+X9rqhHwsCSIqqIw3QjehpdBRN691DcqZSqsaWJqZX8Zm7ahMS3SRZgcsZiklKTYtuowUhAJ+e7W1JU6YzwQxrxTi7BsiqzmPXR7zeIgWn4fOw4NP9zaBtfvPPrv57P4zIfvNb/W5uf+tRPcS3fwWXyER5d4vizo8PPn5Nz//5jePvtnmcZX5WRf688NSnmtbiKqkbsmfsgwl/DDZYUMQjg5wUUrun7iRJg5+iAb3RFVSzE/E8szz3HAVuC/siF+Dl15zaQspC7we7Z2yl8nZPJE5fb5QdXxcpO1ff1+yhBBO4It8l3+xhG+U/9g3bH/KWyYeO3nuuyvHSWahfw0/28OjycQsIhxGzaPTi2UcRQcXp1+PsUJnqwMPhXnz22goMGQuiEBhfZ3l4y7Gy7fgYUeq3IGNvuB7Z77NnBUAVIWAUuBsElxdOigds1LIDAFhXbc7YmAiYCKBTIpzRfjLRn0HBbC2i22EGtRQRRvMNzAIrElBNgZ4hXHA1qs3wsAFZrK0QQNtsWDIiGOgUPD1Fo2GNhRaTAw13LHVBv8ll4eCPnpBQEBxQHinDjkT8jj/EwIODAQd1yCB9IvoY93DphIDeoaKumpng140XVe5jZigw7qb4oI0A1bT58YBxZL560npD5lF4oZCygGzg2HBmEfspNEcDig8u2UC3gvdm424Y3PkWHU4vYsHjIyGp4sEboxG8WSIEi5t+/bQGxgEgBjjqWzVhXN7z1rYgxa/s9F/mIgWMjEmhta/CmOgsYX1wVRf+oF/EqUWjiFgXsi2lF1h3pWiTO2F9em3uNIvKzTEJIIAUL9SfbulfyFVVdmi3yN5yjhBKOCmuHmvW7e3iGcwBPZQFqmCKmQ5hWCF/JV2wfOIFQ6JUFgu+8TJli7p5t9uNj/7t/vrzc+uN2/+7TN9Sd8o/O21BcozsX1vxrZr4X48CK/j39t+/uTJkxD99Q0G+A8hLgDMT3o1DNHi6ACNXythKGieu1KVFFjNLF0FDPDJ138KqV/ZMgaY49XHt//LjrZy7X844Kh+ClbJk9+FnN/8fPK3IvF3NjFA3/0jTl/8XJCFqynz/IF60h6PmQ2CWdRkVB23x287UVMM8M9/TZPLlK6PcdwZ0JL1NcZhaLXSi19lnvDya5ENzLqnRT+IsT9B4NmxOCAcKQY3OkmjIk1sr9ISCRTFAwGfWUtgcniL8gfuddGIFZ3vg5f70gQ7cwNGU3zryb6YH10emFbY79K325Ki+/pKRHBRqWxjHrC8fWBWA4tTtF7ZaEEmkDAdRceT0i1F/CnHg2+JCAoCbwUwKMGzGTQQGNJZEQqEHASdBzoICtssYUnwzpsBDQO1OQwGgzKUXDcnDRVu1xEAWrsDM0LidR2dTl6puc8/bfqq6TYlBA6oUHI4YEqfhigiAwJTmyGyfsJSwqMqc0NGd1Qorhl3Rs0TccDmgNGHO9YHsocK3N1ftJ592aIDRORPKq9pv2YO9cbA0BmagA7ehkkrln2zhdJ1IxdmHEY3VUiHVb8tMUYaBOkHUXkJFl3WyyShWy2+KX4pRsh4wbXW4llSJyn4rLS2MJvV9ZkgPIWCKFdL7AXNnlG5IiwJC2flqYOvBCBdlpl9Ms8PQniRbt/cfCak+y0QeC3aJ8Qn8m/49+5bQs5g0qDyRgwwO6BhqjhYeB//3iat/D9XVNX+PkTZKxwrhNl1hPe2OPrvuHV2+yzM9rBSeKUqTRyKhD+GUj0IvvjPnKlRxU9+/L9C8he2P3zty4as1Pg7JOwdrqc43sGP/7mDa/uHlfthF+LX7HWTlWWGu+VO8cfRJ+/bRy+HZ+l8Vy9/7eS/iNc1o9FQ2q5Qsd6RMrw8MnsI85OldwOPanqVT5gkMl4Ojzc6oivNKmYRfDigwM8g8KRfPYMGxTQEjqJd7BEHBKzvwkuUlP4L7xLswbhQhAWKIoQM18NwCxhwq4IiZocKoDOYBgzDChkaLX0KyrdpqvArNF6fCWJT5KSCZT3Bonz0gWy9865gWvxAYZ3L7XxgWMd5iDHpUDQDGgQCgAaBAiGDO9eFRf8CE8RkwnQ9pVGQK5USbPKwOf7TFAAsiguqvFRoulPSJnZmhHHT8zMsGwjf+jbNUBECIV7aHIwG8xkDcoSA5Ix01rXOFNX2+TpUkP7kzmV9dHy3Pt8X/dvoMCrm2FZ4ZxZI/dZNQetC641FVypwt24AeL/5DAAUGDH4j0HQV08bWEAwGwfQPG/8k05sy2LSlvfU+kcUWzS6GDR4LZ1WOIbpGN1j7qzUXtuZRZAg6krRCtiAAlbqtT39OFetV08XLOzc2vb3D8/88Dj64xxceKyzWPbuu7NH2GLmUUwRS1gV3vZNJISWv5x2bz4TnK0Z07v5NwGeIjdrn91f/9b8z24UQSinHBMjuDnyCgqXcad//TtfcTlnQR/LLH+l9T5xtFIqZ4D5+Ye7YaknfzsALGyvL4oyxLIUnm7BkyfO6agyyy/dqXAV5KqeJzkcUvMvfa2evz0Z/8GSv+R+8+8nHMWvnbRtP/+etlRDYWr5UaTPq/nNiSXy3X/F/eb3fgHyuCV2NmXHnePHL56Q4s5ZQCZxy6MbZDzJBkOnooDLySCKT0Xwqp3keTxuf72cMBR6v0l7IANfavSCvBQf/PP4CEL4qQjhESvWQvu0eYugXmh4CAiIXYROsmc2YRgPUxG4CdL2ntEPPLOJGFI7BzWax9ALGQvoDYDPbShM/Yf6odJCKxG0xGYEMyek0vtWFBAVl1Y++F2l0mL1CRuQK+aHrRjxmGvrCRZo+jpBwsptuldoZNRBpJuzHDFox4CYHTubuVRlPN9Qx+GBQj8pvmY8mg5hNuv/QGI2tNJzGxiNVkxDYFCDHQgFhSRG6VcgJx85Qem5Sks9tgnGQOxGv5+K9EmTXdcB4dcCxQ4Grad/6ST7s2+cA+oIUX33m/4JJrPi6oYoejzRLxbFb6tN1YY5VSGg3dF6d7te731ZX2AIcG27XmGon7Cp0qUXZJu1MVkTCaLHekdCNNeBad0zKvgT04C3JcI8zFblS0Hbh61vpQj3GmJ91r/LnI/6ZcVso+oX2dShbhsigPQbYwpQSrD2ordEELu1ucVcYPu/Nu5iYfZk0o+hlCEfL4o/yJRZyePZNYnvx+728WIUoKhKZnuo1FTAJo1W/O8zo3lG+D5bQ+ZI+FtgTwWu5ZGFVEVVpE3N2UlyGoAFr2Pm/2KoK1VRvee2/VLhP/wMVfxTnn6SHcvD7G64nzM3lf6dXSxn56UzjkcK4e+LKlXIayPfqyuu4p8k+uLfFfFkttNHQmeAf8zA8pe2L3QJOlZ+or794V/YmROhli9yOQwwRP/e9nvTHrKbUTwC2TWZZ4IgXPER2kMVqvjxk4vh0cuqG4aOGAlzdB6lR+3T5UFTiDhctpfDDVGh3XR4sfx6edBvRgO9xmYdBo04faHksfToQAH1FQ4KCeMTvfMnMQPkbBXc28ZiIeTZBr0EZQJcG/VCU5tZCRQTc1stYUYIauqz/USsC6QCq3qtbUYD1nappOWTQraEewwL9PGAgsRvRTSkhwGIdJRABKEo8MBtBuHAGyGRopWouYAghmowUDgY2OQQ6xBShEGBGQJqCzqwQZcrw9Og7wrrhIvT0VdkwvZoA4T45YyQjmJDRiEkUYm+WocKOqe0yiRLmxup7UctHuggQsfzTpSm6/HGSP8TqW4nHcZxs/Ocrt80mU2l+QoqhYDrnVS/Aef1nInXujphoC2IKfZXuRIDpNHvxrs+bEl0GwQtHXjvjY1ygd0BhLY43If7d6KC0pCVs2BOrxjg9Vql662ArbX719t7jZ5AkeZYgZzN+YBA6rYv6onQ9l5wCOTBCJVUzkJMXD+H9wLr637hVlLB81KeCs6DB/GVhDtPeLx6eQOq6XNvaLemLyN3PgMHwUPLNAcVBPwMBjc/W6MNMNQSnHOwAtgeApyn5f/8pJ23g/0CCnrw76KK1mBHqZ8fHA5XjsLcrDZjgCHPgnDJwQsM0KskN8sJkcBjlf+FSF2Gab9wnuGItuePDlcmwXscEVHj+JkoVJJ1W9sJfPJfTaaNTpDQBrhSyePIz3/4k/0blC4y1Ja7PJZLHrn8HASLDAV8K1qxLwRkDOBpdUBj4MXwLtqJmB83posyid6ahehqHEXr618dLJkM4uMCp6M+PcIHYn3AHyyQlsA7qXl3RntEAoE06WCLxl638m2v8pRpwbd6PwU+olrJoaENrV+7KMdZj3Cjm88O0QvEKGhhp7Lgg75SXBjzJ1QzGmgJaWfGX3gTgTswkOn4IilmKpr+6B4YuDsPx7HNVHEbIihlWOfDNvNeYanEOrWB8UDQSkDXcSYYrKdqO1cEUveVEEvIJQw07ievpBjDBOkdN0aozGaq4tqmYn2MMgQUpVar5PoUmOxLWc4OAHDS+6z92EUEG5is9kUg47h6PrW/GkCTI3LHxOn9yhowQHqBpf4KmYRSFUVsEPTNzWIPGGRRuOsbGwKIQeceFguYBMIIQG7ezZXU6C2md6joHlNF+HO5FwVECeZOb14twFkI5Caj/yqHSffqJ+0hCrh51VrUa92efhnwUP9RPhOEh3DlMV1J5KmHpUgZgBbSUFu+RyYvJaevXK818BPZc4Az8mew91sUYkloCLTMm2uDP7zP7pdelddHlYGD2WZvZx7koW/SbCFW2fagbCkmVlJqsAsX+FH3ZKXtLpPKM9/D4D35h7zk4yoftAGekFgBu9LZFSds1QRt/dc2Y4qP2z9//v0/gmB2Bv+UH9F7gbOD/+r2D9neOA/y5GqqiD12+lrkCQD4j5O+VCa6PfsMd27CBE+lA+9HYcVgoUTt+KI9bh9UN2z5nurFaXt8JBW4+QJ17ej0z0fDCQbpWJnCmOBdVUodiwXbm0vbvhDQ2J8NiGHJ81rtVhxw16DmEBVcxIs390uDQOsRfib2YuOSoWa0AF59KwHUrWuTQrbeoU8J5wSHIhbamCm3if0RKWxK0j5IszwNWILAN1KF9+qX0grftHqV7T2s5HN1t64t0hAqXXx+eyj+xPwQoaJAcBbNGJkMCI5UfjpaF3+DptkkkdAGaNcp1ZfRgqPmV2QbFdTmo2NyKKRrxADQli/q9/umSodKbISNbTQ10l7IiGtLWZyDBrki8vN9kTArRXXTAqir2bGr2hUA+oKYjfrivlXfhukthGkM+7tvPRMMfmhtN64gzoxz/nAvjZcsWgVbW7pz3LpKfY+u9hs6fOusqYmp6HeCVujgB93jzdb27qUyfuJ/aE2HqCUVrCi0Kt0e/DBJFlvi5D2sOm6t2VsUnkJ/El0Q/t2ztAWu1LiXSYLL08SD1Kq2wkGAN44E8ECdEO4za+5T3ARAnFAQATRwkzZCFoF3gAwc8GbsdYUKxQD/hXfxIy9sARS+/fuT9+WeULYStoQo9fz8yZMfiy7b/EAPnMNdxj9V0BkgDnmIB0/3rAAqGKB/SoEYoF/Dz19YI9zKVpxniNn2M/f2x/ya8lvwKHLS1iFCOcnc2fZHji335J+C4Dc/n3zyt5XDP6qtiEAtw/7hMuSyEJfHQujAH+A/i2aJNt0gw+EkjfS67ySs97E8Hk2H7QsWCk4UYTows+Ga4+WyTS8IABhDB5fjg2Opx6NO8/8pOvjSDBM7BTRFWJG+ELDfnDLttSNmtSvsY4wYLXjowZC/2269PrfGPW37Un+BwDrtfYZMRC9NKY6ERZcsKtFa7M1pwutWtoRuW6+xjC9G1+rRSWzqr7YbNGG6Ml0ZZlT0ta3WY90wutbd7lOsBEJFGXxsg3JAi1uhsBmJgZYyQ8RAUDJrDNSJoLaKr32FzWjDndAqiDXpGDjCfCpoJEbnE+hSWy3P+CBQaJm+IRYABg9qqE8oHIrYZv0o2gxBwThFJLEDbVCjNmoPiNvs6L7ZDa2LUV82KvW6AeD2buXG1oRj7hsNf9JYhXn4Qin9Z2CyRXh2s/aKvmFxPyggo4EhfvVu4zssjikGayTL9N6eSvA3s1l5dsvYQt9ra6GfFZVYUNh4RzKp619qs9V7hTEfa8eBufk7DV5lj3P2iFraJB5m8axDlzK2X3j3Q7YncHhUruDk/9RVWLfuZ9f3kL7Nm98a0AGB1g6ICLWYlIjhb6/vP6OwUNGAknGAnFB4jT755B+/+N0//dd/+t0Xv5PjE97O3/zmn12cZzAQmteXF/ifLUf5/1WFvpBPAUtaQeuy9Rcd+pRfIcfOjmueM7d/BZgYX8xF+t3M4orII2nNilanbnlWRhEvWzDAL54ECmZgZ6fu18GphivSJetrtbOjn+kfQlYoUzDDL0SusjbA1e1fv/ia07ShNOGIBz9+8i+qYxpqIcj3/FOa18/3/6BxkXPAZZdbXHrpQbCDlBy3JESV5fdCH2aDDOPR4aVedaeA6TdVRv3F0WU0kQ78UqyPtX7a44sxq5J1muJ8mATUbvGAnsnJqdBxGEYBgnx3J9WzGDQ0prOeigF1ZiJ5zEhraKtUFk8btu4l7+nubhImhJhpBOYFYz0f63zK36NLWMBjqd0uw/8We7dRZ2bz4kQqRPleb/V63/Uqva13qMICQtvEYTDkZLqxXj7RRaSYC6RPObk9vMRUaqN7KIxDGbaz2d3nPsA42UQDrVsYdipW+o3Dn8MgNAxgQiWerkMGjaMJrgwI2RwCvdjGOTNIpAMbTnk2HjBmuIjP7TJANPsK0nDPVNbvopvZCV4/li5spnc8p3qmklKLLYUl1F0QkHv6panArYqoWuXSbWHJA8Eq2/R/iPuBanBCdF9Gvtxf6/+E5jwGtaigSt20Knvi7kycWCMmFVn3/n5tobgtdMSwpMrOIfPraCBsCRtns2etG919Rsso8zB5yv8VrRKbazTy29NqL254OD1mvRaB6mQToaysnlfPC4lsP4MK280L25ONC9j64yfVpzefBYInOvesOnzS/o8n//Gj1c5HcMOOP4qtPfnxyZOX99drEEHrBWa3+5ulvVeqj6PaQbSTbSrPZq8qkPB71coW5FyK5ZH7+0KKF+IeU8WlLluS7MpdCRcdjstJFOP3xNz8Ik0eLlgJbpnK50ML//Cbn/Mynk1ZbwP8A0f84sfSQDxhV7Fxa7PzVuDn4k2A2u9f/xSywvZHl9JW914/iF07twWUswy2n//5gPMoOOfP/0KlOuf8nvxYUOx/CiIOzwn4RXI7/OfwSyZFfOVBQOQZXth/botSmI9AeswCR2m0c6gXfjpctsdng43hRXtZHR0yL649vhP4HHYmkD4mf4zSTjxcLi/G48lZLFI0SquMiz7y2XA+IBpfL6S+cfWO1dJjbC4cMrG3Jcix/ohKo3HLXDimq0ofnrNssF5aqFZyKEXYGwA72MgXYClKzvN9physidFgUYsFhJXcvPIRf63Fgp5e+J+hoKBPepwrwyKCC6wJ8vqttd5UGIho42EaTzGV6g2P4oI0SWIdQhxwTlew8VR9ZwDyYDAI2Gco+CnUj0Y7IZlQjq6Qkb6Oa/G5sMvU2/Qra+wL6i3oJ3UYtCMpMYozWfp6ZwigSL6oI62JlEam/xHb3zLF/ChCJR7mG5b0BX+3WIKuPwO3UIF3K2uV/cXaGvrru8b2GnN/0XeZEwzBw+LB/dp2160a6CZLFb6+N0swDIK+X1jjBR0brcYPrKO0tqB/96mUYHh3qyJs6ybJfzPr0CzZ0tqLat0r7MUwA64lslhfMHLJfiE90HoGeV7NNxc8/5RlHq7E84Sn8XJJKeXBgfDP2/pE6bovn7T/zja0zmJrCmQcoNTgzy6Ao6LG3OnVA2F/dJbH9ie7NEcYe8dK7WDkKQehvbX6ZhXhlbtsg8i93GVhwdz+a1adeSHbQitdblb0HBeHMuU2wL85qLEdWxep8vF9y6ED9+MnRdPiCf8eXiX34R+DGBBnr5+dUj7Y/vU3NlUuPyKdIHZK8nUUwqKXyfqT7bh8f/zkPYfLXCnqzj/BFTESJYm++H5BooBmE2Yn2Zl34vHF+2E6qrJscJok6fLi9KI6EiRFJ3T8HjH5ozmaTtoX4+Xw7XE8SqLp6EzckJGBgkDxP4EghgHRhCEvsbiJUGIjHWEc63Jv0aNDtrG9EAI+FYw5C7w1mqWIrZ6p49WlcmG+BeMItqRcYjM35s/DoNorERHB1LOnb5jqYWMstFUq29gHhP1RyDe9kTTt653EhCo9wfDA77bRhecc/oduA0KqAzNDLoDgLV0htyjENWsJRDeGn4KAAjpDQcCQiGMeW8qoFjCQpjoBF9cPZgVKqC1AHdPoHAVxkvmkYiHlSEjJaEMbYigKqSiGCfmCrjYdOV33OtgCobSAGjE2I/hjJHQdc9sVZ4Dba/p+uOqK8aH3CvS6PfG5Vr0nHXfNxgMyGQRLz1JimeWm27YpRviT9QOj+VYWvbWfhHVm19nGSWPspc6o6FZvsdWq6BeEMuqn2NxUKtoROKp84xU3n7GBW5tQwKvN/BnOn9fMM7lFTRKcJUuCh9EVCc4D84b/p6u3InX3NyPHuB89aLffm7Ptk3b7bxYZWnk52B/DAP+tmAnitT+MhrF+2v71H/IrcE90BDkw8Iff+2WHbCKhFpeUeoEdrfJCZYcHczOs/Nd/KoTBcGtIKxCWGKm0ktasGMRZLOsFVu4Xf3vyO5VzALae2nJVRcqdX66d6T9mMnkc8J9Dxm9+PpAkvy+/+UPIyCD+919/Yh2/fnKMGgRBrRI+T2CAVs9vvpCMjHASBre5K0XNWaFSquz4Vyqi8kOB98wGEbOj3zCaVlF+hYOnF+OzObNDlu2XKTrwhlmIPt5gngLmUwV4YoCjWrQ+OqFJ8Gj8/ojWvxMooNlFwC7xmZQyBVgXPe8k3WeHt1hIrWxXGoxOrjR+YCqI8MZIoC1eqQ1FWML6sy+JC5OMJVoU+zCJlF/h2rueQIthbpVX1vVrTJBmdqeBV+jCW1ctuOC13ndGBNIEWGlsi34yXoa1Rr5kEKIInioSKusWMCpQSKujXIoT73ojoNifSs2ElkAgINhZn3YEdPIcAdGDyzDXXBeSMQPOSJ2wyaAOkMq6QzIAU/xcMmX54kvnG+f/y3ke1W00/xJitnkY/w+vMWjF2WaJjfMpiy9jC4sG1GfPdheVXQGgGOAiEc1jCAydHT4Z7t47g2084PXNlc0MofmPSby6ZQI2KOCVJGvYtXqFhgwWivbZrDeLb8O1GYHUaiSzL18LSIWbAsEfZhH9wkYBNwWP9cuKymyxuH3OAOWCZ2wjPJIISiVcUKRc4M71niKd15DFj+picDTp0eD3QvTvb+//1pb7xCI/CvQUKibwEwQinVjPhw8TpOVQYCgV+MEBVo9pLM/e1z8V5x3CggH+/l9OTv7llz56K8t0rVRDCMyRUWZuXxQlrWBe1OOl3lonVuVsH82oTSf+T9YG6PHf/OsJ51mcmn2U1q32vYvj/3MO1dQov+CRdFD7tQNyv//H4lRs++f/d6FI0wboteRXUCKn5PEr26WGUubsfPI9zFl+SPm9chdiZQEFOMW/fcLiSKy4eCsSSMfvsjptvhXzm3T2xfsu2mMaAefpkFWSqnFnoHeeRULGR8PjeMrAaCwH0kcy/p7xz4Df3bEtkqnUCZMhqlXwIf1mxgwQQZZYoNNAkcDGrTDH+4GFL7y8xgcFM7VbeoFpF/ShMLbKuUJB0m29IabXWggDtVV6PWm4Vyi3vG+tHuMEMQZzJR4ofmiWYmjUQimGJroKDmVkYgk0dCAYpsmMYYFmKtCaBBkavcOIOunCM9HAMCwGCDQmuG4sbSpWZiBYdAgXW7quQlmPiSmzYKH8gIPaLNCeBo2WE0t/ZgPSjEWaZ6H3l1DGl+3UDt6quGG9L1Kao8s9Wv+sUbXe6F5WKrdd6wSp1BtSbusCwMpe64MAUDxQ/jZWrXqNnoDLUtDlLRZEh/htLVo33pukKtBhRf02K3u3tBnqJosG7hklv7ebWTmM9kUrYX2M/rvsJAtaIyqVBev5dessbkqn1GZ4bfNnMTz/Wcx8kwTnDztvgT2xqEl5nNAe9uD0paC/Lj9eJIZm+n52c73lRA+wg+xZIOyz2Ptc+jIMl7m2/mF9fluaCxxwOjuwu9KcV6aqypUzQ462f/+NWzT52Kaq817gf/crtW+4FRl9MakzN5DjC+cynuMhzjBDX6p02vVzIFgrDpplFEw060EvcDirYpPk3+lz5kSKoiK8oS4/5R9PXK6D/v7H9/l9+dff/OnHtg3787PR9vPPv/snx1ttzgDlsh+yTE5dgjD3ggvX7in3Vn8Yzwv3yHLyjEygG9WmP4PB0LAdlsBcxqNjukHOk6Q5FLmrMhlEWKjo5My6gVk1OBsIKP32aDluHy3b7YO7k7PjanwH87MFQqr9O3thabVfn05HAyHM5W6j8qa3EPI0ngoFBUDCFXjdrdsFvL21yR+MC4TFdLu2TAgrhmhTsa5oowBSsT1Ri94raV82KBDLBwZ03vPbE8czU+73a7acJlNWMXYiBQ8i2G10MRfNnj40G1rHYpy+YafGbCLMaRo4xHQ+m0nRkn0bfKOrXx8xQgWll2F8bGixhmdAmo2FBOCm3hBotmMcurLN0FBFAiCys2+P8dQ2qwZN2Y5p/y2qXQoytY+S+peXItr0gjT29AdSWdT3nAHWG9f3lWevWAgOTRWD+Pfmu2lUGgErWDH48GHtVeXqhjkgWMYHEZW1qO9jhWLTKOAuIwbN3l/ldr5HbcK8rVYjivZeUw+WZJQaXLbW0Ia30Yl7jBQEAHtigLQoWWt1eOTle8N1wBY9tFljtjcyKWqPN0+svogV2H4uLJe1TEtHNzaqRTTu+rc3wwB6dC0146qBn1zV/5bsZ9D/ySiMmP4tGPhbmCNtgH42VGuB0kEEIhQs7x9+tCuxQpZnPaH+zv/yJnh58iRjgCqcdctwKarB7otdsQmNHhl0/AErLl6yHLKT3YAnf8qPbP0sVsZ9LsWG/tn2u7/9/ckdwqx/8E4QnSj16vsveXV2R558Mvai2v6gstwXx7h/0M93EuAu3I781IwBam9q8ZPM5+WpzO+UDj8osXBfldaNkMSkStt+unC7XR73PMmyPV1gR7IalIfHUJejSRzBdeYDkbuxKKCY3zKO6qPJsr2cNNGB+9A8TDsNmh0mi1yM37LyRDTqpBgIPBpftL8PjX93+lTv9InPWKtROCAIbBoXuqXHwcxSYR5LDGWvsd3YpY2N/lYWZhMYXoJBBoGzHVgM8VGHWSAS73ZF4VCToYXdzEq0WXwB9ZwGbm3pxVu7whbxPbO1YH40PgkDgUBxlMU285MFotuv4JJPG/uGs4CgkSeMqcwZBCjME/Tp5thYRbOVAATa9Dgpy64BTxn6J4Cb6oNqLBQsjQ80kpfrx0Ip9GJtvHfn9JErErbAB1UbVX6lkqow/Up3bsrt0xEEfXxoHLRKHmxRmDd9eIkOLEYrBthoVfYraz0xwKvv9hYf7t9A4OjxsGY/On43bTjMTzYGmhkfmQ4siodKfG89xRgV1D8JY/to7Lu5QhFe7M1uBZLihUpV6lEiDom5QIbC7EUJzRGYjN7SL8DMEczBtFr+8GXOnkmP85znD2fhvACR7JHG6Yl2aWmHLBUSVWn21qUr+Pvta6d4MaawtCXQvfft9pMkCPINzrjGjDjrDNYHBmhO7yb1FufgUpiOv89FO18IS2Phfm37OTTYWTnaAL2S7FrCAalcYU6PpAKb3L6FC7dFdzInlWYNZsXp7llXKxvjAHM6mMHUx7b/gx2fmCUEK/t1Vh0YzcVyEeFSDx4w4yc/ftTcjA5HJ0ioJdw+v0S7F19wSMsrXaaH9s1SfEC4LJ1dME9XiAZXjr7nMWqPj14OWXNM73c0nSyXyz7zglnfohaPpe3G2CRh4bj2UdUbASGG40n17HwQjaJ0YhND2u0hr7AQEN7nM0PuThgWA9056zfTjuhSrfF0b7e+ty3ytmC0S32v29WrJb2TqRezbAx0MAQjqJl5H0hNUDNgeJ7e7sobsbZbekhq+8yM03tpqGfDXWwW8E9rN2trrvkKAw306CgOjYUiLMYDF7ZSnY4FIC/oLUD3FqzpQLegcGLjtCNa/8QFaX+0zdRg7/+Qz/aNiDFcMN/EAq1HGGw0Kge0GeCVeB7EDT+DShoD2eg3Oc8/Tkz44M69Hn3oZtaNdc23ySw7BTYLeIeObKOA+rdZSPWV/vr0vrUvnbcnhdWa/8QDBWL3NzZb16YDsxTIVsNWBBG2Mb5P3G9twTrB4oD36MDdrZbNAq7UE1ZWNwq4SGqq84OEratWJZHaS3mlNluL26i+2Hq92dquvOH+N6zbXp9yG+DqA8kTXRa4K8LHyTxliSwMWfs3v/0M2wd0694/p8vjbxA8xvp9RoOgISJaskr99t8+CxNESNtIQHqBrQ0wq/fBCQT3ic/24H31XmC5kKNXOmNWvwYstNEV5rCYFsLOXgfxLGbRJyXmtnK0svOvkUo7MAS6yDVnXa2OVv/04ydfWySA1y9t/wys5LjJ1XpNVGi1+vQO2373o9kD9O0f4GtPwtC/R0c5eHhqhWUG6+gO0rxAng4yC7JEllu4X0nZPu2Ll9YKuHOpV5xWwHa1GR+1l+ON5NDWy6xOO8nOaCLleKxiWGmim3h8NDlujmqdweh7OojHSwFgkwY/UUDa/6p3/eMz1GHMxEMCmRYsFY2l2erPGlI/bSAyhEuCXfE/YYtIl20GS6aZShO+7UJloIGRjZpm/EuLGaaCwEgJiAmDna2BaSH2IfVXEHd1DdwxVYHRMHqP6f0VVFq3sTbxQMZF1xObaNJtPDWDhUYuaQREai2Acjqjmf4E5knNeKpDIGNivA+kM9WZEBmJ5jqeodRqE29bd+5GL4k2IWAssLK2uyBQbCMAYYBClyniUFd8JCMothSm6QyRHmLhn67AOoC1MQ9YAJg01ipJZa1V31u76XUrwFyYBieoMzBktq+v9Nsw04AfNt9U1uj/NT1XEt098TgzyG3U71mSiPaBjmuLZ7UayvQ7/aCbrb2os3elO93a7r1rtbpRrbHF0M2KGOGm0kbYN1cYoDyL2Ktsac/JSF9RIqMHSuaUEb6YR+XyXXjhn2zcMO/DSJxcky6PpmK/vYbaiQF6d8g8DPlTTjYN2HDw3+5vNhH/NpsJkrsQZIfOx/rBAEOe58tTnhAoQ7+fITwf+f67ztfJkyeoxisKdZWSPkiOglkDWZ5VpDi3bGihNpFKiYsyuGw8oQ76hdjan1ZO8g/4ZUexn39mBJ81AVI2b5/zAC+wSspSpyWo609kvn/y5F+sajYDQfNsJkjpNyWiU1Me1fwTMs8g5Bngvtr1BalfmIWh1AOHl/0wSuWPH9WJA/6HKOBwWO1E0KvExsDETXTfarQfVS9EBc+xTtcft5kO3MFQshmKWR70485M3Idu4NM/iwGK5Y3EATGIcBYzHJqIQqX05goHmUtWk1amF7NRWSwWlWd2zFumBStCfPd2ZhPSAEZWCTEITISY0EDW8KBxjol1r6/esFJIJ9qHWGxubm1uvZOmKxJoc+PeQQKLDXN2tM+Ls2xBGW0jg6VCDm/F8VSpFOJtoSBMEI5HO581At7SQpmDM5uUYzpDdHiYIEa/IIOGgTYYsGB1IdRGn7DPFSZliMZmjYE0CjrmmWclsioebOk6zYk6hh22KQXZS66vf5V2Dve6ya4ooOCvKwD09TClAkv9bdWftT60vsRMy3b36v4D0+AEVcTNMJb4oPBu+7Xo8s1NC/PQrAmyJegyFk3TnzTfrd5rwVujPhd/DK2ASSQF21oB4YNRrbL2ExYV9HdU2RUF1G3eWlSw1CPdeZvR0FiD8QdYj6E9h8UTWXbkq5z8DPxwlsy8PKL8vD6TKTiqGI55Q979v8VigMsbMwIIJEZh5MvfpAJTirJGFxn75+NgQvSzC9UeTsBeUz9cOCy++Aqv9R/cXF04b8v625N/z8lMeN9tK4S+CfNCG+D/j7G/eY0kSdd9UZGDyJAUOIRisCcBpQ8UCTEIOkpCcqHIUE40aFTKQY3O+I47J1WDIulJwWVB/hEJtyMn5+4DhXJwadFnr0lzUG0uu1ibRMQqUMFaJKqjVVeDFBzyQ5GoxX1+z2vu4aHM7nU8LOzjNXNzc1f4o+e1j9d0uPbijQ0NLr3sFs4MkUYWctrC43JBu3sPyysqk1pTGWdP+xJdT7ky7R8dX+tiRTv/6b88dnOKBvqRXP6tuMt/Up3lPMA/miuKDw+NyZZOn0ZlFDjczCKVkMS9FfEixlULPPRnmopMC6MKi4kWWc5GCRYF3MPQATOAzxIFZFHIXis/69xI8f04aFwtihS++PEpu5ANustDRn7njzqj74QAnZvhzY9igIfzLSnEG2kGjJRf9kt//GRjozP/pNMa6T1vQZUaUltjDELMoLfgzjVbgqHfbf9UjRDWoAhbKO1YfAw8BAJRUMW9pBln6wz71m3baqf5OtDM9G7t1Zp05El0CN6KARaHNLmLW28awlAxhrUAwfHKK4igaZ6nY4tvipLaQINInq5l6zX76MNhJEZtE0OkdzB4ICB40F3qYqYArhcH0wF1iM1B2VBc4xBsCbFKdFNEjn8QcRgKhY3pCyqGryOoYsJUalCBjc7LDnq1anjZYhUwdvDR358tsAxu63l9Swzwql6rZVJbRcL0GLCFRZRVIB4FYcEGdmGEUX3Y8rVwD9S7fQOSmRRiADC/qq/0RQkZ/L1qrokKMt8lgwLeKsHjXFjsbvGH6dcnGH/Oj3v99so7KOCK+Pd6k4HgtfTLtIufYqT8Cy0y/HGOZCEJFz/nVE5ekeMg/db5Xg7OWfprWgeOtT6sXh4pDLQLBsgkmO8S8ZMzV1yJRGEjsGINpvIiTS+r1lUZYBIWrjoK/A+Ov13OdNi5ct9c3GEk0nud6BEF/w4DLBqRGKAK/61sbgSUqK4oUeWrYeR0Ckt3D6HW3x7OFZXq+Fu6clQsJ2/uK2WAb3/727eVPkD+MVBCavAPSaSDcjSOlSAzrmiaCgC5ksQtTa8VYUSSaProi9CuEi1SZaD/xKsKRAGlz2JbeD8/PvYsv6PQfTd3urtQwR/oBPyvJxgKHC0ODr5g2/ThzW7n4wEWAlqHdALqLIHol4NOAj+onyIbH8MuwkZHgNDZGA2EHTnTAL0ghDHYhSsWXeiVXWAiHp1yV1umYF4Sst3MrjwJWtjUXOg9YF2cQHSwKd4hVjFuSx9j+Fba1TuvCRHSrYxj0rMnRYvGjGv6OEepa2GgmCBTBuvrYnyMoKg8BqOZc8OMGHefiQgKkIMILp7pAeRXD/ZtugYQTOhnGhiHkG/pT14U7A92EQSCUn8t0QGeRU9dHAhHlCeaynCMVAhA1An/usyEGM4kdMLp8KIUZxQD0Xmzt/NARI1xHDFA1gFP6qe98SRr1mrPBHvjHsszGP/wjiDifPXm82swcbvtJ1UYA+xjA/UNU1rWJ2lARFQ577VF9M5rk0kmbgenw8RLvskUQ0wBrrUnWXegazH5ReD4evssr+vfjSigmJ+U4Po6/RR0lAFg8ZP14Jxf70JqgkiUf+d+AVw2MnSOkcAJn6dk/N9XlsRx+od7P7bDsIvhTpC2IcaXu0/P6TPP+xMI5l7861LhiHrcZCVZhrmJhhVXdsrtSYLpKHD0AaYMWlaOEOtFD2zBv/tlFLi6bMM4LmDVhaIa15caUO0D9FX8dQv9OFIx5JUqiyJ+pFGiwiSpgyksZYP+zvEXXV5nRZF/+ssf+Ty0X3ymtqIfV0bHdZ4bxrW/nQ6ipOPPqeXln85NM01kgLoYG/HjUL4dN+On5F+CMl3AJZ1JPf6FRMmiUIry9Zk0iR2Cd6MXUGRMFHB3VdqtNN6bvUHefVSsB+7OYxT11+XNxlL34N9OVl8Md59sjM4YBfHSuL+u7s7rFWxgpkmUL4xDH4kAzseauA3xP1aHHYCAWXN9st7r0ZnHaDCDq0KdBXhXvu9XmGW4Vn7TMDAYg5IaHYObUjcbDWlkvGvS8ER6tth3hIEPAx1SfWJdiF5pBbyf5LyJ7Su8WxKTAlmcTOcWr6eqZxqg0C2mxKCEs15ESMdcHfAZWzHo6jldgfC/TbVGoTD5p+gJHIXF1EA1KKHw6QA7MUpyBKMLiveyqiPbFaFLpzr8wd05QiKYZfxFTyTTfwuxPzX9Wbadna5PdrK22N9K/VSgxI5IK73eCtP+xNgY+ADgbBjwfII5v+vz2A0zxoHNAKUMi7UxDHzeXu9h1IWZMe1J87ghZXqtziqPHn8JPc+6Db80uqfSjGuTdRbESQn25Jm2/jZjTPdAE2cYoD+4MlK4kDlSkU6FRXoa6Itvydy9zu+w/kxXXlh36ayuzililidhHgRwdbUBSaSzD9N/yiVhSsjnHBJ41xpMcqkReq/8qupgJUi1TJlXvu6fQxfJ2DwEZuWVuXcZYFFdihUDtv9cYYBFkXApTH2A5mOpRlwRK0aTVRWLP+YufwjIiYOGVr4EOv5fQpyIcfztv/x3pvBYn//vTheHirPXWxFP8yMBHvlDWGJx6JruA6Rh0T65WXLqs1JWEaZ4+HZFOButuuIzjbgC3OrhkOUgbCYrCvjk5r3I3K8YA2zk0nxF7UaNvEHsZPex3vTB4LHg8WR3fqPF9uKD3R9ZCid6yNKQ7tIyhrEwh7AhGNzoKOZF+xt0EYrEeGUJuxNhG4YpyZP1ZmxMBOAYZBwDFoEdDwO7M3Bz8SzDlHTByxpnWbO9ItBjPCVm1+j1egUs0ttXg23EEDEY6A7AsUeJdVzYZL4KPBcH3c62e2qJdOL+ZF0M1B18uoTJYLaV7dhWdPA+tegMCAQIaQkdgUIg9wUyKFx0BWImoTU7VUVpFGNP2NMnqbUwOUFh5WOyGGJDJZC5zCBxoQjLd8pFRSsZP14eDbboS823Tvextfhb76ruVSBif1KDxfiYBN1cEPlrewXwZLuvp9BmZTDLge97Sz168jxqPul79Oj6Vo+2iT4sUTNrLLTb69hCqO80diYK9T9HV+guYlUfIwpr/ay72dQjX6vfV1a/mTMVps2+IkJHhp2UMk1KrgiJpl+nwxTYuwOYuDvpFKR/6OFOg8vJE4+7uPjddx9WhyKywe/oA4x5gPdyinjJh7sBY/KfUnI6EedRYPMNuaAo4fwVMfk/C4Rg07Iy100pCdM//eXP6Xg0DSP66M+PRFXu9AGWNRTVmd3gSnNYMLeUl7KKRETm/lhCGgywkEeRoFnR7O+DIM65NTrUoNQ8e6lllNXN6ixVGycWB6l/+htuevz5cjoKHH2AcenLuctvZvcU0d1HpssQVslp2eDImoalf9fdTYcrPQcOHUcJXn1xuDdkM8Wrfb3SrcPV4a+PsY01L0a3u/riZE9ZZ1iIHg6PxPgGmx2v/z3yxnANsUSpwH9V8dZAimGXkWCPhRzNbxyJCTI3Js2H/tNgtHHUaSzqOlJapf8KtfoszujRu5ZfGd/AGOiXkM7WqpSwfnrGWl0gCUsGcDTWqKme+8LQft+28uVYFsIrZ5InfgIKCvCuITTuENR7GfMFBYEIVFg8MPYqEYZGc6IPULzOw8Fwqv0HnhTDlemTFEyD1AJBls8Z9xgNiRCXjpK2TbcTXgIb/yTlmOFbT/rzIZSrTHoJgpgORo6Xl3+w1X0fyl3+wQWjrMKXA/aW2j+NSdDZQo89CKSzrgsA+zDAZrb2BlWX8Yw6q0CyCbAWBK+9blZ40cb6PTqxuLNyxYDa69t55n7APvS7bubYnmwvNhZe2W6CSORmd0en8SSlMueDXP9nuIi8uhqjv8C4/Zo/gv4azFSqAlrxVvvj36XDMpgmZlx5WhmUYUTmDn+O3jxwTYi2cpF/WN11Sp5onZKxLuQ7+CCQKJhk1ENRnYf1GJ/6By+Fo2b7hat6FabzSZkpYRIIcAhnLvUfQB+BXtikESQIF6p9gNUapkG4RI+gTl+j7lWKpESBwpUqLZ/eA15YNTRBhGbJqR1uougoUTeMzyVljKV/e19lgLrjWRxMRxR9Qh9gKlLZy0je3NzeX1TGdJcjGKAy3Aoa8hkGmP7iUaLwimjppt6nrvDsE/o56wm+//D2ZMjStsHiKSMS7BF8OD+/K+rXOcsZBiFL4uHJDetCBgc/sVMwK+M6XXrCjgSGN+KE7O2jdGdvl6kvjz0YIm2YFcFihK1O52OH3qrWqMukw6zHTuVgDluW6+UqgU8M7JjhCHRi4MZErKcSIA0rdZWF2T4gEgomFOw17/Nq8a7pjfQwr943s77i8KJWE8GVMduJwASlGhcr5MQhQVwPgsSBvQUA3VyQTsAHTLEDBo+LZXH0XjKNWx+1k3nRTP7zDMAUcEhHPbASa+ImxmbaVhyWByd0qeIzc1hgzywwnWWhBR091Ky5rf8rPtiLGQCEAV7VbyenzfGtGeCk17++GNseDAMi5x4FUaJWlyoMHmIQX4B4sSY65znQ419+yxsZ9LBd7+1L2W03oX73883G/wQebf1v0BWw3tLjsNJudhs9Pf01LM0IAR9AATEZyPrroOR6xcw44ndo526ZadJ57q4iQVgWjPyUCgBwZUkeH6UHLALxEPDv/oVJfefMcY7ZfSZ4MQ9QLDA3+skz+LlAjR1BUJ9jXJhd4VxragWEhWhCn7/XB0grUh6Q8PDyvTTuufc+JxoZsXCJAYIJoKKlcWvFdUM2Y8WFq4B35SOI8sVjmlK3sl36Fg++Op/QxeXeq5GRW3EfynEP1fM2nWWU05EgrjgK8SwD/ItrSl995n6sqsFmgJETjSvIqRx7yRVZ8cTTXaQ78W37JMtS6KLyU4h4+oSiiMIoSCksQw9jRXAmRsOuH3vz4nWr85u5F3qEDoyJ/N1Wo3vQGOyJAZ7sofNuMnB8c3JIenkEY1reZQ/hDZbFPfkof/7JRoepMIyFeDKgPHqqckykxqJgFoYI4AQlXoehRhwX69JMxRbZIa4JTxQEelNzodBVxt7B2WJXxEs0UbX1pRDD7SCBgCC68HXtNpReaXr60sP1xotD4CVr7do7NDOyx56eI8wzDIKA9+83fwsQRNPXrXly4H6mhxSr45zjA17ob8yQFv6xOs1INhq1GBDxuDALh41a+sDkTOI20HtDry0UXB2FFoymS9KyKQf0oVQIlD3Y0b+IBwyAiMyK/rF4FwZYz+q11yyDuw+Pq29P9KKz8MP7Y4r0TXqe+9fv1d+JFjKF2TOGmOSHMUBxwfWs28CAzMpkPWscM3YvYHvda3R77euVOmMhzcbgjImBUGvPhtazFxesY5Ib/mgavrZSe+eFIO2yR7745aYfaIq7119h/J5JpDAKRr4dP2RiCf5ckn5vFZw7Na7FV4Tud7f/wqhG6u5zHyAK8Orq2y9FB6OXEM4Xm8TRe+gTjY3sCufr+dWpvkVuUYx26s3H5l9xS5RxKb/iPn4UmZJMeW5tlIwYlYAyhpJiXpwq97tNNYRK+XolPXLXWnH7Cn1ZSjhM3YpRp6rkam4RefjTTTkSA5RLV00puw/3hswDjJKrlaHdKtrFVcqDlBlgPJayD1B1+/KimE/KUWePAjsn/vJqRYUBRpP8E6BhcasR960TL0I/LmfEPcR/kkrxiKeivlS4y/c3N7uHu/MHZ7k4zpcYv7p5tHcolbeVN9gHeLczyL8cPT158eKws9lYGjAi8uOL3U7ngGHT5V0U4pvhLskGgyIikHotpQJjFCEGglGD9dLTETiAA9LflzEVZp0Ni8QDhTgL9AVeifxtGXfCWL2EZltsmAlCAYGQRXTQfaHeeu9qEcVzcadXr79+zbsnHsKbxrwMUlJ1w1DqLXOjRQLFDZgTmNbPtfuxmITFIoxK74OuDAZ7MFXNSuPBHoym5xErCVl2uu9JjN5GUwBpW1qigTpiRMSYB2wF3gVl0yGdV4wQ41ZgYhLqEIy9XH7JWC+AaDXXHzklX4ZgBIUMmIRGBjiaADaY9swUQP5x9LJnjACvP3jGTnDj51vN2sUk64uxLTBnj90/bBWG3r9thnCBQ+nA2IeBEL6hm886MFMBm/ngu0lNqvPkft7dYSSD7BxYFPj1xbiz7sGWnqAeOtYWG93AvF5bj/R176pHv2y7/UpPeA0kNB351JXRIo1oNifcTCqJ+BYpvFWBGrbvBWExm48vW8L94fwPypnOAxQDrP3uD6Z7KpNMB0bfHydiR+aGVyeuk+q/EyuZTqh64eQpSF1mHH98UhyFhZXwCPRClvrqf/mnH1KB0pt+frys9N39l68rOXc+/4dgQwwwFfznVGXl8/V/J9P539z78K1E08OXTe6JoMo3yG3MvZ1O7ouDhAWqaaYP8JHtJMYRzLjyyKRZYw0marI9wJQdsektigGGqMzElclwd8PSxaeaTv5UmMCS3ZGk0m7mD3b0ri+xsO3RrmDwqMsEQObFnOUHu8PoBFzqDp5g/0UMcAlIgDEOD09e7HXcJ3ggPHwqDshosHDvCaviQgteHi1jJp+esUH+W09cRQD2c6KBMEF6mehYM/M7A4SENAumgQIfIWNvgbWugYGAokoK5ia940aXPXWzdUEZUDcWE0Tv8kK58SurwoI//WOXYly7vX0D2/GSOKEe3X5SxKWpgYjt9uv7AmddXbemBjCprqc2ZFcPsF/Y8Cjxl+KobqkXizBkHV2BOlgdt/nT5kCgKD8dowLpEr/jgBkWM1hKke2rlkfwRZ9lrVnA9696iMyUUU5CSNPHQdbs0Y9p02FSgQWH214F0szq52326xAACt8y1gHTE4jWK4EQDDromYBQvxoTYbwGpN7W/4k3F+Oaqul2t0UBpR+LDK6vMUSsZ94V07utmeeJAjYEmNEL2D/tfie1VzWITTJGkk3WUILFx1fEt9dm+gArLoXpB4ogfT9x1VQEVY/P3Lz5nr7id2AgoGZ9lsiKkDHmAd5jJUgUhPNJTu8fHYBKwhXpAxy6yqmrtkrfCin6i1+mqVPmDFrEUVhYIZbS7+fm/h9EAxMi/7PHn+/N/e8uZ3xIws8c/+cfxfcqemYSV46UoeNvP9yb+3pWQgqvKvwv/+W//6U08RLw9LkDICR8Mt0P5Z9ggPGwfCjxfmqDOtkDtDzCaTcn9gBTVsp0EPGKm4pmhDhHpumQpNT0l8jmIKKASw0o4GJjeYihVFvIzwd7L5RYlg68QSfg3og5KLYTI8Rs0T82eKQEFBDzMJuLOoE1Ixsd0T9BoPjfR9vHBxH1vh7NMxmYsWCTQPZL1+GJgc36fXRODl5jqJ+XhDjOliFMlmGeMnjYhW0Kj3J2HNNr9t1m15uFQOZiIbD7nIRvDA4LFd/cigpKypeDvi6hgYpRBiOFOhim1FmTyXrzGTRUqLbJSmA3QofUX/FDDGQdiwsydm0M3NnKsR7IBiYeADkQz+0O2EZJrTIEukcw4VkcehYexDCNqwBjcaSi7Coy4sEZ8F5iDNqcMBiiQljjweJ2M8APKwhigLEb3I4AcKt+289647QOuOd1wAseBu5JwExAcb7r2kRUjuW/jANDksfM/9PzASKl7uZKEbN+i0XG9v18sGkKCOZl3cFWe3wOBcQqzOa2nvsa6jTJrKlHyp8Cll17F7vCVX994YI94U2Dz7nPpqzTRNxBS+BlEicqRyegB3mjq6/mpb5n+q/vceCdtPJXBX2Cx3/lBJcmgu4DTFfBTS9UuDQKrPf1zjQYuYqRl390zL19+/0/LiMkApOYMzcDSpGRXCR9QEZtcq+CwEVecXBBsv/sHTr+4RFtYyJ0UclsaytXScefKwwwTYT2xyq26klXVDXFShB7jk+7OTF4E1mRba8IiwRuGkSkZO0II8ve7Fl2/ojbDb0cJD8V+TmYP3lxuAsFnG9E3590YDO9H3c7mMUf/duPqyi6AsDNRTbQxB7MLktBdKA0U9mRyF+HuTAowOjE8qLvi8GBkREQq1YewEWBE2/pLfy28ODsirm8epOBwABDlF+h0SbdlKjCSjD5DuWzsbPNm9Zez04FSmw9wkS0hHO8d88ndSx2ChQT7Ru/GjODkCM6BJkUyOivaGhPjQAxddQn7gOE5IK14pvsJMKRZwzjqA30/HHLMUiir0ozOxCdnIEQOgJt2pmJgHFEF2EMDxdr5pax7wcWitoFvOFB7YiTig9JryTmOXKe3L+qjqUG0yWzLW8wIAK4na3X86zd3KnX+Laz3sr5BFP2dPxJl80mF9fn3hxEtE667zXQOLm9Pr++ZfEbQ+a19vPa7cW5SCGw18jra9BD9wfqyYwZ+mgs5VKG/bDWjweN5so5g+7vBIeNHD79rq5ySjLfU+RwTX+Rdysr7+4wwMA9+xbIsx+hMzih5FbF2XFemUeiUqhBx58QTKgnWocf8CeAg9iltcBy7xvkRona79z/BxKGEWnTQvcB6nJxnfLFmropA/R+uFVnAwD/+fF/zq3OMRH5Uxi5c/ztiUqCqSr5D/GSpqRVw3+v2vL8v/2YVvj+3SNVQGdh3Czn/q9/fPiXh3+Rhyti/2tR68wocDE6TsduejQVC4QwQMMcDm/aB1gshZOb7ZsMryJJ5yNNv4zwZvIcSblRrKx09eavLAcZNR6I49CPt/rjU/cCjhojFgbvjhbzwS6LQT6yG/AXj1/8eLO6+7jDyo7jDuuED20wVYC12LkZCj+Fdii+0nlZFXL0GDV4Y35+Wa/ux43OqCsQ8Gu7ld1/DgODwQjcUHLpc8u3vKTVHYAMCS9k29kWeqauB2z2mLGTNE6xSTY0Ew8EJ2GJE3aMM8LptX1nIigWCDeUvheDw0riKMIiuZgVSDu2jXHb4CDHfVFBJt6g3fvqYn1sawwZ3MqvRAatLAcY8j3GyDTQjLEwY95S0RfopXIjJRUkTuhxY6WUl1aR2KtEK0dIXzLyC3k0OHaU6OYwvjAkpkNPgSfRv5+v15qnbIeZ1dgTs3ax1mQdcN9beTAMLOgL6qec6PQTaim8EO7FEhDBQr+eNVj5IQo4aS4O8vaax0Hu56Puguptot8ubI6w/ud/NKwPFgUcY1+Qp7reZAcrFdI/JZ63J4P4xxdgFoPC/CJjkAB5EaYfalEcGEpBeV78ht2X40KW7Lg3z3NeEq8jJWHq2bv48q3gDzuongco9zvKifm5YFobIm4of9XN8HXcFl84fKUVLfkK892q2SqcFlj8J9A2N3c5LKDjHx5/VsUlpv6jSmnKj/9ZlVHBQ1Hy/xynqWtPJXWzUW2a1zN7qB4qVYlZBpj+Vvx1IsYVVYrCwQDjqfFXjYFuLvLPNnjjHICreKzFQ57GGCUp8njqqqNITk9wkeKEolhy9+6trj7d3WV3EBbnNgaPhX27u8N7N0cNjAS+OFROQ0JxQqZCMxPwxXD3qHMAJiyTYM+QzsAAOLxZfQGc6u2MPkAsw1gNxjqWlDqhovdX+tLERYyOiXyKecYdhplpxIMdcz+DjzsDJd8S6xLeLYKNYJ0SQakaGUbnwEC9+tvN5jp2UjGJL95nvFtZab9aE/UDEq/F+q4lMzCuvfOsQFgQ5aCCvhDw5jEQFu41hYJMgFFTNkPzdv/gA7EuUVKVlf7rXsMAvnQICzlYPw3CtdjhI8zk6xDbw+oLh6CPXX1nsG7mgAuiCoN4iRRyxD5zeqDfMR4OY7YDwSfNvNnuPZiwHeZ5O2uO0zpgRj4uwEJ3+4F8fWnFYxaBCB/PAUSFcMCVGAdOsNfN77fFk39Z3xHVk967Jmk2WFqc+MS1du/soDFhQB3m532B9bjdCyhRs9k3BXynBy3uGL+7wo/XIXAsYkWAq/xGw/mXS1CthUrCV4rvHEaucGZ2RsI0pssoMAO9ecBfWINRjtheuRQkGZHxeQqG0UzThztO3zQKbFD4CwPclQI6rWLmyq+73dTISri/YT85KJHq+edKvpMhccEnl+/fel5eOpRZLTZ1f9ETokpFUznm3als8qgtHQKgxMd8kXSpqovjn6XJTjcF/qe/JMybOSq87q2L+mwzQENP+n+lB1MpSdolEjhWGWDxMD/EP72pc3G5lCqS5QWKZHL6ukhE5NIPqXCX78M0dKuRn+4LWA72xOl26QU8aLSYEri3lC8uoxTvjhrdgWTRCTjihT/YfbF6sjtkIuCm2M9IzJHFIdKCzQA3Nh4DfvOP9eoqtqE3vXO0gRrcaGxhFDrbrv/cZxx4G/PLen2lGtMKc8AEgapXENgjwXCsNeNQUJXaHIid7dtMlljcRBp1fYLVfN5HOIfeduPgSmi+bPmjVz/2Tnq34lXEfOGM7j0EBHu0IA7xUinnYKHJKUDnEWEgjpEQBl/ZQoSdlBibASS77v6joCmq/mv4O/C4CJTQ5A7FNh0MbKDSlh+wLUZ6QT0O0z59GAqOMirxr8utrv+PqJn0/xVzAAWAqL91qakwwPMxRvAxhIBBrHVMIDS36f2Tftzmf4KYHKovi0H4Z4BlhHdQwusLEb68q/8w7y5u+5NmY5S3YwJ0PR8NMgzj99+tSO0dbIv0rf3MQ68zYVAqr3sBa2t9llwzJsWjrewK94lL3qyw6maLlBkpESm8uR5w9wcMupjKBZw5kYCNtcDWgXO437mzlSsXYyWAoncS/t3vbqq1V10hTkznn7F8HNcPD3cZYxY6AopKVsThZWRIYI4/snPQPzooyNYcq8aOEpc+e/zTQ649nF1y8fkDw/ofvvY6jtQa+7MRN/5blYTWxaUfMoWYiYP+4gujpkxyZh6g/uQc5VORmymJoMy/9+HPXM5XiUUqKTOySxdBiqfwk0KFuxvOprjIh5vh7t7uk4H7ss42O0/p1xMP3GjY/t/u6Ox4ae9EvHC52x1tjuZPpAR7FKS7iLHA1cObwz3hYePYUwdvfjxZZSt1qb1hG+axewT1+sIEefW9q2a3sQPBWhAJxEALCPMgv3qQetp0BASKX2GCiv6/XjPbP3P/32IuAiY8AojoH2SdyKnoj1RXZgSKlvBlkFdc0CRPyEd3H0zP3Ebvt0eC/V6qFHb1OVR6/IrBE/cBnh0H33NLBM4Lwhgx1CvLGw0Fx4t5g4UhkrJK7uoB8xiVZazDG9AjSL+g/nUQhIyD8SB/zP9Cxa1+cPqWy0iKMnqAdKcuE+3m23puOhgGBgOVEgOst7evXjMKLADcrl2v9Hq6c3YFOR/3ALuYAggRlA5cu2Zog4niVn3TcEj8p3g3Wc+60rJZBdxfz5caTVZa19Ymp4PBMcowXXzri90zW355Ltr9yzMvgVvRs9c/FQGiqOAaNhv1pMeze4KUzr9Gfyu/5uT4fab/2OFV4nbTn7I8lRQAJrpnDgfiKULvX8SwBuNB4NW3X6YBXyGeB4xvTQEBypg5GPYAo2a3o7wOYnnBAIPpzGTYzUkJ1usc6Pf3Dtbq3rv8NtZGzCIbqYqEOYJzlxWFdVpxWRLvb390074VqHpf9koVd44//kjBKR/73BEX+YEBiZIB+maFa+ifRPxcUj26WvQBcuhkN6Z4NOHMAF3v354UuUVmWqTCIQYYIoKIlm7qVcLPl/o7KRdOwrnVE+wCWgnO8uOzwfzNyVCMDwo4gvjNb2IuVbzv8aBx8NNgYyjW96gjFBMMeAdhUb6NlrBoZyAy+OPNC6Hmo/mNJxsbT1gVx7pgz4bW8fH/0ivf2eiMDn4SaPUmAJ/oW98TYniTmQDYWwDdAndiZXBaKtLrsUaD/r9kr0/omOdbdF0y+tr4ckuVMaslkE1Hv/+LfFIodR4KDji8FSfwcoegh5R0vx9UMgYuXzMe7KuD1h4QNkfNfnNXISO/ErkbkMNMVVDoZXNFBiTQaEf/nzfz4KOmLrGluiFQWrCxjiA2CG61Us9hQQjlIILSgEMVNh3Ud3mUYy0RBVj/NxgGecYUmB4M8HRy28RsC32A3hLudrJtQwhs5HGBBYTrc48GC+ZsCOHiWsDn4WDGhycrICJQ2BQFdD9re9ITBfx5ZeJtP/LRaItFH/z72GY5iJ4ZK4LX+gtQwFf0CTLyy0A8kwFXFF/5hAE66d+gQrEIY138469GoqBLWZAgMXx/eQ/J0It4KgAz3WMiHwgYBA/0ixwMRBcMkKEO46XkjBq7lAueoz+/jzr5hlOTirb6orNMx80sWy1mFBag/j4E6RDP0Tn/+z8s4+PPfliFXh3A9Fl8S4tSHlVzXNwCYgbG//KXVfYxuScG+J8dP1xyO+lmdaquUPwlpl707HH8mSmD6ZDu7OxUyOEUxB9Rsesih9ZMR4Ft9Dr90ykeeYQpPk2nnwcl7UJUnBbZRXE7RRQWIrZH2t0b7naWFpnaljdGuy9s6Pmm0xigA8+P8rPfH4JqBz8dDDY7onmruxseBVlk+7ibvw53n7AaOG/sMVhyszqHlfyPG/MfN44eSxOeZwxE9E+v7cYGI6CdjWXMYx1nTSZDb/cEWs9ZHyxoceea3mW15IwIsIjuqdqFjbbYJwgc2E4Wh4AQbpg3bBh5M2cseBLGYoRra2IifASC9AGe3xrwyFSI/Xy97he3bxBOMZBjIk7IaSCzrngmJhhdfIvH3+VXbqE0z62dzI+M5ikvthdmOCQdPoERG0AwsT9hXiwUMciVB8PAoQ2ngDGjkdcIM/5rFXh6LIsFLrcawr+eO091XOl/RbO502xnMMD9dq25079ey5q18Xlzu3b7pt6bwP3YD1gA5imATIV+I0JM5x9AaB2YGMwOLqjyTAXMGSYRFjZGg6YKjfWsskHry9diiHTxTfLRdxP0XMNhMz+drI35F8IfQQ9QkbX2K5i4R4HjV1j+FssfOV5E7JKwdIXnr6Mph5oMOiGZ+y5on5x5HWh2C68ryJ0ZINNg7n1H7x+k79y+0JEhE5cxWfzDBWumVOunL3HyKqQo3qkkd3tYYfvnKV4F8sx85bxWV1Ty20CFEIYrjpTyKhFopandZ45CaH62OneZqtQB8kXu9MT/9fs5bzU+7ZEj786X4J/+8q2BsqB1OkTr3Jj0h7A3ZZJ/exLdhb7qX9Kz4Eoq7j+7SipPdf/tz6kCHemRpT7Af2YlCBmUL1wZi3iRSo4qqv9+LCvikQxXFPGCOO5MGvwJewTPd7rMBcy/7HYO6dg7Wd1tbXZOTm6Gyw12ChYCtjalyR0o64VKjzYXG1+OMJkwHB5udLpiacyD+fEFG8X9KqYyzyZJmMMSG2SzOHNAxkIO0OHEINEu6/V11GARBdYFC2x2tkTtbBuB9XHF2w0NdPln9HrtHLPwTBXoml5FB2adHv+0NFryjEDmQBczAnkXhYH19s+MBV/U3nhVSGThKyVVSAqxNKGxQZApMb1tW25dp11YimlKWadHckr4vCTlQZ6JfHnQWm3UA1A2iCfqh6MY83XoGDR+WhPGAYTsgs42wg4CEiuoqHRFyp5ysf5DjNCJ1r8OTpugs59Plp0ubOs5iv1l+aSdnQoAM3G1ZiZsay6Mzy/6PSY695kTeL0GALIbJhNhmO7Srr3RfwLsnHrZ9JpuuyaOyDhwr3GA7R2ip41Roz4WX1xpr3836vbE+Pp9/ZPpbXaz9jtRwNdrYGPeE+kDAXm8QkWONf81ggHGSJx+h3J+I+z7pxg/SZdKEZxzladyfOJUCpHjfIUhuffhu+B99OMFBbz93b+c37p7z7D4L99dMgbitcC/C6j7w3nsIJJGg//gfsHfnV9IZfdl3cxwSit062hZ5SC3QGOyactc2Bj4hwflSmsE/+hIY5//N6qkias2vfAPD562bu0/P1xu5mbjVG6Xp8ANz+ZXDvLjL+4/FKeUR2JyyOPJ6kFMj+L3EH756/DfWfFpujhZqarkTtwhfhmhEgVzc+9FAXf3dudHjdMH7BF+sPdiFSX45slPo91LVoUcNzp/FRdcdjeWsHA4fITSuxhbJt0cPp0XIVy8anRuTAE/vN+TrnYkXVfsT8AnFhjYR78+y4JFAo9+EGeUZut1ID1vden5eCiY+YMdTDu5G84Q+EzvODay2CBdeq5o4LEnp2Apn2bsQyL769t5Y0ksUIpw35TD4x8cegWfv/6FwRGJ3tDPJRLIFiHTaYHn6MiKjIWXrM5jSFVMj6sFErKZcfOZpFcejUl0T4eAEATKthIhZFz4OG+AhtiVgfoJ7Zbc7UdqU+QXOpgo4fQ4MBAWsIf1mDg8LRAmyIxodGELD7zLynYsgbNantV7eX2S5dJKs/Zt73RyXRP5G5/bDir2/4R1GfOhUYp1u+2el7+lTkDdfJ2uwXMTv3X2BIEUNvOlTf1PAcqajdagtwJc1vqng4NcKvakvvauXc+X6Pgb//wcCljPtuqeEmMAhIPDxInX0s+v4qqegoiWrvCmURLVzOSm0bmRRzGiFzAsQsdosEd35WMNxhrwh7PQc12Gbxkx/7ut/W492lsZZ8QhSR5DuOlwumiHPQsSLLyNoHpIJKd3kIuszr13kc+US0d6W6nznop9vsIU6imoQjWuEF2WZ0zPK9qown//oHi6qbn398qTfSK+zw9P/wF8vJ0To+K5GMsiuywk54jyXHVFThYeZzkTQZlVKeVo+DOyFPxdN5OaCS/nVlcPh4e7e53B8Q6oY6MIpoCj7hG9gCOJ9qTrzvMCiyDe3NxIB0YLxYz0zQ3TYkabjfz497urw9Wb4b3VPXS2jSc2Csh3Q1jYwVC+IJCpMEwHfnnQYBFFVvd0EynCnhZ9X2/1qWBErzUdgGJd6L4+rq4WYVVkxfxoBlMYZ5WX501RvNf3e/tKbS6eMvwYb50OpjxbHbbNGNBOEHhhywjK8LRA5LehCcINdfJkYn37GKaX79AGhoPvCwV7wmPA2XywCy4DhEI8l32Q718JCbMHNiKt9gstYwBkCcOBjI4I4HgCBDbqYsAz5n3mSPnxScVQjxs98z8wOo0Aq315vZ/tiIWdjqUCT4R02bsL9oHDBELdI7+eAughYfYFEcydM9jLnV9jDlplou+PGYMqP6lv/zRqZM01CddPB6PFerve13+J9bOlQQ+z0HqmGEPttdsrgkNJ+j1RQK/Jds+CqaD/FrdlH2Dx80tuGpSiUjIVO+4wMqfiqUTHBryuHPSV87qOoIPA4vl3jAK/lwqce7BYYnqEgT1GfhUxb6SW74L7zFzg7lXfr761c9FpuSKkwD3RzferQoXql9HTD++jKExljmI2G/PWRe76qdIo73OdFXXbn4aqSwgoeE7Ce47EGR/eY5hm1TWF+/DZ9vmrUzGaFyVFsnQqcl2g+odMXtSjj+rmOkoqKAsUVyT2IbWoKpcLL7KSbZoiq1JKzvIy5UQZLUUz0UrKyJpS+uLP6Sex+1Q0rtXI9WLnZ4MnN9ELeDTo7J6sMhVwMP9i9WRvpPe4MXp6glHUZY+CPL45YdB4nnmBIoRPT17cCDnv7XZEdzqdj1iDeYzyG2vi8NhADhIoOjNYRHPMtifYIvAgLuPB0C9GOPYfeHqbd2QzBhr0zLqYIC3Sw9xABlj1GQ0Gi3pnIXssGgYksRIzfidoE7iNL8bntfHKOynGhjq95VAdmKARj31rx2KN7/Qaq4BnTKPPqT0xN5HhXbjeFVMAF3qsOXvWE+lj7Nd5ENTQcfVc4lC7WTgcTQ6QRCGm0BdfFKSvWDHyJ8WwHg0D9HbDBdTxkaYcAyTLtgvDfkgNwV3wPiBwgQEQLOGLAWYCwGyl1syxg/pMyMVWINHvZ9P40mwn26+Z7+LBED2EyfrYo77CKaa/qFi7t5Xfhyu26+uLoy92FgSH43pv8+WgJwBku/NsMDqtM9rLrL+dAStAgMMVKGBWfyVi6H8qdBgyQuKBYF6bu//ZrZw4NvOLLd74qThFi2QhiVeRWu0+3MTsvzQMTDef2FzQQajgLQwwJsJ8qXzEUoCRn/+OHkHTRUlZFDhIdSZVqer0xUfTDPwKwTS/FDETGEehylftLhUyvfRACnSQslxPOYrYqaJ4GnzDB9xUidgS17+cI1GEqnU11auoJDqfK5GPXL7wsWgtl9SFYWxUV/n6dJ/pgnEv71WhGpTOlld85dwWPmS4Pa6eAlEiikUiWlXIFYQO6/t+nzKRpCJyRYizuCpIVeBXpJWo3eejcu4F3LVhwMa+h4IH84I9BoJHB/MvXqzudbEL/WL1piOsaRxYB55nMkveWMZC6s3h/EZLVCgf7Ar+ONGrg1sGvIIEeiT4MeBnuRBLBKghTVfotu5+tnUpmuKCUjibQQKt/koRZbwVzPNxTJ8aaq9Tng6oVg0ORi9bmxm6XK39eiKaJhyV3spIBvZIhGle/uuDN5M5v/qRM+h5oYhEK1gsaU/KOTF+gUUGDc9Mkc7YRA7UB8/Uuq2rUyGPeKqb5sXCpoM+1MZNVgtaVadXUALHFP9p8wsC9wgW9mM8bYaOQX2wlWC4g/7NHCUP/OLU8ygzzEDv54r1eltNgV99sgMDzGoAYO22udC+xRzMtaAPSzAr3hDkdtJkMVxYgnkj4Oup6BuGf706WMX6WHt+fYt5wPqWeB9TBmv1+uno91DAybvaWr0xajRX2j/3vQh4sdHj4T0XCnoNsKVm4HBBstb0r0ZvyPTnx+81pf2W8ZMvZUh5z0ikQsXvO0Jnu5gTDiOnV3C+6dw+sTl4nrv8/iUPe4Crl7lgDwX5d+dCPp+hkooAnOeMCc+rwnQ1t0MRksQVDf9DkDP8MpOGIyyKuIB82FQRhkv51DwtWoZlfvIUFAldS9kouk7QCgvT2pVUiEeSDBEyoJ0ol/DR4x+Veuf0QFQJVSqp9pV5uHgGEUMmELSA+ywejMuuRn6kLCxjbhfRVFkkOZMnZ0nkFCUidNXFMy1Dx8u0Crr8bClLI5zK7PiEKJ2ovNX3gj8MA3bzB6d6jxudp6zwWD3pLGEThqmArV3h2rw7sObF+lCY9YbnbJPEVsEfGda9asxLARYGvvW8mINWR6h3hGVocFDYxxK5Jx+XR2KBGAgctFoDpvSd0mvXfi7YikMoyLRA7FQDLWKBJQ2kN5BBWfTvUI1ZJidN+KeDg5etwfF2Xbh1+6rfZzq0+AkqWryBeh3H0B2MA2IZRocSqL0MeML5kHn88vnEA8I/T/rebRiLq5N2/3V9HaVzC7UWIodbNMfTccWGJrBDhkOE6Wi/uWAbrDQkBlXtLoHWYsdGuxgJYb0wxgMD9KoBMjoA0+BwOv601Go1dqwAuzmZHl+21ezt1OvZVr9+agYoFViKb+2+gGv8i2fA9LI13WRd/yNEB3vr9HoyCiLdFwt+7H50fttH7729eIMiOxhxgsC/t9kabHkrpEk2aHWb7HQ0fiUKONjyIx7DB7v5a3oSPBDc7+mvIArIGmAoeU1RI6B+dPG74398xMOf/tr961e2f5lloYKIlBnlWfHzDt85c4OY9hee9/kQpE1t/ZVrgVc32AIE7Tc6DTlBDFAx88fz254vVTSwaJxTIjhqiaKJxzgaQbQUuW80qog7KGmRT4xirogSygjfclcTxVJhiio76qFBPp2zIrOoJJ3uJ6a4r5dKlnHyCF1umu+7UoR2KsIlolpaQ3uoD36WTovrua6ixoghTvXStvgrufJUjHN9WuRwMeU4L8ROuJhLpAcwE5ZySirmmmaknB5hyKKUb78ootBXFC1mIHh3/iXrQRauFgdPDlf/CgVsjeaFjkcid0/cKchbL9BbfXG4MQKEBrtDxYd7nc6BGODx/I/Cw8Ph+6E15MaAVSBHoODHJzYVLQX4IyRwtPzxyUtwYLTpKX551mTOSXQGis2Iv/WAwAf7+wFzDAODKXrXsX+Xw6QaXYnEvgRJX3rdWVfkqZufikqqAsjfmojIuxW69PqCxEBB9F/2QUPL1fdizEAwMBjaX6wXXotJMezfBJUUK50894wa1poo7e5JrAeKD3KjYJy+pqoc+6f7GJEGDbfyrdwGBEVkjYRM4RFig4R8GAlu2Uqg1wizTiYO4qwdLrGRMSRmw2BTrMfGKn5w7hHV89veqvfz03Y9z8Z9q8AMgjD9+bqP8YOaewLl1+n9i3kw3iAOS/j1eptt887XJu1zHo7nvzDphc1C6rkU7qzOjiDrO61R3m436yvjtfXvRg2W+sYKkLzB2K+eM89O/8nob22v8HT172dss4DFKLB/qOkFsOeDoBSGeBp+3hXfwsXnkec0w/5s/UXULkANn1He7y5XmQXzfrXjcs6VMzhGB2A6a0Bro+4iklIRS6kkmJWQkFecYRcsza4iledvGY0XmsSsC1aWkvL84vpTeGUkouF9zlXCMu5kootJUgDItIQF0y7A4lvkla6MlonkTTOKKohbXgQhS88+pexmwzJCWJH/Z64sHk5efN8Ltnb3HnUGXo6RN5bmGRlhu4+OVNxHo+8aL59KIh2YBXDeKJO1IGdeLyzs9ObnZ4udm5Phi+HNh5ujH4QIi10rwaEHfzx6EqZhmBmj13mD7eKku2IeixcZ+1gCHfdrRRcf4vxBtiUX+mVJA5Up7LGeuXic7yjTuilzZaBZUjePdzA3E4hXo4dPb+Dzickci7KkAFvtTYdBj0NwICCga1BkUO/1BNZHj186QEN9patPGA5pmpHSCSieh9JrdDMcNjwODP3jKzJoaFTBWEKiMl5PApUE7X4SFKrtaYYMrND9gOlgEJjREjTiUUuPOlMzBMLFEWSwXr/KBEVSTE9RgbcEWQJA2wIUv4P7SfnNGAspdgWub79mwp/gTknd95iZgOdCwlq7LraXt2/Px7+I6y13s3VpyRY2MA1NX192MOj1GVrCmmLWyIR5a+36mIcda4B50DraK8w0Z1g+/einnr+Kk7SoIgxXiX7WTUvYo9PrVFwOXneODVRhmhTaADej4EXuSYCrlwJAhjzc6Ze6ChXxwLHOl0I8T5UFzFRblq5lz06F7khSKsWDnBRCudlk4dkvE0U8HJJK0liavr66paTtpXTlulU3LZ280gW0zcoKqP17Tl7EqpBWRovaiiDC4hMuyXX5SJTCaSpc8op4kVEEKfw7rvAiUibxzAgxbbq7e/SvDZa47jMSzHqQt4ed1vzqyc1GNz/49Wb1xTyaboNOwBvrwMeNZSnKN8O9o47I4fHiMitGDiWyfZjFLztSq0MDngf3OoLADQxlAYESvBzpvT/oNrYEMvkWS3onzQXBG9SJg2FYsT5pefvSlK/yKxClGAWWLmwmBfIZXfB3HuSNxlJLFUMtm3WBnphI6GIe1oh50Xo1xzYBICIYtgJfYUCBYtINYUeohp4qqFec6dA92BxX4UDNZZTaC4XltlkeItZ3Kpg7PltUewrkE8Z5DqA8Bqw9OxCrCp4aSOsBbB5CsL8WtvMFfFjTUnIJ84JkxBpiuQN88M8EcEv/KdSSrQDA/iTP2pOrXq2fPRMAnvbPGQC+wOoB3G97Ih/lV9QPW4Bihe0mc2OuL9JqOPr+3nHnIn799cXWqKfcfr+Zd35/Jq32fK29Lja405bKLAAUBVzkX4wepoAvP24K5kQIxzWMxiiD0fV4pLqW/gMlBhg/vvgFxqtlzYlv+YuUK15ee7hCULyOxftWBCH5cO/tAKQD6+ILm6MjEG5H+iwU4NX3HSVcRjnuKlTUpJDv72qn08YCN45FMpyThXQqCTfNcbMLcbhIu/0hiDLcWCFxkfDDFfFPBI6XTyOwOKKld9f5flwD31Jcujvp2dSn7jMAWf5x5JJkJvQ3/SVTi4vc8u8cKUdnHJ5jZZAecfWinzpfjdiMkCD+znP3hHcsCW41Milw+dmg81QU8OSFwOvwcnV3kDcen6zeHL4cMClwd/XmZvfJkl7iY6bM2AigzcMwL3A4PHy7KnjEjl6HCdYc9AR6MuCR0syIkc681Nk46gQJhNEI19JsQLhNYAyHAMeda+5g8+STRWU96+md38/PCsoHCTs+zveThswsk8Gm6pUmDKj5a2anl1QgCG+pjcUN0HxtMH+ttgYIVo8ghvKZFiM+COWLXTFZGqIj+v/cutlja+tUN7DvXkyXod1CQ3PDBnEfDIPQemOgDnscZoJxMAZcTAlk5KjVajADmtuEN4N/WW9rW1ow7G/t/oN16bm9Gnsh3Y6DAW4zoFuHB17YLqDRUCIBH8PAdA1OBPqKicFZB9ZjmuyMRAEV6dezUUsUMHoBR60vAUDROzFDZr+4d6/d3j7L9J/Gei8qMSSRiZY6eKh6gNEHqB9dAQl3NEKyIhLFIuHw0zcsXHiRm2oVh9ltW6v1GpCL898V6zwSz/tD/YMooNwHtoozKBoqwwggeJgGjAdUny4UkYjKFXdQ0ePi42JygnT5KhZJh+VNkOka5Cr3an/6L4HH4zFXn8izmnkssy6F6T+JDi4dcV+huHZRleXRZM5Jt5EKpbBsYgotqFYWLq5ZVFEW8nlOhLyQyqULpxTOt0bBQuh4nDB7NZy8Srpyp1PhJ27mmkVb+Qs5kCfp6ovDp4e7/9Hp5qcP8mynwR5xT5+eDDudvZv3w87mGeB2Q8/fd2KHqz/uogM38gFGAwWAGy3xm2On/jpcXd1dZqO4vIW1VewBPj7iCwSaCXoqTGtkEsi4wOKV9zmS2hpAs22lk4UgC2llsHifEXELuytMBmTodQHzVcIRYaB0TxErNWhLoCcQPf0Ss1sq2NO7KIAbQ/TYCY7pf+YqCez0/l+L8pzbXoIYi1gfczaYG+hS43diglGUN7v92r2AtI6NTGB7uipo6IOGxggIplP1JBml1edqC+CMO9nBnKDC47Mvj9kFnkOBFWLdzOYgxrX1ZcUwXX7RR3gQk4e+2HlWX++lNcmw5NOsl3sRCN/7eT0xwKx/fuE9gJkBgymseu2Ne/9qmMLqsd9bbeK+QIUxEzAtghsLIhkG6YxsR6a93lge5c26HqCirUGv/Xq9z7P47iDv06vAXJfJTr7eHr+CAaqY/o3RAyvQ07EyflVbEWUUA/QPUb+7COUX/dHugJfP7zl+r077EwJl+Tz7PslhFCftnzHx0wt69gRlDH8kA3+GthgS9igw33ZkxsoP+gCZQUg5nyJtEAyiRdEOXyaa4AhvT+TTsx6Som202ueR6dMljJIpM1rtoCjAiY7fi1XRfkF9p0pEgfQM5OJKTtmTr5JkxVvtapDH6VEmlZJPgtPTZSkdtZXXiMtx15aGoKisLEoFqXQRpqIpQUYqGFU7QnTa8NQIRUo4TsKIRg2ln2rE9zW4cFy9mlX1aWTcn76KR46Fbg3X0v/EoRBwz5MB6XITtzu52R2u/trZGK7ePBp8yaTn1fnRFw3B3AuBngCQHq89lgOzNI5xiE3sxwyFlLukFzP2SVLexhGmEUT8AMAN9wRuzH80BG7Mt0ZMEUFfZWIb48H1dfrXDDK84gsMhzCwkEhhQKCwhmRvG1U4jSrYNY5Pn6Ga1aVWNxaFgVsL98VHsEnnfUHo4zK341W9BRT064f/iBJdXFgDJtdzA0UWf/HWSfIIyqNv21sov2qDLSAsHjM2jEbOkQJjMocpX9BGc0FzQOUWBdz8UHxZKoyZ1IMlT2/UodrECbvMoG61BoIi1sDxL4KlKr0rUeGrOkZgevo2rya1CVuBwADfuOPPUwDf9LN1gZ0AsC2EYxEIui4zAOkM7Nc9H4bhEOY/S+LBj9aXfaxj1U9HGw39W6mxHg5eKNF4DQrYSDqw/leIwddX1sZt/fNgKL3eX3vXfscj1v8b7DEKEPVD8y/Sv0HFHEm/eP9G8eMHG4U4KJoERYhLv+pUHKdYxHfrTIIpJ/+ljsAEbv9ycWL8u7f6fj51+ekbi4LBSeYFEhmk5smLVyUuhyvbVrQlfVIi3ZBf9nSuvrqJyK6Wibtw1CX9WjofP97/wiEsz3Z+pCMZZ0dVUU3kTB8P7VaDXXYaL29BroziVe7NrkCMWUctXIDSpKNSXxNAc+CMJCrzFC3grbyWC6YbSU+u+LXMOJcL59soU7jZVHK6VPnnjNpDWgp1scv3jHrsDvfmR4vWrfIvRPmGf10dznd+vTm56TS8S9LusgCmwWrhm13GPRYbtgo9fGSr+JiHwbjMzfunnRaotjlPB6EUXtG/j8K9eZPAQMAn80etwdKyFOKRXnV2OheioM/VJ22hy7ohMEY5xQKvzqLzT6J9YSBIoushAiiZDwgGWoccjQaNnD3PGI9kg48dBi8wlfVOZIR3kvkvesnjkAKsKBRQ1Efkxx2ABQ7G5EAYjdCuxxphVgkzCuKDQWHGSXyk1kEAxew8MOLj2MZhDHmCMv3X8Gxo4sCf8sN+Kv8GPJitj2NxN/LAw5Ye0uBPL5cHeY9pQuK+PBy5pgCQ5TQCv4W8Pu6dTm7rW2Ju62wGN/FeSKz5vWiL9MHnbA9mBXg8Z8mHUrpn28O3LcDn7WtPjxzX66KAS5keyfN+s9EZ5Ni5l/bbaDXW9S/qF1G6yaKkHu5Vop3l669WVtZ+XjvHGhnDTcqJvUlfrbH/ihhg8dvzJ0WTC+msbDo6YjeVfy6lIKUwdu9JfwY3FnjUguzBAc93k0XUD6stcURyzy8aYQkmSCNU8HSVuXLTKj9x6YrhIiiT4fQt4sUHl4LSpbBIp1jxmbpIlukkvJOedXdTChyPaBIWYRH7u9HPuJlUqiQSlayqtCqzXC4FSVCmUsKRqizKlcmpONxsqnSFd6e8voXwwz0W9dIPuDHA1HF2drz5kVnOJ3vz80MhXKsx2LNtGL2ngsYXw0P2Sne334sfb359vDxgAzeMQquaD4coyIt5Y/7Fj6uHu4877JMpCijswyfKmrjHy/CdDoMhBrPmBPPQLAlhAFaIA90rutjy/OyK4YcY/WToVSjhMRGYIJvaWRcWWmAtZQlb7pAb6ApQNeVvzI/RWwnWCeyAOhOVMcZhBINA3xt9wEFPGxz7/S6QjoFfXU3kCzzeZrhaDX3Wkw7vo9f7DcuB2ypHSY6tjC5BOgRZN5IOIg90P1gRDKlhz8fmIFaKwAoFf4yO0AE4ar0cLHI1EUD+VVCrHlGveeVFIIKg16+2sVq6Iz1XAHh9+wt9fWssBr4YLzAgIqUXSBQORicgq+Ck8MaecLpdDCLAkC9WJhPBXue7+kXtdbuej1rH9fX2yvjn/s5osK1/CH02V866ooBYPqBTYT3bRgfWs72ovYsnrTz/G2FhthTi8r+1f3QEFVZhafJmHF6RKIVy1QRJB6Teri4IxhL8BaLpa4ondncxAPtsEEEKDf+P9w4/vFVBcb+YPajStWVXXFCEz7hKtCg0FRVeRLjtiPIPoKQ4hUvFk+NLhSoW0eKs6sNCEg8zFSkuMOuml4kmKOIUiZnILNeUSwXDlX+26YVpTlmq8KLJTlXCsp0zYdECuRSmqmek8kq/dCGoJP0Eqo+kyLrr9L2TLU8nxqN9PyfllZHg+U6DAU8BjpTeF4cvbh493j2RTtvtHnmn4CWI3QsRPWnLXenDuzerL048DGxoHIrz3bwXbxyg6XW8VliwJ6L3cQM9mHFg1GChHhsIYx5LEDhiQmCebdexvLLdW2dtiKcFQnLoO/NqCymaAgqDCod0YeucoEcYT1gMy8s2NzNq9CYAm5iKtFeWJKCMMa+5L4rJrDXjnhlfsEAfobVxnLubTIqiYDHooHsFsZWA/ingBbmMXZA8t02H8Iw82k2YEG//ShkPHsR+mkyKiY8ZokeNE/RFAE+MY6Ab2mTlnPfRPBD+xVNpZvmCnoQHgMX+Jqdb9f6DrZ/H2X77FgD0oMdtP6vDAHsxE9qLQNgi6RqbqMB87TmDwkLAvoeDVUo8T5GLN7d6bHmrc5DVztf6kMGuLvxK/wl62IQRcHrV25fdLIgeCNgUBvOAeYQIQca18blnXKpEuSucX0xFKj9j/3xDliTTn7VTeOlsZ/ApM/3+KsbBW/j+pUidkCy2gTunlw8/GOBte9WdgO9XLwnfR+RChVB9VR7QbITBE+qMK6TLpiaUL6pLJUFRxudYau+TaOnK6DRWCKd1FIL4xiteuGqqErUrH07pIs05RdSRKOiguMMoU8Q+66a3zjd8R3RGiFOCqIu6vkrS0cKV0TKeArloWVSmU1M4vVKUSs6N5qtEcTtlXoRFJHmWpA92XQ73pASfWc9c9FyY4cnT+V1mBA4avx+erD6dHzEifHPyQjqw1M4vG4+YFfhUZA6l7kBwOPQEQkidAJBpgoe7gXpP5j92Nj4+QQGeP5Je3HrpwZCDpVZLerBw7Czf2vZkaLGa5xMbR2DSMdAR+/RmV+iWYSKGA8ssQkBdiIkwpOFRkCfsBQyOpR5uizGGnVSPejAVRi8nqPj8tcigdGLRE7/yYoMBgx4CSbPY3G1oW9JxUNo4SB/gfbVO1e+fXm15jp+PQLB0qHGfOQp08yHQC+3XZ+ceWT77MspRQYyHcEetQb4g7TvwNx3b+xnsr45NsJ3T9lp22j6vX0n/X6cP0KO9RNkPPRaB2MqBzcJ4OJgZgMI9hn9ZBIdgBUwUZj3PBp3WYl8kelLf7Awy0b5bwT8zpNvP63VP/+vmnvKsZyU4ZE8qsE//L7C1o4e4wkP0Chv6Cae/xvD8q5sVFr/qiovf9KysfEEi4MOZEfswN/cdDDB6+G7PA9qEa384V/p3F5331oEZCJHaI/h7vzqXihKodP3fVovaZ14hu+LNv5NjUcgVOI9vlK6+i988/Pdv7j1++PCrynus4OEfH0Yk0ikqv3QpnF62COMixTWqZ7mMc8vTQhaJMhJhittVonJlnXNu/TR77sPDh94TNO6z8NwOJ0oXQQk+Ec59ePTw4deURfbw4b+7IKnKE/PViBTJwgthEoebehXn1igSCSLIEMmXMLJYo82iDlHAeRGNUyhgY1nKr1jf/FObRMAiwvDXTvesMUIbPvyoV3ex0XmqXxHDwLzsA7bGvPFEQMwjHLcOV6GEng2DGsxyuA2bx/KyYJPAsI+1MWqILXkwRK+4aA2asNDwPobzAYUtabrSLHe2wInjrSsmwYE+YCAoAno82JdCeQwowpxYbTwaeaq1IHW9BME49IayVO75z6zj16H//hf0h5mxeMTE8wDtCQ5BPal94o2vVmx2nx4xH6/pCrwPdQ1DMSKHYQlGh6ihnA55ZoiQvjPBHEeAHZQRJsnGIiwZCTqINu9vg5Ff9tIT/jUyKeLNHoNFO6bEon8PtgWAMQVQ31om3BMVG3vis4d+bQ5GmFbP6m+k9DIMzAzAZvtCXK/t4NrGnYWEXvkhFEMt7rcn0oFF8S70oE5HnYauDej1BqOc9dF6JmteAYItQCvBze063axQQHE/scEg2UGeX2ER2n3y/u3RA51eEX6S5e9dwmLkrpATMTJGFsIYTqQL3PXFqa6Q8h/unbRj+rNHdhkSST2BFl3sAn7CQKZEA4Mf5jGkL5oY/YD/cjHPcDW1u7q4ZFxk7slXQqqvnnAtid2k1BZCFeCMALaoINoWJ1s6evhwdKn3/ity/aWuOQGJI6RVOqJReTgVffS1MOKrb04wUcq9+nFQRVzE7VCkcpblLutrO9Mtc0m33hGf/eErVa92fP+YjKhZoevwpRRx64sTyNDjoLpKNZYrGkUu732tOr91Qvf+7w+/VqOmNT7SDXEBxXkEl8ji7EIqQSUZYXG5+MRlcDOFfA1cxOPWCTmFT4pGXN+5D9JrbRkQJVgcMM+784c3h8NhUMAD2/s7FBXMB78y2ot5rEbekpb8o87x3sCbGNS/OVx9wTxpQVLYhzl0AUxiHT3GSCCzAjsbrJFDVwUI9X6LQubZ/tlx3qyLXfW29aLT6ebRByyyPKAXjf5A4YUgwuYQhAK97JnNwphMoQ7DEAFDRRtfNlCwPSpyFdv+xoiHPxywFxbNIb6VymsUDCPRUSAdJn3PX4uW/vy832cqjA7hp1jqRAGDIXybUFa1GduBzd9+6/3We+Zx4rI7UE1O3X4e2Y7gTJAY48S6BSY1enj92Kp9fsacxgEToA8aGfSPKdBbUq5xWz3MoAr06nlvfD9viuBtMwOmfn5dpw/QUwBtB1rcTmAoSbMp3BMO9tq60Vp7PXX+CfVur88vbAtQ2AYppOtvY5SzBu45wyDr/fqkNv5Z0sb6Slv/NvRQskY24RmyInhtIlRF8WWljZj1K+nDKww6jelGLeYBFj+4CC1KCdL+fOosLeNlIsUrTiRQP+m3bwVpXuN7m1Z6lMs8GBS+6AB8QJ+898OW6aE5IAiZzMDEhfyqlG7uR0GEj69+VOqrr7+q5sorg5CUYdV98/DhN3M/Pn60x737gzf3+PFjp0KUPlX34d4P6eIPvy0kn3fVxDQsknyffPXVD6WgdHPF3T08UCqE1Qju2z8/AsySUA/o8d7jFC1Ed1Ku9ftIE+WZFXn3LqHCpEk++vOjaU4Kq15kTCVTV8buJKtOXor7G5JZh2lU6a97u2JjKJ0LeaN7JA54uLu7KxbXGYzmRfz2ft/IuxuM9v46AnOW9n6UDryHjWepbJ1DTETTZzhS+ruDvZubH2+G+n/LWDCwJ9T7+KSTpgQyG1ChgHAwWGq97IYWm61Lw+RFF9eJXdlY9yWadBpdgVZ9YVaCCCUYFbHuGxAIktg6lTKV9SAXGxSFEqLsSH+E7DEl8HzMi/8mZsQwJiLBuXJuz6UMCwVFgbCXTw8h+ydRbGXsVf3FmLBaxUphpiwyJCtKpsapgUDT6X52Kp09Z8vj07QUeFGwLOYHf9UB3KUjsLsbEOi5MgVrRLTpsWDhOAvgYJkx7H2VnW41M+zA1JtbPWHV9qt63pRq+6x229yq357/z+1fvApOuPY8w9Jpe9vzYNaFfG+SLUAP9jLvhYkw9P0pvz3p7W+zNHit324ONlqNZu22/XrCKmBBvGhfe/ung4x/B2DdJF/EMrSSVoL1fNfoPtDB+Lk4Io9WCQ+/F32As7+6SvpOsnQpTIlpPARVl8LLext1YVmQQA+HOAXEiQf+y8V6B0u+96S4jLYvnHfr4WJGQP5lACuYVpgidt/rBf7hMUD0vQopmGJ6uOqn8O44OJTULXOPVL2+evsMtlHKX/sV94TL/vkHQCSw8++5qVcJ42vBB4NwISwLfLinqkd/fvI/dAFY3rQAYUqbblVPmpt7m6Kl6E7KsGrW9y0xM9/SmQqnhP8TpGiKRWSaCFeEpUveneSMK0R+yg50J86KqPzVD2yQtBsjwbmQg5UWB48EfYe7bAs3Pxp0pNw+3RiwGIT9g5eloy025rECfTg/OtCr7EHhm8MXAsCWXm0Maw2lLK/OiUF2nmwUFlI3bB9w48lH6cSjlihhZ3nAPDi95D2BGfaUGGvY/s29XWI5jHaK/j04ZcR3K0Y8zPMEixQBBBMGGk4CDBfz021WTWQ7sZfSsYdZ9LLCWGwQxmMg52Z8wrnxxTmrRQQDHvyABjIo7FkzShPXgdlA2icUtNrrGSmh8p4dn7HG1xgsx9eopqP7fcP2qyWixw+c0/HfNvHFWT1L+ooxEm7LjHazK97HpEBC4199HfUXAOQ/RdbcWVB84ul/Yn/N/L4YoDRcrJnCAEPhhQGyAJj9gRn/zdj7KNaCkGReoMq0n7/SDSu6Vl/PBXp0Atbr0oEHWZutgnvowBOhpkjj8ei7OpsgsfCjxyJgDKACgHomfVaApL7UZHXbiZXaSnvml186vPI3S5FKXuGmXiUqLyJVx2dude79XOfn393+yx8KIwee6pdibBIyPUz9CquBEMXv3P9Xra9wcyhpj6XIryrUxaUwlrlTL91AVR43bu/e5TcP/2jwCVmRU5yUxOVn6rj4N3Nzl1z80V3grboIi7SaTZBedufeu5Qq+k1KlwXVTGnYjz/MXYK0J4UQhxexhH5ljtJV617VyxS3Ta1qMZnCfhO+Mu+e+wKKWi1BWFyxEDosg9LNpuKkarKaArgjFjlFPMKUYiT4xSGWAdkjLts5y7JTUbq/Aop0BW40DlgNMs9wx5GUYmwjDDYXlxVlJ8ylxoCdMunzE+gdtaTKnTXmlfzr8Ob95Ql7I9kqDIMg8p9gJ1okcLk1ssyTfg+6i4YyvexigSiSwEscwjHAUSrkqdB5XxFPB/Twh1CQ4Yj8GMa0yfyRwdJotLRE/19vXZhXF19T7uLZFjQw5sSEiWiPAAsGRYBMB+Pd9RrhcOnwzBhWzsEao1AaF25LD/aISLO5/qzHYmYdcFU6EorPFTNhsBCzQ8JZ7igk5sNrSoR7dPzhNcSJ3T+qW7H+i2rt5wHTVOW97AHbILER5jhjCmA+uZhg8rnJALA7/gA9waAA8PZijW6/GAYG8FgeIqTvYxb/+uJCeAYjvL2Wcrsw2PS64eftbLQ8ylW+/bz+3cuDXh87MKwR2YQCmvS1c1aAKOLuhHr9dXtNz4Tp5eO2eN+aiJ8ecDwsM8A7KJj+Ffubfpb2kthvbwjwUkaZrhRyKr06uHujFejfH4C8NCVmSgZF9y4YGVGuHP2D5DqroX/W5UXleG+KNoNBQ7J++OabpA1/NadXePT9w6/n7v3I+/3VE3jMEzK/31NzJHsCb3wyB6wchOSbucf/DhOic4ySKvjhj8JUVESX/oH7osfv6z0u4RZAn+bm3jMO8fCHD/d+VPDwq5EyLumUVJ4a8k1cSrJojImcLqXsezqDa33zIxfnECZ9S/mvH8cF7sHVHqmFlwp/kIAGPPz+W8XihkY/zn345uG/q1Lp0M7SSQr9RL7SDahuC77ViV8Bef7LUNSMWTEyJHPNX9NQqcB6dHDqvTnVMDd9BDTof9+MR/C1/85FF1/6myvBJZJk+pdyrvKqpe0iiGU2KU6Z5Hz65XvRNboBH48aLHBgpVnnKfMDh8xmObAJ/L0Oqu6u2KLtAy6ODldvTp7Ot9g4fZEVdCfDv74YHv2rEl82xBlfDA9vVudYVfx4HhKoD9rwx3k6BIWKesuZt7IhCGx0R4NFZvoJ4wyB9d4zGM+0Cy27EjNF8T21wegYe2WIQfTpFCYoGsZSMgZPbT9gpBp3FlB9xz+/lo62LpbiBVygIAs94lXWIRr45lYv/m1YCwQm4vALXAiLo5w443FhBj1d5fPJZPLay0TW6RGMz32h70Jhv0XcGpuLanMjEA/9t7u0JMzT02SrJ4ZLsPhP8/WEB2KBPx33Yu8UNOBTtqUTAdw6XW+eNvvZabt9mk9Wsrxdm+zUa+P7qLxieoxxAHPQwuvzWnO7LbY7ESYKyG0Vgc7AnoiikL02oTMQJ0W28TIT9x3XJ+uNjdF3wtB3k/42S0DEF1de9eu5LUDDpNfEPRd+WWOipJ6CHoDpoB7JeW3tFZi4trYCm/Qj0q8tfnDFQId8/RTTDxZx/GZDPYxfuSOU5dceIaUjbcXFBZ0VlZCnqt/PfVyJ/j8Dmy09J/ALsFuJmX9K1X7ncRKFtYv8fboq9UT96ZqkjC++3FzqMPsKDqPj+7lhCB5+H8U4/g/4Xjoi8v29D0KmGAS5d2kRxx7k8o9FnTp+uPfh22cp/lU8lnLgePj40d691VT0azUlYh9UII5vPsydTLPTVcr2ffVjtFhcVtDiw7d075LL0xEJxKqOHx7+5tw9Czi++tHwfe/y+4cCKx3fcg9/1CMq7vjHewwL+8Q/0lPJk1KtOl9/GEG4b0I1R6EfggHO/ajUEz+CxBd1/PHJvcuifcEa9bfwnyb+5q47/YWMXWWOSxIvS+NHXCkilArHj0guatN39e3J0KYBPx5If9y3dZUnh6aFwrXWQBruCRSQ/eCkA4/09p4N9k6kDzMK0t1sfNERHxyK9mERUFroD9iGuRnq3+oj9vb5+HEDK6ksDYb9MRysYKNFV+D8kd53j6sIx0SOdlgW573imtsiPmEiBlUY+EidgTquzANZb0EvIeuDpUYKWSCUghCuoHpR/KT5ib9M1l55dDdGQPr9utDQr7MOCW/ZIU0K8RiiF2YDdXCCzvKJniUzPX5uTybPPQTimdLYKZBe3Nzu/RYrmkVXQWVrtkkh5skw9QW7MD6YEpg6/jiORWsbXda9DRoeBR7k2x7/YMCjafTzCuCMHYjqO1n7dZ71X3kKYLZ+fgEDvLCqO+4139ET2FzTLTEP5vrWK0L0JOpN2z2oYQ+BCTHt+hhNXxE2uhyIM7JOJO90GtsMg7SlDnd7WE/QU8saDUwB6nG1a/0HW+sxDsxqD+xpr6TpzzaI2n6nDDigHl1lJUjp+BSxMlH8g/7UTUMFU3G4mVBa8MdTacAl5DEeksig0/g2EkMBZ/+u9nMLM/PvU/0z9dm5E+vh93T7SxkVCFzOwWEefvXVD4DEV094tb/9s7zHj4QJ38/dG6nQD5C/h5tPgJHL6H/zew9yffUDp3xzb06Y8dYA+MNj+Xrjibu78et4h31KNETXFjWKq0mdlv/w+29ggA+/4bIPD4VQs9lff8Po81ePHqnWHy7RRZnMosTXj2lVXIH0YyLOBpW+eSw8+t4YP4L0fcNdjngMX3075AYvVftvc5dcKdo9B4+Lm/of6S8k8dAgq3MBQE+diZ7Ue54PxG1/L/Ilwdv3iisTpnh5DzB0ueLGp+7T1EzayWm6dHiOzUjCs5tbfc+klb1dTAOKrTzQd2l+ODwUqWMgGAo4/LXTODv4NynDu+jAx6yGuxn++qSFaZPNzu7Nyc3uzfBR54BBEQGljUTPYVx11GK/dCvA808+0gP4ZGOZRGdZ4KhIZ1na32hwhrEXxqEZoPWiOJsgNQLqyPet9m5lW0yFESZciQbSqyY6mMfKEbFX4YzZk6BV12k1svqk3aey+nr/lz68TViGtdQpefNyX+WgC7JlyAXG8aqzADmYOWjCZ6My4B5dge4JZIPy03wnUIwewUC96O+LTj8htQieoY4eP2vK2dYOthLOovew+z8Go5HNYhn+MI+/mS+IR/aErdEhkO/38qtm5gUgk3rOGEi2FjuBiPzJE/mbbL++9vq3c0zA0NH3PxckPm8/67UZ5q6vYw363DMB0euFdnR0MhEGOwh5+7q2NpEOvNHFGrQQ/7Q12ta/ozVmvyw2erBopru0IaH8R9Bjiie54qnQcu0VPWCep1I8w/SaVVw1VUnOZlRdGTqIeOHKKJ5wbHXupiE1eAp5xcfwt8KMZ5uJ0VNI+b35uZgAKFZQVDZzlberieo8VsG3CiUEmKT6gWY/zpk8iWiImyD4EGnYm7AS1fJRMEAzIYDgxJlmg78ZAB/fo5fvj/eEGQ9XUyaXTqekhpA7nDPmhWIuhKAhQbh+qGSbZyobPjR3iUiFgLGA87c+YU9V6pnRPupX9gE07XsRXZWB3+kmVOlXbr245m9fv58bjr6Rqk4+hX6IrtG9aI3bTZ1Rq4QixvJ8EzD9aOgjM0CEw/dvlZ8ewYe5F+KH925UVfEIihsv3dRzWMTCyQt/VpYK+hvpEBRezH5iKZsXhHS9kkGv22CekZHhi5OnG91lMb/DzuDLwZOnooRH9FU1WtDC3Y9Cw8aAtSBMJzz5FcMxm2wnxxjJzeV71g4PYH2dIz5eF8JkwE5AoPXgx/M6i5GVPBPZEZ6IBMICU+eXGgTkCWn2gy89gAkCCltSGRcXN4HBRoMhhQcMvUKuzAPhm2rOl4ljbWXb7hgU1EmxPfdwhzu0BGrtV/BA9g82BRQQMhQsx9AIuiLbyeEoJV4TLz0zd4zUvd96CzrEYRdKxX37N32eZc+2nzWbcjqeNRd+W4AbqjE2FK0nt+nOPyb8eScQ0K9hBD9o5EEq5VSb7vjB6W96QF4Dst1m9gtjIH1mwKxnk/NbeRfXk+1f1EovAhkvsDHmeZ2xkYtxc7tfO7+4FfPVTV4TCvgEUKyKG8OL9LzzjigghmDq0oHz9fY5S0A2W2fP683X9Hs+a+SYQWDkY/x6O3vef8Xsl1uWfkjsTZmvRQHf6fkop+gtKPoAi59e5VcoR3o2OZMK9IyeHpzVlxlXxiKkwFzr5wLwCp6Hc5RBYWFgmibDOHDj5t77Ys/bVIkc1ZQpvZojvaJ63xUVaVNp3k+dBdjE8c29kwSTD+di0gtlBCawm0eX4oRma5Cl3x5evp2ywUvIEp1wnOlqV6N2t8LFioZY/N4ge2IgllCyr9+bYRpneJnJxvMuIJBDev+UM3r4R7VKJUMiPLfOaPBR7TBAT1kJJdhQJVRn6g73Y3L41TdPQF3ausol2J9EF3jMU9H/HrfATTUACk1RuB/5Jj7c++Yr3bqOx5Tj2NMTBD9LNZy460iPIG47OT5+KJU/0993lJRLaX0dSV4KdHl2olOL5+4J16CAe/Ojbk6XWrbP+o7D3cOTF6zv2EvDIGwScvNo1DhoeCPhk13WgmwK435l8QcGU1tCn8bgP1hQfDh8/2Go/C9bGzEE8li07LEg0FuFiKShDLdGf2oJGlsHwgKpweI824K8HiOLhW2EK/YMjp0grVbqIEqfGP4ZA6xAoL5QwdM8J6X6vJzWBuWXPDosdrntdQtA2jVrI0T1GAORlqxXFXxjaBjMAwixFyM/fW1PBjCUWJ9ySISj6A1svzZFhCSq+b8EhgeBw4I1dE+wB+B51ENtYkQbQBRkw/3QkLu2DNN40NOz0LHtbYDzHvcvTphJA87vtxkD6RkAm7VxPRigMI1R4OsV+v3EAzOxPVtGOL99pQQ31m4+pxPwXISP+T6eEKOIHoao8H5nlAsT+88np8ud75qM/T6f5K3GpN20oT9RwCZYpxsWBZRsjeEOacosf+OooWWzmGZFOYkAlvMA7aVf3tQlaPukkAUp5TPKnIor4dCR9JNnF7PVUxPAIIKpI5BPGImJxb9hAubnjk7SmXHu1KXKwul7OYfyJ+4X3V/RnecuOg7hyTe8yV99BYDErL8o895Q8DjYl19qkEtUkfi9uf9F8Xj7zQyD9xS167LGPDfi20ePDy3WjXKC2sEKCjNAiQjirLgg2RSlgV/TKhUywqEUpyOmIFIcBmgNmUQ6XA03L5hQlqD8z5H5jc5SYABUvtERwplaIZH+HJz9XmSTHoB0r5LE83lMozmkIBvN30cbTFv9kNSaqMq3nlz041lWkX7W+ffgqBpVhPoiD1oc8UpFb6Wz7ony7W20Gmw5tp+fNlp7ktnMX5eZMMxy9srgIYOUHhJ+QScgDLD7+MUJU5+HG4xpNDbnRf+UXr13o/q+Gw0EcZgEFCX7iGVo2B9bhQCB3i+487EzYjzg7IqFwQBGr+5tiYAQ4OPBPkME+mxlV+5aE25IHlRwX+noYhOmhKlo1OOGyGDeOLad1JdSxbsNnaP3ltdSB5gHEwQR9BERGjMtUGJDorxiPFgyhcIRxS/MCOlIU1IfFxclpEOMaTJ0CzISst5cf5adiqPamqualUA6ui3htZVjP4f2UUbIiP6rhgv/hP96Fr+x/Dd7losa502B3kQacDsTGdO3NsmaYN/z6wBAwZ1ayLZwYnIsA07DH7cTG4W+aNfvxwzACZsDC8uxDKObt+bbHGws9WoqM+l1O4OsLl130u51Bzvt/jqL2trbzH4RwIF5fRBwxZMp6R3V3Uvv9SNzl+mreGx6yLYHqJ9bjGrM+ka/AgJjqUdkSKSIM2OYIzKjWFFDmXTEhcKXbP67tfM/mOiBdQCh3e9qcr+DBlp82nr/9gMsxufO1IwfyT9/9ZWIk94YvZ4iTfIFCbymKkHHn653qUYKH608/vG3y2BMwYdC6fuAJBjgZVBIx40hLiCJ4qshjdr1XObSKLAapAp+eBK5lDTFo4SL3vuA6qrGcBY5P6Zs6N0Pb1NL3CrATKViSiIVX34NJKnWrx/++5O5/waaqRKdq1OLWdo6Z6SKL911yK2Jys29xVOuzn/C5d4Wo7tUyoX3pP3rqaT7pks0PQ3DMkA8VN0KggHGIzCiqzUKVFXxB8F3U5zgU4qrfoS0WDWEKM7hD4rMubqQ4xaWIWZhGAqe74y+Q0sT72p0rASfDOcPWqJ7T48OGl2sY90se8AV81jDXxnFHXQ3N8QAD0X6jkaDRREctgkZ/lUM8OYJlHBzJA4oDGQUZD7o4DxbZgYEsi4YkWia4GEra07WGUh4xiYcdLaxClY0iUkw2b4wBR4IAkrdFVIzPRAiCO0TeqhpadEtYBNckf450AVwzHNIoEeBdUSnIBMDxQalIorZSV+8eFMTFgrgzhkG5n0uj3QClI9lD+P2q/9N1Tz/RZgHXS34XrZ1Ks63w4wXLCdcmb3qlgrzMb2eC0arAcalJcZHBOOCv6XBID8V/kn9xQQ+VrOvFjKx1zy7z/hHlrX7bAR8mr++nTBfBeyrbWfj8+v69uRaALiNCRjpxLor74qOiSwWw4nxNdvie6J5k9o1av6KNwTRTdcmjHh0ctCtX28sj7L6z2Z6jQNhbb2+8qq/dj/Pm7ptz/57JYQX54NOK7nCRpheAyzW9w72t6bn5k4GfnK8J9Mf29Sl/+r8UJ0sMyKdeFhxfilOLklTJL14xJWYm9v7DkU4NN3Cdxg0UBB42lrVq+4qyqrCFa+RHRj0I01V+Gdg8H9RJq+pLibZv4Mecz/6HZ7zEOacQObfR2mss8IAgwkFWXLcHXlB6NQEKo5rMScPENDV6UEc6dqU3HMnnzHv4VuzJbWei6jBAA0cVA0l26PAPA0FwgXBo6gjMBZ9gLrE+7kfuTkV0RXEAF3rj9BAd70N56hypBujKbT+3uNvvtl1D2Ow2Mu3OvGHe3PDZw8f7l4+/O2PqsON8X8szy406D38NvAX+L10j6EZIIMgv33t245H8Mj/Yv79AzeZHkH6A9j5r5z+TKXwrosw/ZxCFKcYMpMo5DhE5Kv4vdViOvTu/MYI1NB353iZfkGRuc6gIyb4b6NuV0jIgHB3iY4+ZscctcTcBt3W7otVln9IXV4UOraEhyeHQzHAo1FjURC58ciwx4xoRbw+xD2BUn+BQOmq0MNBg/2DTtcnE9GnLPM+RPoKWoAVTKok5rRPZx+jqKiPxeAwRhIwNE8HILutCUjECOFbPRYX93pp93Rb9gP+WBXsIRCOdzCXc9Q2uogYGYDrSafjNQ4yM4XCFZb8r60x4YNqYgIM30DBZ7GtXPN+/f79+mTyeiJPX4/pGiDVDCy8sppvcOAZMXBXJaQHt0aNfOFZj5p6Tens2QMxRP0PWFi4oouUNSBrrABuX0mtrWf187H0WzNA4G6i1t6HAQrzsAZtK6jScBkSEb7X2QhEN6VGo9e/sV18+juZAb09mu8KJ/UweqPW8TqdBf12ttTtCRJZ6vFaT/9nIZ0usTZur/cUlZR+P5UUJuoJwphZ/7ECNDIxUAyw8pOrRklVf5MzmdPwM8LSfSIIZ29u7vDs+YVtw2AWRtzvD+WqENjgg49zc9KWC0ytnH7HQYW++uGRJ8HpZuR/84R3+msGjqFEv3/8w9d+wb/y4KUQx3CX+u/cxRdKsQV+44vhXfoDq32AdBh+9RhyBL/U5Sn38PtHsRLE8058jZGnE9I8cOsbM7M9smMU+PeqObKV+N65olO08IdvmUrz1Q+PR0FrdSj9zaPHVP3DpeemfN3RGY8MpCPm7n2P2vzNh98r9i23uXnpjtD3XOkHHkvc1Nu5VSNdWetjRlCAMYuFaM8e+yE+Av2/Ntj/MPce3I//AcEGObN4BFQVrgjtKtGqm8m4G+IimRLFHz6cvDkptLvsEje/3LD5vauFU6m5kq2uigL+isHnwebSkYBuj40bMYHAviA/oLU1Ro9OVlGB55cHaKPlMPDJPFOjG43HNwI9WwV0R6DR8PG84gzXsjwYFoh1LYAhz4QmqL695vpE1IpZdYICcEPtYqaijn1GEqwKiwjuIOFgJRlT69SmkTTrl15T0Vi07uthy9dCImGeV+0LvFjT2+/3n7/2bsB9drbVi+u5IvBBQHAswHCHGYyJEYTxtUCRT+2N0VAHOiDz46i4GGGuHM9fCxlBPgEfK0DOWN8s9vogP9PTke7LzstC76XRYHQwaED/RP50RjNb2GZEKutd9ZoPsvt6Jv1eXn/H+Mfk1CYQJkI9MT4B4PjiYrL9WursurDwnKUggrZ2T5nMgxEOitO2mywJAe7W4H3eG073eM44cLs3mO+cCt367fVGp6G/wXgFY6gDqdz150K58f2zLSEhTE/3WPeIUqwgZmSdnTA9DLKyIposqhzDIDP498kP2YJIR7xMpLCQFOGMuysoPL7iOHNzu62dX/5gi4BAH0s/UIRXeo2Pq/fm3uslKM7UMftGyBV84wUTM3zsza0ahKKz7r2IZrlO+NuYvkYyuJYVQr39frkxCMA4ql7qtwFNEad0ULCkC04nwaVGeLKJBXuX01l9YnUKlA/pikP6N/SKQzQTiOIW4mydJtnhw4d/FOQAPD5cv9sXxzc8MpM2Hd+n3sLfHn51Il74x9G0oGmw+GU8Ch3fvkegJ+o7Lmt9/J4S3wQxfFs0DqhDcPlWbXs2dFXxCGCDf7xXfQTxB4h2VhOfd3jTYp9hixLqy9+5+FGWf3PLV/863H3KUDAGChYYfM0aRzdSbIE+bPxhDNVzAp+IZDWwCCPE64jBdG0zBpuAj7CKP9hkm5ATnTi3utcxt+kcDunveyywMwpiDwbyJ8wT9xMZfCnEEihyabruhFf15jPxH1MqiFWPFXIQPuGIMIEZ0XQMCvBiKh3NFWncBmS4IsMKqtvHy9booNsQI9Lb6UFfr1zl9cRioAiL+B9ApRwIoZnetceERZNi8XA4us0EhYyeiE/ReXiNfVWF2JZ3J2HsJQIIYoMQWsj8QEAMwy+A+v11YYuAvcfkZv47pImB8D9GQkRRBYALwnwV+U0nclrea+bZpLe13s62fvH4R11fwV7/up09e3db60H7Xi/0BWeT7LUa1Wf8NyYC3p6Pm72+EO+63awrZbgrcK8+ZkhcsNef5Mvz3YlQst3OW4Osfl/4pigGUCfsjoQB6F4bcofVBJHnXzB7z3P07EAvjaNj1PtMvdKDEHG+TQwQH1KTQn56/Or8g+UrLLIi6p8k5Zwz/R0XWFX5+fKbTaWS87dS9AMbDM03HvTqP3vLkJWVn3sPvuu8SNzPxZLnoGxA4biSxCZgX33DvJLLG3iWX3XVcjk35/Hh7/feei3Z1y/kSeH945QB+uWmDzBZg3nLgGligFYlTZZ0Mel/c5dzTIb7WrW7A8xt2DP+/sDF52IlyA+ox4qQT0NAqtHc5fvL1ZQduq/vAckBvG7VavfDH96uelaP7sa3aK7G8b1X2l2+3XMul7s0X/tmNfo0lUtdDw++nXsbgyBvL/1cvlmN2Xy6qp+KL+u7vmQlsy4TD4v7+Oq/UlUI3qPef13+D4hH8PCtlHFWgrhI+oPEH4bWTv9ENPZOPH4XUcyOdJQK52SRmHWqRqVXEwUU0GVSF9mPo/tYEsHcqHW4erL7UlRPSPdi/gAAlGh1l+W/g4PGpgASCvgrBrGkEj9alUZ8uPp2dfflpjiZsm8O9+Y7G0+8HsQIGLaixQVBKY8HC7KWO92zrWxx8XgrWOD2Qk/O3YBx7JejH6dXpzsPcvFB5sJ4OFUqcn5VLBk2BA4wO8jy440NIXXeFP2TInx6Crc01AmtbpnkAqFbW3mnFzl6+fRSg2tvjBLKdwStWPDBqhGTQ8ZVJaV85VC19b5HQtaleOsItVg0Vkcx+br/nN1LgD9MONAN2O2OWv6/klmPFgmMuT5Mysx6+T5GECZZ3p5k2RprQGrNreZtTYmL9mlP7X22sHJ+0d+eCLLrQsWL29fZOlP+1psksAYtUDxfY6sQdGHWgCBo1yc/T7CNVRNPzUYdNkYXdPcORrmay830Gps9PStubE0MdBLarTLWRKVXVtbe6UGgAwP68lWT6GCt9v/kWejwr7LiZqLxEy7kZY5e8JRMgiJZTes3SyCPS/hFSFllIeaB0IHGcfP00Q2k0OAnJlcUi4rK5CdOjfRpl26URAI9RiIK1V5kjDpNOOfe4ukMFacwcaYHquC9S0oz4zoZf6IHkT5ISserGom3b+fgRv+Nk+yo0hUFqeXaihf/IRLK6oIC+yiLWNDMEwnJJe0qappW4vPVevOiaPG9e2B6ZFum6HvHqNU5ajSrrlfn2FH9rUsrrsiqClCEamiMzrh8q4rcTl32re5Md+rL6YR4qgRRvwu+5TJquh9BMiZTNJScFP2sS6Vny1RD6q6Ipo4fgOS6I9G9PUZCNkZsQpk/kNc42hWuHW60HrPwY7Q5YBiE1SHSc/e8MxJ7pQ8aradsoDnc+zjaZGOLjRuGhW9W3+52lhaZKLinpBeBPI4eQEY/sIxg6IuuQObCeAbcFjBHz51eQbDgt+1esrnHQZ5QUG3zgAg8kH3W/hsm91hMIRiUaJ9lJUbBg1brpaH248sls63uAYM4XGD9F/qzOLwcTnBmJGQxiDz4C9niT/aIUnbaFcjhlPsHwwPdIH4CO6mXsf5O0OBBE4MEBepCkhzk626Kvy5iYRH6t6TUtqDSfX89dv5g/sy+SK8au5XV62yDuZON+1n+87i3Uz8fZ832xSR7JmW8lwnZsPmMEUDpuSKGZoC2ZXBdq/9Wr4nw1er/v1dSla8xBFNTiEWYek+s8JqFweuDzsvjNjpw/azTbdr8X/t1Pth/zsZvND3bkUwEj4HgV/26JwXqqdkG4Li0BLjmDlU/mwv9tv1++6etH1qK6+dIrBDx+08l/AvmhyyIcKbCVL4837WF0JEoyEmkXbVEUaE8RXkj/ebC/BTXS0t1XIVqUsJNiys5wjvtd4paqAgRrfMnmsK5Qg/XWXQpqnLX6DpcI6WcdiFHXVUU8BkK7n346qtvvumKCT0pG3PvLZDj7HgicbYvnwaMfSr3paqjES4S5fSlAtY6c/tqix8B7U9PL7UyqqCwZYgNRo7Gl60HMASj2qhQF1AaNAT9OClVRk0u7sCJy7is+31pMHWIIHGWz5dQBWnlV5vxCCC63IKLpCY6rUhcYyZOGBUrRVzi4icToTzFiVLAMpfkJGYEBgIyH3C+MzjLRDl487rzu8Ob4a+d5V3lSlEd7K2+H26IW0ntxUyMyoJ4I2YIDv8q/XkgPNwUTL74cXjz4d7QlHBz6T8YZt7rbEDFWA1cQiDI11n+12Uby2qprtESm3TC4vKsPunzgqotUMAtpv6dFhDIXB2E4nN0DNIhiM0V8yl6Bl3MxqXUaKbapMNdg/QM5lvb/xPOwptq2icYEMuzh6VkVN7xOYuEAySVwHaMjR1XD971OD8da+4Bg1w6GZUbBD2xB0s10Fbonxp4DPvrdgew6vwB+Ndc1x1vX+kPEOwva+Z5HQ2YTZCaO/VXAOEKVlA9xuv94Dzv+aKe1cMIoG7DNhGuCwswGAn0YG+zL9jz/BcU+YvauF7fFlTSHdiu553lBmYQ2uwCkj3HGjSzXzwBGnFbf4gJHX/jC8Z/RAzfcassB9Ftr3laoChgLdDej4Df5Gfc3bR/3lUXommyjNkVORGfJivxSqFL1rnpJZOWSJoXbqZZZXQqKp288ItU6SJI8YQbpasUjXgk0oULuVw1ony9+BxiP0kMm/JJxZs642LKYFVSubEIgL0yEViUEhwRIU7dfLgaQEFMXjg+PELQTtGiTUimCZdNJ0xPSomo0okU6jy1zRJwqShYPoKQFGL8SH/qZryIOJ6EZejMQjQbjeSHwi7MUefg2EAjjtU92jtkMyRMwYjudTeGJze7o8FSF9sIq+716woNvTXcMAjhwU+jXU8MfP+BiYCLjJhgP3CXfUIEgk+OQhEGAZkZyJiIcEnJZenB4kKsCtHlr/KejSM0m5iF5njAtsHZwoN9D//S85fWiSh7Z8uz/6B9cYhcsQSN5WjumBQ3FRCy5OLAIyNX3oyuPdbrqnc7DrBKRzkPkJEPzCcDFkybBhjp9xvfchC/vrAxQckpcAGVjDESEFQosPYKk8ocr5+jGjezHdopzFMLPGHR8LekJuk2rP0KZsz+9JXLFxZYAJzXPQOwl9fH63lWaxcAeM1+cOcrWW/MUjhMAda32PVo3OyNxfkmzXXdCRYSjHjtXrvGTgDSX4WL5yJ+wtQGUwZppHTg7sLatZC6/kUrn6xP6DOd5I3fxGMZ7F3rN7N6H3BzT6EOz325ZlhcIYQwHl0yCWgGOP2RVdzUS64S9atSpKbSqZOXXuOUnGaQVYpLqdsQ/MCflJGcvo6koOqSV72HFC8KF6nADblp2eQpmCYq4WwQN3TyzaLe/a9/wNxeiBWaO02TeIGGcmKAnnqX5NNiZVTnT6npVPyZqNv5eZcC1cRtuq2AIf9YVHVUfufvVn1mM66MXkrhTufG9e0P3av61Q9li0OMF+lPXQRViVwKkzcNIupYCn0l0qKAqzaKwIqQgbiHiMp+ttPt7A6H81DAk91OVzrw5c2ugMpjvdKBn7SEK54W+EIEcl4qLBP/dn+ETq7eu3nS6i5K5dxbHd4IXec/Cus25B2xPJj9QkjbUKBNI3y0HswgM0C3D8Stp52SYiRBxO40e5Cd7j948IAZ0SrwQAQwDQOz+TgrQwTC5lVYahAkhq3lM6bE5Gdfnh3n3xGDJWZNTEb/vMbwx/NJX9qrOCfrODjGr0xiLt6IVaEgA34Xnj3C6Mcb1gwzLnJ+y+Awcoq8AQJiEYQOa8T6MPLcXnvNBng7jNEYkzHqtcgWT8CfWqzGiP8JBMP8HwRQGjHr3/Lmffb/yLdRQtsrPRsB7LUv6jvSXsUAMfTSW2G6X10N8fK321eM/96e93tMgLluCwdFbc/b6xiCOb9mFMRoTeMam/cZIe63ewNMAcL1nuejhhozhrkuNDL9H0LbFTBm6+01o54g0UPfcEAhoESifdDBN0p60xU/gM+/BxF+Kqqkk0thVZQEZaLKjSJSRIs3E78scSddOSHiVadv5bUu30lF9LakhHOhMwpLYMKFNyOpJFRvVDR9Az/Qhyhd8e1bJ6NcGaTwkwf6NpYy61v65X0H+ulbFVuOS6FrVFAKyrBw3JZPTrdpGaHuwbdQ5KfyFXdXfOcZJVkRUqmfgTsF063Ki+8nt55OjcRUGC7CFKuKyyBFS6fP+1W2SNrdfcSauEzUQy/hqageO52zOcjRqCsdmM3hPBHmZnV192NHUMhyYDaNUzEMZHXZW04UkHkwL7vHSh8NMRItdDXrO3rMVBjpwzEczMSYo7CPJb0YEnjwPxqL2ULPC0B663r9MJUq1XGfnsmc/j06AE+VDQYCZVeigoAm8wEZB8Y8lj5LwAuDwCw0aQhxdjxa3Gvevx+2/OqTnxkUdt/cz3g6gCxjINadADSQTx8Aj4kwAhJonrjOObsKixChLYfCqwN4kGK8MqZbzGZozIdWvG17rpZgJ1pf7KI2PGVH+NdobPUwLGPwQ/tt5vsLV/kz1r/l2Wt9bQC1zwzALJ94EVxNXO/2gu2QbmvZMzG6sII6ydZRaZsie6J8AkrBNkZQ1fKLcX1CX6CXBetGrlkF3M8GuRI10bwcG9C1CxuGXtqe/H8AwxVbgHb/ntDQo0d0/HkuJEYBV2w6G1qIInzu58LNQ3/TPMDiBSri8Usu3wReKmfpO/PCkOFwmo4CuBS4iIQpTh2h6k3TKaqPK1TKRMb6YJlFKloUUrdXYZmMsHBFXxZXngoj9L1M85GXNReXKYunIMWISMvUkQpWsuPWimTUiCvqjvxpdnHvSlgLxhVi0gqKh5nuDmk8yoiXrghKydSbJhS4wnTZMpLaJRd1V0rYOUWWwlQP/ZYO8PUtxamF5T1E2vFShivKlfWWJ0QT7EVhe3GG3OrNcHfPODVq5L8tSNMUE9kUB5SauotZwMHmx+GLm0fLYmmbHczguxNwtDmYX2UvOKWUHHTnWRy8++LyxXznC3Ex8UapwIcSeiwYCijF90hRsz8dhBjIOtKFgMAuGqG3hwMC9dKxNNiDwUED6QRUgrl0mIMJFAwEtFSaL9f13BLqRfUdofoyN1pA2rw/eR0gt1YL+wiQlrXa2oo79FYUiY48HSJ0cED5dAHq/X7DO14aC5QkxfXC+xTAgoNiTKXGlsLaRPAH4VvEGirLgFnELP53sMQqPSZoG+Obza184Qojh6fWfhn//e2X7av6ZHu/XmMfkF+2rtq3k511YdzpBHPPon3uDayx8hdbqO79a26j2MY0aUY9hIPXKo2SrLsRBbSlV3oDm92B0LTWxhDMslTsc68LGezX11kQLMBdzCbMFlJ8rd5kUvSamO5KspDj58PaDx6fCvGP4NbzKTn0wyt+e5UfbkrJozdaoiSOn6fPKfqno0AUTWdFD3YqYySjhJOKucNcB2lX51KUo6IoR3EXihqcq29kR72u1sXCFS9bpDjBheWVQrfb1USJeP0Ucc0e1lHoBPWmkqUfVTqlog7wCS1xgiAEPj9uhlCSyC/UyjgBmRmgi+sCcTmSvmAkdFROitqcVV4CQQp9ouJFy1JA0bKQzyvri3Y7XoTy02npjjmbwNEyiCcRFYQInxoijHQpU9r1JLkjVKFEcQIxhXyiRNFUvlLx6brbFQc0Auo13BfSwAH3jjrz0QsI1CkU0Jn17W4I/ZYGg8eMguzubrS6m92RsNHzAu+t/trpLg6ElU9/vGFYeHX18JE4H9DnNSGKeyrMMuO0neVRa4TdwI4XtDXyXo8tKMXZxALRT1lLAfET0l2dPsDIsuEOvTfmRCu6tbMf1vLFBDG6AsMCAwWyYpwbj73bOJCTrTf5iAuyx1Eftqd3VyosXXqh8opHYR3wwiYCGRo+ZwMRw9sb0kY6+v2vb9GDgTpOQC2GNFKBh1Vq76Q7PmDYd1OKbi+MGUbnnyj1YGAT//V1EVM2/eV/TpY1YLsL+3oG+/n6RBrwJMv6mIBZEQt8V8MAaq2ZTa6xAyM8226KATL37+Iacqhr3t9ml/gVLxJmCjSGYLCANaZJF9LKmf/HwHB7svj7hlCy/by9/lOnIeJ4Kxacdb9s9iex81u+5QFf8+S6dwfWvwip95jJSkgX/ypUiJ5TPRb4L97n+gA/I6jGqqkyTLGq+2wYn+oiE3+LrOTupEv53ZS8arx0kS4+patE4ytvWiTlFF5KVp1f0pSaCiM5k4jgjtO3jFTdTDQ+4WZjRfzvuZkS8uzP5MwGf999IpCzNCJFaopLKT3rIph6ZXSaKJ28irhaynEHXE3M81K4tbsrNXj+oxAQi3zY2muMft17NP+rCN+TAQafVx95EfD8yQs2Df7pQAno4I17DxuDpVgMNzz8gCmFRnf002gXFfhwde4tnHHjMT1/Jn58vWFcR2RwfoMhCvCRFRwiSOZFgkDhg/d369dZdMuMaPgfOxBdZTunWbYVGBhG9xggsaloHawsYaWFMPAgCKZwduNoY+NfB/BG8UGhkK6zxZYkwWVE2qB8gi5PeGa+85vCG9MdqBw2WbtmQrQQxBOm0Ym9ZgQ5PYKhI+uQ164306Ua+16QR1PdU4nx5y7bQi0E+ctyZWcLeY47zRd6+YP7PWvAzTYzn6X9tm0Hy9hniy9s+BFrfmMjELRe5V/X6s9eqxXMlQbP2z2wUdAGE1ShFXZG4hZq/X57pzPqCRP1b+B4ucvM6XesAm70mAhDNya2F4yAIn91EPAdK33dLcikGGZGQn253/GKHgV8mDXDOu7i32wqudlYJRXh1JtxKZxJE8yk4v98xAuXkkXiU1dGq/E7USeLSiI1E02egohG/PPeJ1Gn7qanXkVcOkuL6B1XRqNEmYpA+QbeMvl5Vy1fxosghXaVqF0gS+nkVZPJRZAKBjUNV3gRKZPJm8rk7oZTp29FHEGKT6Ny9Jhengx3v/2vXhXcMgJif287H+0+mp8f3gz3Wh78wBr+JlZRV1n+1tCL3GL5m3Tg5aXG5u9/OmDeixjfh13mwRx8cYCJQARz74fzH5/Me4c48UCbSgX6mBDNZD0Bq/cL2bANq4BAps1dnW4DgTY8L1B0/59A0BzwSpwwY/bgMchyxtIQjxJbSWa9xVmOISpxQfczch0r3OKbSipkTBg9Wy8s28D5GMeKkMphKijEE54QCY7IFxCUu6AvTJJyhZwPod+OuF9XLaOfL8vZA5iEFXQ6/3jIHuNpbtP1l4v26V6y7CxvSvmsZwI/EKiXrdfaueCpmddv29tZ+3wtk3p7iylUM0DMYbG0t82IcNoW6QJjWVC/tXVvjflmZd06sPCRmYDsiSzi1xwsL2ICmq6/kXRgo17e3RHYMQ680tvfluKrm1kR+4ulhLpP5YxrVo0N80wUwldcqdv0/O4wwAj/HirqM5MVylKJYndchPZcMCUQo/KkLDsSljuW3skiMXXgQMVNz5txIfY1UxNJ2w9XxiKeoiHE0/tdJotIxOWmbbjzMEKkl1ReVTa9j6k8HlzpirQfy7RUebE4O65WXPNOFdXzKqlCVHzCFeHUVWLyKnXPhkXB+CSn0ilZtC2CqZecvvGHr7i4w6mg+vT4WTkVScfnLt+v3jAQwpIQNgkBQXJIyaBztDe8wSC0iN/qzaMN68A3q4cMDR8sKe6p0HQJdlubniR4c7j6fqg0M/HmV4c3J8O/SskeHnU+mgLK2/AuSRuMA39kSYhCtgk5UFTIOBBOoKvW6xN3/20zaLFuvVVESu0SOXXH31X2AOsrInxb6L25MDBw8OwYIFQZHbbG1/AqYTTt5U7nJRdhOEf4Z4opVbjd/pktgPs//9L/Gc3YUMgwiTv3rgVy13ShMYk4Ob3uqTdQbzwUMh3SmMe1/iSL9R4ipQLrHZpxzPCHiKcQcLOhFmLlL2tmV73tK5M/IZ8a3LzKn/UUMAEQC/gmf5M8q40XIH/ZszXpuj1d0tt+tLP7Yp+TbF3ghuUDTAEywfnNSj2rG6ybPXEztdYmAOFvrIZjTnRt0u7nsQSkv1ZvLJ/Vf1451233unlTTwDa98t21kTtZfLLigATQzh0H7bZLj7ooO9elyHAv1jx9sCVeYDFJ710vAQpsygxffkrP9tKdnLprOK3Ps1IH1yRKpLEy9qTrJqQ++SN18E1uBynlg2ORBQJp6+yyqKp0kqGYkX18dbhiMXLHS2L2p3ra0UpXHl5p+VV25ScvGkyhSriSssEsZTm9IiWLbJXuhS6URQprpdamRodUoX+pqwUFnlyjsW5SWJXPLQiT/9Ryvxp/ZweshRGIryI201rTmFqqryIRGUp4ZhDiSPJlEaxQPrysAPj8Y0rMZN9uuizfNQRxq0+Wu62nrrrb4QOvDrcnR916QScp9vvZq81aogQdjvDF6aANxuj7qLUvBgW3jUDxAyW1wQL+xSzLiwWuMFUmMfKedlaGhzQN3gQC8Wutr0uDpzY7sXaMgxFZfun3n/XcwOFfw9YBqfjilnRGIqGZ8WUE+nGx8eN48W8cZx/CQ5KAaXzTYcSYVAG+wP11165Aex5hER+nx0v9HlnVGO4hL6+WBMXlM9Ilw56CG+ZDiyAkN6pp9bobgrQ4iFiAkZt69pqDfiHxg79syFpkT+6/hby49OtM/oBIYATtF+P/4ruWfttn0rxpZ/vor7VU1OwA+OBD/YEqdMeBn51cZFCKeevt3trQN46FqKD+bkTcFyfCMPQ1XXLC6NO3r5g6W/WYuVbba29Nmk0ms/7EMOfx+uph0CYJ9fHDg4wByjKx/DBtXcBNhEEKM/1eEQTb8UA6ZO+1MsRoX9n6XcnH2F0cPv3z0+0KBMvB5lRLAo5N0orzicSqYTLyxXlncEnVSpnTy5lKYafGlQk08kq43I+xaVCSGmXiQqV6XQq4kb4hpV2hl/NFMiX49R0fuS5zji9iHEhqiIZJV1a8WiCE2WpVIEjcZoEkV1cxQ2jaVQlr3IxClHP9JopjPPLSooSResiW1/Hubg/cWaqx8LyXImcb1Gqs1pvOiOVtV/+WR0WF7gT86lOFiIkElSTriUVx6XT8OOKXusHUu0dPn30qxBw8WqhR5fbqZS3QWf4/gQK+OiFNF+2rfXOII9azNzrdm5u2F6uI1wcjL5Yxlzg4c2Hk/nRF8eDg8FjhoUPb04u7910GJIQ6rFfuo7HXh8MC+x0lm0iUFDIwmBJR8zdk8ooMGAbSm8TkvXM/3QwFUZNQ93dZ0/y7PRKqiNoI1D0CAgrQ0y1EuBAAfUFA5kjnV+pNHMIe2F76znzorFmspLGfzlCr9ULzbIQZr0oAdG79TKR8XnAoSQQLdRjG9RXgUnvKhf+bqHf7tM7CR9dZDUeM4U2WYyCBk/vXwbXyxb3F86ORf5UeCvLz0T+8vuT03zSzk4ntfpOc9z2QDBjHECdrQHetnvPxPe8C+Yb5kRjDHq7Lab62ut+2TVY+V4DgvLuNSCowFDB6ARsT9q9weNGH34nHbh7ui5cE/5njUzPI4Y+st4Etff2HQMf/EdIFFCg6Dl/UMC1tXcxHO4uwWvp0WtSgf0jjg/Ov8T4nSZJkVP+GotM3hpnWly6dGKUTcK4ilw6o3TJk8/vfiqX4/2fpmcaNBXO1mZXXp+QCxOh7WUJeEzZkAC9uAfe7bKpvju58tL2kRaCoqgv4rg8ZZWn2k2fTmpZ8YhKDHBFkpV3rI+z8IqLpVyKErrZcdq0qaUjf+avIi/8iODSX7oQRsKuOHP6J0kZcjTHURea1pGyU1gmUtKBiqZzESGIS6VSiqc22AuZPP9JQqDm6Lh8fynldbi7O9ybf2L7LHpDhTG9ZrZ59HR1+B+jRufQq4CXNke/StNl4w8pkq1H5nixnu0Lmwtk2He+NVhsLHmi9MlwuLr6FhNZX4zm558cbTwR7okICvMUMCXmsTRSDwjTF/iFIHC5e7bFCg84aJ3ZgDatIsAQZRJQPBB6nZ4yDKwGejr06dYDd/2BlDAuMcEAnIFQmC2aGAQW8etKL/X2wsAnoNnEvBPT9gA9jluWBqdhEK8FEaox8iHwuD5HwrgIBYQr51ONmDN0NgMfUsTzK2xb2cKNwE8ChkIWG6xEoX+TEW49XdFsxQXz+TFdf6cEja11tN/7V1kbG6jjZl5fgfwJCUXz6nl7fFEXHJrvxcDH7bVAsnYdFmBY9NEbqy1hCev6ts86YbWZNSC0sia0hy5eXLdfr/W/2xgtCMdFePNR3qyL6j1v1wXKFH7VXmvXt+vCPO6LDsD2O3a+BDAlWvFoBx1/8EH9u8C8jMLzFWZHRx9g/MCmXtWV0Wo6SYhUSnziUl5VWFQTLnmfyJO7m/7U6evIVFBGp+FMcur8dVAZlJ6GkSgjfycsEpXUrEguwhlRuE8E8U2BJSF2WIgcfu7k0qUSFUFU4EQprFZSEU7dJ4LCfSKQS940jrubLAWzcrkyXRHPZsil/09v2f1y73D38Ol/COUWr5ibK5RYWHjQmB/+f58udwfeILiz9BM68Ivd+UFXdPBgNxhga7DZbX3BCLEYHwDo0c7R7o0Ef31xb+7F/Kjx3QEY93FjfgOjMEAgwYa0YevB9AWqHrFAdgc3JTo+zrPter89kb5oCNSRi/K5A/AUozAmWAx8nBoB0yEqSOefdU7X16L3j2MkODzwQAskcZOFaLpRxiKkCntApDik8zKz5cKWAPVu8357KrQpH5awGAr2BOnbN5Chdr8p9pezBwnwt5OfuRkx9OvLiQnqie5nD3Z62/lVc6Fx1VxcLDBQBHA7P+6JAE5eM/yxvrMuxTcX9uVSbtMmcIz/7tTH1x7yEM9bF7iZHF5I8bYK3GyuqNEAIJjs/UBodtOL4ARXrANUlIkw7WwZHVgAuJYtLWLtvs1c67znLVT6SjabbRgeoKf7W3vXfmV6KfVXSYEed+6IuwP5FyAoFD4W/8Fx4UU8XMEAwrlc4iNJkE4qXCVaTU1jCKEB6X99JRIfklwhkZAis3BJHK7wdI4yIpN4mTET+ltWXYoNfQgiCFmwRSdoUBJPwwhSooj68kSLrOJeyjJFxmzq7jPGm0bTuaniIr+SM3VxvfIZJHHxVAh9qaI4jm/xTCrR0tkr7qOSky6RXNxBukASlpl3ohErUlWX0sVVfMWUUWQXaQZCsA/NhGjBHBzQEwKFD192hif/4Wl+N0wAJDK8eYTCOugesZH6nheJCPTmhydKnmBMsBwFIf1h9ddWV9q0pzx35j/aWD6pjTRA21keLSuqbEPg0mhp80xEKYcG9upeGtx8lu14y+ArwA4WKBUYjDETBAXFB69UwIPEW+w/mR8z7eQL1RiTAjc6G/NHXL0FEsILN5U/OBgxK2YrE/PxEg8mfsB6pBGOX62s2dSdD4Eie4iYSwkLwUdJwMZ2P6yfZtjxCvIsnkn33yImq62UqznuGFTTf2PHo8XFhStPkNZNgIHN7bO8/uwsa0/yrI8GfOEuwPtYwGfuy1gYdw4U0vvXe3XB8IewbLLVA5aa29JWr9vbXgoSKWBxQo+f4A7VF9uA9Ulft6nW1ydr691Otw66vWs2GtsqIiysiYEy+HuODrzOpsB0/Anz2AyJHYBvvQLOc/5qWH8G8NJB8g2DxmKA/Gpnfm7JC1f8/ElNpcXbUNXE9JJGKiryT3laZ1mPv05EWL5YRboM/Z6lykoXV4oXpfDJcG4kOKUoXly0LIArYIIW2ycjVSXniLPTOVE6UkUY7Uo3UTayCEuBXAIeXBmRmwaORCruztEkncZwRIqGVi9aVjwNy/aXYn19s1O5TysSpZNXbeisK7yIlC5k8uIO4gn4Oad04UJONIkqAqeLh+cap15Ekpv7EErw4d5wno3fEgI+EKH5rvN0uDFY2r25OZRy211iVvSjjUF32VruCWuDGQY+cPfg4fAF+2kubgohBYgiiC9W51b3loUxGD+gH9B7BnttCOxPx0awwJgZLVxil6DR5tmOwEw0cKdnO1PrHhERBRRcYBsVTZYlwYIPxn+/AwM9QozNmAcxJRAkwvaK58McGAVZgzfv4Rddid3YAMLBosimSFAb+4Csj2MsGAtXzyeTPmMkHu8U0xH/kwYJ8sEAWQJ7XhtL9e0J1XrSbAv426dVnqGzqBtnSAaqCjZLx+w1zppZo5Ht6yHni+x+nF0tZs2r4+3J6XGz38ub4589/CHtdqyIlN1sfC5dWA2ABt62d9ZvhWoZMwBfn26/CxVYuriIYB9LhnUMwIiX1cUO39A1WR+jsZ+PRXObqM9Mf4lNMW8B+rybixvWxr+MscDwnJEMPYtJ3eayiTP9eeXV2Duh6x/Cbc3jQ2i9UMDYYk85Trenv83y1yXnn2D1Z5t+o0WqlJax4pN+yz65yKv+vOWKcPqLny1eKVqk4pUoXeEVQSFPgT0uGrUWuVQSsRRxLATp+ikf9+kl9f30TvRNdzyVFYLCS9HieQZoqv4ijpTMuKQ/RTIEOAfpFko/ChUV21lOtalAuMIrotHGiKZYpdURsZupmzIpllKRoPnyUoWFDFdJV28pBMq60/TCw8W5RQHOnDpmA74QAjIWPL/xEgTsNbPTB1KGezut3d2W2B4Lf1vsf3R5EjqwdwnxauAuU6FtO3p48n7YwUj0aPCEYeC/Dlfn3u91BvkXg5ERjkkwjxkMNvvbsHqK/rv80rMB2S9EmqsU4S4DtSZ4WfP5xDOiQRo6/MC5DCOAUojlow4fn7Ed8AOpmA9MtoRCJoNGQU9KVps2u4OlPwUQgoAvpR6LvNLd6NFmTMWI+/QFhXrpMX4s7pNGOkX1WBDnvj/WxZ0HuRoLUbKejfmdbmW/2Tw1+MfUl8VFcdBNKb6s3APmsu2ts6x53M2am91MGEg5FTfV1h0167m03yy/v1LPF8a17dOJLcBcs7/RxSTrrVywym3s1R8ifVvMABRNNKMT8omOiiBKVpv0pDKrcRPviu5NgSGuUpufS7nuMbIhWD8dHaBV606zRi74r60ICwXjgkKDnp+DoE2JVzyGtTXo4K37BYG8W5M+ccGYDMhIObE1+gD5kcU/ajq1Sfmnao8fXvqhk60o3esp9A80OsJ9vl/Q6gnpJ+8YQteeHBJ5BUMgy7WSYxdSp6NsnFie4dZQgnPC+TS3KrVCZX1itKgo6JIpH6xwccmipGsJSRSgsOtNJ4REvgq5YgeFI881xKXiRK6S6lMkFaE8uT4ncjjDMXtxKbeRQPlEfaJO5StRteq4akhTTdUMrlteSmcjLdoe4kqDq3dSOKpws1MmcUfSycUVKEJSYZznC0TJyHKr3Q6Xo1ourOunU1VYsZTFLTmMqMJVJsMcPmVJyCNpwSxWgHMR7CzvdUaCtxd7j0X2iAznDxqt5e5g4+RSvHDDoyCNP+1iI9oGFBqNg9ZAuvOLIWtBpBRLDRyM/i/2ITYHPDIEKoJSrOPJR0ZDxALFz8JOqg6B8LMeduWFgE1BUh/7CIY0lv4SYaoJ+8exeAUuuHj8XeMYULkyCKFC51fEFJ59mTfOYGNSezGVpYPNOeiYC+7GoDAzYQSBabUXgx2gn9THc4/2CgCEKxe12DWkVnvVX+/12MKkKeAT3p7qalJ9z7geU//E/lT/GU0SSC/8ljeyZq7bWhzoS7iowmKzgsX8rDfZ9uoPz32pC/v227d1LP+tZ1JVmQBzLTxcuxAWsuNl/ZTpfdhGFbI1Mf/MYDDmUb0GhJ4+cTgF57ftuhjhORlYAMwnIom6095gSZcS1NXojGQceK29Vs+yCUO7iNtwYhjeWPxvxWYidCnmw3jkV1dyEHMCifB8ap9ngBGWydLJKyIVabgIZ0Ryd7xqfhkr8lJiVhThndJJWKbLaHJFGLmleCY6dfqWkXAWFNEyLFMpqJSqyMJVvZDNZkzjkRPRGSleIUtpZ1b9wpVRx4G+GWmRMfXDzYZlIiUjmHXTsCIMNAunbxn/hy55s5KZxN9xfGJFiBDQ/YB7GyJ1zEQBbXK93oOO8Oxm9XB+WaiBDixIG2Ec4en71eHePIvfpB2zTcjQy4fNAFsCRDHAm3v3hlKKG4NB5xFGojc6H6X8HsHB5I6YH6jwsSIdL4s7mp//KBbIGIYwAtYnCDuNfYMxlCWsyk6zK2m5Ar7QdR/snzIejGIM32Iv3rT6IkaEPRGl0fjStEwhZqSZI8ih87YFtE1MsdLbFS+ze/jwmDjnLUJuxX7knBtver+u0wL+hMD0T6qdIqTszqnr6Lu5KDJ6lR83trJjQE5Ma2uw2DweNH7LuyKAasHiMQMhze3FfFLfOqt7AiC8r4YpLKm2Ey9tq92iEEsZxggq5k8vavWrulB4km2/U7PYHlhg7VmBAsLmuqDqutZebwPb1+3UCXgBpGXdTLfU/2Wt3RgtCknX6mOmv7AtOqtBmhjC0g0CgP2+qJ8SrARm7ouejUifEjyGSIxvX62J+BVaMI+nWAlS/ZGlcOrFf17L41MUqbrkxb95/x+fKRZBmSzLKygS03hRvAhTgSSYpkKUov4WwiRxYib5qZNXRsIhSPdRSKa51XKO+1ZLWbgIPhMvwviSsO9YSCOceg6r8Rl/muHoZ4IiMeOHm8ZmSkcw9abubli6MlaN/yNXhqVktgnT6KfO5qHfslWw0I9DmNbqLjI8CqwwHUbQJDzbfSKVcZmpgBueCGOtd/fJSzEqAeCTGywErp7stQa50iyggwHe+3A4L1VwMGq5H1FARxdgLAeW0suOcR6m9Z5xB6PWhlngQBAoBJQejOILwfrtvt7NPhajbSVGcLfP9nDbUjzBQhYD74sbmgo2jr88XhTcMQArzF4aHMj3xBgimAtkujSjyHQoXnkdXbYgOodle8Y/9Ian1R46/P632VUuCUC/5rY0XxVnzBcYfSAF/MEWfI+t36g8GChf8b2tXr501sxGgyzvdpklo+/ZFZrx2fGzZrbYbDePs3779GpS6+cLgr39+7XatjTgtQWsu/SuvA06m4F4/a9g0X2AhsRa2g/Ja0AERj0sXwnE1vsesKmtM1taqM2mHr1uY0J3YLu9M9hs6j6Fer3FKwCQlW6Y/wPNRPRe/W/s+ya+dyHM81xJ/2PwwIf/EcgT+QMi/UxuPU+yWAtc/X0phTQSs3KCSrTi5JWRinN6BiFSrPCKwOkyHp8ZD5cSZRjfFKuUI1qRJJkgLdKFKzxHALyQWHgnJo/AhVKOpdPYTDiDnklWPIYkM2tKOaUrmlh4EZmWC6UwMsIPSXE9J6auGp09LVwR4uLaU/FUmqJ2d8MiWqar8c+5sr7ixPQDxE1jZSVlbqUYNhRX3394G1sFH+59ayP5ra6Iy3azuZBfbdeltS3PCyA/CgAP/kOoNy8AbA3YG06sjm47wWErDMJI4+0uCu68hcjhzfDeHNvLLQ5arb0TMcRHGAbEQKBXBUMDRQKZqrLx5Gh+Y4P1uhBDXT9hYN4MkrUjJBbg1JkgHcow/X2MfcTxAG3YlPAq2zoNKqgDCigUHOl4+fvWv3LJlywHHmEri9mBFKC5I2OkdOhMdNNQByXqg7mT55Pnv8jrAw7X41q/mW1lC7A/hdHXeHqlaz8Qycv3uTBXxyzD/tXi2ULW6ObCv0Z2ejDKhX85AjHEq+PFq4X8GPP3eZ05KGNpwLXa/bwpsnfK/pcLQp+st3Y+zrL+ua2+0OEnfVdqcqwCZjbg7aQnzgcRxCjCxcq6JwKy9EO4h3wd04AApXDvy1FWcydgrzHI2Au9vzLxaLuiPzP7pd/G4Gm9PX6XegMEpbaL4BGPMIV6bcrHkhglY/ScQWDKplHg6u88Qn5xvBPVX54K+r2Nty7yIkwZlCh/5LzwhTaGKEogifKUDXmUKYsVpzmmMNUXoKFEIUwCh3GOGzutIDW/OL1af5ynpOsgjABHKSKUdMzXSpnx8YXKqxQPy2E4l/AdR32FMO6GI2oqqipdWQ1JyzgvZZKfIqlx8oq0rjdNyNdJLu0wlZjGySvz5ePF/UQJC5I0ysQVkfmMoiEOqtcpylbPKwrjiCvHfkSneXdPqOTIuSA5QkBF3gvADp8K/rBlj/UXmE2TEYcee4UMWdQ2kir7YnX4aLl70DHpk8rbOfhJFLErhgfinTxlHsyo5Z0zXxzerM6dzC81FrvLI8xr3fyqqmNNyIYtI4j9edtgZqo8Vp70YFYGzz9hfiHYhSJcr9835DHcINxhBzZY4I5olwiWiJfIH7kmhsQ4MBfNaKwhrtFgRgwWYoBAaeJHHwOAgUJGg4WJaopgsNHYErXzpsICP4ZJfZD0nGmbORXQNpt1XW/Hl7sSy1u4Av7Yqfj46koQeKVrM2H7meAO/tfIrkat7067g3xfzcnPAMjFrCcF2OYP6vmDMP3M0G+tvSPe5+3fXoNx9P6x+RGL2dgF+BYAvL0+FySyY10bi6g1AaAC0bv7toV6vhaL4JTtVcC3F+NX62vt01GDsY9Je7LYPZVuzKTAXg7xYz+QNub/hHTEWQ8I37uA5enfgVKMgYODiQIyMMTCOGvEiHQ97yfmF1W/LHe5O5TAvzTlOiZJZOoHX+Q6RKhgWkNxGmcSTT9b+yHx79uy9ErGiVHR7Gkq6kKfZKezAitcocM4JSpwnVxF4UyXvuJREWenm7AsLsI1aZ9zuGVq832mi1AtdUVKJamLhOssqyAZ13aFSejd5+STmYoW50T9iCnhT8pAHGVd3BnpvHSjSH29qMjFqSQ1LGp1RcQL+fT5k0QSF6a64uJFXS5nGSkKpTIuNb1OPMjpOUUcv2i3Q8V8ZjUznRQnuCVKVa/gSLj3c5dMiD4UAdx9tPtofqOj11T0prewjxaXd4+Gq4cYv7Li2xksQfqsA2+0DhqjzkHYQ1ChzqghQBzE6uChwHV+1D0WRzwasnRkT1qw8O8Iyuddg4MEGo1ijYiwqNViN6WXjYZY1NLmIoOT/fp62ioOFGR1sCffoXzGwbCxD0AQcwkphRbq2TCNxuZP0oNjdjQoyG6duqCuyBBMa+lg8AWDwgyBC3OZAcMaCCygCnLAFE96UYErwR+9k9FLIB16n+WD/MPIG8c7UmvVmrNFfRt5MxuM8mY+Wro6HbUaV42lRi5Yl34u8roolNa9QQAnPYEgvX/nbVjgOmQurYFTTDSwdn7B7m8ov4IzBkoEbpKviJS1M1s/nWw33zFGXe+J+qESexTk+ra9zoxAccI1gV1zMOiNb9u6uayxuC0wQ/G9ytaxoCDGp6dML1+t9pwsNv8VraMX0JP/xP3kCxSZ+OyEYM/FbRoGpdh9gOknZZfCGVE1Vsbt7qZnXAQVyUwor1p16fQNP1w17kQ1NdOBdjev9HDTWCQciU8RFLkpUU0lD+eMaaqMIZxJVKIVYSGO1OfctFikQ/CZaHJlDG+2QBkr5NNPckVQhmVsppjd3bAoW6bTKYX877oUpjNLcen0vROZdYLCwMr3dAMOMY+KhdQOU6L1jtMH1xCl6XYOX+wyRIsyPM9clc3Rv63SM8gwsAjbY9Z+DG+GR6Dk8mDZEwFvTuZePKJXcNSaP3zxI9MNBYGdxyDgR8aBDX1CRLPBNBuQ/sUWElOlhkdkQCO2GEpHM/stxbZQhb3CTcgUi0L2T8X/nOdg/8HpVk7noOcFbjIK3BAbZEaMuZ8A14PCQB/YKvjzMrk0HiwMeSMA0ate7225w89auapWYdHBKz+iMya0CPV0LNLrd8wu6DvNrDvKe2ejVp4NWo3TxkjKL1BMucX8t+zYBPC3dn1LOm39qjmurT9Yr9WaV3Wm9/WFdDuTi9sJYyDCQkz7sexDvhjgxW3YgWENCFys32uuCeY8K4beOlRflrSMQULwu9afrNQbo1z4NWmvNRcXn72WGl1fEfBi/OVC97yisgI4BjvGK5g30BMQwgJ+zIBhWEiEcEWsEAbI3EjzwwBHnlX8S04/rPJTulJexIpfb3IziYqbepUyRRgiC0rRNCrP/lRY5MymHCtTJGdLlrHkFcmIOlZGCuk0rJSfxuwqOTPRaayUhJuJFXFSZeJTl7xPJVNBJKdlirCSqiR8YhEmcUhSGMFUgqtEZ1KzYUqUbraOz7kIPzkxnLPvCqtOXuKBc1iGObRhGGbDMBjM+76QbZ1Jh8wby3u7Gy8HjdZQqCeIerkUe8NhRGbQWWZitAAU69FdpQfeKU6MkHkw3UWs/j09uVkd/hUjgtKAvUsINDAgUCxQ+mihoCoGBEon7R5v0ZnWOM56vJv9iSBwi3UhOrx13OnWqRBOLPUBVO8sZgFKFWVoBAkrRnQwR1CFdChf92IbMTo8QvylJ6zoFFayMfPa7O+d6E/wHrr52/003iF0ZAiE3dYVSNLzSLVapP8TuZ6VlVu1oCv822kJ/xrLnYb+A3SPF7GHBZ4rf//4TMDZyOoTEcCVZr79aq0J9vWk6GL9zys7Luj9o3dvHdaX9cXvyEIFxt4p48KM9243pZ2yMaYQT8Dn3YIlRvVFBxar8wzGmPfcaghc+7+MJ3njtK7bU6mmuz3ZHU4c17D/Zq39avyOfUCge/BAcUC8N7e3r1bQdekDLHoBBXw8J5JpFBgcTL8vhwkXySnkySOIc0LdKVwhCxdB6DPF73VaAq+KvLiZFBcthfpaWGQmdzdjmg4XoS5N4NxqA4qmhb5WinFFfCqttlXeVDIVyxUewcwZ6brpluN6pB2ZdeV58qImu/RHwPPpiseNIawWIH4nFomiaPEpXYRxQlFn8Ujwpg+tkIabVlIRlu6uoFpLxAhTuerDSi2oSu64afT9pTmgONrhnjmgh0L8zuttHnQXF0dHjzsH3YN/W6Wjb7AsEMQA1qONUaPR6QyW/6vw7/Bm+KsYoACQtcInGMRiddzxoHOwscsAMuuFn87D/Y4eMy36owAwhoFFCrGVHwi4zLo4pcQuGePFzIpo4HNPBwT3mPiiw4MQWw8wFSi3b553dhzbhuw/EOa5m9A9gcwEZIbKsQJGRwSD4mmql4UkHCKKqvHZNnYVhKrZ9m+MuvT1fgsXjHX7dEfWWfvBABF2W/PsWbO3pXoVFaWzvq3GSrHNlwbyWp3vskZnuXE80ENZZGoPi+PAv7PGVhMCSA+c9FExuvbWTvv2tXv/9nsr57Z41T7N1uB0dQFac1toZ2Mv17VMMPnmloRV4OYKOMgqYMFVv1m/vWDGStN9f1jEaqPCMyWwXctGg6Zi/bV2tnilusa/9Mc/b2eihAJ5qbzMBhKg1dpra68EbivJDIwAb8yQsHgk1mBi5gv/GMbnHiNBxFH8MvGKH1aK6RM/TXt6xRTKm3m3U1h9b53yLz5OmZaaxu68S5wwFfjVCElkuydIfiRL51ep+KbS05rvXMK5pbsDxuEqzdXJLlK913BIK0m8VFeI7uSXbbwbyCugoIIOpXM1MzUlL5JFCr+4UXtlg+/c/kxYJp2QF2A0ddNoKXJ9ZSoaWF6sIk9uJjXzFIusIhVhEsUnksVTKe+ESPl4U8nL96vSYXdF0oZMW57faHXP6AjU29/objKWK6AbPHl6eTJPR91g9G/Yxd/AQPTGaGTzMMOT3RZ4N8JgIPuCzL0XA2x0pWnaSrQA8O3J7vzGY3rgzPs4EguUGqxyoocMlYwOWLkxWLKBPaGKrn8FArVtJRq1E3ZnHBQRzLIHpw8wFS16aC54fPZlsEGmS4sYQvc8IHxwIOSOqdAx1Oyh4EXmSXOcNTahq8ssExHxBPLWMcZKf6jwcAIUbvWaE6nj7gzsqXJdlQsx6JFlZ9282ZSymzX1b6Eh/OtsnnVbIyEue5OAfw216TjfFnJmddaftevZguf+vYo+v7oY3y2Durftq947lOGJKFdzgZVw3hDYo8BeFzyuhSZ8zlo47AJ6FfD5+EJihoE9CsI8Z6KwvXpjkIm6wfsY/U2mD3oUuRAFBAHdrddurwn5WQUXwyCieu+8IVR0+6nac13b86DdayhAJMUGh/z+K13u8vmlxQ9QP14J/JuLfvmQuhzAFP3T/nVKZIFT/tk7RjlO5KVJ5RWP8qo5uEtkpLM5hetHdtRD9mwbEVLAhYqMdC2u6TQ3QE6KO8sV4pNB0ThVwqglTqaIRAimzfOJLlBcMAoTKQqELPKdV5zu0BWkkkleFpieF5dRokhGKL+oxQ6ZM1Xcn7Kq6inyUyyFlZyoIp2ezqYeQgqEk6e8yplKufhMTX8nFWemJFUR40bIdDzlTU+xNDWGxqViTkaFeFHLPWy4MB/6cHdv7xFbfohMYb/ziqFU4xhjHy/E6kbCws4LscF5VohstFpHrAzBQhb7BrcGT+gTPDy5nBtuDI4NgBjIEg28d7m6K+R78tF6cGdjAzU4sUAgkOgGgxNMTWGQ9qDbELLRewYNnKAJ96WHCgMNPASVg0HhB9nWjnv9sJfA5DybC2TGC3O0DbLFwaX/ddnzYjxPsNtdkvZtmwm6d2/ewZTDU2GeLgz/fHZfWrAvXr/PKhBi+b7IJvC3uLmZ329utgaZoS/Ha3SXX8oT5m4OmJ+IHQS2Bc531ie9/DfGYes19+uBdbeM9I7P1xU7t8U/1F5vBTw+v36eZStCITFAAVq7J8g0AxQovlmri/KJCa7ZCPQbgVx9jS2NQcKxQOq6Vuv3a/28iy1UabqTB/nCRGxOCNgUedQlGO1Ik19UK0xwvPIOPRprz9dQv9s3ykIjhu+JBgr+AEToIMft2L80/5CqrviJK7SE3yKBvv4tk0vowgr980zS+NVGOuRxKuJUQHFHwhW/85QqqnVZ+4acIlm6UlaVxrX1jfckpeVNRUpObyzVgas0orix5KLleLylxMv7vRMvKilkDpMswrIV5X2WkkqU5lkQyaguvLIxOH19J65K3/K5WhpRihcnJy8ijuHHVeWllsoVYXK0gEYUaTDK8pSeRst0GfXDviObccXDKgWO+1ZKidy0Fj+6oq1zqwzlHkoR9ljI/PzySCQwY6Hrmd7gzcao08IS4PBo9CepviP6/R51Rt2BqCFbhoCAndFmo9VZWqZD8Gb4/t7NE3EpIcq8h4GfnsxhJnq+wy7pDAQXo8Ec85hJYBSE4RDGZ20d4WXLJmqa4oHH0RtokwU2FAP40N0Xg8DbHik+Pd2iE5DY1o7pILb5hDxY5QsYFNSNRi+XmX149PGJqCjDzp3Wv4qBLikLgtj4UpwPffsqF/pJF15reyUKM7LrUoKzOra6PA/wKvdgtK7eGDWy+9lSZ5BnXT2Ss0aHm1eM2YbwP/BPbDWmv2TtiQgg1p9fM9cF0wfb0oBF5S7WfpPGO8YezO27Z9vtcwwBisVNRPquL8bNnYlArq0McHBb1E+oWG/2Gf59t65zBHwMaNzWUIbpPV2X5kwnYC1rNCbCrPo7we4+JejvZPtfkTkBoECQBSB0GL6rrUQPn0AVChi7gNyee4EIu8DpDO+PbApI+pxRYP2M0i+rcPo6MuMV0eRmEnYz+ZWoUxFLwT8oecclT8G0AUUezslZ0TR1NyxSxSe5aczOOWUqudKrCCvR5O4KqqnPiCpOXiWdJHcqiFJ8k6QsFPKpxGERS+ck6bSkwxSfesnNJIqCxQcXQZkuo3zDVaKl+0RQcbPR0v+ssyfg5J+nh4JjPuDuo935R/Md8a9gOceDAyxdjVpHUm4fvRx0WpsDFrztbrQag87GYLQrDXp4MqRPsCWGODx58SOrgW/mB4uL4osbJy/oYryZm2P24BPvDicV+KONBHpaYEsBLFDABw/EiKAh0AZNr3pNEy6xwGydzjkdfUDIIMjklASCNjgPLsYhrmb7gTpiecgiKCQcVK2jJRtNfWnSqVa0lhkXHnzhMZEY41U197ERAGiIKTESE+tAJpN1aKBNser6Z3nzftYV/jXzf50f5PnoqDM43jz6OGhsSp3nuXnIJV9sXNH5l9Wb4A87oNeaW1Jlrfxa78W7npwutK9XIIT0+9Vur3/2UMckb6J1Cn3pmmMT4NtzDAKik9abzJFm0EMFhXuvDXrn17VJfa3dFCqyBIS1v6qe7sBm/qDJpMD+iu5MICYSKV8A+Gq8FmjITYv2YRnaDJLBD+w/K8cjwEowNRBb0II/0DHh3ye/L8ccLykHgiKSvKqb0gcS6cTkZs60oPKP/3MuMuWVsvjgpjK5vyuSm8YKF6G/QSlo4x2+53wi5M2yk0rdcpVo4T4fdaoQRiTis24mGrEUJFny5dGsgvUl0Z3mzGYlLyIVeTVSiP1YUmLmEXDYLwTxF65mTWuZjaaiqd13671TtKjHd2j1IE4OF9eM04nOCZ2wjXXIopDdR/PigBsjzxARsFwxpVjcqfNIzG6jJUzznpmH8y1RvvmD1qNggEdSiQ8YBXmxuvrX4Yu5k/lR48sBDPHHm9XDpyerc3M6RfDGCuCEPFAx6aKopoyBmAW6M1DksOWuuxHTEpsovvuMufbWGa8UpdEBE4OGPQCuoGQ9IZXXMqepg+VxpVIc8LDGYmwX8tOmewMHrZG5X2OweXa1DfgJ/vL9bMFzYt6tYfcPHhgWCu8zGMIgTBxbZ8dZ87fFQWvTmu8gXxz92xM9K7ZbbuhWvMqEg6k4epKN/XUTQOxf1cawwFpvi5W/Nv+c1WtGOm+Eee4FH1JJF9gG5LXEQjn2DL4wVSSQisxauMk2Q8M2g3BxwZhH2Ia+wCAMIDlG861NpH2L90kbbme2hr8m8jeRuhwUcE2kD+eZMEZA9/wJFnVZDlVMn2AA3rlQcHyO6nzuDePEAPkh6ZdU/O6taaSfZMpKnnIt5VvEOaNwU+kdFx+5u/nTHzb1+MrJyRM0+xUIRwGKU0Vxmk5IJ0a+XUULdOjSKTeF0w8Oj1qjAa672jI5fYq0vqmuykXL83BEFBZ54QphBHGj+hZlyC7uPskIuERV7HhZkY7p4ynjcbo+irjeInQjlekQeUpzriPECFJYXDhSEXVdpcBeegzTqu+En3cppB248u6KBrtu+cglJJpKREbUkGLvL+GAyS7C7t4eM/OWGmfCFQiRIPCng9HGr4e78/STxZJfJsKMNlqeCi32aHMIncES5qOHuyeXqwLIMyFiizFjKOHcqtTkgSDwMSPBAsFYFaIwJgN6ZrSYGBDIUIkKSyMFQaBlXgwsRPbSOExl6cOoSLKKDxeDDqIPL2S9Z1jTB/kEjkAkO8vtKxT87Cj4rsFI8LFY4WJMjTlWzdv1SX0BUpn17gv8GPZce62LCQmlBmMAYV30D+1YF2lOmltsgFnPBNLfsZNKZ7DYHbGWZtTBfgSPSSq36sY61n87FmeUAgz3q7fXBYIX9dOsZg34Yhwrf7M+u18KzdgM7va6z+ZvIofSemvsFlxjhfCEaS1CNem6ClgjUvO+cBfj81j7xsqPvufDYAahtp73atcrYrL9rJH34X3s4dQE5ARfa7o3ARorQGq633dCveuVKa/D+jP4SBHl3K606YhMSadVyMPDJcz4x5V+YQ79c4tfmn+TKSo/foj2Ki5CPP9sS8cV4jzcJ6/FbLI8NXkKKgWqYaqwKkpliZIbInuFs1CFQloKnYgA90n7HStezYrDK27MrlICj7yoTJ6DMoXn4O7zwFXqLGWlYHpvMzUQLc+LNkc8heGFwK44220ilVpb5CdXZkU7nSQyeytTN5Oo/EGjkuRSaGlRX8UlqS+ps+6ywOIbbu7SewUzG8bzAec9cXm0uWhMEb/ZxJgUlqs2OsI8QI+9M0X5RPEOsYcwjFFfDwOzvPjt+72Xg+PBy4PRr4wCD1+8nZu7OWIusrAVA6WPk4n8ztEGISuDHxNZBgKFgWKKy1hujhFbrNfFMLDoV09YJHW47v2DxdAWhIJXWzlrMRj+Fcyp0G/RM8hUQMQMCIsAHh+fiQjSKxgdgz4YZLnvdXc6feH+5DUAwaZJr1kKLPibCP4EgQJD6b/8UxAP1H+FvNfEAkQjP9ZtDDa7Hf9PEHYvjZjKI/23C3vexw5W7ze1SzeQ9/piePel/F5Z+e2x7kNeO9sWqmyfMgPaO731BX3YvwfO6lfb8t8JI0XF1prb/TdCOszG0MOn0kx8Yf7LhQ5WA9+eCwtrdaFdjg389vOVcVPwW7sw79vu9V+J3Yl6mkkL4oSDNoQddBDGx3ELBcR3N6AnhYN4StArWKNXUCEU0AzQvzd+YfGLS13cjsUvUXxBohAXv80Y+sB3ufRzjR+qonauXKGz7p4bpzsj5UVm/N4js1qgUkmULQolKT5Ci2izo8V1lFJIGc5zSuUKh0BZRWX2w5VSxFHJzP0gjqv4RBJFqVQg5VposcsqlKCsgPriefm8svoZcdyPwqLtKU8ZlfMcoUT18mRM7y/CsnAkiiyCdPW4kBMul27F9c5kpfKpQDQmCinKGY5LEo6LKII0zokGFeciVsqOLATTs8vqklylVt+/MALueSiYLdKZj3dmfQ8OqMPTlDsbB13pwIyIiPJ1BqOnZoB7evkbOgMj0Ux7Wd3FYtbyUmv3R9HFG6nA9072Bnnemk8U0NvFGQIdtJgOKOXXRgLpk+t0PnaWRwMwhNW6nrbLutVYDBdbvEHM0E2DCdoqvlCQ0Q9svkiDB78tPWZWoM3ESO89GPEZtUbLv+cCzHoR/IGeCyJ/eqnFanStX0C/FeGHsg1/deNfj1FczBtsXzVGusncyNcdbcwfieFuKM6AsqjgwU/mf6d0YKr6/WZ7/TSbrNj+H9wvzF7V6lvWgKXxYhL/9jxMvyT7B6fQvPuAF32AzHl+x7KQ8+s1w+Hteb+pE1kZsu6Z0LeMgigUV5tg9WqRaTWTti4q/qmbggI262vsD8zjjOl8umdRwf/3w+PbJwAA//RJREFUK1vAZ2TYFBBLYO3xudd60BcoIYSRQWCybmv0EUq4kvYEKX9K/iRXhCoibUOxSMqlsEzPpCqiT13hReQfuU8En7q7ablqYurNhEW8Ki2DqSRlToXxiVQSTd006kJ3nL5FPHnT+H/qPon6WxWkaCWB+0RYSURQJlNekk2lTltW9crwEzGujFXjcvFDm3oRKRMpTKmUASwqJQglLBwegvg3gmWE9zEU/PQQLXhXHFA87TGGn3NWYOSLmz9tNgYHANNG6wvGgYd7rW53+ePSnx7diDwyD6a7qdce8wiHw6EtAoofjUbzN4yCvFiVlr07WszZKm6eQQ+PezASjPYrQfQF2mLMshBQ+ITcLci9lDZnvyTeWhtF4BAVvL8uBDQGChOtDz/YSioxlvkgf9aOLZPeKxgfLDECwtCLYHfQ2GElCDCZNf/nL36lg91gEqbdxmI+PFPw16eYJwFuYfZ+KzvrdlpL3YGQT5CNmf94OqMDwR9jzoMvdcH8wdbZoiBWcFxvL+S9MTqoAI9uvfZWc+26lp22YybMbX2HvY2aW54BLYC8qDV3BEfn//NMIHdbe5b1WeTmHJ/BNL928/5YGnGyAHjuJSCSX1zX+uuvVuoN1Gv+dWTinoK6+sq4zujOxYoA0FMArQNDeT0T5hweKJrHvwCBntVcOKAu6N1B2CBUh5oBW/yZ8wSAM78tXBmrhFOh05VEuM+Iwt0R6Fv6s85eQuOp4B84YPmurCAdphiOpWQZOhqRqTdNFElc6U0lZZEyEq9i+fHD5Dvr5FXipIq4XPWmk4sX/1MXQfJIRzy5dHlcNCqEFVfGZpJQLMsQRVC6FBZeRCKON42XrowS/+yPK8UdK+7UXummUfPfOxJXWj4ifW0dRlQOJRgaKPyznWjWMnhkdev4y0bjpwNhYGe5y3rgv6IDjzZGSxvD9y9udvewis8w8K4Z4MnlDfuECBLYJ8T2EeZe7C0v5kud1sauJ74cdUwDAwI7G5gG9G5uzIT5v1pSIbEQo/igcQoHtY2Y7fpkTUSEyTAwwW2zPz49ogkXi8NdgAJCDPUd55hLPV70xEAd4JN7F/vt9R6Lh5nxZw2PN/6N3m1rv8KIPkQTe1zr23DKZk9NYZ5ko/v7ZeEfVv87Amvxv84Im176H/CyNfhiMOgeoyar6cd5c73nzr9MoPXLVtanI08q6PqpmB3WXS4ghPA9pRkDqdkUvmCQ8RBmQAst38D5xO3YEZgOuua21OU3tbX6fTrkBKnrhNfCODFDISPGD2r143wiFZeRllxXFO9bqT1v1ttWb9n34117hY6/n3XbDC/pAfA/wBTQNvYFjdeeB/MG6gdQ8ohua+Pz2u3YBhN0Ir+m8hWcenJGmJmc5OTdfWlnElUnr1oWyWdeeLlPBLPX/Jz7XLQMC0n1E44GFfGi4DQRMb9e8amAEUjhiIuVcScsqEqqTt8UD02yPCuF/zfc1CsAIQQhsruTmA2r7m4Y0coffJpVZvIt/qtE+j/Drrvujuc6IlYRhuM5KTD22ela5d9BX7jfVEDJ93NsFCf0Yzbg7p504L1/Y78OMbDoCTw9lkYn/W40sKI7nB80lo46g5e7INwhw8BifINHsRjuAxYBsZC1jIGYw78yCrLL8lgRPeD1CGMIpnz4OrASvTzy3BT3DqqqJUMga4ONZ3TbCY3r/Vd688TQJs0mllFDJ/4NCmh7MeChewCFh+4dzHa2PFasw3YLAMGzL7d66x5I6WW2OihCpPdab7fecWqn70+I4J5HEcD1ZtqJc2tR+LeJXs6YNchHtyXIpxuj2Rx6EswjWlRzUa174o5XzXa/l62/Gq8zopGm/jEyu87AR9/7XnqiX7u5LegT2slnqFdQBgCK47FiGDiMQDpy7Y3047rOZFdjqb4ifhe2A3OOSevaxJ2AME3GgTNd57b2WmRwUpdmewHVowOP+26zPpj7xt6gUO7idow5fJE9RJjEEee7GHugGDiE/tkmVyBgsRaYn1UKy5+VXATGLBcht8y0yAIF/B6dLiIzZfGi7kJCndWiLi5Xyfyk0PQicpUcp+1mQj7FTXEr0zPxfXaEThcJovogRqJoUcrVRnGqirKRP/1EMUTF5VxxES/FlSocjfwkiEhZweyfRl6cq0iS+wqki3qmFRRhugnF71YemT6zLBwypYlHnpwyI0JcHqm/V/e0ZLiUo1gKixZUTyiykNupRslS0lUa/JSgaBnOXd4TBfR4RqwLnn/0Kyi4PNJrnO+zZBbao3d7JK3v1+HJzSPpwJ3OAWPCOmu+020cdP7kARL2CTkRPgoAD9hHbjgcngCAv6fDbLRx+FQI6NnPwJ7tIxC332otCwMRbkjBFNwqJSw8ztknPZfuuZifPnved+cV7AzlF1w6NU/NfusZAxcWFnrPtpXwvJjiYO1waMQ7opLtcfs5Wm2T1R5e63ouXgOtabMx3NqrNuPMtkSoUjunjK7kuWe2dEG+1uhPgjzht1Da+CePGYXSq+lsZPILs/+uBNmTZr7ARGrB2fNMBNCTXpj6pws+2359y1TAFbhfX9Cz0GtfsNPvGnNhMub6NfP7IBO67zV9gP036Mi9OnZf2hPvDCwGqMquTQnRhYWEjG2g+Y7P6e8TAE48AVpPjafnFSAiuCtCwDT0oQcC+QPz9Bz030BEcO0VO6LwaC5EBcmjD5ADEK6xaLo21k8vfoj48aOy2pF+qmUPtn+azlUQCZd2GL3i8VN0xKE8RaNsKp1qK/xptfE2S0JVRebdQkU8ilRzqCA1LNpOfhSLM+T7Ei4TpdPZFsYZFkbtvGMpK872SSlSVuvK0km+RS4rqeuy1EUoaTmlEbtknKlc1xmnR1Y0JMQkp3cR1cT9Ri4hEkc5M8oXFXAnRZFSlkL8KEy8FLlgeQJhPC+lVMR1pWRR1Kc5nMaV52KULMtzfhnG2USLE4qsUhIXdxUKcFRItgoQVQZyzotNQpgO6BUhjIUIqTovlxqL7NqLIkq3/mAgWNvb9fK3zsclW0G9GTIKMng56i5jJPpweO/Frhjg4OWgJTB88denq6tz74fslNRqbUAzGQvBFIIJYCyLY8ckkgKRZWbCfNwQx2IwtdV6OcJCoLAqMBDKBvuQEgcTZKkurZMqGzAo8tcL7biZLWyLD4b0dIudlZ5JWxY2nDMTWPjGNBdeaBGcGl1/Mc2Q2YaAK71/ql3It5/vX53RibjZZZSD9csovo/Z3/ij8E9N1pOScDTYlP7bgLGyuUq+3+zXs/z+WjvbovPvqrfmHj6o3HORrwxrBtuic7Ei5IKpfzEPWlrsVsY05OaV+wC9Uwh9gH0m6XmsRBhVvw9JVNiEv13cvpMuDJWVRLxu/exUqPa8v6LT2C9EXG+t/bMxbu3ncW3sLUC8QbDgjB6/i1sho9CTA4hb02NBw2ZTFM8FNEdWFFbIpnNKVPoAZ8M7wtLdEURQlciVHoFFIU9hkZi6FFY/1Ui4SnQ2JS/80kVQJKuyT12cXybDpZPkVbJmxCla5hefalCECqJYKU4yx8MlWfLuuEqY4im4W/w/S3/WTT3cbHIqi1QhD+d0kSxlhVd1n4aOV0XhUkZy8X+FaPiECfWigD5gvvDwMlmGEfwdCgGFUo925/cY42wcn3kTotz2BQR1HWazjBqto1HjaMjUv18FgJsvW4PRjVKHNx9WHy13G4Pl7ugpGvLu6vu51eFGN+8KNnZXBbI6vcNHkLehAPYn0ucIw8CowoLDgEC6A1+OWHAxEWfbYlh1K2NLS7BL5E2IxRw9FN59YVVYCOz1RAGjl9Bzo7Gwtbi/IOTk5da73P5ZUDdeWWm/g//pUDU/txlpEfxJN2721mF/PQZQ9k8f5GeCPibmwP7E/2KQhk7LYIHyDpZay6MvhPvCv+xscbFZb+YPeu32thTgd81T6bYs6JVyul2XBiwtl5l+InJeEfeGNcAiYwCb/dvzSS4GeFvr5VKNxQDRjWsrPczEXNT6bAQnPBTwXbwRYvWZCHiuAuv3dYNj7CFI8+1v5XXd6mRFqjIIyYCIEG7tXVC9lbWax371HIR2nhUomid+CALeYmm1/crWYIA88UzTRkMgy0Gua+Nf+nr+n+JfEY3EVBjubnRGUrriM/WKePGddVMvvpVkCmeipSicvvhTgR2iiJfpz7oIZvLLqOPVVPIs5Bv5RRmOSkZyFqT0tOQ0Ps0os8IVYZFSUEklNxUVqX+UrrhKWHyLdJmckZXSqYugSCZZ4RXiOy55CsrITFYlmWhyhQHqo3jIpiIHUlNF3yCB/xUGGDOiYyyku+nBkNOtHfNARoTFeqQMx1ZIfx3uHY26sWvSyerJ7vDDexHE425nMNhbfXGCQay5ezfzg1xFOns3YozWgp8wGCzI23hyxAxDQNBrhKFXRph5WOABY6qiha3u4k5zPdaAQPd6wd+w2rkyZkxTbK3HrMBkBdCLRNwXWCwP6a3/AnF5c8vQZhsD8LAej3kG+wv+1/a27Ew2NPxd5Q/Y+m2wdCBkGyypXaZ/4J/byOxFtZybZygI/BMXXVzMhNZ51m83H2RMSWHcgxVvF+Peb32Pfgjvmtt1oaAUVUXZ9vLWS0LkM6uF/UKEPr+Z7NWaC4z71npbTvWb66JorIWTDnsxvmivI75QZetSc1cUZzhEOjADK0CheK9QD8rGDBg9Bbo9X4kQrsGG1+jbW2t73zfJmfYS3E/Zb7D8BySyPpjnpzxAURFmFgYD5LcUv6b0S0u/qUqY3GzUpaeSwslzrBSEkJ9z+hRe6fy7rqQUFNHSFZ9qxXYmB84pnLwU4NJNJRJhV4RlNAWJZ0yfw/TsVLJSSXJuupw+RW1Iy2hFKFe0NlyEErl8EsXHSh5huEoqmpDqKaV2U68SraSnrrgtPMBE0ag35CkzpEU6fimFi5PwUlAJZxKfcalOxypCwuklFNPFp88/2qc/iGKKJHnxHDwZhtmAtowFBD4SAjJmIQgsp0ULfZhUNxgtj0atow67Zq6u7u4+bm3+dADgvXgxHP519d5hR1zxpXLdKTgUAA6PuosNKbSPRBJPnj6SjmvOZw64gaHAIFL0qxliSJG58RKDLejCnhDoMdmYFC1VWCiFKdMVNnEDushkXqBU1mQzehFTpe7qE9OTliiY0Csch84oQh9U9dzsr7k+6ddD+X0gENT9srLNcyFp2oYX78H/FEgoLASkB40vG90D8b+r4+NsfSL8m9T62c792sp97PihxgpTYsiD0dzXmPqT9D5Y6LUd2IBmGmBf8eYiDHC8kAvjrsc9jJ4yeVDkUPxu+/742kDYp8vvnHkwICDbII3brxncnTyvjXseZNZdtuvrfeEYE6ChuGPBojRqxkH4B6IC4Jp8j3zgowIzHCwwVWpMByn0UEnnjZWpU7ApGD+3+Ex/ehEUeWVULv0I49c/zS+cf636OumfqVz8XOVZXhTCKxySyJrWdzdMTp4LFS0q3o8InHSqqKkol5y9eKeTK88pqyqcvDjbHicVdzSVWhQxjkod+hQVV6uZejh9i7xKBpcq2h+ukqpI5YVf3mZ61MVfSc7pIlG4smGEnFopM82RKxoX+VP51MOFVybt4tyiXVNpEUbs7gMt026hoI6w0IKLDOosZHZRWyjBXhPCKIgQEE0XErjxUgQvdQUGAjYGgz+J8nSWNo+G71fF6DoDjOoNjobwu9X3w8eDhvge+4rERkn3VudHef6n0Z/CQsyuan288QTjMMCeoC7NCiSumBeFiFphtYVxkC66t0jYZiPfXhfzcx+dJ8E0m/V6v/8zAEbfnZiPAPJ+kMF9m2q+2m72BT8XQghRHA5bPC3Io6Iifj9jFLr/nGW/26q0vt5buMqPzx7kUn/FeGlBd9DyqG9LrZ0/Epl12+gM9NK3VmvzLG8sNfLftvOzfH3S22fXD/FV4U9zG+ix/dJ6dn/lYkzn3y12n2vu1vPwrxrXjG4/BjwEgCwBebVwOrm9PV+5H5ug169Y/Wub+BcAYVPMD5hcr6MDQ/zqKzYLyDZIuta2ELbP/D/JIYNwZQxfmwnC+tak8goRRen0NBj6AA2v2fkXBKRLELlysAKjBwxXFAJaZD17zktBQsnwb5Zo6hzn9xhJZ/HhdxZphSm/PGFaTlElinrjHH7IEfITjkLhp9ri5Y3OfPflR5GULnyXKhsXVywLO+kUF0fgclEURx6lihOiqKMRRtQhF0ln+WaiVhfg5KiCs5ykZb5eJPBJOOJGRBESISwvrvD/T9n/vMaVbPu+qFmNVFoSCWl3E1alk7RBjYRcNlIaC7u4XDc2vq7/pDrnNhbVPh3/EWosVe88OK+qscGN21qNOp2zuBch8hpcsMFoo1uv4Fmd7drORSHe9/MdI2LGTMlr75c5MmKMESNixpya86sRP2ejiCKlikzWi0dvE6eFWSmxnKZLQ7RUMrvQwjnEPC+KjyYuD0zY1I5EK7MADuQk5+jq57jjHMZBXJOiKtesZ9QqqIvPLg4bFSOBFK6IDbKGWRUuQ6ZIw6pgrwlhX5hndxkJJv5BIEQ7mGGE0eo9K2nxik7VBH7IRJjXL+T+HDy872UizHz+/Qfmwfzl+OHz3x88f/7spzt3fnpx+uf9e6f37gpiH7x+/vvvAs3HsTCEdvDDb35gixh/vvUL3ISADKvKCRTOyPvjc3B6756amEfyc/RsCq7UWPVbPWKvmHdS6aHER9wBHnd3d38ZDz/Qu/+5+n6GyjM9+uupOxDp+mPZG7mA1RhBEc6zq+CVWr9q1d473n9yIMSjUsI/pi0+ZN0Hewh+9fCr0z+ywORvb5mwuNpdvNw7XGyGR+Df0G3foTwxhW9O2O0Ar89NXYDu+vM73ECGQ8CdxWIq/sjvgRvtS3U5Gx0O2ehFp0gT2B6gzsEvBaEvUM3p68voDPSUFYHfYC6/LzoBmVYoUDzzCzKVUbpmyt81Df8zivPOL/LulI8ZMrwIhMOoFDWRxXj0VyaeNZ29gIOPg7X+7+Rt5tspb/hCjRi3oD55L8ZNGTcqNx4U+lChJZkvN2vEjiJvyWDSbRyiTJ0zUyvTxQQ2ziNF4ZAjF2ArzslRVrIQgW264tOie9BqSsmtb1TNwOHcDvSTtthAXbIohcaCMM612HQnEBSqTCrKuEBBCoJRcvAKS0XzQLZOs6RW6F0UTruyFOYCO00ty6p6SlUTVIROw4nFn6FS5KuiiHo0inLmWUNO2yCnryIdG4m0gMCwrQfngELAv6rJ+le/yUjtX0d3v1b4GCfIEMiIAqvLDtjx6f5Xd7/7/vV3Lx6+2scHYnGw4O3BT+wXw5yZZz99/9Oz59//9uuD/+f+PqtnH+YegbiNQjY2hRHcgXhskKBYbuBj+Vji5F2d/oVmJ12DhkBGYu/dOz7YG/3zBz3HPMCAoDBwwXw9VqwxPUYaIGyX8WIacx8Bi/joCXZrWa7QGejnuc5LwebQ+RL+jkaHsZCELs9TZr/I/Sv+X4zPfOXo9C+quJLxft+OVsfgn1rOo+FSrt9wNlEjdHI9Ue2mAX3XbOAi7+5osr6e7KodfLkczeUM+kWX3gWGTfCP1Axdj/bfeET43J1/YzWBlXF+KEfwsxq3dCEqW7wPzjsBrtkIxqO/w4UAbSafUAfeXF/MNrMB74dT9hMVsmajGyHxidy+KZ2A9vrAOy6V3wiHo4yrF9goH9CbAHI8LHGbnSwHcTiJUeC8gzL+EpUb7TZl/8YWRVzkbUUIhVJWUNhbyL+epqGSLc06dQm2WPOW+ZlK3GeTml9yW9SyXQFIRd3p0HY2lbqg01XqgluplaqqzZURVOLbFASNaaFeUNQhJZ9MVdwihWZL11NsBY4jMlL20LRHERmfvau9B4Pl4Nx98frF3R+EhOAgGKQW5crrblloIXD44/Hp6VdYsWxNDuG9F2ryyuv73u/TvM8rNVXes59+vfP71/f3945PXz1+/tP3D/767MEffhMCfivIYyREPz6JhLh9dAa6gQkG5mirimQ+Hmj0ZO9wV27fOzXhALGl0YuxC6PYiG0TPMMP309NOfqx9GQHZM4+eQbNjPbykFavfb/h3N7kG0Hn0Wj0lk1i1JJ9v3/wir0JYyk0lXEvJZLqrH8APz78SvinJrL8UhYJy+1UHQWoTwVmg/lotMTTw+ub04gVCi6BO7r9vAug3UDxR7zy4wM7439kafBHgeEeUDkZHS5ZibEQlIFveIDXg+nCE/8uJtH0vR5smD8ohVy9s+sl703/hC84ZFNAJkWrxQvI6bTl1encce5ARDpPZbFkdrM8Ox1JqAYmylj/OIBL/dIhdC/gzCPvONVSrt8tu/+jQfEvuK8LqmynKpK5Xi4SWi1y4Rz1yIlNSyapxI3UVxXC1wj+tkXL4cWES1GTIu7kIJtV8yTEziDDG9S3ScFS0Sel1lFQHDUURVOpYznLG+eR1JMyKOqQHZcv1LsYRQhNCkGVrQFiXKdMQZVRP65UgmC2qLLBc4ZFY0otDl57zC2K2EPBr39/xlCIQEfQ9+LuN3iBrN8Qyh3svV89WjEzWo3EGBI+fsUep3KB7n11fPBYDp4ALxZ+3D8+/vr7nx68fva7yn328MmeNPfZNPD5s+d3/mAfUM1JIQnDwLh/pscPf2Q+tPAPh/D+/Xus373/8Fu5hf90vDfaZX4x2/Wv9kdH4yU9eXwEhGrBxlzAo5FcPz3YF5fR61cGed309edk8s6oJ+xTzGIPnD8vJXHX4Wr1dvVenu6Tg+N7DIAce6RDHu2PD+9+o4a//D/w75UcQUHf8b3TYx14b59t70ePhHcb1WIi9ALRJuMj9/LxCrfl6J8FJ+kGqnV8OWM4hAkxE5byHn1Yy0lcCQCvB1ercArP5YNdn2EsAPK70D9frNlC+vryOpu+gtQx8wPZIGY+Gcw4lH3BjQBSIMpCYN748VE4qOuha6CLouD6Ol3A2SR8POMaCZ+vhYafdUTWC4N/3gXm8zWX75NdQLuJ+qfSzAMsxD0Wzz+PRabXG6//bxjJz4J4sfX5NJ9MaEuiVWlVCm9GT11SJBW+b14MrUjKbCIF5YTImKklEIWdC1ecZZQsXbBF+vGN46sI58hDQhZDcGpJqXUstRdl7uY6+pf5iiaMVc/UmBrW5MOar5nrGWWJksqxFecZZPaatzsKmnLFg1CGwnI5p0wO+6784CU4FSqaLKRa5xEaMWoScSRCtH/dOyELhb3KlfKQUsWq4O+fe4t8NWzZAvDu1+WN4sz5OD1+ooZwvo5XAMGex+4NxFtT6sPff3rw+7MHwJ0aj948S0D3P2It3PsnAsDXD37/6Xf5hDibOJaPY13ID988/vbxt39/HF2BLAlJEKRgGtP3hT14oewQyFQYhmL2V4dHwyUz+daCtuEQUBb4+Y1n8of8TIN3HiPhwwMsn0/tZtZ5bBj0sOdov4+9tdT4Xe2zYIQ9ZPYOhGz4f69+VFXuvzq+z2aGX8W+L2wBprod7zFI/Le3wr+DvSNV4ZC+v6MRwx4bNWYVjnkJ+XAsBBuMx/II1YD9IJw5Ekx9VKt3RgtXvBq4u/LjcBhp+z5asSWMPEBcP+FkDIKAg8DmmJ2ZL3gryGe2amZDrOvPl3QCLuX8qQ3M2AfbxKw9ARrQmyon0LeeyO+L6X+DwSfm+gGPl/b6cPYm66mKtuMnGDzzTHE+1+ECqoRPU3uFgkEBYNw3cR+JSmAxdfUm862abEcKbKkbslVi25hG1FMFGQlKWsdUKYJKUZtS7TQNPo5Y2eBSk0Klatk9TqIMQiyXRCTWJUiwpqbUR1BU2RRrHdvK1kIdxbEzQJlFNLpeBTu2lmOyvT4h1yKsLtQF1bBTKci6F5lIh+sO2fIWt0k/M3zzTqh/kbDYpu7CQPXgjqsaVnUTyTyBHU+wuQIZKPr1tzt3fmNtx/Pv/lc5gTSD1UDl8/hbO4Kszj3Y9x4rBYT0Yf3DX04f3r/36ofn3z9g2Pc5a0Puvzp4yNqQZ8+9FOSAd0WePmNchIFh+YCMMwvW5Ft6awQ8vm8cgoFCl8e8RdhuoBqix69OcRX/u5qch0Kv8YLZzcLA3Z3hcnMyF4TtHi1Av/QJ8fzY6I5B3pln+LGT6jLQjw5Dpvp5DOVocVTXzbF94OqtXygCsIN/x4z0CvaOY8MDyXJGf8SffXj/eHWohv3B08WYd2Oy7m21kC96LqBaCwbl4+GtCbLmdMzJDZx9vv5Z7djBpWcFXm/UGlZ7dyxPUT7hwkPBqyGu32r0Qen2AC+8BSrDEZujOX2AWOL4xUTAz9dCRI8Of75kCHgwpL3MKMhsIxSUFQ1ftnO5nrxjO+fZbLL2euDPqqQ8ZbeH/dZf1nx4kFhli/3srXGk1yWVC4ibuJQ76Q8NbnuApTs5upt9X/nGFxcPX9xp9D37PrOdQ5uGUZqnNf+zLeSNqqQ4SuQqmWzrO5pUG/sZ4+nBJCvQmqMKBSEVrrmyNmKRyJYWWYGOXG4WE7Zh6lOEIilMu8J8DPJmvRTrE+fgg9syUykfXaa7wNClaRxCkksmr5U2kGGENkwjF0PutsQ0VyzCrCQr5DyqppyvixKX5YR3hZHtXH6UDBeqrB0WmRyZldY7AkZp6NNDSS2c3tak43vir1QMOeqXtcQmDiyS4a9U2WfsVMzhsI7y7vz7gwe//xUHkLGQr2O9g7zABEL3xfGqC3mBLz3Vjrl2DAvjB957eJfW8/Pf2A9mT5jx8PWDX39/9lqO5e+Pj9/uC8gYNRbA/sRe/C9UODtvyQtkUiAeH58I5QbK62ORnEDwR7U/BUbuisPvWu0ON6wMWalJ7lf6CrvG4w2+H3PVjHsCPdb1ivUMP1w/gd5iPN8ReSMtGstkHL0R92bEHjJCPrbP1ykdnJ7qmE8ODk6FwRz+PvW6/8fjUzzh/T8/+RF/dHd1cPrH1Xh+CP4Jp5j8J+QTMNFhR1N0MVeFvHmz2rjMUHFvoBy9Ja4fEwIvN0cb5rCwO+rnyWiP5OVT9n+5UFFLeYAqWBE+JfMAGROhYfxRAKhCPuPkzaO/0y3fJV1/MwaAdAnw6QCtyfrsv67tAuLG6SK905EHU+Aumr2XF8x9Ecoi4A9KH0mMB7slLK0uKHCoFBrFnQdYKOJGLFyQgk7s2JQ7vkZJTWJhK7W2rcK/TvtFqS+3nIIuuaqT3ZYbtpEhPWi1WP8UdN+OIgqmn1Koso0xUsMnG1+o0/LQB3vrX61k6JR9WaSgMmGQrMHklkSo1bakoBVTdUMfcU91K0VcmSSgrkFcQZ8C23A1+uQrdOfBnT/4ZcG/v3727DtBoJ52GqNe9KDgxb/iBd472McNZI+Bl1fghjHQXhpLef/1+e93T1k4vH//uwcPHrz+7sEf/vD87vGf3Cj+/sHzn16rlUy/IOsnANW7f5dzx2Cv8bZ+mHUi70vgaOxhMrKb2/qc7o3UdmVI2is+aBezRDg+H5jUp9h+n6DP/X3y+ujqs/enODy+3aNf5P3F55zOPzZPZc/oJzqVv8Tsv6++id1u8D/lfp4yJr2/2rf/N3qps/zTeHO0tz8aL5n8PBzMhi9Z+EavH0DHHn1yA3nPpPsB1wI9QRpvdvvIGIg8uM1ock0HoXxCuX77QyHZB7ZOldkbZrJ8nOEBCt7sNn7OgV4B4TLeC8faX5V2rQb0cji7kD+o5i1bfOkKUIi8Qvf8XQ7eLQfr/3pmJ09eMTODJqzsmAkio8/g+vOafj93H7gDdcDGfwF5EGNH4qXASZzM+n2AvTiEjIIwLkL5QhHFc1lUwEamd4YtZ2qyBJP6ym7LLVl1UymKp0NBiA5q3GqKXNhMqYqUqjqjXqZCCVGRHs6UqTAhJdtxSS0fYlDVpNRp+nFXQtHfYFuNRcdFU1n/GsWWURJBI6fgoDnziG/LL6p2oi7udPZNzQr3sNbdAh6CiNWoIQXCvwd/+PffHrAg5PV38gJ5FwhbFHj2mz5eHCIEuC8MZKYcWwyo4fj+Ce//1udvIMfDH35gv9DTVwwDsxr4p1//8NPdg/cCwAP2CPz++Xc//duvf3jwr8wW/IHZgCyD+/bxNx77BQOBQn0YBvbSYL9JRM3Q02M1hoHA+wdvz0eL0ZvFaLx4w0TA4Wa5fMekFlheHGL8O5lIFOiphfyGCc585AGyQ8Lh09HojfdRFYzSqSn4e69zcMfmk3un9+55+sup3b/9g6/4D3C8env8kNcir/50DxTcPd8XPx4uVsJjXvc72onNVwYXdvQEWfTO5cS/oQc/Nrs76KWhi48JfdOdsWBwMDycC8QmK3mAl4PNuYeHJ0e/gKJsFgM+MXwCzOFK0gb1u988DIzLybitWr64gXL81FiNeSvsDognx6suJx+mzPXzRJjJRCWsp5+AMtl95vVv60s5go0LeI3TOLVX7X4/VQXP0hsj6NP2AXZ3kaLySzFwqgiFyi/0IfQsQtVEwVW+UMTBVFVoUuzkAm6JNSIHN9hGUpB8SEWfAo23Tg5bBeXKWGoZs10WUdQohWAIQ+6In5/5qpGUbMlXqWOzdFOYpVgVW0l5FLMRRVprnWLhgjKIbwT6UcmwqMWa0iiJj6MS9JO3paBb2OSKaLBL3BNHGKlN+7gSgfCP7ft+kgv4vTCQBq0AzxOAvwps+tZNYaHiq4MnuIGPVo+uhB1qNeI9PVHzeP/g4N4rtR/VVL0vZ5CJgMLVF6/236pJGRMBX3/Pn/3Z/T89PaY8vyTEoBedfgyBIMrZEvwIfvX5+7d/f6yK3GM30z/Z/fRuB/Lmduas/5gzCUaP/nK5OVnKB1yq0TvklR7j8e4R6zuUHJP9hHirQ7Wcww1U3a9W5y/PXzLphY+QnJ2j74Hnxz/a7Xt7cP/hN3eFeHvHD3+IKX8P7+8/HY/2Dg5W4814xVuPJvPRavzpWtGOHUBh4efBXHjhOYDXari+8Rani6X0tH2Z9Cywu/405k0gg8Voc6Hm8J5HP4aHcv0+Xm+Yyyy3cKxGsrQbLGkKA3we9PUaOLWYh6xto0TwaSMUvGQtyJTB33AGBVaE+G9eBW3QU6UYRhesSX15yVCw3D62h/YKkMvY+O+Th31j7t/leuhJlHJoZTzrRoHjJsr/tH76HWSTowT+FQoDsXFXQoiRZslhuVHjQabI4Ps3sFPJXY6aZt1B4JsMoozRRqXDOqnGpZQK8pEhDhMmpSy0rleIJnLDUAwFRWGl0LSqbDJFTHL1UupXMzVhUbTBlAxQxOhdjVJRXxmLhG3dSfA5RmrwrleQj2cuNVkJZ9DP1k7Ur19sW2jUFfs8WHwhByVZpjVb1TVsyZRlmC8OYEkPNi2sI8V1g/IIgsrffv3t199fqxnM24Kfv/79GcPB95nz4bfo4gYyHCJUZOk/fuDLczCQTUftBjJLRY1G+Wv3v73LquLXD357wLvjXsV7NX9/zdvS7/z2/Kt9XipJefT0sU20EBAcjE+slPvqRzCQbfPjgII+0IxXVTKGC6SBfA42GxaDfNjEgjg+C2Hf6BclbmgN2/cD8l7uKkmCezFf8kq49/tP2MvviVq3Bzoekx6f4Gsyx2//vjD6eP/p6uCbu/cPcPykHS0WK1VnvHk32rsS/p2oIS7oEEjham3onpMA2nn3FtbCMc2PUIjGUO9Art/1xwuS6fyjaTwY7l+dyfWbXzHThaXDdgS9akTwxRQ/msJHO3iA7vu7ZP8/Obq0S68/wujgs4tr3gks9PLgrydA4wGCdIY7gZl8wo/y8uTdMRjChELGQOjrAxrp9hPvkd/ZJwn0Al6vL5n9PB3MeHcKZcQd44c7/qfWe6rcqTLwjcb/YN1jEUVYrJnGYiPuwbhxU8z/086lpFCbJ6cYJYe5C4pDI2zHcaDukYm0rEbPuihjUAO2lFKyqKj8uVDiaFaVlKgu5PyUTBHNQYhdYMmWdUJv1hkzqjm2Q6qGLYZYOXA5oU4jQuIwDytx+tUsssmMpcTuqKVsa7NKTpPemUNlhZUu1WVFCnZipCkHyMJLLJ3izOKqOp90JRnTEpe66FeSSzaOJ0lcnlSokeKLzhYRRYGysrlVVOTfPRT8/K9sDwgCErHsQW1PQE+oAAKCgUIHIcb+WyYHsmkevpW8QOGfEPBAdMzY6f2Hf2d/rYcH+/fYM/CnBw/YNfUPf3jw/CHYcv+hF5x888Pfv2WPLIU/eFZg7Q2MQWAK/fNK7VZ2QQD2RIsF7p9ALgZ1mRDt/j7gUf6hquNZgXQPssH94pfYM+ulsIsdFeBX7x/t7goAE/7eC8J1mn4dyb7g78dX+6un+6d//1a1H60Ovnp8uv90JPy792Q0Hl7tP9lbTDaL1WqxmU3GV2r6et3H+vIzAxHyouZzodna7+rwkK2cOA+BTNSWla9F8udrVADgQvkG873RDA+QfkTZMZOGQRBMWPtGFJ4gnX8D1rqw0MVr4Oy4sRKYfrrPU7tqYB2dgLzVA1yj4Qs7HVyS5pauipRGTqh8OvftTZZUjmFfOYVM/mNE3WkX1xfTpbCWYxFmH2DcTL0gdRa6hFZvccs25C4OITWWG3Wf2qCqS1yolTq2qjp2yzR1IZhNAweOCwdtxRmkrjMtcY8yTiGiL1EXOEMwSakztZyZZG+jiKtY5BpXiSCVjlpVm1Lk1PKriX2+0TVJhco3iiiaSttsglvgn+VOx5e4RwGtDpTrjnf285IQ/Vga9/jH+8ev7qkF6gkpOTmGFirQtOcJ0uwd7enRtIP1oUdN0cGT41MW9r46Pr3HOPGzZy9ePLcj+JBNAk8fstzYCCj/71uawHb7vBDu1b3jP1KU3MxzNmNYMN4x3xG2edUa4GY3ENzzKK+gb3GUXXv6HI13Nrz+YjIZskhNn0ej3fHOcAfp/Z5ffzzePd+j9aujnB/uhfv359HV3qnO7tX+o9H+K7W9j1mE8vDhvf3RePTk9N7++Xh4yCSczWS+Wu3ufGLZx1AoYQ/vQq4ZYxzCPKHKO+YArqdjeWuDGAgRggmn5AduriV4E5hL3pXEAO/eCJdsfG4PcEPjmb6+0YSmL/tg2fPjIJ8BORzES/Y50LEBOPr/8OdUh+Vwqpzy3rwlFn4dgLekGQ6kOdTRxX0EGAW7SrG0frdWVvgLXsX0YTIb8AIRJ+JPKndONvJaYN9O3EH1vup0FhopvpUUZFSpF6cQGsutukf6Rdjo+iVvK1JQEIy5EhdNFzQSQor8uqhQtSwBVMWOu40ibvkvUxd0TKFGDtFcMk3iFkXUalKxHSW7xUUBvWLCvwv9bcZFaGlbrkRgznywITVs+eER+uBGvvQPTXb4KpVv0ejz4N9ic0D2xnr2+tl37GIaPXAMQ6h5++rHb5kdw7wYdu0TeghQ5FyxExXzBNXO9IhqYiEeIdmOj+/Rn6gWrSDv4UMp1boV5P139tX76lSwh4/J6gt5j3T2sQAZ2FK556tDgSDL3IR/h/LAPIkZ0MPp4wMkxhbQHpvxpGg/p0I/4O+91LSGmUCzv/f27epQaArPbqe0rQ9Z0nyfPU3l//348P6TP49Ge8ffyO9bLUZ7aosL/47e3zvdPx9uFvsHq8WH2VDH2hH6jA4FRjH2K1eNZvDFlB5AAZzCzxeCZxJYxvt5Is/Ns1uWdOkpi7CHt38IoEZvaSKvmQ4taaMmsN+IfuSlcJvFDmvgYmcZId96KJdQkCiPcWfGPs+0ipcXUzZ4oTswoI6eP1XGsIiCF3ywLoS+vs+e5EfFcCWZ8pcLgu0Nkhyuoz1A+ghZNyKwZT9pGsFbHmCEeTcR+EarFh1XRHP5HzrYLiWDctf6X3Oj75FVEfa0feoegLAvQU+bXAQWi1xjMzo5hykULqmKReEWYuhCURPyAgQVtsglLpWP/zgRdsG2ALl6QV1cHv326KJy1FLHEgdlDtegJJRfJ5kyubEidGSN2/1FyAgqcaEu2KI2KSMuRnBQ/aNQX/9a4BPFtSvX01Typ+KObrM7//7bAzWCf5fzx85YL15/560BhU5eGwGg3ZMb+PX/E27gV4GB8gOFVfKqXhqE9vbUrpTpSl+5V8AgnwN8OrZY9jRjfSjUAxDMc9n/mzFzTwAlTDJqAapEBrEY/KBhy/4HfHEFvZpDKHfoZSqHj0ajN+MNr60ALjZHh/tCO1VqPP4w2YyPXjJms8eiEmGmQI8W77mgDX9U7t/TxfjwWGd1vH++ONq7f/fh8f5oONo//ep4X01nejLPx8vx2wP8v8novZDvYjAeqel7MZgL0zjicPYZPw+fK0YsvG4XxFL6pWfqXbB/qWHQ7txob4zALqYCmfFI/qL8uSPWEQtWdxkzAT6nwB3bZzHxeTocs0U0rmKgXawFGZxNpnQHCuDWk7WQqrSBZ7h6UxV4xkpB7GPnFzmXYN6F0E8H16cgoIL1Bbu+eLCEPkJqM5xMp14hMm3mAcY/2kok+G5v7lJRATgHjiMBttyS5UZscDHIv0Zp+1piPLT6hXyDyo3vgkO22GTgl0fFuqQm66fJMUGpHb+uaEfUK+Jk0jqSU9MV0lFUrFLWwZeyqksM28NLfnkFrYgvVI+S+KPfLYlb1LJE5XI1CTfhukRR4WhNOuhMIo6g6EQZx3nGlWuvaxr0BB+93jOVWoFy2kJukoKspkqL4sTrxw7RQkA6AF+8+FptVsUe+vgvAJcwSph2fP9xjAnfVRvxx9NjgyAYqPYq/YG8zI39E/w2Ns+Wjskyb/flHJIGPTEyos6Pyt6T97j609v3rMpw89oQeDXaXfyiRrDQTqBnf49pfURHcg3jBcD4ioLIod/1dingYXay9XQeCrAEc++ph+CP9/3K+2O3w5XKGb1nV5f91dF48fZYHumBTN68v/+tmMX8zd79h/feLjbzlcB6NJ9sdP4LAcN4taKFuzlaMPKwXCzWdMQJeySwCI6OvqVgeDNeXqwvJ0qnD495fKRQxSVzZIR8+2PWfKxW8ukuJztH8zNB0dAeoABvsYxRYPoUGRQZqyUrZkOnICkshgO2LqdDabzF33SpZvZ08r+InSwnKsxTAaMhPBOs2Ruksw8EFDAyIVBCvBITI5zDa53HxWyymbGFPviIKacXjeBprATh3uFOCz7+4+YTUzuYI+YWo4s6rOLWU+5gff9FZ3Xc16EOSwpU7LBoXGItyaWoYH5WtSHpChFdFIpSjWqn2GYZRWnWlzIyA+mKM01SGESBIeYRbCEuCwyxWsYpRhg5kg21AkeRFAWhigOgTfsil4qg4HoglaOQTHaznEOXWLJ1Fcm6Rhh2pBfRyfFHb3RdGvYKy0HK0coRsnTzjpNzgeKV3WJeQELHaZ+xC4vQasc+WNG4AFnnadu+UpZUCogaS0vglD8whe+v33kH+7t35QS+eOH3Bd9/RQOVJqMw4N79h9/+3SuFaQt/dXp88Mqe4FulMuAgd+wlu9Tjcenzlo20/LH4RD8wERgk3MP5AwCNj96Shb23VAb7L/yCkwfc4bfxkeRpzOxP49HoHN/wejgvjFDbVyWo5btr8Jstx+cq+Mn+6urNDuMW53I5X/GOYMHoau/09P4f4Ud7pwz+jubD0cFXD2nvipHmcDyZrw4O9o42k5OX+/tjeVRqANPa/cBM5cHn2Y4bwJPxCV4V6zRY/2YHMHrrYt7LYA4yOkV+old5XCz39mnlblYveTe6XL6h8Cg2dabvb8yQCB7gjG649YIhkuuPseiDRXG8ERMQE0gOhVvy7Th5sE8unzxJUj4BeDSHcQHX/+fna7l27gRUWmAePiAIGItHchnw9cfZB/6biK7VAAdDVdyaVcLrZh6gbyHz8RyatzLuJzMRhokDbsLgyl1oXlHczXH7QpnYkFNqHj8vyd9C+cRAtnTxqSgJBHk42wQpSN4VCl3WLlL9zJhzFGKcWmYXVysaqRaiSuWYFBnnXMWMkMMo6mVen4I1KNE0uePa8w0ggHQNXGQadInl0jQVSZsSyC6SUjbTHd4yqhBUkFPcY5EJkRQZbG7DToRcoDiOJTmE+i1BibNGXR2IOIUQQ+Lv4IIkVstIMlOqilleM3F3fnPKg98ZCdb32d0fvvH2gP/64l/VED69JwhkEuAj+XaM8z7MLWM8ZHt66jYyftsjf5/GezoEUFcgFdsMVCh8AgCyuaCZAn9KY0qNO/K8EfVil2krixHTmUdHAsLx4mhBd9+V3Dv5ie4pfPRyl8nOPKzAnwDAzt+VWsNj9saaLHdGqycH7BI9Ag4FdMe86uN8IVdwdHD6FW3b+Wa4OmDO9Z6AFPw7/rOMhX/3n5wPJ0o73ht/mE1GB2oVCxRGT8cbXvV2NAdivOWBHEALBqfwBkMQTsXi3Zi+N5iEHzg6orqbvb0hAyKP2ANfADgasjnqmHdmAm8MneABHsnzY8kv60Qurq+V8Em5Pl/yRkwwTKrhJ3fieezDDV9dDtVBzp3A0EC3vp7yhoAL9/WxsgQvkrcnUR25fBxRuT4pI5P/VJ0TciHy0jm1qE8m2QZuV4Jw89xgHFWFyYJ/rdwoQpNx4dIitS0pKEL+QmhoS1FVkbmkZ5RCT2qoWAchpmY7iqCwUWCIXWrRf4FuKEoJDhC7hM46UhykXCmSQooo+FupC1qKCCaiIqamCkWuYmsd+iokU/iUOqElK2+jEjhUbGATpJX/Qzeop1XQ/NgXRrFdwNe/q/l799vHd+UAGubu/v3hKRh4sP/W475/PngVU2NYMmwMZGjYKBhbq9Av+FIO4SNB2XlAIa+xpI8w0A4wxNOzpxiGrLDjQ2+imri7u/TwHakBHIMcfPAw2bXg7Z+8U6uwL1bDCQ9Av8VIWLoa/bLDbqCz6XSyGIG0e1fhDQr+Dl7do/GLsGLuy9/eqlU8Xt3D/TsfLqV8qObveLIcHdynG3AyPD++J3k2Wezvj9hlany4mMwYpcUNjK49YNDARqefktQABgYZzRWg2WAyXDKHBZ3AhdUggtAnK5qpQy+Bk6snj9I4OJck4GPfK4ZQPB/wejAebwRTKmk8Z0Msuv7GarFOph4FEX6pvcpU6EucQUEVexjIcfQoyXJ6eSHooopsCaNiafV+9KwYoRtr9tRG5iUiMUCCC6qiDHji5SOu330AINkasMG/7nZSEFGnKBxUEzMt/hunkP/WHWQcHHHhU1GkGyYlpVKJiw+QOUgpYTAN9aWOGqGcfVFEEDwFFC6oU3aWqfgC3SLVqB8Hm3yRS3LRB4VnWIKtxD5lUDW+fG1Kkzu+JQhK+3LVi/W2YYkiUNgaNHZB23KhiIMJq/D69Ufi75Q3VjBRo5CLvkRxSFbEyQXkTZnPhYDP/ZZgYZw9va//5e7j+6f31Nh9wrjq6PycPaEe5tyYu2xiz5zpU2bIsFyEiYLRNejpgnLV5BSy9FZ6tVqv8CT5kIb0VOB3/hIElIMXYCfWryQ5BBltvKcGOK6k2BEt3CFL33hg8VF4HS9Q6m4/dJPh7jn+pmxBv8nw6M9P6O+7Yo7g5mhftd1/+3Q+mYzNro6WBsVTYG9z9MfT49ViI8xk4Ydyj3VM+Xpqvao1PGCpL918RjQhzELIBzaFz+c5gCFcMOz7Ud6eHLJLtnChP5DRX7VqF/vGtrEAULk2R7wIGAD0fMElK4odszDEfYPDC2W+mKllLQyTY6bzx6MTFHqWyuSTsssXvnTP3+foBGTw1y6heH0Y0JVL+JlVH+kO0gmojOk4upnrTWDYTgdAJBNFLHGz12d+K1y9vcttFk+Y/++K6r0Wd6BCt3DKv2WnmixCFQ5dkog8cHmArjVmCgm1CsOEXCg5csnib5A582EchyFDlBRhLzexKXNY6sz6hlZGYi0kyMdBE31xGJAJphQq4vhdapeYySKCTKqH9slkJTIpM6YaVaGSJxJNpZalIi4o4tRUPTa16GITOvE9a9KJi1nRkKPLmUnOkbUnVMRRmiOYd2wjsxAiSSJr6x+Ju9PqpJIhKCT93BEQZaKgfmoD/4HmzYPff8cBZDLg3YdfeR3cNz/wyqS7D+8zKfBgX7j0Rt7Z4Z/295kjnSDIeo6v7v8oDOStbsyWBq7evwUIH8WohD5XahPTSNbnPTAYXyHk09WVOLmJj0ZPR4fnTKrB26PxjM9HF2GAn+fx2fOTPzI9m9GyWw+PHtF+BtvYLHCwFnCwierqpYDSc6IXK170IVlQNJmv7t0//uOfzwUyyxEL+Fbn8uHGTx7e3//z0XIwOT9mFsxGvtqTg9WODjRcrXbtV7HqV6g1ZACYkdjYscANYJq++Hf0zclCOkWb+Yx3k7Ba4/Pgw4LBj8FotQE1D/eZBjgZX3npx5BFJTSSWfwrD3ChjJf2ADcqQMfAM5Tr505Hj9wu7fgxakHpbsIK9cV98jUQYNF2ld9H0jXTnMklXrgsmFSFAxlx8BDtOM7Ies0MRDWn2Urb/12wZMdZJjfmbRdU2RDE6BYLVU0qZBW5U1EenCq2Ur+UwmGTD0rmj8ao5R6FOsV4mEKZqdWsUHt4BcEoYyN1mULMWGYwReiouRSKLJSHMxOiYqnLw9Wq2BgLDoAc6kiLQovCqjjDIvKNzEEZJzoV8RaKoM2aKsfBNbqIspqtvjAZ98Tk6+UoxBXbUokiVtBdmGAI8pghhQOI1mnb1MWNElNfOsBPgVcF0wamI/DFw4c/Pnz8LXsXeNhDjd1T+tCi/blDh9v+E4Og3/cmKPT+zv+dV7wdnzJw4g1UBV+M7r7fwy20bwjPHnwCx3AU9RGDGQZAHZD3hD7CA9aZMHhSHD/8ORwb+SNM+Jgs57vKfrhQyzYfXsEG3uLb0UKgxEM/Hu0ziDNa8B7x5WL/nhe2sZHU+auvDHZTeYL3We3L63UPTp8IEde0e+X/rQc/s+nLp8s1DVR8rOV4PFNLcjJXCYI8hmEvr98NvZxiCDQyT1kA5v2awZb5Uq3M6+GIaPL2vWDz82S1N1eafMvxTBbD0YKVdDoC60Y4AkiluoxOFH+UhzieCkMvvbJYH7JscM0C9rgOoCDz/5j+N+CdwPb+Pkm7YQmcPirAZvIABWuqObXDBdQRBeBKOpOGRLXJdenWdApKYmPt6Gmdug+Qf7O61bgRuX/McuvFM6ib0kMgSi7qaheWCJVtkynbfIwaRon8Sh7CyEgBYsJk6ygqx2UjSyy6NA+dTYlKPsIwcXLoSrFdcVZFAZ112EviQIpKBcnBgaWg1qmKoQSXDxMhYlWklKVlOa5DMXZsWUxYppFLF0lQlJX20TNGFSU70WFJTUska9PABaIKoVP4JxOJqaykrM5SC2gLyssmKSwjRFU40h2nTP7MHoWJE/UKzKTMXo+dRKBkQn4WFNoqyYL3RXj++7PX33mD1PuxO0tp7jLk4RHhc17Zy/IytYafsJeArcBJNjRggFhoKRy8d3wQg8gCMsOhArWkgTWLHv3lQxeitXQmKsP/dK+iLTzVbzz+/25ol/FyNz5+yduQ5R5yIXd3Puj5vP5M99ZmwV41+1dj5gViOHwa8GeEHMxXB4K/pwsmeuyo+au2Ll7hQlrBnLinB8d/2t2ZXU4XOrIR8+hqdyOoO5uz9EMgYvz7PHGXHn7ghLFf/LBo+hrIAEoi6rSZg5CfxovZ5fXlZn/lRcNMf2Ea4KOhKj6ZywP0IG9MgB76jUrIvBldJfHikAs2xPIkQ1DJB/zEWesol14MAohxVDlr68lmyv8CeXSfZzpvIE5+57W9vsvBRewFzZuVuJYkDiYnn9azmTBPhSlRpzUFQ9fKShcCC+0Gg0/d7VJvm4blHvLPfFFvxyJuweAaZZcto+CCqVS5ErRiw5ag6DrlbVmCMlCUcZNWpBAa0VIRehRRp0ZVuZu0LffNIkpd5ZPt6AtHiKiIN5ILKWiiTp8UUScW5gaVIJjgb6Ut6abQBW1y5ar45UMUatgW9FMDdJr/t19/ev5X1gXHomDeiCZ0u89KXTWFPQOQhRsHe/ICh34r73jEy3T3j1+x5ENIqSbzY7mD3tQPxY8Peb2a0FDgKd/rWN4hwOgp1jiK9179T/1O7ys/m1KxDljaP4KQ+3458XinuH08+3zwSvRQerHbSGChh5+hAT26gj85nNEctn8zlPcnT877FoBMTL025l3Lw8MTHLOqdrT/Cu1UiKRm7y6rX8d7bHkqb25xNRrSlASkQDc2e8aZkrfowZcl0lIlCipAQ0k4gI7WF2SgX+8iVgAPhvsr+v6Gq0cf3PQVsqmQ+WhBozr6/GgCE1PdlWCOZjbzYihZvqEcNYCJYWCv7aAG9OGtB9Plz8IrOgEvppyhrhJ4Jm9QbWD8vgtPDVxfDz7y7jz2SFXZ1R8U4k28AsSLT+g70IHoJVSu5VDGMq2jwHnj9NniEPTux+240HYcfKhK7G9LVcY1aLOENinEGvYpvlBGDUUcTHoInZp4i1Nwq16kS1HYQreoOspr1/dIKl84K0NKPuRKxbA8zy1txSH0KbU1KkGfzSCYpsLFIoIiFcVt9EWpExSYqfdW6LZNkm2tvkyus/++ouZvBf/brw/YHvV3uYDxRvOH91/Jw+MbuyI8fsjeyXKq3q48CWUCCi5Go0erPz85PhaS8Vo3+gTVIM6dny3++PDH+2zxIt/Q8T/93189/Cdz973rTHw82syMwKfnAoe55/hN9RSyJPaSN2MwMKmndTk3+v2ysyEZuJH+5wUr3tS6dXM4EEQwaudPFpLwBQWOesw3o4NXzIiZCgrlFe7j/oGE+4/Gk+nH9WJvxRsslQcwVeFqhS6vLz9PN/PNTM4VHpiga/0zg75y0cBKRmSlMySppo6uP+IHAoMjtoEevDkY+U0gK78NeDMa4dHpICwF/uSlwKD2kZrLQled5I49QBJoRsuSt6urztPhXGchulwDgLoi8owny9mFnUGVbEBe+zWY8gbXvnYfZUbl7UNGHhUOsDmH/F82TJUfrWtJ9wF7wNiON9DLeHqWT6m/lalCR63QxX1l8hmFqsShq4wpbthbnrdtNsVbtI6qpsRQFB5CMKGvYhP1aeuh69iqqrQtQ/U/Si8qDyU/Y1lqS6nme5oUOmrYQv04hR5FlHVqVT3KoKcLyji+jUWJKynoAKjEzd+25er1ddCiVcdZWUr8DwgzZj7nAa2LJP81/u3BTz+xN1b4gM89AiyvTK7Zvb+cxpt9H9PA9YKK0WKu5wYXQSgoZ5BpL2q2CgiFg/h/3vIUNAxEfPzw794B0J9oXAsBWRIs/09HOabJ650P9ACyu50gRLhB608ODLshq9E22cxZ6yvXEGcHpd2loTe+YtQX3y8AT07kUwBM+dbDR2piu507kF+3Ojh+T5/e58Hmap81b7OP18vR3t451oN/Xr1Vg1fAG3seqLF6tOBNbADfJxwqdiMQTsjzo344gJRkJdtTfRSOMTEZL28+AXrY4Yo9YPZHOpH17mpEc1oeoPfPEsrO5LsN2TYQR/INs2IMjPQU4hrSR/hZoDqXGyo37QJnk7d0yPlTjXIYd7KJmYB0jjKqzM6mKkVJukIXHBAXUFeGGX45KAyI8g8Gn0958QDZFmYK5CkRcJxNTniTvIpbhweoH7chXVDcnKh0UxEVKrciDy8mcc+FDiq3se/Ckh63MSoncYRMijyOgod6ecWXOCiK6jRZk1pkqw8qqcQ6Wk3Uz5quNm0ZkdRpi6RPMan5SlpVVLEeIKOIHUZJwblEx1ZH6fwizTYlm4M0ieTUoHQcCZaTL0ahDo1TolAfXkxWoxypUhqTbj7YXumFJw3iHkqN4mLX/THjTMM4evBExWjbOCi0DZNJmVmUCYriWwLHd4SA34OAfxUC6vuatwQbAtViBdoEgj/4XUZSHjzZH43mG7yPeBOvYZDVGsbBA1nbueMV44SJenh94VSy2xbbLVA0AxcgmMDPTV4VenGNx8eX0UohwcV64p5HGuC4dbR81cyk9+3opTxC+3q0Gpmsp9aw3DieYxlsnjIuLPgL4Hlyb19JSljLa7T7J/w63xfs0ewdM+5LLp2KWrUMdXgFr0CN4QnJDIfIAXy3ZPUb7+K15zaU8mKA50dxzG3+yCxowJj5LhfXH1b78/Xny8n5ajyl0rwV3U1e5v9NcPRYzieZ9SGkq4WsAyyNjKrsGVOkB2dqxS7lkAJQ+lF5I9tErV0Vw5tB1u8YodFn/XmqK+B/IL5O1I12r6qbKKkygHq2Pp2ezc7+67VygsbI/ivoz+pewMH67I77zuM21i/u8nJjWk9vim6uFOPu404jdmJ0wKRQ050nSkBhsSTFEaKQyKJwK6/4iAkpJory8+MMFJq/zBGWHNZxaG1JKL6wWZwEflluxIRRZimZNL62L2Y+nDgxjSXVEmM7p/lHFLlsJ6baRImRWZxPinJDjypKN2Me9dbxrEQK076R85LelE4cCdXMicguz0WVbKHHhrQb2SIpqlrkokGKIsqNIw06Fx9WPaMotPvLuy6p7R1TTIqhQSSBP56Pn2kcV98HXhTHhMDXz14zI+bZ3cenx/cOvBGWMVDt2Ls/PGbr0uMDOU2jHRpI+dHzF/uTCgblD/75TwJCj3jI/zp+woiIwz/u/1GO1x+9+ZVn9628BiScP95wNDvjxeYzXuqox1TttqlYb/NyODpidBaXiJaxYElIMbo6393xRN/P9AZOFi8FprbDUJB2fJDe3+VsDBYexZDGYv9gT86dEGK42pOSCXRjxn1x1DYjlnwIHXZkLb/Ic14u5QC6s09u0ocZnp8hyEsxXBskXmLJ3i/Xy8WGRR3DlTw/otWGNb2j1dAHP2R1yOQEjw/gU33pnBuODoHSAEBye4NArwChB3IwU5UYb9G/A10bgbFgjP7AwUZu2mAq9jJegiSgY5NnnemlimWYevZzYJ+u28frid+zTL/fNcuIh5NPM5xuXQH+Y9DtRy+iGtUfTpZLGsG5EoSfHxb4jIucqtSUhBp21BNMaV7YIoamib5At0gKgslCb6X4VqEJSmpKySZfqWGTSnqnsPI2U1FEbRD6llqhsqFutaH/T5CCbRWkXxt2UfDNAUqcUmq6iCATtqgnFaNG1cjJVbkQuogISo+xQS4o7SptKfiBi0Y+5C4NZP1DvCrzr9/9/uz5d3IBn70AAh8+VJs3dnt5Im/wlJfn0rZlaoxfEcnrwwQNfOSObCabpTfrG42O9Nsd7Z6PHj01zq1iHvSfVn9++2dWgzD/WRaL3Vj5G9td5WczXPKW34DV4Xzx9OlTfD8eYLV85dPomZ5sBH+H0fSN9jDIocOMP1AZxg6Go30Pffjh3zAuMvoglNBTfi5WTp1s5DBeMep7LY4dn50NABKTO5IKSjySAf4RUTNrl7ii4QcKkISd0m5i/GLHO1mtz/fly8X8Z7D28BGAthw/xeWTx7dY4lZ6Mxj63xZPPaua0WE3o9l21aXJRDUw7PFuTbVf9Y9HlVIlgHpqQLVI8QbQuHqsbNMxQUCJcgfVIOcCSpagZPTystfv5EDKu2RTadRc0DVzAfmPZhdw1h8FrkxQ5Vqdg2LdJNxkO8F8ZK1pHV+pL7XktPylXUm6IUXcMb3A2pCC1c9U4iLdLmeU4rZVSyXwr8h4K1+gDDq+y/qfpJq9JQW3qBrDEneqNih8JoVwg1rJpsSNsrMIjsuQiiT9OqOttFtpSxZG9oCyX5xQ8M5vvwoBPQz87DlrgtkW4fFjXhzEYg+cNn2Oj9kvnx4976j8yw4rSOMBnMiDmwgG7QtuNvItFAvc2LlUP9E5q+qe4vKNY69TOX51r7+IQ5hsTjYbdoRe7B7JP9zxCMZHIQy7o/Dce1sswA3nj6ESw59a0oJJ20n2PGkedCUuDvH0cOQumCLjNR6Xnyc7q72Xwj8h2PjQ472CsCNP/KOPTvH15/9zPRzO7DkJ/5SflzAJ+Zh/hxXDreDgcgM60xDW4VU9Vexi8nYPWJyMVrszIdH4fARI6QB4eBO2AQSz2AxmfX0x3YzUJFbJjA7rCDqgkFClMbDCPBj8NjfG3QmoWkkG9qRkNdynmWz1L0iXZyA0ux4I7PH44vyX/E9Qo5fNYLztC5kNh7R013iSspRJ+HxK1R9yODxhamD3Vri4b+Iucpy3UKZmk6QGGaa206S6BMS+39GnHEWFFKqgIra6uKk7hYJSwSawQaJLxpaTsxMAI2UwERQ2iKC7GMn0HqqWsmJ9ZZDPF5bA35uFZGUrlcpWSrmv/DJFbbo/U9V/oYjKbcclKYXkQyp0Q2qOatnHtZyx+YYrZURG/31SY2rYoK3LlRYp5tUl6uyaAqW+c+fX3x78zkiwmr9sDqiAt8PdfXif9qvXu+3vv/VmBvIFf/Rgxr3j9wIOPUK8jVyfhECeIlS8wY1G8a4AT9/dXd7vNl6w1x+v9wDsmFmoQCzcfIMIs+O3ebAtYHT7XarxKRTiiV5S5hFHRY9LKEicqwH7Rs1QWTGZjg69GPm9lJe1HK2Y3qxU4dBiZfcPoJjLExVirj9Ph14YIiBTe9v9fmKEf3TFvQNUhJs/L9cGVhyo6wv7UeAuM/suLnXajDCoYUqfm98N/Pl6uL/a6Oibw9UOqM2a4uuPa3mYc0GRgE9uomdaywNUG3qzuPL8PyUcqRRwb8RuMdfrwfANaDcTXLo3kFXADEFfBmcoHqzPmOAnVuk6OUDPfqQdvTVtYPTuCmRyi7eB4YTOTjaT6RnLQa7Xl7xxjh6Dwae1/pKMxoua/QB9p4QQQfChqnebKUT9uHWLVjdix0fge7NTQDWHg8jiByCeghqY6v1c4yywhsW49whCNVBK0UbmziijctLlTAmCr8eHuivVnaqLrNSaR4Cm2IpXHLyoxKJMaVWWusvnknvHgrZPOqNK5CpCLSqoqMw2+vK3SDF0GdUKFDmoLbnUSEEwVQ6pX2JPV4RgKYiCOYUstBxdlAK8rww2YpI3cR4p6/fvv/G6zJ+eP38uCOR9wQJBJsB8fffuN+yAJQjks7daPWXjeKYAyhf8Sn6gHC3hFC8mGg95W++HE95bFIiIGofPe7uAe/N5OH12+ML7m/NeN8OeXEfp5fd5ByzMWeimZ5al+5d6kGmBMhh8xGilmqnSufEr70nNYeDPGsHhy+j7k1cmr0ZNYyQDlpf42pcbjF9e0bkmpxJQEie/TNglQ31jsRt4pGLlKk2WM0l+Dxse5mQ5taP5QdVjO2dwkN7CT2DsLyM7iWM1fVXGcPVyQ//d6By/ULA2oqmbjh6bvmAlD1D/HUBoI6MMPstifqZzv2CVnBg3dxcbrsEnrgNY5zbwidxZuX20YuW+xbJfNZcF+N7/WSC4tp9qBFxfTCe8BthDvfR0su3LxN1+l5Jm+kPIPzybTvk/JuFkyFvhdINlL7LuFgsOpOAu4j5SksMwI12xONl3akldelXpJhQjwQnO4cPZxlmiFEXFqJRCgmtSFFHDZG2dOUIbmTKHZQVkcUKUJxZtFmHeR6GazusUGxLAlkMULhJ8BLShIgyLLC44eHLGwaNKYatfmpGCRSkmQmKp09oV6SoQodRFLMfcqo5Cs1GCmcycqiokFwehYNcswpJaM1hRMrjkFMmINgoQV26JuNK1oKKMAotcQ+kpKKri40ZYjboaxvEj9FGSUku2kP79zp0Hv+EDMh+GXfKfvfj6LjtCuy/wntrBXq/m9Wmjw9WjP+/71WruDiQJvUBuLu8N6APJ9GHbZn8kGfXmxr3uB+jZ/7P94g17wYx/WcgZ1COsJ5HHlk4vPssNSMsUF/k4n2n+4gUBialj84D1cHHuac9AE5A3uuJVvqzPWKs5qjZvbPk5ttdH/yGYNBFDVk/KYzSA0WJwL8Z6w/ETti6nap2yBV/A41KAc/F5Kki9XH+e0Gl3ecHgr2ripb9SLyQyhKLTml4OpuPR4VCYi+cnSAesR/Qm8t4l9xgKzRn9pVdwNGeDeqnGYzls7Evgl8vpNJSPnkl5c7oyjIKodes1wN4RRiLnEsgtP496KoZ0yOsznYtO4EKmOqM1Tt5sLf/SHYab8VDHguQBzjdLhXfy/iDg5iK2HJzvKTHcy5Ui1k9pnTrvRpGCYOK2bTTcwHUJR96b1vkwNslEkatTVEF+eIKNIoKhCMRKleMQUYpzdpkJiOPIonLyDmAVdKfUCQrCVJyYkm41YRbDz4+qvuUZh3dCnHmYkYwF2h4pfxFc8g0bFyjStxyzqbDK9B8tfu0fAVLgQlMo6lDmiUQOgiZNFFJG5Y+UQmhLfep5lUx9cq06Y6tSX0oKwqLRhMKcmMiu0EJYdH8tx7/iAP72q9cFP/frMuX/MQ7yQyyI+/tj3gryhPW6xjr2oz/yBMAnfzs4eHVw/Or4nhrJjOw+ugIK3dV3FBtb0eYNOGQ5sRm/68MQaAfQSqDvyJ2D0ZhWa5pv/WzwJsdD/BdhFE1dAchy+GaU016kFG7MxueH8vGwoeUq53A0/EDPoMDgw+45O/zJlbwQAI30qNPIHY7dePacPFJpSjLlmV302GNKSBst3ot8yxoOIHbMqmMI2PiiVjpvCZG0WZ1PLj7z9l/vezoCZz/G/GeJbIblGS3CQ+VdDkdPKROAlIeo7EJEvMzrs50j9uHXiQnil5/l4q0FhTSGsxOQXOwIg5NKW1fBjPchqbr63zAVZguGAVn5naq/TS4Y+FiqRUwd2AnwcjochguIRzhdZxtYJduFxzOvo8ARdhRRfLsIqkm3x05PsQSFNd+wnbrqtqgVGhbSrzJbdEMh6sUKIl+IlW5ni6TghqaIQeXbkXN0UseXb9B2fEPaToK6IFNDXSlUnbomVPIvolZX+FuzRNwFjguXVLmquUE3FNC2fCtF1PIie5QBhh1lrK8x9dcH7gZ8/fz5M16HdJcJgQ9jXwTmRrNSNxAQd0+k39PV6r1UXtpLQ9mDxgJKdoVhKxg2egbYFkfu/fNnPh/GG3/jxb6x6TMtZUGiXD/D30QPtve/mrzDGWFseTTeyDdR01OY5OGBJaMsrIq4/izs+yzvBnfQcGZ8XC7OR0ebNTgn7Bkf7QqLSBP+yNcDJNXA9PsopcP7AcHoZlwydixHT8dLx08Id70+wy+UpVqerNoARlj4lt2EfqPv5WC0N5LVQI3tiaTJ6Mpem9xMfDbPgqGZvgAP2Uvw8Jx9/3TwKxxGDN/w2vTPguPF8hpYWv/zkUxYo8GcaB1eLuCMIXi464vJhtmB+Hefz9RQV/1BPYYxVDn7eR+FhjagIpeDE1lNvOpXx8GXjF1gxMsxPIn102tdfv93kgfIHULg+wTiXy2oyP9UK0qUse+nTujSiyZFB5ZSU6j+dyYq6hI3FMH2Pd3QVpyV1gmUuKRAlY1Air46JMroq/L4VS5xOBudWFL8qxJxk6cWJ8qfhRSJqqKXTUGEnSK+JdhOD7I31ykatqH0hDu5M0yxT11Q7epZdXHhbiH/Yfq67Tip3Is3aTvGKs+1/N1RFIP8PXjwE1vD/FXBC/aI5vPwnx76zebMf7l3cAACsokLE1mAMgBMbhjL1NjZha2s3tpAn0dqczLXL3Y+1edIyIOTVz6LX3D7fmEbaMoS+tF9ONmc6OHTZ/kBhhefCyTndMAJaQQGbtBudGheynYNwAFxg+VcjhV4yFDwYIb7pzzMmhbCAI2eSSi78WI+85joYDNni2e8PD3rBjI1RzezmGmNwyfgI5Y/eDl4RxYcPxVDA5n4s/CSIZDroSHtenK4N5bZerzyMK/7/NzkPfICEDmEyjRY4vARD1fn3g3GfYA62mQ4WmxA24F824k8NqHSnBfDsXuzQJEy2cMv/D45gyqDHkgZyLkT0Kklq0wfXenP+Hmy4EwSJHVik82H6fqM7kMOqMu4mdCqJll2XAVeKrfENdefZFk8wLiFuxsKyjhvqMCUuM3qDS+mw7Mi+LZNncPIilQIDSlVESrnTD4TGk2htKxxWw7UsEk0QgurwBBptTPWqjmQQUiVynMU51bUGWQlFJby4hKhgTh08nkcrERIbiJKKqIE/1AUZeGpcnfu1keFzFppozBwsSL9wiL/dM6DTZpZlFmqTJ2h47RsVcpgVZcjTbpiCleOF/lS6avfUGdUVXnIhtoSugNlAoGSkeObtmlVSnuQbwtmh9Sv5f19qyYwk16+ykXB9gPLPObcqs+DGOPhzk44dPhqhkSlyk/cVdv2l8XozWgMyunDMEf5HJmNEpbyZby8TuIOqjqtULDm9R54XbhoPNHL4UIemx5jNXzx9j5PBRTjueBPztn1pbyehdrTtCrJMRkeyX9kCTEjGQvmy+AlMtsPIGGBh3wqw+hk+Q5Ao+cMgKNgHZq9+gLwBHxA7OV6wAphQd2Oh4L94g/VZPh2xbDuh3P69C7dxycIkue3G9P/5AiCd+On4yme4Hh0Bex+GrJrqqfp4CrKA1wPF3L8QCWBqDv8zpgRQ2HAlfDJS2WmgYUqkvEOrwvxnvY65IkgUe4gTp97BD37T/7g5N1yMlWrFxdS9T5hrIleVhAdxw+0Fas/g7tz40biTjFTY1NzP8Y9VZKbO6xQ3GIRpDH3ZKotb5HyRxmSyg3aUpbSaMqDlFRiqGHbhPJkSReZg+/q6GevUnydGrmSQiWCL0xDBMoQYih8vEwsXJ+1BBbk02vyL/hOSbXjQoXs2BeikR2k2LBwnSI46MZ5m3y9ihAphe//iSLIS9sV7ahXs5YIynmUK1yLCEqLG9RTlktN3swf91Kmo6hxMf6VrkCmA9IP6IYw02D0+UG4dz/3xL/7A1MAee3Gnnf3U1tYLVshFw/PB2HG8kQuxUY/3kIEuDnUk0THn/0/YR6B3/K7A97R07TZKJ8/8jsYG5Ek328x3lXx8kMAnYuYwDaVo6OUBd2B+IP2AOXA6SCJa0KWqZq2gjk8tRxzUBrdhEKRI/wot2FVSVaE4NTpEHQOyqH64GW9F2vGVCkKV8rYRC62H1SMG5oO4HCHQd/Pk9E5nW6DndVI+HmxYYqNymX2i5yyDZ4feyawD7RquwTvdDD6BOUhyg8LD1COHxCpOusERhu2alZDfDGffPS5q746tjxQncUQyJqdeYoiRQruBLBep3zBymFGrIFCsZfTCaimAi7XPuiHqVrI4QJS0pClxBKny5PJhglAOuiSFjCXvowCc6PAitMdE6RP4cv/fLSK9ZDk8+Anptx6UUxzN4YQ6Bilu3vamfRLhkKj3FCYZ4DBBWehTo7AYVFRrOzImWTzoMwaIebOUMvEPMpzCSRZa31ow4Z32bkM/UJtOVNdSXJkQRbRR6pC9KawjKsXFXF+ahH5KD/ySOyYEuYBfRBRCiUux5amXGsFIZY/AoZ53EaK00KJfWiKXbFqxIhRKRuJUsDKxJZhw/HbYiKOi5BHqYlNTJbMWAgxSi08+i4kiG8bRQ6Sxdvu3+/8xib53hjBE2LusvO9l3/cPz5+9SMbRgsS2SPwCf2BxQ/UQyQInMmz0Gft/TSFgtGRPjeAgZDwgX6MgdjtYwBY2CdL8E+PnNWKQUt6DRmKpI+Khcc00XJ+9QJfSO25mAujZ3ohlHALF39OslB5KpSKvrqxd8OSF8cMPLr6QDIZzd3JdyEnz/OdmTUjODGGCN88ue9y/Y7hUrxI2aKZ2K0k/aMsWfiLVki2vrxk3rNbpGOvLKavz3P3hqPDucFm5G3x1eIVAFLI+PARTt10KJeQAVtGQwRy8nIn4yMPdMh9Y3BaCtrubFfjKTHegZplG/IeVYK8QV2PNYPD3j6HgeeJYn0QOatAQB1VJ6vryPRnmvTrCZ40hjol/mZzXWhdbF0n/krDvJ38yzunE+Ib1AWOC1epiYvUCPy6yIRYuZukn5lgb+X7tB23dCOIhKqw4KgyLSlouMI0lHJlmniLbpEcBdvn+tQFUKuscRWDMggxo5YIzCXfCduKL5AChykUXVDHmcq3BFsGHVtV//8Q30DkTpNU+JB+/bcHP33/+vl3f33++juvCqbde5/dW9T49aLgh48fswXqj6evTp/8H+kHrkYLRhPjOZrSmFrqqWIMdwkKhn4m5dCOX4CgUU4kAzBvntCn1F9yGrQ0ap5NVJw+m+XPk3cMh6hty9bMHg6R96QHd6knla0AhH+AkRqIoBzYKAxcb1QyE/ZifvFcXpIA7vJaem/eAg4xlwQkHLDUN3KpzuEAgiyK8bui6w9AvGQ1GojJTqiKhXgLut7k+Um+WLPblQBqM/K2f7SEWQhnANQhJ5vRy6NPOnD0Aap0RoGnQKIcP/YL1GFg8OCmk6MF8MUwcHQCMoTBTJ3B4Awnb7mZ6HQEZx77pXnuEV7aw2umBQr2ZzrBazV6eQUcPY+6nAxpq6IXlwx3hDvoQWC5fkoRZ7d9PJYH6Juj3iwdH0FK1naC5fj32xPMKsqwFTIlA8edWHNXKkFhK59sxjdpWxbpZ6Z8ixFcU+9+3BFBcr3kJlbE85eKqt5mG1VH+sU3qAblf1NQ/orcu+BfIqdVfosaVY+3UL5QRvbeWuoCKHI2mp4QiVVUkE5go/nPEUH/ygTp58QUC4WPGmmR/uBXXhLiKdHP2CbaXiDbl9675+nQx+z+d//h/ccPf5TeI8O8sfcl/YE4DwNeT3vCBNupGDw/PVt4MMI/gR+gx0fwZycDGJRObHH83HsoD46pgP7ICTyRD3Oi/MyWkRtkLw33yG6Ln+ALQaEwzvDnsZFL+u0EYAbgS4EM3XfyVOUmCuIGn6pa2MZbfpX3+tMy3D5AJpzJmeCSlMEn3pir0oWMzBnWiSm6GMzHs8/sPuC9DsLzAzVH7Gq1Zps/+u9i3rPUTHIhPtld7QpghXJPRxu5aJPN+OWCUWN291dOPND50Q7uHn4f76cTAg5mQ++Pvz67nv7Mq0joA+QMQUX5efb0cAEBQ7eB7QL6dPQvgOUikjg8l5a9oK9V5ykXyFMt5bfLWWdijE6Pf1X0Qegx4q6ot0sT0x7pVDapQsolrkrLVeMo2IZr437WlvSLcJvy0WlUDbstxb2vZzcV0RzqjFouaVveMrqFD0FBZyjqnlIFDou8RQoCPkNRNA0F9nDefX3QDUWliLqgYRXEn75P8Sc3lksO3S1mhfzfM6iefNVYqGxVmU0+I1NlbyBtUAJ+q4tLHAlFW2IRCXBF4Zvhzp0H3iT/9fPfv8ML/G+sinv847177A8oBHzLVBf2RvBmV+x1mq8J5s0hcs14tuRFjBnVoE/wHXv8TdV61ZMlWAPrFIjF9xvPd2hm0UyOlPHR4g0Qhyti8ATN+EyWm40s5BbqGaclFy4R6OcuQkCK9vBgRsfep2u3YwPy7P7hzAkTlFms2q7e/hOoA+Pw//DDVF4gIX4fzuTl9eSTAEU+lfxQ6RkStoe4FmbogNeTxVie3DUt4An9goJu0IjB3/VnRkZ4m5y9OXYnUIs3AHD4y2p3pmzyAHEN5U8uznfVnP08+MBiYRy3yc7umHUw4sYMDAu+JgNeS2xX7nqJJwtqMTi8lBVYR7XUrsXts8MNwsGr/X7yQfjJvyIm27BWR5/wD1X+8B0u4PqMv9G7DRNj6K/wn2ghD5Cbvtxdcdfkf+dyz6BG5U4axc0dR14bpoCdCwsb24UaLoJSTNzooRUVs7irCQhbbZRJgjWZ0j96ZxlpJbmWWquZxSVFXKtVn+woEY2FKAHCNO2dKFXmacuFJ3aJWVhNaESRWQry4UKVSWYVNccyxZEISjFbReZhFHTHcxypjVZMJf2a6x6xk7KGbRYH6CyXBBSmonBMsSTqlxkjKjl8nKQbJYUysmQ6sSgYNI0yiJ7QKCf1jh54WTAe4Ovn7Irw4tnX/8KqYDa2wgfc339ycLwvyTBIC5lt/pzIfvX6LJjVR4NWMDOZ/MzgrpRHar7S+uVDG5hPOH6x/HdX8PEL77kUdi7l89FiVgl0E6oAMiktWmuesjF5J0xkXbCwiWEJMICuxEQxEEdZ1aZl3YhdwyXNWM8htK+EUaKecFFeF3OjhXy4eUI5EE2AQUE0fGPkQ7Aj0+GcMROm+4112M/rEYO+Br6N1Gu10iex+59xcala0rG3zHdiTja7q/EnY8/5aKkazTaLKy8Kxt2jRB2QRXH24Lwzls54OlVL2Zznwczdx8dvs+R1IDiB0w9D9n/2BOrBBwHgR3ZIXevUNrwVnXeHXNhnpGf1bCbXlR5CwSp74QOZwzGrP/jXteRvgwfY3WV3dIsWibvGD45EEvIx6BmHqDDyZVpnEz3xypZZole8mPhmdXqbO9TOirpkLscmpABrwlZhFtGzhC/PHXI1RE1YipOJ8wcbthFsa8gFF5WTIlJdQwosZ1jK7SoR9khkSaNWtMIqCnQCuoziOKVghdYG62QXY+Ms0jrJYtGJ7Y7HQQhJbGqBuXUKJfXsSYvjVSU5nFQybSeW4rpDK+5yosOgu8YYha5k6Ix9aijieMWWtKiETU1h7JAcJUFcpBL++tPvD/6HvUC1gJkT/ezrZ7ws3W9+i1cbeXeEvf0/7z/5G9viCwlPodPjJ+xuL2LJ3OIIuHtzdDQ6PzznFcDe/0+fo5FTcjTESAgg2hv0TGgPA7sVFg7g3HipND3QuJNlfvR4wdAvvthHAYDy0foVZuG10Wc2fKcHXAgFdvGqW1qxNFGZ45xuoaCArkTcOWCPL/PrBH8qkjS+gl3pvcLs8lIls+epskxGT+kKDAfw4jPznNl+VE1dO4Kbo8OxB4F595v8swkASPpw9EgtXhU/vzpX0fLJ6DRkCp+dRZU4XW+OFtR3zYRGxjCYjjMZyys0GvOKYnr0QDpBPlvHen6QTx/PjrOXHcB2IRsJOMyqhP5bTPWvRZdQreJrwHIpr5pJMfh9nvyMf3iCB6g/EkvhfDf5Hmn4QqnqK29SsegprdhKCVWRQhNspZ7UsEEKKtPobqU+14jbWbYlRRH2VG1Qi7McYUkKuoWrmi3KXwmLvgscV0VRtbSl6EnILb+t2KIbCowy6tGWqgt6VCIFVdext+W4lTJuc6Q2FGBbKjvqkDT+TRg5PRTMbGj3A77+7mvemP7CXmDsE+0Wr35MemYIRDiozx9J461wGEQqibwAkxf+8lr086vR4ego1gcf6ZtuoLsGhXRMpxH6eUYM4Eek5xCvcTxX2gy3ZfLB+7UDf0JQ1uHKN8Pnse7DWh4b3pvne+D+GdTk3algMAu/bq12uXxCu02AgkyMHnLevJYMl/IjXWn6kEHIOsWLVInA3ecL+azGxeHTkfy2y5kcQaGWGsTs+SKzBW8XEazJpWWkYbjgXW/X05/fyN64p4SpHEv5e6NNOn6jiZvsIKE9wMli1wPEn5i46Okrqrd7Nz39b8MrmqJPTw17XvWBwBo5nQsFfJ5t5AJi6h7B4XAqXEdkRBuQm02mcgFJG8/dCRhXnv89+ie0GfJnORrrtolbBVLQCaZyV4k65W3kjPH9EkVcmKKFOrZ8g0rc0g0FdEORdp2ME9BJSTcUSS7P8U1V5tI34x5lnEFRl7gkV+pi8yWhai20fKfYpm1FK7Vi4TtFxxa6oahRpzH1TUPs5Ey9KRRN0rb8BSr5gg8yxy9QLnzK4v7ZWcQL1C+jyBergn9nUcjr756/lg/4DevhFD/+yu9H+hv+H++6VMgw8OHqXF999lbeMksf1oO8zRUhSrfzt6uWcWJe+eABAnRsBrMZfjih3euPtPL4dsBJZcFjmX2Si0JreiMHEfiTWnCAq6dnHJ3XxV3K5UMlhSCCkWDB2lrwOfWSYHr63rGVIK1k/D8cSDmAF1N8IxxAlSZUYS0wjpUavuufh1PBnZCM1/DKeH0UC3Y91kFLe9ceHl2AQ+br0QU4FU7FCmC5aLurOUA4ma+eRh/gaLVgjyrayHIh0/EDXI2hDFZMN3T9AUuz5Zh9awYTIZjfErw+w7/jNcfiBWiCswlvftNnumT6n6+IXEavl8NHFDH0690lYirgcLnkncB81h4HdpeqOx0YVGI7R3vmxQPM5m7eWf4/mdQFlSK5YS0pKmwJOsryRV3g+zHF+LqE7uChKxQpcJ1FuaWrolKm9bUEbg6ZGnDfoszXZU9eB1boH0EXN5fB/zRCMF9SRJHcUBfHFQqpXKtMTUG/SIhjOWgvRBSPdBPrFbS8y9GvlBTt1EoKKlQ0urCslMduVSE2ioy6wHTjupfEG0cVtVe2VljU2EbsVjI/nUvgHrKjEEU2Vpl/eHCH6YCCQCHgs2fP//rdv37z8OHDb//l2YsXvDPu+JV3CLSXxwvdgLkr2ry7uyPWgLxZjI9+GS1G49Gb3d3dX3DgDHzGNePd0rueAnb29gC/JdhnidFggRl98OPoFMT5U7N1osf2XXp/wk5adX7s5aENh4sjWnKMDhvkVCCIArTpgWdOCEDngVZhofAPvTLStMUTlHPk/j88LamUzc4hKElmM2xBQOHD1S/s5nfBoC7OI7NbJCvGLbuIWS9qxrK5H86p8I6cZyelCRweIJ2D5247DzZzm+rgMFKsp5PFEYWs5QIy61HV0FkNBYrXU+Ea+0O7bFUdAPQrkPRxu1eHQHB72JyNcKBZUXf9kWXUG++EajO2fhEr5xooBAHHchD9L2ZxVO/GCOKeKTdVxpkQ5GSrOhbqHrsMSqpv4kipRXW3Y+q5WYm7TBGkKIryu5Tm2biFyhPdr2TDWh0F9UBKFCVHBZMwibPQzyoFWUSNm4JSLmJSRk2N+FKu7a1q8zTXtMnjFIWtCg26bW2Sq56SK9mJVVOljHtEELhe+JJSjqdvD9iimBCKjsD2ITesfu1xC98dJqjJmRosbWfTwD7IKdUDDIOQvTXgnQf/9uCnB6wH4X3BgsDXz1788PD+w4d3v37xL7EizuMhauWWLWLeGwLVgMMxA+qANX1YFcITFf17uG7gGX4SoBatXez84fGbbzwu4mHhI5Xm4WR97J14cBj4gxUOyG+T5p1U6Q8KuvzoA4+MW+DyfRLk0aoVujHBD9C7zK5Az72Tk8gQq5q/tEaVHJ7ixG1MoaL3+5OZt6NSircywM3kRR5SSN4RFF9M5K7S5YdfR17Fu24ZCwDlKTJAfaUWrw1WQyxp+QrbIgu1l6M2Usv3ktW6410mAk7l99oX1JkyT1pHBgovYmGwMFw2Xr2hCnJRh6qsMU8uYWwcDcqxYEQuoK45Gp2SriUDHwJ+/rUMx8szwWp40bq0+huJ1SVlEMR9xbphSzeJ75kQff+4YRGiwrzt+IrhAYg0tMlahV0UgZVvwFpUpKKykLnRxsExjEIildBpIVJcrWikbockpm3EkSbWBwp1lFMsauZScndwn4GUoUJBmPnS2jJpCikk5H4FG3tLUQzVwBplHCNTXSA8WRwGT/HUuxSksLs0NszjZZiHsOQyo4hiGJnSWiVZ1S8hzVIohSB02mBLLhcTbBcqj/IqsbvRMslFOgG7SGkPU/TBkVCvEGWJocqqg3QSnQtRAjmcmlpnEfPbrw++pw+QrsCvn714/R37A97n3UjsFP34Ifuk7rMaRE3dvbfMBFy9FwQePmUKs2EP1FpPp1OW1oNzKCLiqRTQ6GE15rHsHsQDNwM6aXuZPCIpD6wFyvmO0G0D/AFmHg1RDqnUhnX7lcFMPe7uDMQZpBD8Hntz8iDd+gWHhH9yEYuzZ1cQDhwE/0gFnFgcogxru2TXn2cxTiF8ORcwKd6Mjjas7KXlKxwcLN/kbn/jp6xvUwFXXh/Crn+COaHcHJcQS78kDq8UJ1IpsmU3BOHeTL5g7Pssr1DN3cvB9Oy/DugO9NVjZGXJuAejukvedgeYDa6Z3mPHkAMz6yc/0QbWydEJyD6AuMt0/OmEh/y/8OU84d8PEGg30Psz6pbQTRHPE/dR3pu+UUrcieUuEhf3FLEpc6WVKKwUlBs/JCIfhrxFW3Jzf4cm1A2vhHi+fZMrLE9CpVaydTClxCAqrdgHQlRpaZEGolpy1USmLo/DNKoXLB/dfC5DtiJJAb+u9FDayKU5kWPAWUWBGEcd2+KRSkGivDRpuEX5B7CUlSwipBx5BqKAlX4hkVQP1lygcklSKyalEAp1sauCUKuaqb2LlTY3/sISSxwHK7n0c0WUIIVYMxIJnGgm/thZ6K+8KIlNEfy2dG+RKuD76vT+aWwO4z0STnOHrLfGP3r7oi3MUl+7aH7EeMZ4oTpdeHLG8Du8oNfopxS+Hg126xcwA/uMfvhuJ+xMYmAkQ+hjmQmuXziEFC/PBgygYLaOsReHx5eNYaPjkt3w5LvBe57cxeVaSTN3CtrbUzFMlLmUYwm40V4VVlGSt7G/vrzYLOzfsakgKEsLV86Y/K+NsGv6+Xody9kEfOOrBXWa7IB3LENxEzj8vdj/FA/Q3qanSCtJXuIR0/pUPUGh4ymL4YRPOG8Tdm/Ap1MWOgG94YsK9iAzHuBUVwQoFAt0n6ydTcQKOP6ZKLcQfjqJK4ZjudRl1oVlDxj9K+JqCv3MyP9mHqBvobyPIgymUtEFn0HRlBiK1E5suWSCLapQZlJP7IL41aCX1NK23NANhaiW00Yt9VQpdHyw5jo2FVtyEEEjZzFN1CR0gaMedWz5lqBjCm3HlRS0YqVbTEuxrRiaLXJKkapW1Ii35itcF/wDirgKRQGuBdolAgbghQQGopBxQWDK4DUhfkvI6+evv3vx7Gv5gXL95Pkx+Y9VwXV7GIMgHwZ8V1dXV2wDyHMESMkNfAdyAWVySSZyCQUzPxvKgC5/DHhzNkxl9sWOYNAvytTH3YLhlNhST6bnsNmbXMpnIYO4MzY4VsF6mNUSXXqnFj3fWAmI6QsE/4bDmSDp4yVO14ZRX3l2vExjJsbz/HjrLz2A3nKUlrIgZwmWMuJB/50cQHb+Y7tBdlUAIQFCIxKKy8HZfHT0QfJsODqP4dvx1Ush4loJwBxlPqURLddtPHpjnBUAihFQxYYxOH4CQMpfTwdn3r/BH7WGjW9q/ApO5SDGMC5tYLovsYh2r9d5CPtZjiPwJA//CPTfx1MBlduvzCPDuyErgDcs5Na15m+i68kQMANQR9wVcUPEXRGsbx6oTQ7KoCcWdkvdJhhn4xtkrkopmuN+LYq0iygZwjTtbucMbic/Ezd0xRcoZRYpqaaKFJjLIDSFCFzn1Ba9KRNEXULEN6LK+KInf5MyCLHJ6NhcPdmIKlOJSmHUVS5pSy5fJ3RK6JZL2pkENXFRRlTPz9TEKrLTJ20dJuMSWC5/KZ1OwJ/8wzjF0PiEuaXjnElWHuVie8Dfn//+LJbF3f2B2TB3H3sj/ON7D9kp9Qe2i0HxPwWDICAzX+IlmE+fsjCEeS3v3MYdbk4+LP3KSz1nsSBYH79NxIHR0G6gTA1/dPfxsYocCX92JfWssp5BLTZ7hHaPAv70cTuWMQ4KYJUwTt1gttws6XH7iFemTHhpcvrWLKY1xtFMnHp6DNPsVMRHtXMFVQwlf6JFStNYR2SsmVYksCML9p0BPBe/7EzlkUUT+VIYM1qNp2wsPaYP8POlEDE9wOHK82LC8XPeIRsGXrif0G8qlossIBfsTT/JRwu/byofT61h+4cX8ujcVhZWXqw37ANm/FPNcQHXzP+jWF0JYycdjr5gYcfsZybPcNV0Jelh8F/GDjh/Bl/Go8Uv9gC5ReJGaW6u8nD49opbBrV1YQzFTWWKWy5uRyvcTEmBL5kopJaMVPKjrMW7jCivKcZZHflbCJ3vbAlxh3dpJgogb1/drluLWm1lVVCLK5WwZJ5fVj0CyPUW9RNKKaX01DgFm1qxLkhdSQtdZeMqWKh18RE6y1I6Meqod6QhlxIqbR8oKhyFRDWdP8+hsSzawpaEcsSIfYAmV0SlltZEHJWMsFCYmW+rGVzwOowssFSkeotRCA+jY6ga/IUhkuH081gwXiDTAeUAejYMfp+nAx6fxk4xfL9ihxim//0fT/b32SPaLeLRrsBN2OZ9XXDr8OcWfuWbZ0Mr+CWhz12AtmEfGTmL8u30XHrZMB1TYKXdSH1UiD7sHkg2KeVUyn+hwYxmjsunp5wH2qkskaPD0OMm8ppAHqFYgB7uE24fTiFOlRxBgdpizvt65aO9AcyUNhQuMV1GSd5DRnjndWm0hD11WQ1VgRM+4xFveNPhhXtjtbcHywWbXllxJVN3/ZVGsgdBnGRoVJ0Xo6En7802R7+AXROdGhtY212b8s65C/HX1wOwkNNU25Ulcu51VBHR8TcD3K7V0FXrHjBUgi4Guz+7HEme/MeiF12zDchHZwM9f3RAsApYVzz7ALmrdDcojBuDoN5ZGUeQt7O15MpHw0JjJ6GURGwu4s7CeZOnqCoExTcC/VxNc6HJ5yEp4p7KFq5EpaqodSpHRiilRMnlsexR5jO1ZZe4S03akhXktavKjhPFRaxy4eO8Q1HO24cvT3S9GBEF34trmBSyiStQCqgFFYoY++Z0rYm01DasfxbgWx1iMv0j1asS1HE3yQHWHCD+Rk3F4o5SkIYO8qIWTYl07eQg/hsu4O/Pn//12XNGgr1H6kMWAKvpe7C//ye/KVggGFr9BIP3WC4CFNIwFggyR9D7R8fnfHTFlOinh/QU8rF7RzCUi+J3xIF9TIzZsC+qZD2Ofh43J+CfvUKsxAB/UgF1/ljhtSF4f7SPhZnCPCBGqTR61ayloenpcgwZu40sUGT01iPH4eUFBzouI228Iw/Ny9nYMpRNpRYqWiZLXDZ7W0yC0ZE2vwj3lBIAKMWH8dVoZ23F01gAwh4IxuHYKZrjjEA2YRnbwcQSuA2AymREmSkRx001AwvFqh1LJXP6H1ta0QIGJie5pSkB7qAc5plcQiV7xUe4gGu2l56DjNMZ15FLyvoPXUD9NzrCD1wsFrvjER6g7gluHd8pAsO267g8H3nXcffEU5e5zJZ7sJjUgQfbkw7XpVqFQVGkMdp6zOYXxuRznaxCdiklvYmjkCpWqukKFQfnErN2TewDYyFFFFerWcuHcS3I0bkZUUSXkHm5bsEHq/wSS9mOqRdsJEayOCJbiIs0q50BNhV5TMwifzmIFXngqBb2CoOcOQrqCikpjl3vKkYdM6+vainC+ZxUrF0v28DnaZRsTqxGlkOFRVSjquLATqlyiKUeQXwL56ATVVDVk1XF/YoL+Pyv+toB/C5eFcfiX9b/HnvC8xPBndzBUzTyCP/iJNrIB6fH9+7dOzg49ntC8An1eUswejliGZyeOh48pskIrPyRy4d351APon3GeCLt6IUFQyU2w1+MGYKo8RnxM5d0eYF3+IdyHu0Nysq+IAMOwiq5inhx9M+p1QuLDQBJV6DxhMaxUI4tSMmxGW/kUeHn7QCjF7LBSC1headCJ4MZzqIszmNnGCmuhoz4DIX74QE+xUR5F54oKJPF4YgXfrgPMDDOq0iI1++8gO56erae7XAsoZac1MV46WUrck7ZJ9BTBj9P5LAK5DC51ImyJw9eJOPD9MMy+48TxIMGJC8CShn5ldb/NuT7yVJY6P81R14F8maxGL3h9vVdUX8hJldZhUXKoCdCVa6awnZChDVwlNQTTGlRFIX5craGvZU6i+B4kIJNdVNcibfpVul284hbsSgyLYSMeoLlkFKxLXciiiqE3IuLVAWbV6mhGwp+PTHibcvbcopK1MoOEosqdfm74FbKoCdCoKSpD47dcTr0I1IaXyn/LboBX/ttca/ZGcF9gd79QH6eIZAPWwUe7//RO8UID/eV5iVxsS7O+OdVIS/D7xOAMdVsE/6ex4WvmZC22ehJDHdQNiQCf2SInr9s/GKCPjCRjj+v3aI0HnEearkzQCd9YJ+9PmLpp5+REcZPUNvD04cuQvwjtR1h1TBlfEQ1UuOVPB6lVXtcLqMdRrrbcKfYkIoUfDLBy5K2K+g5HD3yLJjN4ulofnZ5PdmMYn9o9n4BqK6X4B6ZmQYTSLhh+p8QbOLJhEzvExeLPWaDaXI6sHA3gHJwOaNn0Ox07TbwxZSXZ65VwzM1m73b1WR48m7iWZc6igCQE9cHecLrUAbrT94CwRdcV9P/dxaCcv3z2R2pCeyVIHlv+P5wUJiqMRNC8Nsit12R/Su3ZBdYT5SsDxwpNg62kIIw6xIKZ3WlLmjphiLpNq4r+Wbco141qX7kFNMvLinjNih8pPUTSlwj/3pXth83YuH6bKWIG7GVKt1QiBQEU07XmogVlCuiKP+ZBDXW8a20HSeVKOIQbpADHbKn/BJ1cd5ozoob7DSnimVZcECgnEBmAPLGYCDwvpw8N3UPnvD92xNviyAsfPun1d6fcPRWK88OfMQ7Mt/oWXoz3tkReG30lNk50wM3ZCt6PZI0+bJxqw898Hh5Mgucox3HhyFf4NEGSjconsj3Y40Ij7CcmJl8J0HiBx2CY/G8s9GnP/T66TgshBWLT7RkUjYIJ1ZAIe6CZRJCQk8UxJkKvy+az2pT0kxmugyjqCrELWA1MWUyGs3tZy1W3tBFiitBotvG7JGg4jz7haW446fCPRy/8TlIKMZNYGnWdiRV6RlLQez3nakoQFZO3cVnoR7OpNy9y0/Cd0COz4TaKDs+3cmc977ZBWQcWNeAgXfsmPsS2wAqFe9WTW7+B9DNqsu+wZEezxf5YnpW8ixG2TiKe4I7wndNKNBFSqNBbJCA+7EmpLKR3W6r6oy2+BsspF+uj4BLbXmuCmcWSqGjbUUXK2qqH9TKwfUe5y1qbSEzRdVSF0R9GkUGjqAa98UtyqqnqCDEejFCeZMiajXbEkXcPOsuqNSoMmo0W6RfhEG9zLdkqRY97RZ1QVJcgrwj8gQipcc2KlNcMzWyQcDf/8o4sJxAdoYBA1/Eu4JPX9H6lb+3f/xEjWECf/b2cwwEj897O+OMgUc0yAQ1tLSEJIIapgXiwqRvpydRxjEakuAXPX9GR/Q8qfJRwE/0Um82H4SM+lD4TG08kHE5XHAAfEv8PbKxhR/df7Y0msmjZIkcO8ngMgr1aMLaP7RzZwcw5kIPP3hfGA7HDEPhHk4Z+0r7PUc0ic8PeQHcjC1fxjIWRK4WLAkWpK0WdNGREk6iEKZ4gCO/yW2yYetUMEqN4Vj5S7MY2JP7Nt2wGI4PYzCCOl0zFbOhj9Ar4HAMbeAVNvJ7dUGnystcaIZ+BXo+IVxiv/5jMDuLJcasAOavEVeW/oXFeFe1Ylh+9+gNfYB5J+ge8W0Cgy5uqGB8Y/lnY75o4S04sC1CUdkEOXjfqsJbF2qlLfKe9c8UpoolFAN0pq3YNuJqf5Ni8lhhqzxoL07i64LrEcM+UjNHxzdMChkXdalkZnLQVbAcJgtOPqKuDDIV+whacqCscYgQRQqoPpQGzoqR6xQ5JNmmMcg4qQsyu2P9MsFl+QuVI5YjJVupHLQ7iH41mYJrBTM5iiLdp2cqydaQSXGTfDs1bDFtVCaXLOL74IE8QEOgt8hnJPgF+2OxMMQjv2rjdo1hferiOH+MgQwDy/H6YPjjHSAA2OQd26XKO8Epi7aXgK/sgQVqBqhNlifLE/BQTor1lGWwI5tsGLykvNlk5k098WTU4pVzZwfHHYeb7BskBRcJX83uUbDLD9SELVV+PtlMeA8wg8K0p+mzcw5cQnZbNZSobb5kPxe5brmYTQ1e+gvlrQnmPjnlyt7aZH74aD65/jwTVo7m8jLd9bcMD5DcQLGawO4vXL/zWIrROfw+JpNPFnYh17xinRbyxTW2y8V4PcVrlIXfnSkwm0o/HE8mZ/L0Av3nuuj0Ceq4OffFjib/hgSgA97foouu62enmr8Cb/HDBxzxSr875fbS/ZC3GveZb28YbhKSHfvecfcxydlLHWGxwap2xEc50e8dln6qsVFEmq3QR2GEeaw0LdkIkdOuyMVOcfCugzNg5ZLiF1Z5NBcTve0llzNhg8ZxDSO3wqLIipa61GIia4njZPKwPnQU1PE2q8fANhSZVgyiKIckuKYYRfEyQG1FKpF9daOcyEHoqleDrAQ6y4RxHKdyNH7WORuFcQSbuJRqWsqKZEg58uDYSsOhyWmDvDCRHPmiKAI0eZRqZobAsRMbk7AqYZNYki2ILJDJ1j6SfMCf/vrcEMikmBd3v42lIPIGH371FZ2B2dPHRMD6We293dtjXvTq0VW4gvIphEMnE8Zv6a7jGdSzeYZ/Bvj51el+EpENgvgvnu6C2xben5IUedssnELWbDmHVHx4B4nHP0BIwYeMbKdU8EG8Du0uPoGOHEeZXLJPC+4k/WS0ivEbL+0rpgNImTGMoONMbWVHbPBxKgg7Asu8zpcm8JQeP/w8O34bDopvKGMB1qEwkvIWNHjdkeiWL3v+sXoEtJvsHNmZ4/hHpesv90TFA/ScQCGgPD/PimbkWIVzwvh1eISb+WY2w6HVuanxHkO/Qj35jHMPsHhzwSFdfxP3iDLM7v89Oj1xavgurg7158J7j1FgkX5mqmQeNnizheuCwhZNI0XcSEGhreLttC0X2o6hbVXDI0VcNJWqslPYNLhbqWOrCrYRoJ7UqCx1srkQO2WfrXKfugQFtk0dv2SdEnEqe2Hq4ptiUJ+NKKVkkhrW1JdEblCE0NPfSl1+BUUqqpZuKG7SLYoq3OAVqxX8/fPSCmZ7mLt/Z87LD14U/M3jhw9PXyUCHuzvGQTfrt7/byv/3uIC6vvo6Wp0KK9C7VIhHLilyK+mkGs3PtplSqBnBAaYjQV5SmR0wwCnx3K+I1boJy42h8Gtk31AIwAn3VLOJXiXCt7vLZ2KVGE4Ury0kyKFAmrpeuTTKyneDT1H0K4gjqN7+VROeooqwG3mtQrG3btYD3UmDH0ICEe8/42dYGjWYiyoH05pE+t8fVRcwvXl9SeWAgv36De8Ahp1jNw3ZjD5sGA5iRgW1gGb8tmGu2PBrfjBWu3sgMLPcgZjzt/g0u1eHFQJS0MbG7zQ6Sj0n/LiX9mpyizygF9fTOY7glRy4zzz/iNcwRPDn04SEGTO5khVXwkG+ZMV/POtUH7lLgmuSJUj6PJBEZUgmOD7ik5oNX3qglvplrQvmnfBVh2sqEzRfdE2kkqyqEtouM6qUQVVtso9MegWtlF11OPiGyWlslFXCl2jsC5VrXIro4LCwAYf1LO7SRH3hNuoBLeJqevRDcUNuqFoM1lSYN8QR5A4loQIAZkPyNLgr+9+8/Cr/1sgiCPIxOiH909fMSzsFwaDgG9jewRWBj/i+/TRSwmHwrnFAhD0ULAeuvlCzxqTBHfV5JJstLMzB5xZCLRU2pAXiDAbEN+Orjy8xUjXAw8ksoudEA+9LP5f8i1lbG/Q/p0C4x8NW96EyceA4XUlzBe0i/hOyfTlyZQhYAYSWCnLe0GG4x1WDQs+5LDJT2S1B6/9uLxmmZvHZyfj1aGaoLh5hzGhxdOeBWS8+m0kwLUHuPgwBffCA5TrJqMxvX3C5V+kuhh8ki+5a79PrdqzIfAor5XePjaEYdkvre3wEOXs0Up3zx4mbGwvPNcHjB2eTM5YPMxJCePOOLDgnWH48QlrChn5AAP9FQL6rfarK/4prUbpAbq9lV8oouRT0oc2RhUbingLFmkCkakk30blLuyoJ5W4Z9RxlbbloIy7oKWq76t9huLiTCMUuSx98wRD2bEO4nyJtwy2BDEuLthbiuxoW/aVUFzrJbKVm42hiAMkW+Ktf1hFmyX19X0hiMCHLprU9ahfK8cR3HLwJAfdBUt1NIIj2CKCfnHtUUV9KU/PQgY1CguRyvvtQbSB6QZ8/fx39kVgLsx9HMG7X/+LQPDx44d+MwijwvuMBQsC3QtIwOI4L5DrJkQfsWWgHjD2zo/GsTyyJT8PQegRlbcGyoVnAggBmm7ZCpzcWnOqPUI+Rk86tAygMpK/ZxBVOJvSorXXKA9P2EG7O7FQ6GgoFJYYdN1ABhbmywmDrXRYbvz6NblcuXcymCZ0FCMnySgnAJwvVQQdfWNGGt65KaxDsQsgjp88Ohy/zxfrD+4DNDox/U+Hk3cYHuDZOreDWU8H8grt96kwAyC+4OeBWsNiveHL8GgHrf27HfzGKas+6AQcCtewWF8KDTdMhY7PxgPLlzr/d8PxidrKSxlyYYV83mZH+AfwHcprX/nv091MviPqUywqd1a5WSoKlTjIzwVBTYe6Byvv5pZsyZHr0Zq7uCtfAb82jUwhdLUrQaUoukuqjImDU6eQ29LhiavcEEH8lyhyVxcFTYkhV6HjikHHuo4lOQqsZMmV613X1l7fXgm9FIiA3G0JbVwOSBA2PmAo+1QSqsJn3BRcrwbU/s3bgzeUx858Ra+AP0InFs4VwLYWV1NEJbG925rYladY7jcf2PpqcefOb7/+5NmAv//ulwV7Wcjdx/dP/3L6T/cf/vBNeIK4gt2auIMndAq+ZwIgcwDZOVqSFwu/3ZNn+HLFEpFAP/t+yw/Cp8k7Hnk8IbwyEI7BD2J2hLH3h28m3lr5LHbvwiOkFOno9LJKyLiJzkFmu7EFKxaTmeAPKKQ4ePmJOoyAATDAnVQF7PYN1xcX0ulgAkr8PmBCDtRkufglpqhsjs4ZqpUHJkyjwTubgHuzM/oCaQrLe9uAe1N25Nt9aW9xuhyxkRYgL7Tz2t61PMBow8pJS79P6OqDCLCmmyNlwIsTuu1yQGVmR6wYJhbqTeUNzs6m4fex5IPV0WvGii3YfZQiWs0gPf8oOEelLeWHs5+iuwLH4115gPxjeq9/U1erO3foL+bGiSEDc7pp/bBHR3J0fHOryKCKJU36LrA2Opm5r8SKs1kY1yy+JTkerM0zUXGEkvSLW1dh5HQmmJrD6tCFiWyjaHGZXtIiNRIjo+tXOs1dplJJN6EKK4Wkkr13FPNZDJnjAFhnLoUlDsM2zcduSmyO1pyEmGKBIiwtKaVkQSMuraJe3dVTkHJJISYxzlOqOFRnF1YltG1ahtpFOlPoUFR7pxXWBRezxgI+43JlsJSqtU/ORYZt5GxSrDNDWjlySSzJeTUIpJEuGMhqZsPICfTmWK+fvZAjCASyG8yre6f3WQcnBPzhW2Og14qc3j++d5DL4g6eHAsQAUUhI4PEOIT4gfgeAiI9ifTTCZzsYOlB/dmg5+mASsTRE2OkO/ngFIkeEEklukDMXFbCAAeBihUeziYfBIa4f4LQs8k7ePy/yWDyjo5B+4LKBerNBUjBDdWSNVTMP9Ch9o6pNe7nmy8WY/abpwXMlghyxkZPPWbLrGe5XOvpp/mI2c7KNjy/wlHD5lwAKBTbLA69XwweoNu7g6m8PZdztn5X+/vkZ4bfJ1dx1yMj18q0AXHlw9nAGwF6JP2D6rGecfnk9dkJFitH8oIZ4MAisDc9Gx65cHxoLhiGOn26JNh7VnEs1L569Gi1r7/Qy5Vvj7hJfB/ETZR3h7Uh+xZqxErcPsXWvK2k8P3mbJ1xEGaR7JyKI4T0I0xJxG2e2iyTVNcm9W0OgvLAhDJ0VWzyOYiaW8oy4xtU66Ugiq1pRXQAjy2yCinqEhQ2uIyy9HqIWjNTdxKUVxNc3ZKkuONcemeY5KvnmJCgJFFWOUQWIKvOrlLJnyifpMytWA1MTipsd4KmiMtftSSHtkkouhS6v7d4tE1KHM/k+1dxSY/LUg5Rq8zHBo0trwv2BtExG+brF14WIq/v/um9YyZFqwF8//6PuShYn3hhJuvj/vLK75PzvGkWhayu1BLe3bXLIXQBA3HvTtT+tAezXv48N7gpnUUf4+GOd5cWsm1Yr2/4YzQX8BRqzfDzjJQKP7iL8ISxjJPhJp1GeTkAmaw3Hybs+6lDqSiBnhw842bgnxvMJ2f4nzrGDpMElax60qCcimH9r+B5PloIaA1Rfi0njHw5GDoFmX4zG4/O7W15VyxGOtSOPRR2seRldLWwF5ezX4Rm9AEq+2A2U1E7QLC0O7kN1vpyuVgsJ+74u156yp/cUOk9+cWjwNeAoTxAsWw8aM+OEWI2pYnqfwT2ZhvXUufq0+IKgvUAH+vfPAKslu/L86vVau/taPRIHiB//aD+bRFxS9ZuccFm1OdSaqkv3aS0qFFHHdvTK2h1XYIo1a2iJQXmgm8SUt/XFIsmrcSp66lSjqChvhR0QxHUY+MbQV8PFabIXQx1bF9/U+q4jhr2ZkIj9xM7qVFBfQmFTTq5UsatKuiGolAGigrbxk2+fwerE0cj7dc7rAn5vswHZGkwMwGZF/33nA74xz/+kVVwx6f31DC2ByjXUDKTZLxGZC/ADwdjF9p1158eOuAMz034hFdFC/cNLbKcEEgabt1ywpoPmm5+hwgwaO/OGWyJUwPayakRDmJb5A/k5bUjcozYFFquIcPMU3cAKteGqcNCPUperpkkAqCCMZPhkeq3FCMkKX4fE3ZU1zUMe8+s3QKWowUD7snIC38BquEVzDWvCIn3pDNiLBvGYucjD/TqgEfy9tRGlQeohu8Zc/4AU+mULA+wzoO58BtC8O0m17R7BaRnsvksr3Sja0E+prvoTD0iLBmBnkEu7SResCRXke4DXTFcQF1S9n1h/Zv8P3mARy/psd3DBUwP0LdC3hDbUUf6pTn+UJNgy8I0qpslbCu2qLVALHzjXVhrrmjQNXyh8AVEja4K6Qt0ymBFPBf+VY3IJqatiohqamcU1AUd6XdTt60IctD5PaEw12lShO3kKhbazlaJoPtDZmS6nb1Z7C25u6Ajn0b3bUlBe1GD0h5qtFD4dJUatr1WERe5p3QzIvn6V1Zwh1fFPWdnGFaE4Ae+uMvrMtXuffz4sZDOCMc7g2NliOBQIXvCWBuToz0s4t1g8h3BeuaMXXpGPzCFZfCJDf1iRiCQxvtBQCo92jyowJ/UOGoCznTu3Py1RuDl5i/zWz4YI2PCjLwc+vzwMIV/TI0RKNAZiC2lqiRhEA1msE4s/X4AoJQGaPakkusltMNpHFLvdwy96gzwqOjwO5pPGLkVftht86xn9xzKOWRLmbBG82kpRhqm+o1GwKyOEx7glDe/7aoxC9ix06CcSfEXa/mewrO1uFlZInzGQVShKS/3uJgBhpyRvcPxDs17UM8bUS9l6z0Gl0uPHM/OdNqCc/6bbE6YXcTrm+XWugNwd3ekvxDvuzoUAJYHvd7KMCHk/8l6Zzmw1nzvti3Z3YSuFHk4RJTTA5Dmhg0bpRmZSKCcUqa/aZ75FdSqtcXXLCLf6llwWvnWxwZFGqHsSg1qxDxKCKaSMdIoN77dNewdU4qWL3EhfVGZemklrmqxnZ4izfqC88WiWFKILSLFXCm8VMZJ/lYJiuSmqNRDbbFQKENwoMRI2LaMSrhM/azoldzWqq/oSsnkwnKI7TSIOsThiypsnZPE4Agc+QB0B3RbRDME8gwIjO2xaO8yF5DXZNLIVYjLJ/ZvRkB6/wSPgYKMDTNF5hG+4CHL5EBAw42bqWP6oOwUbjxmASoKIGaGMHt9uH/AI84dakMlWwbGBEHs6OyjBNBQaKeihYaSjIcMBu9sAMOZUVXZxOtjVBQerX8+ida1vCwVTzNxPRVksFBFlcGLUjMUTByP3hgAmRZjBucuhkeGRy/lvzH3Tq7gnNXCTPoTJNIWlrUxbr04+oX5z7wDTmm0/+lg9PTBwTUTASeCLoBMh6R4vMG5t36RFze4/iCt3D/5eiyMG3MS9Pwx9KtTylETCSdrdn4Y6BwkMJC9fkd7XuejK81/ldyiURDvWE3f1Xv9weQCllupT3lvdDdYKJOqmqDe6k1cblDuKstJTgyzesc2FYjUktDQlpzFtpqODeLgnVy5TpccR+/UGRWxvS4Ni11TAxTlfItF375PlY3LUFXt0YL35RQVbUJvOZACh5xFWiS1wlZwC2Vc/iQZRFpS90eKhDBtagyr6iJ0FWypUylw9i7tptQroBw6qXJ8fYl6yTWpUq1O2FnyL0+4pIt78NPvv7Mg5LvnL1gNp7Ywu+Qz9Eub9168Fd2e34ECtYvZFkaBUDBmSDNDcG91uHokH/CRXEHBhRu7drMq+oE+HhXGodMjTPOUx1QAKIcFXw+nDDATYO3s0B1I89cqw18E4SBOlu8CDRn/AGIny51xdhXi/1Fi5ZfLd+vpbClQ1bHkKYHI4gQZLJ0d844NN4WNhNPleCQdfXnCDVrHajDrBHDQpsNdISFzBpdyBWUtt0wAKEan80HW7wKbMALX6FZUM1y+nMDUi4H12Yxyop/gjfUhwjCJG0qh2ax273j+Tl7zbDL7SCcgu5+S5IkwLAXJ6YLjHXmPqsqMHQ/nC7xYHG1OCE9XF+9Nzv6T9010/nL1Vg7gwfuruh8gN7U7oLlLJEYPeehRxrBbKLjduWvCxjrfXSUnMmGW4DyoMq5ZssPbhVAmXHmUMuYQ7poP987FpHVx+JRYYtJLd7nZalF41x1FvzLoFbtCEk2kScyccXUoNFVp4wypIhE7absjYngLb3tMQ0UIkzaEyYusosii1k+yCuFI1LPWKjKVmMNESpTQprcnBEvxYmvNq7Hzmo+wcLa0Ck1YSUHGyFcPIR6TUNU/nMSaHBfCpaZ92MA6TxzFuciEMnI5tRg4a9hbFbJLsW1YkYBRzayysPvt1zusC35NL+Bfnz+7e/dfv5YjiBsIBP5IT+A9D/ri/MW+CLk7Qr46c0+OX3zoY3okCNSz9mZ3wRCkMJBNSOQV6jmO3js2eQmnSKAgIBIm4fzh/uWA8FBgaA9GTzMOnj7y/5SqVp09vgmLiBWjk6RMJxu1dGkrGz/VmLbXR1v4nVnayNIvdChWknwIV9C9gnJWWSXMpvXhX7EMxH7fmg3+GB7BJ1TrVl4Ym8Mo7dLuHv13Rkmcw0tBGB4g5yWrXS/2mNKsVj4W7cIBXMqhA8Vmpmt8PdkxO4Z9AJX8SVg63RlvWO48EC9c5hxj1a83//KiPaqpExtcXwtbl1wtqswp0vEn75l/HmPVX5+rQ9aAvIlJMHLYD/YPF3n/+PZoaTvusyE57MvBNLp/KFeKOINWMvXkm5oq9+mGIomgfCt1QS11S6xUOfgIqqrjquYf0w25slUF22lK0AuJIzCV+Iu0regCx210k7oEBZ065F5cqa+qXNWkhfkUmrQedVEyGTfUBVtsx6VcYiAQuztqBMsHNAT+7k7Au1+zQyDTovECPdgLBsrnY7wX8Hu7L5dvb6WG71v9mP7nHnbRS7oD2SqB3kA5Hn6vMOCmJ1LfIQMZhomZ4Cy8P6elqycgo4fQWrr/7NI575IExjvsIeLh6YM0OREGggBeSiwQAFiFdEvWQwgclpuTd+szgSR+kceFo2NxMj0TvMjtTNiDExptwgFEJdiwWyafkJFbYdcOAChmuhm9HLM5gt1ENbA9CkwfoLFJwKlYsCZU3XwaTHkFkgoVjKm1O/nFk57FXQr1Np4Po0yCRaXa12NQF6eUpjGdgFO3rJlzaB/1mt3zdRYc7aM3dRhvTujIZLmMjni0sO8NCwCuVk9ZAMefYqX/XvovVleC+GYwE1LvDrLUl4u9439ACloeUf+Cq6roIs6gjaCMG6FIjb7QdnyTFJhz2KtMREXMoIiVusBxfLfohuJL1LCqSvftpTVR4UOMEOcmhEzo2C9Q+VbqBAXmUgxNSxlnUNWiGm//hTMuck8ItnIhFfUNSm2NIgg3L+U2wUFhb1KJS34B4R22iI6xYCPgt38XCIKBjIg8jmmBOd9FrV46/faZCF28P7ZGgBQkCq7eq1Fsn9CjwsAfU2CI1f6VQyQQE6rhh23k2BnwDH8s/MDNYxQXJS4d6QKsYuUXagrIBIosBpHCkifJYR3LhHUY4O+kFr0EIoWY4JNb45PBeha7TUvHHBi5grM1c+pGb9yhRuM2MFE+ISBHz5+gzXMGmRAt7MIrU5qayRd4gOCWW8yLgLjJ/JeFp+vhMuLWifk8WeyqVLluaj8fLVA604IOSF0YASLeILOfgb2lkY2cOhgn5oXMsvN7haVb+zrqv4nOXyAv99VvZKEDYleodygAXNn/u3q0ogGsf2Fvz7lZfQMo9k1QboYSp9QIGbRR3kP1TqqMfsWkUD9Lqvz0m0vquE6ZgZlOn4lFiqgp/Ca135ZqYgRcmkYThC5/RZ9RdxL/ebrB+kf1HYeunMs/OsAtRf2H1GM7PvNXucTlvwUBDVCSSkpQtiirXNgSBHN71sJ2QtEUijiDkCOsFHIyGUjOyrZAF9RUt7KeDvj7859wAl8/l+/38CErQV58/Yy3Zv7w+PH9H9ku+hRHUD5EgKAB8L2+OIHeIQaS0g3kfTmGev54FPVTQ1M+iXBMwHTGNBXhm2GIJjGtXeGVHmo67ARTTJ6GMaSZ5yOHEX/Qa0ncixfJQjnAUH6cB4A/sGsqAyDgH7hI2W4AczhBhg4iZ2w4VFN4sqHfT1glVlVkyt1gJkBjbHY6fSdXcM4SFjw6ugB5EdJhjFUMDI7Tj0qUlUpgIrQ4kIqGr3sMefcvy4O9poOeP4PiZSwFYdWbWE/5uz5jmjPjvfIjp2r3HtGjhwe4Zk9AztooKXeQV+PpYJycZ8vQL2k3VmfKpRqPR2z6PPcaEHr+BHzv9+SF0wJ+rz+b/ont7ZVRYEK+0RGT94Ji7plIg0LKJJt1aRlH5soo1u1XSsnE5k6Mo1vpMsURt9UgSr3vYTONcS3ZpTqT6dbk5DkJKoamqwyENQdRlIdBqgaRHM9SFBJ8IX6R1h30Nj7Cal7ZKN0GjpxYsmRClaM4SGY2LdUp+s6mHLhJdRA6CT2DVCoul8DGTdaMimWlTEEvSqXyR1nms1zFYVQPkaq2DqGEzxj7KMMxEoQlcRRthRMycDI/klqKhAiDhIAP7AF+bwz8zptiPXz4GE/waxrFD3+IQZHTe/fwBA8OnnjLaKBQxO8JXYTS4SfKM7w6PAf/ePIOef5o1+q3mczWsw88soY/HDkADy8JBwaMpHWLtwi+MV5hX5D5027whlMH4uENTt6dsB+r0dB4yDYJMgxsdL8gvp748CJn07PlUs4Y2+NLW2YDni2FVF7qAYyVMWC1e72OI1xBnLDlkWHsunYPXn+SK/jmhK1J8RM9e3A6FQgZm1SG+/sGswuB2i/SyWW7HOjU3aYVkLrZreazbIZyMumVPLv+KNDj1GXBezJBtvAiwx1kxy2VPMy3CX8SEoLo4/kJJ7xgMbaOr3870e6VB7i3x+oPueX6O+mj/1HeEDVuAHqGy51D93HcLnFrIfvesmB1l8+xVyWQ7LAwzpP5yOY04q5sDkuyVbXsroCuZzvzRKKN+zG5o6IlN6YRR1V9Ei6CHwfr9N0povLIiy+HhSZZ5l2heVzSU4NcKvwlPsPs0Hei4kjl6GEfJw6LscQoIg6E7GQFzui07jDFsvCl0F5qzbVt4Fg/6aLoKKlm9YUhjhyUhehMUqKnZnGCYV3Pz6kuKfJ0h42yOV6jrHzUo8ugWIyP6hRK8xXw4cLSypBII2cYZgrVjGIL3Xnwbw++/+n7HAmhMSwv8FteE8cbMukU1O/u3R/uPn7448PTHwMI73l45NV/OXYfoVi6CT1Cwjjw6Pzl6OpKzS99WCCHRwJ0Td6BRQyRAGO0ZodMQ9YjjfsHrtEKTrSzTipGP4yIs8lmRyoGiDcCOzlCdPbZAXRvoVfG0evn3LSal5t3a9nhL50sl2dMFtah30VfIHXCAZwt5QDunMj7ku5o4beQT4ZvEscEgIJMOvzc8J2puSsAPApXkKEP9hr8r2c0gTeDT5TBuAiLdhnxdWP4evBhNxy2i/VguBtZZbAT64LZ3Hlz5GW/ync90PlTfxWQQ7+2Z9KhB5Av1WKWjysr8i5zL23Z4QHuHgn4dKkXHgE+fwn+MfPlavWWYSv9hRQ1K0FKEEyPStQXTZmviVuKuDB9bUNduhXJV/2tdEMBbctRhJgQOgpNhDdIgVPMFU0RzCTrsPCOq/yfoD5buUYN6belaanGUUYI/3nyr6cxlaCGW9QkptClRNBpLHea0LV8pdu4Qgr6Kv1q2CupETplUF+C9Cu8A/2XefAH+YB0BAr9Xn8HEnoQ5CtWwgkE7z6WD/gN+0b/wF6BD4WNhkGSX907ZtMswx9N49Xqysi39/6tGsVXL1ePaAuzCoTx3pPNIl8eZ+9PMn6XW6agGq1XYElNYqFbjP7KIxQgyuFj3YYHjYWH9vGWcgBBUXoDlX7CtoEApaFSLWOVI/RwAxgHMMoEXWO6tNvC8uPgRryBaLB+RycaE2SYF+ghCjZ+CSRcDxgN3vB6y0kZH1EjV04e3uFsOHqzI1ft02D9z/L2WMmLV8j7hgEyQSY4Sft1OKIhCy+AtHItgGPG30xYzWt9ATNVUEWo2c0JzQYfybAmgeb2lPndugzU6ud5ICAzJuX4segN33XMENTo0I7fwZ4cwfdvhYDM3sQDrDdAvQmqopM6oSdCrdCwljou7FKs8W1UvkldQks3FF+iiM00Wkvdd4sy6KVFkCmVtgSok/9j2pK3yksK9+XLlHkUFPY/Q724CC0paMM+paoEha1xX9NxjdBng7ZMm7gvlSDDElgdtB0nbct2KosLGAGeIYvifmJG9O/PX7M2+Dnvy2Q+ILvDAHVqAwN9xj8Q0LsjeFkc4McUGfr/6Bx8796m/bdA4aNHI/zBXTlKAjj5KfgnAibP4rMjB1KwkgOsE2BZi/eTvX/Cu40dNSAhsjCcDP4JIMkhFXDIfGABnTBVXqZlcJQx1MA/fD2xLkzIwT6AtIB9pLnwDDRRKvVUqrBGupMBrp3qL5UcMLWF/f5gu4JSeTh416MXeGdqFX/idRy1v09Yl8Mhn93zh6t7Lajj1XOCLjr1aNMOSKDdOztDAgwZ+YiMM+rjQ8n+RM1efEcqqjNn4nUO/Xr2M/887AHuCgBxAA+Z+/d2/8Dr3/Y8DdAduL0+QN8D2VAoVOUwKHyS2y2V9KsNCjdQKpVv0C0PdR+I+UVJVdvSDcVNikOkZC6r6iA0Dsupd/psa9Ung+QuKkJH2ZQKqtovU1MsQXvmCvtXP2lb2RbRhhnUC0xws0AaiUXqtFuShRoWcmFFKrylTgVf/8IlTn0jNmylyqVY5aCtP2qNkm2pC6BancoUKkZuPLvN7JY5PqCav6+/f/2/PnvNopBnr7/7+l/8lpC/nMrN0/f+fU+PDkgE/NwjyFoRDxHHCMmT/bcxPvxyRR/U6CXT0Gj1eknCGzAMKFSrFu8GB0hYRRcdqCgEk8cz5TUgjAdvPKiLExST+pQVNfgAaKqJi1fERz6RFICeXL3Ju+UHGpK4fSQtxirbC97siC7X00/eL2roTQXt9gmprifDo18WbELqdux4+EHA4y5Ar7tlOowHegHA8AA/0XkIfnm2NEh1tp7KxUsA3EQfIB5gDmCAhWpQw8kL3BzhNAqBZSBsw0NVUZey4IyUcs0O0WrQk3FyNtM5eaaNjiZY1Ml6f2yuK71+/PMID5B/MnQB6i/w/i2vNX0/OmRLbzmDDAPf8AD7T6fu+CJnpEA3UfBKq3rfWeagviTyL0rLtMLe+sAr5YaqNe10PeoqWyjiuL+pQPxMVKZiXVGGJoWizOOSUMJK/UNi2VPcoDwxsvlCdElNdUSReIP6hzNG88yKleBfVCKpxKaIqUDhRRGXLEVrlsi8gn51rKiJUatI8gVoKpBGSX3xlr9xPUzGrb0PklrIRvFvlgNuXbDWvlCvXkmtEKLjBzkf8Pnvz54/++71i2fPcy7M48eg3qv7914d33t1SmjsO34l388O4LFXh9ACxg1kbbBavp4YzeKQWCHsD4vL9JjKZzEeAl3CmuEOUDScvKNHMLCDVQ1yyhjzHQ/lD8mPMzoaAJVNUBGykunxi9EP5+FDY9h+pjMy2qsoXhUknJDbqfzhAAI/4fYJ2WIViHRs30L1Lr2ly2j4AT91czRiJEP4Y0wsnEE8ZkS/Ww9m2QcoB0/giQdI6uWAKtAa5r0iHAKX7sLDHaxN+XQ9mC+WZzot1YJFwpwEPmJ2Aor9BDxGJyA+q3Iux/9vuYxLuZ7s+qJ2sM7uTWx9KvT29X7E9gdq9+4xGsyejUJD/Z8q+wHmfz/97XUn/UpfiETfVE4TW3qObQLL/ZJ67hzS4CKTuDBvMmMW96nDYkx6yR62fLYKwHhbsyVFwSH2yyOvCujywHGMTGmVfjBdhEkqzgZOvxqGxs9KmjnL9rXaDn1QH0SKKNZZIskFWBkSCZmNsFOXI3J8KgGPcZRHEWb5UkQYoyEr6Wlb4nqA8iXBcfDluHFkOJ+HU/VttCrItewVX0PFnUZWnVBUhXUsLkIncRASqkk517iG5ZqU0PZVUJgXq2eDRQRpQIkmIaCHQISCcv5eP3vx7OuvX3z9zG9Kkh+YsAfkBepF6xfokxf4N4aDPTUwBj+EfqPz1bmg8BzxiqnR0VTTgymecWA7dnps3frFoZu373lTstKMaTaTYsl0Zhq8YJn8Q5Ld46fMwjkEUk8+yH+U51Ryyus7EfxMlrh9spTXh7MHFIqjk0/p9OPJFRxLt55uzLFPgdvC8rvW3iDfAGj30HAmziOz0tGMjhl7Q8aR1+Lo2CMDWDh+w8GkU2uYjkHlUC3EEgX4DteqLNnUNNZ5+EKsBzR2lfFyLaeY/R7sMjLy6/5P+YIsQlbN6GSdywPk6uofkBcCc+GZ+XL8hDaw/jQM2OuflG8t//X5u3Nn5C0QsW6NsEhZFHeKSKZxD5Z7KJWUkvpK+ilM87AJPqkVuc1LwQ1xzzbVMNuKeRZBW+Uhh1RUURlHmeKYg6RoUsDZVCGYSjzQjaIetdOVOIjrJKa9zK60uKx8+SeUBg7qiRV1hOWShE0y0rgWVsUvxPhy/HLEJCsL65QQHAdXK8CRzZXY30wt9SmHuEn6Fb4roqHmQndB6PK0QoDgURZ5m/LPWwRKiMvWkgL/auGqeNT9zoNffxL+qRXM3ghCwGcv/sXjv3+/+8Njhj1itINh31cJfl4b7LHfXBfMbEB9FL5UpN/7VeyjL8wYvwH8Vis9oHhadG6BdEASbdnhfL45ORMWxAuFN0teDayGMl4iCCcEMZYV/0+55uMYDlHCRq6QSwTy7Dh+yB7AOfoP7I21UUOUcRfwD49picu28fgt/X7R7o0xYMB6wguAhS8LFXs5lbcn1AHPPCG65/fpK+cRTsnDXUZ0xVxu6PlbX7N8V0d2quBtHl2EnCkorVIEe9eTxbz0AZahX9vL2bNWfuLmRH4t+By1F/yfvKNTU54p07fH452FGPy+t+9Hb/gvcyXI819IAMjfglmacgH7o8At32d7coR9+seSoir9YwrbiG7SFvsFqz610i2qlDplF/TNgwu+UF+qVL6lgKSS1FHGjaphLaWmr4Y6NmUzRYi4fEMXSZYzgBou4iKjaexgUVXRkqMipi6lm5SBok64hbogrRsqQUQwJeUW2pK7ICnk8g0U5Hkg6c5vbA/4/HcGQp69eP7i9Xcvms1hBICn9+gK9LDvK6i+O1ien72/92+vVu+v3ntzfGGfMJG0w6dyUXZH8gjlhKxePjqXSHNWLp574kA2N2jtJMm7s/tnuBMS4BiRjo+IP8ic6ZwO6BfkZnJgpT68opjhhVgOojxCOo/2vhMKsREXBYhViWfuFqRdrgOf4QqOl+/khNECts4df2ruAoridqjg7Of/j1LdGWe75XQ6YOeXI3lzyjvlxW/4acycBslkx9gvnqJHMIA3lcdMP2b/Cc8EgHIM5VTqZGRwba9vwtuGbQ5ICk/fDeXyqg08jQGcsVxe/TPApcbvc5/CYrQr/48h39Xu4lBX+j3zM4/lm/OfZ++KgWD9tTr8K3dD+R/YUQYtb+se9SSCtuSi2yb+Jxf3QxRxct0/7C7u+CJ04peosj5QX9VIDScPNI7e8yJgFXVikILmDHpEsFUAVOV81kw9u0q4U2FfFSWOr4O80q2Bam8On6o9TLARtkHDbqUFU/n4Voq4yKHZMqmkwL/C1+AGdUGnE8XVQGkhyIFO195nd891QSUHfQefP7A0CKlxCX94cOeB1wXjAf7+3P7fs6/ZJEst4B8YAv7q/v3j03seD4kdEtz4dZvKn7fv99TMwtsT9O3jbfCwCRYFf7s4IN468OXVuWTWhnjGs/HP8GWXkHeo4dwBAGruhga8M1oGxn1ie5gd+YzZHFYyaEjXWkAe/WLeD8s9h16DZ5jcDI8W8qIEJ0v3AG68D8zmCF9Q4CRAkRdHMu9zw22UA2iI834J4tTIFXLxrg95dqCSOB2VidABhXh1zP4LO0YzZCf/75JXfQjHpI1pfsI5AJD3GQnPVNbFLADQJhPa1cAlxSReMjNHQC5BlZK3ZxdwB58w9nwZeTRYDiDv6nu7b8Q7FxMruPdWY3oBmQuoP1r1AN2YKLeBn+mSUu8TaTKxubfK09+Y3ygl8qNrjErGQhRuneWIMI8DSyLO4wQ68au8c93CpxREWj1OhhFjbfKBSxxsHJOyZNUePyxsUOImMYwjzVc3i3TQslmPXoEWk+Wb1zyOEMZIEcQx+VmIADEl+FJFK+OaNoekeASUNjYf5ZpQNFybavPkXLzD3pWAJ8Y0zTOqyVFAVZWcGZsoVlL8IkNYiGQUhpkDTr+aVxRRtajK+BaNv8K/34SoQkA3g9kW65m3hhHjVcF2Au+zKbRdQLeBD9gVi8kvfBMH9XtCt6CeNEmMgACJb/cVXo3k/jEv8BfhiyDriF3oAS8jonBhqjZnwJ99PHY/GZzRPN4YyqTAfZOLaN9H4UxfoYKag547YpcPoJRnKMBx2fMJ5eAZLmjrboQl+E0UkQ6g0FJ45fHe6GPbwOHtscBDnGohb03AZihExwS+NVulqk7r6acAQPf8seWp4fHzYJLlsXiEkV3m0gzWH6gpft/g+sN4vGbTBrYWHJah38nnyXzONG+BIVO3Qca1GujvdJ68DYlzBOvGhkNdFbV/dUnlAnoMOC52TH5mCISNfASAo/GIcWD9S1ITWH/vvIfyr79NcTeJIiBD0YdQKHXJ3qDK3sjYu/nKEVLYiuPQjaJLraVsUXOs7RhKZDFxIbpDOMprkzb9rC0RVNuWFJhTALqgk10xjlAB1Yj4xjHrFS8ax/HNwqqs7LaoiiA0ZgvQwdfkvOBFh1DTTJmjXMmtMy0CqRjFLxMb4lsP0515F1N5MUWMuDIEoUldUonJ3Z5a2jolVf24qUEH7wr4CQEfeIPU3197OowgkDFgbw7zAu6Hx0JBg+Dx6amHgtMPZFlcBvod/xfAkTERuSL4g0JE3h/38grnZHR1DibyuC5oK9KupeMK52vJW38BsFjT4eEFeYQyEfDRfjWwsJEM+dwcPpuy5+kwvEWjIR/KlSmFz4VaTCSZLD/MF0z3ozPQ+wC6y85YIi1NV1y8zfJiPVgK7AQ2uGDJFVAEoD7FIpHJYOqFIMPJGbP/KAa4ZpZg2F3Kk0tP8eJysmCBr+wGl3L7VKAQmY4/VQIPcM1oC++9xJukKqDz4P9cs2TZHqPOk38A3vkPlfBswb8QNnfl6umieg98xY/evsX51lUOL5y/idrAR+PVW1KkCQ+QG4c2BL3sUqDj9iid7lY0/3ZT76yZq0viu1UKvH49jcMg83H/RymyLAWUo3qYpTy+WYblLDMyRqrCtMgnkdIkpWlWo0h5VKwJfyWPBJUdmc1XG34laxRrxsZ806yYiO+qDBcxqVZHmaF0HkIrTSRmQrkmwZGHg4uhsMxj29CjsS36qATZbebcLsq2yCl0de54QjNExaxNRQqdS4v8Jb0tNVKKDnVJdowm69GonTOus2TUrp7NVFSeln/O2LBhpAIsuwTnJF8WjDUmFjiOAhQMbt/5wwO1gr+Pl8U9f/3di6+9DA5P8AV+4N27j//uNXK8GEkoyOTAY+bF3Du2YwguCv6YbWtPZA+XQ87hW0mPHnmR3Gj18lxP4+joDSAkz41eKybWbWbrd97larnkpW54eSDUOzR66NPFM2YJ3zy04Q5CmsdCR4ABlFDGGBtm1BcslNsGb6/Pbh2+4NF4A14JIhdvdjz2zHAH+XjZ70JtXPdHymlMLuYDAmIeIcE3XZ8JHud4gErGUwwPEACkIX390SuAab6yfJgpgRdsDijIwlBgzSy/yVQuIH2HAYDyK5XVnYCy0T8EaqgTtdunc+PcVX9dNRAX17eM/OpfSI78vmdltlzAqxWDvriA+0/2rgSZ7+mplYr74D+kEnWaf0Dbsu8uBz3lNkVUxBJX8XZtT1noS2wRM2roBluiGtTckfAluqEQVS6DNkou+FRUGZXxIlQhZlDzREqKTu6ENIkgpZYaZdUF6bel+TLdHqewRV9UZKAo2KA2/YYimeANcI6qUd/ihqqwmQR1kgKA8M5vv5Z+QMZC/lc7gf48+xrS5we+j+UOfsWSkPuxVwzBKyEiHYPuFRTuMSlaDgdvDNb3/CmbpT4arWgEy4ERTDGCqSd2dSgJkGP2C+8AUYtW7s47QYG3g1YKgxYBf3QRCtksDxgQEBDKjZsLIyIx+wZp3tKPCHyKl8d4tNgsNzShN8xVJnu0gMUKpZbj0a7QDKzD7duAYdMNA74BS3NBoXRT5Rn9soNTOZ3JK5y7mU4TWPUA6wSAjP0Orpny58nRKlweIOO31+ztx9ZXZ8pBqaqeKiEbz4PRCZ75fSHyDPH6hO5L+v3YHsteq1CbgWNdnjcCOwE615D2L5secFG5wKu3+3LDn7xfjdgAy280oDNCqVxq/XHaUeCgviTi/2iyBPn/8jYKMO3roIi+mC0ogxALU+UMQ+pbpVAO3yhuYatcCW+gkzIucnwjqOEXCdek5qi0FcQv+RSVVC9rMUvBgSIbJh+KziDTVEgaWCjK+m2pJkCGjh4paMUb/yWbmyavYJOhC7aplboiqrEduFQlbXMlKfhKDlTLcgvELwTHoQo+dW1S5Ctp+vhK8p4ktYJZDeedEWgICwK/ffjwrvdFkDNIyOfxD99ADBDre3rfu+ervcUj5m1h9DEU7tH2fYTjd3Ue26fGKIieVwRg0c7VO3r1BH9DoRsPO8giQSnLE3oI7TeFgvawZ8oJwdgOJtZZrOUtbvANBSkCOlmqRFnPPjEzZkwXHl6f3Cg5gAAc7pV77KT1ptDu93unitG9KHctvEKGeY2UzqOG7a6Hg1kKDMKpmteTI7IIu/ySXzdgrz+r3Utj+NIAuYhx4zMh3RynEdhTqSef6A2kOUw9ZC2H0MAo0MPtE9jPOR+mKwr0l/OxnNn5eJfuPqHfHBdaH13X1S9wVziAx/vHx/sCxb299+EBCgFxAfdwyveecB82f37++nETtBRREasCiru/oVukEDIqlPcqlA+/fwp88xWRELkf1dhhkVPoiaL27u64hhQEE0dGjFiaLgfqkv6PaUsqWWtFAMqg3gFDk4pU1yi+jWFG8QdwSglKSsqdutKtiNeSflsaU5zAFtW4VN1Bd44t3VBArZBiI29zNxKgHiRHorUhlKucUcQOW3XoKh9051cvCwb8gl57OUhMhlET+Nv4piLfHeIZ0mr9Rr8gnYAF/ng0mRf9UoHY94pwXgR/6N0odgfgOz3bgBs9W3JvmGqMr0YHHv19AsYB+5R6/AM89LS62QcawnNADMdpw4qS9BVVULYY5ekt6T1jujMOYEyHnjDIG0MggFn4gjEtj/UdXoAWO5/SMUcyHXoMSstVNOe50QInKiKlXznMaMZofCKwkwc4kFuITj7gmjnP2M3Wg/n4HaPKHGDITGgAUGXMPadxxqwYHW04Y3SELgEEJWwWu0dqjnMpdFqsqon/Ivwf8aJf5v7pIwdQoKeLfzU6fP/Wox4xDiwAvIoFwXUtsP/e/uOj4bHq7qmQUoMiVA1VseqwLXmcvyrTIDLlQXpWEGL8ULl4GP+q0nmqnElx+5YCkxSU4vVzajl0o0lFOWpk5BDOG9oSK0wqiZVvdJEhdEFRLOlB9cBZaHeQUMfBZE8+khyHmFQOmvaizNI736KLnE4NY6hmkBAZesmRG6rKZELq4I7MHVvLLJXpHRYmDlYuSIipwp56RApBlhKpVSEmbCLOa5MlRcZikRmIKSHkMAkjcpAW5sQPHjz4vrh/r59/57em4/EZ7+Tt/fjVQ96WHhsixLiwgY+3qR8wQuxmME/d2xUu3/tDASAkPHxLZxW+H5/w/mKBsDBN+PezXJojlg+7T++E7Z5zD0Bh12Dws5CMdiuOHcCCfsm+LX5vuTAvh4PlYC3lTQrpGDc2GIoHc9yDFs7cNe/rFAuEqYWpY242QsUY5Q24wheMTawZA7EDSb9gDAdPZ8NDZkRPY4tAHVYOIE1gY91ajt/4CK/w+pOwWwAokAPdpjvsg8rpcQBP1vF+CMMxuzjY75sBc0AkeHeyIyNdhNGb3V1dI/r9VEN/xrzDWLx3fdl/KlAUt7fvN7jsK73Me2Gkfu9KULnH30AA6D85f2u6UdzvnreIdHQeIxGFRqHuKwwU0K+MhtCiyH3NsDWP88uiKtPWWRU6d5aUupi1j22om3TFLiQMXHKRYVG61jYgNB+lliKcgAI1Gh+hUzkP9iUutSrZrIjzLIkw1bCrk+KagdiLXKRzqvWUKUOqQXIogi+n4vK5tJxgqHh7FJyTioGLiXQKwj5iH9q88/s65QFJvWGoXynYxaHoQufI1FZQWjEoh0q1//itnLnKgcJAZLFJKicc91VYNFc0GYdKVgTnVXxOJikSs5QwyLrEheB6iOmOgI0Cf3VT/MaquL8+/15+oPy/v/qlwYyB/PDwqx8Fet4TMD5Cv/v37t17dXp6zBvk7Po9OfYDJ2/DrwyJiYF+8qTjhSGeoLH3fvUIgaXCYB9DFMztk2ezOgeWvJE9/XhKpVsPQPq/UNOxB3q4Cw+wkGsmj+uM96O1mKfUGIWNHfgL0glUGNjARk7nkTLZHA/PvXg5HSZREc5NcbVx46ibI696Y4w4JwReX1xO3niXK3GsGFlOPl1frPEAVeKF6in/bsG+CICdWABy8k5HYI9TAA+16khz/UxuH+O8uIOM/M43G+BeoZDuSP8L/M8irqJ9QKHeOR1/nu38EgB0P+zeSikAoET5hII+XEDmAtY+QAf+i6fYqVoOyrvjVrpdUtBIt1LEW3IRKluYDIq6UFVvUVH1pFAFRbSVUOJKXfAfU4kUlDzBtJpCTVyZ4CvjKJnKhtijvtCTWvKvp2moqch/SH22E7ZIwbYqKeMSVN4CfJUa3Zco4lbuuB6VSEFGW6TAIYD5m3xAdoj+63fP5QD+FSfwtefCyPG7zz6Bp39hELh8mjkx9v0MgGwJyNwzES2xAn+r93v7K/YNHLEkhM8bPcZzT4jOd9kadiZsF+jlb3zUlmThK2rcI5Bo/bMAUviYHYDCPzWgF0ZDWsMMkMppE+x4JIE5zvLElJ0WsAsA9RLglgK4X8Sqsfozwx1eHKxmZ2CdChfkKJNRc1dtXJSD9T9H8mdp2Q1LLt715ws1gSn9+uKzPUBx8gDXO7EAjsb5Rs4g2zHouNHxFwC4BGBh1e733BdawDq5zQkN9vD6fhnzvwAnWR950CM5q+Y8w0/OdYwBA3mSfqEXkIkvAYgj4abnAvJPr/mj10BRSWi5SLIUqi3altO6Sl+kiFpNX4oIpglC2ZF+W5qgYplSRF88WsdtUcatqqHbJXOFNdfKIjyOQvpVJvjCtJHZVFTajm9IDVukvqqjOEJfd4NulxrVFn0xrYvbqKOO3Qpu0nZ8k26JG6mSvcXg/vDrb//24KfYGeH5X1kXrB9NYQ+I0BKW6wfmMQUGp+84XpsE/OH9gX7sPOzpf3JC2JKOybirl7yc8e3+E3l/bJT1lBmBI4aA6ZTTcy3+6mp0NfLQBc3bWA5MQ3QymL2TQk4fCCAYoQcPWe6cjOWu8bLMEyHlz/TJLT0CAopYWHqLluXg0qMhNGZnArUNjV1MrmPqn4d2J8s3wjoPaICKgXW8Llje3IylHtkYZqKznD1lvx5cX0+oonTry2veBjxZ8/re9RAPUBVdDqZipZFXiwspZ/BsqQbvFAAECvXhdHQsj1e73++EfWzsY+L/6rTp4pOXqv8VUh+ev5Q7J0gEC31RdVntAUYP4JP9vavFLovfdPGPmQnoXkB54m/3ah+gwvwRZmziBaohR6PC31upGnbUsEnpcrZPvpsiQSWGWqGL49tFbUzrqKMK7sWiSCVo4iang1K7G/8gviDdONHKNnxyCvJK9siPXBy4/j0ipXJRm1Jbs1lTfn0qmYMiLtfeFzwarLeQc3bGprDtcvQuDG1P4lbV/Hkrbcd9disyuaJJnVbU6Zs6VZ2IoHcGkH6VKXwX1LgwwapxzPaALAlRyLo4Pi94dToDIj88fBwDHzR8mf2nxu/Bq+oA4v3t7z9xQ1jPpR2S1dXLR6v3pPqdIVcx/Ht4frgaqcEr/09ezVNBpJ1CAEb4R8NP6CfXR41GPCMFc17vO6evbsKYxge69mYsxhXKzX525+D6cqB27nKyWLAFFTi2oS1r/20pfyodQB1C8CK1gAkW1JvxnkmhnseImfEHrLHvy4fF4UhKlZBDv0LgS7mFlCpX77MAEFDlVeUblNMLeX6DHWUHCN/xHiU8wMlk+cnvvRzQ2p1M1zsqXx/BHlsceDObJQuZ5fUJzje4emNWADPwYbdvjP8q9iV9qEI8/EKP/NLXx+ZjeHz6XxQuH72AjIHwZwkXEK+8vY/jWziRb2I/q4pLx0gouhsv7zLEvOtDn9SxGLaHS3KeKlm8+TzVe7n8Gioao0LVR1X6fEhmannUqKuCpJCdeIM6Nq5GUXGVtk6uYxFgqJ8P2+k7ioSijKgzUVAL7wXBmLdBOS1Rx5k6TLdgJqVevZN6un5OBUotijgmOgXkaoy3qY3jACEnZeWropRUFH3z/sFgqFXWQpo4QFA5mKJQRAJM/i9J60iAqQHxvz148JN3SGVZHJvDvMhGsD7f/MDCOLZFvcf+gOwPE91/LA72T8+jHrsniYleBSxQZMNU86vV+aPzQ95VxjAw89n8/grJEpmOwvJez2PmAZeBIEJ4Zw1riIfCkuVwItCgZevFuMMPk8n/FTOUp2v5hnLf8MQEP8o0XMReLUwrdLOXtuzJ8I09OJclnDXqzZax5IOdYOjjw6+7uJyijHbvDACMNu5aUAl3eX25xFMD85gGw6IPb2Sw4YXClyp+Iq23mWEwezmWdiZueTaVp8f2/aoAb0thyFs4yLK5sUqmrvqo9oA+20nIOeaz+GV0/uilriivvNTHI7+60gJE/+sRi8s3WiyuAESPg8j46mj8hjH5Zj9AgUL0FEeoW8q3BzeWbylCM5EYebhDondZQSaVEsjXlecMJZvvVyeh0ZGLlYvItKr0TRpsVdWwaGUio1RSrMIQ67HCVBy2IeTxCLN2IdesJV8/lEUpip8z9I2rOTGcs2CGEj5MIk0KhWLNZFFReFhZQ61CQotd2kuXBilFWhw4YtIUouAoqKMSNzOh8/mEAgtykN2WUVQ1dblRSqlkCUt5GXZxXA2fQzVwCeW0fEKKzdYiOo4CFEfoWhBQ2RKbC2vz/YMp9HGUlKUVjcX8k9Va/MZ7QvyaENrAz15/9+K1fECmQnsKzFf0Bepz754aw6c8cgd68Fh7H7NgGA9Wip69vbf68hQChR4Zxh3UY+udAuVkycsTPsoltFMo+OH1Fsvlh3R6DnHD8I3kFdJUpkNQsnwvgQXOopFFbtSHBc1Uo6EakYs3gjHGLzZy6oQnkRCNYaBMXiK+nrGQXaFlbjbcvsnFNVPvpPTWpix684ju4BOTZGS5/sybPgRV6+uPg8/KpIqIG1wPpeT1vTqEUI8yZx+YUbgjxcQrlOnQ1BHkwK5/dscfr/ZcTk52NhudR7TLGRJirz995moJMw4Ejxenkzny/w76+byQZsWuLwfHx3ujQzoe+AOwFPHql4UAMabFMAwCfI7074dbxX/i/HYUtxSBbw/uBzgzYuPm8w0TakkOLMJsUc3QEyktD+EgjlKkSnEn3k5pqJs5agZltTKlMFBUMFVUw1zI+SiYq3rH26R0Iv389eGaZFMXOyonblWvShwmLp2LgvHxMyPkmhVtHl2MolKsYxsERRwcvJ/21EberEQeOyjTCmKiUXKtTQKCizJbamZdKIq6FRs2ifIV91WOFVhs/oSp7pnrgJbDqJiW1H59upJbcrlUXkLkb9IcwRCpKnd+e/DTT24FMxnwv72OLaI9EfqxIBAU9EDwvdNXbgbnUEi0jFkoJ1jc3/fzp+axW2Hh/r1kWdzh6pDXCY9+GY936bpfPVqdx6CIJ3rowwQPuYkg4mTyTg6ft3bRw//m5/Vkw5yRmPOnRqhcQeGfpzpfrOWkCU5w6QQ5YJ4wDU9NzdslW764B+8aVytWarA4GNTDmVszC/CIF5CDeuMreYhTwCzdPjVsZzn0e3l5MRmdU+6lXECWfywHagBHE1jH9auOhIVUYXk2+LC7I/yc8EbOyVxa3uEk8F3qAGLor5TDN9/oNO2XelLkcPyL4P+QgQ+BoK4GkykXTIgevZTD/F5gx84Sq5dXe/rPEx4gjraHgVmBI8BjUzL9AfAAdekXw6Or9+W9wPGX5o+dYsZOaOSiC6FSxl2Qiv8kKTDXU/Iz06V/iSIKu6r8ArlHswo1gEoM23Ed26eIWyE0DcV3yyYSM+qTgsr8J6hn17BQxh1noXAhFaGhygYfYWpCSk2NtuiGAtKv8FUH2wiQfmbabxcVoSPn2KLKdhxCZatKrCWYkl5SkkKV4p0Hv37/gEVxLAv+3589Y4NA9kWgHfwDLwsWBn7VTokp3/v3GRT5Ix1+agsbGoFC+360wVgYIgfmrVpw48W5nlkl8SjHhzWvavPJ43nqZcK0cuXv0Ss4d5N4PpPvh/93tEs7GadKbUc3Hddy+QRXgjGvw2V8V5nnTllfKkFOFfAGKpGB+XwXeJJG2cFn5iDDCsAu6O3z3BYZx5RnXsrLePBGBX8WhqKcKv36Qk1kQeG1fFE3gYFPleEmMOMz6ynbwUwHwuIlI8JLJW+GjIMwa5Hpi8zl9vC23d7xCYs8GKQ5XK121QYWCOIN6j+FXcDYWlFuH9dHF9MNYAPgqKz/DQBUG1je95O/CQL3nrzX/xIGgrv/kxE390L+MsVB+Aw3aSto4pZuKFrKIET/Q1ZsIXSR0KftuM/yn7snQhFX0UJlt0rsvl+iTFPgsF6eEkfhRcXPja4Qg6qbo+z6NSn/IRE0csM2UqPXjxpyxKhpTWmoiXt/7eKD16P64qaykJSRsKUuhpW5lRSYCyZCVTaTgjLOoKqDMPbZSbCm+YNklHLyGXWpSXnjdH+bO7/dYTDY7wkRBuL/xTeGQ/y24B9wBvXxq9PZLIam8cP7bvy6JwqPEO8vZwbi/z3yd/V+X5gnOJPHsgcmjoyATAr0VA9gwB2EIIOahwF/bhPL6/KHUV4axB9iHHUul48mL21eLxzD+RqsN0wmMaRdeEFIIJ0cNPr9At8oyqh3zdTC0aFgkf1Mc+rL4COod8jIxfVnodnoUMdRU/fj9RIAHAw+X6yvh4cLtYAvLiXODwP13mE79mgNaE3HHw13uZRsayoslrMnR3XnBMbtajfwAX5BrE9Op3tOq3d4tBjvvNHVeb96KxdwF4srHDvWe4CKDDQd69/N4XikhvEThn0P6PXDBdwTPNIpKydwpbMY0wcYf2P/zXW/+NHgRuruB7TNjROaGgaj2EKWohJKXO+m7oEqiu7+chFW11RrbGSx1KvUE77G2NiqmleKY9SMGacKouD4QpFsKs28Uom2AinCcnxFkqxvj0LJJTep5EYVYpbTkoIsRpQlOFdHaCBSS0rqqt7HTb1r7HQXXyl/KZfSSq6SaEWlDCIRKn+bIoeQTK/A4CNHVrufhMapUiFGQamtxuUuQA1lBYJVmDkUFNYmyiu+HL+U4cxRpLjQxJGgyBc8ohJ+ffD7//BsmN89DPLi62dfC/y8U+CLZ3djSMSfh3fdKPZOMSwN8QYxp6/u3QMEo/VL7x+tXlDwvXy+l4xf2lO5evnoPBaF8D6f4XxHICBPkSHhN+OxfDje+h3bngj/wDchCjsBoBSe0QPI6Cg4OFiziEKA5rW3zDfmBR8JdIAenhz66A1kiHf2Qe6Ve+ukt9tHC9hun7sIxY7P39BCvlQzmnR2a7bbJ6iMfZufstJDh1gPhudHMfIxpTVMt6JA7wwPUK7gh6FwdLjYzFjlwrAvG9QE6s3V5J4LIIV6h6P5hg2+6Pe7evSUXSPGgj2Weey9Hfm/AD2AXNkVe8163Pdg/+3+08VYwChk/FsZBx6zLb5cQM9OYjK0IDLvhvqHLqTA90CkheIfULlvG03lTIEzIg7YUHd8y71U68yibhLQlm8EHU5hV27ikHoUcT0Mt70VCqP6keIqlS/koFK5YgocIrRVb9iQujp1OlGUU0rTT4W0in9Ifbb7Y92kCBoN37hYXa27VFF8t1RxCu1fOeJUusQUI+EGlfTmsJVUeSd1RFCOkZrCdZfMbL24NXJSq8wgVFVDPcRw7F4a5F+UjdkDLwoB/5gOwyapQj7vCNN9vrn77V2RfD/6BME/jw3fO9XPfYIBf3zevl+pRcamdHJOmLLxXr7J/h6N4nh13OHoKQ4gD6ngzy6hYG24pKHrx15uIlOPPSAC/AkgjoSFE9aD0FJmJoubwwzvGpBkLTD0Mt01zc5dgZ4TBDfh9QnTMEH92aws2NSA5W0Lod4aLDwa7ciju/58PShun3xAOv5clhq7V4vJlOyCN7t9+KHKJtSTUzmUxzeWR8oylPnQ82BUFarMaXByAveY8cy8Hzt9NHt1IewHswG02Edqzu7tXXkL6Cu2OaCp+3LXnXy60MI4meIC4gDS7ff+ajFU8sqbU/j667qM0wMsNxF/6ODFiY/7lA5l+pxlEQEUZqVzXtbkb0pIdcTgi74kONnZSErrsDVnfcktTZMeWo5U43qcTAoFpq5hlBG2cF3JaKQX56RMdCEuJ5hQUKatSgWcu4qYKbKZLdOqmChGHZpIVNiUQ2hdYUMdpiUxTZJXqn4tjx3RzdxpJ05yEIlK8hFLse318cFs4GTnVGIwCn3Y+DNQMmkOfb2yVKR+NeD1M39LEimZGod0zXqFOI5rl1UhX5YninRyKXCElEUojjOP7BF32YmiSHEpcLCkOC6zYYR/PynwJqnPmAbzTWLf379VA1i+XzR+Y1xYn+P7jIVE69fOn/FPXh+7kcjnYyrg+326q1gSoibxI7ZJPWQN3FgIIFdn5VeHCN92hBSCEPDPIDlXm1YI5wVh+ITyB4FDJgurmWkncMIr38BFMG85PNoVDIFTcvoEZBv8N7YeBMnWU/CPgVc5bJfYM9wrtw2IPHrJhJZLtki12yeDAawby4P1pUpQY9jjvUJcpcv7LG4fM3GuPyjX4BPTcGaTBUiNrzdcs8MfDiDrhyWLkwd6eMSkRxnopAT9G7XV6fFko6srAeRiwc5h7+XeyedDu/dE/1p0fVfnL+0L6lrrnwkAqCssNGQY5C3bpF7pmrsvlquucx4/yr/+TeoCx4pqGFTilu24LTnFKt8kBeZ6StEtbMtlpqJoOFNnQly0HZdBNSv6ShF33JdJgbmqqNSlpdjIRWn2i3+MmxRl9qQabVEJgqlUNV2QiiK2CoChk74UB5vAsk1t0KgrRbwl9kwjbvk+BZbxafU1JlPVbpdg2XxV1MBgK/rDnX978Pvz14wDf2cEfK62r5zAx98+vPste0SXAWG8v9wZJsaEDX96SP2+OH30YLJFIN3x7ImFV/KEpSKrR94m+lzwJz8QVPuTtAF/izdAglu6L2Mv6XgPsPBP6IBPyJoRfcZsri/MINGv9Niw6E3t38kScOPFbAJEBntx74Rum3D1ph+v2SsGLJT6+mwG1C0/AXCTyWK1UAtYXp9AjXxq93683qyY0ScHUKh3yLYGwkS1e1dvlD5VsTn0y9HpA5zRAma98Xg0YX2KMI63e+ABCvXGLEcWFuLz6ghz7/J8JFdvNJQj6e5AXar3/FOQ2xcLPhjpeKnGsBf5Hh/snT99/8QdruLfrlSSLvMxbV61j1dPdT3dC0gXIFMB5Uoe1VHgLeqCrThviqrrsV3QsBFwnCYlqHuoCBQ1/3JvUj8ytaXfQhlnUNQdVypgw0bdp+2EyNTXiVLVBR3p10cFfymnarIKJfgP6KaCX/BVF1SDRommKLqgMfGvVaSucmZ66RF38jbpFyHUomlRRVzlynWaVs6oEH5bsmXlUqVbpKLMv0rkbdLE+EdQiL/hv7MmhK1heF16uoEvvuaFmY/9ppDAPn9O75/+5ZXXxb3ya5OAOCGgcA4fUJB3T/Anj4a2r9L1MHtK4MtHdnTU1lsw7Ln/PsaEPSASrcLFiE209OH1uowkAAl86BCUZ8WGMN4wz2iIZ4ZbJ5iZ0ZE3FEgxAuH+PXaqMj6Jx78Tv5zzSrfB9Ud5gAmRTJoevjxXCTIWAB6m24evdyS375qOxLEAcnC9nsr3Uxt65u1lpjSBOd5wvpwuwULgWkcaCyx1VJ2Lh351CjoDVXE+pjHsc5GDOt7Q1Xl1uGJpjOf7PZLXLLdNti/d1pXPRw/Be7l5HvcQHr5FbW8bgHtjFxBJ3uLLXWbCeCk2jvf7K12jMbfdLXejb4FAoxa5yp2RXE8N+SZu9VWumlsPJmUto8YNRaZM6tQU2xMTCOsxugDq4mKYCt/ayQX1atlxLd1UOEo+40I3JHNmu6rUNDP/mLog2fgzUe9OGZRBq9QPh0aRr7yo6huxl6cVFTQRlKWF8jYK64xvt4p4S7yh6Qk9FgwMQGvyiBoWiqDVmBQUBrbjzdSYN6azORbbYwkE2RmBd8YxAvKt9wmMnr+/sCjk3r177ArjxSF6KJ/8jceQD71QdAfurd6qHRf8Pu8MYUiYab1yBf1OH2mBwvgwIiLMECSE6mjBxoDR+qVBzBCxPLs57wuRVbSAZS83UbqNkty6lXIjSJQXNub9R+xBml6fMG1Nb+Cbn90DOJ2Mn3rJxsV6Mtixr3cBGA7F0hko1Bte7Sr8HAAofLu84D1LYhn5XQomN6OFuflQHiAdfzRrN2yMIFdTJyO/k71efFqjoYDQ/X76D7CY7NDvJ1fvKS6gKhvrY97uvwUs5fYZ9A72R7u6Qh741UV8O1rEeIiut4c9dhgGUSr9q+/pPzxaeSI6LuBbfOxhsxaYh4cbKB6lSo3AbV79lsSMyBo8hDpLyth6gsYqbIqSr/4Jh6ZUoa1OUVV1F2f5vdIzlom0YkoxjuNwSfpREFx73EqZ40YipfSMq6Lla8bMlDpYZ8LcUaUqt/mtMFkSZalOCV3o0XRHdQmOMSAo+moZbDVNE6dSlyo5O2ZB2DrVbGhcdhpkgfV41DVj67HvpUe++HvCiRyRWAr2Xz11olqCLemzjLzSZp1Kej1ErySbiJyps0FSXK5F2ECp/8OD7x88px0s/+/Za7mB7I3A0hAmRcdsQEZ+/WHoww1gHkk9g09wPfTYslegnlaeVd4pTO8fs1/YE8EIuJKzsjuSj+PxEX/Uwh3HfMCCiGoQb3hJCJ1/hx4iZtDj3VwfVG+Gy8lsig/H5lECGiWqoSvoo+HJTOkR+zIDkjOGht1+lXCyK5BkAs3sTA1mHDyphYWP7OsJ9dZqDG/WF6DienEl1BNWLs0yBrIZrqdCqzNZAoDD0Xw6WJ9saOsujliuJ9DbzHbYbMYNXPZ6YZ0vGD4WQtOdqZNb7bJVv/v9eHvKXML4yNOd3+6zg+LoXADIdd0/HL2UUxeQt6LRy8QXiYyCvFyMF4I7OgFBR4ZTQE46H3Rpubbjuf6m/Kkj9A3ivzf/S0MTN0b0SYuNeyISu+RqI0ZhKS3iNHdi6N3PDBPK1ioM6v1YDOMIVZ1myZMhCoqckWBT/cREPifKKEzSEEUU3R23prZHKYkEyGRJYx2rHCaVTeyMBE3pPh+lIVIUCeWqSF+qF/kxC11K4iOVFJeuMHIoJN4+ulPK6RTZGYvK5pklDuFCfIwudxGa1BBUI/PkdtkKo7DCO1YG20jYThePyKmhVJF8O6NMjYJIriWkncuJimUBxbgcwrETS6kKKVq/YlNKQ11tRHzhZMD+gLE9oLzA7wSB8gQZDymTogWBpQ3My4Pt/rkFTKTvvVf/xR6fW3DHp/fMy/tjQsxLljeocfZSEKAHl2dUKjWB5QnJwRM2yMgKAFEg4h0CvI2gkj0erFbdzpFkNSjx+QRh+HduDrPaDQs1OqfRvBX2DYOnNTzxgrroApxNZmvW/IoVL/ftfPwBqJtMpmMGeRkXGcykxXFcLtkCa0dY6d6+8WrOgrzhcBlN4ImAW8ca7U6mrF/ZHbpFLldPSDanr0/pat8eLmgKuzV8Jcxjay+QHM94vDlimqRfbMT8PjxAHD38vHOpdSFfHbOvzng+2tP/mFeCQBzsdAFlBiC+X6khzbgI/4fohli9PCoeYAS3UmXzRxiaDKq6UzouXJ+9SZl8m1XLOiribbpKfTbCYBopdQ1/gyLuqUIisLhtU2LYyvWPGNSk30jelsMkmdvjho24ihZ6EgpHrWZbUcvJOOWeUFPjC2V0gyKOIKVQFeriqgzzQhlsa0oMZHEnS0j1FotUNK1OQVdUZStXFTCBjLwnBOxjaTC+n8DPjWBPBvz67jdMgikrQjwAHMMgbJNw7/TUW2cBfQdSn94vG2ax+gPwY3IgS7pW73FSpPTrQw796qTNePx09f7t6tEjAyJ7vZwwTBoeIRsGsIpjsZBKHxazMQIsRJECd/ADfp5Ub4SCM6YwC7ZwzcIz9AuShG9HLxe8pWMzPJsN1QIWAEqppiwzmuGnk8VqR27fTO3nyWhFE3kmpJuNrty7yHLe8flQbp/gerKWBzhYv5sIy+QBgsI4dQz9yu2zqyev72hHwLer81h4xvOcrs9HqzEDNuDiarW/J8+Nj1zmJ/tPVosjDIA5gxx7HHjvbfl44/E42sDCvAMAcDiiwYsDyOXcley5gFxz/Xt5NHIfYP6Fb6UvsY2yhi1TohR6UqESFE2JG0qjGveEL1ArhRhCBpFQhUbcpoxbVclTFVXroKq3hEpdXLib/4AaNsgq8yF3dJPN7FV9i1QJF6ehVqpcp3HQ0yWHfitlmyIqQeU76kumns2WGBRxF4WTl7JpS+gFhVXU8ltcLR/KC8Z7QgA/5gO6K9ALg3NSIHNhWAEiN1Au4Kv7p6d/4RVxQJ8Qke1i5AUeSzIs2v1z+xesW71/L/6KsQ98m9Xq0cuVJ0XL6WPfE3ZJWD1iTETgIF9LzcRDvCUcQnwsvDvmxdkfBP+YOSiYYV+YwWTniJkmyumh49VoOJtsFgsh33IsF4sm63AmpFuNz6ZKF7LtrJjat46m7Go4k9dHqQLXT5XdwRccKvdoxN72grLJbLwaDnhF8fhETXDe4iZQY+TjiGIBQI5L+mj0FNDb0U9tXdVIOm+GQ7NXJ3ckXPQWLoc6C3a9cg/C/mi8EhbK6/PAEbj4hIt68CQmO9u31pVl42cVR352wWIxCHK4gE88Hr8aLewB2scX5d83/tqmhu0nZ4sh1RGKupIyunFPdhRB5EirnqWFCHUwRxFEzm2qUN7omqDExUwUujif9qQLdUElBeZaRbHJqNK2LOpJDdsm6Ff5AKlO19bS7WhxPQTtQK3GVZN025lCGYd50bZcFTIqGodR6vaxCjVxhiFX6tjm79Oob2SAIgo+jt9x6ENhIah8e6RfMrdemgyq6La3x4I9FpIbBL4WBN717jA//J2VcPGKkK9+xBUUp+hHz4vxfGiBYUwNtF/CcyjoE/4J/d6Cf6v92MBEmPiUV4LI3xGSLXhySY72r1q8w/nRSwGALN7wWnX8P8DvkPkzY7lxeHY0KAHHwWyzK4ChrSksYiqLQHHDuuDBJ5mMvffoZrD+ZwY7gKylXL2XauvCrwdyBgPfgMgr+gsnc3mAh9bKjQQAh4wbj+eziQ4E+i5U3hyYFerpOPIA/c46KsCLnJjkd4jXx+weVUEOMFN85vIAr3Q9DofyVWHZ3k+eHcM8ucrt5UKn7aEO+Xz0FsCzB090Ar71Fli6uHt7V7vKyJYw8hUlvz8c7QgAdZ1pIPvCj/qPz9b9pzuCuOhgg6u3hCN+W/eOjfVAVE08WVgVHWWXhzgsRAXoIBdB7LKLugta6u76rHJKsC7HfDWDbChFo0qihqWAXoJLcFomKIjjpdCz71gKjFOVVOrAqbbXIjjXPLhadqZVE5EzhrJS7zJlGe31DLknQnGmIn0zudNsYVq5KpXI0IgNe0OC9IvL1yvV5GNvqyvXL6x3Xdo6O0jKozX3YKduicv2hSrlF+oEDs7eMH997vcFywX835/979/RDKYjkG7Ab5gTc/eHx0DhD8wNfPww3huME3j6T8LBV8f3XukRjeGPt7wt5O17uShyaAx/p3o+pXvJnMCnNHHl2RyN/MQ+8pqQN0fjueBr5KXEgJ5fJbyUkTxCJg3yIjXhn5BwdPSGoQ8W875hBEJJy0+zOa1b2stA1RFrewVYc6yujjbTKZPzhGn08MlKqKeiWM47VEHyHTeDa/fwTQIWQc4lHuBUIDo/U+tagLikcJrAKplayAOU66lDvhnJ+xsv5G8ym0+N81zlIa9vvBRyy1EVAArzhr/I0WW0d//J+6Px+cvRYQ52rBYyFnvvwG/3GL1ETUoM9KoN7EYwLt9oId+VTbjlFfLvRWc/PvrfGAbhauoaj9gPkJvE3cb+WyukI9jdv+X2im7wRAtS424t2dLSt1Kqolvet1XYRcnVhnspnk6S4SMuBSh0z7tNnd5TN2aELgjriKkokpI4TrGkIB0jMsG7ZMvtcaWLmiKGqoRRvGuLbLu+Scep+IhdYD1CMnFgH8nFoivJmVPaSM60RiKpWhE6Y0hp3uhC6PKlWDUWJSFwiDT26ZVkh05vr4lPIhjC7ujExagJFUchbakRpjoKKuptozSt11y/cmiLOkI9nayLq9jlLeqiIT9hqVhjy+lQWigw/PffFFj962/eH9CzYdgg8NkLxf+NgZCYGt19vvnhm4BAeYJ4hXIGT+8zN0ZPKItS997i2O15r2Lxq/e4L+Ci/L9H5y/Z6eQR6x08JnwlWfC2iwMor4mWszygIyGFEOzEHWluEHuTwPnR4o00u2r0MvwKKhoSN5PJZvd8vBREjcab9XT4UkAn/Hsj0BueX9GU3lnMB4O5kI5pNUPB2RHDvbPNWGpP+PNGprMh7FqgtgQA6VJUW3c2OXqpHMxsGZ7Nj3YAwMVoNPHr0D3dRXi8OHKzd/XyfKhq4PWx4EUnhfP6kjUyK0GXPnSG6kq91Mky2GGvGbWcOPH39t/rjEYMggB5Hugdj2gdW+S9K2oDv3cbWKTLq4sQ74ezByj7uHf5u0L8pZOFfEf6NhFDoPsp7tJMK1SkRCs0llCHKgup1D1dyHH7dXFHCmQYtkEd11GYiK2HtMSX+zgkJTaVsF3kc1JN6PFb1BRvRWav6T22VDUuatHG8epVdfZMz+Six8QchKKTlLeklWLiIZVkuerCKOXIl3zRhAlB/evnkfTtqhlS6gvlxY1qB5KgT2Vnl0QAMPa1QS6KOnSqL5FssnAFWb+ii0RzEbUFliRR4XzZMmXr2D5dcUU05/tW/K9/ePDgf9AJyLJgXhT3dWwQ85oNYr7W1+1h8O/uYxaJCALpGhT6/cW9f8Af82IMfp4YSH8WkwLZLYvGmcdEHq1eivTE6xnH/3sKKNAFONwIEvAS5e/t7tLlh8Pn/kDBnsS1ICmGQwQ806kee9Y9jEf28zwsQsOUqXkLuWF4j4vhdD026AmbhiDdyA4gbuBoFa3a4VrqN2bHjPEK9T6ddADotu5k95wNXnS04YxdUHndHBtkyQPUMZnTvcHrc3tdoCc9Bo90uiPyS+1lvkx4Hu/KfdO1Ol6hfcm4x8GKCc4e9xDIPdljZHflTj+wUQA3lw+ty0i2PXl4O5ujt2oE4wS6x3C+YRL13gEvauEquw/Qf9KbdJu0Jd6Q/CuKDCKlT51FMB1tySV7RkXs4obtxQqcqyiDenLDbtENRUs9VlEnhvyP2b55I6VVMS5SP+5Iv74m5S6AtsQvEUFP7kUp9CSTMzUJWQjKwrQUUatpKL7b2ltJQcdVskgccgaRFlSSRJ2u42+JHcY3wTkAFrT87QFzAb1NfjiB7Ayjr1zA/+fu3a//hRHhuz+AgA8T/36U7+f3BvNM53tCeFOInt8n+3L+9g5exbSYGP8VBD4SRNDGxQtiy6z40AJ2Z/7/j7T/eY0ry/K+UeFBKSQFASFNBe1UElKiQYBKQgrjsGSaR4NCtgc58v/Q5UGnIRtTk4QmQX9ADz2oSMhLZkOWPSrB7VENnDWohodGtypBL9RDQjXta3gQ7yVfGyXJy/1+vmvtfc4JKbP67Y6zYu+11v5xToTifPXdP89kkA3gnvjcAdmVyADJ+s++CfQTQYLZrQ9ZWTxYFqb0/vgeS9zomGMmjKBLILTjOdICuq3x1b+Jkx0wrCH/H78ZjUd//NnOFrjIYzbf+9nB8SLdi0K6P44nQ1QAUFgomikmp7qEdv/2HK53pSbwcP05+9kIAEcHV+w7TbNXYO3HO+1PjsfUChnU5x9AGz3WI8S67NHvB9Lp67o4kHfSV6tXKMaCDtwnU4/0LqrRa/zzoAhjRW4C7+kbZlSkp8xe/cGXfckH55sDAvWaHM/917OUf9FtH9JV58yOpai84z9sEaqOn1CI3lVPtWUjWYuPCEJp/CVuNIX1/3rxplz7P3+zNEyp7S2Oporqajxtq6p6R6E4ivB1VIpVolTSynPpjdbmYzVnik2rGI3qMja6Uv7MJDbekj0T2tK1kDzPvF0CmzdL64NIav5G/WsScTUlCuK/eauKqmVQlSoKrPDtprPGSo1fbzpK7jhYFOKx4NglldkwPCdJzI/pMLFR6hNxwEcxKHLbY8CxLUys3eemhPsBbhc0gk9EDd0q9qLg2Cn1mGFO5xV9uWT8Q7AwXByeiyUpcR/PAfvmH2wpO0MF4CELPZzzYEBXHIMe3jlKuPUta9UCaox5jAcL/07Z96UnmNx5nyQB4+Wg9/6/iWiKDLrfb31RnO5n68uT3r+9xyS9nX9bnIxQDwSAV5cH6+vfRGef0E6tZVimOxZ5nBugt7gs0B0us8xjR7UKLO/oiscCJBFTugBpA+vUy5fmxCvj4fk5A79QuzMeaznpT/n34GYurd7gyoK0wcpUX140egWgXlsty+ZYVcYGCKZ8xyLLQzZGjW7AuiN0c0uHzN00iVvp04/CWnNHphGJ0vVOE7GvyaHsGbsZV/VaDe5ad6mJXyInzkT/JyYTb4mDEFJQSEGjmviUebiOa9J8RqfrKB8Fb3xOCUFmiROhlVPgaZdAlzifk4g6Z8+YjPlxs2brEcTlFDPSUIvWPkucxKcIryW+vGLXGlLK1Vr0bqpwpfmBbJas9ZS1XGP7HRm7BdBb0iSFw3Vm3C4yr7dMSyrNt1Q+rRJwWA2z9SsKv6R8BqsUcTEnOa5WtTOiFQz5oyNQwqKQo7sCv/pic6zdFzw0JJ4evDYV+kmgf3QAcotKp+mm25GJMqxnpafK/A9AuzjzjA/BohcKA29AmXv61YDbOp8MXo9ZAyJaA1fcEpiwtfP6aLB/R7Bz+loOdh2NckwLhPMxOixoPF20wQoMkUPWcABUagAzOAzoQfrUGmbxh7vyXnu4l4e2HQyG778/vHRbd3yqM0yGNJ0Z4t0ZHHy77mZv730xwGj2TgSygxH9fueTyyHbUvdOvbaX6S6C4n0mQE6GV2NBNlR4e/tsPNyfDC72ptOT7f6d5fHgYtJnUXX/Yn88PKCr1Bin2hj45WvUCwAU3Pa3/xUCKHhUczkYH/9DBIBbwks1kuUB/87OzvJX4L9//pKqlB+wpQThSLvE+btsRIF/R4201FZ+vVvnaNwZI/WnXI6UfJcsnZ90SaiulChlpeRvlQup1x1RcUviOhMZIr2tF2mpKXkGvdPOuJuXt66m5VBQtHKJJU01Fq0j5ZCUC01/Sn7HUR9hKy2NUDK5nrGUaaQ6os6suQSRdKOUnFWa30DG6b9RSlZL++OUUq1zty6qGzXSlGrCFBW2I76mKrgI3rx94z2in3lGjJ8Xpxawd4cG/tT63f1e5I+hD+YA8sAQT/4DAX3ornV3IE025QAa4/nBk61L6B9KbPHeX7nYihmAonUHtPK49dkRBo7XW7/STc4CYrCEEZAem6go+9jt4XVPItkXuRLZ+7f3x8yToSq4IQSQ9SRjUcP18eX4it7A1+4OZN6e0A3QU2uYAQzauvs0cFVe1Q7YIEGYNr4Sd2QgRbUqYqYfk1kAU5qc5ncMdkDwjgXUy1eLasay0ctZf7/HlBxDktgceQeX8OL+inih0H968oep0H8MjzPp22Mf6OFE35j/d6yoNG1gf6H9vQvR4UUxQGqAAarNe9WDUvK/RgCor6jnXkD3PqxM+guigNwp8f+TLmH91Svy8ZeXgk5EULLh4wdSe86llPz5i6Euijknv0S5Q3BQFyXCCndRnZSZsgA5Sax523E1lF/5dP3UW8qFm5NRq8SVR0KTodYR5yjfQROnEl8FlVBPFm5X4qyN7ZOSFX9+D0qOr8YZ23V0innAAO+bcroo7tA5Qy312arvyCjNWTI7xezwaRRmcqRSAL1VpKiRvTjl5avLXIStEuhcedHbhWr+ljN9thzOX0JHb8wo1hR2Td1iJelaLaHz9cRn90eXE4dMaqdspFE+qgp59+7dW/vggII+gV+sDWZJHJ2BgYFPdh8F/DEDUPwvJ/99pPeU1VrAn1iLKI7nSE/hf6J6DE4K+XSPnqm5qLte9/LZ5PIy+vvEitwA1L1sRgjmXPXGKuUuQnaBYd0tdBDIo1Puvd7gjoxzGsej9T8+z1J04723fqB2J21ens52dX7ZE16NT9ms5fxycf15kMH1yXFPjVronQDzgB1X2WSQ+S5SVdW6VwUzthIM8EotZ6EXxHTMTleXuuidRUEzfX0Xk+WedKExH3ECADJ8Q6/cYDTUh/BnZh7M8uT4Ym/1ZAqvY2yDiS/6ksTqRsegH1OJ3CU44J+EaLK+qMvlxd5AXyT4BwK6009QRyKId2wHWzH6xY7Q+lNyt2QQ0lKdoQaKitqNkWrXqC1dC2kKVIdjO6teJYOWB4mg5akZq5SgrVhtxW3peltqJLX1orXiYlSJuJy1OFpJIRF1fE2uEnV8Vqw1qqUJriV1HfOVVaUtmQlpnJKWOiedMjfJNUdHCOZcPy7zcUeqVj1z0qjX8uhdwuZICWvh3XffxQ6pdwWBXhXiNyDoyTAvYnPUP4GAuUWMF8WtnrAs7kT4B/oBfzBBT39WS/Ds7OLswnfnMd1eq2xkIuqig6cHC7zOjH9b9PjBmHo7433l9hJhoVRvRw1gFdhXe/i12sMsdWN3QdBJ4Eg7l1LjIXuj9gQIQknlY7af2KAATZROYAh+CVqGi+//7NuJqF5v/JqFIcyCWR8ui0v+bMcNZjVax6pUyMfEPp4dfDroPdcZYIDsrbXINi6gtOo64FEeqrm3LH4nHia2O6RFzqbOapOKAV4KC/v6JpTAIzvOALqVC6EWY718RzRze6NzQ950qnx8AMaBZYoBgngwQuqgzXusb8CrQaIXUOkH+oyTszO3gQWA/kdejiods6XFf8jw2RVR/n900JZrDklHVVSt/KfLSRynEVHx1NQqcwEyb5YgTSthhKcj/ixtV0vNwo3ZeNvxnETkYjW8ljdqTVrVFYJ25DD+c1nKEVLiorZsLJerjtAjSndJKzESUeuU1aGw60MIbvJXueYov6CQlnpNmowRE3Ad6ZyTmr165qSq12vAWcKUqsUh2XiTY8F3BYIsDAYBgUFhoHlgzH6BB/J4pFVawbOT1TUfLIlT0ksvDIHb9FkUTM+fCIsYne5jL3AQ2l0yGLLPtD+RqO2p7mTB3fngVKxMN/gd9wguDwavl73e944qYYLMeLAsoibzUi1iGNxo/T0Wuwn/TmmRvr8+FoEScRt7hz4h5MgTUUZ0+y3Tp/eaqdKjwYCJzYPlxX97fyBiyNYEB2r22n2gqgSAagL3mIc9XBfD7P1vXSU7HdAEHgrSttj1QJcqSONBHuJgQr0tCOD+SKeF9e3pA5N5wqbOIoD6IOKx4JxYMZ2W1gMAhyJ5fDXeUpGL1lfinoLtn/tx6eyI4JkvtHnHoxEUUFmhgPrawGKWg7gXsOKfXoltGfjdMiObrQybqEpL/bFf5byj3EfFykoah6XA0rXdLiXFlVE1CWjq1COEpLbdVUPmXa2YdlLxtNyduEoTVDXCbl7XGXrxldjqT0WI30XPGDBVnEaj+h16IJreEYeWaSWy3Kym1C+5SvG3XB3JpulNwt953vcjorebvWlXf1uqVj1daRLKD6tJiaClEpTD1tuFDdaE5APT7/5OEMigiNvB4oB3PRLMFOjbCBAYnYHlNWPR8Mu1X69BDU1YeF2cea/jyf5F321k7uLjydb5MYMGQrUVUSIgEdzQC9BgDYmnCwqZRjvrBxd9jx6Lsw3/jz+yBZQJIDRvfX1xMjjfpyPxwPNe6F2T4dbtHbBENbKF9LKY3ogphr2f/XEomtYbLx/wADeP7S6/For8rHd54BEOQFagCXixsfS34CgtYAPgqeAIrko/pU6zfyH8Gl+52UuzfXI+7I11cSv6CCq3Q+clLWABF8xNX4GMlZXz16rd+Bd8UHAoNZrAk7EuWt+YDGFcjPPGkz9E+S5snzJtBhKoM14yaD68ZBxYVj8XgsQfNf6uWPwO/bPGVlrBH16Z1Z0lxSiCo+KZ06jFpYtSqm2UUj/ik0uJe7Pco0WNSkrc+CIDgZ2RUColHc3WtUJOafwWoKNzliaD0ylMutTqJ/ZXMlcOKT6XiDPjz6LWXRYpGdOMqkp1Jb8zROiUOJByCRZnmL+Y5jJJVkz9kYAjE/Nbjozl2oolpeUoJTOJczlu2bVYyM0pmAhVtpOuVWCnM4WDgEyRoVWkSbqpPknLsq3krMVBqaGjI+hvw377hjUhD/2YJK8KYU5gPCxO8PfoCcMgUMCX5oGMiej1Usra2m3Gh8FB8z8TFLqm9nSnAmh9ZsVwS3swBPQTjRtcrpys+j4W32NTGMBmTzzIPYLDwWt2FxDLYsuYg+F4PPrjcx61roKY3p+FBXZkFW6J5x0viwCyaNhjwAxNCF12WBKyyNxAFvSunx8LUw6WxQbfU7OXJ/SKMrLQl1370MUkBcQHXM3i+s7gVGi1T2fb+ojh5kux0TH9gTqPLu1yebizM3Zfn8BwubczvDO4POtv82BkZTLr0+dfFk+8ZLaLrDMP5koH8vZEIUfDfRJ08PxfpbERNP9D+hdC8d7Iy+GCAnId+hfB2g96AYWsOj8jw9EI1o+Inze/Hv848pdUfiJh84606DUubv8EcEmL1PhBEfJbks8ZIm9NdmpTPznD51RM33FOVNzO7UpK7GSnkKX0sMtRY6cqcppz1XOQK8v5QzlrfpLYti4cTQHiOHd8Q642/Y6Vkieu+bGKTwpnwtu+Fmpxnc5Z1U6evJyaX2+5MnKe0GudTlPo+orXVUrwRJ74EA78FdWsfitPiZ0YKZT06aRJov6soJwr42rXYvVTdVOkFyc11m/1WjaFdsjAGSklEzV0ipAny7bqCJ2w+cLqdZEFj2LUrLtI0fyx9Y6fwNuNrz97+IP3RuBpIQ+PxAYfZifg0ibLQOL1/S4rg3c3/3+eFx3dg7DCE+Ecd6s7pTwFTrfpSn91bea5vWc8P469AnTvCv+mq9u4jpnlR5Nz8aAPXsQSYIBpNDjjNhczM+XrDYSfgpuxTFE1hkfMFYfic//HMvkGB+PX3s9gMjBICSejb9AU8upnV5M7dA0uj2kmCwBF7w5YfNw7HvMMX1jf+gELN46FLSPmAQpGabWyEkQE83gCKAGAgF7/eDzqrdPX53a8CsMc9bGF0uMdcTMBoCCedm5v3PdAx7YHcw/KUO+KWOtISaSIAp4x169Z/QELvTq9YJpRfxsKqOTeMCb+7fnLFJj2TAH1yj5AXvm3nbNCmlhRhCFVq56WzMdtmbfsyXd1FW1OrjmQaw5JRCUIpWj1XZRuvS2zk1DVzNLyZ9SSroVk0HVek6iuVf6mAiVbsWxE1JUMFLUdjtNXHC01g3l3laq2zOJra/NyzTEnBDeVq1KDov/E2VquRmtJVTtGu1xq7QPZCGcW9JqQQxDQU2FYF3LkOYExGNx5vXj04vvNXaZIixpW+sdtnS+vCZ6s/MvJS1LMCj0DMGjcZX8mtLs446FJ4ImQhSFhJknrRbO2xxgoPV2eArMoODrrn9EfOBwvD6/e600u9pX3dCyex8ZVDCSfDpfdAr48ZqsW1TH6I32DMEOVWX9/cbIs/CslaHDCEtffH09EvVTcA8Lg5R2FAN3BcPny+Jzuw5zicmy83L8z2NdnkwschgB6ZYYYoPB+e/tMiH4lFL7Y83TnY+HYgVf86hNvMZSRALi9Itjvjc8C/+ggVPPb48Aqhnm6GG1g/qf0efibh0HggHQynB3ro+jz4KEPsPxd4y/LH7VjVV/RFFSjXapRi1S1cTWScROEYqOYYd0k1xySG7zh8v/7aoXWipuEjNJb7YxKrowjS3HZbEdVbrBu6sfsiCt2bDuOebkptcQdicB6N0dEc76IGyO0jDtGW20C4og6miWOKi01JNPD+DHJoB1V6Vpt+SlLoqBlV62bc85UIzgKepNoNYKZFMhQCCgY/YCsi8vWcIChn6AJDH6fK4MBQBEXcRXdnQp1Gwv++ie3PS5sLGS8l1HdM/Gnvlc/nCX8CTEOhH8QQEidON+Q/i/6xWSIvtHwVG2Y4nLsmDBWmiwat8DW5I7qGLMOeH1dLWBewrweW+kLuQ5O2T36/1oW4zqQxaZ+y8cCOo8uU8C70/tx7MruSTBigAI9tmsBZvAfiIFucYIrET1a804YitG6PUqX4jEPhmKJx4HQkDFgWaQE5s0YEhbkDRPyvBaEjznl2xKqHaudPabfVMle/xv/BegWVDgBLtVGBgHh2DrncCSHQFc8sw8DNNmf++PqCK/VAJE0UkEMn5JyWEreYudRgqK6tYGRrQxrkaIoT27d0m6JWLoWMm9LqobeWPXkLXfW6KBjF3e5hvh8hE5piwKXTVH+cDZZaZi17ZTWp/N3aq3kaqktKa6g8I23fndtVxoZSbKtia/lrfnaRhEFVuIDpOSfzkZxlrgr5XOHrrCmpMQHidb5j0pVS9T95qreUm+QdilJE8ypYbTcDssRkWLWhIgEQgO9P5aA7/Duw6d3j+CCWBz3GRLh9ejFoyeCP9BvjZXBrITjTtXNzg0tGNz+k5KV4HkcF2cXZ+eMDA8GF4x8gn9qEsLxBBKnKyfGPzM5OuIEE9hqwYqHLQp1GGoVJAmrYGHCU7BSDG549X7PPYeCORk/e86wCWMWbjd714XhOKb7TZbhiK/p6xucCxhpDdPvd6mm7uUB2/8Z6HQ9zLMReJ5yaTyIJHZspdtttP4cAIT0jYfPBYBbAJCu5Wp9pA9H752wuCdqGFxOlzlaFwCaIPf33cxVgr8tIeXiKOb+8R3pQqF85NP3qE87VnsZvse3qm9QgGcKyH5jAbo8XIqdBvVqbjf+ug3OtW+rlk7gIpKInRAYmk6FEWRtHFFFJpXfeFgZ8HaCXhFHybnfaiMtNSssNbWkfiL0VOMiw3QY7hLlLd1IBs2dWeJIaYvetcL6TURKuesz3U5L5JMQkKfYJUqjqPVv1Pp6G6nfnaSpLdKcxMeLKym5dFz7jkuRIv7GKN/6+zaXEn/+Ii21SuvLCEccjbS+9XSFcU3aZ4pPFL65j1DiGz6ZS3Wd5fQ2HESVTb4MqpKS74UYDP7dIUTQreC74oE8MOSI3kCaw3cl9+9DBL02mMbv2nRt1fsCTre9Ls49/P3+dKbkWYz/+obV62JFRGblRLSQARDBFiimO3l5IoIk0qMmLtuH6lZnjgzTTg4GAiwTKm755VNm8QmnzqBgaqMORe2EQhiCKmZBLxZdrdv1RQZLmVUzph9PkKKEZVdwuSz/+BTKuDxxt58q5gnCQUhVk/v6mHYjfUfgOTm7YCR2/Vug0KOwwyudQIjE/n0HUEaeXES3H1u2ekofQz8Qtwkr3lgffXxQmrn8CxAiC9mhzs4K7tIn2Bcn1PcjgKtT/+hPHYxHV1DAvjdAOGMHrd7Voq5LFitB9Dd0D7j/pLWTml93dnVzhD/TMlKoUhjkiB5l/5ZqOVIzM8k+DXkiirNWjQTycB0+edQcl1EupgnLwXWHktWFMzKqvILijzDOI7XrdkwBtOoteVo1OYPDVqYII3YKFdkshysopfMId3y6NOLLadWWsbXI0lGi1syZ5SO7c9gbqT6Lz6/Q589r4R4uFTisRVrV+k/R/D3wU49VvpyavVWshFk0ysmUREIrA5eDUWpqSrfDqKl4olz4uil5zDkJcUnruMNFIm9fSFTZ+tffkYg4br3bcDHGgpkR/YoJMTEgfCgeSF8g3YFqB9/3KuEXwF+wP56YxEtNOe5ymry6vVeZG6O0v3FnoDsAwYqzwWRbiAmlEWodn59fDhgInqzO/nXPPX5CJYjdoD/LDsGxsGynd763vXJJr5fYIe1h00FBI1Ndem6QsgrEzWEGVgo0jtFfj3nEsApNXqtqpfQEaFBNUUOD29YB5phpMKAfw7gwQFYhcwnC32j2ngGrgOGlSNdk+bWoqB/Qu7eiUoz80vUpmsdsQV0i/xHY6G8sNESXNdlSw3zoFFr8HtkFKdlTDEI4vBryMCS+Hz8PuMfUP75B5hMd62p3WCvjl75RAJPRFjho+VMj5bcQv4ZQ7fYPIlLiByedn45+CeGkJFo4nS4nQRi+cUJ1ZcRRgiC0ehbfI3bIKFfSup4Qpzpf1l48JbCUD9RyKXteQUcijsTqlGTQfDeZIUIHjUSEwgXHNYfJd+PEUi69ZNI3kB4XcgYkorYiqV9EKr6s4pNF+fQ4hxMc+Mz1r1c9ODNOyaDl8fXlmeK86aVkoFmTucSN1fk5hURcbHAntHKB89WkdP88XIDiLNtOcfEmKSSC+Eu23HF9kRhBk8KF33DtoWVEI1gU8M2rjVc0gWNVHA3h6Ak88vaAhr9HS7tPYH8e/XD/H6jnI/aIFgxu7ir1RB433yBsF7p1BSPbay9PaPDJNfCkwGPjnyhhbgIjXjYcr0ynZADWGA1lQMQDHe7m2xkAn8cs/PVDOlZWBDNCA6EhPE+odYrV+1nv2AjmbO+JJ0pn4vTVe1c+1Slg+LMezXCZY09xUR7ankJP+c+PhTJqWYvcbV1OhLligDtijIBQ9AEuin9xbSq+s65mukDOQLbTO4bkeW9Trt9LfuF8gjzYbWwXqzp6wnrjYX+lDx6KLKrJi6nL1aUO2QLL/0PC7h2Dfh4G5usZ9XpxObkbTPlbWlrqnNS04rFW1BI3WjVCaZtFL0H65iSOGyTjYqdWoyoRF6V401NNPI6KWeLwF6OrWm62rmkKbqglAxyNXeJitpUfkzmH3ulrgkYybrm6WWpcPRgK2hlrQnHfkIB0ra50MrdUW/OeH5NrDiTjtkvSiUKvknEaEbU8CZppto9b3iZa8OsJgQI+L4zLweCn0f33F7ifXiJ/u8wKjNnQv46dAWfTE8EYD4tbFft78T30z/1e/TOhACxF9/TxZHtz04uFITDH55eMgiyDf0pklQiPED8dDSezExHAS9qo9Pn1RItkCQAOXgumxmdUNVheHnuKyh2hqXv9jIZnEMllMG/nZ6NJIqOI3rqgFgMS9/6it2SlmQwzFOZt6czCs6s7x+ecKBigrhpmaDA8o/lOVTDACyEQfYC99ZGa5mqQYuysHzAGtM2lKeWc/wf6zAwQXx30Z6CcWJ5qu6ITkD5AcFMtYoGh8VCINhxdLQvv/F+DvsThc+YQyqN274UZXwyDgIA8R0SXcDXm0SOd3WD8hyx/Vsl1bKzjl2l2/uumtMqV3I5raKUkFLXjQZJo8G6cLWkCpBtdq65+yuKKK69GCRpH2jUxIhUq/pSMSxBKidAIrcZR9FZQdWs1Tn2uUFuuOYrUv0oTtKXjirixJelseWwpqpbNjJCih1Wk6yl/BP6y1ksCQlAySPxuzJ+Uaw5JE7TUtrs0T6pE7MAkmospaY3o3fX4F0H2jYWF7zbYINBPimNpHBgYLFANYHf+LT3ypMC122yPMJtN12YnCleFh+gzwePuo9vu/oMQif+JrjB7d6KGLfjnMc7JltDvGFASKVylj4sHx7lnbjjYXhMcCB5osQ5MoBhNUPLyshDoDmCx5fmBw94fRQBBkgNo2/vrBwyfioLRuBVS0lJWHaKG6/tOUC61dM0GT3Wm8fr7Q2ieEsbicAyngF+U7nlrv3OdZHT1fJ9tB6B2DHwAQXT7gZgXpdtP1TLWAa/bUoowD5TjQy+PrrLVi6VLHse4ByhOU53FwWo6B8XzHjCQPoHlpZrEvdcTGtYrXm6ny+oNLwFAfatQQE60uCxyyigwf8i8Za7xfZmK0MmXv5ryQ+1apaQDypFUk/lRodooDaZMU+DC/jlVV/64JK1EVEpFrHcU6LjDtp7umsVqDUrOWnE5r94lO9dNHlIIMosl8kV61lN9Ia6y3mtFKU7qJ5NrpmBkq+eNOK8tbReNfGm300pKZrJ3PrV8mpCsrHUKxXrLWy6hXFd4sbI6vwmKzyVTr1+I01M4TaPXjAobv72upnVRtWSqednFV07SfATFLVeN5dE7SmVm26HlH84BUsxyhLScqb9993bDdW9sfBbToc0BxQQfPnv45cOjw7/kM+OiB5CFIAK9XwcR1CtWieyKI8rvgWGo3soZO8Mw6HEp/BPWqV3IALD4nyAG/HtpMLg89pCtYEk4ydZRQjx2dGFEmEk1RrLlcW9n3J8GyxPPE1E73+5fQpaUevWz0jsoCOu9vz4xbApkRA17NGHpKByOmCt9fG6/+wm33O3HjBi6EwXDnmoj+jhhpbKqUhNYPFY4+Rr94EIf5mxfVY3WR2e0WLkcXQqzXYRerErxyC9MTkmsBdEnMDg645BFcjxJBeKpNrDywfmYTj1kDxjlo1bVQx+fvjwZ8MWJ+GKLAoKtQ9Hj5a2GAda/JUH5OdWg7amqresScVHC0k+2uOJ3VxIQ/TpDzV+spdFK1o4rI5RSYZrttO7FSgjydNUnqSqvatgmsB6HJK6yc6sUpdoKuSg+dk3QpZR0slhXRL6alIatyNfWLHH5OlxoTurH7cTFbAFH50xOIA4JPdTictFM8xeAnyvA6e/CvjiqRNzYIa246lXqNUU4J/4dta34HOngekqapfOF1EhKqEVK+RAFLb1oiM05f8uxcUsk0IPB3h8VEhg4GCRQb6YCenvUWBjMS+1dEBHuB/zJ7+clicqotapb1Q28le3ZLtMCvSuMHwQHyE1EGk2bPH1Fr+Hg5zN2RwGIeG7SqHdnOjOSQdmGz6/OvU7CYyWgzpnB8dTrgNeHK/3J4PUyxMpjJaVzkCcfibQtD0UBAUCm1Qk/hYz0Dao8xg6DuhiwvnU1Pt0KBwB3QB1dAuuIdcZ+rMwgE3zNDNRoaF7HdOfh+mhFn7+wPKG0KaAyYnlQWFZfKDpiHFjfj3mkAO1qDN4hPkWvt0wvYD5qbzy82vEWMFv+uQ4AAP/0SURBVDJFq90Mv1ocTCZnjAJzU9G7rJ9L/mJsBe4xJGFnGNZJjCx5B0RJHO7vjn/uJNVCmbGpgMJObv7TOwcJzhdehVFzrcJxKW2fhAgXZy7VETu3DGevfldHkXZ2assTN4k4XdyDm1Qnw4rfTQ4KNjYZfV9FzU5wmi/GZcup0/A7jAiLO+NSjsMDlYrlb9dXPcXhYtJKFudth+WTSsop6oe2Dx2LtAydx6WiYhlYRFZdJuuLOprfCmlOkmTZ8HOt5I6CqHJmgVIZiarSaS0ftj3yZZ7wOoeL4MqKleDD56h1KE6VS4mEckEOQg1RUHXIn6INx0ZANoeJnkAGQO6KAT7jsekxFcZ7w3gUJF+yEKMfcwM9L1q8Rnex8IBVcf3Jxcpsc1fAiM97xRzrvXU+6f9pja4yRoSBv/3BwWR1bcrdrtdrbvnB9uxvgCXpINawf+K5dkHgGB8mjSSGR7bpj3PO9feXV/p3YHNA2Pq4fwa4ku2PvXPQDL/7BpmMMxwPpItuqTIRzSHT+ox5p+PT3vP1c1BOAEUX5IBhDzFAgc+OAJCP6K0KdnqMgQD1qninJ1iTseKB314s+WUbaF1B75LmsZInE+GuEA2uqMz6zLRxWQ5HX6IYqy5QFJA5lXyPIqqchV0AmQrtTkDGRRj3id9MKyhqHEhEJSXUxmypllbOxmq7itaonUIhbSMDvKGXqCUZKArV2lzcyoU3nBlZMMPZcaViNe+EMDOILFgtX0dtOUuM6qiYJS5qxyixAofFeV3m05rgBpm3JbyIbKUr3oSOwqs4fNVVjkYybpzzeiOO6o8xox+Vaw4JKFVq6IhzW80rtlmTOyoyZ0XmODIoielypoWNW2/K7jAPf/BsQLeAmQLjoRDzvyU/ItO4x3JgBS8EfiSxNFiUkHXBumt1nwog4H9n27/Yhf8J/3TvGv0mF+J/25trJ8DE5NyIp3v+eHuNKTBmfAeD8dXoH9wgJlX0rXd1qToCy2SJ8ilRBmi2s94TbpBP7eHe+voWpEpsjqGSnf3+CnvHAIDv9cSeVEMsKhEbNOjBAIe6NF2HYEVt6zN3s2GsX+0LtXW5Bj01bo2GKvKtp/vxecY8kWSiSzM5FG4pRSinL0BIKZZnyBOPgw/GAmB3+6mSGAeGAlJQYOmZMOCqWKrO531Q+SbBZoZ9RQFh1fpOBafuBRQCug+w+TPyl2zUEAX890wzSEApE1pbb5W1Me9qfuUd0Xvu32wVv0PPIPxFopwC5ypea/xfbx1IBGnVCCmOYmdSx2iUa0HKzWqwHR9VIp4z8ThIR+PlXRG4+201ct3ROeWcZND54tunTFeN010c4UzFryaTpaolUnDda2kCJN/VtnTU+USJPkjbRNpfuoKW1YpLVKSjuoaW3QREfk5wqlDHdwtv37AwuPQDQgCPHno9XEwD/H7pyffEevG8uHjxEDnRwVgXp1uam1itQMY7L/ZWYYpu/3pM+GJyDLpM+jjVAI41IIPLwcHxdLbq/jC9luk/G0yTAAqi2DRV4FEQa7gjymfIYwh4tL5zwGYs0LzBcEeNXm+xwktwNhFOMiVQhf4vsUE645ywYzboCqCJdOexpIQ+QM9MBD7Xd8TCdNnCIxk6iUDcHYI7vWP6+QxNMoSGSju7pHPyCmjUN3BxBxQb0+1HT54xlE5Axnp1ZujhQF+TH/1hhFMbmB5AajUgXh0I+xj1iMFmAeA++KeXvkcu4qo3vNzyb8Z/w/g7pjSxohJ3ndf16mrMtJr7tuYtKQ1+taVtxFECpMRt0btmRKpmX8eOwO8SpbMmVKmJNrJ0+GoQviJttXVHRlBMZytxSEQ69IXY3fKGI/0/Li75VyTu6EQGpCRYWmqxCOJX4tZh/ikV2EQPKfSqOkKaIOJWhhJXtWVm3uIIKy6gmhEjuj43sn3cKApqmFK16pl3KGicYXeD9oFwhQsbG+wOo4bw73hkcLJAhoK9P6ARLyIWBtubk6MT/2BDCqCC/b2XIKOny0ClJjwKWHfvVn/mSTGytiaDO/v7gry+ioORACB4IHo07UO+Xh+MTwdCCzoEDXmerHcWe+5h9da/nYhrNvMDPSVPBhDWo3MQ1GSjwdP+z1VhjghfwgApMXwuNggIeYXIH0cXYXikRGSSbkgoKAxQ1HILY53Nrbj8wfIBqz/4eF4XItzShYNjasieCvKY+6esqlFpixP+LwByW6p+8WCijE5kl3y3gfV/IjcBVBv4Ui1emToNDeir3oH+f/T34ivUVfR4trIZoG4H/wXLbzv+mnjDQzJa/Xeot5XSUdP+8TU5CUhAqhYmQr7UOn7ELp8cxhmOKOFKS1zyyxEl0llsRC9unCxXfOF6l1VZd2mftNRNfhJCXNhptkvJ1jk7BZ0p8xeLwOl5BehOoACGM2drTprzOA470rtS0pHwlauoSjtLlXLdYShUjuZk6ZNEBknqepPTmrI4yUUdW89rpxpndK78LO00nwapuTKxVtZkjvPjShN3S+zFH0UitupT2SUJZ63ABXhnzpQatNT5oEocKXpv5JNC2B/La0KQ6AUMMSE8ur90/y/skyA0fELrd7Y2/bX7u0RqDIN6zzZ3l9TUXYX/ibxAAWFNl3ugIvyPO5lpd2oDs07Eml4H4jdns5P+2Z07TIEZjsdXw73ZlFaqWJqQZGcsHmUyBzd7X9AkYFoObLy6w6Arq0WWPUdv5RJCaTg7J5spZE88sX9BR58ZpABQtYGnHuvIXjZoIh12oJVHoYVVwjVV/fxqsDelNw5y2etdenafk2j1mvLpc6rqEd1+7GzFxV6J8+kr4su4oypF4GgSm/OxDYQw34MgMjmjMP+CgRZOQ11QQIZBsC/4ivRvYJk+QH5RhPoB8CuwJ7qA/aNxvzNp8QNRGF3W8S/XzkjBwTtzKihKVODCro1cJCtQFEn2ZM12UXsEOB1yDjI1P9gsVYw4T72uSGzljwK+Bml+k5R6nq+pu3PZuoYoaMMZnNScs12wfqCmvL+xkp4XpcCpmTNyhDvSW/VKy+8rK8pqnU5a5GtVFkrN0pzKZibqfM1JurFTaxmXcG5pfHiVd0Z/e77W8geqsb2UbV9I0Z0en4WT1A9TKusUcIamHLECl2u8JSffvuNSmqJo8QuNCqJYqZScKBYsV+VPmKJ31RtVQWo+h0otvHn76odD8O/wB48F0xmow4oQ0DDoV3QM7m6+DP63yspgmF8eJ2u7S7u44Ue6bf2okLOLwWX/5ebLqdiUqMzx5fkWrWDGhP2ADF6M+g6mBkTMsfjgaDBdNQGMFvDVZDqFmAkMh2J2gxkDImKKgBazpwWbZGSd7nb/nGdrQvrUOqUKUPNqfXSxJyMGRBIAgxr2vLWf91hYX7/j7VmoWgzQcxp1sYzJ0iIHzEEmz1dkRYssiKK5L2lu5hYGyMwXWsTB+VRu2FtewbJpynehcqqVmgx4lxhh6xOwB9ZkhY7AGKUmx6D0AcbfsAkcz5nVCKUxIw6j7Uyt5W1JHFUibuyulcG8u8o1tZodIwNcaYWRKSUuRqukJLLOuUrccoakq+1sqVjxbrtaEvENrh+Ta46/Jjc4qjGnh6BXp7XM1WS+wXFzjBSzeKs/4jCuSRM0PokDg1hYRWskopanqo1WpInjuBZ1YkUbEaVDrWDI3+8Eg3QGBvh5dTBAeMQD1NkkK8aFY06M1wYL9PzeVlv4ZHW2SyoNYzOnCxErSODgbFXeEzDx7PJ4KxaFMCYCJYSGDQ6WxfJWZmJ8ShHV0c3/7Vh1Yr5eHo8FUiKAe9CkhLyfMyACf2NAZLQ9XREAYinpDDQcwwdFmH6e2QDN4YoA8HQMsAgZ2ZOFRSUyDuI6VEScUa1S6KDqGq0Pfw5UBXT5Coya4BDETk1gz0p87lYvC0OcdurJz8xuxhqeQYz7NMvFY3vDFdBQ/xzMWK9G+9kJKJvGtCihh31ZDKJ05Z9cnLH+bWVyfM6n6PUOwL8bfkpIN2obKBEVc85w3PWk0cg1TxNUqWoExSxxlbbVUotkBgXlXX3FKHo1yjEnXVcTNz5LVRuXpFM4zcbRkYw7JX5arjnm5JpjXlqXgtXoxdXS6z+OVlQkPGFlVKVtYDpoOVpxGvMSgfXqM4XrlG9ZRe0YSNXaac2BhBJG8YV2XQkM5FjYeOtt8g+//t0PHhB5FnMCHcAD3Sv4Fz806YXA7KUh8ISVwatq9hKfzF6q9Sv+t3biCTArAr8++5lMxPU2lwBFY8mERSGCnv7mJkMDQJy3yR/SIjb3Enrp1t+ZTGd7Ho0F9Hq981kAjDgbYNSfsp5WxQ56ooPb22cUG47ARoaH6Q8UWqwv0jl4yvyY4fP1UxrKqg5kpD8Q7HWzlymFqluZFp+r0SxD8EOzW3XpGpWPC2K+s1B9n764IH2A+8Fw8cor3mCRlzTWh+Kq5nhuEXvgt9BDz3TBUuqWUp+rzUuaMI+ZgaMrNoLWV7cXNYN3A9Fo4R/dgFTX6/VKH2D543Z+Fw6KKaFpFGJ3y6JBYWmcjRaBobYlxa8gk9JTxUH8V58L5qVtlLjSAcRvBXGE5TCNVr1pOJb4u6mJlia+SUOaz9r62ApSS9G7KdgSilhV0Pg7n2dOmj/Mj8qcY/6vIWlOOid+V1MBl2Kt9cepcWq25q45s9xktr3deE6aoPFViTiUNNAIdClpRVRMPI2vseNoKyXuGI4VRRjGxgIQeAj4fa12MO3fZw9/x5CwWaDnBR4d3f+zAJAHBzP7jwawN4ThGZmzX89exsTozRkLhunz4q5lcchkZaYiwgT6+46ZEi0OODib7a4BEsdMh6Gfb7C9tiaUEKXioUSCkT4N4nORQ570ezXsiw96CJexDQZhlQauAXmTaR8qBjSChsI8aCOkb7wtnFyO/kBavZxJ+ShTZk4LJhlRBmqda6LLMuQxEXHCwpRjLokFH2A403KG3spF+cwHQSn69fRpSGMURHi4Hcs9eBrcHgPGKyucWlnLE1QoenU1ZuUg39blJaPEKrzCUmoYH3jHMIg8+hLpfBS6jnpXjFltfM1x+LXk8PDpQ8nTp0dP+Rvdv7/05NGTTR23v/rFL34xO5mdnJxsn2zv7e39/Ozs7M5k/87+wcH/92D0m9FvfvP8n//5n99//x//8R//b34L9Z6kZyh/GykVb50ndbSSUD0tZFZQw7b4Lpx3tc9eXAS+mGqk1jIolrojnd/+zBbSgH3N2oiCil8h1Qh/J6V1XyIdVMqEMFtfRAWVUFqOrt5UlkdJ65wFceXVypggcyqI79N2TS/fgwOkmBm1rjmlRC2z/KGqsyUdK66FUHE4bz5B+VHhiez+WjI17La0PaE1nvJOuwkao5rxkKQNM8GNhXeeD8j+gA/ZJ/rh4bND80CPCdP59x/wP68N9sKQ2a9p67olrJfhj4Uhs1VWwLkZp/sa0JuJ/616BqBYzNbk+FK38srq5kvB5EVZE3IgvBPgASGe3DwS9Mw8ByaWAfcOGBFmqp9RavQPHh/GMDLlbBl42o4AEPwy2qwP+n0xrWVlHF3tnIsaelWJGFzvYu+M2YcqTwVmgFS3vn7sWXqcSbnUnGbgdzweDXdGbtd7Ydzw+UjQaN7GJfQGdPplE5hdAD3zzyYjvUojMRgcbWBIH7XqotTm3ZPHVFhlr/w4uBU/Q0UXJ7j737Ee7uxCX5sgUp+Q7orDjY1DjvI6OvzS+Hd0xPptpihtbn7l5Yuzk1W6Z93veHY2Obuj18Hg4GA0Gj2/ev5854v3v3j//V/+0nsM6tdHF7V+DtlT7TButkzi/m+SapnMmDdslKafnKTsL2/CmqXlxKfSUQGuSPYd26mglHLF5YJqclRtoyklZyaXrGmlL06ZDrKX+ppLqfl9rzaFM0cpHDnCQzV2NiVCSUfHVzKWatKhCpyFhCafr7j9ISLWOxKcw/mpMzIQU5Gvab5klg/kaLsyg68iNbKE2S3dKeA4r9ofKmvwZZADKQcSGTJ7lCWsVTca2RTHibhmxwpdRtVYd0VI1UJve2zEtwsU3lpgl2jon4eC3RUI+YuxD+FfbhDD+C/L4QR6gX23b6/d3txkpswTnHQJmuKYBU4mF7PdXWYF2mCnQMYUJrNdNYCFOndEvPQ6FUpszkwIzQaHvfE2BBCWJPrG3sqzKbBEA3Y8EstjRPiUTjs1bQ+2p0ryHjGj9ecT+gNNB8UA7zA/8HTMiOvO+oSGsoBRxvroDAQFy0ZXNKGTXbq8pw6Sbb23wrCMmdyItjXDHhNSvAuqPiAXKKBltFgWc1sgebLAGzocebiHTEjdJYv9rnj8W3w1hRHms99gfMPe1di7PkP66IdUBnFCIJBtFuUQ3VwQ8r367JCdzPznenj4pf5gQOCXIKAA8NEmPJ2/EVT9D/pXcuKr7f9c3/idO2rEGwAFgTvPv/hGEGgGGD8/FAI0/9ol/AJDVZ52Ej/H8ERGZ6j1+FUNSwSl3paTH7W1+D1bddj+NYdEFIdLhWbxTVQ8oZSrDF87KFLTkbi6yNEullKdIfm9dHzhaXx8tNDz2ysf0dIqWrLVM5KNyLdpq0zzFRXJQk2mQJPQCajB501PTWjEE4xqBelzXBSrecGRcl2a2B8nv4d0d2pv1OayyiW2fgWduFqldLh0qozCvqFg6BEWmZ8yI2rBmpCHjIbcPXwm1cPAD7/0I+O4ucQBWf9x252AL0UEvSoY+Lt7tMS2gOKE9HhxxwsuxJ621x692JQX/mECyIZ+k6la0Wqp8ug4oZA41aC/6RaxLBnCm8la9Pmx8gMU6a/uiSPxBCShxtXkhMVk7H4qLPv2MkaLAabe+qLoU5C5GAReUSNa9TGRjxFhyCDZhGYqk8aBrsVDvePe1bc0oZWkljcLPljD4WkwgiLRQX0ilxJwMSJikjccC+S8EoRrEqNk8rMxjirBQ316Dy1TCzv+qx7l9lK5HTaCNl9mE2pd8mjf20lEn98ITjiIUeCzC2/qAABC/7K3wv+rDp9++fRZMMDfCv5eqAms11drX/H3OGGrRhFAKhV8T+6ciwGejtUGfv78f37zfP2LL9775Xu/LAjnX0LRqjQHkhFaCUpSV1otk5Dir7H1MLpakSZzlarO25nbeqghc3EYHfWaq2ot37xqK44qVW1cHSHoFLhB2kbmbXmuS8RW5r1hZFR9uGpQxWbbYZ9jtLRKlky5Lk18k56RJP7fVX8ETXq6i9KO21EnTv161D7aahjF0hWxKOQz3VWCvzIEfNfBU08G/MsRq0EEf4I9FgcLCr1CjsnROfwLART40ellTrS3uflic/Zr8EBMig5AgQQ7BeaiEBYF70+WBytrZoSyGKV9PRxPZ7/2GhGxJFqCk5lAjmdYshPMTq+/CueTAecbrXjLGBtX60OxORfLAREZwFcxRCiV1Fsf7ulsp2mAeRCwU9XGghP3DqoQPM+0FE7aM+nT9VPbFRu39rcrTVM+EI9xXzifMlKQrKPeAb18+mfga1QDeaXf/xeB51m2eQfSVXRlckefzngHHKq1qi+HD9E7uLxgPhEFoK8CwM82Pnt1uOHeWuDv8PDZ02dP1QaGAd4XA9yFAMIAIYCMUM1oAQOzXQbYe/78n7/54m+/+OKX/zc/g5RGs0Tsd8eTas2Qcboj8DuskIjn9FAkb2Yf6FXtiEtilUadt63qCBYRzqd2hUScRlsluEY5akq6JHN6mo0vo3K0KUlIxA4avjcnbatq1XNdIqpKlfAUdmWToPU5W0lpNGZIxEVpZ4mUmyQDRcVX4lqqRXsjiqCmp5tLrY52QhHz/9CLr8TXLAUOO650lNjPTH/1Q4wAw/88AsxMwBgFoZfPqKfXoxdeGLy09Of7rBcRzdPNVp4XrBueNtfeTPAX/I+utMnW5eRiaxn8E1DurVzw2HTxwcFw62RzpualIEIwBPhMZmsmgPT58YxI75plkgZLG/RX6ecL/rYjyGPHeSx3AYJ5ZBTmjcC86FNkSBeEZR4hO/1hxFYKPboNleI+RFU+hWu61fuNGKR766hB2aZeC6ykkZqqfEx9pgPRNAEgFn2HXEQM/ArXXAttYOG/8BDKJ4Sb7JHWn7BwzoxQL4GTPh7zZK5G3gWQTQDFJ9XivVo8ZgyExndUD1E/1D+qz74+/BoI1B9H/6KODiGAegkAn4CAX23O+JswTuVBGdrZUEAzwAMxwL8bPVcT+H0xwPeSAdZ7wzfn7wVGj936wukbiTizhKkXP0IS2z9qKsKmHvSMm+aTMzihc4saAJWJfLztdGEcmb/YvkjXW13Oz6uc7f7ff/DBE5+gKVVqikx5WPTZQs0E52iXCG9U5fSsQ9LOiSe8DiR4kYjb3lJddeSFhQMjNKSVs6jKGbHeTqhFay3KayUzKGi+xVqJfZGj7WnF5I7y4Wxn7Oh+y3RegpIHQS9CQKjY50ifs5Y89eSZEHGtR28rYbXjOOaVRqv2u1sbipvHBosEbkABoX7P7nqL/IdfCv7uxhgwz03fXNpceuF9EoSIR7r77pv+0f8Xve0I4wBsGAj+idxl++tif/98W7gpPMMB/rEojs2jowF8yrOBmRPtMQ8D2WB0dR4EEH4FSEy2VwUuMtTevFqfTIE8GJuwjC5AqNbpeDTyxs0kCTUZEe5v0w3H64qpf2HwzHNmvmR9OzbiVAKfLZrukdbbWRbKTS5Y0aGkIRwPOFSh6Pbzw+yEoqN4ILo+8yWMFTwkqzIbR3vHQkNTPoOsAJE0vh+dRslQQFrXsEsRT3PCiQjgBETkbALAzzYOX0UnIARQIgooAvjl0W/dBfg9/6FevvT/pCCA9AEGAxQFLAzw+ehKDPCbL97rMED/lvULWzAAokYKv7byGyVL80t1cmTM32o5MkNI1Vy6JEQQ+jsDYOr2+8fekSYzkucKaWJFhPEZfm93pkVCMRDu61bZvDjerjz1EAV556E7R5YuyaE0JeNLqt6SoRaoanNmO3iraGO0hYRqteJ6srzIMFDSatwOcIQrREH9eLYdpWKt9dFuknZAxvidlNR6eSUIpTEICTKH7U5UEho7rjf9jZ6pbZkLqlreNjy28uYVW8PkAPDdu0+/9Mrg++4BnH/dFzu8f3cpnpnph2FM+34KhpQpfYMmISYfYksXauft99V6Xpt6fSuP6DgWLPx8bXcmRmYCeAqXm8xuxxDI6wMhmxBv7aRPF5hAbqyGad8DxAwPu2uPRSHLnuzXW//fAhvj5ogtX0ztVErl1pkGeJ7DyGoC95WNzQBhcx44pvxo9H+YDgqLIIpXz4VdEFPXvTMWx2N/f2bYXI0gh/QPuj7gEPNYl9G7GrI/lqmjCsLxsPg8qlREkuHxFQ816/TPgwLGts+qi2cfyXK3H+uDhcLD4wmTof2sutMxDFAEcOPwsyCAQj9RQB05Dvxo6YkHQb5a+8VmNIFP/G8pQFUnuXO+f6CKQcBggH/7yy9+uRBd9YEGxrmFjwFAwC46soEiEwcrcR/we5Hv6w8p4VKJjYRRKH72qasYmktmQvnVoS18BACWK8lzRI6oAo/foTs5VWVZeKcLcWlzBL03qO+DoxhhiVzzsRSfvVsxlyQ1MpSMHlh4ymcNiwyqyGckD4WlUrcCfyJpke6anc65FLqCUCic6baIS35/+1HCtUaW1pU2sc8bBmFWSjqfxl+y3hLn8afKwllZKZnnKX6987y4agXF2dJrQaJaeymMC0d8f5g44stwKWn+OiXxkTGpIRNJcHrqVtFLTOQgqm7HxW+1rVnhiNkwVPWOGYEPD+/y9vPhOO7f/fPRXeGdcBAkBAyPBH4Pn7E4hGYuBDDuNBYGiwvOBH9Lt90s1g2vW4+urMGgv/ZoUz73AAoCJuc8KCQWhRxviZsAAqySIx0kY6R3IBbzDzEBT3fuuqfEmBwKlp6reSxgw6Jpy4iwe+LUMH3OjgkilaT01p8L2fZ5iLrufaCRzasAr2gCH8emqSNPo/GZwbWrwd62gModfaP18d5Un2PLswKj1buitrdpHDtZ61OCadBDdwlCCN2tN8weQqeq8UyTWHA0YSsZkdFhrP04O3NdrAZJ/BPkyw4KCAkEvVRi4TNRQDWCRQH9dxIDfCgK+KW7AGGAnqvJC1Y+O/nDVGIGyD8dOgEF71DA34x2nj//5osvhH9tBuhDv67PhR0CwMbDryii9nvhF49Lv10GNX8T1Ljt6aokdRigfd0sWOFtrKLfeuMLaXveGcQ/9v2R7prWMYqr6lgtvYhPgScTmsSWpSAUvbiDQ29JOyjJmRRSnDcZERS1Exctpau1yqTWckQ0J1ULPZ01uEki7prFaKkRJMilp6SFVLVECqyFORdfN+Y8OiIqVj1K4Djwjz0C2SX6dywOjrvLK4GFgo6lxFuvQzaNppuPe42J0Qw4An+zGbsiBP9j0Swv0ZiJ+N+TF94XWg2688HW5dbxwaD/cne2J8e57kx6AIcrAkR3vXnQtseQcN9Tnc3EescCwC3dxCCW+NH0RFlF5kCTq8Gq6CC8ayRyuCP+BoiKAo68f4yBkj47YM6rh80Azz0iolKiazsDQbFqVxGTvm231IW1QqYLQR4gpDMJG/2xDMTAIcOsfkwnVyji6ERBscqRyPOUSt5Ldk6E8gFnJCsrDNHnGYkSehfAi3w2Hf2NxwIuHrfiPafNAMX/fohBEBjglzDAo6MvfxtdgDSBv3o5ewkBnM5+vb3qf0w6C0MrIoD/FAzwuRjgzhffiAE2o8AKHOmfcPQB2lHSWt3UNU7WVnK0clsJLY3w8v+85LUaoqBdV4reHbPtaCPbrXcnLiytOHSmR48/+Px+ucuQqs3HVosnoiiXiZY4RfoyCgk9tFpPJkVkLmM7LCe39bY4Kl9ERmgRAKvpCn+pq/PVNXFjlqDlL3ExqlQ19DCa4Lp04mKUCC2/gJKY0Q1GkU6dVQ8zpK1b4mhHTVqYjQrls6LDk6Lj0PfLVNsffsjNYbwcOANIH55nNmGGQjmvi4seQL1PVlkccpv+QZaMRAcgG8NcnF0e92e732+eTP/Va70ujyfnomErjAn/K+xQbcTXwoDJbHMGfQKFdIwG25tqEO8zBgol8qIQUzTDIZskpDXioXICQA/7KkkN0+CNgh2mtAgNGUcVBq3fEQAevF4eLiobTWCh4TLjI2VEBDIGWxPNk4WhUmfmbVg5CsKncCmvBRHEsaeLOB+9fphNDyFssXTq8QDg/sreWTSJaSJ7FCQWFveuxBhZ/CHAo8+Pqc+Lg8mF+DPD6MrBKPCrGAZWG9h/iMOndwsDZMsyTwPUt+phYI8Bn9AE5ktPBjj+J5rAgkARQEaBf8nfPcUYoqjDABFuMP+c7IiMOXCR915gRuoEmTOVjItelSIxCtzx5cU00ikTcUTRfg5vTV9Y+HphoU3DSlzVOROPjVSKbslTpEP/DVrQ2g7C15Sfk4g7urUWfnXiYliNowRNiqRRqahapXrrtXDYaSBhXL+EoqYRf/ROcluc4HdD7qpUtXFVueZASsYMip+UG5yNXtQIOt7mCFdZDTIHhxuvfsfdpYMtYnyXmQ2iEnuQRABo/vcnQyBPi2N18Gz1ZG2N5m/lfwAgGKhm3DRmRe+x38DlOU9KGl9ONzene3t0rgmFIHb9tZc8KlNqLOhgSFg3LnwJPBlMT/4GsLB5teguQJUakTbsr6o1a2IHf/OI8FhUcTRkkwSGZdEFlGoC62QYRq9sUqsGM0CQRy+W/LLC18xNmDehlQuK6aLU6hWouSOPYoZD6KHRkTawII2BXbIeXIA+ZAbxrkaTf/HMlzgnUwGVyNJptoUeLj6/WgYAeZqAV52oOigg4MX3NVpgENgTAYMAMgn67pdPjyRHjII8CgqY02AYBXbXBH8F6hDPLqPAO893/pkmcI4C548/jls5Chw/k+Z/N5rpIllwlZHb9GWsbJGVOOwGLkItpwyfpdRVSliyIyjKKO5UFRVZz8JNxZaFhQ2dr1TYqUu6uZSlnUOpuMpHyLySPIVrcZaUuUsLb3wySjZX48NSrsKVWfHbNaFFtnzbyLOGp3WpndqzKklNemN/eF03Tr8je60rJS+hli9FSs3z5cMOvfp8tDN0TlBVW2TQ22aEIc3ny3PwVgppdlowMk7VZjcoRyMV7kqsI8CQ98abjc9oBPO4dIXca1J/eMbyECEfYyNqEHtxyObm7dtrf5qxBcLJ6mw1yGDg36anBcatFzffbBNUZMDXi+Joaore4WEIgNfBaxBxNhXfkTVkSPigv7a2/Q9CIVq5o95osrraP6N7DHNnGJtmeVFIr3ewPV0hiUbv1fpAxFGc7xT0EpZ5e31wTQ3dO1MZTO9TjVfnMEDYpfmY+wDZM4btYPpTLsS9foJefRQ3j6mQedErud306EpIqY8pUxDGyK4+tdniciCc27xKJe96bz/+J5jyjZT7OEgyXwEAKQqoj69/AeCd28C9YzyC4mMxTjWBNz7zUhD+RcUo8OFTtYK9EgQGmH2ATINZW1s9+Wj6B/0V9ry+rj0K3PtNj4UgyQD5efEzzN/+m2CAdsiMJP9WFOoIGHiTrIjfKYaTqcE/XWepP98sLB01ftmuKE4hZzKskhTOVvFaZUlLZ5hJz8gcmThTpPk0kb1Vl3yR7KzpjTg+bDlf9xSuhe8gqoiLLFmjsNSo1SWb00it/kyjskynfFxoyWinFJeJs5LgPC7pclHaWXDkhWUSMWlxZP1y1jryqgnyervl5YjYgdTM35Rv6626MmMpHZo/lfT8dJlo1YVIjAvB06RGvS6rZDvjLFHGZkqNG0/r3ZWMhXwxBhLHLZ4TQjegt0hVyPKQZ79zl/uzH1gb4t1hmP7HztB6wQBjWfAmC0R2l0QNeV5w4J/4jWTlYmUqYLw9W3VvGZsi0JzsQ1S2+2fH3gdBHDAIIKB2OjiIfQIhhGr8AS7RAs5mqdBBLdYpTUXwjwFXAaAYoDPu9HiqsJLGw0UxQLeHT80AhwyPCADdbyh88fOVYs8YGCB7qMLyBIcjtZu5SldIyxaSlys0Yqtm1m+Qk36+IIRjuhghhB5McSs3+guD8gnQllkOB+KpYpnfHkjnC6K0EXIgMPTSaTsEgGPQUGfbMgB+5nXA9ALyYqSKPsBYCXL0iBbwo82vNl/e1v8leHlQQPbZij5AUUAYIEtBnrMS5Jfv/bJZCRK/AKTNAAms3X/05D4/w3AQNQxQb4X5G0L5+tGTR09aLZD792VvZIbM5ZiM91VHm01W6aiKivVUlT1KH9K6kOK6QXQJvoawWglK4rM1LldTLUs9RdddPplU2wraiTepbWfRw2+tcVm1USOnFL2jhtE4bUWROW+Rm8sUb0f9sbhKcRWl+K3Oe5C20UqsQctTXG3JoHqAS0l118T20VKrUaV6Nm6p5ZC0j+emf+amb4yJ0PZ9Cvx5VswjL4Bbm/16VfDHPqlqeS1F09jToqdwH9jR3sqe+N8LGsDy6EYEAAeDyxmTYhgTPh+w4mJAD6ActDt5Mpvw40xEEiCjt020ZTBVg9jdZfBBtY+n2VIcs2sqYyBBB9XOPZvC7IYetNgZM9JhPOkxd4bNoamBOvZZPuwdBJ2PKugrBOUujKFUKFxjTQcXdtoLVBNuR5VmkRDCfZ6TOSwPEwkAA2HNAD0ogi1GGIs/PEIdW8Aw7kF2pSq/CZ9QkAK6QDZGvRQE0gk4MAOMiYBfJ//TH4U2sBngktrA/q+09pX+BQkBV2NwnmEZWDgMUAhID6B4MZ2AX7z3RWcUOCT7AEOXel9JDwDFDz74dBbud+/u2y6vx5H5HuqtN6+I9framReO7jEkq9fjj1o/ZY5Hv8qEIzMs+x+hRUkk63RBO7669/fkkPPDV/jmLqRWodeDKEGup/UaZuHT259Ncf1sNbePKtdOURNatdrOqyzpbakqr2oUUXBNQU1XSEuvPknbaKnFqig7J1WrnpB529LN1VKLIxSrmTdS0lP0Im2rbWTQmNXVkQwUtnLgSiMk4pYeDiSavAQ6SmdgUME3bBDIfMCHz4SBhsG7uteeeWag2J8Y4JEfGCIGeDtHQTZ3Y4nc0t2YGSMCuO0HBsejHrena0tLu5BCQwOr4o55VNKu+Z7nxJx7VfDabSYFMhOFgYnR4F83Z4GHYMuwd2fmWYBsDa1G73Cy5kXCwiseXMT2VcoIsLH0g4kvRiTd6mOjqOcEuo16xhCzOw4ZBda5VIoOu+XoA3QVV6M74nwe2oX0DVdY0ktPHWmgGhDFVjGy2NjZiKcTqEWcEwEFYDr5MDoBdWmcQpkZFFZ2QT6nFODZ9MfSBe0M9xkE1pszL9L9OLhUA9gtWADwa/if/it99rXAT3+Up8+eHrEYmFHgR0tP9O3HShD9U5rOpn+Y6wO8oxbw0Aj4fOefv/jmvb/9ZTDAwp6IxfKSAfonIvVXC0cBEbzuvYp/t0/SjlfmDrAqeHHP5NLO8vr9oxbR+rqVAuYGiXPpw5Ln3a2o079Rve8/Jrm8HmxcvxDlK64P68muXwOfQsaNn41TlZJ8hgKo8SrfzPVa5XTRki4pV9D4uoDkpp0kYoWdVBstq+gl9uWGGq3FjtQ484RVJIPGk5faBB3Ru1xrelrSuKyRsUlsLrJ+G03+RvVnTylRxE1gKRk5fKaa2EqoUSalhQRdd9u3uNLHoV8UQ8EbtH8FfNH6je0BvUAkpgZCAGkCz9Zuv/SzgqXvsi/CkWcGxroQ4Z83iN8+Ufv3icgdM3J1H07UwvO2qEx5ER7SHSgAEAH8HsInQjg4YJRiOPkFk6LVrmXzl2FvvPfSSAYYCivG27N/9RpZgdLoWzWP95h8p4yiYeNtOvoyo7d84WEjMKqr3opoHs8hGY4WkwGScTwaXY3ZNtWwSUffHfFGti7Vq3c1Zp+qfe9JoCTzQTCMND8+JHvxxnRUAvos5lDW4dVoog8dY8Y6v1q0PETeeEnZoIDYbAMNBWQbVLYAvGQ9MAPHhQJe7B+fx1rgHza+9kTAYIBHYoCxG4z+Jt97IrRXgogAeiI0o8BgrqpoGOBvhIBfiAG+98U1BqigjAJjwpI+ODI85eux74OFa6BAZoPV03CpmGpbeNVBrA8+eEJG5M3XyZ6al1NcMet4435JBugyon8ktl4f3XAhjeuBrkpX++b6Nbi6Gz5bYorvMa4xorlTxKVdr9V5s6TF31RIVUuMo8KtpMYRtZJKzLu4CdqARUKjhUKSDek1rBKxIyoq7pR5O7+Ivy7lvwCB7ZKEkirS/iTFVewMalyCAp+R0uSq0gQdw1FLrVpL0QER5NGZAsOFtwuv6GVnTxj3tfvRwaKAon8igfHUTO+OxYsFcpsvgD82hoERqgXMspCVfp8G2HTz0dLuy7UTposI72AzQrzZ0tLaKlRpMrjDNJjxYHtzdxYjr4PXRpP+5lfCGcGakEZ0SS1g5v0Fl6NBbMhjVYgQ6qDvERElQcoOWCPH0g8ZwhRwkzkrYn3rQ+8Ms0yS0GWwvbIVXYC0R1fc6I01vqJ59NypRtdxFn2A4qWqHj4IiouJskX0xJTPU1uU6O7CFQ9dg6OYBjhjpwioO0VtMxrRu6QNbMY3FOPrrQ/vqLRs001mwkABj4FAM8DsAyydgE+fHbIWGPzzWjg2gxEBvP0npiGxafeqGWBMgxncOf8n/ccYjf6u9/x/ug/wPRigYUa/VMd6v0kG6N7oN3Fzf/DxvY8+uhdYIXBStsMHD0yAHuw9+HDlw4/0+5YYrFT603tfPXj8uWpeeBcoce+TRx89iOJfL3Aq/ZcN/Pv9vU8+Kg1JpxhtDvPW0YkCACmxED1xMh989Ikv5p5OMX8huuajx4992geeB7Nwq17DrHUNN3823NwWunSFgZ+3vn7w4f9Jaj0FWRaufbJX+ck8esGluyK7XC2qP0ekBQQUkxirlRxqCTn8jURC1M11Rna+L6nWnAG/jVBLuVJhaK4paimXUsq2Y76IpuKfCP1B8tr1pqDs8knLt+FzOi5XR1q1q8+eqmfx/KriQyMl5tO2pGO0clUhKIa1CB3QDo6hENrBcL9D5j4fPfwSlBPXeLLrR6Xvgn6PXjyB/SlLrAym890EEPDbm/K4EHcA0gL2qhDd7JNVoSZ9gqJK54NLkcDTf7jNsmBQhq0KBBeTGbZHJeBrPdkAlIBCiYKkGf18QgmTMp6jRJItNi9QTmDSrePt/vGyF5b0WD6iSqiQOhjdpX6wkUUd1M8u0spIOxf26QpN5IBmZ73yMLBM80jV767N7OWDLIrksX8++KVqPPCril1t7/JCiAdhfD2G8PUGstxC5TnDdkxW6ANk0AOANAXU6+JyIAb4KpaCfF0mKD08PKq7wbAWOCcClj7A1RNGgbfrShCPAnsY+Pk6fYDvffEeDNA/Jr35YeqHfo0B6tbfWOD1AB2SpbSFHBldWPhOb/vM1vS6h2fha6o1nP37feyFSL4nL7+zyPsnlb618F30BdrvEg85Q/zmAwCdFNzysSqmtsMHv/dC9uZCuBIqJ53P8CDuknoNbyRxDVE16k2fjdvRX0Xcwu+U2j5FfDFuZ3/8CF/5ZHFjU8Sxzs4FpBq+EqdDJaoZVvVXPQWznoAcWQVBXqkkvrQizo/XUeNPUaC3/3bNpWRCSEaq3chW/V1pVH+CvBYFoJcTjFklQcIFh6bAYfyC0BqfXcVZSrSvM2p0QmYq0jGKdYMrxZEooOI4br377o0gMIY+3AHI6G/0/wn/Xny/9ILtEdTqWlpi5svdIyEk+HfbfU8CQLZEYChktsuMaQ+LCCYuGOC8pANwaXe2Kmi4mJwLV+4MhoPtF5vsQr8l8xS0oEtw22xxMPbS3T6r5MScPErRW/z52pSpKEEHe8cn24III5kwY+AVcwIUvdZ7k9W988S8kZ8CohOokABnZ2uPp4jkKLConM9GRrVslXEr1plQf8z8U6JomiDVrVhW9Abn8+7RXORwneFj72AFIPZ2Rhce9mXPvx4oOz6zOdmCTKrdrTZw7PrHeZn4MpwIH5XBgCpHrze+vNiCAooBxiiw4M8M8JkOQWCzG8wTw9/LNa8F0d+Bv8CJR2EEqZf0AQ7EbxkFHj3fYSJ0dyVIxnUlCDZ39ge6zfUj0Y1u1mNkU7YAhTffvfGD9pEAtQcLC/LEHfWp7N//8N3GgjtcnH7k4r9A/fzrBZIWNt64Yt/S0QeYd7ckANAqlZXaQbm3eTO0LyR+zDGXcSXuGV/D//iOaYGy8hooiXbTZ3MdcUSw8F33s+IHYX/v6+Qon8xJEaS01G7CTdLK0dYjAWfjCalq265Oic2qdoSgHB1p1BtckpaK6D2nz9nVKnJTgbbHkYImZ0ahWWlZEYeSdtXS5m2lehx5/EM/TTV9i0b34Nt3G/p5iWx4g0Av/3jm+X/A39FfgL0ntIL92HRpXhl3dP/PT3YhHr+G/037sTZk9vLPd5eYFihK6L2ddCceb60INF+esILicp+NES7HByubj25vi2axUeDBa9Ghycnm2jY4IiBg2t7gZG3Kijbhn5BGbV5AjtmCwhGmCML5IFliUbL60UM39ow+hkfcBO4xKXAbshXFeBSwgcqWqBzEDH4pWAMAAw4BIRE5QRJZhbBMmYYB2uytj5nrEya7WEEIAUBXe9XbDwDyVjK6Nnf6MSnlXAAsgjec8PhQTwZXXbokr/+1w8grSDwA/aCAjAKL/X32dTy/BRLopXB1N5il2A/wK3j42mz1xJvBdPoAxf88COINodkNpr0SJKUyQKGEWdIDMMqHYeu+MADQMCi8XaDfxMXeBRH6+K0bmPygAiP/JZBKLm9R8CvyLxjM2Kzgrap9u+DGLQnJAF3cGQMApS+4A/DTgNJ3XM53maVciHSX09EwwEj9RESTvPqRY/4K7cbPVi7d12uR5135rEytJu1dXPAnpdKo1TvohJTYasv4K8Kr6ypBUbq1BcJbWhQto3Rn2C2YDkXd7CHzcVdtaZa2J/RihdQvqUqnQEZVmlhRydkJ+Pml7ii1ktz4WmocN0Y+2vRPPxL9JJkS+OqHzx4K3OCARw+PIIH3YYDeEOG+4NC9gWoVHz5kYNg7Rq8x+wwGKALCwjg2zPewsGDAAHhxPOnP1FZjXyzdludbjAKLAG5uzrZzVjSrQkT4XsYYsPf7Gw0na2tsBi0bqtQbrK4JoEwHvViXvGZrapSOLtwhSH8gnC8AkIxDPwdOlXgUGKpIEp2FSrparAxQ1exAFd2RyNmv2A/mODryhr1vD3TpUD54pLc8MIUz5Lrz0EVNtmR6KqRsc1CdUhY2i3tBuFN9K2dn4ngAHlexfBlrP6hvFJ5jEWOhoADwhx+YBuPJSYyBPD28yxDI09+aAeaO+H+6zSgwK0FWp3QCZh+gGCC7wQj//m4kBrj+/P3YDYY/fPtOKvMA+SEES6JjTb9j/SYOMb/yrzJBQb+TWjB40Fdv9Pux+e4WMPSx0c+1Bcsi1WAmMkdBGF3UxWVEH2D8wkkOAKQKF76ry3Ca64zrLhci1bcbIZ/BW9WYAH783XeBmxI3t50ZZf6zOVNtO2ZUSCZAnrW41taH98WhUXH16ojr8YV2kopSPo3lXW0lkqwyzkaW/ANRW6opUY+C4qIKOcNA4RO6GifGGVOX5gyRPRNqhhJXcenMMFeT9RRnklIcJZaUhKwEk7dToxYXjkS988M4HUVRBi3VUYkjSrVKKy4/hIgBPrSkfzId68T8U1Qz+LB0ALIe+JkooA+/AEBeSgYWXzAAbKzbVsOL2YFra7tLd5e+xwcDpHPL23tOWRZiAuhnhWyJkokTelIgCAfIDY+nm2vTnwNIpzwRuDfm0SETVqMZn668U7T4Gqgi2tdf25ss26IVeTYzsaNNyvQ+PzgkMkLevFmfsWXnjreGsSU65imC41MRQEYjzkBKJwpvD1a2z+6ce2GImrlwPrW/6S10o9efhDOCVyaE0UXYG7spLVO5g4ICiG7ybi2PdZ4rKKF5sTPoInrDAd0EOHK5Sm/smUOT44XPXqkF/PVnh6KAbgPf9YZYsRS4vRIkZmiurnpDaPcB8rUzETpGgWGALIVr7QcYPwok+s8gXTLNkj6KJJE1m59IlyNIUGmGuqQB8Ov4uZLH8HkvdILoODtStdHeDLckaJp1A2CMAlNRYYBZ2WO6w0t1zqLCeSGodssbDJBUc7N7OONKv/MJfouNcu2z6ZTylM8Q8PUurg+4s7fUKhgt+fzJmFVYhWrilG1wCOFeRyK96optGAbDm4GjrC2M60IQXwCid9bYCq9JvYTqaUvG/maru0QZt6UAZKQCZiklDml9PAlBFCpmSSwuq87SuNMKo3pbsdXmaEcEwjgpCYbFbg6Ct/rzLmx89rtDugItBII9r4crKAgVESTS0Re33VRNr+2p1bVN0UPPixYkGgbcGd9/ufRiVzhpGBAFVGtx4h7AbeaW0AM4GC9P1jbXvHOeYABYG0wZEjnPR3uI8nlIeNmm8Olv3CAW5PUWR98M+ycCQKeMRuvL7I0KkQPy1peZ+WeytQg9k8U+XJzhavF47wyLRD/DKGgc8CiW1++Lqi6Px4uj4Q6cjw1gxoI4nf1YHwXTZ3RiEESgc2fkiS58Ek4iZtm2Vfjq4IIuP52LE+kSWQ1yeSHMgyPS43g1GjB2vgUD/IznwungJQoo9GMWIBOhWQv85Ht6AXkkiBjg2vQjHlsPA6RJPrncv7P/T7pGISBdgM/f/yZWgph36fdFzM+8rAXWz1S/fO7rHPckYLxWLUv/QIIVyZmjibc8wvAxexDETXPLrcqZ7Kx74QjHV/pdMZn58QIMEGl2g1mo8wBdQHYAoJIMXG50xjt62DlXvRAXkEjlM4hhJtecoUXmW+UaYhT4ps8mQ3WTQIWt64N98mEWotav4K4+47v6yfyBokqXd3oYoVIxbudzGKdC1zu+SfLGubNclM1SUcAVlRpdLM7qLDlsOldF0auvVurK0hkn4eJLxqrUTPFNd/zoUqKkS8nydUX18cmU4Gy1VGR2HOnY4WsuQaHiKInBp0GUi4rCcNCKS5RaW4/q5sohesMJcb5b2PDKuFe60UQ3WBzsERHuOwkaSuF/wj/PPuPhwFPWhqydwP+O6ACUy48KYt3/ysr2n17QAI51wTBAAdL25tLshFmBAB7IIbyjjQwHEzqNR72V2y/pr4uFu6PeWA08MhueGJXgcekkCVPUXmV6n1QA6cpb5bPXDK1edkq9DEiFbjEK/Fqcz5VcmQEyYbA3HD43H/SCDXCTARLOJ2sxOJ+HOajHHYRQviCWV7397f4ZT/s1QYwmsXOfMtNvxxNfJp5iA9CqNJueCqCYOUiX38ijvvT5kQNP70Dfkv5ZCACZCB1PhfPf4PDhs6eHX3ozhCMRwO+TAerbFwGcnehfUfQBGmG9G0IwwKvyTBCPAucfvGg3MEDr+um5ZflAWWRlv12kuKTZ2ufxY0UWPiGHZ/6lz81MMUjH9xbeuP+QNAOMjdoHaH/2AaL6dGUlig80SdLHcKVkH6ASfQ2bTdpCuYabP5vvbR/2RpxdfiWl1PpVtoDJWGttS1Ub139SotKur0qr4pYoqEorR3U2eo2bbBFX8yck4ka7JgraekjjkjRBxA6LnXnDU3zF0T6QiErgMI2qVr09J9ogl25bJoACPDPBfEsEwd9tsCpEt9vvDnlasNeFSBUO4hYMig+yNepSrAuh50nMz43h7/+iBFQ3gNkN+YypgeyLIHTzyOnWsYRZgcrGvgj0B8IAYwgkWsTsCzMcrtxmYxiDo1nSyRqpbuXCwbw1IPl6Il3Le9O+R3rpH9wZT7cv2BgG7qYmsGEUkke3nxrEQQ6Vl6HeM9aFKGU0vOpdussRiAOmjvt9XanyulU6oJdPJxSmwfm8wwtzZuCDwkO19rlWWcp7KsBzk5jrWaQ1rQ+O7XFhwdulOKGX/9IGlmN4fMlkSefwOPDVcMD+EWKA8VCkQyZC82IdnB8K54nQZTOYP93+CgJYugBLHyD7AZ4feB7g6PlvdlgJV3aD0ZGh7u2yEiRs7utZBYXvYEleYKEjWFH+ppBga5CArMlTS77kn3n4AnPu5WS/6H6LogYY6s0+QP9fd3IwQKkfkuAhZL+inI16IY3TG6KuQCF8DU/N1UhRgOMe5BOl+WwusudqshbnDolToEWCa/V6FVwK85PF15FS1Y7Xjq45L76IPPucW5JW8aaEKz9l5GnIUaaG3o3rh0q7Hd8gGbddP5nfUo4mCrWjFClHEzmuvwhbDuKocj2OI2TexchvCIe7/jJBhwe7YIDKsLHBomCRjt9BOhwRQEE8OvzwmbfMh3cI9H5N19+mlwkviRnel9cbw/S9CYDwb495gUK7Pc+d47ZWq3N713Ng2HTZLx6WWXcGPBDpG/npwaCjR3B7o8kaYyDLw9fQQzVX/bA4T2cBnqbbassqn8FxsL2n5iVz9pTm7QDrWmA/Md0UE4zr3eEMrgOguixdjj22Nr3TX2HGtkxqYSRD6Hjq5vJzVviCh6Z8YqcCHE/opqoY9zXBgz6CZox6TGIPQJ92EF2jx1u+epUY0wd4cXnsPQaVYae3PNlSm5hRYE8C9N8jGHmMAuc86LIfYDJA+gD13ccWrYwCuw8QCigG+M0XrWeC+K9efl7XGWCm6jdhYsXoqzAmiZfSXEypAVbxG5LE3LqvncPpG2ZZ927FWo2vXMrBfB/gPAOUFpUd2ut/3tYcNFS0IE3SOdpLWcworKRkegLht53P9u67UgRHVJMRWrk+nQCzuRiS5X5bam0KOetfgbqfSlXgd3VUibjjktQSaXVVBaEUs2UUq9olbkknLka12maV8segvghTje847JY0gV9EYXW0tlStFm4pRWvFBNnoCLzj8KBHeAsPxB9ZNt4uLDAl+oeHCYK66bj/QD/3DcbIsFfGcdeBgVJubzL8e/jwCCRU29b4x9YI23tT5kXDCU0AdQhzJmtqE6/62ePAn7ibtwoUHLkZyB4sPCvE/Wagigc9ZrR5eUDwWE3Si9XVyZ3XJnawPDifnwGirDEretmjuYIfMcD96KxTGpYzqhgDtHuCQ5gjXFEsL/rxDEvr0Douhpy99RG9eK5V9tW3E081NsIpL9MEMYFgzH0BoDv54vLUBpYZW/6RnUeBZC8glFEZFo+PYwcEVWHH+nDAHmJigK9iNwQg0BTw6d3Do2cmgJ4JDQB+JQr4JzPA6R+8FC77ANUCPhD+BQOM/QDLjtDxU+VA8pkg4eVG9x4Gvp99m6/kD7ghXlkw++tUQ9puKHrOXWRZ+A6HQKYwwKAsOpJhCaaCATq//+mXOoN0MdXOYOYriPPkbjDWi/gzfCikjsZqzD2M685rEByjlM8mBIxWc6mUoNY5t/fhu/xkssgi+43RlDa3z0Ksw0kh5AsSk5KVtc16OnR81CaLcpm9ZnH1rQSU4nQU4hwllqPRmzyZ3Wcklt3NKsUZ7OhkJEO7gCtyqUbsjiNVSylVryz0sAU/1e/8DvK3gook21WQjtCKnloqEXpDolAVGO+6hkOJKOAG86qggW/ggIAf+Oe9onmAOqPC7v57xsRADwGvrakN7IcGe/jDOyPQKDYB5PmQ29L/tHR/adOQyHqIiTjfcSwL0X0Ka9oHRwYrNInVqjyXIQboMeC9s8tlMAbKN55uTr1IJM091gWbcY0FVjw93et9wUr3AdIfJ7gZXT0/dvcg2Kic0SDWGTwKrJxALDnBrQENYkAKCNoZZ4ckoCVKJki5PGbTGtVjdFy5lI0lIN1nhQsMMOodQHajj4/rYa2HKR+ASIt9NAD66fNzBlboyXQJeTwVUB75xABzIvQPsRuMCKDawE/rSpCcCX37KzapmM1mPBq9zQDLSpDeb0QBGQRu7weoH5S7woMiRUt2IVgSvdjOEgxQFvkMCvqd5polgUCAlX+YdhnMnjizg7fuKTt5s/A1MX2J/NgURF2c5I0HQR5KtZUMkMqj242ZIiqjhDiPqgj6mFdfPkOi2a03STZdn++h6K3jpCjls5U+wHLxWRtqPYUMX7J85ZMph1wKsw8ws8gRl59mXJhPI93fWXqi/loqPwU6V8L3E7lqNYR5fZlQayDAmVnKCcq1RHnpjv0dRsE86bUspRjJ1TGXUXpj+4+C00Vq6NJcMVkig0pkqVoTeq0pP7h1NMUku1ycoDmnq7VYq1aoaZRMaVotbwVNBkuN3zIZhu1hPPoBAsZt97tnniHt3QG9N8ITugBf6ubb3XyxKxhcUrKaxboRvTDY8MfU6JnyxsYwcB6mdwwYFWbEw6spWBcsxJtu3p7uiSFCyBj2kGNtz08th7yNeoOT2fY/sLQfkGPtL+uC2SZGgHHV86zoZTdPhR/7UMmc6ydwFOQx7itYE7B4Nxggj5z0CEadtoa0cqNVnStIBFFifKPheP2KXj3a60De1fPXbB8t292J1IOpi/Vsw52hF/tOtmrFLP7wU0R0YucPvNPZyKE271gMkG5A5ZA97D3fcS8gTeAfvBkWMwF5HR0+/JJp0DSB2Q5mMycC0gk4ZfWNOOBe/1/2+GfDShAmTqoF/JueKKAYYO0D7MibZIA2ua9n8SPBQxK4gpWsLX8uCipbKy6jwh8itwNPFnmke4FYDcbwKqx1xVYuT/l5h0SduiU88JpTj/V2cgTdC0FiLuMDev4ekiielwl5gkf8rlHqZ3tr0pj1t6oKq7m+SCqfLEy9yydzaroJivn/VBRkdHMdN1mhXU/r2s7mV9t5LVdLOmk3Zaxa9bQlYic2zszbKdI2FTQJ1UdUnJ24FaUaZ6yG67jhePsO1udGr9lf9PvVBDuEgJ+J9wn84H8+wEN2xzL+/Qd7A9LxxNMwX+gOVCv34eFfmJSmlhgE0I9M355tb68tiRZGp6AJoGjPcX916RGzAgHDY4HK5PX4jFESdwEKgAQTPC6dDMK/1+AYs6J5vrgRRBCyNT0pT3fj8SB9II804Qn7X/UnoKEyytqKfWKoJBkgVHHEE0J2BvT6USPs8Gq8slL66aBpXijMqLAKsidqbpWgvII0MUDDFeM1XlMn02MYasKuixG6v9N1iRH2LicXfHrld5efEHFyucJXoRwx7DvQ/4bLLeVgQfGo9793eoOtcw+CHPqxmG4E80d4dvj0y8oAl7wf4FdMhKEzggEprwTZ838bGKDawF4JIgbY7AhdfiFFrvcBSonEJFaRzayNPfmcpCAZYFp6B86hRqZgcex0QD2fRy5nDIaFZWiBsYU0dcbUu/BSpgZzF4IkAxRNCA5brkEl4xq+fitWgRJ9gOISsRH2A8ySt5E8hQ0HtdZ0Za21tAOkxP8PpRM07ipzjowzdyvBdid7GgkP/ymJqAmqzMddtUrEjZZ2Rl1PY83Xdc2qStVLhLda7cNBLImspoP0Ggg5jH3p8EIhjwXfBf8ggLDAu3efMgYSHYBLu6J+XhysxnCsjbv/6IUIIGRvyrrg7e3Vk+nJJguGZyfbjIEE7ZlMtjeXdtemnlgnkiLMGZxvb26usuOUjPHwVIywv7nW5+lI49fuyhvn3tBKAjJE+bxPDPxJ8MGyENiUOd/zq0nOkBH7Wnx+xSCIlwIDXLESxOCogjy3N54frKyj9YA8sFI2G6maAbIH4PC5shrxyoqSSczsU70QUrZ80WcTnlGzGF4Z5c3exeUJu9y7E5Ar1mV41FeITnYo4BBurO+D89MLuNMbDu4wDeYHNYC9GFh/A73usiF+zII5+m0+FW7z5ew2j4VbXeW7579PP0Zh6jSYv+s9/w1rgetKkBa10c8mmsBpc18zUhqJTvrEi3Fz6gpjvE7iKGwtzVgJ8vvviid3gNEZb3k5xhP7ndRiWGiVscUSi2CVVBY9ilG5rjv07oWEcKH/QoXGtY+juYzkNVQG2DDHII06VdotyVP4AuP9R9mqNRpt9ZOV0g4s5btFulf4U0LQshsj/xItj9WMnBBPArmeFpIRV16NvyYR+516ekrcPomC7udsxa2Ejn/O0xGXUdz16l30WrIVdQ/ESFYsjhjrMNTR4WdP+GNk+K0152MGwdsNkM/YR+P3h7ueEq3bjhkwL558/+R7wE9YKOW+qMndu3QLwv94EvD2v55MhYWrahl7CiCDIsK/M1GhSX9tyRvD6B7dOj8+F8sbn71cus00QYZB1V5VC3gmAKSN6W1ihr2D7Zc8sWPMFi+sRVuZTaGHghNZz4d7QJ4sHIUB2gKb3OunBJCLtcCCISEePGt90D8TxtJdSE/iaOImMKQNTBJHg5CBUMOr9cFeX5TOJ6HR6oHeSzNAZWfqnykf2MlEHC/EON5ilHhRjG/MLBk+DucJCshXES1seOrO4oApQXxgF+FqBmyGAPx9XdYC82+IaYAshjMDzP0A9fqFGeBH01gMvNL3Bfi/S8wDHLEh9DdzzwXOqDUPUASK+zrhSLdyEivnW3BvXQzlhhS2Jj1usFgfIZJFqkq7Fbun1NA+9gb13NPBsJzPp2gYm3eAYR7gQpCsTyMTgTUF5UIwEhOjlg/R4xpo6Tolzryy8GYhR4FxOyE+G3jVuk9LdfUUqlDhm6j1F3kRt95krb4EPM4VhUnOYo0UT9ZfJEvMeRHe5bpcZ6jo+WXEhYUvhGrSyNgly6WE0VRbZd6qn6NJao4IIvQJw2fxier5WuJLDqnORmuklNTbepM9g0grao2KgVgpKUY0KeZ714/rfpE/x7febWz87vChl4OAbzH+q8Oo98Lwd599YoL+HXpmNA0xb40lJrImkKMBvEkDeOpRU3PAle3v7++KE5pRMSnGc2Be/AkCeA6nes0kmDVvFegWMQgxmM5M+XIdSK+/tg06GeU8DxruFnzwWxig00aSq28nuTMCVExItd0/j+FiAPBUvI0q6edjGy2PM5vFBY0TftDG9SaAsdyXNAga02K4PACMKxDkXOizUJUguTc5u6CDU2jGlvo7vX0RvgtvGShTJx7S55dbAPq6GAZh5gtbwvhKe1eLl+f0Afq5cHUU+OHTZ34mCM8FZgzEDPCrtT+t8b/HG6Lq62c/LjFANYHP/ymeCcJzgdkP0KPA/LDoZS5jGe+SAfpeKqsl4i5ZKAss+EHkBgBeSRLls79OppKVRwqg8vmrBep+c+sImvTxG2qLtXD3NuSl7pgxSB23FkwOn0rlLPfNrBKNrZ/GDizK++7BfZ+1uRDK81ZZ8hrNFt7ENei0fIZyDW/fLATX5AP747zhs60oW9Qe30VWV0/hnAqzVm8sKPG20nyy+KDO5pNLqUan2pocntbpSlS9DiOVIh7/aJJwOnIiUae2LBxHup2xuKi1c6ZIKUVbl9POpoMws2TdykkpX48crllHRHKWE0nJLE0d9UqbFOcrVypVmh12kYb4VyrpRm2jKil6t01LEzcmQfYCOmZC4OHdh+J+YKD43yEM8P79JR2Cu/sM+i4tHXlx3N2/6HZkCswJ+DfdnrlDCvzzA5NolJ2dnV08EHFSAxgCuM246TFbY7E19NLtGRvDDPbPBYfCgP4me0NfCgtliDVNZmt/I7ImBgVDEyGc/U3uAG002mZSoNkY2/VdnAB5bsr2euJ8MUVQ7WgzQJrAp6OekIuR3rP95bHYomhZNHqXgx4CYgGAZo704630mclnxqfG83BlL4dxvcsWOwvGJEZyA2cgkPFS5dfXB5je9JnSennxx+WW2Ki5qJrxzJA0AwQTe6Or9d5gHwA8ZCr0oSigCeDTZ4exGUw0gb0Sjpe+72Y/wH5ZC1wY4G+AwFgJYgYYv9UIJEYtMIdfGjd+9JP5BxwsyT/DyJc0y6tgWwww6wqi9O9HTj36dwz2Tn3zNpaO5TKRha+NfzEKHBTt9/ddywMXUZ1OMg1Tku+Hha/+Pvb1qxfCSd6wDTVOX2h8BF/Dx6z+fVeugdutfDZ/esz4bFTIuaOaquQp+OD37fA48Mc6HbUamvlkZCYIVQE3aPq52BDu76K3hdNxlS0XkjGX1tjprL4AiXZhJURSXFKqylBrISrlGsmECGSW9GJHEEcIiXrrQ6GU78+fUhqnSwch+VofvxunEVIvjcBIHykOahURhd6ViKuScXEVZ0vNoNHfxAxBDmCQZ4WoFfw/yrPhvB5YqKb4vsL7ugvhhoJHuKCnwKi9C/27vaY2ME+MY3QjAFAk6Ky/0l99IlI4Yw6M7vj9LTU6IYAMgbhTzSO2g+nmS2UQgAhhGBbw1oAiWPAxyNmUWdHACzi2Ptie0XgljX6+Mxa/mToKWjwKDKrY6h3v9e+YAQqovP/BVlQ6Go3Xry51BfkwOdNDXwGVgmmXHqNhvy1KjiCEAGAhjxBaOv1i4QjjvjEq4vb0jpq8TIK8VOUyVdv4WIxQiLfPuQV43hRr6xjQ1Anl0GvMlviv2BEQ+DMFfMheCKaA0QSOhyKxGwzfvR9NJQBkaTKAO/BuMPqORr95fuU+wF/+bfupcCW+thvMrOYJllR+lkaWDz6/9+Hj38dGKKUPMDKT3y45Hzy45w2wPL2m5rXjfz2IFBggSUEOP3isaolBnqzzjRvB2PceRKZXcS+XC3nwq4+jHZ0TFoMe3HgN1IjupxmFUOTDAg7FmRKwzCn0WcP5Y58sS0hKfK22n5CMO652lT+lNUFKDWyiFyX0UK5Jk/+6s9TRKOitMlUNqd6iIWl0JKK2p0rGGdx03KR2lVZcIprDCspRxn83vCHgW+YMNpnl3Xi78ZYpgb8T+sEBBX4sgotDkHf/7n+IHB7+AP6xTaC3xtLrRM3VNTV8Z7sCSzkD/2CAbJy3t/kfTAvs90Wgts51vw9OJzMeoQ7AqQV6Kg7G3tAnBsAgcqNBPh3k4LWnnQzvzNj9heUdwMfOYDqN0VwavesjFgazpHesputVDwZoAKSvjsdnutNvtEjBMQvj2H8aGrbuhSFe0EtTev0gGCDncOPZ8wLhkvLQQ+hZjFwdDVbRRdaCGKADAIX39BmqCQyasd9B9PBxrl5vJDS83GLeY9hX6+PLLWHgwKBpkNwZxpb4rz77mlFgzwM8fMqf4og+wN/SBH70oiwFgQGurs62GQb2GpyGAYoC9sQA6QP84pc3PBXuht1g6u8gWVLkzD1E4wUFTABEU3L8i8796Mvr81f2sgtgQcDmxUkWNgo5jNdJ1hln9FhE6xU7zVy7ELm40A+DgdxwDf44TR+gS8Rne+sa83wlSWG0zONl2ne91vyOJCVuWEp1taX5lopkUQWhWL9mXdNSQm/sTCpBS41z/5hUrXok1e5GqZGheBqteopZ1CZDlfm4qtnILc7Ua2xnpBDH0Za0awTO6Shde62jpcbhPAGPWG8YLdnY+Iyb7qHQz1EIryMBIwu0YIVsDqibUGxPd+HaS9GRtc2/HB5B9gSAdEp5WVx/b+Z1cSaAk2MPey73mRZtB/wPjOkri8dgmQUoBjhYjWUhMbml15somTm+gp9xb+fby+n2ireAjpFentEh5hZZYYBqaAY1U9tUkJejwPC4M4Fa0Eo1VIVxXuuhSkiM/aK5AuV3rx+I7JOMrugh9H4ww0XawMwhhHIt00L3eVbO4JMmkAYzEb5LKCLoKoIniMxVMSpt0mgKCCX2pQk0168OaALDANUGjqfCeTcsugCzCfzITWB2g6H3VV/1RzDA7APkucCCP53x79gMprsjdKuldtNa4Pi9ZZK71py8cUqyX94IpYBVqUjy7tZeNGP9evAuNm1BYjlZvB6Y2yUDXLhboeXjR5VVutzCo8IWeX0+oz8R//yF1CHdm68Bv1KwPAqM1A1kpOtNy5IjvhTFnzWAnYMh726qNc6ud+mcspQPXb/ituCMDKW4C+Pi40VcMpfc7VIR+SojTKsWJb//wjgzc7vSUhce6aVMtq67dtTV8uWbjHagOEaihmI22vwpG72xS1aXaowMatQ429JJ02FqZyCbyxcJGJFurGv8WYh0ZkVLya7AQ68ECSJC5HnSPwCFXhr8ZBfU+/XqtuBPWEj79+HR/d3buimZFK07UmF/e/X7u0vKt9eHL+mGF6ScCxNFAD0GHE9HGpzsrmEHAxz0xAhf7rkBaj7IA9NP/uHOwKt9ZTIPOnr9aLuuj/vuA1Si2n47O1vTM563BnXrsR9gP8c1og9wZR9QxdF7fnXOwhDXSmLPiOeCAikIoRAZZqmXTTbot0WfoNrAOUoMel4NzkQQDZAmeLSRQfxj9zfqknfGSpWDS3OWnSu1ir1SWh5lUKGrxQW1gAV/fi66R4GfiQF6OwQQUPzvkQdBNjfVBJ6trZ58JP5NH2DuBhNrgRkEYSY0BFAIWBlgRPz2Fu49fvw4n6i2IPWxn3fGz3Nh4VTmR6WDWlg1exyjFPd40trCHgXjx1Lk1pvvNj4KQPvjg9ZO92J6CxufQLr+/vG9o4VHnMdJb/R7W/josVL+/vEvFhYWPqHOegMsLDyKRyg91ikTyJRQL+RzX4iulM/A4I1vnjcLc9egLMrDOWMqDj/sWqT5ADYQKKsuyqf49N6jcOoDZK2fPzi8VXfGllTksHBv29m2M+xIlgKqFDm0FgHFuc7GY8ncDkJJab7rrKsTpNxwFSW33wrqZ0lfq4KWqSAyOqgSsSOS7cmESLomHfXHjLajKN2jCSJLFY/zFtURR0yKKUeZIhNoyC8yRofVCH73duHtK+ZEq6krKuiZ0ei6IVknEk1jAeD3IoCQEK+Nk7Z7//AQske/lBensjJk7183mRYYD0dinhr3O48LOWFWoHRe4+Hk5e5sj0kozPsbn/ZG/dwcGjSiU60vBqhUkAnKN5kx0AGKCXt2hmoC8+Q3z3tZF6rRWnYizEzsEMpnlAuSV7oEv91RKzcGml0PmAUfjV6/HTieOxpVL/vun/2LL5iKBHi9SawFgYZ60FhN5GM5XPOw9+1owM7YagQrf8+NcRM+1cjZIHw7i7SAXQdZdKzvuAmcFNAvIDDh77cwwNwM4SWDwOxC1uyFwMTr8/3cEVoNYObBvM80mNwPMP+5O9Ctw51vKwwlSkgUIoEqthdE57D1EjyonCxKuI+7iAqpfL6wyh1FhenWi1ydMvGS3lwM5W591yqEIwrUC+EFY+CcCvhYvLnAfFG7fXqRhVTX44c7USSTVTOfWWqe3MV5OTf3A2eJl3LkpdNzzxlcIkEvaw3NIZXba089nUwCXRnXHXlIiVTSuGhrtaBz80k4e/xvisvL4u28zVhr/YioNTX0OKE/N+Zcaqu+iP3GSiUS/Rkt+fVFnc5ApMKuNNJalYfuj6I3hl35rSsTQnVO4aQR1Hf6W1EoRXwI1Kqj+ktQ1BoJAZMIvn2nljBQB+zxeEYFGKwSFhVkduD9pT/nHBheu/T7re0q5S80gBkVpuuvv6d7c2/2l7tLIoWMiej2pwno7aIFiXIMGAQG5fpsjLASs6LdAvbOMNGDJnBgEJhhX8HYKb11Iz8tRNxMxljcbDv5oF7iZh4EoSFNScMhLWdgDN7W3zrwPMDR4mhnfbDHBtGsE/F+MACgamWgQ5AWeAg/hDzy2DgYoSmpbNq8gJewFQaILQrmS+6NBW+ihGoEKwO1id5d9ZbN9+CIZOfaxuLA5Dg4DQDsAYACPz8Tjm9c/3ZiQ+hoA9MHGKPANIE97j5d9TxAhoGDAbIbggBwdPWc/VBhgN2VIBGl4tCxvTUqihP102DRuHf2K0fJEdn4B6r/pfot87NtCwE/9MhR3CQ40fntKEn65etsvFUh90tKRBzC4rAJI4G3bToec9tUex23RP/leWVZuyKpRApUR2wcguj6Qs1LUVCU8Bdpgr8uEYWSnowtsaQMb9sZAd7QQ25SI4i89oS7JQpST+u61NhRBumPlLaEv4o9NYrgutjv2MDYPmqQavUVxWHacbRFQWu2H2SvATdmPxcyGHHY0uJ3xVjJWyZFsx5OgYEQFohF758A8D9yc6zbt1kd9wIsfPKXw2dHKACgbkcvDJa8kHNtlU4qmmgDmoErZWOE48ngnFGH4fls8zazAkELRiwW/Xgk4SEjtNCjwdRjwqZqsK0+Y8IkQdWuxttsfwAuAUzRBwgeer4KDDCWCavk+uhCoGbT0/W8G4KnGoKWwqyL45gWo8JXvX1zUvc0Mtlm4GHgg9ggq3elJrEoHogt9KLwZCW7+LgQ+vygvO4EJEfs98J34BzA3RWerYR9IaLyeD/AjUNGQfyi6+EZ6OdRYDNAvb7S9wwDXJ2xF0wSbgHgZeyIryaw9wNUG/i9f+yuBeZAUnGYeicu0INOEP+lbafTCbZDKKNfzxwCktDYJfL/d/+Pr46OmCCU7f1CInYUi1RspD8SI44NPtJq3JYw0heuBthKrHecwBIPYmpnSK18QyEZtwreLM7gfI5LuZoeonfbzEJIVSwVnluSLgVFzYRGCJpsks43HXJDrBcZi6ctBbOrPRfdKN1MofIKs6ZWycBKozWp9Yj/X0Y8I5wVgC7UOBIECy4WDYVwg+1hggHC/NQgphXMw+OOHoqJ8NRgrwxmUTCUZJcBYxrAngTdZ/SDvdqnm0d3GRUxATQBkqw+erF28q97UqF/gqqDFabORBfg6XBw2lOTeHPKRgkCBjVfe6PJDMQTOQN7vFm0hyswhBqD7WnM/OsprbUSxOO+bIkfY8JK3RlN+pcCMErKQb+eCjIMTCIkbj9Woug8V8Aj4ARjG0Pp+p6248Lj0dUiM/9iGh+DrgBebH/A2g9TQqHdlhzuBEzH8ZZKRDfh6Gp9NDi/ZAsE1wkn7MEAX7EUTm1gb0vBbghf8mDgMgqcT0US/okDTldn3hC1vRtMwwDpA8x5gEUaLe2CQ2nqPY87NcE/EKLWbV4KNrEkavTdSdBARRMrijCMkpASUShRWdih6vRxI9p0FGrEDbiUK3VgCa9k7prmjVDSzCuIz1HdHSnfWWOncpMoaBstd4grK0aVa46QGxwKiW+ouXEoqpaNjmWJuJqSG2oKURA5i6sb3ViyqlWzngnF103OPK2jShvfGgVfCwKFcV0UjCNzBQp6GOSt/o++4vbjyTyvTP1ojj18dvjw7jPwb/P7F+wNozuR0eDba0tHD5+xN/5ttgZkDBj+J9ybCi5jZxjdnl76NTleWVtayq0BJ/u6X0+HY7eAYXygxWDQW2RzaFrIy3TenTIITIt4mSFXYcvVeHpyQV+akGwRoPJD0rEENM+vBh4wNscDHVXxsp/9q5LrQq2gYMHahgJASKeqkblOK9amh4HXxysrYlSq2Pl3htHmBfCgoVeX7sU0uTR4MQyidDl85t7wUul+FFyczAPDk4EYaMCvXmPvA+1WsRBXLjHAr8UAfygM8Jkg8K63QnAv4Pe5FniTeYCzNUaBjX/JAJtR4NFvnvc8ClzmAXL3FjQCGAqyOAAzuGcbsJGU9Izmb+qSnzfla9ZGMnaQWfP86fa7VUnBSgeYoQTcOSEzZNGiSHx1oUZMWVRKlEuPimqt4USxoa8JkyDPo5w4okKkXGdIuRin213iKqUAWfO8qDrqHyVT4lwhKjJ/rozD0XKTs5PbOQnn/+olRzlp0SXkyFw1h3PP5SIMIRlxEnGrCsnc2aRfsyOjpARVt5EarjgiwFNMx+Wwgx6OinHB6ELLWS6NVZyGRHkD/2ooWdhQ4zcHQIx/d3+I1SF0Rb149MK3oejffRYELx39cEjPIEQuugDF/9SI3X4EKjIHEIJyKfYnBNheWrq9qgbuxeWxWoAAymTGrBjdv+dCAsBgPKMLUOCyPBYBFJIxBkJWcEPkayBsde+bYGv4zfrgZPuCp2d62e3V1SRGgXnBAN0jCIR5JOKsfxlI6bwjZv7JArNoWp/FflxZdHgmePRwCnWvs973Ev7m1/NvhY9nMW4Nnl1dHfCo31ih7BbuEAqYo77CQNrAsu1ZNGI6y9aEuZGkA4meBsNjQfT/JxggS4G9GJgv/tFSrAT5k/g3fYCzkz9EH+C1eYDPvRKkzAMsPz3i+DH6Bxgd5vxq8vcppzSyZrryOZezyZmd1DbJX+49QmXNjvESRtaaHd1BqVHhtRs4zlDOkymumZJNLokzObN9cTbHOCJXhC6GFZmkUrWvktR6clJllBJ6+byc2OXiapqCJEuJ/Fk4Stpf6qVs6vF52948u4KorFSR57LXCaW+tjs+bSbImzU40R6fpDlZ4yslyOovNkt0ctRcCvODuno8CktSfihXYbOUd12OW3bozbXixUEGhAypWvRKxf5wVU+qYTcZip2idxxVmsCopyOwL7SNt7oTX4F8iX50Rj17eDc3h2Y6xi47w9y9j7rEyIigbpfWLk1g3ZGrayfTvU1l9rqQvVgXAv71PQeGHj+hHwTrYDjZ3F1jUFiG18X1BmsAIruRml9dCQBXhR3mScODXu9cmMqqWkGjYAsGeOYJeUqNPkCv/mWStGicGKDqBMLE4npqApsBLgaLgxB6A0KK8iQkcUcQTZ5mVDgA8YrNEmTzSKXRcFGEDsYH15RJ6SHrf5WB2mjhjgZe+mGbcWBvAuhuQjvI0ht7dbQnzxgCPQp8+FlMguGlb/7p0eERfYAeBc5pML94yYOBYy2wGWAMgpx7EAQGmPMAv/jbf2z1AWbcBI2jKnNxSSyetpS0Ki21ZbWDordV4kY6RpH5Mu0A8bvoCkJLu5hVQW/UIpmq4AZf47hB5qy2caN0japWVz3rnFxzlMLzdsR627qpYFdKjraeCS1VUbXaoiC0kimiDDItjba0jZYaUoJWo7ijdI+CXJ0DyZ4+THhfJ5sAr20UBggaosNFfjj8nSf/CeB4OMhDPzRY+PdEFFCR6B97IxxBDf3QEOYAcj9Opydr4myzP989ir3xwTtRvkl/5VIEkEnPIlNbAzUHgbzt3c3ZnoBJ0HQ6BlAmBsAtr4tjUPhge3P7Yt+7AYpLMQvGW8MkMK3f8Y74weNGArWpaF1k7fWuDvrbl+7Wo/NQjen+ZOg9/cQARywGNhxBHsXxRgDYa59VjitvFpOTD2FssYG0U2Wvs/pt6zyGgekEHN05Y2aj8SdOfQnjM0KK8YkjjoV1kF46AeW6YgssncHfgvGwx3OB/WB0VgPT63B4xDhwNoHpA2RD1K82XyYDVAvYz4Xz1hNGwDIIkvMAW88Fzr81klHLLGo6unEnsRVHNJ8wJxFnUOzqrmrYTRyqOUbLhbSC4msCx0UrRmNWuebIqAk64giK0vFG9XEU/uLjp+VHrMYVassOadQMqlKlia3bavtvlCa5KZRmIzdUc5NqvbiqUvW23KzaIoovtOXoBI6KgFkBghKDnD0V7tziTcMgpzCzpY5V3ul7u/AdHBAKAvuDAAJ/7IwQL7WGc3MEblMlsDT4ROAnBrj6ck135ubdQxHAVXaGEXc6O7tgDz3vjOA+Qd373Pq0gGnh0rwU5C0zC3BTjNBpgT3ns7XtM7FFWJzMKwGgh31pAi/S6Vc2uheN+tYMMABQ0OR9ngfssQoo7fSOZR14op8c699eCuK8yTPnYQ+Xy3FULGF1hy8C9qiqePibrpH9YFRAAOnHmzt7zxsRLoNAl0x7cZfi1fDYNNc7YEHvdnqDO4JAefgUUD6dYjDYwgOKBgP87Gv94/H0o+CAD58+YxqMXr/9vuwGszm7/SfGQABAXtEHeHl8Z79Mg3ne+w27wbRWgvDXj0aNtRDebn5ZjUSFkTiXL7VW7EiKmz4lYU4yzgCHnW13eIp6zdVgS0jTRmoy1/aThbeh022x0qTtgNRcnZL8FGH6OylSvxC9iy8dc7HEtTT5fkLmrWrkya2lKx2Zrf19o1nJD5BZqpJBla6FZJxGFKsGkv+FGkd8fSW+Ln4raGrKuBhca9tstMbW20Z1ol43mkPi/rwUYxlhxb5GK/1+mUkHUJjIZ4e3SNXd+IOav7RvGQAWzYMAen/8+6GzQ4zgj65B4VqOAW9PT17S8F0DFdd+DQOMzaF5eu1U+VgF4kkwrAQZnPaZFkiXn8DlVODgWYB/wxgI/Xps5HLG7tAGNTBtp9f3E+I8DzA6/TwIIlMg8vxqCwYYiKcm8FAM0AvqxPEEcVsCQMAOytfrPRfE+akfyiwG2DunCSybwqNvWCl3HESTEzEoIryDPsru9XYOhH8e9gWIe71vh/RrMnTN7tNc50CkN8Z4BXe60t7wPCBRhkmg2tGDO2oE66NjXzEIwkRAHgzHSjiW4CQBhAGKAJbdYL66PRMCCgBPWAvX/6TpA4yJ0EyFTgbYzANs38lzJigRRhFS+X3Hz5+bK37tHC4ZVgM9TYXhikzo9Q7CT01uk+DNexZXxLox5l01riVKaeUlIC4Z4rSdaqtu8Qdp7Kimwch6UbWy8NcM6VQuzlNcGcfFIU3BtpTaKTt3YXG+KgpaduvkLmatXEhYzQkjaittybjYvpL25URCo7e+q8zqOI7r0nwFjkpNKRn54zSm9fyIpf4IGjWVG/TGaOFb6g7tMrY5qo3c8AT/M+pFHkUoCtkoht1hALiHdw+9OT60j35A4x86w5QgpAdD1ma0fqera7dfnvRnS3fvLu2uzf4A3+MRGf3t7clk82hJNJG9AbcuzyeDyf5wMF3ancEIGVDgmUjuAtzz1lPCHmFXb8Vbw+Quz0KxPgtBYGaLwpXn3xoA3VsIyogBQuuAMMGSd3GRRdrQq39XVE1Ywx2eC+cREnrxBFmsDY55MGGurPDMpoDH0bp7DCFro1g7vHi5cqF0uhAZ913vMcwjour6BG+9IQ9+M7hhMqwyMEekVWzCB0jSExrXK4f7ABkGFvq5F9BtYLbEhwIePco+wK/WXs6EgGKAf3CnQ9kP8Dx2g1ETuPd853nsB/hFrASJX5ZuqujMDjP6sbNXG1+o6QjVv82qRQd3ZGkqrWpUWOzI6lPgKamUNdCVc5E7YmcP1VWgljycAIuwZnRKXBqhs5VM5cQRRiaSuSip4YocjpHMEzdinDtdCiOvVcqgl2utSVbyG7LehO0qo1QrtRSN8ykkk2vJciWvP6Hrds5aWFoapUbHepeS9sWRnqiCM9VskVB0cuRV4AqTr1+hjjxjEyrd5cKgnlYGn9inU1ycqbscX6o/B35UZXX2rtykzRku2rFL3PG0DiMicTGMg2+iJ9AcL/oAA/pkKYKf0EN4KPgzARTtW53OeGq6qMnu3YdHHgJhc/yVycXZnmje9tHRpmii8W6LzQEny2oUrykL3WcMgQgbJnQSlu42kGGPLsHcd4Dh2DINEGiCAa7KhMcJ8ejXy3mAZlkCwO0gefTyibWtrMDhQMfecIcdoj1+7EnTzIM5c0k1WoVHrPdVi1ZlZcl8fgkqO4PSBV6XXrzCzGiq90Q/+vRkifGRgT4/zwSkx9Gc8PKYDwp5FSIOr9Z7B4PcI1Hn7434vhkGcSdgjAIflh2h47nAuRTE02BmJ7OTWAtc9wMU/hYGyJbQ0QcYf3R+jK2fiX98UvgZx68vU6o7bRvhdHHpxcrbIQx+z4pdVbjK3ZJVOappcTs14sCpaUdEHeEs9RJ26iXNoT+C3pmpGzqTihXVOfMi+Gqq37la14fizxZ2/aYchC8q40Rxrvy+SmJK88VIXL5tds6nsJxmrpxEGVqx3+X7kDiws5iNlt5qxMfiWtPTzoUeGaoUM77o8mlbwmWUOpo4JaP5j5MSUSipxoVVmY/n5MYM5QhpuwRvInzSAu2kiP41sVih+J8+4lvdkYwH333GE2oZCpYoVtsX9PvsIdsjMAKiBjCUhLXBu8K4zSVvDSNsy72x6Knqb9713qh+wtodNQaFY9EClgPEExCMhv21zVgXAgMUI1yerq3CvZbNAIUlU54fB6uTqYblz/9g4mbGJ8i7zCFiBomFhwJALEGYktdfr/SPGSGWKchhOYcZXKSy/JezBuT1vl2kj+80O/1EH4dnYatmoFb8katcJgMIyVzoLfid4ZbRGlaDKAeUMuB4WJd+iAHq9fxKpHCwJY/PSBP41WevDj8rnYDsS+b9AD0NRggY8PfypfsA6zNB4NhigJfn++cMggj+fuNR4G+Ef+1RYP68bbEdYdqNtM2id6ObpW2UoO25roXMW11nyxdiozG7VnXNScdqqUhLU9BxFKmq36EX301GMW8WvW/U/zNSIgX1RI2r2O2oJITRxFX1uzjSlfaN0qliTiLuuCQZdJ0hNbEJ4mhHbb2TiSPEh0lcwlm0b92/F6YxrtEURQPYYfiJfYDzWF4b7IYwlA9aEoofIyz33aM/s0JLBPBkFfjb3ZzNeGpwbIPALEDdn31awmyNxRwYHrm7dedcdGjAJEA/ME5M6YBHZPZ4PAg7nIpavR4fDIZXAzX2GG0ARsTU1r0wzibEqtfrn8gcno5Hi9CoKzNAeuqU2tuBASovmLc4fM6sGFuxYNeUTycBfZR9ZyyE8xgvU2iGz68mF5MYEzY6Cc/YI9rXAWHcGa9EJ2Bm2OkpnZP5QW9kEN4N3AnoCzUFVLtfklc3vNq5GjMM7DbwVZ0G8+qQ1cB+6f9M3Q+LPsBdIeBXm2tf3YYBruofjh+MnvMAJ34qHBSwV0eB3+vuBzj337drJT8qAf/QK9FAy/y8W+IsLatIQ0qa9HZhgptLllwVuknEW83qbQuBr7jjDSlHWzq2215tt4O562t9ez6T7LAioSRVo+htIWvlNjUqZbuSf5Aq12NF1eGLaBKjymq2EiRV68RhlNRitz51I/N2WzJuu5q6Q2s+GV+xnbaUkErGLWvOaBxptHTAzUcTVSMAEgUPOd3cTfBLJHSaYXFjgQ7BDYZBAv1+OPzB86NjmsbDh2yO5efDra2Bf5sv1IJdWxIvXHpBo9jbFXtnhAkEcJetsXyzivkI9dQCfrm6LYdawKdmgOdrAsCkVmoC93p3ZpvbF8eDXM4x2gEAWfsGq2NogSYwtE6GYGfdTwgx5+uNxADPttnwgKLCm3W2eInNYdxDeArlcyLZWSgCflEVuaF4sXdMAThv0SWs8pnX6eNj3osSsXd4/G80Z+NS2AGGMQ/jnVxsgaWP7CxOB4OH5/seDacIAMiG+HQCCgL5fp+KBB49A//8XOBHT0DA2BAQBhgEMPsAWQnCYmUxwL+7EgV8XwD4HitB8jbO30BzU9dWVkrEaXTv/YgqlBlnQsdfgnJj58/bQYhvezw1T7mvSlVhlnyRy/nCQKNMuhogyWrSm2ocVVqQ2P4EJUKLuJ5KUnIWszF8SsVEcXre5Yxh5Eeqlzkv8SEdKw9l587XkaglzxwFJOGxmgFnzDPnFbhe61xFOy2EN6VaOeMtmyOkyR9XUCtoV4rY0Zy9yZCxM4WUIpLqbRvtowkavRUjhq9AL+xQ7Iy4hsQV8hrXRpqheJyu4B/fTSyNA/ugfblVye8O1TI+Woq1waxOZW3c5m2eDXJ4RAuYebrcnSvbs5P+ynTpiH1gZDMYeiwMPD9ezWmBx7Ew+GBxuKIK3AJmat/g9WKvv7a293MlG0bGw51zNZmZFCPIoEXc217lkcFYaop6LbBHgc2xrkaTXCgMXIqT9fcul92WhpOJw9ElGOPJxtKVyzFPJQHhVPOBAFCZfWIeOexBEiWH46rnac1ciDCnNxahNI5jmvHt9A5EcaG2OpvgbcQ20N4U2xevE9BRKPg7FgjiAQB/MAesDPCZF4LEhlg8FzimweQ8wNXZ6ok4oPsAmQdIH6D4nzsBn7Ml9N8KAbsMMIPy+w3hxxmSv/v2jxPRO368nV9oiL0qVzwZVYmqMkhfesO4Lrwc3XCXNHbXQcbmcyBh+bpL4VJb3ontbyFiR7hb55U0QSN6Nz4Czset0vloVcurKSaBw7AzKn+Y1oV1PlNmV8AVdm2CtIozUloJnThrjnMpCJOXw6oWaX9bPyL+R2O9466Ort3WG7VlzGcpRlWtGK+MYlXKfJhM7Bwt1UkGRgNfCyQNfWiQPwexP4wgT8jH3jCBgc+iA3D3+10zwM3dpU21hm+r/cvu+B4W5pmN4n+ragpvgommhKwJ2dq/EDy8VAvYfYJeCnz+epS7Qwsmxjww7qA36t+mz88AGIxwygPjBGp0xQni+gyCjAPUFhkUFjyKtrljTqTOe2VRVrljWiCJDCGLfp0J8VSx8tKovRqYPFIztX07nPSPl3k0sdGztyOAcwde2r0Bu7y6fc2ljXQyf444N/2Ri7HjqTyyOEFPDV52xVadAYDrDA2bAqraHAX2EAhdgA8P7z49ZCVIdAGKAb7wZgg8EyRawLEXgp8JIgp4XuYB/l3v+f/cWf9nGKD7AOm9pqNc96Z+xv7pS7WUO672TZPTWskhcZJKKUUlogLpUYo7URJVOa88zpS1R0F7XTIKRDVhRxypylo2B1RCkxIXGKdUWtSIQ1ErYwh6ScgK0udCBR0xqM11xyehXqzIGYl5asRVOg47ToaZZfXGgaqcGSsoVyVHSFZUPn6xrBBGdpfIcor1tuUqMaKonLgzX7zRSxZXWOPQnZcwCtVMVM3bdbr2Wq+SLaFH6VIsPgEOvzuFrCt2kShIkqtXjvrhLXiKtNSQmwJkzkRV1J4XWCSDRL/mMIK2j0DFREMjYJA/tX7hgmqePVOjWPh3t8zOZW0woyE8N52R4Rebs+nf9PfoA2RnhP7JkvcG9KyYy2Oxp/5ka8oYMLulMglmIHTpTdwFaFsEUG3F4famEC4Wd4zHr3ssBDnjCePCGQHNN8O+h0hMyoZqtwbiAUhATm8lGSCkToijk+bMP1KFcOSNJjH73vd5TCVwKUdvZ3Ei4B2z+I2qYXheLBz2yKMeslX7aBEO2Ot5jNfoZnyjDcyDkKGYcMLRTm+4dedcbPdU5wP/cjI0H508uRJEFDB6AZ9J7hYGyG5Y8VAkvfTvxjOh+Rez1+wHWOcB9vxUuM5KkIhQajAv/B4VN64SOOw4G9GbH3o7xw01tBOrlraCH3O1nDfGYVSl8YVhJdUaWFrOKsVs+645alw9Ti8Oq02JiNO4Wa45WhJfbIrehKmmZNwEHcNRzZRR6HPSNQhbVlX/quhtpe0LIWjZNqruoKPMGe2oLRnE0Y4KpDkMQtccRrVILK45PS13CXK8efvmFTNeHv4A84MAPvxB1l0/He77XTWB1Qj2+rhd4Z8SGBhmwgt4x9YIMwigW8DuAhQvmqz0BytrS7uz7T6bJ0cTeMzK4NU970og6gUADqbBCN01NxDru1hjMxgzptG49+2oXx8LDMh8qybwJd2FoJRbxMZDlmeoCTy6EJkM/FJxt3lzJQipO3T6xagvsn51Obk8ELmk01CQtj6cnLFJIWmQzx2W/5oSUpnkWxaD5AhMICAQGRvCAIGe+JdjHmAkea5YD8e+iLSTxQA/+5rdAL0dDH2ARy0GyCQY/sF8tWkCyKhTdALSySAAvGQeoK5fCMhuMN988c38SpD6G2mseSGoN17LY7VIS+1I1RpPN7CUuFiN1lZrGFLiqoYSRlWs1eBaqYonNjJupNgZFZm3ytGWxr4xzUznR+Sa48ckgzjEmhpn5zNL0p2+sp62SsfKS+v4omixS/zXJYlp42jJNa/eVtLqFuwYjZrBfJTJQi0bAWcJYX7PHU5OlPO7qDUmdHG3gu1mafAzCCANYI6YFMiTKhj53QX+1ER78egvLJ9jb5i12d/weJA94Z8wTASQSYB9btdL8b8L8b7+IxHAKdvlg3774nXj6SPvjSVzGFsjiBJ6YRysTa6r0d6a93sRiQJ4dobbU6brOVlNzZ3JdMU7FgTieFqgGSADv0K8vZwJLUQSITvuT7zyg147IdxYJ1Le8Snc0v1zSo4hFJUXf/Sgx9iPpyP9ji+8nNrDvnRmymZEWhejNjAr3cgdiHg1Zgwk4Jsae1fP9SlpA1OlV4J8/Znk68PsBeTBmE+ZCfhb/a8pW+IzD9BdgCKAHzEKEqPA0QcIA2Q3GBHA7kqQFL8VNL7O7ZlBOZRanlp0g9VIE3TVuaDEtIDSiDCUkBIUtRUjYaMUf1UUL/y/Vz58/JjnH/13X79//PjBh49qzR3h1bFb/zQab/E0l9eWa44qUVXXl+I3YeqZrQmQltnyVulYJQglJX1FbqrkJlEQ4TW55pC0gzjaae2oxO2gKmroOgyXm70+ALk5PcTjwM6XABdx6GHGYUeJTQEBPk+JOWRzBOZEi+m9+F685AU99GyUtXQfZph7w4if9PtTtdZOtvubd2kBi654EPh4sidaN30hTsgSYc8gZmRjMHtBC/iS4dfBUMJCuD22YXkNNRuM14dq+E3gUIIcEbPeeO8jcTx385mFifJNmDQNoAhfLr0fFgxOib3hsQih8RBK5148hnUDwgRgl5E6FtEcs1KEE4/NJ3tuIutCvUWN4HC4CEDSoQdAAsaBmEY3ITOAty4He6B60UpAYG/ZvZ06i0CWceCrK2+JQKbsA4T+8S3HF/30rpcC0wYWBTQA5iNBmGT0kb7jvf6/uAl8LAL4TzBYENDzAH/JMHC7W0X/optnn82/eGZRbQSXfhkdAXl2yN+xqhhDg5SgljvYhmuKbErJ2L1ALqbkqE22s/oddYRNbr1Dc76Srrdd2Fae3Pv40wcPHj06zEd5/Hdeh08erTx4/Pf3ZuUqfIa8Vj5r+VDlKpSEVi69idsSPiqMSmslrTRL4878TreVqSVrHO1MjkOvlRa7feWuRil6t3J1LrlTV54RE2lXKyGQq+MOvZZMIcWVOMCTJ2oETyYUpRM4rlEeBjphW8Ah0GWx3hxOqe8EOSVELsNdOlFLqY23G273ejogAQSQ3bEeLX1P7x9QKBQ8Ikm80LOg3UM/1e067a8tMSziR8atXFyKAAqn/mUzVgZ7GxWhwOV42L8tjweFx0LD0+Xe2M8HiSbvUL7nY8+DzqGH8fBqLAoZJst9RfmmK8exZ1VAnJcGg3CQut75Xn/Aw4YDsa4OWPthhieA5KFJF/tDr4WTpcJj4RkPDi42XXqGWgZN5CA9JtlwasFtAKABEiHHloitajT80eoebLH0Q7xT2ZVBrBQKqNcBDFAvtkStMwGfPX321AQwGOCj75/QBN5coxNwxiCwN4PpjAJDAX/j/QCjD7D0O0fntRncza/H8Sv1tJnyG1YQnC9+46qnsToVx4+6+fHjDcN6OKLKVlySMTO71PmYXJGatTh33qjVlufp48cfGfq4Esr9t4QHQQkGP7r36ZM4N9dgTWerV4ZHmq6Bj+LLCdM3N5cWLjLWNMetjxe6VFfvDM1nLn7nleYKo3h+H/E3yyQyRuaWz7nbPhn5VXZzR2m0OH+mtC/O1+HEpqD9+ZFqPa06SxZZUYE8rUDndOVhovtvG9KNfkwrpt4cxWysNEpcDmOgjpByGEkBQubB6N+dbNbFiZeIk/wPBXfvmgEyByZeR0d/ub90n90RgEYGQ7w3zHQ6W9u8rWiTzVEhhTELpr+3d3HnZGlJ9M6tNx5nAXbk7tC0G18f8HyiwXRtlS7A2BvwYHg1OGEaYFKo4UgAODsTITQqSegD9ExjEFEgMwjTjE/4M+j3j2F0ygpgDc9i88CoSwh3xpmUDmOkC0/N6aR8i2T3KIivxLUN1cLlUmp942OwmocHGwGVIyGRi1MGRp5Bei5fJegZ1GtoUii265Ug3g41+gBFpmMhXGwH45UgUMDoA/RaYDoBY61NfImeB8gocDSB5xig5KcAMLJwpNhMzpfOtMJM37W4bfmd+g05rUc8Lxk9/XDuI1gUOCQO5ev/9fl95YzHibRy/leFW1Hhwq2jx48fZp1OIcg8oba1eW9V2hJR2yOZU28qZ1/qGVlKXr+Lla6M56RqJV9LOmpo1V0SbpZ52/ITastG4kuOo7od2dPWmiMi4tQJzOIixfSt6D5o/kINdchMficjNR0wwO4RCSCgbkv2Rr179FC05C9HML/7980FWSqsNrKYYWyOxSxoASBPDd7evP/sKB4QzM06mawIl87WlpZuA3cQwP0tNgXYX2Nh3MqETQaWl8Gx/RkrgY8ZjB0enC6zORbTXgwpvfGBIG06nWyFSTP2yhOhgUdIXa+3P91TYUw4V2/IFvlkBrNkrvS9zyDNaejYYOVyHE+Noz7Wsh17LQie3vD5cF/Qi0FpsIs2sjMkgLL8FwZofFSJq97BMaO+VGj8o8xAdBePsgCBhQKKScIAyzTA31UGGM8Eobe1zAM0A5zNGAWBAW6vxH47d+hFiHmAvRt2g7H8FAOM3047N0FwvuIIq2TIuCQWtePsGCWak2sOC8HCLx5/8EHHm6I3oSOUhaNPvwKywrLy3xW9UUSvHn36pDlV9wzojdb2ErbTQ5qgk70cIRGn0RG9M7ntLVKOCKrSkvm4RC1pW1VD7zhulGsOpGpzeid7y853OVqp84rFKCYpvX8GK/sCtDpuhxGhcciIElabFBvdY4HtYQ6fPWQGTPQBCur+4/7R0Z/pCxQK3mWA2EPDPB+EzWGms9u7atR6b5gXagFPt8VV1FzrC9X6m/eXZrp7LyZbl0CeYO1s84V3hxaNEvwJJkb/sEaf4JZolzBDSBYPCNF9LlLG6+pgOmMXK2GOQAcATAZIt51cZoBsqQAgjq5AvJg0KAASBE1WJqqVVDJHH55SJbYvV9QWN8MDIq+8YVYwwJiESBv41NX7ZDz8EjZHCdJHzCU8Zw4P51M6vZKs/QjKOmL5mzy9A08B8iAIa4F5KkgywKNDugAhgN4M4UWMgfzp9p8YWPJCG0muBLk8v7P/TzEI8pvnV893vvnib2MlSPwcQm49fXT/UYpRT3GY948iQ81apECemz5pOaEcJatbMWE2TksTt1o6xSkp3o7o/e7WR1xkANt8Lr2bhtK7rz79IdIxFHRaYP8FXaIgFN1Kjz8hAXFsjezVg4YjRG+7HFevXY6boFSCFF+Ji1FEeRWhE5XL7Eh9KyjOJoi0lt1JDImvIKV6UeOQtDJYbrqQIllIRYqFtNMbiagcISZyqfpoAg6QyxGW0IsDkZ8kH3JLUquhD+NchuFveSRtWqjj3ds3ng/I8O8h+OduQCEeO8RA/9gmwbtDmwBOT1Znm7vsFL15/+HR0pOX8XyQyaUI4PbKZNVTZegCHIgleWVw/9Hm7G/6atLCkUSKhuM9Twt0p9kBlLDXF0UMBjjsjQfCrFlhgMKzA6YJMpkPePGC34FyD+lxW8TRG51tJwNUbqEPj4k7pS4Dltd6YLi4+Nrk4tKNVeOXbObJKLt92J4JyHPlnAy6eeKzk8E/+vz4MDET0MfViA9HHtIFqoSymekYDPAzT4T2MDBPxWQeoPcDjHmA7Ah9+6vb0QX4EQtBOitBhNcQwDoK/I+/9O/BQfwI+C1aFsCWe2riRd9M9m85qHeylML5wtMwQN+58XaCw2I2NaQd6U5uOa00cNMVBbduzbjIVrEqvtJqLXzy2PdAuqv/vyV652XpBA/uhRqVNyiROfQxat4IHBJ3v9GI00gAD18pRUWt/1rlRP6+ncHZ2l/wnGRQPRGEqzhrr0JcdhqS5n+KpKXmO/+M1dv6ZPUv2RHe9S8cdmpFmrjjttXWpBSjazXLe+1KOMu0NDiUUEL5gtQF37NC6JgD+IwccSQCMhSiGxRu4kFgRG81e9UujkkyuTmMGOB0tjq7vbm0u7a2tnT32ZGawqvCPRHAy4v+6vakv3bk3aHP/Lyk48Fk5XxrJpbIE+MECKwMPhgOprsifMeXrAxmt3o2i5kyKwaONxQNVJN3KopVSJjsVQEgCIUpoNtmOxh36vnJHBMIoWwGPYa9RbaIHo/HIxjeaOjVv9A3BLDCHi6z+heC54dfGrsMeEAenZWqQKmLi6wtGQ3YEAYSCYcE3MYeKCaH0U+YeMC0Pz6AHICmYFMflqESMUBGgWkEA35GQP2nefbl09/CAYV/L54kA/xFdAKK/530cyXI/mTAU+EYBvZaYJrA7gPUT1R3kSV+rRz6uYIt93wDxC8nf8G+40pntZSAPG4M5U0AzKTIpXdUECbullHTHRHKyY1XtKhXqktEmazmTWGAOh+nbFJ9AY3jq18tLIQup04fmeOz/Nd0WTICJ/Dc+vBBXFMm4opLoQTl9FHksKt8gszp8mEVbymi9Ja7OBXItq9Vvc5dviTsKBqOGlYri1eftMZS6ciFVrMotF3rLXFTLpJbXjkIm8QmqRSj0qxT7widIKdSqY9aeM9JV9O7ZbStrpJB21n+OWZ00yHAax3ZTu4cBM5FV6CbujEgDE1hXqDhTwTQIyCMUp6srb3chQze3hRNlMIQCK21lb3t1f7F3qO7TILpTy4mg/1zYeBk0Bdf9MpgesnULjwdT2beDdUrg9kuVYDmrRI8FW8IA+QJIWaAYnSCOfZGyE4/EFBN4O3Y0kUO4c1wIjzEki1OaAAcmgK6S87bHxj/BF/CpgOx02GO+5IejM+1G9LUZmYOokdJlC5481AOhE/Vg3i94TlzvJXBjNOjvn4YwKlMChgC1donU4wCRydgEMAvFTIEUuYBxiDIZuwGw0IQGOBeayWI0B0K+Hz0/P06Clz/6BbZumn5RYIt9+z079NZFPnnmnlJK43eSLKlnLYQV5w1hIds4bZYi1uFyE7lzWTuCTRSaxCi1xszwCjsSqv4cxTj6edvv0ujnkEhLsr+V3Rece2JeQv3ZvZiKotvXrSIKUNxf5C2uNLmSqu4SNQVpwpJZ2aRZEnDRagSrqex2pJxHHN6OAjqmVVNukPm6i1likRy+0oK8tl9wzUpMAhWK0KUGsRFlK+z1tc6y3U7jbb3mlaOlmpDyAaSFdaXoY6G8Mli+NfrgAv7yzRhIzRw45VuT4EfSAj6HbJMWJo3RxDZAwFf3t599GJ3c7b5Z8+MXltlGYhefd24KyvTpfusg/MgsGgTq4PZHJBBEUDEr/GEOdQCODO+A0aFt196u2hsmqICwG062WSb8tEEhsWZgtF31/eGgOZjSl2cxFIQw+FwcTRY6e+bAUqH1E1ikNjJYnQMAwsBIXAU6g0Z5dVpYXicgQcdgdMkyRZCji/lcB8g+WkUD6JXUOlAqFvFvA6oI0CztzMC7gdjBtqjBXyYFFAM8GE+EyRHgU0AGQY2AYxR4FgJkjtCC//+brTDbjDdlSAlsjgAW+7xDzndBF8/uv/ksObwuzZ67UgrknAoKLmLRHzr3StVxv/MKhz3OYGTi0TktCeP7pcbIQ4D4PyNxYEUz9PHXy+8oR0UUuL/jnRPokj3w+P75auyO9RiFi1zVIm440qJqAmQH9OrJ6R6rknEoTV6o6S35Sr5ir9RFTXmf1H8VhC1tevMIJUqHfVmrWublDm2GmiWYMVBI9daJDkzCNe4slxTujskXA6XsGL1zWesCGG48hnbI0AFeXIIBPBJ7I3gzWGWNtUKPjqEFq5FF+BZfxsquLd5l6emew0D3X/igX5CMLtDAyrIeLC9ucmsGM++GyyLbE1O1vpnjBgAQePT3vDiZKr2cyAeTdsLAeDyawiXIGjcO6UJDEczQVT5/grky4xMCDWQCTixmyA5Jitb42EsBDGGHXshHTkErypzvsKjf42g3n4wKCEOn5DuPNA74I5eSTzCa1+AwE5uASBNYOUxHwwKePAalwDwcOPw1WeFAfJIED8TKfoAxQC9G5Ze+nYZBfZ2gM1KEDWBow8wngscDNA/EyAEZGmgRP9qwZbSs2V5c/IpPiHcr56Gh6LJ+SJP0weIdZ/MX0eKjpJoY+NDEvW698TJpB/96nH4fn/v6+JUnXI8Vfwg1m98OrNbgauvrzoSXaK4BtGWx7/4LplJeKryX5OI48sKyMN4u3D0aZOWRwRphBZBS5qgSsulP0vxSnBYqeftSHyw6ij/K66LAheOI+TmQBFKMS3+lXQ8f0Vu/MLbgbKEEWEJyomao2XOJbSiEkeeUMI2Ol07wLtawjhmnOMdiFc1joy6R4ODtNLkWRALhPGxJBimQvxM/E9U78X3Ar2Z3sY/HpzO2mDdtKvmKrE3wspULeDbs3ii452tweXKymCyxiPSGRU+hhABgdNN1oGYVA391HQPAseKXRaG9EY/n21fMM9EcLR4IEz5OQwQhAKyDnpmgGZbXt3Ru9xeMaGDLQKhZ/1Lta69VMM1qg0MIyRVgdrEMQqiHJiLB7F0hOfEMZDiHZ2pnlQa3aNoA7vPMQleTHJJiKQVrEJ+qdaw7RoL8nMeoClgfK3MgvnSbeDfHj0qLeCv1jwMPD1Zje1gCgMcxERoloJ4JUjpA+z8TFoCqogBVsf99gKyT/JH3WaA3HBhkaYMHkg+LBnLgLGNr0jK18dB654m+sXrw7f1/pX1eOH+5+HX654IHf4naceLa+BqS+vNRTGOPl1QcyUd/30hCPyxxEGwcPpR9SH+CtJ0XK4v4ooKztD2+jsPN0qTVn1IuYZaT3jzTCkktqsuOt+L9LBVUfiiQR5Fs1rnzJKRYEmvc5U6W1JONy+tyyixQlec9SnuXgeB36Hb1VaLzAUtFViSEuBnA0yrOcILjJHoNKeT32WANyToYWT1EXoJFeBV+xddX9CrH/y8uMO7P9xl5RbG3aP7/8HDa8VQvDkCuLfL5jAwQbXYdKvurezp3l3pz/5yVy1g3bw80HHrzmRlcqwW8Nq2GODlILZGGAwnausxTxAKJUwUDvVfnvTVIn4tLGNedG+4vVb2ihGgLI96/anS6ZQDgZaVPp0MXisJVqdcA28XaLBSBSNPi+HRSwIjIEoAGD2CwJUqkc0YL7YYn6JgfFaVoTeiE5BeQxcYDUXvji/VJi7bvcSo7/7ggC4/Zb+CAzLtxQ1nua5E/5RPMCln9AH+UDoBHz5jP+gvn8aG0NkHGK9fQAFXkwLuMQoCA/SO0MOD0W/mnwscv4aMyk80GGD49JuM7rbm9elD+wvn809XRRMO4wdsAHyYNTSJynhISn35JAsd/EtAI8UXctRG319R+bsFV19fLQZIbWSwsfDpkapxTU4oSsgjzvr4q2I+aKxMCX/IwgN3b0orHgVV+27j97pF7DImoESOAJx65hJb6oWmvxzAgCLrrYAoK+IdCNKVUt1PScbFqD4cpXoFc19WKdDEzpVy07VUmatJkpWUw94atJJq4K+qOK4rJSjujFJtxVYBwuYoGZvDqJZg18BcAb5wMEJcXfWIUnq/eQXpgwYePhQIMgDsIeAXu9yit706hN1hlJJrg/t7K/3+9nRNxG/7xRGPTRcAshXMZMIdvM3S4P7KxM/N4DWerO3GA0MOBsunIk7Dg+3bU2wQy/MCx30h5DHrH0Cj4eKiGOCdSO4J2EbDPqt/YxS4NxCiqUVNF50xS8Fl9BjKANCGw7PYLIGVIBBGAA/6Z0I3Gi4O6eIzBZSTDK/poIQCGg51EtM7CCo1iIQCd8xOIQugCOUb0gh2IRig0E8ulTuIUeCYBeOXWODdpzBAISAU8Mn3UMDcD1D/UFgKDAP0IIh3g4l5gM97v2Et8N+aAdLj3RZ+qvyWAwCdqj/nwi8wP/j83icfPQikerwQOSuq+VauJA9sDAaYHfQKIpH7M9rS904+uSdi9zhOcmTf5/fuJRKywowEX4heH9/76KN7UfDIPeeHDz78P7Ee7D34cOXDj6g3Lgm4SRhYePeVLtRsMj8KIZdk8xNXx+fEfvdxWA/0pTQp7dz/K7inHRLiSOJsb+5tM9bMh8WFJzPYkV+CtYgJDXW+3CiEL+70rJlkf7XO6szhjnqpi3yuTWJvp2g5W1uPOG0u2T7nibzt6rOwHNQqu1yOy7azOLnxxGWgp1my+VS289Kp3m8Z5Tr89bpE1ClRHIVcoyTdoYQaCU3c8pYjpMRV3BgWfPmd6RzFzAN0A/xAPl3t2ze1UDSFMy4TYuB/dAc+e/hMTbU/e4N8QSDLgsVannh3VLeApwwCb+/x4CS1go/uehag1zAcTyb9i0u6AGd99kqAM+3vK2JlnDKILi0vL/PMXrWJY28YUArYG0x5aDCrOWCAigSI7BYIHgpUesP+dMUUzWikNu1enxFlTAHkcHiHYWAU8E0yKdshBB4y01kG5e2A8bnJjE4FY7Z4xjCfA/ZoA5Mc6IbXYE7lIB2emAroKiCFJotjfcgcBQYCvxb2AX+mgMkAHy19/8jTYNwHeCIKeAL+0QcY8wD3WQkCAI5+s9NhgCElTgkATOPWU6PBJ6ykXVh4aIg6cVIDedTQInkK3En3MNJqon8+JHy+wWLahdkHM/9IFxZ+9cHj+67/LRk/+FxOyiUAPthwGhxNFDAqXIhpMAsL333XWuGrICPJwr2PuGduloXff3DvaGFBYDfDfvyB2CJneNROKdkXfqsTc+OWqonb2sL9bN9Xn5UwrHXjEvjd2HGEq0rE1bRxzWrbf02aoKve4Gqp83FXrTLvSPyakxI4JI6ok9aKi64jXTVKvaNKwKWiYzlInjZ3FK9VoM1H8UbsQ9464ttKaHJv5FKRDW+P4IfEeQSEmYFmgE+WdpfU/s2Vwn9RMgPDrAPe7ktWd3fXtlkbLC5D9z17TF2ugHsveWQIbblLloUIRwSAt7djFsyyhMUh2wGAAqnxcFmMj4UgIM4YsBmf9kb/sOanwhlu1BoUAywPggOKejBA6Jgo2ojHf3ibeypjc8HhkCfBCZg8zmtE3ecBdKaIbnQvLtMep3rzw4Ne75IhGNcG29NJxtBXOTi/Tjm8Go7jYXI8xhjC5wvRS7VCSxkDwXXKKDDPhOORIGKCMECevcdeCPrP8lvmAXrvWe8H+HK2tspTSME/9wGeeRT4n/RPwc8F7j2PZ4J0R4Gbnwsx2CL+Y9c7euA+PhTKADsL0Vz1aG2zFth1pOWU7ANsfv010QlPIGbwAv6byrlw9Ac4hjDrjaHyg/tyUyn6B48C4cqpo9IEwDffeU26XWRKLcwb50mnLBze04d5++bxB79S9Y8++HuB7IZw8H8tLDxrpURmLvp1MMBSd1v0XvjAV1EvBKWTNYP0+l3NkqHtsS+kCYpK1Hy3Je6qf1WqWqLGo8RSfcvVqCnztuSa4ydFQRQplh0to5tSrXZKW28bZmuBVBE7pbpqGEdLz5hiLlpzK7baHHZGW7g0iYk23i5sqLF29yELgGNeoCBPALj7/RMhniiL9KWjZwLGIwjgCbN2vTh4d23K9tBsGQ3uwQAFS5f9TZ6RLsXTAHmaxv5MWWNa4JiVcePTyWxzj0fGGaSILlcBQBBKAOQmrxngmBFYsaorANDZhTVCvKvByrYoHAgmJFI88KMwKSx8k/u4v2V6Z/AaHwwvzwav/VwQAPRgmc0NggHCF+kWXMZBEUMbpURdxVWB2GCAgjtd8akvwRRQDd4DO5QIAYzVIGOawGLV5bHAdC7A/1gKHGuBWQrsTsCXm54GSBcgEEgfINPJYx6gGWDzXOBmLbACa2l2GOCCxxtYTIv5duPWD9gfOilRLVCikDwaMbUP0ClNVukeAvmIXLIyeeEtt5sOGQsbNEY/kUYCmR84TTj3ndviBRsNgG9v6bcGUuf9WgJHwcoaaSBD+gZoLtB78MHj7+gAfMxoiTjppxvvgPlMcUW3Dv9dp3rsS+aztqqpIrZphSadDmOlE1LiWwmf3unDiG+vCaKKyJkOp9iIpHAXKeWaXP85qdp8jDRq+vEVV5jdApFx3vdXRO+G0pUTNMENRltvEoo67zTzS2e14ihBoFschjNiYxlt3fRkJiNckxJBOp2zGG82vmNh3LOju88Y/2BViFq9S0sM/h7dvX/36C9Lav+qbYxvc201Gmxrmy/E89Z0P79YYzqgGm9bk4u9f5lMpso27Z9deDWZAPDO4B/WlpQFBnjgUdLl4WTtpXcHZOrdKStDttZ4QggDCkIXBkXoE6R7DbwR4+udebcs4AgHox5igHQZylCxU54UjN/v8dgPR0/AE7oNDy4mywdsiiqzN1xeZq2bqzefA/mOvVWNzxgYyMW71ZwUMDxecSxWKcoHAjoPydExKG38GgbINGg/FhgCSDMY+gcEHv32e54KZwq49ouXa6y00b8UpsFkH+DWnXOeCcIg8Pxzgbn9St+LjhSwpYwCQ7sem4IJx8gLlgU9rKhmSTgk27tbbgIfUmtUk4nvokGt+nw2J5HHIBa2ed4DVUECmWeuAfjx+AnjFFx1MsC48shBHKcjw60PL+NT5QdBamZdpH6oC283Hqtx/1ag+xWgBz/Vv+8mRS79/P/+g8f38vugZKtCf1aOW59UxhwfI7SaVW9ycl1xUcWLwreLl1Q8cZS8xJQlTcLHjIwpevs0zfnDlOLiP6ZXX/jb6VFP/i4w4yxNnlbe+NozW8nQFlfY5O6eJT5aehyHtyrOF3q42paDH3G1bUEfwAY21QCPQqfL5aPlT81G21knw8hVExWoJZziBDWCPRDCDjC8j+7/Gdbn7j+1e1kiDJGRjyEQT9udCR43Z2u7d+8+YpusM8Hb8WTSZ3vUVfaHZnvo4607g8GlaF9/k05BGp2ny4ySMgi8xqN9QbQxTw0WIrLhn/sAY1xCTWKSYYBiicEAIYjQL/oEeVAwuEUHHU3hYIAgk1q1YpVnfeUOPO0JYQdnd/LBcGDb+OD15ELZcQhTmVgzPI89A41lhrsxAE6V1GkQHOxPuELlgOvp0kZq8Kqt6osS/MklPB3HKPBnrza+9jiI4I9pgLEhFp2AbDoLARQDZCXcmpcCQ6tLH2A8E0QUsFkLTB8gP29+ivFzXNBN4c7rwgDdTf330oOE8RNVXsYIPudmSFoXv96FtPiFq+LCAEmsWWUtLHhOywN+49w6rhX88xUQuKsPrKRO8n4UlSjV5icudyuawHGyPI2vNx1c0b0YHGmSSiof0h9AbW9a2G++/lhnIfnw4w+WonEeKeTXv4DHUMQoGyhQavEXR+t94b4+XV5ArT6yOif5pPnjErq0r1IhRXx1zoNO0ciLF91Z49RZJE4UAwk2w5HX0BT/Mb3aETdp8QHkCUvpctg5Xybyy4ijnISQ7BGms+QuuuvVW95IsRdfOKk4fhGWCFrOcKeziVILtbHRy9FWSjx/CNt8ZJQIGBgYiY1eATHhNTBQL3GVL+8exfYwXgeyBPu7e/Tn+0fAnxcHsyUW9+r0ZO0F22LdFkN8sfknxkB0526t9EXrLmZLS7e3GfMV99NLMNLf3D3xIDCv12wR2OeZmWpQAmnihOPhytqMPsFALMHOYG8tngkCgxPA9VZOAETomgBOKLSSU5890CvlrD9R7nHMe5Z3EsPAKiDRi1GQ1rDxeDBhZmBkYVhlOKBT0AXAOlNAb/bCBYknRh44LCjLVdAIFlsFJLE5rq56ICAMkA2h2Q0wGCCPRPI8wNgNxqPAX730QhCeC8xzR8UAmV7OWuDyXOC/yx2h36s7Qrd/A4jfYEsyQCPZJ1BMHYSPPI2Zm6E186+x0nSx2gfYnjLolA8e37e7ZEAePWAy9MePYYCfuv64EMMYcusWreMHmRQMMFMiqhLB4yfcVuGqSVX01o/2scmsqOWRv42H/y7F6ZGC+viDX30nAE+re7ImPvrcFTSid1WK1ujVNycZt1w2ImxcKVUrvqr8J6SqLTMdxQjTsZ0tuyUKqjKf9qNy3VEqslmD/BPGLKM4moColVCOEhUUS7OTMyOwKk3UgmbGs86hTK20iEkoHJE2sBkgil4Lb98wEiKUY3dAIR3bAsYuCdA/nhsnAvgfS08YtVydTmcvd5V6GwLoiYFuuh2zOdYZk2DYDTq2hxb+XQ72p2yPKgfP2QBDhgPvD+2FHzJE0A5W1ATOLZ/lWx4yKmz+Bbk6iFHgeOSawObgVIC3vSKTJrBc0ibbE+8BDV6xaHiycgkuYjLQMb4048NBFXQa8hiRHPXFP554HjaAC+EbjxZ1qXTwqQJdBCfi4jmXka93ZeSUi2oMfmAilxsMcOPrH2IaoCDw2dOHh0fNSpDvgwGy0pBOwNVV/UsRAO7FROhggN4PsJkHmH2A/vOXd/wW2n2Ac3MAy+uVkpLzZcEkeWkGA3SCpDVH5t1CrgNhnl2e3QU8wlFeH4czGKCr1I3wZoEZgdE6freQu8FE/RlXIVj49EhRujJqiQL6/D5geZ+IH12Lt96gOBWC+cqauN/Gd3QI2pKUuKMuvLu2N2ETX9e6apWbvL726yWbIOKqNN6fkE6mlhFRE6TYTG9xduIwmuA/IfOqgrbe8lppjEwJqQlzXhq9xUqICiBrr4XT4RxVpS2LKZVQBavhHE437CX62S/vBqbfJWFDkV7s2sQICARQuBf9gXc9PvzwL+wPLQa4tioCuLZJHoWHRwDgdt+PCGZsePJzEcDNNXr8vIPe5WQyvjPb3FSK+wSZO7w8FrwJACfnrw1K4MzKy9WfR6+cKBTz/DwqDNUzPAnQZtvHjNKygR/t0AmjwvLDxhIAo0kMQVPCZGUSyRTQC8DzvD/3+g3Grz0xhuLUAKmE8NnDSc37TFHDAvKGvVPYq7KY7rkXUBdbNhKkDWzmyG4w7gPciAYwI+tigM/MAMs8QF7JAKer3guh7AfYrAVWA3i0E6PAuR9g/kiMKiEKwJZkPGXZWvf18YJaMjf3AUajJ/oAg0whLaz8bps07CeQORc4zJV25fV5XI8vxNNULAswwBW3km69CwaYKf4AVgtPk3z8mULFtKjsaXKF9U6Ebw/XUzNAKQ+r8u8f/Au9gsK/ewsLbwsDVIre0cwLvUq9lpS2qncp05SOtPY15Rm6EictNl87H7ImIqGhlPCvyLxV9VYcSlxccSNN1NjpjKD1F/hxqV+hRG8rjkItWrgdlCOk6mUQJS0fKWEFgjXx3CGwammRDViTZYCTO7MECOIp7s7htcWGv+CHdninaNprD59B+6xB/dg7+hmDwcxb0/06m22KAC7dnr2IzRFm7vGbXKwAWv2XagF7FowZ4ES8brK2exuHTL8OhGa77A99LvJ08PpgWbRq+/aqGKEBTPzsFEdhgMIzKWKXMDTMHs1QdowOvBMySWNxsBkhlFGa135kfe4UTNt0bnzwerzFM+kY0QDqQD011nnMyIjNE6jUe7sw1xCwE8ApKx5VTgs5ARD4ZmxFjhgGpqQY4GcbP4gBMhHQYyBf6qgM8JH+RYgC1meCTE0BgwHyj6M1D7D3/J+/MQP8x8oA49cYPxqJfsJgixngm4UV9MfzLy8TaRggv/kWyZNkH6B1pbYT3yy8KmzvcXJAES9e9x7M7j/6hMTfqz5K4v2o3izuP1QTmCLRByjN5y45iui+XVj4PcuWfTumv0lHFhhvefyGDDr/TEXeMd/Pi/OU8itn8lnyRcelb92sgMuQJIB94J46SVxuRV3qDQ2hdKoKfHEp8bEitX7iIh3EKEFTV5SkuVjTf1o6ahwlyGo4X/vykAyKXpT2J4xPkUaR+Y/Tqde50wqjXUk5UopeHE0cR4gDGq0CpvAlhtWjKIGKxjNjWqphAWPOERBX01qHfBFylJgE3bAmgayPo/NeQHgE8BEw/Mve0SKArAxhB881UT+Ab1Mw6ZnRe/2Ls4vJyt50tr3S32ReDAzQjG9yNhlMNl+IJPrJa2yOIHSazGIhCARreXlZ8NR/ySgw/EuINRgvHkz/xH6A0K/h+LVw6h9m2zyZFy7GqO6iGCB9hLKFTEoY5HPiwDjbKyvHZB97XqBcOp3zG7UYFplcunpqkOtguOzdCpVVFNGXUbY/ULLE5I6rVx5av1dBCsevRWpVypTQGOiHIh1ufB1zAMswMDviexqg9wOMJrCXAjMNJhig9wOMlSD/dMB2WH83es5KEHaEzpUg8WMUgtRea/2iud3FePTDfePZxw+VtXPErMBANf+8ZYdFgqqJPkAqiNRM5ERvFt4sHGLbpbRb78z/ciq0B0E+j2oKA4xLufWGJvCHSiK1YYC+ATmp/dnvLuXxIyI+UHwubuzIRaikj5j958wff/Dhd7qSN48++PfP+AJOPvhYsdLyOv360LTX19WpBse7w9/ra8lTk8KHTttXb2dk5lIUGSLLNdV604jKm9DJnC3qLLlqDr3lkCEzXT8eti3HJbTX1XAmBZ0Lyfwtj0NlK07rmO0c8x+nZAqzugmx41tqsvorbwsuh6E4avQM0g4txLNgQiKupl1l71TAryBjOgicEBBon8LEukjQkcaGgVDkL2pB+27j7ddmf/C/kGdPmRgj+IOxrN3efcEY8OaLo8P7nhktBnh2xuYIa9P+dHPp0e3Z3wjvwL9LHj/UF0gCgOeBf8KQ/ubLvf7lMfxKACjiNZhuTo2H0DMzwOkvKgMc06f385kZYCKTGN8qz4UDDgU5ooT7AkCl0zwdilaOmRgIIFKCYeCxuCh0LhYXq8CBGCd2ehSHQ1YcOg3XqhTOoQMolENnJU+yPbDUFBDsYz3woh+L+YonA8deMMCfnwjSMMAn33tDrNgRem31JOYBVgbYzAN8fjXfB5i/OY6UAMD4aRtnvtJvpPUS7PjmC1RDJWdYvo+TAXr3LNdessp+d+st5Q+DBT7Q72jBbeLHwj5mnbzZkyE0cTES/PBJSzDAuNzoA0w88CVEXCzVdY/phlyNz0vgC61yqA/GrX7rzXe/YpqfCjEfUA6lxNhzQLJeJHznGvzhG+EOJnrSPB6vphFgKY7P0NzUjjDSU1NcWVEb8cfgbJiRHmGchUB5CNPxEzJvxVECV8OnxGo+C04HJVsV5w9dH95xTUMKphVpf0OSlpqms9tBTteYJeyuYSjzsd+hF7s5SuA4I4NZATzHAXJGs+owlkWS/TJs/sgRbJDmsDQFCxs/eFWIiB9v6B/dgjBANdpufy+MY6Fw7A6zJnbHGoaV6YkAcHu2xMTAvgmgIG1FDTo2R8ABAxRd2h8eXGxubssxWBZ/Epp5ZciqKJrpWxC47c2YGC14I9NwMp3CCCFdZnyT7e0YtYW+SRv02fDF6zpUQgTvbOWSMd4geYKo/bOJdM4gCFVbl05AJ5MhWs3uhFRu5VC1QKKuNUqAgaCtrj88KgPjk6p2Mte5uBiPBlFOM0CBX06CoRPwrvGvrASJidAxDOx5gB4FbhjgnYMBo8CMgXgeTLMShLf/3qlhgC3RBxgTlz/8jhzdQ68G1SQV45zqPsAcUCVvQUdM41xMp/ngg691GnBNnC83gUkG6GLkKButqCAMcCVvp2CAzV5/kqoSLLx9wEPjcGeKE0K1fBzNfL0X/vDB/8c/beYDvmUuNh1/Bh0lM9eaPsC4vtZpLBnPYgPZrlxzSJqgqIoasy03WGFk1Bh623AU6o9Kx2rsJghXyy6iwEnVCgmj0avxn5BrVlVa0nFl0PZ2bB/Www7wSuAyLDWH3U4gkz35Dr34S0yUtRjmOBAn1RBPpMvBaMwGLeINZkSDgXe9TYJ4y13vD7h2e21z89ELnuqztHT3GctA1nhIsG5dFgfrRr6tfC+9FcLl4Ph8siIYnD5SE5hpz3qxX97BYG93s39x51wAJwhkDOSOyjJPELbGhjE4xADV9oVlQbJWZnsepYWv4RAAetgXrjY+OB2XxcEGRDM+GCGEEYdAa+uMeTLgmmpQhmUhNIPQweeAO3cCqgpM4ZjU/cn4NaBqsofHFJCXTPCONrU+xLIrYVNAMJBBkNgNJp8LzOAS+2HFYmA2g4km8EsT6lgJcrK9V/cDZBR4HKMg/7PsCN0eBeb/csRIMMD8AVkPMCxvAiUF5JVyBQDD9nzn3O5PQcMAK+rGxMEPNpWf2GtLbr15G03g30ctwQCtwguyD9BmUNNXYaQQNMebTV+NxOe0FkeIzpP7dbkT8NOjt4e/+uBzGjykhN/8gzPnPEAJQWKwczjSh2HxSlsKH5uXqLNIN27Vi2Q8F8zHcURmhyX1ujRHWyKuQTuLgyp6l4SwQtKshj5F+n5C5j5qiN7NEZJBjapR4sacV8sRYkCzXb2OjG31XRBPRyhyZPu3JBnaIrMCw1wL/5xqVJQnkjDEAtkSK5YHiwAexcTAXW8Psyn4E/q9YHvAJZq77Iq60u/3p2s8QnjziFaxN/+DAK5cDLZmrA0+m+yLAY7ZH0HtWzWBzyaX0sbLgrvx8PxkE4gUwCDCmPMYBQZpIHRifLNVM0LgbHiqkrFDqmxBHlussjQEaFKG0fD0YHws7KUsOSCVdAKqvqbKIHwugYiKHosjMik6QVOZ6N6zhSgTfE+F0hEMkLqNiHKwILhHH2DsCO2JgNkCfnYU+Pfb/1czD/D2V8EAT9gOsKwEOZ54JYjw7+96YoD0AcZKEG7F5teaN7v+9mALzwRB3FRlaLRJLj9fEOzTUt7dZZ+i+w6glGfwxUEthQFmAaYam989JF6iehLd62gGqLdzBPoSuA+QlqhMA+CXXIjTQaWSLeONv4/WGUHgriQ+hYJmT1W2XnBtej0V24uZirzKpgygu/4J2IpqfFLqCs+thY+hsmnFtxPniVwtIaVcctoEYZfc5Sp558fnS0UrosDXIK9yRwUo8c2VKjr6fNxKC1BHV0RgG7WVr1tvxlUtF4HMZeicsErbWaqI0xPX6sJuSeOa8xTdACYpvX7Gr2tHgljRy5vCRrGS7LB6ii8OI5w5n5QMozRCOiHdgBu3XjH8cZfWL6HuWzV2l4R+a7tCwiffC/nu35VbrtlU4LfdZ3HIy1UenLnk7e/9wIzLlZX9/bM1tZP3Lu54WuDBYLI8HMx21/qmhMI6oQzDwi/pAwSuYtB3MlvbYz9AutRghOOJKOLr5RijpVNwMPW8FzMz1TEcCADVsG21gQ2IQi8eKoc9uRB+GgKFW3ZcstQXNNNhx5ZzwO7AtrEbvEI41WhfYOJrylDETWBV6MUgQxHC7AUUA3zl5wIzBJK9gH4yuhFQ31+dBxgMUARw1TuibndWgtAH+Jur5zEK3GaA5ecTSmWAttwG/pxJVWHHj1XyJhqx7/I3vHBiK37G70zWooXJ7zsWwEUVevvm2PDKtk9uvfEGMbkvn7KbAcZJggE6RcGbZhRYSQawr1yINIqSq7mXFha8vZ99Dnw3RnYFuf+VXp/KESPT947mUnQLOb8ZoAtGeUsJCJ9+7keP5GWUJBKr2T6/RQX0xaE1xVrJEYcSX2oE/mZ0SWlGA19a+tN9o8zHjRBYiz9gns9xaNclI2fVm7D4QrrWT0oJmhP649SkKhFbSbv4mrio9QDTKmxJcdxKrbrzOErVgo5LqkleHLhDaZrDwJ8ySQtJk/06BIFCQI8E0xIWA7wvzre5ubvpDRJ43WeCYNkdRgxwerK5K6J3e+nImyNMJlvHwkAxmv1/YHOE6Zm79j0IMmRmtBggcEgf4GDQ21q7vb2i2x5C5T4/kcR4KpxJFgxwVQxwPOYBIHIowza289MzN/bauCR0OJj3wrrdyMIu1LFDFoAn+BLymhI6h0B3NOSkUYNcpntjnvKGJyCSQV82M0zPaMiz4XwxAs9CAXlWSI8m8CumAr4y/5N8yVPhDoV/vz1iR+h4JghdgC9nwQGDAXolyGTgeYCxFvj5zj9/8c0XvxQAMpTr0TZuJhMH/W7ojQ8A9Eiv/KDOBw/0C8BWtk9oHpJ1wdhYACmQknUa3D8Lv8I6cq/4/7+192mNLLvyRRMPnCFFcCAU04ROZyFlE4MAWUIRicLKnGjQyFmDHtWHeDV43eCmuBPD44I+wBvmwJHQ8HrglzW6GtyRB5lN04aLSdwGXfDDjaGTgocm7jIqxOP9/qy19z4nlFVu942zzvq3197nROjET2vvfc6OACtACBv/28/OeAWjRFnXf8PR9bQdT4Y1nYv9QZewTgQZIABC3zOPAXpUXbD5mbNYQ4veC69ju/744Kd4D4QY2kIavQNGcqsveLk6F1+aiWxePCNS6joIie3GEXnmP+Ybl1tHMLFMp6IYxTfVfZI0VE0lCLcC7hjpfFMZEg1SqnUHqSAP6prU3ZL0OJVGtjGStt2Cy8kHkUW3BDFc714fXi12uFyhsyw8PaeDsbM1OanJlCbilqyouTeulCmaXVSDbJEB5QBgLiMcBiSGJZE42SCkTbiFfUW1M7CSkmngk6+/8iggp0EAdS8AdTufHh0dvTH64YWyf2BayHE/Lo+13iA3nG0OuDygAPD86XsuD3iymiB1XB//3XvOgeC1QjbH1WHwRe8+sPfIUbWrmWaBgTkaAlxoDJCPagBgkBJeThfXGwQQepjwEd/maz7bodRMSRifjSN2oR/6kJ3oEz8rp4SO+d0lb0kEUBHvCICcoqbNNji3suh2AYCwmHTCl31gngBtbgveUKglG5QjIiZTQLZC+GMWGJMgr98i/dMYIFfDQjf4H7waAj5J/SbIz5kBAv729i7W63/magj5JMh73QeIFJDPAr/6DbrAP/jBcD3AECADYLq9HuA/vnDhp//1L/9LxrnEo3d6eFYWDFzGgkNXevLXzqmUQzHB+9FbLgDzUt63wB71sj9VPXWraTF2kAHmLLAtGX/51yx84Kc3gqp88Pf6VRKZORNCcggHHPXEkhzW6MbelLgG/fGSVVnIv3/b2m1JMe6zQgSTYsM6TTEp4RElK7wKKuFo6V5nQ2Ch2BO+YPdQ0aynZUpf3/sxAmu4N9O2LVZc7dYwgRAN849sQihqBK40odDGLgjzUKBVyIjxljYoY2wT8tg9ViJIoZ03RT8/fc5ngJEKcm2ENzufv/mU0Pfi9MWL50wPgX8CwPV8wtURnv92ttlBr3h2Mdf60OgBc3GENQAQ6CX8Q0p1001XswP/JtyuV4dBj3d2wB+FMwJ6DJCzwNBLBnixuUa5Ui+liJPNlZ4UITwRRFfz+YkAkxFMLse+9ZnZHR2L7kprSKOTrDZw3OsV0VCVWGe6uzpfTgF/SP+ImswzuSYh6xNngXcfWE0jh5ztYApIBF3w/sGMUQbI2yl5G6DXwwICovvLO6E5BogUMB4F2fBG6M1svTfXw8BlRegT/i4wzky/C8zfBFEGyEujki4/E6HFY16keBruHz/761ixmYtjocAje3j5qTnjmC0Ana3PfvTXUninnwDwj0z3/vLvfxSLSzPPfGAg/eyvf/7TgD/7EU411plCVc0C/zUPzgMIYtnSf/nJXzIiqco//pXv5YHpBmqJNtMDYqOmeDO4lliamVQU5dVgrilHuIqohqhRTY3sR5oioLIgMH0+Nu1TwhR2aoUGzkb9GIFV7T4Siz+GeaX09b3fTtilWC0UbGDea1goUSMJBaEJlLTRbrm2kD3ky3LsMqurNAZDtgzaRD0KMaMjcI+ksgcFAdkBRgIIBPz0zTefoufLtWL8hBwXg+YciDb+dtzn/Ol0AOAeM8Du5nw14UNySA1nF79Efse724B/i+n14wPkd0RE5HjLbjmaTgCkK475IZfikyHIAAmAgDeu1ccu5mozu4IAygCudneny8lm0vEnOx7Cs+gWy5vJRPe5aHjONwJqeQSkZqiCJO3mGg0QzIhVTDNPrrhoqsHOw4TnTxHx0DUEd4vuGTwy6dhfwKN8D1D3UF1gIi6PphSQ88B4sQus+2CQ/mkMkCCIDNCrwXzKaWDiH17KAPmjIPgIOQscY4DMABf/JzJAPws8yAB1BXAzOQOUQVgIqKkvTxDjpbX7/vIvf6KOTFr/yGpfR0IYr3++BNMkSJ1h4Osz3vv3JO6IidfPBY0XPJ3oAqOayBmgJ0FgqZft13MCgrwZS/bgwd/rEV+ZllaK3lKyvpUuqYUsU39whk9AUFBcIRqjnKEpmRT9rylxDUUD4OVDaGA6a4Qo1BrJrNxrFrJE+xACf59y+D9OwXqebd+fStgbs6eGWR0kKX0XJFFLOnBrsDVqC2uwWIk7WOqERZUSCIFmTQVhXPi8MUTARxQU7gn+5GBO+JYISKgD0P0bU0Ckf79n/qcVEoiMfOoX/TfiH5KZx8hnjp4/f8O7nnkf9Ptn15P5ejLZ7Bx9ecFfQcdrtztfLRdXB5/PeN8y0zLkZh/2AYDIAJVbAVwgR++ZErYZIKeFYwKWPdPp4oebY+dicLCRbjJHhsdoOPh03QoIyt5qVFl2qwBAgSCqaBCQ4AZivqeJYTiUyfHACwbh2AoC1gECNS7IwyqELxTtcpqahx3daipEs8B3/Gl04B8nQDgH7DFAJID4HPM2wMf/8pgrQs+9GpZWg9F9gDhZTYIgA+RqMP9HWQ3GRNUpjIiYwllgm9978DySO71+8nN92ZlwsEOM1z+yKny29BTHgz8+iFud8frJi7wN5o/fe1GSPLx+xMX3vvregz9w4sOvz154Ftb3FVPjb2H6i6gnQcYcaeLx//C6NlV+2kgpCcgmV6o3dhA1Qkq3I+qYuNPjEnmkwBGlrtFrT/THH20e8Puijd5ohjYbgGyIhf68abdFPJBOrjkCwxTFfUBuhaXhUtOqU9rQvu3rHcMy9D41cffoonwvaTqmxN1XZbvBUhLvpdjWbRSTrIihEnrdhFfcDVHiJj3+IR824luA2EAWXVYUha5NQFjIXursAJPUAUYS+BVyQN0Mwx7wi38DAr7g+liAP+Z/nCMhAOou3ovN7Ggz4yNyfGBkwx8FBgI+HTOvmcyQGXLKli+g0Pku4O6Id0YDxpYCotH0mBngOfFKnun0ZMYMkICFtCumhX/IAqVjwM3FePPLZwimvY+scdHN1xo0jBsFF93NhCtiCZfouOy4QIwSPCSNnODdxSmwnDVYiaAZh0QVeDjil+vyw+RjbsxPL7lsIKc8buVWhmok1ksAiM5vpIB6aVHo57EiqjJA5YA/B/5tyg8DT5AB+j7AZyd8Eo6zIHwYmDdC/2//H65Aj0jzUuRliGsZAh4+7nsMNa5RpDc//1GM4/34v6mzpysWvdcHB5999pc/0VQEnLL+UV84mN/7m8+Qsv3vn/3Vgwdf/RQt/piNP3hw9lO60dSPzng8HO4JnPyJpL/8CZAEBz3DwTxgyBP5PM4NZ3EJUwmhjvDgwd98prP6rz/6lIfTu4HUW5LxvQd/w06wGmi/b2RW9OZ9GgbWDGUjNvTOIoaqTFXPggs/NshPIUohoaANcLelCHHabpqN0+MKLhcrR5DOYxqyItg8W2KQDjysJyk79EF56JQZb69Oy8ej5+N1wbPyH/0BlpiQ+lBqNfImqDZK1pZR+ixYKTZryXqkMisZmZ6oG1rw4tcmfPMGXOvJqosrDhoV4VxsttUQ0z5iYmzsEBMKyb/+A3NApnvPf/vity9ePP890Y8Q+PK57g18wdugZ5uL9WY9OzrijyQdveAQIAAQPbmnq9UEqeHk+OC3R3w0BEB3iQzw6WqxAABulAHuAvEIgIs1MsDxez1SwdG5aWSAl8rHCE361SRNwNLBaZK/Q1bpMT44+DMjx/NrlbMvyjUGzzkLstAYH9Gt+7Aas4+sBtXo7vnqmRqAza4s2uhu/LTwQ0PeJR8GISQyIVSCh1NBMsmD0NKIH8EPLjREe390+0pjgLoN+oxPgvBWcv4yMCEQr526GsyXvAuGcyDKAPNJEHS7/8+4D/DViPcB8kbA4RhgIb44HwrdG4izoPGKBzYiFo3AV24XkVVKFa+m+FUKbzg9yFf3cOqIkPGFiS+Qz4NTtWwpzqltyt8kVrCIgD9+78c/LWYlsqGr2UUp+Sq62xywT7XAdR0hbMsaT9DAClE8Kbdp4AhmK70pST1XiPuoqEUPQbNxp3ObwFypeAp9W7WWPib7lrfKqpIWlNQCrQZ6CEEYfebYAr7MIQVsVWenOFBNJTH4J6QDtzuSP2d97PZ6RyzRDxhIJ5IXJICCPYEfJb/PXB9GcyCzGfHv8ZuDNTrBSgAf6ydCzpHKTC6gTT59ccQbAwF0fK3OF1wgFRkgDMIGcqxRNz9SFxjAoqlXjgEexawvR/jg6PRoCGwgD9I53hm9fsZyYhmTxm6yQUK3zxVR4Vvucn0YZJvCQ1QCeKJPDMQE0ilvY//7eqUGiW3YusvlOZrgJDAI1XjDYRdPIHPSl31g9tmZARISOeMLTETaegnchs83At5qDPAtF0O4AwRyQei//eLsOaeBPQa440eBvR4WnwX+m/XFP/s3QcqTIL4P8H+8qs8C488+IDNbNu2KeVF0GdKRBFhiEaUs9TjAg+AtSFooioYOwGgNsyym91Dkka3Lld1P++wupP0zdqGHVOM+Jl3bkfcUVA/wj4sjDilY3ynqyaHzflVadZvqVqlRs6DV76NaBlYUkxySye4l7Ak8QxraHyfLoV1Vb0FFL0oh7KmTCdKASrSIToIwbuEhd4lCfcdfGCGwC9eyIGxICMGiZFjs/IY/3BoQpMDRvwIOvn3y8uzl3dnrt8bCl8//AcnfFy/JeWegb+SdfYMu7MUBe8BcNJpTH6vV9WSCr/dkfcTbADXpC8gBLk67OccJNQvMidbVYrSEZ36N3iYhkGimDFAJHZAIHmDMejZHADMzhiynz9it5n18RCrNE2uBLCZwsDkIONasCF4PH/IXLHfRB2aLCuCtgugUA++0XiDxDx7dCENTIaPp7uXSfWBCIpd/0ZF2cxCQoIidbWo0EimgMFFjgGdP0AN+h+4vc0Dg31k8CqzVYAR/sRrW3t6eU8B8EoS3wWg1mH0kgLe8Dab3q3CFsJPbKrYI/RGkfu5yVXIRbxkp1dr8ENQz+jS00FLNLi3awmSZG9qLblMvJS2xIR/88Uc/rp5KKQYyKasUMxTrdjjn/CnXws/8Mymj4uPolQT5s7RRnAPiXj/ZdKfU3h6411DPad7zB7UudVzpK448fW8fI7Cq9alnOVH+CFk0ntySFWrc9ykEOaFW2Bb0WbWNjYgmKKPSglvo2lUewtApRlM+b/CASwGDIVhUJhjYRz8zQZR+xbwQMPiHJ2+/eMF7/7xOoBZORbZ3sPnZ3mx28OZgs+FDIsgA9Wzc+Hp1s5rMvwTQbd6gV4wM8MQJ4HW37NDh3fzFlaZTmVBN9z+sPz34C2SAcBBMAIA3m6PNFWwgDof8Lkfd+rEe/iUUOSVcM+MjNiEbQ4QA8DKSOaaRBMAOlX1jH/HuenyiaWFOHCNioYRP8McsEaBJAMQpAMjYyv5D3hvIaWCiLBGPyLjkmv5M97TdMgXUKKCzQg0CcgyQdwHyJkCPAv6DZkLKajCeBvn5l/5ZzBgC7P0miCdB9l/t57PAw1lgX//+Xpqo8qLV96LcJJfE74ZK21/0KF+FLLXzI9RapabJsrZQNJuQ9ahWkqJrXSIf/PS/6HbAQnpDNvRmhxhFkqsc04pUBUtSPHj347xfskdk/jipiJNQuWj2ZuVsFmQUMqvvsR5ZoOf3EMUmNx7BJksr6U2ZVFx1lMLN+jxUzh2s17ZJp0LFZ2dnIX9yptrcFpG5OLeWWubN1Ge8PPXoW3jkgzCigYcoWxSqmNjUhIJLYXGUxD0v7SavtlZlgbvCYvAB+1jEEhDY11weCzt/Os63xTAP/AKMPWCmMHubA64UPTs64I/I8daO+eQK3+Tx/AIpzporRG+4PAwgCTnX1aq7AQDO1j9EarWrxy8WGgNcAxEXMQvMDPAIjgXTM/7yEDLAOTvJBDwCDhxcM5qpmFEJjtX8mBkfKzBRW05v5uNOCSRC2HFdog+MCqwP7CIcP12hBuBT2CbQZAo4QspIyNOIH1xcg4ZH8W1/uhMGTTzkHAgqKgVccKFoHJsho0OOAfI+mDILDOJzcFsrQj/+F98Jvf5n3wfoJ0G4HiCx3/cBvuKPIpX1AHG5g8f1Ka7BZ125ur6pOUoGrnQPVWdJ1BOBuclaGgegacX17VZjYbvy4Hg4MxWnBsqYwttjsDDUMBDwL3//109KOSuxsWzVTdT65qWUhuJD5VElFPDTn/xNvtdaF5wO+PkWVNOVUMFanDzP0RWi2agHJVQdJWpniCNcxBajHsshXNMu7Kn3tYGXOhv8yh+dm9bpu/mI7bVtjjAHsPZWqd6BjTjfYUTERTHehD8Vn0BL2nse08CuLKhoQwY4kz7cAHd1c5BcBEOgYJiJj4Y+wpo3GOplS7WtXFCZHwsFg7wl0Nmh5oTBOAPMHjDXBJxxVfcj5HgHfEzkFN3iLy/Wvp9jst5D6frxjh8OPn/PHBAJzvlqjxngigsyI3M6WU1H7BTPnRIS3br929XmDRI8zjZweRhmgPOD9Y3xjekcouYAQIKOsQtIOuesCKEKqIcqu1wjlQEM4SDgh9WYT/9ymJC3F+JoJwRAI2ZkjeoDCw/xQuXlh/eEXSEg4Q4uHJ0wCgcH/AyKyylHFxmDlHDkZ4GRA75TH1jZH5LAmgF+8ykHAb880HqAGgJkCujfBY4xQK8G838fejms8iww/7raeAH6yrOblyf9DdMVb4qrXqQLnSpYqIMLuLVUD1K71cb2l04+fbeiHO2FVmIKl7dQNu8K+i49ePDjn/z132YEKmVrihXbJlRMo5xFfV/8ov7txd//KEY/szjIEXT7o7Ef3/bQXMYtypqPK2Kstv5U/clHWLZIt4S31MtnEyJKi7f6jVJy6H3jU4Ptd4ZdMSEaKm8PgYMiUj1pX1zbFKwUVzYgb4WGMmhol1oD1qixYoJgjLxqQjoooAC5wkNhQRQ1m2BQcAfUI/z90b1eewV8fvGnM3UHzNnzL16e8keCgX9aIZWro6IXrN/PfMEfDtbyWOPJmk858PczmRNqOcDFDft4f7fhU8NcrYqTtd0NAfDg8XpywiwKtOz2R89mR/5dTAIYPKMFAFAdVmaAnCheTjbr82U8tjvtPky7CQCPN+0JzTjgOJk/4z18zPfCwQCEqxXiHX8ckw2iEeLYJQGQ44ycBya0aZIaJ8gK2JHgwbWLTrAeSUa7mgjhEtWawGYdzQK/fnLXrgj9Ra4HyCFAPgnC/O/nB7MvN7wPZo8rAioD1BjgquN6gDELvH/4yatPeBuMxwDxx7fIq6JRwaQVlgWm1rJpTjYo7VnhiKDGTpZq1VrqW6AtB0jeaj548uOf/OOPPn3Bsfosi0KbH2slqNWp/vHzT3/8j3//ozPf/rxV+aN2sPCmuU1DSUoBVnyh2ugLUb8FUMhgTbHFwFl8rdWSZasPaGgPKGTjCtZulX1E9LeqFhCLWwHFhUsqDwSDlKfEFE2ltort6jDBpAngZMWOGDoNdKlkbXuYAFJ1H/glk0DkMegBf6oVUpkAsjOMxIYLZCG5UwY4Hv/NjD8hrPQQSaEWhAbgXAEZN0cHPwNYccIX2PZUAHggRCSIAJhuR6vN0ebvmAES3RYEpfXBnrrATN544/FiMpu8Z8bI7GyJut1kjxmfsYrdVN4azQoEKo0sapXoh6gPW2kkEtITZpUCSS1D090gi2TCOOLDbqg1nZ48RQhcwEMkfBo85JkK/eAEBCoDZOYIp2eBn5y9xv8LLYnKm2DAnp/xZzGVAe7sfB6Pgmz4KMgeEFBDgO0YYMwC3+azwP+XxwB1KUgJKar/usGYW8Busx8pdjtLgNOaCrVbdyWx0qYcEORuQVmUZKXUSiI2bK9Q23CQRQZ+9fUfHjw4u9Avbv6veX322THQz8kSD+dPwUY9vftlanHa4b2XuPdatix6kEWEFC+oZ2xHFC03nhJEj+RprKJuWaJvs7b/UJbV5AfKS0ne8IXsW8G2i7kBn7RzI4bF1gqCl83YEvWqppqMC8vqYEs/cM8GyKZ0Ix7HAQWOIE4EO0ooePbFc64RyCWi+T1+c3A0QxLIbzRXSXhx+gVzQWQz6MpNjjk/PF/P6NpDBrji0P4K+DeezI74qyFEkeXiQ7da3C7XBz9f+zc+ADYdusDvZ0ezY07AMqEDvPFpOaSEzN+YvCEDnP5ws9ajHwQlVFpcXu8dIwA2b3ReXC61QAyhTIj2obvsriarDwzwDiA7uVYTShP56Jv7wMQ2Mgeh6y5AJLyxX7y4xOEBjMRD7aP9BXrWwmIOHI5G/GGyPz74CpfGH9iBwh/kK98q99WDr/6A7WuUPzD/A9jXCM0XtGrwzjlZuLqwF2jTNRDkL5wNFlojObBQZZKpJY6lHRgnI+rTo6ZVriIrYcSBP0pbDjXMVlPn8fg5VdKb5lv/X/L63gO+yzjJEHpXlj4odnCcSn6mPjcVOsKnSb15A9VpFpYbqW632RyO7zebyTZ6OiXjUKFfBsazI2+PIHJ0qdGrGaoofE2rUFTd5UHlZNhU2C4qIVS9kYrhrRWNBNwUR3RqxQRo8FAJfCsSPH/Hw3FZBM6d5VQMXL3y2ECMAZopE3T2Zz8AroCc4C/iaVRIfMIU8IvnSgC5QOAbJjHCP7+eAxU/133QzADR+b1Yzy/YP+a8MDPAE6Rgk+PJ/DFHBa8AgIvL3UWnMcCjx4A33rUH6DrpRsgA+bgwszO6ODExgQO4w2eDkYQBgFazvdUHQRc2JG+Lq4sJ7+uTDcdudzWfcApX+R4TywUXqGZ94ZsGAa88wueYBWd47ciNSSHvV2QGyASQt/2xX5yJJe/8Uwr4geDsVaEBgLhkPL+vzdeN1K8fPOGNeF/hs4fg5/wVb837mrfn/YF/yu89+QMhkWWqAscDr4BCvTA1q2uzGKLGrKxe1kVKJMOeZ5hii8D4LfhIAFg1yxcqqVEHFGdmo3j4YejDE/kBKBI+NHxg5C3h8wlyUQS3ZJmivNdSkN9r23ZSUhga7Nmi+jZrNZNlvD+0L0f5e+mjdNnHCSx4satMky0R8XqUhX3SQUF51rkl8WSpxUkPyALMH19+ZtFEz2ioJ6tRTPyZq3bPVrwxZ2xVMGYtDUnyomFTEQ2w6qgwKJvSjE6AnZyGPyGl0E8IyAUS+CjwqRfI+lS/EhLopxUCX+zwhkDe0jY5Rud3s9YQ4GP9bhwQcHUC/EPZwcGXF4BETgEDSwiAF3pYhD1eAN7qZHS7WqO2ficTSAW8ux1NDv4q8A0pISFxtdnjLAhqAIA+AKTe7605p6EI5pGL1QQ5I2FMIUAtPR0HRIRJjIQrbg0UIo74UC9/LM6TInAwA0RDN7tpo3+LowsBVUOzvswUd/UQHwP+hzJAXB4aqObF5gsKHo6m/5ELCiDnQyHHknXRaebuSZiq9CT6a66n9IVXLS861nBtliJKAR4V14g7D8QCRpCzGVWwB5JnQVKovGzXpGCdhVVzf9Gy0TgplWqGgFKaotQQVVEWJM9C1gselucLohZ9JsdRQROmpjnwJ/xISXGAjC+EHTzjpUrq2E2hDO62pNLjEhVGqJqQJ/wMckmEOFiVwbFlsGpG/aYdBodsysJvX8aWQ9HWX1Cmj8RYHCRja3sMpRnXVcS4LGKwSYCrsawvxY2wFCI/RZTqHcnOvU+WxQxDSiNKWU8NsuBmcCs6tjC8RXFFQiWGdm9vgDcxGyQiHpJAdYu5EfwElEZA6G8JfTkHzB8JOTjaefEC4Cf8e34KQGTHdw6c2xwdAP9mR3o4eMLbYFbnq+vj+d5kfvAGQSsgFABnerOa7nd7BwfoAhPeOO/wHl3gJgNE8gZoGT8+mJwTEAlYAKDRaoaUUFDGWt2H6WrOaRIhFR0ArskxAzXGxwyw47zwQo96qBL6wLo1UJiJ7qw8fFjZaMfH3Kbd8hKddHkQYt+lMlCnf3IBo5cf9MMgfN36wTT9SaQUTRL5jQqZ+EmRlwHIC6UoIrxRZDH0eQuj6MVv3lDYYFakp6uRYRRqwuyqRab0g/zmvp22rNBTMv/11+5PIQYzaRz6C4GF6B0s7UIWVMKyO733qIU+4ihm1YoH1Lpo2mvCPnAVdSCzxDpZE9vQtkw9HMVfybDXr5Ns2yiORglxn1ok0QaKsKq/ySOEQnHEZJTcVnNLh4q0ZYmd5tzkgTCuBegp3XNX2C8HYGeBFN4Kw7ngHXSB+SshwL/nv93Z+bcXelaOvxyXCwTO+EzcTCtEz9b8neCue/qMK+cfr48+/3IPno53z+2eI63r1ggG3j1kdjZ9djL63TNmgAZAolA3up1sDsKBECDVqNv7UmN+RC/i3aj7i7/hqvfEKk3fXnIWhJDJ1IyN8N7om4gQ3HXLE+WdDkEQY645xUuIlGe6270/5wQHDqN8L/rA7CgTEfk0MPrA/HlPjibKxQE//XX5F9MWf+i8xKzzv6qddoH10YOW9URUUPG1iikl1dSKBxS2hbdSFMLSRiEzKeGyv6WiVfZR2rbSCBmZhr9/30361JrnUrZIDUu3JeZC7OVDr7KUq81+eRgDGjiwNyaOUKyq9Rospn2SjWUK1jNJQ7M1CvlqI/kN0xWK/Vkewh+M88rGJ6uYoKFMC8K8uqoEjgnKcjNtbwJGFQkCtUdFLn3FcpmBfSqFowId0reEvvBmmeGNpizjm3u8qiQhp3aThgE1BsilYA7eIO/b0WKBwD/4X/BJYC1uh+Tv6MvZZnaw83yHOSFXiO5Wq8l8s/fLzZtvZhea9AUEdqv3u4vV5uDLzfqpgIgZ4PSQPxuyZo9Xv1LeXY5Gq4MvdSc0Qoh36Ddz0WhmXUAp5HeoN7nQmB/BixMnmgbu3OOFE55uNddPwzGZY7PASI4KsklAG+TyctpdaciPVZjtIdlDveVDrfyiFJBTwwRAIiLhzingcneXNyHq1U9ddL3kNdcUWLKomvYVCkmt+mrNwAcxUW0gZVMICttKGKYEj7RT9i2lFo2/sfoyjI9RUQNfev7KWiooNaR7cj9+/oxn69IpfZzavEOtD0h7CMcW/1aF/Fs3LpI9TawEg+XLj9sUzGbfF1ZQsNYXn6CpkaHZGDrNsiiVVOvJeYimT8G8mT7ub8VAAxHdSEY5Y5l1b6mEu+7Y7FQdwpeCoij9lBlmNTRbYEFGPXAqdBS4U+qXBl+QXCCGkLfz6ZudHf5mCHLA5y9OtUAMBwWBbegDrzcHB49ns9nnvwUoAgDH+p3gFX86br3+/AAZINd2YS+YP6C+WnMZaed3mgQ5fK/1YTolYkjVlpoWYQ9XM7YAMz5ALETcnz4kBHIWZDI7VmImTOTjI1eAWTpI+oEPDgKqSQCXQNKDgBr0Uy3GrLpYDIY7IHrR3egG61t4iXj6+ZAT3fesBJCZIeeB1ZDWA+x9A90hKV8VuSXSlJZfJFNc1m7FuhsLlwsp9cUWOdRRshRdr+baqA6mQOgOwJ410hlnxJNVUdRrQ3hAWxCKDrs50QFtFVIJQ42G282DilKpfwrtge4JJlm6aR0PCkMpI8TkVqmWjys4vfDYW+qK6uGb08rDmOr7wd8mFHC1k1I7A8uBGNO82WjEW5wA9ZIvb8XKDl9Ws+aWHZFHC7WEqd3IALO1KOZLUcWT1kDer1FJ2yaBLUzP9Ub+JkYMUzXqxU6QCy9IwXIUPTYQHMFtF6ILwcY4QSCMgnqGwFZ5+/rsVKsDIu3jfb7KAfl4HCeBd3hfIPM/rhAN/eDo+SkH/Lg6Qne+mkzms9l88w1/SkkPfiC9AjDerPYQ+8sV87T9xeLZ++mjbgNIRIcWmMMsTHcGzgBnxJgFM8DL0e4cOaLG64ib7JNezdYIoIP9VD4ePJ/DLSDjks/sFGvMjwdCrV3C3Rh5prHOSeGCfWBZyO2QPSLZJAAqsVS2h/PBeaNbjDok5YExN4xSWLhS4rLzRRODxr6arDskKENxlYl4vWocHYRqqKUIFtrFwpwxiWZ9hDYqr2/WZ41eqIIimE5eVbVmU4ALPEzsKsoQt6xW2J6PwRo1yq5S4JPIo8jhoIxkU2rB547ichomt6cDZJF0x9TgEkC9SIXQrj5wHta1S6vUKSlKic5JNfRZoFiHilYURD1CpGTDdtqjVtOEntKVLLFHWfppqxZP11MutniGKtdxerHRdoZSd215ekdklFUyRbicVtOK5qnYSExYqaQPhhK2QhtSa3grFMaA9SQ2I15a2Ao+SgWp2DFGyMJBENrgSfATEspSCQvoEETCOUDBt3e+Ffrl3d2Tr98C9k6RAL78B44Bcn2YzXp9gQTwyPcIPt/hlK8WR3iKHvD64PF682aHK8Y86z7oJhOUXCPfe6wFnZGEwbX/aKlRQd7Fx9v8kAEevp8dbMY3C6d3qDiaTmYb/Q4SwYo4NX2/2Ys7A+FgQsbfzkQNQZuyu24Mh8ANQeFRG3IAvpgUXgGJYQnx0FC33NU0CGze+QyBTHUX/XTohkCtiHC54PQwzMgASfyrBLNS9LT6aktNQVO70FZvVM7GbusXrVDs1U5li3qtVlYq2GFuZUCWPdfAgV2Kt9Qb4z9FQ8ti6NgiMIvqoCvL/iPUVOhbdNxnUQuHhSg8RU1/XzVZtnrf15cpvEdkRdJ0V0VqRJqnoi0K8yL1VkhAFJsJeJOoFN4sx6ayimKQsefW+sPWJivwzUAGghIOmcI+OIR8dhnoxCjSAWmVrztg4NvXT95SZR+Y438vgYk7nyKTu9hb721mb/h0CBfI2gHarSdXfAb4ej7fAOj4O8GeBRb+ARjHF/boDubpyWp0u5ijJQCgUAlRt49WswOtdwVTqHQ7mmgaWOmcOsX73WbDlNCAp18TnnPexICn+6mRE06YLxLuDICXK00lE914JC4KuFp9cA2CnVcA5EAhdKV7BGTErZYPH2oOmJ1gFAIVOTDIE46Lhn++4GT6l9l4voUsi3FPBcvWTq2l8PadhcAa/f6wgcNMevrs2HJXwp5bob4DLEXappT/OcoGw+r5ZKc6oIhK488jy2rz2qgWqFGLJaWxq5obqRYNW6waqeji9g1k/VCgcA/Bsy3XbfhFlhLN1Z5acaQdZm7JQBULc4MHgCcynoUzeWBclthLm7BGLbeMxBaYF1kfHYY+KhoPpDfgD1jHCRJsMrbU1+ng644PCDMHfH76BZ+Oe3PwGEi2QQf4U66VxZtk+CTcfHJ1DZy7mq9nRwfrzc4bjgreAC+AgSfXq/F4fXTAXwkheLHDOzpczGePN+i/MsUisowOu9nB7PiKk7pw0DNaIUe8YT7nvHE5Wqx964xd7BT/UAsmwOADJZcCwGMehSBpD2+O5nIv+6OH9OLou+er9zwIkzm6LrvFrmZf5MIJIU9kf5e4qQh1ggHBOAdG8T5A/CFMYNKKsEtlH6WQZOxuFcOMVJ3uiZBZG5CF9XsDksqBejR0VIbWLPMbYKvKQmC5Z2l1ZN1wynJJNb+TvvWNkSxCT4k9K9oTVP94Dg61OLeoIMA9FLIfBHbvkRtSRcrGU5lcpUUo3oKinBSMobbMm2BTkSyRyg1/4vZKDlGo+IpMM8u8mSoLAvJIA0jZlBSsgerGAiNcsWSAjGtSLKWGKQcFNvkanVCnbFAwCDgzqSOMTUXg6S1CL+Z9f6ggeKcMkFPDvDdaMx9aIGbnCL3gHTiZ3DED5BTIBX8jmBkgusBdt7wE2F0B/8Z8KFYTFs4AHyIDfMwVY5h0IQ1jBvh+czTjpC7RTWOAo9W/cIlAZ3jM90bL+WbyVE9t+IHhqdYIBLbBxZaJuL4zxq79Rbf88FRPh9DBCV5mkh1/QFhYx7SP1S7P0ZOGpXwPCl8dgnRfDHyv4KWPyzhwEgR/pCD+uWjWa4IWL39KXpipJynahi9xqyoU04UZWiGwoZ0SB6j+AYnlYRq/Sd+sQkXF7hLboYRVJMnvxWRZjATsYHxLVFylfh4xjiWj/ZSqJ0uDbJI3H7Il9tzImuaq2mtNJxVl1V+CmwYG5LcmRTXTLq237d1DEWBenSA32LjUtLQSE4JEVt+AakOvJx5MG71oTS3G5abRyCae5+8jgqhLWA2fRFhpFn9jNQaBLcBN8JZoBh4OC0UQvmq5uaQKCs5BBsstYA+kzA8EoINFRZUSDAPaxOgQVsoWMQUsLxW91BzI89PTFy80C0wE5NowgMDPdzQsuJ4fj6+5RPR6c/D8sX8n2D8UDGhbrcYTZIBcSB9YxbX13gNGdo85m7Kack6B+d7+YceZ4ms92wu0WSIDPFlzEUGlZswSoUxQhSg64oJ+nAZ+vyHeARGFmpfdcrEizqoGMYvdcP5WEnQ2y6d6d9EHRqsERKafODoxkX1gr33AlaFLCsgqdEUfOFLABw88Jh1DzryCdBnRgukrzV8HX23UXYHlkLLTkKpyb6wS4VGVEnWrt0heNapELb2Fq0RNMKhXBD5wFk3npSPSAQ+4D0G76oxrqjUl4G493p8jWcqWec6OYlCem4tqW+np+xWcnKarS8JmiLkP0qh5PPBsyrVVUo/bBqdSS10xPVIkmtNyQQ3f5iGpxYfcfKRySaVUo734orsWyhms04jaOiu1WLjzfzbqt2PpAnvYKoIEodajqW20S0aqGo2GpauJpVq1lkLqTuj7NgBd2YuHoMk9Mr9wmdtF5DP2iYBlRkUCG93EPU4IC/oC/5gAFgy8w/71ky+Q+3EUkFPD/JUkvrRAwjcH3+ycIinccIVAJnrH6P3+/oAAeIEusPBvecOnQybzA7g4QYvXJR+OW6y/BCQi7/KY28n0EUcFNz90avYQ8DO6fb95DDRbGqWYE/J3QoBUzP9AC/ZJ1xv1iRnBvBE54T//kFmkXcgb0SvmAyZlxA9dYP1aHM3R9FbTMuwoEyRxJEAdSoR0qOoE0LMgaB5QKcSOC4N/CXBfXOnShUVKmWTpa4uWvn0ZLekINEgeVl6EomC5ieWVT83SlMwXeBy1T/q+RWRP8uvlyuRVSyaTpxZhhcgyUK07oBw+T0aGYvSFE7m1ltLT+qXnh1gJu7kUCsKMy6DmUXoV9cn5hEDFn457lCC2Z11S785NuXWp0j5GllZSFeU5p8oWo63KSMEQlnUY6OOb2ydBDXG2bQZD2wGBJFUsH1sjWZWFtOUo1KiywjMUVU9DrPoaC8jUQzNIadpl14iywext4TIL+IMOLsNZn0FQrpIF+kUQJKE3/NVbPhxiBATq8Xcu0AtG5keDSwS+OZpt9INnnANGwQHSQ98ZCATkgNsYAIjuLTJA4B1QhD3Vh8sJF1MdA6uAONPu2eLRgsvLzDn3ypwQCMSZ4g2fn1M+Byydjp7ONpOTmOWFZ7G/4M+nO9sTbAFy1xxZpIsOeSbjTuUa8SNKdtdjQqLH99DSsvugFJBLQNOFvvJyuq9fkGMM9kPGAWl5f+LwSZDK7Gx9lfoWHdxTb4xgLqC7aGGbp63Iqqa7cX0HVbVvhyf21MiGkfUglrF7C8PUlwPnf4bAxBu733DPSGqtnvEnEnYp6Qhva3wXtS0M3N5MYEWpsvH3NVGwUPhqDOxG2PR8hIoqHVt4vTWqNkFUcfeE8Aq7Ke3k3gLH+oWUNQZg5Q1lRZetVI+cwIVACiV5oVu4GEQmUV80XUjtLbJA051+Pn3n+e95GyC6wAebxwc7L5/vfL7DO6U5CbIXKwRu1genpwccB5xxVLDrLrki3/UcHWL0k9cTrviMNEoPx002XEe6Q8plmHo0nbhTDKTRPX37h7u8qRCxxjtOi5zM4gFiVqJnCgAkZjJ9862B3THbkC1ou1x0Y80Ds1lWQ1J4iT4wyzNsl2vWdHz0FxuzQEInb9hmFQ4L3gIBmSrimIDhZgwQzBz/JX1Z2cf/qfq3yQJKulVaqLK+EZ5ClkwD+D+YtreWSoFqV5f276KiDmxnHnwHeDfgvcKe0foaudViozaGj/FnED+P+KBTz0IyamxZHrtNmfA0rn7An0aqIz19ckVeWJzfThahhyxEFlqjDEglOuTQT8o94oR6vBjLBzOglHmthdnq91cElaKeIKABoWRCl+/+rQIeZVgcowsbTDoYSF64wOhhdid8FBAGGjrHCx2w1oM/sXaLV3R/Yb+lD/vZ6QtNgmi8jwg42zk9e77zDZdIfc6ngzf8zW8uEb0hAKJ/fLSZH1/rPhh0N8frizVXg5nzsVx2gt/D3wHuNhdzASDyrWeLQ971spmPiUlCLnaKAYC+WRrgw1mQbu2HQ2DLsz99Vp8olmexmMx5e6GgDQLQermaPLNNgIML/WT0eGEjteOAH3NSZKoLwZ+ywFs0Be8zZI700YMdddmeMkB98XRJ4A+aV4uvfF5fUsrVk24IsrwIZWQ4i8tlHBHSbUVJHtYyIxxARdEuUkhGkLJOcySrPelYydBklRYhM3rYgvXmqGoFnhDpBiFEsnGR2iME0dxy9oksmsoGwlulmynkGBuu04RsK/Wt1SLK+JNnFJhPUhFg9bN11W3dMvUmhCRG2cZAlvqmKvISBG/j6WKhN1KINMv7Cm+hUqNYPa11FTI0NRGw6Yy1DlQqRMvI8GXNfAbYRXSERnzLYGylDJtMIZ1MREbvl6BnGNPPACOEIGg4pL99yVlIOPgafeCvOQ+sTjAngY84DXJwenb3YucInWA9HszlEbjc+3wze3MGADzaOfjZesLbYPBajZHrIQN8vLdWNrdYTm9uFt3NZPMYGeANb7UjAi0fja6YAV51vjcFMHXIO6H59C+SL6BUh5xwOufTIgYzQ+KzNedJCHbY2bmertgHVgRrocO7uOGvxzGxBNhqoBD5Hh8PIbQR4HiwkgKS8ZwQtrSL6Z8iibM8jV4GmNdOehq1r1Hx1yaIu69XXaiF6pVt3RoVazYsy8EDdZpSKw5pmyzEL73IorDm3ZVG5UhvyC1HSvlZtXyRa5PVLQnNZTUiadsDotMn1b4lHbpYJH6gYdTAPJ0gVSmlKYsjlXvPg4QQNUGDQeEk9bWPkWJSisoHFlIOHkW+4g0Z5TaibhSBajyYC+tbiUK+hfJOFePAQrGnHayaRTQqqSjF+5GNuIaNd0IH3Ekqx6NholaRLzZ5WgchT5Iq9gA94SFhkIBHTgmmdDDsQroHJrLAr8V1M/Tz37/ggjDo877h3X87Z28Bip/rR0J2dGfg5Hgymaxnj18QANFT3ts7HvOHMi8JgBdfIjVUBtgxAZx2gMZn7PBuJr4PBqjSPRqtNp4pJtrwWdxDQqJQk2BGlOK90ZvJCRywR4sPiN2dbLhkjOCJ8ysIm7MKU0JWQod3FA+DCBKBkh+Q3J3DoyFAZHaoh8zxw4opYPoEiui/sw/M1+HoFkU6eRyUY4C8cr5KENGIu68lXq64ipLoxQXmMlUh2UunXBC1uny8JhmnJmiB3FgUWUrwiCxAfBY4kI2ytVqr3wLjiltSRW7TR6fgcaMGZW2BBTSyII4bbshaLpNBDo03HZ9B8VPJWvK4NGN0SkUhLwSvlSbYFUPNQuk29QaySewqDUc5g+S1aX008R5VKYJUpEBPvTqCLXLvtyF9KKNFe+JMe85S1RK7LAQzkKEu8nFr+/RSUYhJlXiOPoC5atHPBk1wxHmItIcuteo6mca2Jws+QsI94Bp4sIDAspEJJJkXUrEwLlohDvaRsHUIAUHM/cLtTBBwhwK9AvvIpUqE/frJ66//yF9L4qQHf+8WAPj7s7snZ7/nRDDTQmSEF8gAJ+P5enN0+vaLx7xHGkg2Xp0zAxyP57MDlDBo9QEAuJx2T7uTFX9Ufa0hP07qdt3h71Z7hER2ivdvea/Mo5FiEKL0DVni7ehqMzu+XhL+OCvbLUaLifrAACcQJ31H00k8HQIHcQz94StA4i0fa1M1dMCn3djQy6Y1DwxMvCbCMuGTf7r8gDyV+ajvA2QRO948RL0i+Kfpy77qSwJ7tUK3uxHfSfcY2VY2R15YKd4mS+2hh69XA2/Tqksqq3pLYNKs31PQElkv6H8htZa+9/eSz6talX+MthymnqxGaqRGbShY35nnsUXVW81wYOclaaONC1GLClVnJQsqjbOh2BrTnkLtFh3ZPkoNN5U6sPqAS3ULZwU12/2txEUVhmFzigcOj+FMu4zAOIpSKAVZnxO/r+8yHcTr7kxTwLzz7+Dg+cu7J8gAmQByXoRjgPzNs+P1Zvbp6ZPTxwdvdo426+NrrhDIFfrms6PN7Gi2t+cMcIHEinkh142Zj3kfjPO0w279JZeMcVaGnOxwtLqYzeYTDsQBui4Bd4+erXU/NW31eEej1Vq/pYQY52cj9YEDAfeR7iH563Acpo10sdp0//IavWKgGlHwFgAIBFyiW6w7AQV2Cpue3yyFfLe3t6+g7LNZpIC9J0Hu+4pVmWZRQg+L/5xDFGrhtaWeFMvTiAJQW0qqWkuWwrf0JQuz0H3Me+gNbcUk6evZJ8tiblH9hP/DtOW4l0L2zozMmRLY1hn0LVJ7GdynFsqtJctiFhrGtWSpXVbjL5bU1CVqiWXYtaCYpKoWtzeV9gLC026mqgG5Gt99GyO4YzNWxibMqyXcYHEzHIaREBkwCBij4i4wnUz3PDDoAr4S8ixTSS9hTxgYYPj29dsnX7/9ggj4uYb9kP89eX3GMUDOizAD5PowXAr1aOfu7jkX0WdfFhng+xsi3fxg52eboy+RJRKpOLkA9zU6xhd788ny/xV0AbhuOyAop4FvDzlUxwVi3u/x9+bUKdbEMDzr2XrC9V4Qwph91pp06LwS3dD0cjq6YR+YuR1BkMOCo26CRlgHUMZ0b/lwqnuhEcQEjx3m5XR6c7OLA0UKeEtMBFTTBQ+7wNCA3gDibutbM6QqwaUGKyJUUmXb1KKrRSjF6Em+er40BpQFrR5yiAlVq2ZlPbK4p7gxjBnC3hb2P56ofYy2MbXQluNe2nKA0htC5APVsoaqbNAy5TYNLInKTPd+EMVpkQyvhGvzKGh1UjF7/2dVGu+O3F67G7XZ69ao3grFzcygfMxDPHBssAXAqTAAjiAVWzisVy0Cc7YDG6HNJIfLkACKAGiRAArhGA85BD8XPrmzwQAinywwwuFbLZQK+BP+MQNUBxioqDFApoDr2ee/P3tCAPz8YDbXGtECwPXBzmx29FdrJIVcaZ5o162u+KvC68jm+DMhD191f8Fp4MkCHU5gVYfci5DIcUImhQLJw+54tjkmdgG8mIztP+omG6+jykE+DgIC7i60zAyDdLT96eqYt1wTAeFDCoqgsSZGmPER2Dg7vbs6xzHpQA6I2AVvWWRWCAf6wIeHam+0DwDUOFD5m0vwK6CriQpLLf3dCJ8CcodLpEoOL0RfHiH1kGozr+Q2QlLQ0h4xW5GiAgWE186sAenYQtGqpGKj9Wg11dpuNMPibKGoLZlJT5+P40Z6zo8UlcO2pwA9KyWpUltbehSSsgmRRbCM4ueVHwEpakBzQCo6RATdc3J9XyNTR0sRYYqm0pnvDbua8paHVzW6oYK3gdSjfR1SGpkqWjYx6aO72Ux9nVSUxueosIhYxB0glvAntlpCXMMmdLMtUTyW6NmCC/e0pVpaTFvQB4UkSSerSueLktBX8S6kJn0l8ALuEeusYju7e3l2doeyt7DOfr/z+c4p74eODBAJ4GwHxc+RJX4DbOMKgVwkejxff/5vM/6AyHxy1V3y5yXZBZ4gMeQDwydAFCZl3fQW4IaWxt3t7wx3ADe0yVkQdUPRK55yDYU9PQwC0NoHFMFzPPul5oERornb/emEP6YEhNSOFHB/dDMZExADJdEQINcxIAQRKKeLaw83KgVkY3zSRABIAD78DdwMG02fxS/6cBjZg+r1upKCvxmNdNqWHz5fjzBYPcsZQsPNRTstj7jQ8YrBbzWiEuzWbTNKZ6KQrSZYlM44J+npGVbKcrXKiz6L2V5Wxx5hYNkCG6PtNhlKnm+UhdLdCHQoWcpAt1eK3Op2UQ3JEkdFpdYderSSTcSblsthWUMcjO8vTk2tsExtpKs0VY+SsaEPJcuwN9VUYrX4pIi7Ck8VTOdJW5MuDhZXUbQbXvrMHOQqereUdLmJbCydzW7yK3QJOVNrWaqt294Q4QMl0kmjiyI8LLGXdz/bkTUAZWLa4OCWtiDRuMjs0Hb4lSnmPHCBP+z/KpUpX3gBdsgEeTuMcVHPiHB4EBkgFwrkrYGz2cVmziVS/+3lk7tT9ICPDvbWx+NrLYWKzHDn+eOZfifuqtM0cLc6502DMz5Cp7mI6fQ9gHBXcx6TZ6ND4h3BbX/iLHFEF+oBfODZm6wWhMTR/mW3OJxeX1zwBkNiG4cOEfwUOSHvHkQaB2QD3D3cncyfoTLTO2LiB4SvxsI2ohucTPemJ3owRekf3YDE0RRgi+yPr9tDtbfAqTVjgKa+DCNFQ2CNXbX77Y9TOVLPV5Xi6If0qBQVzaY8RU0CK0oT2VbKoOIx3eMSWRblzyXLojS+lrYc24TdPIPtrmoRhXpG32rUe6g1BmxLbcnS9asr1UpFa1rSXk3X7Jv0tEYrYzM1G1mjhzR2gaert1kkhEWwPIFiEKlyk07MoppOgRk1gRnVUARdzAGJcWTSiXZ8qcxUur+ygyX63THPA+LJ0uut0kA5qJ7t8C6Y3z7/lEvj760v9tazN8+fPDl78eZTgCIzwCumgOP5fLOz8yV/AYS/Haw7obuTFXDRGSD7t7xbD0DYARMvgG7Tw98QuDQLwuRy0t2i+8khP6Ac143WvAggikN+t6Or9WaiNZ6JY04l1bUWsjJnI26O52NEOL3j4dgHJrDKRbCjawlMNCCK81QB1h9gE28P/6f7wDiRHv41qi6f6inuQmTSKmvUxv4T6X41CHtcavdSKVIQKczYWioFhapsPMFtF6ohPdpy/HlENjxs1UQfPQVRI9NqXKae3qhFE7VWVYuroeoF055K69wmi9wqq/pAbUxvhcBas5CltXAUtVBP3TZsEsWwCd6EZoWH0mzCNCuuRxkVJLJqqv1NYBhKCOFhSEKb8A5Gwpy4ZODg10rwwl+7vkI72kJC9X/vpL98UTPAzd7eeu/i5zsv757c7ewAAWd8OpgrofJn4tY7p7MZl4yZXD3tFugEd6uT62NmgHvKAKMLPF2O6ZqvFswAkbjtHv5uBcfF+mT06hHxTr8cghg+6qGpWlYbvV9v1sfsSXN5F/aceWuMlw0UtKGl/Vg261YrwERHeaXHjJntEezQ3x09XCEFVAKoFJADg0gB3ysIAOjboeEq9wGS+NeSoj9k0UjFLFRK0qw22ys2yQfoYe29ZNlzmcCkFceQShF2K+yRhaP4aJql2RL2vmdok4a2qG+5/0VS9y7pW95+FIFZNCVZYLLRHqIly3qcXkPmcnF3z7OWSQ07WwrKre+tlAIsAotQV9vFSfmOioseitZF3e4BFRmfTPqaWH/o7DSbgqXZhldv1cIorlSMcuDF02hELZRxs1OOdFoWfu+GInBQQh7hy8gHUgldhEAmhgJCA568jg8fXoK4uyf/RAvpn2LkJexBvFYOyLzwLdQzzYIgDeT6MHt8fblz9uTt2e8/1bAgMkAgIJ+Dm29Onx8YAFcALGaAXCFrPkf3Vvcse853Oe3GHPLjfX+PiFtdd/uqA7gBEqePAD5K5QR3GhZUp3iJVJAxnF9GmoZqfDrk8odrPUHHNA6uDjmc7o4WINKjpPCGPWkOLxIXhXb73fXJAgHu8rIxpYBIQBGFM4BEHA5UryP9LfPyBI8S7vI01LP93ZLBay+rqZBF7RHupQhIxBoejISdCiJbbyUVSAejnUb/XchFFtJ2whSYFenFcguptu8nv2rgxaoU50AaFonuczaHBelw8hQXKsWAXkNxBmUALqmcQ/WqqebUSpk/KTvLcfs16S1mQ1VCWOVpWqvFtSlQ0Xws7OAlAm5pYbbk9hgZDjUQ5vAQDpYR3uLryVarVlGJZdQC3UraVxFNfgUzlh5wFKpKL7LVtMEc6GCgqoGgk7gTyFACHiAZkBcv6WAuzPyPWZ8yPoKgYZAqhFCQ08D67cwjrZC1mW2OnqPKHTHxzWOuBnN17TVSZ6cvAYCPN3N0OrvLJW+EXl3xh4UBbsfXyLKQA3Ydn8VY62ngzulXxztjJrP1Zo+QSEzcXaJ7O/nZ5mI+Xigh06TvdMIVqdG5Vn4WaeJmfHPJXI3JHcAVQUgblfDxcGppMdaC1IJEp4C3nBmhQSh1CghwXK2MiGTY91HHs8AxkMy/IRSq0OyDly6Xm1eLGyo5jBeAL0HbURSO4G075j6mK7vN7ThLNnFvsQpkYicO6LhZhe0qTOHQ/AYzPo7fOK2H5uJU0awb1kFDRiuSfCPm5RxclNWSl/hhUUrWQ1nrUiV906ovWmIrLGsbc7hPQF7PC9iKMBU6VoX1fUXNPI6OaK5G0198/pDkc5NU6A4tP5e2AbrBXb852NZ7bDh2ldvhStjzED55nwCajvapoFgx0mhYVK3Vk6JiU6fY9vQ04h2QzJp9sprNCIgtHDacPWJTOYkWkI4bVEJfZIdCP4q4MRBOlUsHrGHX7EaAoJ2EvH8V3FElCDIPpJDv5XNOg+x8fqRFovHiHPDrs98DAD//Er1STgNfr+bzvYPTLw5mbw7Wk8nqZrG7ywE//nqI0j0vAY0U8KRbdFdzuiYdsy0mhfzlEM6CTBa3jwhR6Lkeonu7x5jbR0BAeLrR9EpdaUAhO8WoNkW+t/kL3hrjfI/De/z9OE6DAMQ4CmiX+t/ENd0hs4vCkwmC2AUm0t2OFMZ7Adkp5/Nwao8A6L+U/1w2uOmiIVlYTyoqd195cMb1GJwsinruLQp/c+ikRkphZC8gKQtUSDPelFIRuSxCjzCrNbY4rQehODepzk1A/N6FCorvJcjt5YcBii9kmkHlsMOilPyCF68lGpVCHi6QDhzO0piqVJe9wdsDojIIL7esoHwnWaESmLTiAIUvN1I2oPrpqqeevvIp2WoOhqh+YKOCof0sbsIMgtFKMorkiI2PKUolqlZZpRoslv6UqYoZy4obCAayUjchXE36tgvhhFYyQ5vWAXSAM5cZ2QiDlAQ5AZ10z/+S8cUfBgnra98eaAMQSPh7i1yPsyAvdo6+OTr4krcCzg6e/wLlZ8DEnW+YAXKBrNV4vrc+OHt58Ng/HQd0wtatbib8YU1kbnPewUKU4Ws1+RmngW8ESnDt3y4m7PFOno3cB2aSJs+cw4LwcNJ3n73iOZFLWZuTws16zJlhpXxqqTtmCohyZXGLD0u4tEyW0I/H49r7C66TpeFF7KgK1y0XTrh9dfvqf8h3y6dBchbYf7f446XQX6/vAN2v1sp/Gm05ghqtkdKqzwUDisCeyw4ZRdwvpRaj0apHSg2qW6v8efSdqiyIxkrWqMVOSddW2dABldbQuWWB2qieT7p5IezmQxo6+haoskpVVFdKHyhNUbAiekahahS9UfW5CMOMVAShkJWzXODlha2IW4FvmgvJKtgplLwpzKHYAGupglRAjKrc2Z1wi4FO7DgTbCet1POlFWAIdpwB9qgf+7oo4eAfJz8IkuoO88U+MLM9ZIBfbpgAvmT4S3o5BjjnAlnX4/lmc/QSGeCnj5ETrk46PmHLMcCL9cWXTPd4JzRStUV3wqfmmN3NVw+JUfsczQPcXazXx6uHh4/gYUK2j36yhg4fKSkUtgFMmQJyjI7J3fIWQReaGRaScvoYmSPSRnaTldwh6uHtdIxmhH5+HATwur/SKCBeWgOVtwIiU0QKeHt7y0lgOz0LrP/Y5a+fjJQXVTqaIqlFGRR9N205SjNiubWiFGvfogwJKnkMXxKDAFNPLXqVjUdasUKPxMKqZaUmqfl26lmV9VpQUFrpSjvVfu2QhaUPOz4em/bYOaRth0TojaybKVmqA+pb5QMshN3cFCz1tqD4ihFkJi8/w/QHK0qyVIeGeSnJrVEFhNz84IieGQ5NqMYS74GEciYEeoMnQLBw3einAUDgokYEBZXENmAf876wWtyD6g0vPvwBGHMhlBj3k8Lcz+CI/I9J4BmH+77hz4SwE3xwqkHDs+ecBEEGuJ6Px1dXk/nPZjuvXx4cvDnY07Mh3e6SvxM32ZtzDHDOX4rjjSVI5fjQCH9wjj/syzE49mWnKzhQcRGzIMvRqFtvLpDfLZkUZr53wUln9KUfIWlb8rm4k19u+Kt06K3e6gZCgBr6wDoW0Y2zxcDCZ/TQog9hOO70h0gBCX6ASRCnPJApvkcKeHiIfjAEMTYzwLwIabKXAGInmDtN7vzKhNQ1Va6raEKm60YLjSLKxrPlwKion23qOGkrmiGMUGQ5fBSJ0lkchXAcdRzjnfSqUm/UPCV2bR3KFrKGQslYO/R029w+eJ/awzYmqR46jhV+UvrDrdpR2QFRGo3ZDJ1hKgtGso49Dx6imHlqjIuPTYVxcvmHSdsSreSbCJUaC6CZ4gDZXEv0uXGVQGIvx4wiF6uURBMKouQt5LYqI0lv/dtWUUUVrzwJQs17KSkcm9AqPNhBVgLuCF4urVsI4xobEAuFBdQgXEgbWEYwLBBn6RIq8umlXi9evO85QO/116+dDsIivD2581ggi+DRqtCAPy4RePQCZaCz3/OHMpkBsg98BWya7dy9RAaoWeBzAOBut7oa+8kRBP2wW/D3PdgHFgCuN/PrZTwNvBxNn/HJj/lkMXr06iF6xZecF0GQBwGVyaHferVea7HBw8NXRLvu4ag7niFvBO4xKXRL3WTOFak9vofO8y6wdHLM2xDVtUWCmdMgfBiZvlfsPnsahCkg74e+BQj27wP01Ram/FlCb4iWwGqdQQVSXuXlujZZagfz5VrKXZJbS/Elcc0ete+hqqRSBTxVy0LlG2WzKZHTIChTx4ljDU6mnr39UUpqTq6l5vMA6eiNp7TfkqqkVWW0xONIuoQMapYwqJwaix1VCyDlidbMvIfeULCqU1ohS/Rjm46LkxpQHosU0iz+A9mStxbi5fOVFadNt0tLmwyon71l7KG1rQZzSW5iBjhsRLO2tBqJddViLaKbpduglKhbhEEkCMJkalchEbZAr+SCChU6CuMKCwVCml7QiHj/FD5mfej+Au+gCgR9IyC7xrwT5miHS6R6iRi47zQG+Ga2KYtEzw5enJ0RJDkGyPVhlt35Ffzz49kMMDjW0lXOACcc30MYb1CGEyng9D1wcm/vuENyd6tZEPaKmV7Cg14xl4jhTX7ETc4VM92bXqJHPbnYW0+ugGWErQXzxMvxmgOOBDymdmj8dnqtHrjuBKSPE9LdZLV0iFCRWeGou9YA4yESw0e6RzFngXXF8W8a34ZW5XWkHREh6cfeBNLtgsqlJM+apaVoLdxbUVW3X9dmVqpuHyCdcnBoHW5QqcIWVaWtaj2KagMZYnRoTLUjnS9PUiCcp0of3Sp1fJlr8OnY2TusTRSFu18cLaTDhdDA89z0NqHLgJYVUSJNlUGulQ2zFlqQg6GlwK34VLkrTN7eSVjShj98pdxt2uvYtF0etVWDXB4QQhXMHUU8QHPIqCAdsSq2q5yEPi62mUdRJEJ8JGwuBTO30tewh2ItnUEApWpkU6kT0KrWbkbBKj3imvgXY4dUvRH61PkV5BEGBYzERJLGBQl/CjYSwhPoFzu4MC8EMS850M+ZH3ZAINCPsyEc8Pv04HMA4NHOGe13ygrhQwbIFPB4MtnMjk7fnu6wC8xfjgPOEemYAc5nyNImk+6S/UwukrqazC+YyxG3gDLI2/jELuEOWZlSrxgEZNd5NTrkIKB+Lribw4MgYiIHAdHcCh3nCWd5dQe1XajEqeFI99g/PkFSiqQQHo/tAe2W1/wRTZo4B54FoG/JereP4AUC0lkuD5KZ9fT1rWKCaIYR4k+j9miNu1CwoXPbdy991KqycZoqkxyYQdaL15vJpVb6FF/J76LKKvWtGtMXvWqWA9NUVW/pSG+jBrPZFpgaaZGO4q+Ogf0RyohU7qlhWZVGkyqDpr0mi2TiYRTRM0K0hUUHJAm4DE9lEwhFgFhgGt11Y4ClbETZHwhnZ7YmZIuUjwAHv2DMfWCDHVGNexUhVcCMjvDGG6ApON+BxI/JIB+OY+L35J8EgUoHmQJCMAdEwrdz+vIusBEZ4Isd/ggwQAoQBJT7/PTuC94tyBWhuUg050AmwKv15jGnilcL5HDTS2SG13OiHUr4WAfwiGsWdBMkdxwW5CCglgTUpC8XEnwEbFMmx2fouBoDMZFwx7mO1RwuoGtx6V5ozsIA715xYHCJzu1yMo+fw4z7qoGON/wddSaOCkPc6HZ6vlotRqPfcE2sVzwRjwHqT6j/mZJUBxeTA4YGBP8rpzmge7/9YFUDqX57aOxFL0S2fUpB0URQqwa892jQSj3/oLDDwnlZoQusMaxQLe77jnc/1cisHGahvlU8EsHJatpjWSo688oDhTMqpaN46RtKCeuN2hoS4bDRp3tc91DPClfjCTsUy9LwvX+e9LRlrbfHJFuRWmZ7AX4BYQF3uYkxRaOSSFct64I1loWeUuhHgyCnrm2kesK4QEAzQhvRkGCYEMg8rwq5+GJHV34ptv1QMFVAHrBPKaBRjriIHu/b13dnL784fe4VsgCBCBQifq71n9fAv/Xmy50v3p698Q/FxSLRfA5kA2z8kuOEgCT0PRdwXx3z5hjf0aKpC5Q8G/Mn5earS6ZeyPcuR6MbdG/nXCHh0Ssnd/vTMTq8nhnmICDzPS6ShdZv6OIvHH0QTAIB36NQmDjlXTbjY61RyOfcOOKHPvB+N+adOYC+21v60B6wUymgEsBbtLfvrw9YiIb6VnjSSFbCCjyF3VAfoED3BZFJC31AuX03hWxcjSqrb5N6Vs9uDX3bAlHKN4+utsJ/mIpWPCQepXEMDlJ9jdsi8LAWV1tUyqvL5AK/R2qDYrVfvUWprobcSgV52Vvk99gvshBrLhsWFC1o8AnJsr/o4dF7yyCaZh8RjRJQpoaoyahbXxRkMwerntwD6LBRC6UAHy2RiklQgWVQ6MKLGBeDf4JCe/SSQtyjMN4B4N5SV8qnwT6hHl8c/HsLkuf1W3R6hY5nxsOzJ2fMCl8SALVINFPA4/XsMXrH6AIzA+Qi0UwBbybHTNl4HyAwseNCLNPupBtzDHAO3HzGqQqPAXZjje+xe8t0bBfwtZjs7a0v5ifo8AImObzHJz+Q8Y27V+oDI3Pc7zguCEyECxnbdBfQtkQfGIc7WSgrZLpHMJ2M2dMejR79bjRafGC6tyIm6ubAR0gBPQp4c32DHJKd4kNOvngMMK4Q7FAyKUqVVxrLmVLYFxen/vYRYBPuaodDyqCtepgS1MToWIM6Ork4fC0ulE6Qt1LMmm2VOEJbQyNXjau1ZZZIn4U0koPVXokYUvFTKa2Sonlp/XNLKl5KRbq5UqGJgsxD+QjFX22QPS6655QV0BTWk9Y7VVO2HSW7F6dqKLWkz23m6WWkiQyWvGJ6ZzSyKA+5fQiH9Gw3TKX4wGLPLdm9RiNNTAStG8tiIUAiWWw0tSm6wTxGm2iB1TpRi1o4BIPeBIEAMjjNZJFBJXwJA5350dPLAGMCGLhXYNAFQDYCHkgPAkfvV4iHPfCRr7u3d5wCjj7xQSwRyP7r0enLJy8/PcoM8CnwTxngmj8VomFBwB/6u+fvkY4p3eN0BofkFicLZoAXgDL2ZXPSF5kcMsD1yjdHL7pLQGUMAt4CE4mcy4fTG44y2qWoKR/+3Uwmq+tun1nhvsC0m+j324F3AkXeCw3M1T3UBDsNM073D0cdT5MugOfh/zx84EuYVx2uvbjIKNvrzeX5FbBOS6PNvgDzK+mBc1aBP4uS1zZTgltpfNr7x8fhFNJ86yAZUI7DeLo1ro493gVFVmmO0PiMkM3B+qHpjsIojrqUuftsVBZnEXFFqa2Cg6zK1Rywad9H8K5AOlAQFSLQESQ1kH4FNweKeQI5o8hqPVOfC5vISj6YPEW37d1HiRqy1RhdcNBXHWClBrl0WWxb74gVsItn5TykK8rrc5aTfnK/BftY1e3BVrkOH5qcRaORsnhErdUzoqhGVFk3IiG3EDbD0GaMNAhyF1oK+bwRNyECGUFiLoLCEUE+MAx0owMCvGBhvuKhEA4GQjEitgHMANHnffv6tdJBJYRk74SSL3c+RQZ4NNsQkrhK9MHz12+/2Pn8zREc49VTpoDXExQgOfSwYHe5XCBHWykD3LvgYB5vxeOKgEvevLKmcwXUUrcYaHkFl+56gQfIudgHju2hy62gQwa5w7s+dreYyMkfCYHreDwZP0NFARtBcaWpaRQyDMkjcs/p1fj6nPfLIAWEj8/+3i5O+BsiQsDbTw4P8z5AEv8ukmH3CazHeyV2WzdP90doy1HovrKiVU9VWwopLe17GvyoNWBDY0hk3v4csqgsVW9mQ3/Ve9RoVS3UF0l9y9STNrTbkm5Nls0ia/W+umUV6sk0Cg3Vxr6fsNeoIo2kbUER2gbFNohPJUr5WhrYNB2ytQGjnNdxI2BxKya5sjiqoCjQJkSLjjA5I5QIarwv0kAhV0E8GoPcrxEkdmlparqDinq37Uaoo/Lk9RlwkJD39jWdIuSAL5/vvPn0c2aA7OWuLzY7p29fn735hhPDx5PrZ6tudXKFvigKNwc/m4yvT7RGKtDuZgVcdAbI5RB4I2DnMcD53mT18PaVM7l9gNYazvHSiRyH8JYxCzJ99AmgzT8DMgaUTuaT6SFd7PBOF0g8J5NjtC4wXXDN1G5yPLm64bSJBwt3AYonTEuJgLePfkNUZIdcKeCUU8OP8Grwz0TWdyUbqjJkFTXZwH0PbTkKDezKUs3tXrKUkva3HEvUWmauFp7W2KJvLfwWCjb0VApZ/dJCr0rS/WpaRbTUt0xFNQuft4alItHILJFatG+h1mjUoKKFXh3fRn3Zu769VVGoOHMjAb+KGn7CFd3gJuvikNJcTVZsjLAIFYDmDTaxjk7iWm4BceACTkMaWKqkFMENhYA4WerXUsbO/q1d4CROe9CEV51geZUNngHjgIDvXr9+csafCz7iIOCFBuZmb87O7s52DnaQFM6BLKunN+8nzACZHG7mY94ZA7CZLlYn15PJ5Geoo+czkIkB7Zbd9THwD9i20D3IuqWZK8xwPsNjeerdahBQI4WPEMRbXACT6CjbpawQt0RbAAA+jElEQVRQfWAi4ISJosLQqZ2OJxyZPF8qjCkgpzw0W4xipIqaL0GBJoc5NEknMkB8/vpDpUwtqDAK79EToUXmbgiLLNUVcamvvy2Ujar30sCxZadSjprkc2qpbsnuIeyp18iq2oi3dA9hH3j+FOLOXlnrc0PxWQ28CLVa05n++ydj1cHHIFYOVNygRi1UVTWTTvFwS6st9WQ1U+395ateTrGyPAIp31l5h9il2EqK4uHFVeX2BVGo19a2kywsMsOajG/ZiF2GOGxGstiMdtx6jqIS5bAx5VPupyL6QYRDSWMcC/Ay3klAkZ7Ot7n6n8QdODM9gxzH+TzWpyfgAH2w3rEANkMYijyQ6eCTJ6e/3fnGK2Rx9mK9mT2/ewsAfPMpfz2YAHj+dMUUjhng0YweznVM99EFvgI+IQNETga0IgKedLtwKrnjpC+7o4xFt3hPT36wJ0vX/kMuroCEjxMjAKsFBwE74Cb6z6vRJ0I73S84RurJG2+cFSqdvPG6hR0aE1Au+DTIigODywX7yso792/3OwbhnPaZAtbrHHvzNdfV1d+KkpipSr3LOtzh+ZYLEFRVNtH/TjRq9TjEdu+qZ0H5shSCR3vaTZEoJCsXh3gUiPRedTCZPkrLsxpI5zf8OoLKWzOZ5ZvpUS8024/mUZQlYHpjacsq4Q2xTnug6tU2PFv/+eOvAdXu7CLKIy2UnswKcTzzUpwOsvaY9ZONeqU4rCAwc1HTeNYqxOr8KCg/vpkaKxRyYFIw+wA/srn7hhco0q1gC92bdBJgLArAsXtjvLbiIc4F48YyIBeBL8nMHWKiGqLxQqikuMHPWnkB4yjsEfDBJrHjK6xTB/gtsj12f8/uYN1xANARZ893Pn0jBNxs1nsXm4PTs9dv717AN0M+piUCzzmux+TwYOaHQ9gH3tXcyGS2YZIGZFIGuOy6ZwBFZXL7WgCQU7ZcOLU8IMx7AzW8xyjkdp8wZePUcPd39MzH6Baz4i5AdsF5YLTvPjDC+MNzY76uVwsAJQcZlQJe4zxvAMyvAIoMRI98cYMz5QKpcH7yQNPAHHLmtURFJv7mHIP34LKkdo2SY8PlRYe+dDLI7GNAKbOaBX2eGuPIw1tjirSnhMT3lLVouKAtjmi9o690bnUKoPBau3FAK4cVx2Wch+Mbq+9HvqZatJTehtcjmEuLb2+vwO2Xt1Vasgm/BM/QJ1TryYrj8IRLFUj5YTXesN1otMGK2YAbyypZ7irQaWWtRprj5WPYnX8Unx5UH1O+PL7UiMxielArWo8oR5ZQNs8KEZSFbkRvHeK+3dWSUpDbtMP6gKrsOW0G1EUZrDCMgh43pJJObsQ8OBs8lKWNeKcRQ3N6wpYqPCQWBvhRhALy7AdfwDPe20dn5H8CRoIeJHEQTDmfbv9j7xjdX6h3L59z5QMuEbiZrblGDJxnv3/zObrAnAZeAQL5xMdmfbF5PFsfX63OkdWxC4y8Cz3ji19y3aoFIAu5XcfFo5kszo9XD4VZyNoAgEBP/j6610NgIgcXZ0EmmvJQbjdd8okRLgFz+33VVE8Zfe/J+PgaOMmsUL3nq2M+s7y6iT4w073LZ1c4LUDgSGOKTPsAvYTu3QUyxN4YoC6qMHwVpVUkVV3G6cOlZ12Xo53pweWYl6sLClUG4pWbOqintp4mSpd6Gs33Jjyswm+EQ2wHb8hS5xZ2K8LQQev7KLlvfttAWUF2exJBGQcKJmc2nWUgYZJD9HHKGYXxoaqxPHgWxhH8AW2dYrQkNbwOyNZkDP8OtZki3YYcfT/IJvYelOWx9bmwZHCUevz0uljODHJ5YaVxtoezjDcf8eWjSDdkPUqRxQSVxotSyDKV6m01b00H2XAnfEtFhlENOjYpaVc/pGAPG3EuYyVIjcDuDLBBP7yAZpJ8ff0WTt4VA7QTIDIdhO9OIerxEg91CwyMd4Q+ZH+APs4JIyPkjTB8NpgQuJkhAQRM8gHhbwiAx14lerzeI4LNDn5OSDxhZ5M/yntjYDueTFaXgD/e48ebpgWAk5V/nA253RTd4gtEZoeXSRsffUNWidxOyKZE8QYxnAcGiikFXHIqA1A6mXP+hOkeDsuBQeWAqwX7wLeeB+4mq8nq/VP0lRnIju/tCBkqc0CAMjNA/HFM3FrasuJasCeEC5KbiudjNLA/qkqz2qfKWiqqdfNGtWlq1KFJy1oxC9WykGBhfjcV6V1GbS6LqYWjOk2NSuoXFqosSGZKU7C+89sp4kGqZJZE+yMNpQC7L6Kynqsfajb09R2NagpXLSlmX6m6eeMEMPGfPkViVcsluaE8HCWAehPpuHajVxsMw54SO1TwwJ/JQIgXQAsSluBLKAcmGbwW8JYXgSExz6N90Al2kHKx58sFX1R6xqFAQt4ZfYJAEvrBp1wN5uBgpnWid/iM3Lu751w2cLaeTMbIrbhIIIBuPTuaXfDWQGDKgsvkaxb4Zx6lAzIxkbskAOLFET89mKZ0D0nh+mI+f7bPaWA+IMxnhjnlcfxUmJhDhbwNB8j56FeHfMqD3WIcQn3gWw4MEjr3R92YizbwJ+I4D0xU3AdQToDTK80Xa3KY0yDd9Y+fob/eLUccA8w/94AGDuzySdO/dkkbVoujNQdUWSUx/8uuTpG3e9xkvaOSimadPLKddMhoKZmVIkKxVVUb5VzTY/efQCVeitW2VExJU+uoVFUyBW6TZTFBNFMWR8vJkviHzfSpR01YbpVktg5RZZalieYAdTNxQ7FC+v+coRRLrOqpNgYJe+GiKvs6KdS6EaSqAEBZYgsRBdigZkCBPOhSaIoEdPYJ1YqD0CanDCl2ygpcgy/gD1pAHYU5XZSANC/+4gQPwBYv4Fp6lPMhxzPsAecg3wEbhY5WGQb3W6WAjw+Q/81mb06Z//H3Q745OtjwwQ+kgONjdH8BYTM+HcI1AgFE0yUXCWQGOB8DAAFg/q24bjw5ZgY4v16MDrWO3wIAyFlk/nwcn8qYcigPaLdB5fVVPCG8i6yQQ4V8HC7Q7lLPm0yYAR7H/TJwMHnESeGYN/u/+bV8jLsZI927ZlrIukBFHLp7xk7wDc6NGaAvNf4ZdcUFtKWaF2JK/b1F9OQlKdL1SrXCY1K2FrI9kJtUUBTkoVSBvghMnywxn0IqpbKIDobBgb20poC2pdYnGUdUQy5mZI22Q4erNQu1zUXd0qrj+WIrKHcBnAoEM/dfg96meR1ZxY4jRUWFJbmC9CyJo5fKcTLhzEb6tPVOypk2vqJD6m9biR6pDIsjFwGym5w7Xmwq65iRdADI9kQzVmHYWR61s12TPdFaZdWoZrEamwwABgHUEid6JagR4bDb8EbsIg9DqstV4kpsRZucBjsBXXgIZGSGQCiGQ8+AmAx4DqOUy5Jd3sA6YyCRzzBIuCPssVwQhwAO+tHvWwHR+X0HL/I/qnDenf1ej4LMHh/snDIrvDu7e6kMcA/ogxRwPFnzF9A3/KW4NW8ERAbI3wkZ89Fh/5wc8jxikVaJdgZ4xTWy4FteTgGAa876TtBDVecWkLW89iCgXDG6x0QR6d4z9IFvR0oUAYpMASeTDsAG7FxwVqMbz9UH3n30A9VljxqJJ1JVnJtHAXkr4GgKAHy66s5Xu79rrtq8qkC81IpfVGVxWqSZFx4kBJVwNs2CLKutcMTaHaVZCCrm4MLOlhqyFPMxxb3JDjWJW55cMu226DAS+fPwG7O/yNRA2+9VlB+wmpWqiRWjULpYaESKsPBawGQr6as6zXqE9iR9OjUolfKRVOEyN1KaTnfoGQqqWkvYFcP283zy05ULexRvNcEtsS0PVMxCYNzjDZh4JDcZvmiGhwpPqZgUrmqaNapJergovMpzmLmlIlwj4gnajGsV+1peiupm5DPghUVm/JOFF7ggLxJApYJ2FVYNS4378Z4YvIR2Xh9BkMe+L6WAEDkfJ4U18Ef8g34H792Td2/v9Dzc0cGOVkmAyftgkAFyFgT92zHwC/C4nh3ErYHI87rprh6Q4xggs0TeoELM6qZyHvMWF/2aB6Ft95ygeFHWv0K6hz7wMaoS7YRsvDdm+hS5I15cN0YgxhufYx742eGvCHaLD5xBvhIATk72f/UDT4NMR4sbpqrIA6eBijgbHBcpIHrq77UaDK8jXzO6nAKN8vukUrkpOUqtYWhfzzZV5nAFxWXpkNp+tNhIKAhXjK9eiPimOER2r/2cnEQlt+1BcfCsrtholYS9fRsKlp8iWtUOXSU1IoujuspFmq+Q05JckeZZaA/M5t3pODoIHGhasbL4HhDmiqVtFLEeuYrpg0SZmw0PuA7nQ9PMc8wwtSJbUTiY4+M01QSrosyVojkHW28+nGjUcSmLQl8TpjYcX07d75GVFBxF8roBxZUWpdMMBzkYfSiRIwwxvTtWY5iUPrWWTe1S2wJT+CorqqY/pArimk2ACGizSek94vqQyA02trBCEALtBfIR/oBrSvwAgXgZA2MvBoVeUl57XRg+CCfEY0eZcMhEETmhQFE5oQb+7kTv2COG7+7t2dnpi9NTpn9OAN+dcViQzwdP0Nkcj+fsHiMBfIx8D13g7nKx7M6vr/R4yAUA8IbZGuDqWbfkzPAcIOglYvZHfDzOUIme7MgP6yJ6of7zfL56SLRjGqf+Lho8niwPP+GPajorBPqNuVDgJ7/+DQf8eA/2anLMTjB9aG6EtBApIGeGV+Nx9+j7mh3mgyGLp7yJ8RwnzMtomywrS0+VjQpWdFPfupd61dMwC10inTX8XqrsfvkxvZjJUjXZYcXUaAP5EUrWKuTFIWFZuCn00MhaMms9jKuaWNVJuac/VZvWC/sWR1HNUx2SxYAVGUYlsy3PFrVWY1YW7lrQalVv1DCxhZbwJITSzkL1focbCohnRCnrZVNFV9/aFMAYpXy5EdWws1y/dWnSXtDNnC/rtqwZ3iRf/5MMDfdRI+Kp/8s8T31eYh4xkBanP5DxwWSMsO41H457R88dYO/sDgniGeAQ/PcHfD6YndRjjurNZhdwHBzozhhmgB+6Z8Ag/Viwng9ejqYPeR/Mhxui4oSzuUsOAgKadtFdZgq4N+EsrTq86AMb7dZXnfHqAxBwwTtoUPk8ZkZiEFD5XvfqV58os3O/eEIA7EY/4JwvfQDZK6SAV+PV/qPvfyInIHSXCSBTwGYWuPyXTHXAGkkqphT9Q05HVb+FimY91Ebpa9v/wytVtbLiLI77KFrFLqVRpSubsNOUMtWe5x5ydgItzK1qW1qaEVy8oRSqLP9YEOZW0pIuShlUWPVIVP1jjlQbb/pTgpyxaQ/FJRbWG6os1cYIig+zEFhRSMoKqTW+UsMiA1Jz2VAbWoGE92zCvcBBbuGDx1Z45YKWDjmNhvRyDywkAfKMfe4XUwU2mgv3WvBLCCT/p9fq50IF6DGrw4saBZgyQOV/mgi+Y8qnTE+xdxwAPPM4IMveIhl8+/odUQ87jHev75gBvmEKyBxtMh8jz9ubfYle8uPZRk8Dd1wOEL1Q4NzFbD3mDXdMATkJ8h4QhhRwPefvciAD5H0wq+urNXHxeqnV+Zzu+X5B3wijdI+pHRGwLoiAMGSKx8gBxze3j379G2aPCFsg0+NrNUJ/10gZKeD1Fer++ldaK5ATwQA/0Pn1fRngwOYWVDU5G7uovga/nSrTJV3akpCbe5+2HC1FMZh3YELPae1eSiazUdMv0nc5DZNl1YKGn2ewnplqIER4ogeXZtQKBxu2t/mE5U+KjmSYgkV5IzZkAD6NKCiCTGffOmQ0erqKNvD2ggslayzJ1KgOrhsw8y1qLZn+GKsPzPXtKFtYprqRiFS1RCQESyyTe2BwE1NlQaA4USxrS7JELm7QIiAc3J58bdyrY4CSQQ3AiQkE01O4XhZxDzQMdHuZ5IEB7pgCynDWx2xPwKfsjze/cAwQuvgdnwu+Qwr47jXMd3d8BgQ7gvQoCOCOgDRhZ3WzPnjxnMOCHAQkAu4i5Rqvj3+5t1mPrzkzTATkL4VwxheoOR/7B3v5TBvSM/aK9XwcxwWZ23FmZH7BJ4R95x4bcFY4mXAulzXZ3+WSMPy1kkUBO8T5TpgV+7saBdyH/wY4DAhcPfzk+5/gIFwUZh8p4DkhsMwC66/J70dkPemly24YKiFjSaZHce0WR6lWqG0LensYkFkc54/0R1xbh2FUK9WjQKUgRESIGXa1ooj+O0rdxTB99m04/VXwGMVNV8ZKJhelE9IuGHaoJTdDws4YxWFzuGuLSZFDlJKEvXm72YSbk8eb/O2x5WYt1+Qx9KYUEcESktzVZPizYjSoKq3OWG1xDlHoBsXT7bZKuYrNVJzvpDSrSJIYHXE017IDxFqpaFNxS8FshlrLQpT7mk1GtLCBSX4ALja4xOiPUHqliJXAsJTsMRyClYh2KmDHmFy2sA8aC6RTFawZ8IR1Bjy/vmYSBw/5kzvkgVSU+lmoAwxAZIEeAAHKsQq8QELAnjNACt0K+FaQqNUR4EVm+A4Fb9Eb5sSwFkhQf3bNmwBPT3c4CIhE6yk7wd1kwqE9ZIBcngUJ3P50tOhONN7nm/e0IingCmC3ms/RyvxkCsC6Rdh0urwhrvoJYSZs6hZfIQaIG5MlnBnJeeBxd+gHRICA+/ApBUSc00dmeycTPrTCFBAdY9YejUa7TgEBgPirxnXYqrg48upMNzmHmhMyVWSDMQxjCISqQXV8v53ytZJXOuPsg6eN7elqU1XcqAukQldkHtxHYaBqcoe3tpgS5SxmmHaHNGHxbaKz1oKCM4hDOkDcp5amG4KmanaojmT54NyiP1Nx184mUIwX6vtYDJBXtt4uT1JNqLnCFc+qpSXVgm4bjG3TE23RFcLnxupRWTIruiyl6+hwaApMsw+yXIE6BE/Jb4Bu7joblauYtgNUoiabpsUhGaLK5KrBo9FWIxGtt2ZnxOuzIK8iqGhVryK9xSk1WKHi3FLrFr1f4SD3FiRVIos4aFg0QLLXS1AUOtprTGQRc7yyJSqmFS9iH1JCZYXKBsG1e0SQiKihP04CC+6UByLp4/oITADRTQb6ERGJgQg71Q+oa40spnPoBL85e6kVYo6vV8+eIQfsrgCA6/nebHPMYUEADtCpew/3MQFwwmlgQCB7slxS+pdMDFfTV494kzP6wEoV50goO64RM5p+WKIbvCJKIkwPgxgUP3AaBCngzejR95Ht7cPFpV70M+4Au0BFpoqr8UoPf7BjHIvHEHpX5zdPmzHA8ncXNeqAejKNYjV2oxYK2bO3jeJpaODoW6bWWbTSZDraqKa4jIBnSbvLYW+hob1FltpD7xNY0SjsyaKkxiutqDSqo7KqVoe00Bs17W3Zikb22pAoJj2WA1aNag4KxCDCK7VoIsueC2SZdvW0sm5krbRewoBI0mshIYq4RB9Rh1tGUw1pKBM6OUbqPVuvQJGKjgqGOXdwpaJQAoAll7RkEsH1alTDHFJCdYH9EtTBBu4J8uB/fUZI1GyHhgNVwJ+DOxM6chQQjIZLQegLn718zhUBkQLurefHhMHZqW6Y5iKBq8+6k/dM9cYaA9yb8PeDAUzsyN54yhdF/Ik3DgIi3QMMTdDKfP53i1skZ0jZLhe6YxANEwCdxSEr5CDgsR4G+f4jziovuSDCWHDKwT3CGoANYKcEcHy1hC9SwOmCI4BOAb9v5z6gVingU/9v9Z/SiqlRt8nSShhJUZjbNlm2dnVLaLc9oIgKrSkwFWdlJDVG6XJvlVRQ9KImRbgs7g3129minkyjR9ilVEdjFOfQKmrqfZep1avReAaGWHMtFK+pynudA7XP5M3d1GiVyVFbSxmEfavUbirxX9xbZSXA1PqrL5mkt5a4EaZCpSbwChu6ue8TLAVljM/QBoirVri4JfilAwrSwSiIwT7pisMLjgp+lOGw68nXADliHqArXzHnweyPYCjkIxHe9Oyvpn7PwtIjIXceFITBRBAJoO7/uxMHnfLXg2f8lXOgH7aDU64SyGHB8WefdTfI+a6Qwk3W6y9nc44BIqnjNPC51kndHAuy9l9xELBbdOdCMU553L56NLpl55aDgMDPuVb740Ce+sDX7D8zjIOA6MbipSlkgG3OAxNpp5wG4bTv6Ae8FZBpIY59Nb65Rgq4vP0+7y0EUqKFjjkhxwD9p7bIP3uKSk2mKFJsSlN2Z1gwKEqqsnzbvFf93noi9mtEZG2Qzk2qD+6dJbGF6aI+RcCWbtV9qughptOU0t3JQuXzLL4itz5Ct13dYOJpiPxBpZXSavD2k48Pw5HRNLaqUdBOjfXJooiHs25bWiOLs6GeN4xkbUHKnhafn30hepoI79AKN39utkzJUvT8lYpWaxQGERLaNsb1NxUn+FEmwAWelVpqJXzGvKrLLUGTs7wCOtgkghpLhG3CNwVZo+CIoA29PP8bL6OgMI+oR40KMzwygh9UdnrpYgoIy4OCZxz1e3L3jvod0kFnfkwMCYZEwOdvDh7zthfA3x74Zufl2y9e7BzMLn75//z4sxPgnx4FBl7xWRCtEIMsbNTxyYsJf8sDANjxaeDR9HLpYCaGJ1MCG9cxXXQ3XDsV/V3d97y/P70k2DFP5LIJnt2I2/7YB57c3H7itJCZ5o1TwBulikRKLse1urpiDnj+kHMjvLt6fzTC6cDT/NePS580+FI3aFWIL3/vLOMbZkdprjpNIVyRUagYWhWNXUlVwmtPdZuar35+YWwXRTJJzNUbRxpScW61ajr7J19dzQcgCslRslaKymHNg7JhvKAOXM0fQYcKDYJ/LFtRbrXWbY6dI3nQo8xqgzBht1ScUGwMKaXOG0pzFBkuNTlCZxXvROXN+ZLaOn7nYn4rUFnTfpJ9wSWK3xSOIoIP3RDs9YZdn/BN9MoH4QxvCqEiDqaCinEEsNQlYysGdexENjZuZvwj9rmMyOg00GDHGGOgN77AqQAEwdnT5cvTHZT0/qtsZYDcKZj7seNLQDx7qzsB+VQIhUYC7WDSR+8ZEsNf8JbAsx3+MhyfgOM6CFwmkA+McF5k/sPPbnhzCYCJaAVM1M3RyMJG+9377qn8hKcOKdjt/mg5JQByFoRrxIy4Yh9Xf2EfGBDK50M4k8Eu63TpOWQuk+Un2uL+6GNg4HjBPrBTwNFuWRHh3z/RCoBKP/k0CKhjCqh5YI8CPkUG6IFnfX09cSA1vOIuKqb5V7osqPFCUJ0IdnnTXMOzCBJEBy5Fl0cM9p4dXCdRHZLQdBQfsraab8YHUKWsUrmkqvQP2IShkQgo70XOLPch/U2gYRd5bQQOCcm2GnR+ncn7Xuhu1y23taxAA5emE2OJLZY34eRskRXk48EEG4pynKTa0JHiHLhbKyFFa/yFh2T1et7p9PussW4F7jh3FWXdDM0DslG1RgNRbB5aUVRXFaIyN7XrECnpaISUnqcvpNgqPpCVcALWIIV+VqnlFh6WGgE9tEiFe7o5AUIHsI6bMJQYhy3BT3BI2AuXc8WAPkOhLXns/qd4Bg5YCCLiOQ+kgv3OveJw80FgjQ5CasAPcdAhqGtOmI8Hsxf8jvcEvuRdL1ok8GK9Pth5eXf38vQNnw6ZXH32bHVzDqDT8OBmtplc81c6iDfLGwDOeHKxBjhdAQBv9Ssgu+iIMgOcI93jsyCj/d0PC/6uMO8X5JQHMkAAIMFuLAT8oda6iv4u+sBEynF3y6fcFMeRQUGgRwuVAhLrdCvgVTf6NR+cQ3UULLkwKq8i/+F0DVov143JV2GfwOCWwSuOvryIXWxL25DyUqauunJncZWpkVDDR3FRcB+TFzzVbBW0dfSUaXmLGr2yQvocHME3JS9Y8+HwOweXvnLhiwMXMl4xUtK+MBxL5LJsWnEsv9XhY61Q83OHFicTn798GeaDZIG9lPLKzmKS/sTUolJTRKquxtknMTUCEccLp3yFwKTh3VLm3z/PTEZsJpSk6SA2zr2JtQyijjh9SmDxJyTD1iPs4Wu8jZEmrVJm05ZYCsFY5dyYS9oBIVBLtAubnrSkURfAKfmDm7aTQpjAK7oS7UoKmA4yoJpUSAFcvHjXnyCQ2CdVOMcckCrH/SLrE94BFiE0EPgOOSF25orv7mgx33vMNbKYA75RUqgMcH08+ewc/Ur2ajk8CJDUNDAnIoBgKNJo3/gK6LQ/Qi+Yg4AcyIP7mHe4HB7ecqWDpYANXd4rPh/i2/444MdOMO8O1KKA8D3chU9dat/3DABEwndyPeYzKuPF4fcZqMkRwCd6wavJ1eLRJzmGOOJDyx8dA/Tf76MUstpVS5ZmKA1Zpi2l9ae78SVZhhaWqKhmdITduAsFAw9DbpcVatXSXrFTA+s5tqgyUqOBDUtbioC0elHeHJJ7FFRqtIG8J9jtFVN2sVqjcQ7IshjpTrXYjU6raqmEt4aRbFZHZfZS2mx0sqJY5lZFytwalf9K4/m38CScCargCDyLEJc1EcVi+faGAHNvwjpzKka9gmuxy7S0aqnhP6+CBZPA91YrofJOPt3fIh0FQj1kdkjwlO/RBswR3iLfEw4CBdXvlQvdYFRgJ5jw9+7JnSeCAXmzgzeniHypxaNn6N5+hn4mOpbs6q7nXCd6srrpLgVM3erp9fh4b33MKVlOQwCGum6KrFAgNum4JiB97gIz3xt7Hhjp3pK3M/O+a875/oqgyNfi/BpACVDMtJC5Zre6mjAJvLllCsiluJQC4qjj1TU61d/nzYVcoOEh0s9V+VdtGSKMnlXzE22NkSxVb6aqFQrpI0eEXNxrvGUYaUlEWfG2Tv+7Zz3btbil3FIvRktRYBmhaQ80sfJRDggsRM1hZUeBtepOmcK5S4ZK9d4mJeEkkxksP2RTWzIksvZiyLZsNdS3KoVMBlEOHvY9lM01avgHNZjPURSH1DhC/11aD7tlWWS6j1XSrdDlfmhs5V49GXbSkimLSqCdIxnlvd1YFmHY1Cg9AMIoNv4FCmYWmIpxDrLVhXlc6hkvYB+wznPBBkIIghyfDkauR5+JmSDzPSBcAB/nhDkayLQPLuaCwD6NCxIO34kj3XPGd/AY2w4HAO/ecRoYeLh3/NkNERAAyF8FXn+5mU+uuUoqcAm5HleJWW/mfChjiT4wf58IaKdOLPYYBNxHwojMDGkhp4bRBz4kfgHalCpyHvjVrz/RwCB9V4JKxH1fy78gK9yfnnAIkEuxPvr1Iy29iqNfdldXV+gD+06YTAGRlMaTILo0cB3p22ZVX9cG9YpX/Y9wZf+tF8gwyIjW5SkZPkeRuXYeJ+La2FI3qG2GxfRlWQgUiju0f2TpbDX84daeVWqYA0wqVCAoT05GiIZYlEcExYGiUBao1346dRAbpVZYNKLBnsqzkScKSDx4MYoqr3ZXJudRtqLpKH8TSO1N8L16ngCdOoxMlkFERE9SdVDWqa1GnHSFSEoPC6T3nZUhVAVVVd1O7QwqahihpKxmGNyEdYFh0r3BkmKAY/5mixvRi24wBcinwIA2RmUwIIwBLiPa0QaSFeyzFgAXChwQMQBo8EvdjNL4Ria4IwTyPugwgWzAOnZxNTSIQo726UlfISEspH18QA5pHx8MJuxx9E/3xADqfoENSd/pzs5zwt/dS3aB7zgIuFlPPuNs683qer7eW88v0Ek+vlppnXwCmNYJ3FuvVlwjZrQPFLvsLjtOY0zGx2suisq0EPki8jU+Tbw+5iAgl3rR3PCKNxfyl0G0/hUf/FgskRYyg7wZaRqEiSazPSIgp0H84MeCw4i8GXoFCOxuv//r32jKGN7uac0AeeUExfUpKlqV0uNbZIO2ZdOcJamqA2ZZyounULF9bTclrkm3vyXQXCCrFzUgCzF9eULPUDFKf5H4PkoYRf1SWsR7dkxElkb0nYx4e+yu5ABTZUEyi2o9P9isym8bm/Xfrzle1tHbgL+W2N2ngaNnNepHiSyOTq2nB28sUJbzn5EqiFlPRqofqd+6rVBtWFOM2MDZ8PCnTDOV3FoirIGoSEirOR82IaG9BjdhmXT4LVtnEyIINM8hP+omllBT9iclEK9kfXqlxAtgpt0oCA2Kkj/YgXkmOImDHNXTD4Ao/yPqCQzRB2YJM0Imf5z9ZV5IhOQAoIigByAkHL7VzkFArhEzGfOGO+AZb5OBh/e8cBQQKeD56sYrYukBYeAfcYmzu3ygF4ncyeg3yAB5I0znzG49v15qHhi4tot0jX1g3R3IsT2hIqdG0IHmQoEcBGRnGQh4E9Mg+7/iXX8IHE0fcplq3gv9bJ93wqg6dt8HqCSQlwEvtrgweYXR9IwdJ+VcSjf+rIxCCL51rCwP7aYig2UaDEtlhWuU3MUlQG0wKEvks7QvI2opq7IKGDSdiEu+rZVWFitOrp4sJJR+Veml3G+EDrlZnlElWi7H0nQJqovcGrk+lVAjgtwx9srFeDvjAKgEzmZLDN+ZYvRxMIxtukHurifOtsKf0aUJyybo23R+HNTk8PnpExSxALvD5Xe15AjS4bNF7aV1MhZTU2M+R/rzQyApAhLFOgJi2Ig2eSltWCt2MFLuopT3qCGIY2F9ZGuR0SYMuyoG5kavcC839nwpCgJyZ4EhjjgoLGwY74Mh3H0dneC4L4adX70AciCFuFjzvxwMJAYSDzk6eMcK7BrroRB0etX1JXEWmD1hwGKiH6EQWeBLAiAfBhkjB7y+4iDgZP6Yi2RpEBA54CIGBzfHQKLzxcPRPmdBul32bCfqsz7UPDAwjADIFNB9YOPaonuP/PF4PeGvY/IpN4748ZeW2AWOeWAP+C34KB4BkIF2ooX3WhHmGh3j7//A1YG/i3YMMLVCllJKefjE+7TlCGqNGlWcJSAVW0OVdJ9NloFWtIfH1LOKKr16+/p3U7ba+hqKgmSpNnKbLFszFasZUZ0hrNbwRktqVFNPrWbj/g/Q0FY7rdEzGy0OWNm2kSbRTdSURKllUQa6w/q6N1N/M0IRj1JNqKrwJC8EAkrp/ZvCU2KTk3gmKJMlgxwCaJXwBskeMVUim5n38PReRDjBGkpymhcv4t6dO8B6DA5h8BPogHNM/eBT1/dMw4HEPe13XCLmtZc/EDnx40wIOsGxue8L7KPv7PnRwcEMsKe78K48icGcUD8XfMluMPvAKw4CXt+sODPMDHBKAOSqVsAsPSA3up0uLolrQECle5oHBobBy7lhoN0zDgyyMueGkVQyCdQ8MGoTAenUqxv9ezo15XvFVQFXo1/zZmiArzLQMgtcri/936WCPZSwTGTkabdU1Wy2+qSZWzGFoyi1xO5CPUNWiEJg5qUwjUpVpZG67db6KOXnlOEhtkmCHyWUwtN/Dw1l1VMtjnCn1petp6+2VupUJcId8j9IIct/U/s+YoVqY9uTZGmlem0zu6MsPu5FKfrQ17haTyHAkBSin0qhFB34FQrcCkSJfAmUhrqU4rTjqTg4clPXlpspQBCMSliUYScaEhBBRsXUtPlWZ7kDBSmY1aknLHjkBAj9cgLmAH0EO+Z5yvWUADLhQ6dYfWN5EgH5IAjxjhD4UjnhLzgbzARQcyC/uDvVj8UBs7wcC9CLj4LMLo4nN937bnHJLjD6xpM5k8Lzp/wVNyCQVg8kqqFk1d2ib8q7A5cEQA7u6deSlBayX3wDBOQdgw8faQ1ojgIqksf0/dHKAHnf8/gKveC4FRA4J6jl7DPyQvSWtSQCfGi2AhWoUW2J9/x2SoRsKbCzcdFpXUox7aO0Fmaxo6TnS2QOqxaA2AMKR3CypJ5aDOyDFqOwdX4XtW1UcEwWSuFWGkLlxmrUlqIA7L7/LG5Yx65+l4BS+tzCUnlxSEhK/49TUYvW/2TBWt0UZ8z3Q4s7WSELKhLFnzRwgonbtuj5BqxncBOWpSm7FgbetVuinTkgKjxVaofqLQto1EhiW4z1yU/coxnwF6AW6JZmHQ1sX3Sgx8tMUDfAEO74Ir6JC/MAdQGH4DnvCyTkI24GRGAcwY/iTJPCImZ+MQRIIHTylwmgusNnvz3iGllrJmQa0zuerC8OtB4COsHd7pKzGPCvLwCASAqZlRHsIgVkWTd6dTs6RFr2obu5IgACGDUPzBE7dILP2d89no87/TIIgI6DgMz2EBePyHkQkLdc87XkrYDMHznit+QY4PXV9Wr0/RgFJDSWDBDEL2Ncj7w4VRJXACx7sfviTimy4o1Bxck21Fa0oAiSvXQ4JBu1rapRhe1RumaWskY5EskBcTzV9E6n4tOuR3HFKIFkdZdkRKFsQlSUQtWj43GP5sEKd6tQ2FqhYungRe+dHrXqcgM+As86vVZ9LjYZ47godTl0lcBk/Sxhq/WjcKiCvkN3RVJKC4aQUFzCU6+xYOb1qJKuoiKG2Ek1KP9WrhLVmnLXoRAvrIpUU4ZeN7KKZQYyblHskoA27qYY7pNX0dSYzFlhceIeNwobADFye4hoLEQRfcr+uDvn40sGEU8Pe4C/tR8vDwX6ERChnwFRyZ9yPt/rRzSEW2mfloFBYocITf0C7jgbHBmgUj8tjGANO7I/zgcDD4GI1F/s8NZoLmKAF8fv0AXWzPA18K+bftgVAB6v13t8QJizIMwBL7upngUhXt1MkQLqF94Uy9kN9G0PeXvgdLq87N7DyVsB+YScQJGjgDfXiuR8cYwWYr8xAHKhLEGlnvy4YRfca8IoMVQK+EDjyryCfAHpwsoLnN8Pjk57WLtcnNxRqKvN1XmtMIwh0Pgtymi1BZ07LY13x9csi0vjbjSrtjq1PE56oeRUhI8ENxvLVtlCL97+rFtblO7juGZEuGWHOQCcSvFXj0yfp4/pd8rWPfeQ5+JCVeeR2zfHU3TbDKHPp8NKjIowHs+fDzXqOg1yVUiPm2RI1JOXATxQHND1dCipDHahm/Txv10XQxu0fRCUsZjcZ2o7dTDXZn1yvRWF2FOPoBYckodhM26tVlHL+UnGB6ITizcJjUJ7kryFtIOFsA7Uor5NuYscGBarEAZBFMkhrRL77PaGCt5kppcjjPQR7ox/7iAzCi+BIPGu2Snwit9AwosSzn8FF0CyW6wxQHCPEiKzEyMcMie04tyQCaGWhxEEel5YGSD6vxYAQbHc+TDIBimggAtsvTn65mBv7xg9T04Ed905MGnCn/jlzDByslsgIFJAju1p5HC1GP1OqdnuLlNAppF6Qu4R+8WcGkG2J1B0f1dpIW8FhBMtasYDCMh0z6OADFQKyNCHvOvvegXqkBc+Ory95dSIfhXOf0OxqpPSbLyNZtFQG1ONcNiqUmqrNQUDAhu6gnoFsRcu6rU78KRWigr1rf8AVTUaaZmLQlCrnvTdr+llVzqrUZlkakFR0RSsCqtBISv7E6moratqYjYbvbikFG5KSSpa8YBsVptGYZT9cFF7n00oRW+3mNgQa9ztlhgVaEb0Ig+DSAchLbcEudjCC7WWwNZgH3yALTEQgqyVFBA7uV7pipd+CJMvolnMApM42QEXJHAPyd4Zkj+kfe+Y/EFh8vdaNlCOi8Ew59OzIWX6l8YZR/44G4KNqZ+6wez8aigQ+ykXydIKWcfM07hOFjCRvxfMFLDrll6rT4OA+r300cPbEZfF5zJZcI2vL0eHehhkscuVYwhh8YScwA4Iyj4wb3pBuud54MWy033PXGbfA37ICmsfGJWd7HEUcIH872Z1Ne6myACVVgKAA//y+gG3LWrUQvd7QVtqozelKammpuJqDqiylswoq0d6cDJT0UKvjlRV1Kctx59IRbVR9eA1otVCGWjVo/fZc4Ypom7Rek3hriz8pkaV9THjT6SmTk+SyZSexp9CbYtFczvDViqzFPcWVF0fI0JWKJr9sJUYRdM8N1i52QtOJQKpCOWyjbCFlZSt4eTPZDiUUwhHbIQQGfAoE/rkjv7v63/CbpUJIHYT8z5P+mokULykfOTqGkcGiPRP0ivBEPOU8xEHYf6CHgAf0BAY+PYl+8TYzu6+0K2Amz0+r8HFEA6evzyN3wvmb4XgtZofj69+eYFe8TmXSEAf+JYZIB/z/e+rG66RwEnbW2V7QjAAI4Dt0W+QASKtg9O3xzzb/5USO/aBF0wBj5XtMa8DAhIYAZVX8MP565LsMQW8uV6NV0v9PBxHAEf72xmgVZD6KgMCG7pI6GWEyu6IKJoMi7uLbPZVFRdrQGTqxYBK69yjLD3plFpEMlLqZHky0aJ8PdpyfBvl+aUEWTZ635UC1FSC3vikSlC5/+PLymChtH9QkprUbkdtmtS3qjY0/gQC6xk6k2L0hNXvpi1HS9hTL233D+r60nMzDe2hQWCzIyBuwLgl4nFjmKT1tCQzRnYIp4CKDMjj74wAxoSJlkgbAWx0UKkQSGaES41DfEz1gHMwNeD3NXNAoZ03zX5woE8PwzHPAxYyF+TO3O/13RkTQdjo9gL+kAiinIF8BgQQ597vLzQV7Nlfa8FfAhJ/cbrDWwEv9pQFrjc7X5ydfv7lbPMXk9X1yUkHDERfF2C1Wc+vVt2HBfIvZGH8taTVNZLGm9X4ZDFCsncIJx/TJQKqvxuzG1o8UKAYfWAineeB4Rx3t1ruGT72gfXsL38cSU+DcLTPKSD958wL4aUzM8BABJC/av0vRlJlQfn9AxWfiONo4ZboBYYA5be6egaErZyi7SKxx1nKg6bopL9Ad4g++ajFCDEksN6BC33802mpnFu+w0L6pBPoeqTjFTulXO3HV1rMPWL7bVpmk9JVINaW0rKohwmW7u+mqIhDtF5RMismh7f8I5SfX1CJ5XuFSLNpPQ5obdujraUtn0HLiyBICYehi8AlCMuylIyJMseGLp91qrHBiq24CHLCQgTCHV1hgxwzQbqSihmaGTq9wD6+mN1ZIxqaEigFhIjgGJ8hEBkgARI4x8SP9wUS9iD5IyCGP3aD2f99d6dpDzic/VHTPLCg8Oz5zuPNbA8v4d/py7PT3x7MLniX3+o9xwF1095kzT7wez7eiwxwdEn/1XrOB0hWS90J6EFA4he6wOPulSEML/aBCYAAO6AiQpUYnmsimD+FqYVeAHT7WuiFAKr7A4WfhLtdJIB8WLlzCkgvMkBcVbqwcoAZqq86Dz2nm7xoIRHlGulmUyzERRAx4da3LaK8q17Ge7Il9crVEjQZoF5AVKfFM5EMPYKa4GJFNbcAorsU1lBd2D2fuCuzpOc1F8lTzi2KaiNwQHPT6XEpiyJQ7UsDVwiorR+nnKeoKn4r2Rqj6QR3K9F4PXKUsswu2NJ8bGlR9l08WmWDPa/0rXiEuRxWVt2OAnd5dZRYfAYqroHSSHgxTp9SUS2KVtmAwFr9PrLMXUSEw5ZoGHZyYZ8KY2/QD5siuJHBDpNl4aCLkbwXUAiJkoC/yAUrkwgNWObM0BsxsEIgLKEkmQYCCX0cC4Rg6qcBQCWEGgxkNzh6wcRE4p74uwQ/CCaBXhWLK0XPdk6/QF744ohL50+QeXXnz7rz62POkPjxEN0Kzd+B0w1+8+PVDVePZgrINbEQOz6+vkLK2N3ytmVPg6yeEgGP0S/+xNkeEDB6y77rjyN7CyDrIlNAOvUr7Pv7DwGANzgKzuX21z94RKzdBwD6z6hLp6hU/F0LH/+WyUgha+VwhwMXZHgkeY0W2y6xuKhF8hRLpI3fxGpZDcrqYHkEWb1GCxVT1dJF5jJbQXghrO8TERwgolLxNjoIm76PknaGYGhzdCkZggr8K6QrotLOk1F9SNePuth4wAiNyPpOtbOafLToLn8UMbzqO27dFt9O0ahPu1B8KtURlH83lsTnVKhRRfXtgKKaFEjrfWIJdgew6d45pWj0j1CwIupW1UA8kEAuXBX+gFWNTzEVChuws13NSAPB2QHWcGBAnKGNPBxixYbwWJ+GAun7+sm/Auo4L8w5ERQQCAWLZ0z6kPuRWMI7AjlEqCd/iYe+CRDJIYf8mB7yETgZEMr9uPMGGODc2ZOXsEGnO3wgZDM7Yv6HDBC94j2kgFfX/BHe7j1nO7hS6jEfD0H2xsTOfWPe3ocIAKBWSl12zzgNvLrmLyj9hjkcU0Bi3epKfeDfacAPELhYdDdKAQFrQEX6mBdO4SQwdrc/KLPDDxe75zerq+txB1jk6jG3BED8bUwpWypqdYFyK9QvIGWFgTupsh71DbBasynYotoUWNFttvUbt3Yze7LMlNs2gQ1dQyIL7b42HCCWvpStOjCHatS3R0YUNIHa5aglVnpkMWCpDj3fSd/tKJRbpUb9s4ms3YZ2fyvUbibgksArcIlGohdKvQul0hlQlhpU8AJs0nOzHdxoV4AMKvawJNgbZreYZvi1gwHb/MAvZ4ABbEz0Is8zc27HnA9eqMr4lAqeaSEYZn3o8uoRkDvke7r9jx1fbIY8ToXoJsDM/Yh80ngjIF6ZAdJ1evrity9++5yrZNHHlHBvPeE8yMq/CzeZc5SQ66Re+k48/mIwUsD15GS1eroAAHIaBH3gK2R68I/HSz0MAljj03DoJ3vAL277Ayoume0B6254K+DhK7UJ92p1/eMfjk+mv+LqL5zxQAq4eAocvrpa7ZaboYV/NSvYpvul9tDDbIuot1Xo7v03ryypskJgGaN/7JZ29KinSSkO+iwbJ1m2qKX9syDJPost4lbOo/HT57EpKHZRsdYSh6ZiEMt2G1S0MAe2SWbjyM3h9hTG8worfYX8ObT+fkSK6vlO2nL0W2zJ111Yuf3nCcyNFjNpKKXmZqpMj4bkZsJGtMMWghuZcE87C7gDwmyK5UanVSIatrAVnQ4ZdosIfyLV6sGfGUFQTqIfkkDmgbrVL7I9vYiCYETCwESngIA/gp2e/YBHI4BaJpBrwQD6gIHCuwp6KSMN9Bgg/dCEesRE8JdfwHjOPjFTQCLgU/5aCB+RW8/RB16iE7w/2l+cPO26az73+3T1LPrA/MVMguVqdTW+JrD57pjFLkfwkO35vmdi5XS6+NCdcMaXnWUP7RH/eHPN1d8h3VseMgW81Rig7o/hb4M8mz76AaeH2wywwRd3pnyBCiSiCHb5mkeMa1jaE2iK3pRUyogB1dp9T203bH1taSsohKiPgxmqEoS5E2dNcdGQS+LNejMLb42CziKVDksKyefInh8vxtrg0fut9ygLoFOIyseXpaV5sHKkXnNWWA5VLnjUcJwGdlsqxl6OJsvtZtusyxbbw/f+LPfopKifVVp362M1UVFYqID4q0VZbeT+am1MP94s1Opp1GCNUmi4vAshiThmLJMWIUoMsxyaDEWkuynMZoRvFekohGnEO0oRoEzIx5f0NOUqLJXI//BSuhc5oBRlgM771NEl/IER4jTzG6vAMP3jmJ8MpYO8xQW1OP7HLJArYb2jYO+X6JezwE76kAX+wrhn/DMonp3SxZlh3RsN4OGvJXFV/Ml6bzMZA/V0L+Dt9P0KOSDXvnp2/r6bvvod54G7y8UNur/jFXq3J1oYn3PD6ANzvUHOePD+6N9wWUA+NoLMkingiZ8GQQ96f3+x5DQK/O9jyhcpIAGQp4DXLteEoZcXTp/kSWmqmq4K+8DycswyX4FFSatnkGwjqHHWklSb4qpV4vlJBbPCF83GZUWyMIm2sFAjA0vSE+Q3DC5JlkXlrdsKI4WIzB9qfLS1IJ2EgepN5m94jS+Un3+WpqWNVD22wNPKP1HaA9aqA+c2xZsfXg6VthyiyppDiN1P5YosypDEymdhbvLWiqEsBQQqiMQ7Oq00G/ENmxgLY0+YA+dmSZSrzwTnxiLAmoXRMIgegJrwERpZAJ76v+4E6xVuq74DkOmdoC9fAsHwOB18B8ZkEC7lfRz0e6sBP3Z2zwIDOSQYk79I/nQfoMBOqd/Za6McdPWCmf05GST8EQjPTsG4f/HiaMOlsZDIIQl8SvQCAtbngYFLwC/2jQmSJx2fhrvl7YHT5dXxf2cKOLni88AAO47ssWOLrBDZHud8kSzCRwDUDYI/5E0vSgvZNd49Z9rJO2E03qdRwP3F06er85vrcbf/Kz4OMiqzwLyG9T3DXy2+T/W/saSvc9jFZ5ND56ymmrWJorJtzyk2LsisLVXuRsIPSVPV5QM1baickW5QhQqw12HZDnRGKtrnw0LVUUSNduOQ9KsiG4gGZSpGvvY9hJLhlCTZqhGtqy3xKOHHV4vUaByDHnvpRBBj1Wp4ITKQXG+1FPpzU1MO8vt0dVXxzHu+CRmhZAvaM6BpuafTDE84XdCeCo+cJ8sSkYJKAKQq9Fs3dzU4e0rGVJ3vmKW0oZh/O/W0UMJjqyexE9ZEAZAgqtrv3Rik0hIivNNW1IDF9AsHjXwBf0JLgaN7wtoKBN4jhHjI+zIFpMGRP3WM5WBayMdA6FJ/WCqyQI7/8WlgwCCgTtkgEz9uSgOxQc9kkMAHoFMGSPVUSHj2C84Bn0I93XmMHu8xRwHZDb6+urrmPPB8vNLN0EzMAIVcA3/OO2WWD7kkDJDKiyRc826Ybv/R4aPbV+jaIi/kNC6nR6bI9jQKuFh+QF7HUcCVUJH3EbJnvPt+xSUA0TH+JNZJ4LFwKKDwajU91APB9T7A+yhkGBbxR6xmYzWuQkNZrMauWhPX6NXX2O1mlopEzwBr1FKSeq9d2dLN+zRgQypasthza8klUqqrOE09WU0TWNVsSmnpWx02bQSzx9afQZXdQyHT3maN9R+lZKlUp2RqYfT13BLF0JNtNqVrzuUAPdCkqsAAFoojtzaUM5UrJj1qKbI+N0yPUQ/whZCKZDJCr6DnV9U4v+sXoU7oxp0pX6SAyvloAOgQzSfemPnxnmd2bTnx+065oO6IgY8qQI5Phej2FyMftrdM+GL7xdkTZX1QXt59gVyQnWCmfpEAnsLz/Gi22ePNe/plXuRqV1fr9QYACLwjAvJnjPhTwmtNDe96UcARl4BGssh17PmM8KNXj275hAinfJnXMS385NErp4CL7qmeEeFSVzG3gXQPoaiMFHD66N8/Qe390b6WysKx0MQzLgv46LadBd4my9aQGY74V9xQ0fyPWK7iM92j9pxVq3rrSz+Ts6ZAajFaao0mxCzNyopaeCW8YYjwNv6GiqpdjlpDJWLbZBlVKqXomybmTdYKs9mnrQZTl2YedjaSnj+VSlLW+O5pJZq2Yd2OZC4IsU3lgrvnyttylOaLKMZA33LZErIZEQ142Di2aL3hiMlYyWKlL+zQ/YAcTIKgWOR3tLInzBBBIjCOEQX4hIGR/9Hxr8z1Qtc4X+Z8MIl3bzUzgsQuIVCzHg4lThLv5IsZYD35y5lhpX3QOfMLzk3IB7Bzz1d5HiSU14RAkUoBfCy8443Q3N98ueY6geMrQNn4GpA2mWzWuhWw+7DQwJx/S30+4XTIYv9wBEIfeHHFO6jPr69WnPNlYjhdfni/Wt0wK1S/+Bb9XfWhuxOnhd0j3uAH1/5o4fE+1J4++uTfdYMgNh4MnWAUPOQ6Ca9u/39ZTKtfJRVitAAAAABJRU5ErkJggg=="/>
  <p:tag name="PPTPRODUCTIVITY_GALLERY_NAME" val="WA/Dam6m8ISMfoTO7K2Qn1jDVUYRunAi0Q5BIgTr4EY="/>
  <p:tag name="PPTPRODUCTIVITY_GALLERY_TYPE" val="_who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wAQSvf3997e3u/v7+bm5hkxAAAAAAAASu/v997e5lpaWnN7c73FxZycnL3FtYSce+bm7wgQCM7FxaWlpSkpKZStvUpaQrW1tUpCUnt75q17va1CvXtCvQgACBlKGRl771q1pRlC7xnvGRlCnBl7xVq1exlCxRnFGRl7e1q1zhl7GRnmznt7tRkQWkpCc61ahBm173Nzc0pze3t7jBk6c0pClK1770p771rmpa1C70pC7xnvSq3vGZSt73tC70rvGXvvGUp7xVrme0pCxRnFSq3FGUrFGXvFGVrmzhl7Sq17GUp7GXt7Gd7v77WEhEpCQubea+beKRl7nFq17xmcGebeSubeCNbenBnm77XFjEpSGTo6OoyEhK3vSkrvSkoQ5kqcSq0QjBkQhHvvShkQ5nsQjIzvjHucSkoQta0QWhkQtXsQWq0QvUoQWnsQva3FSkrFSnvFSq17SrXe5hkxSozm77XmxYzmxXsQEBkQEEpznBlSSlrm7+al7xmcSq2cGeZC761SGUqcGXucGXtSGeZz7+YQ70oxGa0xGXsxGdalxdalUtZCxdZCUtaljNalGdZCjNZCGdZzxdZzUtYQxdYQUtZzjNZzGdYQjNYQGXtzSkpzSmNaWr2t3q2le60Q70oQjHsQ760QEEIQECEQKffenIyMlK1SSq2cSntSSq0xSnsxSnNjlM7W1im1pXsQMSm1e606lCm1zmtjawi1pQi1e606cwi1zvelxebexfelUvdCxfdCUveljPelGfdCjPdCGfdzxfdzUvcQxfcQUvdzjPdzGfcQjPcQGbXve4zOe/fv/60QMSnmpUIQMSnme3s6lAjmpQjme3s6c+b/vbXvnIzOnAgQKRAxGYSlnO/O7+b/Wub/GQAQ1gAQexlKANbO7+/O1s7Wxe/v1u/v5rWtxUJaWtbm797e1ub///fm7wgQAO/399be9/fv5ikpAN7O1ggpAM7e5gAZSv/v9+/35ggAAFpaY1pjUgAISvfv9xkpAO/v/1paUgAAACR33sA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zXIcR5YuikIZkQUZjKQaBaqLmlQ/QUlmfVj9GDCO9yZHd3JGPTo90X2U3do9atNIHPEtLobX7JZqsuuYYJIR1oONjZPYlFkn7X4/a7l7REYCCfBHIBkfPMOXL1/+F0j/cnn87n32QeEb4PGfHv/p56P/a2/GjBkz3hDBLB8K/h/8MXz++Wd//uGv/z0GMWPGjBm3QRDLB4rP//x//OkgRjJjxowZN0QwyQeD/2EPsMWfv585cMaMGbdBkMj/+EA2yX1DDvz8z7MfOGPGjJsD9CFyufvQ4T9R38gDNP78p0UMacaMGTN2A7mD1HL3/wRGdAT/R6sMfP3XGNOMGTNm7IQgjw8C4rtKepue67/8fYxqxowZM3YAecOckofZ7uiGZz+8wcdBsmPj88//5ecY14wZM2ZcCzMHiOWu/wEt1wHUkhoLGxKf//l5jGzGjBkzrsGIP+4w3Ekd/Rv1WV5iSX/+OIY2Y8aMGVdjTB93FOqfHUF8tCQOBZIOMRJgdgJnzJixE8QYog84V6CTO/pR99RLoiG9BDJhGYnP55MhM2bM2AGgC9MLN3cX0b3KcYK9wAiCufKzz+Zl8IwZM66H+SI8qLuLOPJnJ9CEp8A+h2dIkR/h8/8jxjdjxltH//PfP/7hn775l893wr9EqYq/+8/f/W6H8J9/B9ORbjLQcK+k/+BGtuIPpVgotuGLYsj6N/CHyC0NfvFraraE0uDTcU4bSmulgXuhaFE697tHN9qhY4AswCvmE3zu6l+BO9vAXZeuboAfYoAzZrxNrO//6ZvPyGt/+fzzrxFRvurz+ef/HCUrOF93AQlwJ1NO7BB/97tf3chWgKYCodiGL8LM9W+g1BMN3ovkFbDh3stIbkEOoHb0D0ehqqid++JGO3QMckVyxl2GSS56ysOBcTo43D9lWeaWn/93jHDGjLeFk7//waQGmP2u/fvss6+jcMXfxXy8BvYAd4A8m5B38ADDbncC3OoBGm5wB/7LBv9/kdyGMKsd/d3fHoSuYEiAIV6DLR4gIG6ha5XscZc+QBAfENJAEUtjSU3OfCZkxlvFwZ++gdsXvKb46798/vVfrt58/vmfo3jFjvP1lh7gv7qRrfjD38LwDT3AUo8afBSJK6Fy13MlKI2oHQXunVqZuA0BbvEAgzIYtavOO/RnfsM2+yggCqnqhJTn56XOeHv4vx/8mfSHte/XJDdGTssX3Lr5euIY4IPf/fi7XQLm64OxbjIUAkTqWg/QK0tahmIbvhjUvwHWw1rUYE+yEmFRte3jgunaQTMZsrlYAlMDjJbBIEBm4AMCvMEOHUNOVkMldxTqHjZDj7DtehzHdMLbzW/ejBm3Q/9YlAanD5sgPpBbOHn8bN1MHAP0lL4WWPftZsoFouY4KehaD9BlgFBsQ3WyNhaghOtBi2zwIWWSTOu1bcAFT+nVwnYr4iAgG2jM/te/WW3Uzt2/0Q4dI8jCPlYQx92CWU5H/AjJiiFJF6RoMBGW84mQGW8LP38DNsOiV/SHDV1AROQ4s5zcwakNKDPqqIj5mk7Ttk85BjiV2X6qB0hc5wH+K2zMU6HYhiPalPo3wHoENvhfQw787UcWRPgHbf82aDBWyzbYDIDtogGoUAvx67EziPtUqNa6BGbqqs+0BwgUxjCv3LU/98t9s5gXxERCGQjhBRZG/H8uYpQzZrwB1n/6lzjiJ/Yz/iJvkExoKN7YfP35Z292DDDEqzEgwP/mRraiLkBDsQ3XHQM0qdgDRFSctaCrsZNXGuQhwCg6AZb6SXalgYL/GkcHgdo5LI25l7bXWLGNAEUi9LFIHXftQ4DVAlWi2KSASEnv44b/FKOcMeP26HTqN2lNvp+8QGzjnDBoEFJswIyf/3tJfjaxBH6AuZgscRUwX2l6PYIAXecuHqARim3QMUAy0v+cJMD2MpifLF03KBf81zE1jvGjF7v1MhiCdf+veh43CBA16RjgDpgehwlD2CCUu4FCa7oAsH0WAjnOYl4bGJEgufGZZ8y4FX7+M9exXNLiQ6+PDGeNdBbkCf47JXuFOk9Cwpw4FP3o7x60f/Wk6L82WvzRtylnge/921/bvMEfHaMw+4drrwOsjlUotuFaDzCABqvp7+61HRv9uWAYAk0W/n41f6J3PoxZD1baLxT+0CuP7BzDwOC/aKu5YodWB7KALFGOrwFeT96lP/SpdnDEcEyCBqW1rSNJxHwUcMYb4u//2eRmnnvx8/lib0GsTlbc7jEsFnuRWCxpW4Gim8cARziSd8PP5kH68G3+4Xc/TkzeAWwI7HYWmM2FYhvEaiKlSQKkJ8ncv6FBOovmo/8auduhQ4vE356GJtBcH630r65RPRDEgn97pMxSCwlwhKt26BhkCdJFoYy7hmYVrD5iE4f6hIipjZQLhMmfL2OcM2bcCvD/uJIlmX39+TfdSX+56lcrfC77xWp1uup7yAt8sOXmCKZf0z+kF8hSn20ugUe4ytOqxwA3b4YYIszSfdqO6liFYhtqv644Cwy0HuCPk1w5QB3S+Ba3UAMdk2zA7OdtOq4qFi0iZ5MAr9qhYwSFyI1Kj+suwUSWJz3UO3dRLGjSs6JsFWz/2ef3Y5wzZtwG97/x6lZH+b7vSXd9f8k/CoiVCB3D88916I/UJ/dv6k6QEa4jQE//XTxAWV7nAf43Ggmh2Iajsu6c5JFSDxqs/tjUfbtDyANFT3/8z/8SmgSXrh6sGLccrPxR55jdG27/K/ix7rQ3JUDA3EHOIBGCWu7Kp4KsFqSW/SVCclTPDUsj+z/FOGfMuAX+uy5/oQ8IPN5bgeLOzHxrUt56hVjkR08QSRKgD/3x4KCIcOIs8Ah1vm56WtVdevDFdtBhKofJdvAAzTJv6xggGgxT1vtv0acRohBgU0J+XoP/UhhXNFpd1bNYDSf+4VHTuavuE95tCUyAcEK6Q/DBP4dAHA8cq0mYEgYZUH4T45wx4+Y4eMX73sIB/JrERw9wfbkm4e31J5eQVxBWVEEGJZ6DKeUuYsvN1FngEa7ytHY6v9neC/y3nc8C/7gbAf7D736cPguMekh4arAO4Xf/K+Ixfo172So7bXS0s/5vP/pIYuuq6kJr4m8i+v/8P3kxoXl84hjgFTt0DNBE8bRIIinfNYjV1DlsqqMnP7H02YJyU3ftz++MGVvxA72/f/cRvb8cndDxu+wf/fz3+HsE149u4Pr+3//8gApE3H4vZ9HnTegGQorKtoKU4Lm8OV/jLHC4bNvQEKAOyV2J6liFYhvQr2h3kkdKPWjwFNE1ffzdH8yA/waG3Dbap8XRWyI1cFV/qiniP4v847QHuK2JMUwVLfGZBu/CXwnNYjilkguEU5jEp4CEqvgsxjljxo3x82d0AEVj2ML92+v7nyljafsDD/it4P+RJLnU9WE/Lpd1AoTFHL3xMcBr0XqA1x8DtAdIggjFNtQDe5M8Ui7TY4MhAtUXHMOHB/+1GPh0boty/YpueyvHANXRy3pxyxBv4Rgg0F4Kc6cQ3p6XvsFx7CrFyCOoSjVRRhPjnDHjpui/AZ0FjX3++WMe7ev/lDz3w+UJ3EG4gCLABHKDLm3H0tfekh4XHANXHQOkjewmNiyHyF7Pez8LzAYz0Thpm9AlGdUiruhrUB4p8w8ky3FH/8uXSqACjFljV3NTBOjcXY8BmlEocD2ZzPIbf9gPdKsEoYpFz86Hjij6oMyZAGfcFg9AYEljn33+96t+tX6IFL3Czz7/YXXGQ3/9+nEovIkCkLghC15/Ftj33HJ2bzosOgZozhieBxigeoAwvc4D3Pks8DWOlE9MoEGuuQeeqvlpFADS0bkkYmKpfgm1doQOAm64qj/9wXtiiIljgFRv2aFjiDWAYA2Lv/2f+9Gg9o8EOcgizHYbaiDGOWPGDfH8/2UGC/y8uuw70py8u89+0FUvq55LYLmJvDWEOZC1RREqb3Qd4FUeoGEmqXC6EiBw/b3ASaWh2IbqSE3ySHHQyGRHtK1EPfWxq/hvFGQ4VanqRO6P9BbrrXCRO3ySYJDhlmOAxk4EGFePaHNXECSYtJbMlin1dZhFFPPiPc4EOOO2+CHO5dKTg2P3sL9cP0r6+/wvP6wvfe73sW+Ay5Uyfb+kP+r+8vUOS2Bj6nl1eRa4uD6kEibyI2oZEOB1HuAEr0zD/brqLLChBusBuy1AZ+nWVQrb9NxavkfuVEe/eCpF2R3AWzgGGLQRf3cF2ReyHU+DNKdCMi+yIDsIVIYMMcY5Y8bNcEFGE5NxXfuXr3/u16sfxG96EtZjnQTu1zoGqKcEkiuDHpXgltjhJAg9Lc7pzfk6eCJ0O+0HiGOAxk7HAFVVKLbhGh5BParlb1rLdls718ClhH/43a9/2MR/LR4uaG3y0dUvB0zLRqcIMHfobscARzAN/tZ/gcptUtWk2K3IiSY/4hjnjBk3w0P6eSIwR3/fXy4QyS2E4gfQ36JfgADrUwIN8WDEsN7pThCzx4Sn9XeYyj4qdhVYDpFr2e0sMBGKbTjKGqcJsL0TBDgqS+JJiNlg9q9Zp5zXYcCmoHiANFcDCS2iG0x6gG5k6iUgI8iDSrKQQ3VXPtGnIZhjVJJEXMdQDUKKcc6YcTP8k/y6rz/jAvdrkOEPi77Tc2B4XSCPAa4XfQ8OhFeomz6ktwSCLGePv/78q6hwK67ytOqa8OHR/aMv8InIH6a/OPKdIAIm/m9yFph4eXT0E8J9bO834V7ymq68vpomK462d/S+2K3w6FtYAhsb3tdviehEObmhbtUQ7OaUPoXxwiLimQBn3Arn/0IiE4npYN5ffuh73eVBDQA+7C9Xlz09QPuFyLF7CMELYF4SCDlq3Iorrrdb+BggJvvbexoMPLcgj1BswzU8MjwGeAV82I5AQm5dIa9NMOsfwJUYbnUWXU/BIo4OMluWI1xzAeMAZoz28BqQRPjb/akT1ZtrYS1Nmk5DVGhUgRjnjBk3wp/IYqK+z0yDhBhNB/p4FhgUCC+QxwXJfcimXXp+gFjws4m3wo1wladVPcCdnwYzcXnJAHasSB6h2Ab3i4aTPIJ6kIdw3WlnjIGVAEjs6gGC1rZ5gEB7h+BbuBdYbDJNN78RTGRBa+hZfMRwDv6kugXzqVeYCXDGrfDKR/4C5EH8MYjrsCK+7FdnvDXuB9Ik1WRBkx8i8yC3u58FnjhkFR4gcZ0zE2Ygm9ELJMeoxwCvcSrrLbVTnLqMvOs9wPq+ECTysQZBiVuBvsnP0wFQ19PiZbAjqtkcxRU7dAPmDLMJ/uKUapLhbxizRwn3bgTbZhY+COq+Mop5jHPGjJvgUIQWHp+ojxIDktRwCbziE2B0J0g5/RsHAQkT6F+ufxgCT1qaDzbna3Md4H95FA9W2UQ9Bkj8+sUXNJ38wLA6Vk+nbfTpW0fqd/ekbsMXldb+dW/vFIptuOczIBzhoHVq2qBPQT0GCDX3xAi1c1MEuH2HjgGKaBaOFJJY/JiB3ypWF5R2QqBkRQkG+9ySpgXxeIxzxoyb4L7Ii4f07NDF0+4JXhZID9DPf+kfy+8D2yU3Ilenf8mKVOzuAV5JgMUd20S9F3jAIVOA4bVX7AmglYYArwQ8wC9+95/oBhPbHgYj7NB6MiE9wHJWmHtihHqc7woPcDcCHHhMppXCJL8xTMboTvZJitASpbvKJYI9zX4QY5wzZtwEf9I5YJGa/LqQ9YH8l88fw/8jA8oD9HWAgA77pXkIb3QniOb5tbTGeV4vG74KMCSnXlujaKU4UpMojPzfduZK1Am37vrGUfkVZ4GF2uLmM4+v2qFjmDrMFnC97gjQEfWm9M2wRpkpVQy8RcaWY5wzZtwEj8leQWfgPLhzdAaVlscnD3DVL9bwAMmQXCzrWKDdPpm42I73AosWNh2WXnmA6GaLFygP8O92IhYY1icORDwJEmCzXJ0GakBA69cRoJrSFdO+epDpX//111//26/tFhvlEmj/ypuW9V5gVbvpAV61Q8cQSRCmC3MIQq5Hf5O/BkzwsJ4OTzZggswYNFnyxIwNZ84EOOM2+KegMPl7FMRtCL7A7zM9HEbXQv8g/09cSYGXCpoLVQSfG5wFnpivlRLMftiOAsByhddSOQkY9qKN60Ba8fob5psl2ibKA+pLl0YhMTwCicQG6q5A+9VZjNwW1fLNzwK3BBKItCimiu8r7Q413cp4qC9CIK8ZJBhJjHHOmHETvBDr0aUjmaUrGKthUuAPPAm80jFAu4QiSFKeE4Sl648BBkdM3nNbTsW2t0kMEfcQmypBGbRkqakPDR/EuVVo9HzlyUACXDXENzIFMpNProI/ZuUU0lAvgbv6PpT03eI6wETktshjgFPXAeYOvcFZYECuF3yn8WlUIDiq4F2nW0UlNDuBmZX9o8qf1AQiGeOcMeMm+LOcN57ICCKTL1jIDR6gH48fZ4GZDft/53JYVnAG7QF+vdMxwOCIifm6+G/MjPykkjHk6MTLyQVy4NRHVHLKK5NLVZNmcWTt34ashiyHNCKevoRh+lyZ134C/2Cmqh4tU2MM/LorTeNRNRjGBAGW4e1GgF5GDkjH7MH4t/jLYDaWpiBz0V2L5UNQVUpoJRzjnDHjJvj/ktTEd2UTXiC5DjSnx2GtL094JwhdQ+aKLxtzO47XeoDpzEzP18vxkbgf+dIMznA5ZZSj3KPBXcPJXcNYhi+3EWkD08q2pzBX/M//D+1EXKyVrYw/xn/+n6pRrLbl4r44sieg/eLSThNgktwmAV69Q4cwaRhkj5okLd4ZDLsmMBGkTbHJrjmQYpwzZtwE3+i6Zx/xKxTIWKtiUNsP+XY4XgjtXJqm0xjnhRF9du17uarbM3nIqm8ZEKQ3gZjn5c1BgWSfJrbh0YgBk6rwYWAbQStXM+A//O6pX21ZhzAJNvdMhvmIF2icHmJAa1ceLqwtvoU7QZI+0gkkg/AzQmYn3na6KNibPKAnb44Zkek8RpEIUbAva0Qc45wx4yb4J7l/duHo2pHe6Oqlj/f5D2C/PZ8FBpQr+PQHTEiHsrwBAU47LP3f1btpp5Hljn697tExYXhqYhvxYIv0q/4Ln8LsMIFfg31iQToJlfxDvgDk6iVw9d3Q/r+WViO3xcByBO1Q7YidPUCxi9kDQeSDT7k2uUrvI04eLCgdY7dCURK0HuZCqAYxzhkzboIfvKQ13yUPktboFCLjsx8u9+gB+l5g55IewzK4Tx7k/GbWu4wB9wnFvSrYIKT3AHeIYdh69f5M05Sdtp1UEqNgjHPGjJvgT8FicXhPnh+v9hMjUkkPkDeClLPApj6zINOFDx9HlTPuIsgUwSAmj0iAPkK7iSElvfV06U/oS7dMacwsJgAkuI3Kl5zK2MY4Z8y4CX7Oo3jJbjy2Vz083glC9++EZ4FBizzpK98wUMXPPv85qpxxFyGiEMwZRsqgFJ9TfZ9/0XINDTIFmlMeqW+EUsbbGOeMGTfBS7AaqE/sZ7cPpCdSs3v3OV+LCf7z8wCZSVZkDt1D0B9voaMP+Pnnm7dqzbg7EFHoAByZzq4UmaPQSEYbjtrbTjfJWL0SkNyt8PKajiWsYZBx6CRAEeOcMeMm4DuBSWdkNAY/9dmLW214J8iC50F+iExm+3BgOH8y/fzzbzZffzvj7kB0sYEgoAEPBSy97XSACTt1XoI7KO1IsFNaQyiBSDBCWqkY54wZN8JjX94XbFbIz/JfdAyQj8TvL3+2SrSIDyP6gDIiI/4QFc64kzBdtCFcLYUgmnf9hybrn3vUIFLqSdAjkcxZ+yugigGnxjhnzLgR/rs4LI77ybEDSILxgOjH/eV6dbnu1z8rlznO8PE/+YSIv/7LvAK+0wiaqCgEU9DwyYBagLeTHjWppCgtuI2bsGGkhELJN9pUGs0EOON2+MaERg9Q3KaDe+JEkhw8wDVfjH7ZwwOMe4XFgjocCBupEP95HfXNuJMACZEpcsFp7mAIV6uq3zGCG9XYsMVIRYc2AX1hQtZS2FJVxjhnzLgZ/iTHLplMDGeaE8/RAzzpz7AG/jkpUTD72VAe4PdR3Yy7CTGFAb4wERKMmtWkRDKL/iS+cbokzVkhMsGelOBuKYvlHILxHPRx/6ucYoxzxoyb4aW8OXl9heH4rGdpPvv8z7wKcIW/58wMU2SR/vARSZICj06ivhl3EqAIU4WJQxH5JqEcK2xRxTdNG0oHIKupJjtAzaYWiOLIa7KDSaWLcc6YcUN8Y69Px/K0ApZnR69O54UXfBYMHwnIUx6pzQUwoWOB820gdxwmCqPwRhBKQynvFi3jqm37fNXhSygx8P4UsCm5tTJrY5wzZtwQR1/bjQONeUMuJL1J+zmfBbNa9/3eI/qEQXqAish7ZGK+CvqOg0RR14slBYQrJirSH0QLsn7ztKhMqUwrIxCC2cwZVCW7jaRSjGBC62gixjljxk3x2Hwnxy4YTr4fie0vXx/xkdC8FGb1AN6encS4KwT2sEKJz+bb4O46zBKAeS+JBDFCYZ9NVPoxbpMuFUtICzUdWZKdGGSPAyAyBccqaZW2Mc4ZM26KA14M7aOA+MirMw1y+5c/9SeXJ7wSsF8tj34GHp2f7JEZxZA6VPjZPz+PqmbcVZgnTBjJSpFqRRFMQmKTeat0QVmyVgOikCDss3TVucyQFEsySyiOcc6YcWPQtSOX+eie1rTh3n32+ddf84mo4MBLeILCol+sTH4+/AfLv0ZFM+4sxBfEYAHqdW9AeqUYWSyGt04rLpmpd8uVyZTlHCD0RcmQK3ahzXFyJsAZtwYfd+9jeUIsbSnh85ef4QCuzkh8lys+Hh+r4YUz7Sd+/vk37/IawF9ePwFFv34yfObnhuKOQr1vcO+X1/nEwNvg0esnfDWJMK76aoAi6JCZMICUuZFM0hHxSN1Skxy5orhpOsQmjQQt4kNZaQFCBndpgNAXayFSMc4ZM26Ojq6clr70AAlE9O70qJjncPv4WOgVz4f0cAjvfyPfT94fi2xfAHcPXrz+6vW9zYcZ744nr1+R716PCXCkmMBbaPxKPHjy+heEZw8jPQX1vsG9715fc8vMPVQZXX7A7lsM3H/9qiiefPc6pF0QREFOEY2E3MBq5WhTUhZvnmZEIfRKyOkLpVBkkuAm50lZQ8lnMs7phGsY45wx4xa4/8+iPfp9vjc4LwyUJ/gznwaDD9zA1fr87//FK2Zk/zulK84AH714Dbx6/ZonSY7u3YvHxd8IKA0uu3+/i7SxodhEr8Zfv/7ljV3FLT1/gK4hvH59b3tXjo6GD3I+Onp0zUMj7qHKaI0DGBLg0auqODq6yd2HyRqISCKmG2+CSBKFo0Q26ZxF5HLA9WlFZeEa0UAoYtUidigVFc5rdY0yEeOcMeM2AKvJ+9OxPzmAcSJYVz1/8/fPD3k19NH/9UBPj7HDaIr857+PKiaAGfz45y9IFPCS7psHbwqQTEg3xAt4Sz/fh6v41ZssOolHjd/VAFV/f3T/wXevkrDeCu6BVF9I6sivw122pSc7IGiCqDRSYD4pGdw6YaloLQSuSzdJC3kcrzG0ONQmARNWliCAB0dqhJkAZ7wRftail+RHkPokWyU/0DDriSHhJMJV/FNUMIEOE5j+jhduR9+M3JndIA/wFnj4+vULNv7z6+9uyRkFrd/VAMRO57J79eqNjuuNAA8w6nv4C8Y+bHhLT3YAKKKSRUmET+VAFI9tCNqZJWWqYg1pTqW9UbL4lIINmauPdCVX9iGlrhg5t6pLBqMY54wZt8P34jcdCiTp0f2TC2h3D5LfH6ckGZHECMsr+G/v6JfwZR48eAhPjngAx+yroxc8ynX07PUvT55xqncPXvzy5MUz0tWT1/d+fvGHr54dL5+9/uoFj4XJA3zw+qsHcH++uvfoxetfnkH94CtU1SrkkL168OAPX8Wa89mr11qbL0GEiB7de/3Vaxk+ePIaiQds6iEY5sExrTaz9x7e+wqLUah+0UqXXPfwxS9/+O5BrmHzOOSD16/oAmIUf/jqng4IHt3DUJ9dQEJZbFHhLz4YiQwuXKVQc09e/3KOxItCofdef/filU6rv3j9zA7fEcbyywvWDA8QLuHD11/9euSq0cdHz9C/bPare0evf5niSDNFopBMC9EYBcbgFCcr4zhtIXBFuioNkhR0oWZk0TovwyvROa/txoiaQ5thJsAZb4qHPOxHz84MqCv8eGKEnCjmY8gFsg4RIufqZyBwCcxZTpD+6DI9fv0r1D/BmQGrIDwqB+tedLCChp97XAn++hqaV19hnotrjlCS2SS0DcUeyILSqzzJ8Pj1L6bCo/vQPGQufCvwDIrC6iFcS5VV4Yls0Arx6kh9krMHFda7QeoiPhGg3TKOghWCC7HYV+UYOhR0Qpnx6g8gZPh3aEPNQQOR9VHmUIXHaOr1dxCwAn6kmn+SsWo+okvYI42S0IhQsdSHCAZEPyC+mPZ4zW/mOBJGkI3po2itSbJKB8v5IUpnhU9AhPE4zY1Yix/nB0pTqcxmlJZKGna2mhLOdvlaCIAixjljxm3x8zckObNd8QBjVRxuIBLy/5T6+vNvrrkDDg4LJugDc+B9H9Aisz3GFMXUfXYfHPKCdHDv6OixJjGm8LNH0L7+7uHPsATBQAOuIQFhJf0amZr+G4pHIIEH91EJaYdA/cm9Xow/OPoedfXkLfDrc/IaOgCmekiuGWeDTV7cv/9XeVz3v5IjhtG8evToH9VPIgnQBzdJnI/AWK+6HvWoK9B+9QosBd484ijBnBjTkQ7usblXaA7ivZ8fggPzpwQWyMeORfVHav4xq4On+/q5DyagZrb7+tVXynv18BE02qOv7j1iVdMEaJ4QcZg8gojGTKKN4pDSINWRVzCdLtpWQGWRZCRRWgTHgFy9SFnTKGrfS4gaY5wzZtwaS7783I9FDfqjGCSIHERiyODIz3+49gYQ0BrdE50mPfI1HZispM3nXt0hFTRlfoQ55H+Uc2T/B+WDa0A0LCJ5oCAZPnils733Xn0VHiB8rXqWFNzm3F8f0lwnLVQxeevZ3vesYZRtwA2l36W+YiGKXgWPA/JCAWjYz1ev19I9xMKa5mCiaMRO44MHsH72DXoVzWHsOjKAJbWHKkDLxS/Lfx8DFDRKci2oXgc3tatA8+hTTzKkY8iqXn9TyjQQSQyIo00H6WCTBOVUSAjSg3ykdLIEfqxo0rYLWEgmLRzWWFiLZKMhKmVmG1SFokWMc8aMN8CD0cWAmdCBP2rEkCbHf/7rLtc/d3/FgvIV3B57L5qyJKaHmPnCq/t7R9//KhHE4mNmIC8VECWW6wCDhyRvKMLhq35ftGMEG8ILC+4EVLHXr/CdNrL7v373+ivYoD/uCMlMUKOAKAnQqVksTpWH0lHDc16mokbAaS8ePNQaV/0ruwB28uNyJAQymUPV/aNwPbUcZ2v4EaGgH56omruWNJq9REcaAi8ARVRKM5AaMkmmzDNDyVAiNW3hgRURJRtOtKDAP5b2p8mQpk3HJo0KnOR6PDNinDNmvAkO/ZIkPvlKVCfeM+mZ9kSCdAy/2fn+3wv4QpiaMclNbuSZ19/wSNkvR5i5rx8/Bk8iGwpkgjHAEPasXv8CjTgl6EDyhuKxXb/q94UC9HH0KCp0jclbaJoRuWMim+vYF88ey4OLc6+kHvh5TgBqF9DAuBz334NsgFAj3WOez33Nszzivugaxn3PLmIMVYCPuNfB1/wr3EarQfCv7j1+oRG7CTh94VwGl0KXdajWTYg2CnEoDKkHAZ8QxEQ63FcoJnLEXK2GgYaIq4eGrcsaRWiQtgPUpIu4InXLQgQhWg0pxjljxpvh0Q8+3udlb/h+6Ql6i8XwD5qD1+DhvXsy4yE2zUx6KMXbUooA9WFR7Gy5NWEDd4caEEJd/yFT8oZCrlVLgPCafISSVaJC5qLRcB6p/0qnGr569WIq+3uf2lV/7qsjYBz1vCArQvw9lvTmU6cLAb5+TQdv7+gB1s9ka9F/9NUeoAYcIyHu/QEO3uPX379AJfDmHnN9+/ogaoXdC/Duq7oE9ngpe3fBRL8KY5ArGh6q5BGAoqSrvxVxUxAodkLNs76kXbY4aYUdGQagqm2y+nVSBGQRtSdRKz/iGOeMGW+KRz8Ey8XRv/QAnSB+uObkR+BhHE7rMGUxM+2hwKkiKz6HA8NpvNeHE+QjZzrni/lPF8mOl8hTHBeOWEOAoSA1gLDIOv/4XR4DfPTq9a9sQJ34/pVOMsDT+xnmdtxEIG5WFDbMhgySQpMgsCOfWAWHqaC6DYRlD68Qptiq5X7vZx8l1DFANtI94GkgHqJDtewfOs/mQF4P9+AbQoyhEaJIntJ53XmAud/YGuTH7Brrx2o4u6kjB3AbR4cTW1SqqEykaLi6HMkZI6iYWagWKnVJHUqHglYOAmvJcJAdiUZngzDDBoF1uB4ipRjnjBlvju6HfyHZ6U5geIB676UV8A2f/pBXbFwH+i6PHx3FOU54KN/9XNyfvX989frFw6OH9+S8fc/bRei5mJXu8bSpj61ZI65Jh4+yNnKQghEhv3rwiNfCqHYATPKPD3Wa95FP897nBXO9zQEkHrNvr36mGzjORgMveOqVrcOp+u7nL9j+6++Pfn7wXTAgLL+/f4RtdOv1dw/vP3x2j6tn1MYK1Ai79uJC55A5MvTPZ4HRV50F5oA9VOHed18dkS1ZWiPuv3r96iGtPcp7Ggx+Q9S18KflJkPWWeAtHmCgIZeEOITkUqjFTFPjEhFVbJSjBIC0QyOWMEDSqdovmUwxEaRbchr3T8HxTIAz3ir++4N/+mcfBPSylyJo8Ic/Hd3g0S/PQX3EK522xFIXztizODZ3rsNpPEEKqkAMviLdiQ+8sLPjhTyxy9DhGyroiel8M+rMJfBeD4oVyGe6FE9c6KKAWgVYBQiIYpONJS3z8EGCw4ASXqa05TKYgC7hZnNqA46b7HSuAtu9vb86SdbyyOAjUvOdaEwnQarbZgt4m7yyTzfPQIYxusLfALIbvFZSJ6u2r+zdBqcali+++yqraiHmKBTTMEcJxDjRxk2e4oYpRwmmsd2AjLRFLi3sCYZp6rmxMjIEypOVJmKcM2a8LVze/+GHb/75X7QC/vrrf/7mh50O/A3QPyQvPX4on+knrNfKwTrkPYCz8uIB3EkKD+A3fbf2rA6/BrMdrhXmPizC/SkO30AhAmR1Lx6ZPgIPyUnPnL6PjrzSzRkqCqDiRy9evfpefVP29zyvk9k/o6rHPUgb5Z9D5qL1Ea0e516AJf5qms7Xi+/Z3PPH36GxA0hiJt74gTRz7n2n0T/iIcHvKWl4GOpXHAnh45FgZOyYLzTA/tmrVy9+huZxHo1k11zSvnLsNl5L+Vh2mwiaaEDCMSUlGn4hDSFTa13GTZ5IVEKjDLWyIl9FYeE6KDShfGxc9d5kE4BaSeKOpFQMtdqZAGe8Kxw8P49F393Hd69fn4d4HXz07aPDw22XwRR3S4w0CshEXJKUvYkYBORioWjygoRSXULFIFFA7dhYUlGa4IzMUU8oV460FOOcMePTxKN7Dx48gPuUN6pdi9c63/Ix4d5j7AI4g1OOukjiGgSnOErGKcwjBFGKhazMrGKSMNlGRhEzYNMiOTk2ASvUWElxwx5CaMNMgDM+beiIHBaWXl/vAC8bPyZwD2BUUw5gHgPcDIV6TFh28/jxJmPmpSozwj9LveMSxgh6BSiZ1TKkuWq0sjp/yoU3aMHZNTMR45wx49PE/e/zkOKO+OgIMA64Th+oFUkE8wgZAxRbRkmeCbLJRIukoKSpsjx2vdhkOVEq45pi4GfYldADbX8arlOJkgIgR30oEeO8G+h3/xrOmDHj3SP4IgJ5CyEiBLFOis7QJ+TMIx1ZMhdRKEfqam1KZ3mKjhrQQoa1kIxK9RKj4tKCtjYoukSMczsePXo/rNQ9fPHlvs6jzfgA0H8w5zdmvAmCJgZoGMSsMhaLDLrBNnlsk88GhYQotjVsYqAfWjAVruAwg0mHawmw29//NsR3i2/3gZkAPxT03cyAnwJasgjKaFWRKl5V44k5cpJrTUmZ7xCAVB26MVoGBYpdCUL6lbHWpRcovUEdWyitNJkxzq24B1q68WVct8GPMwHOmHHXAIoItkjSCJfKMKNYGq4tmWg0g7xEoUvnRgvWTQSyW8trQBIfAnMQNVvpnVAUIqEsdS/GuRV0zG7yHtFb499nApwx464hyaIGEY2IJ/htQHPBSNLFJ7KtVyQmC3XAdlU9IrqCLB5BkG0kENWilAZtWcyUEOPchoekpf33sdqZPcAZM+4czBLJKYwLfVCAQunWl6sElFCu1DJOsAgrEKFVNAQXdMWQygp3plhYJpSu+sRIjtwY5zY8EQFO3ST4tjEfA5zxNnCDW45nXI+WLIIySsyIQiQCzi0hvS+nmowApfgM9FuQZhueHFFIsuFga2wasnLTJMa5Bcfiv/0vI/ku8SUbmglwxu44O1mEFOjxtyiPnZrxFhA00cBcQrSSCGnoyolipGj4qCZAngP7asSqSoBanwxDoOGS1WQyPXIZ2cGmadtAjnFuAU+BEPEciwm8tUv3Zg9wxpUAt52chQycrcB1QxTnb+AFLtYixtkzvBVEFwx1NZpkZ1DRopg5cFP4ptaBEHBmsBUMMqfwIRVWUjWogmp+ElQNSTjNpGtEgxXGOLdArARsv/b9xbc730N0NeZjgDO2gJ7ejm7dBicugJArTiKecS2CJgptIBFi0lr1tSJNBH1FNAYrcUUImzZZVZCdkUoii2Ssytp6ijE9xLBz0ShTDK4mwEdiP+IwNMbZsydcsX754ujB/v7vq3vYP3gN9bdP7zVE9vDp06dIHt57iiJP9ZrmFo9YYv/L10ftWeDuwdOnSP349MXMiJ8wwFNw3zZZ7UpMMZ5qabBYnWm1TCKcyfBKmCyIyhmpKQTUYuSi2bSQWQmxIVo1QmGsgOsomta0cLA2qbOGYKFGlaJZMRDjnIZOgWgzuFH64f+mqiJJ7WE6jGC04heCIve/PatF/EDzwEMd+asw37FI4sv3chHijLsFuHyrM/PYjdhviPVk2b6/pF+4iuSMKyGSiHVlQxtmJdIJlEEso4NuibwxbQpTBZLVShgpx3AHjNLDxilNDIrW3BjnJHoy0LedeChUhHy2Bkl2LyJt3AuiE5u1PNesmZ+FqsAEqBYLdn5O0YyPAWdgpiFxpUeHaMxalyvekofPzU58LBaT9vNhwk2YL0QVSRrpQFGX0YAbG3cv4ETrBXIThdI9jOwBaDIk0LBK4xJZQBhVE/qsSDncZI9jnJMQP73w+dnqiLX+GZHHB33FTEXox+ZYBztjgv9yCTz0C+dl8IwbYsL1W+CvYbjFZQgVk/7ipw5QhMilQMRRGSSyEDHYUwwdLFg0Uykk8xBmvQaugJs25CfqD0UaD5GqTYc05CHvXkmA4qEvfCq4nAYJ9+z1w6O/esUbOXHC+MWzR4/DFfQrwJIAv7z38F5kxJI5jjB++/TesxdBecF1L/Zf33t2/9k9a9/PvcgzfkPoaNx2kLwCi/VN3b3d4CtoEvOBwYTJouGTpJGSGPKjEVnBdoXmrEYYeGlFG5qS0aDhSUistRq7+lplEQD22jlUhbo1uIoARVC/39s7Fw3lt84kJoewN0Ep50jil74o5pSnMPa/VUYQoEnPN5bEetr8+dRFbBYEWB410jQ24xPD+GzGor/9E2h2de4WQX2wv3VbHxfAFaCbyhdCSdqZCj6KEH6ZShVDgLLtq0h7xpnjEiyanwxSp5h0xq0LWt/EFBwGyN5RdG6McwqvSD58CbSuUMnTIOK28PrsDYrbvpKYFwX2f2RKN5CY2TLDfqJEk2G5z1hkurHaVWuTj6qd8QmicOLibIWfyRuQVONEXoPLYjn7gY0HyFB8qXC3HKyqsCp0yAviSv6SPmOiViaEmB8jlCFWWC8VNqyp5TjC2dGG0wOTGOcEdApE3tc/UsjTINImUSnB916ZCustc4+ZFE2KAMs5FNuJDn3MMJlxy4XQw+X3jBm7QJcNBjv2/cSFgNeCRW5R7IPF4bbfEpEEfbGtSCqhUaGZnZCMWgCxaUkZpCrxGkFrGjBN1h11K80AVewOEY6GzAgwGeOcgE5R/JGSl7deiFZaJOS2kfbs59WrBb9gUrSnnHoYjyn7jGK8eop3dCH0g2e/PP12/0s1UM6azPjIcNN15m6cNKp1Z+ev75qHHF7aF7zm6OTHgq1PdwyawCdCobkgL5OQOIofAjbKs2cosQZYWqiIvKA2BednDDgjJGzUrJUlWF9kxyGn1rGC+nwFAYp7TFB/qaIZLBelSpC1fGnM0wqlaTL0AE17JECzamW89kLo/pmPDwZmAnxnOOl/Mz+nHy0xeWMvdItFvwL56Ahg2zfod3PldHr3FqNagP8Ohjyge43VrU8W5AjBRAeINkpkLslEEFCAXFmKBZQb7KWijX2ViJLasDFztWCFbM0pIgu5D5HhaNilGOcmTFA+d+Ejd/4atD6ZD+Pxur7xNTAG17cjD7A4evcpNOc3/mdm7O39pCOIFfNp4HeGxft/sLN8qtoqUkjoFGzLWisf7tv90B1x+7MkRN8dtC7gEB+gJ3jQvdn+EMgRJhMHIgioKoCGBCMj0pTSLWtUhYbEW0lpzsE2P9QQka6apE9mlDAQiRAYWSzmqpyIcW7CJ2Atmwzt9vniPclxFphXV9njG4P7f+QBFkfP5Lm0FpCXKQI8kNjgRxnMeBe4Cb+8dYj02ANN1JLaO3MUKUT15Effb17AB40q6Lv2Uub+pmeN+4PTg4NRoWhWaOUPAHBo38KvG8ii8ZjqAtP8MWQ2M1TmABYD1PATSlrW6hg11ikqDhvJ0ZfMl1D6V7RE+n2uNxofWmhoMc5NiHr+5+N7z+49vmcP0CzWe3X65N7DvPKP2kkPUJ7byAMsjp4J8MJaQGQqAjSZfvngEf59auPfZTDjQ0czHcliIJSG/pwEkMUbPir7OdqO6pvBqt/r1+awDafSYIX441nk8sdATDDmVQ3fbcihDfn2CKqoIdINd41JqTplGTcBG31aOE1+amoNJaKoXyqFmgWkknDL0b4QsTSSnRdqIsa5AfHWCL6HzWvXAnObiOrLR0ft332xmyqqPlxx9JpLaIRyFtjuZpxQVun/aXnGBwvd2xtyHKXjjbpiN1MMqacknOFtaHYDvb7CYqK2CvFekceQ6eS9cLXUhwUS4Cah3xRmicJBQPJIIBiFFiFaD1hqywo2LcaySlYbIrIcWgNUwWRwIAGxMSi9UeMlI4XSAyDGuYGpNW1cjtI88wD856N4Iz+vgXKqD1cdPQrNJX4l4+8o5HkPlf5LJGZ8qGgoRHNSTluyHCAlJCaQJ10kL1dbztNMa6eBpnxOhZsiFGxnP5N1ApT65pTy3hCe8JtBVKEQ3pkopWgrnEjCYQqyJYTwymqadoGkschRlAvYIWzB7EilSmKTiDQAqfTDySI7jnGOYTdsjMjUFdLGk9jHdgvrYw4qRj5ccfQs1RO8JeM7Cnl5jI441iOIMz44+AvSshXZL/gnuAhWuWBt+clhEvmsmF1QLWud/qBvDvhEw2P4OFqUIjyeTwZmigbkj6AsMktltowlMoKQPBe6gmLpYAdSYCoSVKoWBTIiM9JUxSy2KBVFcQpKAipqA9ZrKcY5hk+BPL73LIIvc/krs3o5h0+fPnn6h8flJK4vD5w6WzHy4aoH6MOGxQUsp4dVfV5SLaP5LPCHjc3LV6Qw4fBzKV8lU/gw8uZ2aFa/rjHoLYOVLbBypgLFhgy3fhtnEj5giCxKaOhFwQhtySx0VkpqQ64MvhRoVcsUfXKexGolTdk4n3FhYLSaIoMyQ8LGnI2NA6uUZgsBXsofaz0vpq0QQdVjdwGfEUmHcO9hucVNBFhrqh5gPAvhmY8N+eY5VivuDc8wbJyY8aFhfKnfJhomQuRQoAsCb4J6/K/BgPmUrkpsUMKEKO0UotYPa/37tmCuSAwIpE0rFBEbE45RbJ0n2DBD6FEoJCCkNGnBVGEwoulioKmJQn6GoCbGOYJP0dY729IlxBo3Tl7c/+LZ4ydP79VnP+v6FqxdH95/9OgxHLekSBFg9eGaGz5+oQhyvPfg0cMXvvSPGToGqMcJ9vm8rDc/mTXjvYMP9tsBSTrT5DMNMFa5MGYEO3IFwW3YZMiNPhuC5E0E+fHCuk+MBE0T9q4qqDJ/JAoFVWIqRiNaG9Bcwq6coSKOG6iUQ7bBIptBFbE/pc7sXJhwMM4AYpwj+BRIyzv2xV5sHh38NpgunLWCdPpGHqB40kX8lJkBSIAT6nq59IwPEBOeEznIf2SXEwmZvg480Rte2SY23x7iSlX/UCoZKnJN2/3lYccXgKH+4YOmP3JCDJoQGgoqKJo2xIZI7jFXUe0sc1gJAUpOmXEHDGdkhY1qCKmdxy3X49nxAaBkXTHOIezlDe9A09qVi1HFLXRkMJiuQRDjyANsbvjYKBEZA7WaLevpGe8L/ds49EWa6nlBLtHWZwrRlpv4lLTue2M8iSvoz6UrRIeumTnxaRVFuBZ9XlbHStk+t29hJ91tiCkcTD3aOo1tpSMiUqIaZspMSama/OKCUdUcvLPPFrI3gsysLiFj67V1A5kXCImtND1KxDiH8AG9eokKYR0YysvjFue26Nqrob8dPBJ/4jpAoqsX23xbDw5GU8JDn17OAjPeF7ZSzM7gowUKVY0ZMKknyKdEFIhr/LErMFFONbvKCAteax1EhvR1YO/pADb3Cpf98+Y76k4jaIIo5BE8I0gzSU0WhJCsrOoJPrLY1A/NBGsJoRjqGy/TgrOxtVDqdu4WAnz99An+hkfenkvHy1O6F0+/3Id87/ETu4XlWOHD1+bAH58k/WFpjGJPvorE3t53rKYuaR/o9XL7T5+dqc3IOHhtx4+18DjgqCsz7jbwX+v7FXxI4pJX2MkNHDOFmKelJWk3sU1fcbnFEysXt0TtKWFzqYOIhaDHGOrRexbHODCm08gqJtM1fCQARQQBtbDG7NKylUD74oqlXIiJKYvcBnRYLhQWkO1VcIPkQm5caduMgxuQvpSPqBrpFA0/QIzztpALN3heX8c72G6E6QJHhfRuXOGM3w6rs9Xl3glXvkTXr1f9Zb/o++Przgdvw1v45yfvleiKs8vss1ftiEIH3nveRRlo17LhddPcsL6PGEkfZigQCyOlC6wpHMZcRRSI0JUS4DF9JGau4OqHKCY1J4pK4aipuwRlqylsrZxCjPNGaK53/isJcHiwcManCp327fk8gdUZNv0xPLDFGSisX157Rpj2wCU3b51TgvciMqZv/ACCASUCVDwHH2J4CzJ5AHkISNNK5T5OkCMa9ojYGoXMMQoTCbYJyLS1bmTnWJFkpSjcNMMZDkDr4TEM2waK5dCuCUCM8yZ4Vt/tu9ICdn5i8wzwAD6X69N+GU7byV63BGmQQK49oRKsIu/qVnSyXrQ3rd2qioJBF/rueJnLd999Is5TjxfBh+vpt2x+FBBJCEkZhXeA4BxnNcExc+0XZhloMlMKxQ3JpX7AZlSyYKNKM8ZVjarVQISERbZi07bAbQhQ17vce9RhsRuvbRueLZnxyeJsb7U+CJl81B1gu9rhmSTVsyIuq5/WgDnYiIuuJRxYhrQLxu0NniKA/nccFA9rypF1gpJAImQ6+nWTdj8AiCZMUSSO8PiwsZYpfCqnFJj5ImEMU2Y0lxyzoLcONqHAdK12GEt0Skg7BJR3t4vGwU3HOHdH9x8ivQY/3vbwzoyPCKQEHu/DslcsxuTlGsvJa90/wkUCoQMv4c8KHZULHF3vUU5Apz6m4DMlRsRsDSv5DktcOHeiXQzkMi4A7E91/E99oAZL9lv05wOBSEIwa0gydRjJYAjBiJUaS04ExyKkmgyRUeFBb6OZalFRupA59jGjXClROrcB2ksf49wd9cqVwLf1oaYzPlWIDnjwjt7eySUPB0q16pa+1VFkJmkrdPwP/pSPzq2cIuP1ixNxXn8CBQ8vDgiQmqNkzTZjjOzAwIaJ0i/RGbdoVP1HX2JlLSaPh7HmAwe1hTUF9MyVfWQARRQ6ESRapeC4IpkpLVKDbdohpq4p1thBjswSrK0aGQ4Exo6C1iRFiJQThaQTMc7dsf41iC/wZX0T0oxPEvSQGIlHwE2KeSPcJVwpc0JzfI6gW0eO2Y5cE4tt+lM/lAX+JTK6vjvkPRkAsuQQLllbnNW4loRcbQP1l14cBMkwcXseUg/iXbBBllRhbaRQ5Phmq+4PBcFL6bYl5SRbJQqttGEjR8nIUBQ5qjxkabk13E6kS6OZb8ssXvIhpwXQpho1wIZjnDdB98KX/xGv57vUPnXExOcGLHJsFuhXdOQOu2OuI9v3aYA7uJxckbKuIAwSDSywEj3tu/NOJ5WpRlHrz5cW0J7ykHDJCWy0M+JjWoDqgrpjON7mm9JB7PT72JLYm9m2UG5Yx9/HBNKEyULbmmiC1q2FnArKgjaRT0gIghvlDlE9NVqz8kZRUkCtxapMZwXqFzeRESaFZGOcN8TR9/dePHmsh9bP+JRBTlDMLZlIrEaeYHQOhqL/FpBbl0+GvpL/ZAn263RRDUy5IGZl61OfoDgm+ZFr1NyaTdA1jCoHLCQLi1cg2M+GOtiHFqUwK174Gh9p2ZfI1AdBfZHM+COCWSLIQnGhjhHIKvXUw5iHFKyJONJtPkN7MK+BiQwILhyg6ZIEbBS7jFNUuFPaEBJinDNm3Ab98kyEoGkv6VwccQne49IU6e78wsSkFWU6X8uriYJVmvL6/vD4ANJxv1iDd3SdDP+iTnwuV3uHZ+DV7jxWxreGuE6HCs16HBYvcQEfv5SCcM8Uu31eDVipV4U+HiRPYBOcFgxkjiv85jwjuMpZRJKX7KhLJiq0Vk0I5uITlZsSuXEgom3VRlUyL8CciItOqCJNMhXjnDHjhiDdYSG6gnPmpHFMzkLyoF+L7M7owCGNDQlNNpDqG0ImQVNWpHi5XJ0tsGg+ZRvQYVXKGvmheHKJFTcTl2sa7IR07AqC9HyiJBLppuJzOnhjMPqANHcAHFSnNUbl6QMNEx8+RBLiKTOGCSzRygCSbRiqgscICZli5cXEktmwGMQnIZOhynBxICwCTlHBqPEwRYIxzhkzbgTOd3JUznhuBLlmZCKS09lqb3FI1jOfBf+tIB+WhfEQYBIsJ2mr2vgEgp5XIiPSWQ6ouKV40i1BUz1ft4Q18IJtSF9AjroC5riESM8qxaJItC4WN9816Dv4o/D96PyhVY5a+XGBjGRsHD5kkCgAEQa2oiY7f6mq3phg8iJC0YKZUkeeS1XDlEp2zaMcHJpNIOGOpCMYCqOqQhFIg4hjnDM+EfChTm9lTpKelljRnuHDdSlmvTmABOazwMSCNIl4zdO3bviSK9r2lWVJPCxLFtOWCfT1WE9V4A0lxEl/KkZxUZEk4hXbJAWVGm8DNeEnxLQd0uP//Mbh9txJJxM0iEYxlPQFC96oK3cIohRzBbfJHoZSVW02qsHrUvBPo8RGErdmJiecW+OG7DIn4GRLnRsMZ5OiZtJ9UchKLcc4Z3wiWJ+CVkJ+Q2jGg5/Wp6Seha/fO6HLp7zLvQVJ8PJcXEDKYyzAnjxn8ZRMaD+LGlGgrkMG+YQ2Orzoz6BhotN1hrQjIWIJ3O+trxpV8hnQstgIXheT/dSwccCnv/CSaCbcZwLdpwq9pAo/K4ghhw61aDnOz4cNcgQRbJUkgjDwtco2ERxD0DZEQuVcOCzqKZOhJfMzozDYCKEsTmlYuHlpQ1MxVMU4Z3wigFv1FgiQ05xuzzHXuXIApeMNuYi60wNfQQfQd6I/F2xGmCqgIYGZ6qTu9FxJeH3OCL5kOXWY3EJGRXSJD0rB7To4PqQGbHPFoGiZIin6KqDf4f/lCM4P0DXEUYUiN0dnkSyM6mGsRnR7sPvWYy8kiX+4MKWIMcQoBRbTUWstSqhxo1S62ZDxJDUUVgJBqdIiRWsa2szYmKJKF3Gx0LiimQA/Mazf/HXZKn5wur4UlXjRiDlP4vAVf820B3UsyGiDNnUa4xDeGx8UKMIjnXQv9SJ9CGCUPOcgijxeonIpuAEx9seU+57X4Nv5WrQEqA61ICWFCCSzXQnYy03d6y/QA7mNcYrlcr13ueoOj08xSlIcB6EMMZ8kFYdHLJ9YiTfE4BTMe4XIIklKnBE8FaqyMRvR0hvnuGTNIrJEbCNphZCWQXCuI0JsEo2SgfyW+aFiCFXmhAYfVB3jnPGpAC5KSLeDSvcHMblXfhYp6+QqWLrDnterUGLEp8P4/IUBtxF+3CW5C54jGSQYuT/vXpLLBrOdPhSvevbC1XZowZ4g/S5IKqQzxLfD4EEyFWB2NN3zFAx6AYcOn0NJfP5LOSdTOuUtcyUDfEoCRrkT4V6Nwe/He4X5IrmjUAiYA1QYCjpTgg1LqHFRVg8MKOUSMgpLhZoWssHMZkJ1jCqKLIN5/FjDrIF1jHPGjJ0B2pJDpouaNem5Nf3luQ45T8u9s270svxOi2MakUzAMM9hCW+Qpzt4xSDLjdF39PhAdsqCq0ePDNUzSQk4OKhHGLfgSh6apEAROKoPsqMiOodR5kraPMyYoqTgQOwQ7CYtqKPYB4igCaC4TQ5WJaquoqxQixBgOnTYxlJW1RdqslA1smPgpqlPypLpEKBVKNz1NrPyaoxzxoxd0cuz4eW//SlpQNM9pjgdJVMDyA2cBD6jk5cE4KXtJZe9h11/eoA8HgTkMT/eNXJ5Uhw5HXYLdHtLKC73Oj2Qj7UiWZvl5/TAHLkVV9Jfktkm3HMRoXASQtM9mNiIwyzZKigGdNuR8cEh6AJh4DcV/kieMSyXUDRVVdODLT6qH3EbGqnCKaqHXcoUyA2irLJOgbFdUEppHeOcMeMa5BQWnTEBAZ6RnMGT8KDy4B3Jkc4cN0Q8MMh0glXh6WH3cnl2wvxD1sZPOe0hpCkAskFqtT7wpYOnYh+feHE/kDpAE4uTq2nmysytcEfcmiRt5RpKApKMua3O4sGpSJcnSCywQCnzoQAUUWhGzALyqB5YulaMfKevjb0tZk0dAjNcdMBhti+aQVYQV9gnHUuXkYM7x43TxsBtFDI3xjljxi6gaxNXiWBWp+/DDcGnAfqaQCC4zyxIpb0iVbFe8VY4PtaF3IClLbKP83kuY9DfY8lwug54CDAeTEW1aj49OLzGy5sASk8VGR0ljeGwcxLUpvpS7CBY5nHQUuUZ+sWdFGbF+oMCacJcUQjEQqNBXMnK+pJbXC4GWDktRBll2CDtaihiCyWrWqSYHRiZIl0Na1fMhioT45wx40qUSZwzPZLWYSOIHgO84nrFY3x+p0bSn7ijh0sYz1cGbSoLZaePxLkRxzzLfKjmpAJ4vgXSAa8MnAI7tx3Th/44mpAEJBdaBIvK2XhZAaedciUtfL7agBvoHOnkHTe5HwLIEUAlq4gL6UhlYsGHW9tyG/5aRS1fw7VQTQjJX0SJsg8OkSppgKogXSsCaRDjnDFjOzxpwQNy78A4ushNzh1l8AOvRe55BXTAVAEgxgqZjlCQR8/L6pAVHLO6POTKl7dTdOXEQosTVYqNm+JjFDq6j2ufpT3VmrMQkuGqiSptwaTX2XKY0B8uT3UqBF1nPzw2IST2LJWNiAZOMWAn0e2q/0DQkIXpLIkjdJCkBqRuMpiuCVhREcksk+mICsmFeUY2NcBvUZpqc24ibJ3PuqyQiTaIWh4FYpwzZlwD0o/dO85iXv1WJvrlat3rHhClaNrlk6DNg1pVijGVh8QSlHVJIjlxNasBqzTwY2OOg/9ou+y61ZnYDzqeYhnzn7oaIjBZ7VYUD3YAPokmvDmADRPKyqaUGaKudCxIY3Tzg6PAoAkDtNFwj1BZRlmRPYSVlXMKyxVzJGrJgXlEsUZuqC9FIPIiBQxThJMtW6ZNjHPGjC3QjPXlxhWgwvWpj4vpZlmtJQsjgCBiRSqa6l52R8eUzAI81tdfvFQOFLp1GBjyXybIbaiL9Bgsooq6JdJWdfGIwBay3IZV3qc8icF9cAGPogtXDhu97WnNUz1gYHYlz3XHT4RGKoSHCfrkjwGlK3p2B0GqSPZJ2jD3VKXhrNBlaFM2qjLgZLJaJUYGEiGjTAaqqEN5TU5TnGBe03Nt3ZI10WqMc8aMCcRsFddYii0fQYUprUmf2r0Os9++ntMAiMH3toEBeNKY9AUrkdjemnpoZHk88OLibLKopO8vV/QkWddp37+8YGeoFg55gDF6tyMWe4srOXADHIE6wgU8IKEe7SydsQ072fWn/SrfD68tKgievllnf2OYJcYwoyRMNC1ELsEwCVs1FFTzlRxhwG1pIlXGAfFmMB3AWiENGy9M6ThsxLwxzhkzNkCa0gE6MQymLWeupi+Xt4c5kZMIVnz+KeLBETQ+DeagX694M9vlCY/boQZ6f1gjilc6PxoQsewTUUe3XlzywCN7YM7iE/J5WaDACwh1M/EGqVzNcJW7JrCRyUZCTK5Fw6flNSRANH/MnlE4O9TZGcAHDYH16XNe8gNsdPYOg6xR2EL0EUzCZPpc1lh0VELjg/FTEpIsR7KmKqEq4WaA4C1GVClzjFA2dWdx9V+wPhDjnDFjEwfw3mL1iznLaau5CyrChPZVeZUtLpc+XNfObk77cJXEIatjMgIY5Xmnp9iL2HRHLyRaNWBTam7hW+as1cllLpv5DBoUDnbhTSntKV3Q35YzvFuxlRR1t0rKi3h3Ox1b9j70UHjLiB/+CviJsLYnDk3WFENz9wGKIFk03JPsUTkEUua1fh0RRqnMMtWs1DiyBLJOoVpUiagEy9CU3kAUGnArEOOcMWMDnOB8dgKhtDbxgiLzFjWCzg8j9hMSDGriJZekPW75ZGW9Esklz3j1CshFTCZNAQtTybeBnB6D8+Qo8imk8UwsOX7RO0PltmMyP5WIt5Sny5n3AKNDXNwe6MV0bLqhQAu6XU+3/9YnvsLOsbxBJrHZ1twdg0ko2cICNE45HaxTbELKdIhZKNTFgWPEGmozJSgKL1ONqJCR2U5V2Ng5o1DjEgExzhkzNoH5nfSXQStRLi/pE5U5TIsTvhCuaKgrq1C+zxJb1OZHp5SztqKPjlxK9QbAF3xZ8KHIVg3SSo+/R0n1LDposMxVaE5/gFf9oOnuqPdDC4CJCkB/Ly/MW3zEH/lbT3lBy+zNQg5pmEogPetJiH54zMCv7PhiY/WTvYZCJncaoIhCFgMBn0xXMVamYittiBBkYiYrWVmu1lBQbYTIDjq0KDitYH1i2BCAbKZph9jMOhPgjKtwAGdHTpunM2kgJ7pP3uKTN04s+HQrScAC695Yg0KKO+U890VehohwwSeiFlXAyb5bL/pl3HK86nijCbWnPAF7gMVoXIwYYFbtwSbiljRD3PecdyCb5aGaWgMj76JbrnQckmluMSAoUCad2zoebvzIBlTmY6HNuZI9Pr7V11Kypix1p0GOAMwxrWAkjZhZapZl5YYotQhJKaata+Kgt+LAZcwQ6YB0mQGwYrLaZmjqJIYREOOcMWMDPEu7OMCM1SymR4dl6ML39ZK7SEvNPPaDXghOfauDBCQHhVSuO4GIvwM6RqGq4IoX6p4+oDVZcn0AegFnLtA/KH0OZKKGCRQy0lP+Srm+e87nPkeqBdmRsbzO7As/Ot5p8/64UKDJT4tfSOEC14OR3GnRDg3zTPddBigiyUJUIgozrSSnUF0JBWKTaDAgLAB1FM0wZwO2ZNM0VD8Ea+qCN3VbkD3TNkvEOGfMGIMLP5IOpzImLefxSbh7Z3wVHJ910k5hMQWg5zVr1jObtXArjqDPxgxDJ0J4rUjyxwhuG6WU4hlYxVx88kGESD93GxW7PnxvyUcPaoAuv9YTuYhaH6SeHCucmc0O9WzU5VmaqTgPU+YQFEVexP6lIPTYflarZrmQtv4OgxwBpgiSkVyFJoU4fC3JUyHRpkhXhUiraQQTn0NsAtlWq0sFQ1syE0GNipEGKMU4Z8xogIm57k/5KFPOYm6tXfhE7+Uqlp5SBpIDsBVj+RgYKQWb5113frHEgpq6gN80BI1WwpvgEwMVO4UEi/NKGnaJHQShOBEdXADlzesFHMIY7D78zsNjFLc9R0RnsnCg6BBQLiBDZNFmSTc4ao22sw+KzP+Xi3xGl46BQh0jXvg+Giij0N1F0EQgecOxt4pTNKPFR7AglezCsrptVICUUj+IqLSobFs7JAa6KAY0Fm1CUm4UxzhnzCjQFOY1v3aRrCR6XsQcL4EzTXCiywCpA62TQ+F7wWClY2zgFt4PMnDP1iJMEoqEDaCcnC5nuhvkXz1ylavRg+4QFGinSsRSQdvEVOWoWy3Drev7JRaufXfopT2Jm/2FgFh9t5oVkTMhnHS8ka8uqLO9PqiUHzt9TU8oLbwH2DIb100n1eJOolBFEkYTYwPGgSDecYZCIw6CEYU20Hh1JRApaVMoztp064zQKTDphpywVLk7C8Y4Z8xoQVeqPw4qkUN3cnkiLsDMRpbvPsulnadxMhkmt4mKTFWfBNOeDSBOWdsavlF9S3qtj+8O9ps4zBDJJKyYDMebbcFOg5vgrA+ELjBK7i3P0Sxi63mtD8iorcoU2K3OhgzIlT9oTCPs+pPLPKmcDcZBP+wwn/dpuZ3+Y/wEsHH8kQCbRu8kgiaM4qdFBFAStUxgQE4A7aSrhRSKuIGBw5hWDlm7U3WJnhlqKVSlGoHm2koZ45wxo0LTuesPc7pqo8lMWUR3enwiDwicdQY3iiZmCrIPWYPgWZS9/vxC2QXMZnWgCR1ENElgY8IjZOJS2p6Kgwm0wRaUWRmXXbG6gBlbcfGSF1MDrl1XExaeE9R1do3jCB1WtjwlpEZ15Q79W+cwFQJBWelVNdhbwXcNkcSHP0cMdxbBGPUooLkjNKHgltmVVxxFaOjGWdtQ7MuWlVsrTaBqlRFRaSb12gR3Zv8jwzoixjljRmLBOxjk6xD2ckgEmqzkLEb9EpzDC0v4JwXYANv+kALpC4tUzf6zfB60UdgReYslKu+10oU9/T8WILMsz4IWVLVuwA3Qq1yGor6ZA0ANQ4R+AnAv81wtq4MlxpaMmxDvYcO+WgPAKJ7ar+1lOUkCtOXh3fkY6OBUbyVZUZ87CW73nr2TCJooCNIrBKJ0k2qjglSHB4kNA1OsqKGmQnEF1Ja4GKYWiMVsowlQE0xXPFci2oBGjBrjnDEjYH67PPByzjMTLIG5C1kumzRI20Fc8KpfaXWuo7o8Mj3ZW5rgyCPHXDhywj/34+95rsCHAsPagklFaZ7VLTlGdwj3Dch1eEJ8wrtMAlHDFC5RcG0SRX/Du+SzXtC0WuOVLbpJWaTejIk3R9s+b/RoiVOtRn6PfaW46X6tCDFYz5eFazdWo7sFcUXrW0kxiIzMFa1BjjKOqA/rSGkrVAXtNwI2lTcbKNeVmuZMxbLNDEFpR9EnpRMxzhkzjJzDxVkR62Hmcqo201SHs+j+rRbxovLuYLnkKy8NnVJdwDuk/3dJPiHoN4IV2chaLcV55QpxEHR+/RA2MiMWuo8CHiapKuqLLIKu6QChn8AZ+VfvFoa3GkwW9lExX9HU+V4R5UVlZjtd7RcOHmBfzvJZbXYRQ/AV4wT3YiYY+SRI6BxRulMwS7SMIQSJcCNKCbTcEpJNlKiaNtS4QSHIzCB5IVE8xg2DTYRpi5KseTHOGTMAzuR+dUmnRNxi5wT01Z+dtPQHCZMZuZjDl7w7N5iiQprnWDmrkGY+4BRPh/AkR+Y0WJ/6wmYeVjSxgHIOu0O9RQ6EWpgPQDrPngi05p1ziVBvAFnnyDw9cXeCyWy/oJfmypE6oUR1ZENtQR8VIJzKtK+YxA8BIqp4HbkyUJzbNEPA3nOF1IX+jiHYwlv5V375kby8ZBGpC9vQkJuQAbEVRekLdw2R/llEkuxMKsSmREBkMJLjxw60QZ8wSJWTseUnxjljBuagpzHvmD3DZPWUFAcxUqogjmeRccgX4pJiwktJqA9+OyCRkD32Dg8uVbDvjrmQ7flg0RYHXdgu+VQ9dac9e1zoL3rTZAGgR12hEwhtC3ER7wIm77hv0gIHurIbAh/ZQoVQbLhvmlHmxwgJJnKA5duSm019ZU8WMi1btMeeQHRI/d1BsteQtZI9iIyNmgpGNBc2RhAjxHI1iUufGhmZUFwNHIjasVCkxv0emkWfkqqJGOeMGSQNTkasaemhBTWJyibuVQOP8UUgfBhAHETbOxic7djrsY60BMY66J/rjAWrU2Hd51v5xeCDVgBUKHeTvWlA+qMi29sEvNd1f7nWccBQTYEVHZRuoxls1FURKg8AMuZ5IF+6TMAbBAVSkjk3tYlSVzZsG/3JjuncG1LYQlmW8ZHmjqFyjeOkjogdFZKb8tgA54J2Ko82QthtRA6KTGbcFkYjzJy2s7rICqFzn8qnbBTHOGd88gjnKaah5yddMnpVQ0/LeG5SiBTBd7Y16LrysnJanedpV5QBFcDJq4wQiGuv7RjJ1nqBxxERRS+3QctkGkyb+HkwPdbm7eOqaDzoiwz6i3P4ozaTvwjeVMJ1I13baA8PqHvxkyFZpTDo5mQ2tGbTHCo25VkSEd0JkCMIkEVwVqGghpaqUxV2TraMF4B+FKx0pGIRDTCym7ShPpsbxjRtMgtYR4xzxicOTudTekUx+y49a+WQTdAftDxWFimBr34boOEHoL+QA0gdaZNOmAtUK10R7TpJKKPyJlv2Z5jRgjXyfjintqLvDkHtkVB/xnWuuEpeIOP8gsmg4uT73LbjH5RHdTy+x73Jipl34rtHAjxHHP5kFEWfMehBLXcBoIlKNoiQoBR+W2wiu6SrInLBg0NthUsHmXITUZZgjiysdvtBZWGh/pUa2oBP07vQepOeZ4xzxicOLkd57Kock+OClbwwnJLSdHz2/dA9m0brEepqQBbp+yU9w3K6uAA1QhkNggsah6lwj9of9WmI68iP6F+ipeKekltB9JFIQLlAp8/Qbl5uo58DSXFv72AXjCrIjpLnltyX/rkoPyekxmyUsVj77jGgSIJoiCTEkgZEKuLJ1Ma5koQTNCvMJrnABoioy8aS1ALKjKKt3hinqyZJT4mmTSLGOeNTBmaivKCgLE1CTPY45EYgkw/f63s/8ZkFrp2qffeyGtEeDcDvgYjk4PwtgRr18IMTr5T7rrnOpO+Ojk2maHh6Qb4VaHjtsxsVGmwODm7a2Jk12OXlcgW7eL4CbaJXfurMsFjpb2KlvaQuy1QGHKNAF5AJKfgRA0Z2Gv3mIEeIPQS5WpLKtiHGRDFyZnG2qiFJyEQkneswuVUrCA6SgyxLbqDlUyYZopfmUqI25wzKtpkJcAbBqcipR/8vn14q+qNap2Pj0fYCLQfu2QRIMEJMZc1/taGVX+8n51X061NTsGuGZIOop1qPytGCiMQESJgjyjzo+CjnZRkDuuT16AhuOusOk+iXq0RNDSZ6ga513XJJ/ov8pq9T/b5yLO8f5AgiOKOBPDzRSiEchMbvg5SsA4h1WssIWaIhUgolAVTui5wITVtC2AWYIG8W+6ZAUzDGOePTBaYoFnmiwAQSnPqbC8OYoJN00QLFeZsDCSTSrpiuEJKrWEMW0B2KBSY3pF7yMCp43sEzlM0E3IIe7ByaaYwokGzMawuhVdXs02QNqj53Qho4bWW4dYFWrlAlfuDDyAB7RVHZEN4LG7a/EUgklUJSBLk0SaEln8yP7GLl7RDSZWEUVNpKbB2cnkYaFR4dhAaRKvooEuOc8elC5MQVLwkqgBnLx82HRUVMzmv8v1oymQkach9vsEBqY/3LQ5AkGlXfPUcHOP/XsPYtwtNgL4/wWS6PwYKh3AXsxBKsX2gRnbssF7wMwFfSEWwtVPUmFWzU0YpBogB9jFfFj/LTqaS6Zil5RyCuSJAwzFWUzCOKRyE2RpCbPbxi4iAwR3IqWKQ6hKVBMRZjsqTIK4wKfXLjRKoAlQykgPIhzQT4qUPclzMwjnCdLclX0IiVKjJRqGASfT3fKd4jEK/JAxfM2jhfDPCyQG5VBg2hGI++Re4USH9psELqKtsh2AKaUC+zeyLBFiV1GhTY5msBrDQ2w10UcYO8DJwY5wcDVu6FpPtDJtn4NwA5Ihw6RkwpGK0MJKtIZ28uQkNILTu1q1hLsh8oHVpKCxRtNapiBmystwIbO5lFEeOc8WmCThdfh0EfjFNPOt4DK4kyZ26IOXmLMIXm6uZLPlFeiR4LWZ0R4YMTppBPygN4zlV/LeNMAJzSskTpcsJkU3tdoU6JjhJwBv20wwZl2SzfmN2Rfe4jbvBRoVrRUAZ4VTXfFtV1PyEHvzbxMBlAh1UPXMDKegXkzU70vEOQM4I6FIdEQeQFBrJUQsNpDaiUWdAiZVvGhlQmMTkNn8qbSDs0bVkfAtGIDVRJfCYsYpwzPk1gVq91RpbXoJmc9EAVrzvh+8SRPLOJIQdqCxr6A0ecXMbFv6zjvF53solaCnXzJUk8JxKqgoaxaDjMH5vHqZwBzxnuPzpWc6DZHFVyEJ+DinHRXo2IGVUtgt6C2eyckcxdp33JW/z4ck+WHHQ19myo1Carr09A/G1BjiBtBO8YzQpyg1OchrkKtHTlnIpMx3E/bE1RTpUWikZoxJKghStxc9koq2M10RcG02+QMMNMgJ8yOBXNApzPogwThqejZYCHA4sjuNeNHnDaAHblchVsFvmsK+IqpyZWgiynDa9L2WSAIXEM+IrPawixQjVEtxvwcTK+ESSzSH5jQm3AhxNGbrIXxsJKILsbbStF1l6LNHZI7kKqqiNIYmXsdHE7eU3mXQAJpgGJzdQk/iCDBJME61gRQguqbOIgJDVZKHorFagpvMhEEdkgk4Upnd2CioFykHDBGOeMTxCYY36a88ki2CQv8+NGt5RRyBksEjyALzS85beAJzIslYnO+b/9JEYBuUEX25Ai8Feuy4sOTGDIV7CfOC+zhXHNlbKP/mJk3ECabO9wtYgbntlHdVJeGiJ0NsY36I53RpcvCeGo2EGWdrYYTl5e0UhrsOM2/c0BigBrJFGZQIpAhBSRuUqwFYOUlacM5wUGmVWdKJp0Fksz2mLDYOUgkSj6RgxFjHPGpwdOMF2PsgIRaApiOUwhycdHopqJ2PPW2MEtXQ3KOYsowIpQwRYWGgAFz0AIYJa+Xx7ynG60QYWlMcgvFvr+uDsf0OF2rPYWC17+Qv6RQlvyL6Kow2vnBlzWd7yCW90RMLDCgHlPsUsLqI9n0SNlww5/vEHYhVKPlIZBjbXaXxTX9WjhbwhyRmBIYSAP+mCVaEQoISs3REBa5ufaM7w3QGmmgmOVE95kkb21ZLOQhjQ3APXJ2wVVLr2Lcc745IDpdXK5xvxb7HUxnUV/MRExN6VUSnMe/ISF6XDpWdH78TEiCgIRGaXM56lTv4H+nIVWx2nR8XF9Rta2AT18GjG6xGtr8sKaDfYa4gxNmO2iYjl2fXfBw586zLfhsPLuPLeEEmQs7AelaN2v8JuRJbJKmOdvQQOyu/bOWrcIF6hKRApSOEJGvRfmtwMoIljJXEJOsaRPSOmZAcwkuzC2WLIKpGGlxTGkpnBSFFBkmdtMygxx0SFyK+5ZkmwF9FSaQEs+A8rFON8fHr7+ll+niO4KHu1/eZe68x4gurNDotPAFpkR026Bia9Hqxx4YYocTuwtBGi15rIF818kIG3nv73Ti+5lKZkMdQ361RmIT1wTpxkESNcUNpuFlxuHAsOZjGiESz4UQddMcxc1/aQIj7UqtA+1j2J3tDi0r8efFeZbKeiqH9YSNWmL3bU+vW4s7wHJSwNGoYofMU5IiG2TyQDF5EyGrC5MrG1EpbCRHRPFtGRlmohkqFy5YMLTJzRAmLWIcU6i//ZJSDfEi/0W90IrdPv7f8S/NaJb4ejpw5AS/bMv0c7Te+Nf793xZNTNjxw8u4vN6QknJfnGU1L/Ef9bMCPJL1rqBfr+ede3pzUqTIvVY+FUDkNTgsQt4PXOzRqWz2HZCeSlDc660gU85SV5di+zDfY5CbBSdgEVGLKpSSSF+GylZk72+G5iINrUSONgoQ1bcA/peRB+0E2TXQ4vZvO5y++CDwiKAGuEp0apCNwYFrRNqhMakaWSiDZKbvpswEgVhVLF3HA7C78xRb2ySrJV05Zx4wReRYDd0/1bEuA9M19gSIDf7u/jv3qA6KrLIq4AuOpBiAF0NDDK2B1ffVoECNC3w8zjQ5t5xpGzUnrOdi93h5OPD2fBD4ze5jtGt+yOMV0LV7Kki4MTXl7Df2C87qUeOiUMrDdvGRlg3Efiqh9B0NVLXYrNcQc49qxmqj4pYcTBkbYu8zk2Hm2PCmVA8hvcOjiuCi0q2781DXNnIe14yVkUqbbG3wKgCIMMJK5p+KskrGn1xfWyJ9YGI+oLVTCWTMOesMgtoYgaVSwov+hkIBSJwoS6IsY5gYfgqF9CviGGHuDj0Ard7/d/j/8pom9v96/tQYBDDxDeZMHYN9wVX3z7ZfxyfwLAjud7z3mQHZNOsyxEMFnvR4aOJl5JTiwTMfe1Si6grFMAZAVurN4CvXkoTyzDuFTEDo26cTtc5n0V/flxPoWh1os2+PhT4bh9zyYAPUhpAWfThBfuHUQIZkB6r+DAPOdR621FgntBe2KDAYuknx7xKRLBuBBHFb1XkCNAGwNCESiYEkMlRaW0IjhRIZugsMybMg1dIJqKchSYn0kijWu5EVU75ZjBHmSMcwOdSOyWHqAAX+/LEBvQ9cM/lFGePrshfhnTHBhRmkeoc79+rWZshShP3NItD88o6sEHUMR1vdy23lfhIT1KdAjy18BzorHcJuiRHD4wZRMqH14VitTfIfZLnXpzxMloscsSf3Rx4w41XqGM9mO0yB+2qCU/n/1vRhJ9UlCNZEvUGXc4G03xGFRAu0WZ3P0smJa1hLP77qBcpWgy/O1AzggUPhm4fYS4xGRUlRXQRag2zYcRIYaLUIguQ2xKKuBkuIhMRMGB2wixadnIBrYRIP0s4HUkbwM4eU/jn/eQh+heH1GEuyYP8D/2/4iv+rNYeSIG1/pQnuy612peRZ7tf3lEOn6qDOqBL8v34hFS/v6hRTBhWSIjgwTeN62zvX9kaagaI1ZhVm2M0aRM+if+Gci+fujwROz1vFFM7+WS933koTMdpRpPuUaB2b4crktFIW0JWZNUrL3G/xMp2XTRv3xejfP9bpF8E5yY/rItPeahqbjny8+TrGqOjBcexMlCv9bYS87VBhyoq/30DuHDetFKEYbcpZKluEI0lS0CIa7Fjug1+a/Jfv8ARZBXEEQZkimRXxiPvSxF5ENlVB5KVPukIMSybLJCVjLMnMWtFM610hE2acpYOvNyWKWdFCVs9QD/sP8iCOS2gJNnD3CZh+jIH8fVA0T0IEjloZqKQ4dkIvPv/v59yDAKgJB4DJFIblWpJCZYPtm7n91GHSCyLquiUVb15GhghJSbbY2/CJOD3+8/YvyVqvsoIGZZrPvlwelCPk3uzH61Od3IRCHu7Z1jtVcvUgHAAHxnZaTIYopACRY2T4eOwDdv6JoWInSEXgJ8o7l/hXl4gHT2uFrXwba01SXKpWlzo8hPOPUtu7xu2r4pcvVrgQp9sTMKn/NF76zUFpVd2/5YyZ8d6SNI2Yy7FnUtOj5LGvyNAIoIXjGcEJVgy7ghFG0G5gR18ZENthYryxWYngxUFHZNo9YUhK/YZFGMpCJDiabuihjnBl50ZJJbHgMU4KuJpRZBWQA4Jk7/wlljBELSEULEvxTnjoXyNAoptBIgsooHyGLECTgrH4UEdnyaxKf2z/b6QetZ1VExgpt6xpEqe2gcJvAEn9HyP97IH74r4M4lA/A+BMehJCI5ADTtuUhP+YSJgkvKUERVRVHfqrYVnN6mwKZiIDu3K/gquBC3wLyHrRf82VV8mlvpdG6ZB/UAXgKEbJJnWMP7lUTnjIOnTh6kzv5CJUU9GZIxITlbLYHphgDTgDtdh2n7fl2urfwNAIoAa6TbpA2D1SOYqAqtFV+rfDaR9MWiaVHKNUVUteunoNzgMxNdaxsxQbuiYaRUcLHqi3FOoXhJtwN8PbEUSIfX2HFRjXXrtAeI+AnbK7R2n5zDlSlcQLIWkkzRS8PimFHBj6ZMAs7a/jHdSVYKDjXlldbXqspthBHYTZUhe8PYJkuS4rHybn2O+e6AdISpvzzmzFrsremQ6KyHsDnRNKPlPQUartvr4fuRBEgAoY0aCuuNSG0rCh81GL1k7npM1DEA+EnEJwoMaw2QUhkC/UReYtjzSfiy1A6AXZwA1qXPyHh5vPKBUmTxW6Py2j+VsZoHX4eO7QFIkOIoOSooZRnzR0o3CVr1/iHmSCQBgT3MKYyDTCKdaJa+lbYQGl+QFo7EbiXVwArpcqO46YgBhfOkyJV35hKtXABljHMKYJw3OgYYHqCpzsIRtXEWmBFYhUzH+HUcwmtROEz9iLWuuaoAXlu9ohBN4EspzVre4Kh1VBVJGKED2NIoKx11Vd7hg/0vnzIPFtc6M3ceugpXfpDeD7nggSu9BliZG2y16Xo0q1Q6QJ6ZJADpN8ztEU2iZdV3geb9TgkRn8CTrTrrEx1kv+XsCb2eRg1yO1mR3y3H2EiBqIVj1xhWe5drmDC3b2/9zV1xWb800VRkMPKFQ+wQ40SxcGxvdcSS7w0iic2Q9FGYyAwEDExKojKmP0S7IrXU8FqQZGqqpWXn0oULyVmASihpHTPZUpg23iUCEOOcwht6gHCdvsQ3Ig/aCUfbPcCv5JUFIYJ9QTiECVD9QMz18lcjmvwyWascYEQ9D2ndHDIURIDJ6Y0RoFPLI2My7hG48B44cIVV8h9k+SED+2bRH2o+cSJrcZs0gSmWBJAYzkugoUhySRqQAEgUSnKuJk7K9SVj8KDcu6bAvZPh6RqMthIgcIxtDpmesMbQ4KQ/Bc8hZwGaW/g4APq8WEPNQVKWIYtxqb/KZ/ezhdxVcVAUCCHvEWYU+2r4O4HSFtCkGuBhy+bO4vcKkcQI5Jjq4RWy0iYZi4lBEoqSYIYKUHLAJ2WmAqmSKEl1NBaAqy3dcKYtay9HZWrHYpxTeAvHADHNuv8IRiGeU8sLADePAZJedCHLl6Cedbm0GfyITPUDMdlx5AHyGCAP1RHwWeGz0YF7ymWs26m4YBUiXCKMPElU6ciYvwD38KHpEcjwJg9dv5OQY2Jw8vKc5jLmFXWjOQZNSInKf47TgNNX3KJUc0H0iFFavGv+u6znfgvg0Ir5Yrtin5Mj0fc6vDWziOceASta9Lyb+XK95IXdcbYaCoRYRdPIPyxEZcB8zGLZGdkK49hnue+M4u2l1n22/J5BjrCjVfnFgRzSspWkklv0kUyWQmCWsrWpVGQoKbvCXmqo5LRVMZliwcAgCit/PAKEd30MEHOsnAw26KQdb/EAATp+8BuxDYAfkZkeII3/MCRA+ml5qTVEWSKOUxej1lFF2jZGgAhwZLy39xcuf9Gxe/tPkHXTQ1J3DZhFnFvhuOkGWqqAS+pWA7Za5eSryDmYGcVCZzbLjK/8d8WkfQ/+30QLcsxEJgISq2V4bf2a7yKRuMfbRQgeCcyuxq3A0NIIhaVDONF+WOwdXmKzWB1HHTBmKxTz2srcv+WHhrFNdDswBQHiqTtflOptyO8V5IigCsLcIiT5JZPUPAtcbJZyjVlACSsVNtamxCBd1BSajgRoGKvqYgkp5SoN+xnjnMJbOAaI6AxU1xBW979HxwBFfIizKVDROb1GlgFHgaAyM9hLXNWAJ0e8jsvTJGwa4Jdn1DqqCMaD0R/TCHClQ2OZ7+//pN42BT9Q0MvgHOaznz35kOhiAmP+pzMoNNPRwAJ5MAFZU4heOp9fjOnut3JargBYhKcVDkR+5jIRFaJTrjRNd/35y+7i5YG8Q/3qUbngiwJU4kw67UVlmbt63cwinmSKS2IeYpCvbTYr+68IKpebxgGHFIk01VMpBv+A9wRyRJLKKBimk/DE2mwEZYQDGVDCPIVPcBGjYgFEWiqZVGZLM2c3vBlVJbIvlodSG96hB9jBaeK/ESymA23dC2qHxwDRBCnnGaJoqsfi9yFzsQTlVSleAidL0gNEffDTHuWyVwcBvyRvPYB5eHBs067esPWowmBWpnx7ydDYZ4DFvchOqvxQ4YmpmUV/QyK8nsJSLV217kig7w61WvTNYFjVwXNKI07MvlsdNjUQo+SdgNwyfbruuIxSY4+TICSs7oJPZ9CboZDEr6uu+DNRigzJi0hQgiAJUSTr82LJftyXbqjynpIEBaa0V9kL717qw0ZPKgN6XWhYdvl7QyGpiqIgyZhGimrDWCDRBN+URIglcFPWqEpLVcQiVR0bo+hGrY8e1X5UAyKlqolxTuFNjwH+3mdY7WkR5KzhMcDmACGIRg4XwDMPCS+Bdf4BMb2wsKoESMcvEctUns6A50Zp0DrKliWwjM4truwB8jIaI2pPbxNE/SbO8B1ATDpuTW++vau6dfU5pxOrX574ZJQ5lwN2Q0ldSjN4jsvldbfAvWcEO5HHggDPj/OAHfQHB32nLwN8uL3+JflOQNaJ2U+D1wBREUPIcbPIwk/VViNlN/hwQPhudX9UiZYwjxLkWJeg/xg6bfkkG522ft8gR5BSwBh2w9qQNAIxNBHJnHxmITFIVGkSUYtFJiRZ43pS2UoFTLvDkc3OWBqE9+AB7h0lnam2uAntL6YW+lwGnLywA0XpfLDRk7VaDzDO1fIekYDOnRD1mX5PCmENWo8qAk8qwQfTDbtK+3Ap/2IivAvAdLzFPEARhzKzuJXro0SRIPKAwuDN5WhSMZ8LYMAdrOwBx8SJw+as72+yYLsKhQGTAAHnGKfxnBjiEKZhooWvh+V8ZDmQ3ighigdIuAn/tBiX3jELLq9r9Ww/VrzcIhkFyv9Walfn9+XxIaq8Ltv/wvcHEohAsqgIaipqRFRVoyJRaHw7frgN681AS8RuwCpDGaEpSoqRkJpGNkx1pCbBRmKcU3jTY4B/jGvs9o7vkVeePtPzrx78cf8J/okP/0MRk/tfPgMxwcl7xHO/T3XfmcWHT3hOGJnqB2K5bwdgq/0n7Ze3f0HXzSWN+9VDbFtHFc2hvKNqlK7e8T16jNFV4NtwGB8Mz478hsDUucUlESjhQBYrSUxZ7UYRgjIp120gyHGVJsgtFw8SSRDIOM/13/RzA39DmE0AstpznuEgw1llNCk+BR/7hE85iMGJihyXoJz46WD1kU9lrSp2A8mr7hHVaxERm3IC8pEOPSpz+K/o17qI04n3BvKEqCVicIaTClTXd/s6rk6fTFKqnEmwKBX5KREtVagpnJ5n0QC1I4L60NbA/MZAUqpKUWbGOGd8KNBTTG44DThtHMhWC96oUZOYtPVNwP1SB6H0qMACk0Dz6t72MalAnvkEQCopVOUdA+kPQazf9rL0XSLZTyeDxTliPJ/RMMl5B9BJw0hXTq5PEZ/4xMnGsxH6PZ56sYz6D8oRAuTDO3R9RKezUS7lFwWzWSaw19/77wrZw8QSIGlsIMgktnVDiIrCYuyitVoHoaHUpm0pbWuJEJlFTqgyChQXsUqMsuIY54wPBZhvt+O/mFL2IRBFWldgYML7FEfUHFGAh8uSIYHx4nbQH9rJGxoZ/YbYuCdk5bTHjb7zsB/R+GhdxxGDBC/OjzE+GZWjfhqgFdAgm/Vp0PjZUB4ANjRyn3Z6xJVT/cFpdeNVh1/HJyz5bAnbuUXuUQAEyJMxpdx7ATkCfKHgmNxBSVuwUagI8ZXSBs0cJUbJMaqvVwQ366N55tLQDawzyiznZHZjWDsYqhjnjA8GN78pQNM0noLfTizhgspDPZG0OX/ZoueDCuQxeR6O+S/qjLmPKQo+YAErJ7A4GTHSu0DpFdH6swXkuyGh1JcrHbH3uvBFLqA5UExE3oMYEdUeKFNyASnajc5W3YLuu1a/kB78E11HVay47zLJOIbCfvARFkq8J5gszHCin2QYwaKpxN4aNfbS9FF+tUgkN22GyAaytgGqUZNln7BmpZPYtB6IzrdjiHHO+GjBCcOL3zAxseEdXZftHFpibi8441ax0toAj4TxCDxY4Cc9PnQwBZFY6YhplianiDgg1xMlDQbU9K6gLrgdbqeGpi6e8VXu6QLWxwIeu2zfHYkl+T43/gJIibocCCt5kwgVHHObF5Hi04NCiIDZMNDn7cQJNWbu0yd+mfAvWGd17wmgCJBFG4hBokHNbsRqFpxWFZtIX092lVER0tkkgtqkt9b0ixhRmDEyF1MY6KNiKmKcMz5eiLw4a/TB9Bz4Qzy1USf3BPqLdtFNeuPK0eA1xSvoYtpjQ9+OJCn2WcChmqh2qq1+PTjv/MZgF8/Led1gpAFoAWJZ1fe8c2wpnkdRd7XnFTP8BYiBqkIvdodKHstzEFgJdy0rOcAKVkqiNmVn0etjigb+K9l3aZ1ARajCzPieAIoItjGCR1IHUsr1ZXpX1dwalSANORBUsRi1mWPiG0GqVi9j1RvNCWmWceZKHCaKKscQ45zxsQKTL6agpg1vKZB+XSYpHcDRgrWdYYt+KQ9FOCkUQQfqALN/ufQjkY0DMKL5r1MDcZHcEIMzLED0cKR9M3RHZytezhfJCbC39PiqTWE9IK9pjEN5K5+ZQBnGGFlZC/M0kkWmUIGU2gC591EKWXlYEFBVqlP/mgMRIdP+DaGBU0b80xypyHuCuGIUgJAr2VVJFsUQKAJRuDAwyETKmYVVtWHdmSwtRZTEqQ10YdR0qGigg8w+ZwnGMc4ZHykwV2IC5tzx5MkZCmjFmqcaN6ES4SK2XhpPZEZlvl0BE3eh5zijOgAaaMPiarAQEcm3gW55eLm3ri7dJpjHXp4Wm+6isc63k/jEBvpIMwbVSY20MEC/ITLFg58SF+WNKjkyXwbYLHxR37o/OI1LW2L/Q8KPjHfE+kgRHXbU68OmtirP5noPIFWM0PpeySMZnOMtEIrMbVDTiKoXKBTugpJyabBwZ9qHXgUzD1vG3CKfIjmy5DpOeSbAjxycejkDlZzgOXpCRJ1U7fRyUUxXbE+ajJ7nSZG+RDbdo3q4T+dMzq9yvkZwD7cy8G0gEgZ5XNELZml5/zxpqXs5GF8kuEJW16CxThwIVWi5iwB3n42WBME9RwP3pDbgQrovGXuYN7opbSW3e5fNfyRL+oRw3/4j3i1EEmSPXLIiiKDGrpwQRGTOYX5RSLS75iAkV1WUfAdrXF+kaxxQsugoyLpikBdwhehTjHPGRwmwCs9/cIo5ucky6bAdbeEKFNSRssOh/0eVJigv3zjkw0vg82hd6OuHLzr4Qj5KttHkBtTFmPZvB313qAvtriDAJf09nedFzObR78gi+otYsPoSPTlg+KGITtoP1HCP8YEHTCvuC5njU38QyIAsQbkZZDbGQ4vuAs9OKT+sgm8pxcfbFbblwOU7BrjCbtgADZMUIjS7WVVBuWHKklVVhFONgiBjjnRp5FiB6aqTLxiwhTPZBcKuYEuQMc4ZHyMwkfgUkd4H/BBv0IHv8sdEw2pxkisw4TQdMX833A7pJbCoZzyWdCA/TNCYvGaGq8Euxpx/awheu4IAe1/685x2sIbf2twLByQdnjVcw52UIzIHnnQrkCN9SOl1GxziwaB10RFGqMN85UinLoRxSlXRCoWpDaz7syU5lZUxkzoZsJXtA3urCJoQbzQhPTIEYkA7SjTZYYM4k6Ip8ps/NnAxappgsGRlrShc4IKNziwXcuZC4rYWDJsY54yPEaQVMSDnDqeQ5lBFen/K1nYMvtPCU01r4BaXQQx8dYfL8ol4Z6dr3f8q5tmF/QTeT/t2YaeKhFVSYziPw4IdvdbhA8HKRYHy6TDIqJBG0Vsko+ZlHakHPhw5FrpQy7KeCHHXBNXLS2PQm6YT8LrjjhJuQ3Jver7VRYp3C1NFsAkQBBIKpMwjGai3HJDUalxBarjhpzqJ3haiattGiixo0+p5KlRGxgZwz4SMAYoyqsoY54yPD+Q9kh8oEEyEeWMiDECrG/1jSu91WMppnTcAs5JDFBXwgkIET/XCLys9ZxUKXV0H5CV27xskpj6e6MzdYO0A7KPAK73zpEUB9ktkr5KzsP9IYxwsqV3jO/VTDRb4NcDeg0N3osMMymtwqgONp3T4yomQZoeCR1XxWm5gKC3FfpdoQU/rWZWHeb9bFCoaEY5VKU0hzIuD52Tyl5DxSGgbYutMh2KM5MlBXpJhVuQkhZEdEzHOGR8f5E2QARkxra2wWJ9STfa7CEeom3oJG6eaPnuXIyeq3Euiqc5ZyssL+6VZb93pkcZBEoOC7wsaFsb3PPaBoFdBJXJEPby/Rg0FcNCdF18tzgczQ2zHgh6eFrL0A4POxIvcF85s4Hcnq8HoS/3VoMi30ytCquoprTES1pf/nn7vrO9Oz9jJ1vQdARTRckYBCMXkI3IpISgHEbZBRdAETxW6srFiRaEI1RCtUlbTQZHb46dGtVkrbFQajnHO+NiA+bH2+lfTEjPIjytRluce6GF9ek7XT7NxNGUBT0cyyBrT96JlCbo5PPrlSZ9uCuzV2GlcPOKwgct6FeKVaCj7xvBrO0BO59wHrkfdqzD156mNFd99xDFgtxzxl6H8IMS1gDzylhWB6DW2uECSHBieHa9rmRh1NMK8PAwYdQE6CaxsxLArOT7K4Ec18h9EPTqz2usPeQdPqeDdwSxBBhNrKKRTB0AorDagN0MCN+KbNjRItqQYcZi51bRnchqDjKgrypQgm6YKSrSJcc742IDpsTD/mUXAf55j1ZXTlD3WSu+gHppqIEOUWongTj3ZiUs9AEXLRk11Xh/dzHy9S00ya9hcWE8QxCSmpjhJMf8YRgBzkRnWYByxyvr0gukwRLNNbzpTeu+fAOSeYWAvL879RpCm7uICrvvl3omqwA7jGLBjwjUjB4JDoYQLyK20iRPsO+9+VJX7mvtTXXMOilio1MYYfeyf06EOXZ6Loplipd4asulA0IQ3DdOQBDNj43BcSNjoMwLzWSA/AmIFxwmKStrOmVluMgioBo2ostpjZ1ZDp2cC/EiB7zFmlKcX0z7H2LBfQhd/bGgFzwUeG7R3U62wDNMU59zXpGeWmmRLHRlFjiFUxY9qAN2QH6bB/rYdc/1DjDSiLoIXOYv56NANaqno47q/8ATZJVi/7HSorkUtD4lmMOCDqeBTMyfGwisjkRSNjYfXk/TkJLJEOItqlnWrFtXjnnDkrgEZl+DME/GxQxlyh86G+Bbh364Cs8SIPBxCtYFgxoKwdlRC+XArTpQMeIkqBktIiiQjiyrRFAOQUby8iKmKEi4mlHSMc8ZHBpAFQ3KGbtU44GSrkC9EfgCkGMFvM8Oc9CtxaZvCmZ+Ahw80qvr0MCoX4YDiqCX/SMfNAMzdAcMOEwNFJKoOjWOteX5x3vWLQ57aZQ9EhGEwRIzbu6BbLmF3cT5lmgPn3hA0uu7g9AA7UTKVK+5xmPIDGqRKgBQ+JPqhneg89Yp9q7u/dFQVnchQOvQPkrPy7DQvXrL47gCKCO+rME2BiAuZo1Dy7M+5nEkuSam1o+SCIQWcSndPiEoIqDYDQANKqbNWCE5FUIVRWYxzxkcFznvMFk5IpzEfT+NA3QjL7qI8xnmI0C7rlRuq4XJ9CpJ5yceABsAAfN6xjuOTbsh+0GEzdUL0dkgmp1RDbGKrxhkv4NuR+PhqtyDAsBgiCBAWxjnC5L6oxTv+bvDhL0qUpb5wJjO3aE2i7HpY8EQKI5hE83n4kCgle76Gzj85rtaV6uM9z7Sy3iVEGIbJAzQSQugqSCg+PpifQJInVCUo2dgIyVGuhYr4ZGROTdUYkRu2AdVZKmQnSy6FGOeMjwqeX2Xag/uwjkpHzjjjQpRz9by9AaxBTLO+P6wrQjIG2A9MwevmQCxkOs5/JJYXYEUqgxGCFuLheG8DHFKILaTTBl1jhNQFOS+oTx2dLAgP0QL8RpphBO3twA3KUUA2gJF51CzDm3SRkk+8iFcFQH3aLIPh4tVafeec3piZ6vr0aGZkglYcQSQbBux9Sw5GRROK7w5BFMUJM0xo0olbmO0gVeTb1bJVyUyUZLLWKB+KrEU2NSHUFt26OtjYlGzLGW+KMc4ZHxEwKTjjcy6t9ZJaTNPRXOH0JYY3QCTSeuA3oiYUIAVevDy/8LvTSDG8/RekCA1LJUFkKExwW7QdhzwKATi5hS4W6Iioj1tHzghQqeFHGhoXHbzrpIGO4REuQSt84PfWwwrSnZ7trfDTwtcPl87gx6aKqgEpveg3ypYHBRLWcUMredZUENlfsKeS+gePRva2YZYIspAzVQLpJjIK0jkrVpmKiIGVsKw+UDA2wiBDfhgRMJaGFVhTyiptU4fISM/PylakAeMY54yPCJgTCp4aB3n2djhVVpz/gPy2iUmU1nE0PtCfhvGKj0t+LuZ7eUF3EG4Jt+skB258i+yggtsCjTpMIDIuz4v71nc8ntfHJTDHOhYYWYLID2MvyunDAw3SBSz1cFTaFaBODjMG6utjvKgV81rgNgEdtPoHKXd4IE+ZzKMInOppCQYq1GFBpUXZCNf1/M0QNIFNRA1SoyAXTKiElrkWBmylDGcxGhJhRVgMjfNTAhERgYqkjy5FjrgwrSyyxRjnjI8K9cIyuwlCmUeErg6RBN+NN++OkMbFSeL1G6zvnHPbF8Cs6FyBAtEUFtiiFLGAAv7EBfHZaOAGGJRlYvwhTtiDkMkU6FRsGQ8HuOouiv/KdLh/VyH3R92J9Dh9MBAtcJSUT8JxLnuNVLzXXmetDqHXqkhmxbs08K/DVtn8cHeDw+N4BB8xEf9R+fUcnFLvCmSLwkxBH2YPJuTJFYikagjviyZeFJesikj744TLFTdPQjQDRUhEFSs7l5AIMZWlboGqGOeMjwaaX6v+ECQlz6OsrzwpNZNIDYtD0AAnzzHPaFDbIhT1DKVcvAOsfi+6g1Nf8CbEZXDwDMGFSQTMJP9liuk3ArrDHpVuphCxG2mf7WwP0IcC+z5udzFWZ8vuJUZwCAOsVLG3duGQsBExBajyyHpQHCX2w6RWzVbc2SET7A9f70udLrgpxxcF/pgwKxnQJ0j4RH4JrAsVQIIGkU6pKOfdQDQh+hBrFLeq4ZASWnYKREZubZJU1yKSTQ3URJuDzzhEEYhETTlAg621YQJkHhDjnPHRgLOiPz7FxMs5FNB80ftAMHdO+u6lTmQgY7V5FLBO98iip0GPg8f65DCK1cimFKA+4JEvJR3wl6K0tR83RC0oCRtrUm8FWkEnQsWjZXrVp6+DoXh+4XtnlbTnt1x1HB04fcBAW6CdCdRdBRrLkTKhiEEOXTXjziQHRnn2QCp1nJ/WlLmnzX0yZLsUXYXeVkIhhsZHNaTJO0DQhEDOEG+QUxSCRSptheOWUWq9sSaVrca6TEWQxjFQBKI2CMiIDZZGW1vK2VArhTwT4McGOhDd8jA9hmZuYKL1azgYnI1YLmLy/CQi2Os3r32Lwog4Pcl+me6XetC8pihvBqEADsFM9RMAGeJ5AJm08AZgsyEOMdCSAN2O+IbsHiQB8EjnObModz9hC1etv1x0cN7W9aHQgV5vuhwieKrS1ahQr9ufAZ1tr2bojbZBYBSVFAMia0iAzGl/LXpeiB4407+B9SiiKUfIrFrgtsjOjSCiILcEawBVAuwSKlgfuY4ib8BXTLoU1fnJckarcRUuNQ6sRXCcKWc4NLA16w5/lohxzvhIwAPyXZdP4xtMDNADpz9nEV+vCE284WOpBz4BmpOE56TmmQrU2s5Q9lC0lvSmRwr2IBFVJoUvjyFs8iYo3hlrZ4dKRCliNVc6AEY/Rjcb+qNVd8GLAwm4q4ywYD6Eb8haaK3qDGRu3qwcO6HQ1Zi49k7yYJ73m2XANbPFthXu1TVri2qw1yzADBvLwPBdpSh1shID8leo56Nohua3hPZWyAOAIpIrSChBhOYWulwVSCQJjiLZcjOiJcaRVFU1W6ElXYAJNVhbVX6SmY1V0rKqzFQqi4AOqVyMc8bHAc4GfpfjBrTBd5pXoHES9n5WwV555npdOgY8F+VjHCy58rWGR/hWcC9FMiIIbPRGJUxJTiDTHp9rHLnMpzQAOxHiDpA7ZPsoNVWYrbAXea4ArBGngIXQBiM6xoYjz8caWhFgfogV3ktlX00QxloPi2HxsGMyidJVqnErDvpT6sqvT20SQpH1vgHBg1ufHoutUA22VCuPmzeADu+GPEBDGQU15ayBgZ27GmUW2KY1ciI0rVzpjXA1qkoWNTSsZ01sKh2mWiworZNACIxinDM+CnBaYD3HqVTmRoEIkGQXt3uSCqGJeUSFI6/hqOZktZIukda1/UsWFrVxlcgj/JzRXe+nr1CvV3cn+SEMwRaz1sAoOUCWD4salcCPGuqO+l5L8hjlBfmFcBk+41nJODLI4ZGw6lUoDQVO9ci7Ka03HEAB9TrSA5/ZTCHKyKLgZwjyOYTnYDMpSz4i3oOYxkBIvrGb6A91LeaB943uWKzWtwMvBK9r7QZmCnIFKYecEgTjVAVdPCkachGiWKTacmPLsGtDqmuiwu0NjJplcqKmHDHNIaRJjHPGxwDe0aBw6cv3hgf3SYBgBhgxRXbjhgSmbMISJ9qC1/iGrEjXd/DKOpFNgOU5L7GW5pP37AHaoA0tYE5EShinBxjXMLaMNHzTiyV9pEW/OuMw4QEyszHPk8IZyYgZlcr6QyyTQ96E7DK/2WsD9HqKvVemGlmpvXkfs5vnOfXB3peIPD6Hmx+Bv1N6yDYri0jlwuBErmGmbgsdxp0AKCKpYkgkiuyghX8V/APkVnmRKhI3RVtIs2iIqA5C6BA13OYA2I7JoDSrB8ZGtNPUl5kxzhkfAch/mFQHmB+eKlYH+kNfSxFfdF5GhmmUd4MByTOaYeIQJRRBQPZpPOeFdHPGa95Qgevret4dFw+BIWQUoQUrBwbUTEWIY1CPGhCRy2ylRIkAP5BAPYYf2PH0Njh+cOkLgHzdHyLuYER/UTXEw24Mjn3U5wRGus4dMu0ACj2Pr+oE896lLrOZBPthDEfPvvH50uza6mxxspDBMTx70SX2MkAxaZAPPbP5u4BIQq/TaLgDyUglWoUsLNYosxVTTV3EaZbuoUJpsnCkIVtunF/It8SRkWi6rthNcGO6jnHO+AjAOeEb6Dm9N+58Q+7pSZmQXaepFU8WqaAZZlQ9cuWYL7CVk0cny7TGCRieDrmhu4ijg9jUW0CkaMD5DYzUV83egWkxDAGZcbhz71KEhz7x7hSI7F7mEdSy6e58Se7gPWar6P2Izbj3QhyCZ5ljh4yfoT/oJYujJYrLyYUlCq+xYjelEecX5y8ZIimcx83VBGhPJ27o3rIC/S/Uit9rAHE4hrcFckUiWS63wS1ORjZ1ITaBSrAbI6cc4qOt+Ytii0grwqYNiaE6MxoGDahnYVBpcybAjweYxiIvzQRJUic46zntI6VpM7RwKVmUnBB4whLTUJ4b5joDX4t55kP0l3vHSGgaBvMlAw54AdAk3mh2K2otpQgFJewQKvOEW7ZvMogWOMRSTATIDEX4MEEts9bNs14NWGxeCBPERmnsAI5HymOianz4sP3ECiv1JGl2CD9b/eXJ5ZrXbupfAI/vkkthenc9djsfCthCBeOGO/aJK9jWj31roMsk5jBjpP9EpEADyDIomZEeY0PpAtwmeTXLV6lZJJptS1dvcYTIIGgvG5BfYyhReiDGOeODh5hLj39yUpOk4RomC/8FHUhMGzkkLFhVKWHLcwe5xFVABXsr8h+n3yEK8s0apAHmAhI2gVbHvunVKLWwqYgjyieuaNvDf6ILJY3AG0DSmCcOxBpyskQzGlqMdN31qyHFrA7bnRdA5Su6dJebvDaiQOxLeG1bnrRNU3A1GrQPiHZWoLzI5EkkydzwDUgTL4DzeMCilBmwOt9g8bcBcoSpwp8gD/NhkgjRCNUzrCFobaCLAg2G2uC7VDrOlKNkQWvtfirDCqcD7jw/YafiMc4ZHzo4n/EBdI2LZzN9nZzHmmuShKQGTCSoaaiJBMmfgERuQB2nXlFyosPh+ungEpWogRPeAAZJGch2ZRAGnHALuJbkuQr1Txu2Fw3pMKSUgeVLp094n975Bbuq53hpMRkEyFdPYnxOt4UBDmOoYnXinJFldqOClx2SayPZQr9UvHrIuxWIf1bbmiSyJ7uW6QoMgd6ue+R/vJJvHaSJpIuIzUupTGJxTKnmGMFjFUUBS4XcGKl1CLUZNxA+J4GIOcqlyv5qNUaqBCcbkUKMc8aHjh6eCecBZwPmly6fk54zg4Tk7RjdS7JGM/WwkGIliZzuffdS1z8n3bjWrjsM0+6k58lnkgCPk6Ep270pShXsQwYnAS5T3c6CxwLPvGz16Vb1MIXzi+78WOcPAO4lbpiJATIJSD3ucX/ctTeFsMySNUZ6Oy79yES3MYKU6gfiwe9SXzzGQ7bl65FW5OgYcAIVH6rPe4vDA54eWWIF/C6eDy2uCM4grQRbEdimKxVx8o5Npl1BB/JUEld+0rzWY0iVJYsNIwlWWJfbqmurUkMyKfw5E+DHAsxJrqLMVZwug3WmWfAgD8j3cCAsgcE4E50gmNHOI1WIWI86oGC+Iaskn0C/4DNXfcqBmdDxGpoxmwCs4WYw5w7KRaL4oxnUXvTRHSRHoOPo+mlvn4vH1qTOPUCVoVwrW/QHvmpP6M64dxrFVmjPXHGbsTsDgf+aWl+eNuZVf7nyPdUJl0GbMOJLCLBM9wjOSMv6Z71lmElEI0EpRvAIP6EMTXBhYshlozRMHcrH+VRCiEgKZUpV4jRNWGwUBJJmWwoDEzcwE+DHgX65wgczgd6PJvdoMnCaxYEriSI5TPoR/3GaDfwIOkiM+fJcmiJBekFNZyhdz13CCZGdmIjX40x5gJrUN8Fo8cvC7g0+IjzyixuyYeFgDVLH+8SDEtBDdIAUQ7ajpQzZK4JnIqb7h+KhXy25RwZ7aAonPVxHYLgkD8QOzSx3rIFuTcY/iL3RT1be36KtAQv6iBwXk8uTWC1PNPdmEFcAJg2CTCLu4QYJEwkdurTZdP2UlkEbCijHp/pmESNKry0ZL5JVUAhC87Z0YYxUlXZinDM+bOCLr5ms5RonxWgqiAGsIi/w0aGc1RvLNFQSj54T+pUePkIcy9bPfCbD2P/SFAQFvuQVgvbBRD8ba0mCE3TYrR0g7w+1uWApLsHeobIVlHJAv3g5DJ/VClNfGkM2OeOJVuypcsq0EqD0E09BIDhO1MPRggI3zoAk6Ledai9x5yK6iBvtGrAhRnHrDIWhn4hsttODRcNUg81I0H+Yivj39ToUAd5k4m1CXMGQnCYWCiU2I9hICENi045Q+aZARVUyqvmlRfWCsrlRkCSLojQntoEwOVqaCfDjAAjnjLOXEym9B+cIq66/yMclY8bo/jU9AQZztbXj4i4JD1XAihMx0piVF3yCFsXKNdTDEno9Tb5RZ9Rg2Ktd4DqiJhfGVoKa4sdBn6rAgNn3tfhM7mvjja2xrySwrhbQb12zMpf7I94kPwIK6xoc+MI8xwJNHHJ0dgtnlx19wqfotHC+drzFGHiJQZAveUW21rxw4ekH2ysN+7eIAZFJrkxCNCxWtK0mlG16wjdrfcakp8pTA7nklk0eTwRKX5HjMAQUpSLKiGKcMz5kwJ9ZnXI+UMYsIBdGjjZYSeo1PZQ7PrcFs4tP9evXvFqlAUsqNvmRRECUzePpNC3NMY6cdcY2rA2Nt2Oo8u2YmL9sAW22+iqzEXwUYlOSWNAWR+2YK3SshyOJ/KQLIi4xFrBfZDANrvm5XyKJelQmEcxn8JUDeVxgBFmhmFP8vRrAtXBXiwMhp0FWhjax1dEJ/twtOdD+MFbBNHh7SK4YuWshRaoyT7Uo8NK3IhIoQT8uPwYF5XOTQitXIRBidE8bhgK3zmCeVF7acBPjnPEhgxNBT1In+3GTHo6ga5V9dz5nG6GFGacuabMCiiNteVjvOTOPX16YWDjZefEaNuaYjLDBX3BNEhD8LuXdELwSMcSAalEf8VEg5fAx1DrjnO3RLKISN0C1AQzggM9IQDusTYDaAsFElJpA91JvQDldw5CmwjGL18v4AsfdETTLydcMC93zEMRzErLffpgPtCver1IJ0HuCJYIA9065R/jUfWTx+sH19ccnb4agiQbhbpG4TFiFYpSkviEdghXQ8bLeOUXKTwmCCwJFUA43+Kge1ZgZDVgCXYlcoVRSEV2ZCfBjAOafZsNev+KjqKAJHqGoGUGt18c8IxpvPCf4dNTCljxopWP3vIsBOmae06/gxEQVPLxFO1GMeUYxJurl3lmI3Pj44Bju2hVAc6NnMqHAuAz7EaLaUieqVFUVSVV8PtahRyjowKBxzPUrckSVbGICx0ss9XkUwOdWQKW1J7qFI2SBDiDjMZ/WVHeed9PFGhg1DLod/0M+vVYSEbUpIt2ty+8d20cFvjH47UEkEexFziBtOKKU20C6YA0apqswIQ11haZcRQZtYtka1EtdbAJuRKYREq1OoW6cOxPgRwB8501iceUYmSungecDtzHLQE66rqxCbg8q0J2nXOLFaRAmeK+wssUMPIyW1Fc+sXUS2yDCDcBBuW5y8oq2TRNoeG4bEfNciy77c5NbQ0L9f85LAUMB90x7zDjAsHT4zsfwGlYcYgkc84QPbDYHgoq4Ld1HZb5RLX6LAo2Dliflgfy9GlZbqqq1pokUvJUZf/C2xYC8Z4RL8ok9+AYImiAyrkgWUahulpPWF4RZqJ1T5CaUamp9RGTApABy0wjFUsTq4M0N2CwyY5wzPlzgi9/5klkCsaaBszwbpC1Tb2qCsIQhW4IyPBndKRKIRycEv1S6QzjhxnmxGSOOl021nhhccmdEVVkjslEHGHrQeAkDUU9mZZvPTd/NC+C5L6InMAClHXaHeo0SoEsYTdeCrBJo/Bw+4OHp5o237Bof8OcUvGmVPKuOHtFU14cFRfdl7L1Fip3g8cVIcCt7OPKItNEPoJPtM/TfAswSJhQJlcGosVZIx6pRATIq680WEyrDdTCAqUqiRLG+DhXZLOyscIhERG1oJTJhjHPGhwtNU3/3+cojsAISXEvmxR7M9KQnTovjMUAQYKR4ixyr5Hy/OJdblOdHk2JIMikXVUTTWKBXUy7elag1RkHeBbuUghtlj6KQTjwiYIXRcFkPvRA7xGnSiwaf+1HZThgyC3Q/8XQKVFPjUGPOWMAFpIClMLszhRVcTwloInZ8dD6Q/wx1IU0on/jwoS9+5obdMROq44zfEswYhghDkOANyWREcOYXB2dRcDrUqkpOW/NxgMyNwGRNtQit7CMKmVkpmq9t7U/muAKkYpwzPlTw+67HC/BwkElKh5J4tN+UFcf8Yjptu87DJwrK3MF8Q33QwD3KJ83DzeOLcHOWcpPJjP3ZBjLNput0Fdgf18qtxwF/7TQ0GRrRARv1/nn33Nf/YIGYd+2hCqyfEbxHfELjwA6gj17y6F4LKY0T7CfzVrhtDXg1UDjOTGHNvdjrX/JVTFsA35Nbou56dt3IZ5WpB7SJi/3QkPQgwEMFqtl/CXqc6ltDMkVQBzajMABVSTaOWotRknL7AdxWEzJZ+bEEfOo20GS2jRU1ApsoCSDGOeNDBdjpGBvegKuJUlAmYkyIC22nL1EGMHHhn0WCyfD7RCVZscjFoW4YSmZNTgHssXll8DVgdbXKy73VcdediBqirch0qlF0L3m77FpPUxYKx8RvQflNAJctaVv2HxQDhFrol4WYRhRoFsM2xqhV9/hKywFWL+kfooETsrUuVKILn/CNwekfsu6D0xOaI81yqAB7ZKX31PNJ+sGAw/6+GUwXgSoVFC4BEYm+BqqJtKlUopCSlQM6AwapqL+QWEln2aIJA2uLmTBuIcY54wMFpycojt4fQwVmjd1BTQrONaW2zQ1OwGY+I3nx8jys0YKnPCadZid4LkRH5L1QeLMVW9vfChRgmYjooYnQK/nmxoJlbvyA1BZ2nLjDlEwFYyqbvpESW4RayELEsAkR1dkJH5RoBXYpNnyKxDagCGzVgP4B/Dc4h5CI5pv/DM9vuYyf5upAjofCzuDoi/BmEEmYXYI4CoNVFSGaGao204Fq69wRKSknfL5IldAulZVpiTUO+iW1qa/RWp3uoRIxzhkfJhbwcNa69kVH/EMLcApr2iQBnnE20YJcMYYmWZ1lBCsoYskpRDPknBKwuSWG3QfaVFSrKJ2/9lOCPt6szzcY0DukPMEGNmGBpgdHRrk/2KGEV8ZGS4CkrRAArWj505C7EjsV2wGnNdBtd3xBc6Qh+hR06Z6Zk2v0qlOtPtrLHUZ9RkAkRrvyDSDCMJGINcwg1nDT0mGqFHzwDaBQaKvhL1da7LKiUrOjyJ1AITkVK4ZRNPJTO4b0Mo1xzvgwwe+8bhrNWRDQhCGFKYNYcRaWVIWoj1NvIycxODlpByued6pNDW8Cz96KmnDFuc0/h4xLqJu9U16up1IFwV2NNjQjwmBnBgzY3iA8JEDt5MDyZWSZ+Ar1cf+OWiBQL8m86eVBUKBtdY0fgb4MjpzqnDCgbHwYcczSScWHw7wdmCxKML20GiJIJymHSeeEiRNAEZwFQ2dHBQIzamCOWNO2bQjjBuNcITQsH2TpXOtnAvygoVmw6JfYnsRsIXK2cSKmlvO2zLSCFW/60NG+WvpaYLKZZiLhtD+3BSfvuAuRZlMU26NjFKPJGlHKpAYPH3BYp5KDdiIx2jPqTcOArQe4sRcLBSbvSfIPi304SsB4gHFyicaZt+ZDZ6PXILSoD5lto6hKhXTBC03xYYTdtICKxDhu6tYQVzQoPmDANBJkYoSEqPJaMbBgeRArpDvYoDRYslQrN6LHLFrzBaaoHHSBkAJyZsQ4Z3yI4Nzc48sj8JvvA0FC/fZrmhh8ZnOIBZ6kmHxbzgxPwMRntmlkKwa42RzkGBpwEg+hNBvyX7TrsCESWFHqFLZThhhl+DAXG4w6yx3bMmBUKYw8QCKIr4/LWgDtV14x7SSvRdRdxMPesGJUHQ9uCC1w0On0RyFA0F+TSy2SfB0SU4NPv7fc03sydX/wW4BppAnEOF2QqmAtJwuFDejNeSEN4JwSDAljNzA2hc1qHg2tzJQSka0cizMBfsjoeVOq55FngNDwH+dQpFYbDgim0GhG7obCMopC3kS/y2NDr0AtrUYUT4T8DEQKvPxnwwdkqrCUIQO96aNCrNcyYOhhWPdoC+1cX9VioGXQmm7DNlBOy9vRGRH1dAFbXVyYOPSp42xYlUsiRLf81/JCR/cmM3l+iCyIAqNR3hagCNGF2YQwjTHNj2lEvlt6W8yHKLMsiDylaUsxTMOW2gxSDNA6nVUClHApBPZLJUtx5QuUajWIa1aMc8YHiP5grXOBmiZT/h9CuSvusvKRhVvSn5Asw+BoAtPamyMbyM0wTIkFGOPF+bI9gtfxJ2MIeYRDvuA+JYIBSwVKYbdt7jfuZuREClhOXHDU89l/ea+IoV6zPj6+JnRYGp/68drBy7zMs7SpfyhX5YsF2jgIOvTmUv9z5PaXzQ3fbwKRhBnDJBbUUVQDvkrV0MgJoEpA5hSl67GatbTtKR1yaEtDpVxEJQxEo6YosWSM8z3h0f7+oxrNeDMc9JerM08IfveNuPqZkCeQ07LeUc9j6NRe8bz2TYwnM9P+bEzzt4HB7GUL6LGlNuRnKA66xBucW1eU9BViwTH23YjTxHSAGTD3kxKhC1UF9Odb7/ooQPuDx0Srs1aU1xijdqzfJcaVgIXkGCunZ466oZPazNTHAjPK//uNYKoYYHCozoziEJCETbWi5ERIkYAQLFb1prM0UVIqZ0XbNpIJNmGKOKVErYzFVFSpBKQY5xgPn+zv7z99GKkbomfhgiehJcB8RzUa4OiprL99xn/hjB2ABbC/6/ntZ9TsPYhKac4vTjseFHPSYN7O0MxuKg+8K/7zoArcCNieAj5tcDRIthgNFYmNUZwg308ITHi3Ejzhmr8tqdrCgO3dvVegP345dAILSj/dCCU/3MLvd3Hd/r3Tc2BMj1CgQxw1M3q+I1lvTOKNIm+OyhQK4pAgEOsaiICk4iY+qWolYNM2YLUVKTfMFoJzzJ9EpKuoELGI0x+nqm4bAT4QGe3vv470DbGVAI/MfBENcPxt2H95s5n5yUJPY8KfJoQnB2aOr1gm4LeEljbwCAjY8x1BUzRwNUgxq/GqbtFjATwinLeCaYJhU9GepJKmahhVnJ0PTnF3RxPMT6eq1XKfsgtCKexH1KcHONXByVeAbII/QVOG0Bcpn10jFnNbVvitpzxFjD5KRGaUZJKmPV8Pw6vj3xzJFkNURiLB2LdiFKpin4KslbBhyZFMWJ8+GtGIRGmyYUMAMpOloRAYpa7CBdvtFgLsv91/jT36bH//lj4gMcVy9/f3eUdWRAN04Rx+O2DMGVuhWcp5ygVcqJqvPGQ7DgQdGcy654iOUObG9AdSAa2MJ/00C7wNoOLh8lzPeAhuS4kJXpCYIkPILXgmpHYTY5+4G5mnyJuhcE/x+mOjsFKATiEw7CARzz/YAdMM2JBt/1P81sTpYMncLmpJPQEVcP/4G0dXFeWgJQO+lUVwMAU2bSCC9AhGopvqItZQTn84DcAm8qRHsN6R9WNRaA0V2uRU24OADXrJbRTUJsY5wvELRV+9CRlNEeAVHmD3rXX39p/mf3jGFdBkAZnpAJf3WDOHdfFyTYr0OOti+tScm4B3H7QgDYT41jGmMYI6cRw/mUgGLKoNdIPbcbEPQhqga+lCl6ygJl+KXG8XMdIDHF9ooj0c8nXAPyKkBqi6sFvm6xJE7eYFPFAWrG54dkFljlGEC1/6jCuZAcp+I5AjgjoCEEwiksPdQ0qKioH/VZ3CkRXhClp7yqVqQE8RDNjQFkwWo4pWU+SwFqz0NsY5jXv7v4R0CxQ3b3kPC1sfT4yDf8hi9Gz/S/2LXjDufv9HmT/Y/5KRDkLmAcGHX1LWV6J7USr7tKGvNzbcK3ZGyuQBeIy8JmEKp+aAbmBjcyNMEItWYe8P6EFhv0zgLzVWTWEJPgsxHoUacgv4dSFRHl5DvbJIRhGCAfPQoEFKa6+DuRoN1TUgA4ZYeslI+/myv0QEdd3rcZWNtise5+U5YR4ZvtRr06ep/maoFGKOc0gmUVQcMcYKGddQJPJao5JHxoTSlkuwMslPtkFjrclUc5NBn4GGihjnNJ7s3wvpFkg375gH9oAn+D9VD/A+ogfh7N3b/3LFY4DhAbLNkx9dSAcE44gk9d1/WGZlnzT8rD9OxpgADd9B5oGiouCTM+WeTM6622Oab94dKs8VsjML5qbEA6wuGneL0uReaH8bLl7iDzsLsEJ5TBJ8TwcxWAP7H3HVs68GOEHtpZ+V0fz/FPLBieywDbjk7fNFIoL1JzbUls9bXJxRxq/dafMs/dsiKYNckVTY0JA+jkJqzAo2NTC30qVq8dbULUiQ5Ch0QlQyVX9F5EYNY8Q4JwFHbdd/6ATC21t9u/8CXvmDb0lg4RVGVjh78ACfXuYxQKyApbtHJw92KMQjklyVIxtirewTRjgQmBD4ivMZfdAoI8CZ4WkBrJZ8hiiQb8b88JDLvkJwipSyWD/eDNDlPbqxmwrJDNCy5Hm35BtAgdiNoreECPCyEpj5DFHfXWy5AWOjxfZQJGoLifo8jRW/VtzAbQVWappSwgV1RUw2wVPCelQ+wLNkbwqzhDiE5APBHNRQSRVLFr02hSJkzJC85QS3kS7WEYwiVDQW3FBmz+QjRl6mI4GthtF0ifLVBPjkjc5HhLd3b/8PSj7c3+8bDzAIUP8heIAn5Szwvfafppy9H/cflLTX5PAJr3jG0CcAMR+/5ZhGWopt8p/2I+cMZhLvGcDyyDNlczZOYrjCm8R4Qr4rlNv8CfBOCSVZ0qJF5xT09UkPvg0OyQluaK4U7172J8fdEc+Xx25QkQAJkN6Yc4CyoG0fu5+A4aLdT6bILEHAovJmPO2aj+85JxmimT5u3uP/Mi4VNNyH/ti+qCqEKsh4rctjqHsTBL2QPoSUSFlJa6KUskBVBpGpRKZdFEFmuSnuXlsQNUf+iLYSzJVFiQrG6YEiqoAqxjmFB/v/sXmma3fA2/sJ0bf79tq730OIg3/hCGIJrKz0AAPNAT4w5eXeyZP9p9GRWCaXMyafKvpeV5Lhy+7v/dD/45qo7445FTAFaLmgMxMuzo7/0x3MWP/EKdW3D8zqmMoN1ymynDFht3CAwk+5n9jxloEEnTcKOJe30ZSrxaFQN4ALR9bDbNnxccxU+HXzBZeqgKjqSz++9OK8XqZ32R5PXNZblY9VHQkwslGbhQCahMGqd1Vek/ON6TRDf+SpKuv2MFEAyXYSHcgiDRkJxahahYpRuGRMEipcvTPblBAZ022IbyOfsMgcZTodyQxDTZSOcU4AJPNG60y7eQe/D1oDHl7jAVLHkxzy97p/dCF+Bf64r8ty2KWCT/o8SHyxSYC8ILaZjN5wDnBSMsF8TkF4BMzc8I+2YIJIxlgc0MmIxJvgummaE5k9woddU1TDAOP0Xn0ogWNeGTO4OhAgTVXS757bl+OeC/Y5Xqof/fpUxAJYD5NI9+PHP+s9e3rEVdsaCI5v4Gst21+b5pnZbB2+/Sp907IiD6DFE/Quf/6c5/8+L4bRwUrpbo9CGslCZJcCZTk/xdCnlGjJCmgKMCOiBtFKY2TKGtUTWimbnCqW3iYpjhHjnMCT214GHYCbB9/vUfAVcZReYTiCeRIEHuBir/vfv7er6Otggv72/0iLnqd+0RuUK2AFnyb4DdcBAHzFVzzjV7/lmAp9z3dLHpSb7pEHlsLaaeglXocNEpkC5udb8QCvr0XdMddZ7FdDEqwYJAzyiIWIOj4DrDllC1IjRzXPiUFC2XrggDTcjUbEqS38B9SjjQRpltSnY7DnF7pOhWCq0twI2VcwJWYFSp/pCCRAhi7/aoKWVES+j0rSK1SfsPDG12EHT/4qkCNIIiQPfGoUiQ1Ux621s6qVWx5NMNNE1Vq2sGarwUBbEiVgw+rDD7UmxrmJB3K+3gB28/LkrrHVA6xngZnZs3X6fJKJ/h5vKfnUV74Gvtd+2BG+6CS/5lce8wWuHnU5izDP+kNO0npV9I6YIJINNE2/c5joFPCnOe/09cjnVOVe6bqXLy+6l7FePbnkjRfn+JX4qXHLuCtVOXepNIUBHUmFnxVfFh2o7AXw9DOIWoftkEN3kCwLoPXa0hjpcvqpz3qviJJoF+Nty+nCGIZYQjuPXUPD6CVPCbf2t4CJhEBUSCuFJJLihUVGMTSUVL6RxSLKpEtRXSGPLw2EQX40jEi0VvvFjExVbW4axDg30L3xIjPcvG/beuwVpiM4Ogb4R+qCeZ/sf0X5/v5/5D9QZ44HlX2iwJSLU4WYcJfr5tAV/AzI0FZiQrw81YUbOavuBEqXdwTsk/xEeen9ZXQ1eARUQp5hJRH5Negdb40z0Aq2tWclxVjc1h8zDgK0TVkOBwYECH9QZu7hGTLP6Qi+pC9Y29lA8Yfjyue4RjuejxAnsgQdAKHRgc+NRKX6ApA72VWrbg2RRK5osR0FIOlFLFRyxEhDf87xiKewzU+xazw0JvkpzSgx9OFKJJj7LI0CqkDcZLHOGOcGdOnJGyHcPLh3ThPQ8QLA4gHu63/6pDkGyNTTxcmPZjr4ffkfVP6gsk8UWJQde63GBS/8O2mZ0vTTjMidBnEJh5AzeHD68J2DZBDiNG4yMcPWZEc2iU9Lg3uXB1jGgtWWGOvoNliMf6kzD8lOJKICrIYvnK+3cqikN8iUIL+NRXR1dN8/z6ty+u6YZ4MblKONAB8AyFjdTNBm4x6SISo7whjbc/cbXMvIj0cwOp25gSIvyXEedWwGFZGfpbstTBhJPy2oCgfMYQPUVX1jUe0tlZC6QLRaWmGOuE9abSPRWjg5AWmzFgFijHOMF/v7b3jwgC4bT/V2f9TVzP2DZ0z8Xid0EZHIEL1e73VP9+UB/lHHAHkSBNwHFsQP3xMfA3zA1fCL/d/DFgVZ2V9Z2SeKRd8tRXp+FYi/3yenviVOp0Q0D5ix8iL5bRwMvxn6/viKy5SiL7t1yVbYYo63QR/LfiUoycz4SdtSPXJ8OWvZCXKieRCQvli37E/LzwPUxzSUKR+fI+4BS768eAka5HOdkYx66F/x4rwWUYLr1yytjt4AJK4Utbng8cL+eUzIbBwxpwKius6NthHhi4BaSINW3RYgCVOOiMP+G4UMDZSqGZkJrklNFZVKi4o0ZG6mqEhYSTR5hfYSTLq7CFFP8KY2mSU5xjnCF3GmYT+O0t0G4ebtHeWpW9bEu+KgbSLgW3qA9Qwvzz2jsMQvmYqHy0jfVvaJAtNM8fr0TN9/rK5Ol54dkcWNZgZfBYdJwMNU1L839H1zNccU2Lkbd6pSHkLdAKwL3MVTGz7M5ofMu/7uZZybDXoAwH/EqH1RFlC7xhSlfrnkSfXlkoR56HKwxpbvIxggFtUHBzwDMmpgR7Afde8xRTLOusIF7FdnGpC6V/ZkxFZ2C3r/qbsdRBImC1DJBpJKTGamFBlSDBKS1oXDICIJJaiKpg0mjWISusp44mNJYYBKFEnnKG0lUdO0AcQ4h+jr5Sa3fzJBHAPE4vUFq3vtR6A++FJaRPT3sAjef93d01nguF7mV39NH4H1nj6CewgXkPL+lz76d/yCdq9/VuKTRL/0UXV8w73UW4QG8E0BPPPHnFNlYwJxYjJjgNv9Y3c7mDjVXgNlTnZqBBiU0DCeSK+I0KKqQ6w+u9P1pR5ahYXwxbkdQSBOdpQVMImNTFbTxEq2pJtmf4lKKVMFrOLQIWuTST4jqy6FbQBciMXaG0Z2BK8evCjH+ngG+XDRdNY5PENSjn6UPanYSwB4gFgit6O+DUQSySGII4BELFUoUR2uIdHIOMwZBVE1cFJ2EWpayLVvpjNPn2gv8xCTTx1CQUmRmmZQB2OcMz4Y+MuOVQ+PdnGZO3jxhLaW+KCYfnWMCUwwo8WEahfcstgEpjp1BUx2EbVMyA8r67qT7qA8aXSxOuYqV25hUED1x2BLIotUgKdmeQiPhBO31wLmM/7aBJTmEjpMQl3AhTPZ9eL8FD6a8tXDm4Ct6HgjcYrK2gdtnfjGOBjRA3TdZU/6Qfjshhh6ubdEVTfazyOYNcwbLSIFEilnHUx4aYbYQUaBsA0bp/JT1GHtFplQI4IiqIbLZ8r4SIVN2wQw6l9CFeMT45zxocC/6PR5NCmwNJNa0J1x/vkHkO35qnk5woRqJ9y23ASurQgGJWiqJ9/FR8ExbJ53GPHA3+m1Es5LjrVvjDg7MQD3FD+WQkloF/pHBFACcJ2A1ZdY89cd3RwYVL4Mr0d7R5xW37o0W0cia3s8BhxSrbjcK6K3PyPJD/9Y8uB01w5MQGQBiD1AGCVQ54hItTROGPXYmxarTGRVBoWSoKSgqm0fmcnARUNardkGE1URuVYoUTUhzQT4oSGmEyKu7EbHuOUT5GlCnhXhDOAM3JyDZNAQE4P37m7DRFXvA43LN/b+QoX9AdYY7xGMP6SGLqDdvAwZu4r7k6dLuNesNPgqo7jbDTx3gR0PReRpj/ieOaA+fkDGidBdh6Flf6CjmfifCqEF8K/3Ed91vSQmL53h81J51steaMdXYvGMT5w/uQVAESCjYA2TVxCY0oVHNuAcZ4aJosJC5LjIAKhuCFXIZFGPDCJlB9HBqLL62uQQ1SElYpwzPhB4jtgBrO8RExPQUcI8CR0jTAHOP8C6BjvPyt8M7GB+CHOeBppiibGFu7fQA/JaBiR9SCC3SRAGfJLQFSx+nIt+N6wVTvpzLUmx0yAJ9XIX7+BzvtgSeQNlIHTXYsOW/SjXKcLFPD3oT2GDBE37JfgWXh4yDuh/pq08Px4fUQr0h15HhTdHkoe2JhaFYEGj6qEuDDdin4gSNZnmQtBi6kqsikvMNqTf4MSwk9yEQrfBfjUjxjnjw0CcDPSXe/S1puvHK8Mo991L3v/B774ggyshLyrknVAPg71LuAk5p4XuFOcHQQPEiCGSgCq7aSkI34jrw3YfYM+E1OCQynicy+XB0XBwl0vRW8+7O15edAftU/bP0Dx2NahJy2Cq2KMCGe2ETeP+mP/oOLXN51v1hz0P650usbLFf1gNEN1pHLdUB/z1sDfcH9/mRExCdCEEdRSQPZJFmJXMEmbOCZ4K784pqmlUs4H04looCUvFmdfYZGlsUWFDyla0sGF0ooA2Mc4ZHwbwrcZWE27wZjF+w52jaYB8eSrWhPIa3HCSoIn6/Kh3ANQd1TtC9xwirmm6wyRArl5FbIdBb3b6tFn73rkA9k5IDUQa57rmDljTnWp33Gp58bLrfgLPkggvmuderfggZriEAFaeOoxHuUJWO2HKFJU+P8S/k7VHfv9cK94D7Q3DjwcCfAQEHUKspvk865v0YQjyBIgmuaUN2FDNj6gotRJa/mnkcjojIeIqJUtZK4MVlc5cwnmB0AGFTp3nehDEe1Q4smE2GuOc8WHAv+mcqhuHsfQdj1eEMD9uN919Cu5mldDFxCG/M5QuNXRXBQdfBr3oL7rFCXpFa7s+Z7kDrOLWgOlUz+VnVWLzXm4tl7q6EDgHFRa7XBWzF8fnPhtBuYHMdsTEVUb579TvnmprqD1wgH2lrIW+F4dcCFO14i14N+xCCzNGQx4F0ohFBnmZUE7STAmEddwUEiOqQcbDpNvBR0mlUFOrIyyHhp9oI3oZGU3DMc4ZHwQ07WJmWhMgCyBHF4kxn9s4pVi+/Ys3WAltAgT4JmcXr4HGGYKD+i724yciffYu14j6ly+Z8m7h7F/k+fExWZCwImsA7dc2o3+ui2gaFc8rc1F6UR62AyDJGuV6+d9C0mtA1ZuA/TrvVku0garFgWq+GRMU/cmlznWoOViRBPmtgIMKdrxtJ0AYdqQI0gdT0lS1YGqRBvmR0xqIddIkQFqyKrVVVFSS2rIGodER0gfFjQCdQ0t6rTrGOeODACcj5ymnwd4J5eIw8BuOyXZwiAlaL/hoce1UtHexK0YvxbgJdmlm08bsl/ynQIWU+AGw85We3sGp7xcEvNMigeSVj2IZ7gLua7iFzUCX2PFYBrfuN5zxeMgC5SkGVBd3xMnGo2jB5t36cm+ZLi17pW42BMg072CBuJIRyrA3KMVT1OgDlbdAsAU+2AbR1A83DkAwjBPp3jUEFxkp58I0wXSpQnlpgGS0vFlMVwQ6RBUlLVWFe0JuHmTEOGd8CBCz8dvMu9sw63vduQr4/AVvh+Dpyukv+7WTQFf33nqm7A72P8RtcD638YmFb74DM0Lo9eFPApGscFCfHg9VaZGUdl4vH2mxYl7r2hFe32ZpuFNsJtsS8E84LU2d6EE9HGF7c0hk7gSe0W6rz+UsamVb2LAxdrWpd623APqe4DONrt/jJTn9Mc8G4+tSd8ANETRhbgpWKQQSArLs9DEk72mTlkFsYZOiQR1rsBxH7IqiOpO1YlOZNxVNw4BSaVMPAyaqMsY540MAv/4xo/ThuUHnMHkC74R3M2z5qqvYVcA842MTInVT7F7OA9gJtLOtGE8MaDEVJa+/8ONC48wM3aa8rJhPww4RxLH1Dl3uToRIFYDguuemTOzu575apnn0PZbFzfNdYAKZQ+xXl7pZkYjMnREFHOF/YgLkpv7DxYFOIHkIMbLyNpYODMwBw/b2/1azheij4ZBglmS9IWwuNWmodcmClkxHtIMQOn8SlCdIKyJV65TSCm62phuTQLD0UB3jnPEBgN9ifqcZ43vNZ9Hlapffb3zX6QRs/apHxlYDTKh6Ie9NcbBBHNuwAyMg2yFAiSwnBzDJj0FJi+WVlOpID//vsvBDmf8ks60dxf5Drh9LPgBvqpOnjT0EC+zyLk8WEyhX79ylDf5Fl4PHZEXWTeGSZC/32S9Jj1Ed9Dyyh9aU0r+9LP8d8WGFUqKeg+sejLotW1RCyiCjOJKULKJY3MOAVNgBoYtUYEQ/QGtDIdO5EV8Guw1JLhithZLRBI1pUBk4UfoLOcY54wOAvs+eFvjm8wLXvbzPX9maGtdOt+0TkpeZXVd6K3YvOGzkmhYjNykvPMBIR6SAPXIpc+0FbfgrIZSHq8BNLMdHNxvmGz1a366APEM1i6v3h4NH35NWa7U6xMg9Caz9sJjIuilQEv3GT0uSnhv1qIIVS9e4dD/wEeFs74C/Sifd8pg1XcOA0cIGkjG8FX2ZdQqFOC+ghFhHScE2QUOZVKh8mZRU07lpELWmOk2T5KzBx0HIWGiyavdinDPuPviNx2TShMrvfU6GIlpGhE8cmh/OQLomIW6CpPJ+kXO7BTX5yS0v9pOzF4wXUQlcwNIOAn4ZstIQ0jXCPkqJu4GuVRgKfFHH6LVGAb4ZhHE+RR+UR2HBFS7T8BHrqQteKQh9g8i4MfToHXYxe22/072OrrN+fhdkEnbZoL4j3aJb9afH1/RiWzY5wixSfDcmraowsYRWUetlKTmMB1yGiMn8uCnlYeMQG0SRl0lHhESVJ9R+SAolhwgdpBjnjLsPfkcZ+FXVd56XuukrTzGnNmUagRTs9nCGNCcWr1gj3x6Ld3BNtGqM0YDiOAxSXct6TeDDrHx+AEJwAyCuwM6K34JKgNgNNGxMZddYDBCMVy4/96229ZBreecywesM0dv6qMDQ74paAP849Sd7GTl8Oj47K1C16DseBMx88SRE3QVnHIbHeFMkX5AragwUCtF5WLKLmckG2gblVMdNWsWZgFHEVU0FPgM/snp4jqLGMHVQiQguGPqAUsURlQk+Mc4Zdx78cutCMH3TTQ0nWHzpq4750F49cbkuTzbQ1z9kgotIoU6zG2NcklySa8DoWUssNwRKtoUtaxiSkvIi6IP8CzCU6JEnKuq+OIM7CDpK14ndOjsRLUCtVyEpR+iPGl4ZAaSGLco4CTcPMlo69+HAw3jtkgE2RgN5GDCUO4POboiAdmypPHM0KMjV8FRXBthQVuyqCBBG6yWd3abWnQGSIF8E4QimkOCPgHU0oI4xQVWUlMqL51qO+TUawaqGsqJmyYqpyKoI5RhssG0lWxaQofLSxThn3HmA0/SVH3yNNQ+oHRKOnpQqB1BTcPKrP63dCeOiaD1eoVZwawL0vSye2diUakAL5DezXhNigx0Rl0SSmKAsWPIqZRMDRGxXctyIi9PuqOkn+bHfchURXEBsUcZJXpzCc/CoGQteJIfXFpIutd91EDCULa7c94MiqrcyeuacoHnKJQM86bUwwS2/EvzHoLQSsWNvCDEGiSIIhFFlIgd9EuI68k0qR3HwmQOBaFBhZbxaBzBIJKR0EE9LlDROAIVLqwqIcc646+Cc1vdaqYTmrL/sLfTYZp4TSFjdYlK5GzYqRC9ydiG6db0EqmomsUAXJpG0p91RNjoFAqMzUiHEwbV8/cXLc+8fXrBCDSjrnDf20gUc3FLNC1oumrt8W3Q/QY8ikURtfpFI9LfNQYdennvv+6rkEeR9hjwF7t4sZ+rmcx4MZikv6qgZ2q5PO94h7GdR6+wJxscCZMCr2tyGoAlyhgkk15kBe1OAtTWDCEVw4siAiuKYVXURa46DIArLLqSydqJgkBx1mbCCuhjnjA8A+ubnzAh47cnTfWUqVJCpjFA0qMqp3Cthp7NFf1wY+KaVjXDgW4xVCzdRnZ0/cR1DflLFFSn4iBKflzPwAFegugN7Qd1LecX0//jgFt7nNngsAk/n5vNTx0DHcm8PEFyGyttjEDpFD4RXOngUA0zrBZyTWKyjHKrX4r25Nif/nahFlx7lULNjyKU/TgmN9izPc8nU3sYFNFkQJKzKI5VBIkWkiXIa3wuoxpYUrHEsck3FqHBTb0gFEBtt4cbMUFB6oIkaiRjnjDsOfumnvr/8lmMSQmonvaGDUJ1eZhuaBkWnGq5Fa7P71YLpruwO9Ld9xH/ECYxRIWOr8AnfbgG6Q5mBrwM2OAbdgRbzIX7dS64XOzuBrSmVg4N5DUQqGzeK1ErP29Mge6uhI4nCJQlZ3BvJbTCd+p8zHI//nVpjN/+6Wj9NdC6b9yeTAE9zMXBdmxMQSdjDcqixwRTzq1tWycU52gaagoHIZIarComtuijVoSoS1c4San7AtbpqI9oJqIBYNsY5444D83ySS/ilXvCLLTYY4pL8Y4RmErvc03tdHVugtm9WsD/QjWUolOW4HtR5YF0HHSPFRsHxJY/cKWFKaF1A+qs93xkfZAceIFf153YHh9jqAIrDTjafwYNKXeB0SGlFL5DzMgn2QwrkG+kt8MkqX1/uB93nF8B7FKp+sa6sW3azsrtTNLg+XYh5D3TbOOnymjYnILJoyMUiuYn00WS0cI4ybeGUCCcW0tZQMY3WbxPEX5lwLj5tJ0yeqSiiAlUUsuMVMc4ZdxzbfCnOIzsCzZxPnJQrMUIxAWROlBzh6iq2gaWISN4ApUgtC4n9DMrThkEfXhciy1xqNm2edbxYb3WpR+ohzbWvTl9MX/E35gieksX+JWs+x6Y+CNrgotlSdiGBBpCOF5GwySNRMCtCwxKVNQBa8+LXVB//2b1L1ZJ7UpE3xUKysT7FD9pJD/8fq/JT3iNHs709XgizsYC/FkETphHxSImF8MNGYeB7JaiPDIkGCwRzUVuSIUsIiW0NcgPsQtsg0yFGg22uEBVCinHOuNvA972Z1A3oImBWTT1GDsiXNmo2TePq3ASsQroJ1PaNS8biLz65ZRzX9uSGsaOejhviLl/aWdkFC2r8DEATbwcGLZxzoXtxPnm2Y6wDUZ3zrDGfNr+HzdhrhONnUoQTOuROs53Gz2t0SHmEr6fZW4/NjdHeCjqOW5kzU8OhqGQMlUrn6x/qLLKszoNgnyITnaD6JjBZFAop3pPpg9rUCDZzphiNVwkqst45Nmm8t4jGSWLssTXI6pRfxFCM0qNQBjQT4IcBHvEJMRDp7phOwCivgNOPiGRgkNzIncJORmOoZSLSu6EWUJQb+TFA9QAtSCKrIbu+Lw21hBCrR2jCVQMZmYmmXDDWUx5tJXQXLy/4DGg6gNi054wN+oCseeMNAWyA5cSgyIP7iL/zHglmX24jwKaWkUNb8lBShZ12RZQjn2l+OBp2i8ctnTsx5GtAjqDPVamDXCYKoZwS88KPSxWQJCNUtUWnaUKJhcPcGYU3nVQqtRE3GKYCg+aBJp21zAT4YQDf3fhyF3iyX/LurbjTY2wBcD4RkWq27wPR+M0ajBIThUh7A+LLsNg70UVx3CW6NAXIqV6m/MHLC8UgIL3WQ4kxSFfDlk9Bb+rSUu9YaR1AarnjWYh3bIyqBNuhxEs6mxCp4VUxaDhOlxyMl9MC6gwJ8PoW6+I48liylvEEfC9p/QvITBfWlh8NpuuW3lFUj0Z3PUwWQ1AR9CGJLlpDLkGE1cEzNTpVlIBkp7Rt0oMqoRxyGVNmTBVRGUXRZiNMhVIZhRjnjDuNTf6LlWJ/0J+EA7ieWMpyjuqiaCccT5HLOwFbByK1G9oSiB2yx57IEZWADdwpuligJ6WBrKSwEjw15YGU+MzEl1KO0B8c+JayCjBWKkbkqJ5KAS8LGPOZlYf9KV/Zhjyv7OELHkMLCR2RZoS2FrfHhbSSFf2hh5p6kTTiGDW3JFn1iZf84KthF/rGa2ARBViDG7OKEqagzBCUGaGiuGqMWAEjpIITDYmZZtUpIw7RUstsVgIsUCNXH6KgjDYXqLXEOGfcafgZJBPgFz8IcOpYHqcoIHl4h9V7QW18d+j5AhxJLUgp3L+pgM0ZHz8AmriUSjBpVOrgetCCDsdNPPUK4DsmFdNKGvhrXT5kZXS3R4Ci3kfZZhJ8on7LN6qFZrC1yO0VSOLbJEC9/5NNZ0aOzixLNQNP+/I5DguMKx5ZeNP/h+hixCgiteAPZRSWC9Rsoc0sem7NZqLF+AS/KeE40w2HCWnlUHnRIeOxvoRSWYxzxl1GvHBiE313tgr+y3cfDgw9RSPDdvYE3g/W/WUuSW+K6Ouws+I7UVxEueHNtyOW8Ggrx3TxwrZrQEfSSAWP8bk3+SwYQaeHCaXo60losbpoOc57gpd5x+HIfPLWVq8sS2toTdPUnPIqT44v9AeD4aFbaz4FFjGHghwyJE2jvzsDFCGCSiYZslBDJDVf5qkENzmmy4eckpGbAYomBEQIUXQUYiNUqUF0pUE0bkQtMc4Zdxllno3BSzwKAXo7tGTJUNz0q/9bgY6SeC1AGV2/pJBhEGMD5yz4L84CA1RUUiSP1bwrQI/pvGtv1TgGu2En862/7TkQ7VrAqWx/iKGSCRARuZjJvHtmTIBoWhmV0jfq7kB/+ofyiQvSkOgkCNDC60syX7LlM1ZLPgwncUeYLBqYN5rgmBC/UM4saSLTKDlGSSZxYhMpiowyo0KZ1rYOo0JzVBCh6scBm0CMc8YdRrf5NEtPmmP8xg8nB/ySkIjFYNmb0sDkDqHtK4jsxCwXG8EappsPA5wzzvR8AqLQH2C6h0wm2MkB5HWCvkOueeYzCqN6hdAQJD8ikxELTcsjkIHYU4rn46uqhf6g84uNK6ciHlaP/NMz3Wd8mh0g11Wj0359qttdMG7f92dgn7Q3rFwPckRShgMRHGSYpgb5CSe53cgzV1UgMajVmaWYqa6saClkBaOKBFdV9YOqlWI1jGOcM+4wcpY1k8Aq/cY3WlJBkyRDbKLO2TuGYBMsFRfhpXAA6iw2J3TuGs5rZORjbpO26llggNeAuDSyL7a8CWmM/iUPmaHw8JnPFy8vuuf4tMdZYxEcqQo2B2xmCGTqWPuWxxQOoOKMeROjVe5KrVB1dxr6QbqAKNd6iqgFu4J+L0/BwCFcIZc+Z1yavStEGEaSSrBQel8RJQb5kWUxTbMgFSbOoCc7ZsmMMAurEm+CpTN2XaV+BG5qSqFpHIAU45xxdzE5ywg6AqN5Njje10zWBttquy0wp0J6M3CYqgndZs+9tmUGlYG6+h3IvMaOHtqgJyahoKN2gXgVuNplDOpo2WnVLdE7fNhwgh1u0wDvPdNl1rzPOHRDKCvEYX8DqEFPLSBvmc69WxpblbeTGfsMYNKncAgfGVFd1Gn1Dw1vCbzRGtgsUchlwB3gmqKo2aFRVDeOw/UqXFoA0anUNbFEx8OAjQFeCwko2kKsgUEqaXYmwLuPmGWeas00EPmNCDAQs2JL3s2OAm1F1E4asDTCFvVWRD0YJ4faMgtlTGE/7qX9cBNhdaa3cbRtkkK0dOW1z9ODZudPLldnK0kwh6UzLjZu+tAJ6uGYxiMU056/hPt4+HzMxwEypJa+OkIn1RgqRtc+Hl47PgOmTpz0fi995rlnZUGAGJXDizQRi0lhghGOhnANQBEtcSQREjWSJDNtkGRsLbc0KRonnahSAFapaLSN6BYSaRtC2I2llr5LSMQ4Z9xd5FeWs6H98vKnPa7aGE8kl/D0GaNUcbOZIDTeXpLBBikkONND3BFZT1Ca/qxcyRuz3uowSKWC3uEr7wld0mkAcB9v5GieL5NAr5E7BB8SWC51aU/5hi1f9RaaacDsOZfiMtOi3PopaIF6RX6TN27UXey9mMXKfs39UC+KZsTdAKGD0yo/2HWIAG/2XwFFTDFHrFZLmkIJSmZcIbkpElymLZQKmekYaTOiGWyDx1S2WSqnTStsQ9QwE+CdByczY33L2xmIL/aJv8zjeVmOBI70Q2xjrh1xLQEe6BF6N0ehNA8ZW8VgDKkjYzPofO2Sr0Tyww6E8245OtA2oL7zCzhsdBB/0rmPo+q1ITMkFAGvIn3t7uJtdpVsl1jreg07Ab7iU9fEbEFx5YChEbqfAk3SPSz/hSUaPYYJs/tVF69VVy4J8Cj4c0eILFqYOKofRhdPbl5BJnzADXESV+Y4Jd4qQVRWMk17AuOUE2EsU6OKjIbaJmRnEQC1F+OccWdR+S+/xwbnwemWZ1yKDmByxVd9K3FdhaYHWb5WM6oQhHGjqdbAhKbgkSz2VpKUCmEj4C9Pd55fwJvjGz82CIbkB0fvOd29eCx0AQ/zlR4jHRLgE6nXjoaUd3665g8Q6ztvXhc8hlqCVSQ30DY2bLfZqyqNFIbPZ58FYMAMfm+OUQ+fBos8Zq/6Sz48o1jugJY/Ki1JIXrLjyMHZIQKqFKQlmgnti1ctkG2J9PCom0QMm7adeWRES1lg8UCAuUY54w7CxMgv+ND8Ft9zQGdK3NHfHVjbBYfMQTvww/xZmhITamQQnBqFPThuYr+gIfxulMw1nJz5XumF7nxVjjyWY6AvLfhqvVx77AAB/AApBmprejpRvJsNME2tjuAbBP1bttDg9+OoQ2yyvFME50G3xwo7F/qouz+cG9J6obFcfyK9nxe9sijvBqii2QPEoZoL5Gy16qVZQAzlqQIjktSH7tjlTGLKlP41PSgAWmVoaZKv6RVqaipDcWgIMY5466CyxbGmvkN+CvfvAF3CmWGT+LKzG24TZlbwKyG4PYsh8C1I1OOKGEjCRv4VP3oeS4VCz7ZgLy07MAIFSajEQZvR2K1KBepK9CjCXmeOtl7xd5ym/3R5uNlhLat7BwjFmuuxVEdzq5DoAdoWxRhJ5BY+hpJFobuBmfBxDkNf3BTnTHxkfShcAgNUcUBdwHMaQyJqqr0WQHFKIQ2QdFEXLDZaLGPKmKcM+4q4re7fOcT/I7raUf+hk+hmRNV/AAgNitD1p3BCtqQAlJR9U4Zq9HzDBJalnbHoADTWeM+TxRYtHf+ynzL++LGWJ+qkesuu1bjqNepEQbq6Cb/hzq8mWlu+PDTzFbEspB0KTXfBqoXgWAlridFsD2NXoY7wUwBFCopDEI4MVAJxfkSkY1dMXtryZ4ZqKROmYQzHBVl6YjcPsY2kwE3lqG1wBCM7WazQNQT45xxR8GbOiXweR4N6ADig3kJfyMfA7oF5IwbfOfvAExv1enNdBlLVfgTCQK75OXEk6bIYTo5gr12tgQd8IUZTG7bM37dpQHL5/Dp3vpORL1Tq+ShXx8yxs3+wrt00hFv95CQ4yjZZjoEZCAslMLo+TxqmewEs0RhElFIJBTsclWf0GlmVLSpkivrgZ0YKTTKJdyiSwVzMUDBjFENFVvURGRFLTMB3nno27rxle07z19edXbNL3pwxoeFQm/+KyEOntW05UjXo3zDAa+4r7Qy7fZWvkXCa09URuXU/qFtg9X61HeovVVM/+/8JpBEJnhMlc5lvMs4CiJy0ungRQp89CqfJU0L0iwH2nUHpyDAKLsDgivGEFkFSCWMU6eElZk1TJUISO+sZhZBOUBRtKgaZyukb4fPMAPBeUnP0VdIMc4ZdxTl53r0neW5ve7gAGuc4/NjLbe2PniFlLH7N/43B/tqOhOjCZRC57dmREJSEYilDvJ1B3wTXA4aJPeTvT+dA/XzSGs2dxAz830cgf7i5dZzGG8LfIxXiIBHwB6mJJjS0MWej13VxT7JcgBEpbTmhhFlwaeDoGYLp+scI1cUTZvXQSTR+F74pByUIiYhUu8P0dIk4GQUCdPAgDyZzOxqY00JoUo0TVlb8kadkD4HAcQ4Z9xR+DaQwYQg+E3ntWn4Kud6aTvJ5Sq6Pirl6iXzbwv5MBgwx8zjf3EMMDQChUhLFzIhF4kQD3r/mPwOeVcY0vARZclHaEkwggXL/bc8C7L9KpYzX5bzxmj7gAqdGPTL+wOdwzdhsadlOTuqHG5Af4rF3sOSHA+0ax8q5m7YW3OcRJhcC5FEIRNIIz4BxCVh4tzhithUWTmUNvLEGl0JqTMohI+YNQcGNKpQxMBE5QgbiHHOuJvwV9VTo/3SYg4g8HpXfs2p2X6XQpmpaXGX6a8AvS4dlyBFqhhLYV2qyWqELvAbXA5NBlno9OdJeehz/nRUYHfTfKk9hWqsnQBbLY3eEM0/avj64Kiw8eII3dSRRBnMZ2a3Cn4hBUaj8WAk4HxtkceHzKCI2G/3uyEr55jHKAz5zUBclaFrMdBFInWF1VyJAQGhZBFWMVitKD+J6Bw2ShjVoGRKAGKcM+4mYrmyMdd09nfVLfdO+u7MJrGA285u+ObH9/4knxz8HjCckzeBBh1MU2lu4VuCU8GQF8YQ2C/2/Uh5R7wuD0kQwAF3l/vC0yCB5JUBkgWPrzrte3v+AxeFgH/W4BmrHsWYxshYqVrFqek1iZBMRpzqYWl87HNbELKGQbpj0uTH88ESbHQ9Ws4gMi6AYuC0CVWZnlkkoFUCW8bOa0OJzVlFT5WhDCQZD7KbbozzFIK/s3wgxjnjTsLfcU6L0UlgfrU5ffkdtyYfeb6d2nLCALeevDcEmtx5qo2BPibLSIyATxVAfQxKCtgdcSGy2uV5gItu4WVv8gN2nAUA+y+kEUQe2zJLX26Hep3i4GXC8S8eN9p245K+LIVTRMXn1+1A6HCtKsBdgcZAkP6eiPlEgDt3PmiCvGEiadjErqCVjBvPsCinMZFrwjPaiiro8LX6YW5NFoNNRMVsi5UxjnHOuJNY+OhdM8PzSw7Hj99pfIZP1YxHx0whs/zKjfeDN2bAGLx6rLhKOiNMDT1AIVgLa9/ivGnQ8o0KP3S8R6Jg+LZwvkjZ9Ryv9q5yAZt/yRugf7nxSMDGPxSGxMaeMXkCbiu7VsJGV5Fexo5QKdfb4SvFkmPrbQBFDAlliltai0Jk0MjnUqYtIshEvmA4bU1wXOBkmLU5Eq12KEmj6MdNlEzK+MQ4Z9xJ+FHQnGqbE44rOk73wVf5qm92ydGjhIGdZ8GtcYOZNgVyV8QtDTJiirWDAaUlFtgbWv/yuQahA1ZK1MfZd6vGBUQL7S5EhdqnoqXhOz2uxeqy99mG3ceMroaUGK5j0Z9hF3jk18OJWGhXAg36/pxnhJiJSvmB73eoJnZ2AUUYZCzTh8kr5AjYGFVXXUN8WCQ/hq0SVU+0DUQp2qZR5IRY4RZlHSVKTUQWJwblZgK8y8AU5zYD0Cxw8ZM+mi1EfrM3MirOkpUy3gG7GZKQBpbj9G1QqM+fut0D4bh6pTDFX150qzNzoDWEd9KyOspID/dbzyfGrER6LFrzhhVdAfSDtgGefZl4AtcGpmhr8C8VdbUV8X9OjtWFjXQCrV53cFaHY6KtoGeEKQsbngQ+RQYi2VwPUAQIo6WRIX9YRfoZ6JuEi7chMVKbNh0CmVBMSc1xE84lo/QPbeW4yCllkNIJyzHOGXcR+KVWhK3neMx0PR8P3+rNx03F9xrUYGEK+aLgKXbaUmx4Ze42sMJxnVf0YwfEeBFRKr5fyoPGFrwEkJl8e1FlA10Jstc1i16MZbzOPHx5yDL8tFVCcdWJkIK+ew6auThn0KOpSYF6kdLEHgZ3BTfRVR1daTN4cCvMhlzdY8HMnz09mnDVn+c55MXpAZoeNKUm2IU9/CJEL7DleTA+I5qX1OwEcoRh1jBxiHPAQ6EgTE1WSGc6k7pFKSWjgrFd8eMGKCWbrBSzKaUtm1IDpYVQRRTjnHEXkQRYp2udUJhGJ1vfc3ayOfEqclZOzM6t2GrZVsL53qbfBhb5LpDw+kKamL6V9ngxXxBJOFSDezioGhP6qnvZnfPymEs/ezXQN27WVUDTvs+k71dwsMmBDlKVCiCWkzQAV+rDyhv/jzf6MDHRc5KbaqV359q7l+vTi1JWhdkjaSDHw1JX+CBWoWp8JcwUPm8QmGASSukDBvdoCzg3Ql2o8uPkZpB3R8FpK826FdAnvdmgjVPitpIyR6GReDguHuOccQeBbym+pgt/YT3lY4KsFvhaL+psGWN0U8MQnjKMx2eMkbG1ymm0fAdZiORbRZCf6E+JDQ48Lf4QWKTfsxxvnhzew8YeDned1qIXg9cgJaj3sHg1zenmPhN4tnlwWE1MpyetEucX5z/JSZRriORLOotocLxQritilFde3zwuRj+EskAljPQ6UFTMdvq96qyiMHWR7M+QKwr0F4o7yMIOIIuQLRoWqYEIboxUk9fQ0AjVBjAVFUBURluwZpeSNbtIKUxkFUiTG2fHOGfcSXgOYNooRdaTQOBLje/xyfT3uHy9d/yaJ25ozobqTBJNAJF8ixDpmfkc9Bmgvhl4b3kCXiFDgAekGC14aVdVcpbQa/prU13v/MZNX1XN7RRP9vEqpQFIguBA/KEMq9dNysBST16deF5Mny590h8rcUxIZ2cu8xd+9ha9vb1jNEStXgXglb/Q+/JwZCFc0guEvMg3710Dc8U0wucr+ZEGgrIY2XPLj0OgpNuQOfhEgcig1JJh0dmwCG40sxyypqouiHHOuIMIMgHTnR8v8MW91PFv4hJfYnzdfT3Ydvgkyo1wwwKcyCG+QwI0Ggbc5L9z7COLmPrcSSC12Dcj/jOnWEeOor9IEdbxGs0hevprIjAGPkd6wsj/mM1rkOgz8uk0WPiCo1DBVbundrj2o3lajC7324uTOfFFYJvuHIBVvOLuJ3wiGxDl0ZFFDL6HhoS/sQunYZawNwdq0cdBVORlZDp7ZqfIzxCqFI2a1UDFI8ftZAOjqplpRcaIbBcmksKkwhllK4MY5xjPvtzf33/6MFI3xiOURvl78W/onpZ/aKkamk5WQvP/mhHQFxafQ00IiH7YcWRCwtf5AD6JFVO43Pl7fnvU/6zpr6bfI7AETVoCi3ipmE+aSlopUBdhw104zttQADoQqLuEe91nPHVeBGpWDEzu8BNfsz2+5m8E/yv53KraQP3vxjhCMezoGX4S+YtIJ1ML7zaTriD7DR1HzRS/Ubt9MwphEJQmU0k1YMIx64RFGCPAG6u6GsRgCIaFSDqj5AGUU1WzIgKKS5i+HwN7Rj1bYuxkjHOE/lvz0pftjrwBTIDAPSVf7B8pBi4ig5qGAG/ZzkeNOFCDLy4nNf2/Jd+6EzMA32FtePJv29677i1mbxkigJDfK7gbkikwtXnMn1Nc6U3+Y86ZzvpOdLbvDjeXpgOuQPnKSgl4oLy66DY7QB2ku2oBHYsMovFeczzacpwhJOgBog45gaFq4NPJ+iIxRV93JwYMciN7kDSSONLzc0qbkQ/WMFrhG8Iiq2PFqnyIWNHabli0spnVg9KqrxqYA7VJIFHJL7sb4xzj4TNsHiSB3RhHorTuSVTwbamn+9/7Xz5C/OgFfg2Pv63EOGMC/LZqSvGH2/MDP/H59cYXmF927Mj4Vkvbos7G3X7u3xi1wfeJdTvnRST46HZZ9Ch4o+CExl23HOsTq+6KVxkJdAhDNE74z2GjRmh3BkqQVMXYB93wUVi1tqRCPgOaWI5X4qqCJTY6QEW/p0dAxM/CKXfTht0UQBEmiqSScsTNQFLbRJsHFFZkjFBIiupQxUehrTvFyAwU0pPWWWHAT6CKkIYVGCUd45zGi/127XoD3A+fzhWASMPF65/sP5UgdPu/fx7ijE2stdzRb3a3xhJHHqGua3U+AG9nye88RO/gEWIy3WxW3sT2HeFGXcCakYdDjYO+P8NeOaQao+/HT1zu+5fPxQKNbzXC8rpr/4aLYF122HXPfWYDCP1N0PMtdR2fbxaKRPOvDuIrl342D6wWnnfTxzBRuz4aMHuKHrKS3fopkkivSdvcMIiNWkVI6f0pDaPi7Q08OkEmFgtUMos5s63SoYBGCXCdLcOKklJRU2hcRBkxzmk82H8S0g1hDzDjJ/vP9h+kvvH5DmYP8GrgK9vzh/sMwrpb+Bkgz7vywHc6DpCvnnOkgRvMSs6z283it4obdEBrv5C5y/JBf9xbQ0YIrjrX+zGQuwXNGeVJNItgmKlKgLcRC5F1E0QVG10yS7PGg9P4NSv1j3zYEyZVxf+fvX/JjWVJsgVRws0cGyBORoF5MlCRnRzERY2DiAFETiTmUs3C6+1WDIMDePd1g6gEiWw8gnDWuw0G3vqIqIqamTs/m/sc7h2+qDQVFf2YmprJclH73qxONUIZBMi3YvFSGl+Q9aqOiinEFyYxkYZgpcSEeWUFcU4p63TVREKhKwElBg2RPVkFLAKSsj/OTlDs2bGd2/jly/8R0hvxpy9/1fDCE/wViX9cf/mH9PAIy96Z/vXL2QM8it1uxxP1vPw7081rFtJOA8puEOlQPnJEH2CRT8+nbgtcYOd3DPwmOEIXb1r7YXzug4YeKQg9AxvFckiT3qjxRdVtcGBPvA6aLqf3h/Crb0PZzRzst4+degb0/dqgxtgk2etGDNjb/zuLt2d+0Ah/KddtsAp+1WYzPgqggl4TeOLFQR3kiMYYSSPJXs6gAC5JVffVUuhggv+dKVUiynS+MrtJreJKLgPRGuotllxK4Q8y5U72tSgntnMT//leB3D0AH/58m8X//6FNync/M/hpOLZAzwNHPU4Wp92F7xfVnNfGTQO3jh0YXewjrDUML1uIMR7zsy/ucK7cXRNsPiQXsT1Xfl8GxgPfJjJJjXyEw7BEYiOXgngaN8eyQN8qQFL3R54TR8U69LmvLrjDWyHF7dAzL7eDCft1hNq72+06TdesXRfAT+KSjjlsrzjb93tG70GUCWR/+gm+f8yGlnEAkvHC2wqDWS1gH/TkIip+5OtAFlqQEmPWb1KhuBJQOuwqCgyukjJiO3cwN++fPlbiG9GngP8Mzy+6ct/PGEyzasqh7+CCzvgAQp/jPQZBTxE9QwT3/RLBY/1Rz3gkIZ9SxUMVYm0DBcO7OyT5JEOVzCko+DdGq8zjQ9A6VrFm9YO+ujl5fO1AdA42b8amowCo3IB+FJf6wPEI9Am3b6kLp3AQ6sY3+XdJetLyivM2K3s493D4+0N3Ei+44EuGqeqbhm4As/GDdSGXdruNs6PvkMQuvU6r2/4m4ISrMOTh5c8vI4TfAc5gmwR5JNi8/IQxDapahlF6Khyg0rUnKgoSUJTMHh1CB2u3FTOXigXVZgtRWznBn4hNb1wQewY7AFOf/kCwhP3/ao7avYLAoybbd55peWnB47WHQ/TYInrC37Y23opaADT5WU+9hqjWCc2YSyNZl5zXyBK/Fb7o3ZtROtwxMcB4ggJpeWHJSOADcUhq0cuWgG2f3QNMz+4dyz3egJHzYd7rjKeEtksyxv0XoRoTI0smjhg2sTfsMuJP0rz1S0/bOKTeMADHzNp13+meBBQL8CSVKH7/1wN2ZcXtyTArQ4vYaoAV5hVCMoWzTFOROYCKmFXr81jM3bYmN4KJKhonwiRUZRYVgQo9DrZS6jkd1LjSlFVi9jOTfzhr1/+PcQ3ot4H6Hmulk//75EA/+M8BT4KHJ26qIdZ2tQmajj0edR+ja9cw2gub/NNLXE418NaZkMEBUCy8BH4iKZOt8Geh3gcMOiQ4p3wUYfMtEUFaDMrbORW8O6aly4I81qE8fC44exRdeJcYkIzX5Dgw378fcpHhbMTbEpviBRmvrAV1eykhOM3T8M5UePAm2egYy/ZV3qYJ6i/QiQhsghKsiw4Z0OxwU0ZnYZpiivqFSzWgEXvRyO8VNRybklQnAnBrBjbuQ04cv8S4tuAisQ/cKj96usev4hL/7+aCSfO9wGexE5vOxh/qX1sYzqEJdjwYX6+XJzMr05eI0AX4XwYUSa/DWab74vW8xPAZNQC/T3GVxwxWDltfN1HNpnfOjp1GUTQXZcn3+yHEeYUWE9gbDjXO3DPhnqJWVNg0OBiUIOpB2UZkfl2uniC7yhNPPwLcuMbA4dmWCUeASHP7q/5oSUeJ0OpbZgrgIE7kApXi8t06joZjYiqLoSw4fTVEAvFKW0Beb0l94PpAtd3gb5oQYjt3Mb9OGV9Pf7ly5ecif3NXPjly39juP99uKwy/fd/HP/u1j85nuOBVx67czmTpEPb78GXxUhZMFAGrd1Q8n7eTxeH++Es4bvx8unEb0Xp+QnAphXf8jV3gDw/yKq4fo8hm8y3ML88ECj7eHfsVOAOBCTwFYCYLod6wCvYj3A73JK6R6N/Yze7B3gxX/J+Pv4Mwjn0MMx7/Mr5Pp5S7pq/CUr7sT7+Mrw8sgI5Iugiea7RUiYJE9AYoLPEhSKV69LAmFUuFVnB5xNdVSFy+W+09qNAm+S2ZpEa1xAFYjuP4I/vJMC8CozdE+f5ADT1h/N9gK8Fxo9DiEN3OP71mJduf+aRP2QZeWCrMtHem0xAeKVN/t7gD2jt+TGINjBIvGWoXfDY5ZdSNn8h2nXS+vbRI9hhlO8W310BYk1c6rUUdBU3u7rx4oYN8G0yaEpi36fJWUPDZUSwKWJA/g5yAChzxG49L28F5/38fHHruwXA08xhORZ9EWKKgTmYMBcl8npHJHoUuvDLeiFLJRSf0GJZI9KBkEpeVLLG8jLfWmUoEe1LQcR2buNPA1+9AX+Sv0f8IR/98Bz4r3nJ90/In/77TIDHgINTv/WexvWbJ23uegA4eHBEvumXB7cvAT9zYSXxg/Dfq/sp3sD0V6+1ivt7O2eYFir4Ip0QMYcM4RTm/fh2AYyq6EXrgZ5vSGABfXnuneBPWU5cS+fFz2XVRNmXuksKuGJv5Kdi05DP30h4rs1xRWb7hhwkpFSjNnUU5AgTSA353xVEVTik22aImYqvZlS+KmAD/UwfU4jcGiVxWM+NTMkZWm1m5FpCRTg/tnOJv9Hz+xPoanVX+avQPcD2GDBUYDss/4imr37hXPjsAZ6ALIyfhYNZFTLQIT/zHCBp7fglRl74yJsAgdAK34MCX2NLL2LRzVedo7rABFRXg3xe1ANkXhCK2NB1r6Ss20aBQX46JfEMwkXEB08w80SH382AmJiy17GO++ifiXq5AX2QnqeLW5+IgAPpuqiBiL4e74fMEyfsdDbE5eV0+wgWxE/syx6wuQLYYpFMi29CXIJ6EFT38YCeWIShFEBhyXOWAhDCmcPSYYHUt8yiIGI7F8iruH/sJ5/ehH/58h8a7uJD3v9Vj5X8W9z7R17M+wABlz6jQQconcCFUdnIplsc1XAZjh7A4jx5gGhneD/096G/kbveiTL7Uz9f01UREq937KKypsIWia2vmfT8WvIkyCFaVXwwjqrgK+2pa4nvZUCfxuNcNtIkVrc5jAnRRxrSZRwe88PE2wDFbkxK2XqjziNN+SsseppueLkFY/byCJPlkjJ6ICIBErSCghMZKWxA2kaeBaV4b1fo7hyimCFDGgsRddUOFSbLXLUSsZ0LzH/4C1jpL/WS7ZvQPMB/9Lucf7E7Of+NZwV5fZgeYGK5m//ZwYmKYtj1cCHRtvGV74LWeSdd892tb++jnfSLwK+4FeN1YGMhspOJQf1+jG28jv/yduXgsnvMC4eLFmuO029Cio5fAKaPpNnbetkYihSwiAa3HsN4BaKtJ/iZSrtffpnDsvt9oCG1aeys2wD5+J5qhq5xtZrhv4T58tZnTF8xxGKKiuCeJBHTiKgmBEJRlAydhdFdq9zqBptWYiSiEgAhy1FnPWVILXSGo1BzmNkl58d2nvG5sLt41vmpefXVCKV59YNn5786uxtFAzWLu2A+AKWt2uZHruJtaBeCksow9Ru70vyghnmyv0a8eBkEWya/jzWeOx2l+0eJQm5/eRP968FHQfS7NrTKB8C36LtpwG+gelVUBRfmiYAo0x6R4WzBI+EVTLx36ipfrHUSpouVF4j/LjfGcaJElpLSnO501lBJLbAq1HgQy3U5tZDNKCAxlsxOGrlFZwL8rNAxC+uDWH+nbc8wyZ2ex/c9zlvflyBITEKkCdvye1Ebq+fovqnR94Mn/0KKEdgvLwx10krM075199RlkHgBdB2+w/UDKzzBHUyi8xy7lbl6xZXlFXgRhd3kbc3ZkO4/XPW9rIl+3oFOIICNzzkDNz/K7GNsmImWsAqsRrMwfRlzo/E1TBcLBJUk4RSiCZpqbNWoT4zEKBbrIJSU2ygK6VLKzL7IdCISzYeM0JgvENt5xudC/KDrIB18Ch+1nPzewQrNZvD0qFyDdEVEEtDncUJ+B2pjR9b5W4Ib426kA3iIdMFqe2/Kb8Dz9mDY7Ru4L/BMba6VsNiJ9PRXWraRpxfRcn+zIfqdW1XRusRMJhD5CNGKD+J/l6kUB57mSuwvI2PPbXzdFLgxR3GrajCCmyKdcmZHOtXFG0sJmRQjySjrGkiByIqcEpS9pFsZ87eRHB3becbngg59mpqTHWFv9BnyyiSSa0MVcg4cSeCJT5JuF34V6u3P7zrd9TaMnV+CFu1svjCR2LoQu/Z0apvLTJ/uExmFZgnmdy8vPuT2HDNR4Ort44sa8wOcWay0nwbcz5sttX5JwD8juXXKeNISbSAevpsKWdsViWnWhL4U2IbIwiBfrAilMRUFU8qiDJSlZpZAKG6ZskoqFMs0EDwpqdBkLRNCMJxz1kFAHNt5xueCzACmhgP0HvOchjyxPT/eIeQBfuwzwCZA5eVlkuvlObLPDHU/5DX4GmXf+nKx97yXk1sJA1akeFsH9DovEHGw/F6rdqF3C9wpySNkXjdeu6m7NN+CZ+7U+/3D4zTft7anGd66pBFtTcrEggpsQ/i+cV/MzJtIB+pHY3N7cogEyNF16hRIE8OsMT2siBRGjktiatmhgRiR0EoTps4CtyiwUidLAiun1Mow0jqzGZFkyBVavyJkOj+284zPBV/s5fmlw/ArPee5LthJN5DjRzIOcnsrebTzOXgJ3wMf3TI6fWLT4ALH9d5wlGHV1eQTK2Udgb0un2I1dI/AfaE+BhTjnmk0dUhnMHcFMX99zQ3WHU9+Nu+W+5RumigZ8Z5u2xKti1ojExR2cSNOZnvgavX7Op9A/7XNr/IAk0iSbyKd6oTSQXuUg2yU4eDY7JMpBtNWppIMRXJBfBVjEgWo6MVqhLwg72inhY7YzjM+F3wc64AtD39C87V87LHZQrgsLQ0s5qcniOTjsJ6wfyNsxtuA/9fOl9nQOSSbPVh6UqVRPsemz+medvsS/W2rpBAgmx43PT7I9FpEZX6uCZEnwdgYerdxd3dBdt6VVJSafMtr5krbvp1AkOAt3bB1uIqvOShEEiSN4LMkD8WNVlILNN5TTj0/10VxoFJZelkq0i2CkFymf6edXLYSnNgQuYvIjZwJ8LOChyaPT8xfx4vAcRRvkU09oBfH9nciwAVDveol62/C0W7rJSz0j3kBVGOhn4SNUXFORZQPr++h39v8AprfJzDVFeOK38aAhVSxr91o7ud+JTeQI+KNUqLeLxPFtV/G7e6nF4Hplo8R5fTgBEARwSacwFLEP9mj6c0oSJh3JEhqcFqVLFJCtZ5gDlsvDafaUSLoy2hFIDhkxOW4vjFgAaix2M4zPhd0ZG5ZP19FTPWGhVUyGokJP/rrW6W/HVgJQXEwtd8AeosyfxvwA+GzX7L2rRED4N8VS+dZAL+AlBcC0M5wD9HRDUGdxdmDS74WOuR8w0xgvBpzpFuJNnhmvWl6PGBlVi1YrLfl6boWV7sL3TRItGr8H6smpxJ6f4L+XkAyBSmD/yQN0wchNnGaGd3fS2/NYawk1OTCYwPsbyajepmhNJ1RQrUCkX0cUTe284zPBfGVju7FbzQsQx7CtgcYAsUXD+1vh/lPK9J87bfDzIsVId/f6t5fGbtGZr3llxgz+lYAhw8D2ApBMZTf9iF5cWFREMh9QSzf68bbZUJ0t06gZcc6uHG9yoLGsufeBj/jc6unRoQsy81YcWffNqwARW8uTnz3xOhMIYQAUupkB5QiXex0FIp6Ki5j+pU1FdxHyTlc2DFMINGbFqhh1QjZ5qhdhkBs5xmfCzpyebzW1ylJOT/e8XJh+TVviMNdhjEe+q/Fm6qRT4hI/nYgjflc6JPOZ0EKW9epffWIryJtkNtMtiJroEa/ZwXoT4wRPsO6AmuHWDDxnfR+oOJuWbH6gKcnmgte8spqnwYei/HGBlNwqr8Ut+0NZbaKg49LYDiQj0PrdNfCAyRIGaKN6q+lO5akpRwmpHVI9ooo4JTqUayMFs04amurjp9iKsiWYswoBGSTWVRozYcQVVggtvOMzwUduUuvShc9nw68V+PUq9q/hZNONLuGyAaI5G+Gy7vHh/7QLbscpg6r7h16utjxU730/oj+9Ed7b0Lg5CufBTLSXN5JlpAfeqmXw2w8Ald9wFOYp12yZ/CsVldQyTfE3BpFlUIjZn578ytPFIzAbwjfFkTn8TRAFmIKUIb4BItCMYmeGvUBM1XksT2RopNFSo7rcEJaikFfFVSrlApFaKjK9AZzLdFYbOcZnws8rvmAWz1yaR36wdYF0COuCquFbRi6F3BtnUcwVH0BbJiI5GrN3wkchgc98KUxkCsTfIH13/MVOPjnaT7icp6f4YzpfVOJwhfEIrmC5s2ovnKjwgs77B9vb7baeCUDXpW68VJA/MDlST2hdDHOZqaC8XNfT98DEC4HP3IAtumSD9Llo8RHYZYINAICf2TskKnCjlwUSvPSseUNOguwUjqOA5jBkPGI3qAyo4XQLguzCLNiO8/4XOBxzI+OVejCpw5wngJjRHmNkYZwqH8vYiL71baHxPcC2Civ2+pEKUakvfkOWxpvqZ/217MfihBQKSRhSCC5orYK0R82bH22rDVKitzYcmpfMSCo2tvGyrBt2sjQCH02G2ft2qrxX3ZwXx+EvtGriS5qIBPhpQ4GVXjRRBFbIZhIhZNl3QpJaYpcch1UKDlLs9yeySygNJ45seIIvUDTDYlIA5BiO8/4XMBhiYkaX7PZAdvIhz8wt+NNDFKvEOon5eNI5wdwjhT9NrDd0vKY+j4AM/QHYAjYsRg+vhV5eQVZ/u7CQ64e1dLlO+UC8oUIRzaskxIYZnhVlsFe+Yb206ibg5SZjxtT9W1lbnDOV36RwzTxd7KvDpp+C82KvKcr/XKg46tujxBPFMqxSAoJGglCiZRgVSGl5ghaqmB7arM37DoShFaEcFajvFpLaAqHhNmztNKyYzvP+FTQa/4mvvK+HJ/TEx9+yEN82+mokFHIeAmrtPwwtHYFTj5D/G7IJ6B3Wtter2sB9iT5gciWJu/5cqCUE5bpBlCYnmvbpAm/ByagKXfIAY7OSrkEez00nlUu+WywNIFIBQGinjgwtjpdzXJKj55xiAXRJLIQQNov7TKxhUJnMREH0a9wAMVZc9IQ6dRSXmwG5zVBkiMGtKRzkQmlQ9VLKSTXJU1KZZlJ5lBDxHae8anAo/IJltC/NbuLA70ZBXK/6ug9dgSLjmiERlN9P+RqTuKbesAhieu5j6C926s9EpFHEgphA+0zScDK4xuZpoNrOn4abaiFLX++Hfw9jgawYiHoQooyiwL82i9j/toN526tdmksXS++C5KNlg6I4o4BleQ4717aY0ETHeSSRiWhGB27ICTCpZRQHNLAQB21mRDIeg2pKyEVxKJoL6AochG5G5kd23nGp4IP9Yfpbpi4PWPB+810xE/8GCMO8aNHsGyCBmY01asA+wjpLcj1nMZ7WjZISHwajb2TiwcfuZr8qZb7t+DIDSNWjChwbSdaHOlFG/6MzjlJcDS2fEAosyv+aEEkEuR4xvy4pRQJuZxWtYyg4WTjMhrwAHOeXHCvn1QWx4qx6pd2dKOKJIygEi1CAUhqpSJV/bVBylJlluw8RlAialzozEggTknIHMctdGRC9UpmLxTbecangg5KGHqzACgmPrbP0zrz16sdUlcwlHZZZAOcttG+AtB4+f0wfIBzG9/UgWdsbSDamS7rxdLGClso9+WtXwK4HER4Xhz8U3d3J+UEInXoFMjBEBY0RlWIktc7cIqznPQBpUjwlkVpSgtRwlGdqs+bb6Ux9eqEAH9JyIPSHEPQRPJXIRJxyCB2kiuElyWi2ILBGkh4ynG2ig5+JeVMejbck/iv63bFqB5lO3qCWWcC/JSY+L2uGUd7MYB4eosCIgrzHTjQ8+BjoIUFnLL6RbD1EN+AV7X/PueSoDd1wzkfSYU332EUyiq3/biGkn0XccOChK4uta6T/VzSWkuiYkjsHLp3ggEprq+THLCjRVS3Sx/wMB3k1V21BrKTbjKWXKAjj0dv8lNvr7nyVvoIQC0kEwVKlWgsh8Y8E9wTFZLtWhEnM1OBSp+j2wRytFqVUDuSXKHl4F9BCmUVsEAvMoj4j+0841OhmVAKsAe+LESn5OEX/H36qnP69BFcpPNABQ0swOTJ2z0WOG0Xx7C632KJ9zUrzNPd4+EJmyvy3/NkIK/5thZPnQIkfs38xY3QxKghwZ6mv848gfJ0CStbyN59HZovu4oFNlbUWriEoy8h8eSMbI+/AClqgWVrbqvlgHL0U/JcbhbaAgkjIPJwnGEUF0gmKoWOww0EfwaZKrR/RwjJozWnY+gUCFEF5Ou5R0wzzt7Fdp7xqaADXC6OkgF+/hXLu2vQXk798iWXxaoKZIJGaF6JNxZ/C97d9MRToiSasGzMNkFT/ZN3x+3d6ISwem5trAv+efGdpstPkg4fF0EDqp/OLn67jrQ3g8g3fpa8p4Hpga8rrFBLeVhw81Nsi8QJAvQHl1ji1ecACdJJEsgaLodAP8wBi7GsGam5faWgq4UcGiCrB5MRLqbSBHJMm845glZgWTa284xPBR7ImgQNRzQNC6rp4bqc3rnTeaIjDEfmC4TmxwVp6d5EL9PmYOB/aswzjtUG2pTwMS9CNJRfGrp/q1npEqtvj4zPF6M9fqe34xgD3h/GRz4SV3n6b3ocGRBcys95OMFGc73SqU6WnzFcR8CKOpZ4YJz02oMmgmQC5A8TSdBJYyOiyBRVoIdtDBlOVIKkhlTYezFGgrhSCiwqKRbyHCBtbOcZnwppjqMHGAc50U/Pw9SgfU6bWMDkRxw1hh8F01fTHuV54gujuMl9troYqw3oOjpxtyJAO1aA6O/lJwevl8/+lo+CGIeR8476gJfbJ+qwVW4RguIAZqzoofuvLR74f1jH9dHHJe9/nXlRaCYBjm8cX0E80amlxAuIaIIIJTM0968JVLbsxlLOsHfohJUVXec40lzgvwX9F3DN+E+Ps5VDUKdiO8/4VKC18CAfjBqHKo/VZ90M3P0GPRaXr41e8CCZTwteMvixQdpHFBtI+sux4ZuqaMwvnn+8yVHbePYtTiA2Oj2Nw+oOk/ZCvg72MUTgWLvHVpfEN7ai7Y8t9xS3ES8zhrb2i3cUduxRU+3qs4JDpSXIEUEciEhYYpMSksSS4yASTkYZB7tv/K9gQWR1ZCI5i0LWsiLXpZJBuoFszQVb2AYzYjvP+FRI414cnpIP8zWvBzd9vdvhfjQBNpAIxY+KZKZ4dcvcX05PvOKqBZFnxTZe3aIRf10rwO3qxB0vzqwwkNf21/iaV7rCtgvIHekLJ7ExnQD5UxcygckyfkNrPzMbOWqWLMha1m4jaCIxcEnQkGGiQUhCRAgM5YCW30LEwa/SSJsYEkymwnGhSmus7uvNLPWNZaM8ENt5xqdCGk5E/RDVDWqcXvH4nW/4tkAKkcsba0MyMDMOhGIbL+V/DL5pJXzuRbGXfAsVhQ6S19QuiGwjvxO5RToYRfLVq/q48cb7zdfBqFetxaTfAfX+7BGoqtMWz8MVGXTwGb0kg8W2aEnUm+JvNBwQypmPtpdnzBl89808Xb9IgMWdMmUgLiTXQoBSMk/NjhC+HEsM/NRjL5xZajDBZHp8TR+5QFltRC0EKOV/ILbzjE8F2wrILZL1GFWClwn1DccH3irWrGzFZP4wZn/0YBsoENL3BPsR4oDXrLvdEyyKutYFzJFPoLcfeLQ5jEHUGWsa8+X01e82fRkbrLVxa41RKLCQYcPqmx8dfukX4rvH/lo0FOdG9BdONw/w4orv9xOe+YG5J/VyV1zAOBGiHrWRwFBSOIagiRW7jEAm9JFlCUFVsl6ChVoJB2tMbFykyrFg3hvbakWxqEGaoMmo0jIEivh3kdjOMz4XfHiWmXAAHo5l3hbND5pNdw/XFw+P+YLUKNgqBAFGagPMOl3io7DdkdeteM7Hw0iAfEcEB2j0AXMAjnEgyQC5One3Ih02Wr26ZxQNcQPjBz8CG6pAp8B5+Eyb4KzNlV3naqoLCL7b8zRAe/tMzzrEeUgNAYXF2rCR4lFtqV9CyJ+RcZq8hLjC/BEzSGk2nEBlJO8YNduchDBA/CR3b5ljZN1Epjs7Il7yItKRm8Wlih5HVsaxnWd8Lujw3sW3XvuZveZ4wGB5nD9MX+/4BZ27OziCKBS/6zzWFQMQS2oNZp0s8FE40g3oXl75dbvfG5vpDUWinlUrj7dxYOq3zwP6uIC/q1zqCXptdHu6AuA4H5tNx2spFui69flF9siNr55Ou7ci3om6GKAkPrC/YgISCX6+zI0ofeEYif3CkWW6HTGAPw3lzrTxRGMbPW4QSSTDkDMGimNGZIrFJDi0mauQmcA2dRKdaSX1xkuNSAuxypaHoN7xHwtFRO2KqmSScWznGZ8LNgUe0IiWZ/YAX/Wdn3BE0yBBhZgn8bC2qdWvoL1wkodYt/8dcJSHX165rDokyDzjpnNbyffASEpktMWb7sl/+NOF4F5NYPMggtoCSlbq6CB9BHmMKLqNiTSrKV48nhb3Ex7MQYtnWdArLS/uOm9q8q++xnugy/PKGpw2yHxyaCBAHEZcTbTqYqhyufGu/44kCodAS9fAhaKCmt/CCjUnGQ8IHmxZQnKhSQ0FggxdpxQkwueUtouson9Vie0843NBh3F+7HqDAG/i+NXxPU0392kscbfcCyf9Ol5Bj98Tr1v9NLXH2LydefNcnwWvhkiT2lHJMZnvYO4D0bCcXic4lD42fii8bNbInugnaaN6UGBMwhMLZ3LR8B1v8Xy6ueBjf6HSlY4gfg3FbU5glxuMVBs1wz+LKnT4GioS5otT4IZkpA2Ets10nW70ZARJuVAUdBEvrUHQf0FmpLpkSx9tZRILahqKnGLGsZ1nfC7IntOoM17NVeIxMBrCgU9E4Effc8VWI+NjeCn/d0TbBpFOiJ5Ddtpo7zndurBrSkguMi3dP2CcinNo1tBPTHvLMrDJYQDfPL28/izcpxKeI/62vF1T4PPwZEfbsE207b7LZ1PQLH1Abiz6x3FwhjZ1aGxBh8TTM7dJ2hxBXs/e6GqHWQJsYZIJ2IEqQfw1emPQ98xeUvlESj0rqrt4LLI285zvwo5cpIAKFXNOYUbGbS5cotjOMz4XNF/UkYl/v9yeWB6qeVZ7z8vCqPBwjeNeOcYJT/DUUf+b4lhHGs8UU95P+v5usezY3IUn1WAOrKvgp9L6y1SukNuo8+iTEwVkwBBHtLuOSYDefyugM3TfSgNlSzYQ76PmVuZ2YoOykhlQx4lHqDZG1eo34YAqPuuo8aLnxy6VaisEn5h7EIMzkmBSJ5hSsGyhFGCqJRbOWoUV0okNzXDx30KDi5TQFRIcEyDCkHpuILbzjM8FHvHzZbJXHsnLQ9Xp3XT3gOP44XG/10kgZQnbZkicOua/HbDJkD4A2KSv4f9g43hrx8B2ZoZTRkwuKD6fvh6ipIhDOqMO3VHE9HOF1hB3Ggc+d94A7Z++0mONJVr/IMR2YgiijlbEPR6bc1++/IkK9Tt4HQdX1+KeY7mY+i8BimienGmDSdEH0+CVcNFSm7AqQhGVsgIwZY05CaSj6QXkyZUKS3IzyRos5nxXEBVGrqLYzjM+F6bLSxzakWhYmbmZ8fZxepQZINC6pRRO8kLE3wFHefc96Cx1Nd1wTBbjotyNq74V4I2H6JMIg02m39SxHvANHOOs8dbAEz892k8SefnqhX5PbYrvzrLTvYo2oZ3QPMzlsZDykogBqMLoum0qB+JEJ8QUJ0ASCT4BypSzXnpNVCbKGKERWGocJwpBivoMVeoZCk1jIaSiJCjJkbUqtvOMz4XL261zTUeOVBztD7z6we/f8hxVN8WjVqjwvUDr/7DmuXFqDAIXMNlF29Q/vjh7Db7D8hGDZSzniHerSeMaQV4rLNQntp8d0aYAp945TfSXmqr0DQ6LaFnbow1yGiXKzYvICmkB1GLUPWK2cKKzQR1YZGA6BcoGko3HspTL0eMSb7UAiIEkEVKbkKzs7ObipWzoI5QMSE1BAQurlBAywQX/WTa284xPhWcc3hskwvdEr3FDW+CTITy693ABQw+cOLI/HH1dH0qAdG4Z38hMYe5rP02ub8gngXLX08MdR+vr1qkv6DYnrgXrtQfWD4ccB/qBPt+RiV/o9/wQLuDNPX/k8PM239xDzXch2vWDzx9toGdtmzZOABqzP6LSb3pElVM7i3wRvlLjGlFdpMyDTlBiaAUN1nYLRshZuqCpSoZWznSSaG3dGiodRYpQsZClTc4NHSAptvOMTwUdku24zFe9HAOyYQ8P1zdyE4B5cUPZx+EotQ3aD+Q/PgPH+9TCTQH/bHAGueGVa3wAof4qj3mDyURMIW9D7xHYxPHPx21BpyrQicVHP9aAC6hXnfF0nQlzvkWt4sG1k3hsKi5kY0MsrOHC9Tp4P9A2kDwRLJJclykniiAoRWqsRYKjyI/NsQOccuaCOXO+2wsLKhohsChR89UIGo4ijJwVitjOMz4VdEg2Fjt2gNa3meOQv/WsKHHiqP4GkAGPtfwd1njz1R8IymkaVr42bT4od/z7FxW7+ZEPUAM6aQo3jJtz8KfSQA6ExSM4Pl3ceMXWKcChu3vk8zsn1/dEFzBHfMd3YIADL+ddIVvk3XuIuIjWjndz52sjhQBvb07tOJEEKKpzU+cOEZY8NEDqdMS8aFyZ2qYCrAt1wIogQ7Mk/9P3c/uEmwm9Ei0bIUsBvZGUxy6cCfBzoh7MkdrAqOebX2TBdBT4lPCJw/q9oC0CkSqAGxHSx4Lbg6gZtJMLwEssz0psgr1mW2CQx4fHO31SdPaIYTZ55/OC/NQolsL23cHxSY4NoOJbGJDvc33EZBwUGJoNsBsXfMaRsWbY19OjX2ige20E5ul5Eu0WLRAdJ0DfhljyQaAnei6mEEAXDkOCaTPLSCzNe2tqF1ZwFsDMohdaZmJUqHYLXdXBxFgACFFK9qn1K7bzjE8FHceFALfPL8XRnpg5r/o68VUg0x3s/JgNfAPEDYvVNrx2fUdupFttD0DSgpIv8EzF1lrkz4U8gr1Fnk6eAVckO75Dh6ooQux2+qZnZBBgpl/FhwJWa2LE6ufdM+lelN8DSz1Far542vGT4w2szTmv8ahX+MS5yHyLxRZI0PryCSIcASS9/YO+aFeOBw8aWtH2xBDut++BAeKNYHUKrC05BlBE+FWUuCiskiChtBCkpiVj/BeXzKBi0SwRxZzhoKpVMaCrlvlq010JfXFinXYU23nGpwKP4+d8x3C/D3qBhX7mR2mnBy5gMvE2uQ+FzXm7OyeMaIEjm7PRMjaCT3MVrtr+WgcZYqRVtsVxAC7nWU9AmKREOpgH64nBJZ7BTukNHeAYqUsEGCwJLEiRUf6jl/K5VQRi4VFDDGg8zwc9ZYxp+51LHR84PU9ywyk7y7DWbgcXUN5fu+LrMXueZl9QtnZwRwf/Ls4g5FpJflM8UbkJswRhwlAqXKjUSLdA1VpqM9RMBlJpqrPnuKREKVLpFbMLSmQhZ5duRRAis6u0pDa284xPBR6m/TtjRxhDB/tTPbxpavKGHmntofxI2IiP9ecbsW54j23hVkUS2KYLacWAbEO0AoztSbPTKwJOXH89epFXaK9v5pVZTBx59uzmaT7cY+Xy5SgeRXlBBSfTD+wG/MxQbEH9fyJPmv7wTznEC60sv4oXzxi7/8PO9+NCgYEA8VvJV6dCK+UWgiySSEAaEntacIkaCHKRxVAQnbFUsOQYVCgHQbSVCYdeg7G1R5jVCEKM7GzRSwqxnWd8KuigTHu5eTXhPN7B+mEvPHFevhryYSClEJH8WKxb5hXg8UGFwbAbMFqsS2ojls2ALpRnLU/0nXC9trWBh03/U5j+/sI9fexhaRs9gs9498KpWuXBL+V2y+1jvZgPA1zk+ZG9nT4+UbIAAM0JSURBVD6vo45T/24okQQInaYK6lc/27KCuIK8ES6XyCMX0olTEplQzGL26JaOWSyI1qxCUycWCrfv0g1Flti76lCQiq6N7TzjU4GHqd7n69RxG+FNYR2kvju4gHePoo6Ph6z4ezRMrJrGdoDWCunI+jvwyzDf8mleWjJ4r90RN2LmWb/OTlccHo7vZukgiE1cn7rXr75OcAPcOCASe+we7CJQ8dfFNlVwbfoV5ERbSb36DL9szHny0ZFtTnF2j8OFQhQDw6hGzoTJtKbr7BgX0m4AFLEgjc4dABPMJ7+lH2bHrxQrouHZrjOUGbyZtMngVno6g/6JtkLJCtGMtTXRAqG+tnRs5xmfCjLQkHEER7yB0SJ5P4hOSj3AvbgZ8z4G3Yi/P+TJVnaAiU83urgg50V+HF9k1coMdm/IMUShdqaApT0y28yzbiIx9GWFk5keOIDiLebLfGkF8bgnWx2ruot3y6Cr2jSIrMf+26vDVsX+YKR2eOJk7OkwBY57q0iAGj9WfIEADbGFeANysBMTUmxDJbAwFTEFSUqASjdnTej536hLSRdMMB9LKprY60Bq1EsZWqWcG5UiP5SxnWd8KvAAxhF/9LDsGFmOVxaNu2k3D+cHfziYIjwEIo/w9IgrJJ+bXXfOWl5gVo1Z1UNTSXKTebZ0xga9FrxwFwy7IKhHjCxxL69e3Neg6x0Az1x65jvPvrwfHPiU3KWIfeeZkxNUHRsBzkOTfNU4w/Pxj6GQKBqjSBD5ABElpyxCKxYKqixnnGIi6Kmfz3OBlJu75+70BZF5QDQTgLRskCjp2M4zPhVwAHeTfT1oV1fhGd2+p4HPhHbBNWOY9aZl11nrbXkEzAzDCmKeVJYWyCorHKO5xbp38RbnxAsX3dWFmc7ffM8EZ+zczVzbPF1v9gQrIefxNZAkyXuIqLnnreHSixxjw9RrjQTSR1ojnDNPTzq3oNkvWiiPjy9gmmgEFqkhdCrsoDqzAyjFVPPKMj8UDiM6iRpMqlAp2etZcgKs1zMENVWnzYHYzjM+FXi7xNFj+ARQCUbPc1yXkE9dkvz0uAeP09Erz2lgm7bYaXjuLz/Ypvvu0rGRkRujG7fFFFaN7EYsHMDSpvDSfdAoLkKWzFk5OoqUGgEdZtYSyUwocMc1oBn8HrTrIDduAKvXks+EQDrhq3otKMBzB+iS6kNQ5gaCJsAfpI2BOoBgpAgqIwfNnJYxxU6hkSwoCYgKdvN6uoe2YJEo5kgUByBhNZA8WHVAalAltvOMTwX9MIf8BvCVvzi2+VFYzftC/UPiMC0ekiD5bRLgyBz8HHjhGqMNxdKF3KCd6z2K5Um2jmVN0keIwrqhAepRlplJ7SSqGZNbK561z5Ygx+GffWED4D2slQ2Z/5jtXiTVHzCtPRx/XiW2Ak3wtpnbh+dbHSYn3gFhuhB5mNqSO3owgn6YTrJzNjPClbPCMDVBT033AjsKZRZI16oxkTpGDkZn0YYowc64Q0Bs5xmfCTjIZSDvwD2v7OkIf80ZxG/Dd6XY+W40Y5nu1qCU78EJfuZis2dPQQAF1+vTb1FkwQlLUlkR4FEOAURavCPbqa+sjBko1+S3vfBrdZerU4HmOAc+FcwuwA3kSQ6UJNHnXfJt7QedYFy00+EBZHWtG53gZiw2pSJoovNKoBHISIkNTa6CKjFOuWcrlgvpoBQFle3qvl4hWFILgtkguJbOeg5ZuSmA2M4zPhOeb2khkXgjaGo4zo/fsfZhYB/f2clXgK8wDVGAweJvgwBHnRyko6e0+AmMBdZDhTXd6Oprxfx14RIuN/4o6dzzHQZ1JfyuCbw0lOfkPVqZ+SAdyi1aMfm5K/1E4f5Rr4hQD1SfbBrg9q8/P5zQrdz8ebzhpwBMgM/4PzZg9gA7WSkMlIdQIIVV+kYwxfTNtLBCSG2LMhaLRYJLS+4E5O7rKaNNzlsQWor1FhtguGJs52+FP3358qcQtzH/5Y8bB/k/G3hcvpPCbjh1POEDfBxew3/v78Y8vuDFNLf09oiyqc92/sgBoVmA47K09RXpYFWNdBIv31d+xANUZ4Y1eN9oS/ZcRFdnXkVh4VrW/VDLT3DumKfb/3gbkBw3LpBZd8TxrQc0jKo7geOna59rObEfzRWFNgo6rSQlWjN4YA3W9ToAEjFRxb/jdAKJiADrerrAymhWUMlQZHMIat+wwojtPIK//TmENwI8B/zll9WeQMb62Z/5byqtDBT4Nyn/qfHOc4DC4e7h6cgtwR+MF/soC30nJnmAc57c8gbNGzSUx1ihmqP8v0kN83LmuVHo5V+UrQL37tKQEx6n3kagOpyzUuMP3KFGK47ZLrkP/088DXjPJ9eEnRiQw0vvDYraYw/cJuxCYxUsxRQY+P5AAjxWI84BBkRPZo8a9N8QCUXBZyY6iRnwH0KgiEBQqcu0rMKzJs4kTzdWyTPETDUpCFeShNjObfzhyzsJ8FcRIPBLKBLIWBHg059d1uv6yx+P7ox/HtAD3DBDHsIvY5ow0ysF309CL+AlekP+q9a9WUbfwgVbeEviBr8NAvQ4eebbn56u298BdfDpgOuFe7ce+vtjN+p1rHfXzLN2ywdEomdP7jWXM691O8VLzzfXD20GK+9P/p9w+Do9gQiVK2JlRdUtK8dAnJg7cI0kyHsRIG9D5BdBT+wmO1edNhYIniKXmJ1YjII4qqGIQFYiVMmapEQXptAKNi1AZSSarsPrLRkl1ai0N3yaAOGN/VeIbwRqYkinv6wY8F++fNGHDSvg/2FaPP3t9Nz4nwoTX4UUcsX867ZlD9jzpope7MTR/b0hC30NNkpNd9OzvuDGvKSk/oKIBuaT/UZHa5sB04NaorlWxpoANVc9jcUK5+u4VDEizzj6BIfz0wVEps4z8iE1KXjjH9O6Csx7YJLbqDYD8rIwKvb1YCjaC202wK+ncmNxjKDWHls6z0/1FOIS5IikDYegmMY0kLDUP1G4pZUYxAwmTIHMFGIgU2qcTfJ/ZMgeRUstJAs6EiJDoOD18T+2cwt/+mt6ZW8GHD3tk1++LPy5DQ/w5n9++T9CPCMAArzdsDke3RtWtQBK1ELfToCwlZDeiFcR4JHWwR/ICQ8wNmd3ubZUbiycxaVnd9h6I94xAiSbhCQsh9ifYz+N+HaHwHtaNvdT42XHZtpGgEj79kPuP3t/yqIXuCMb4udA5MfFjI1mJv/RTDaB9d4evf2TA6qOwTflWjQgqBmPEW+BjFHIg0DCdJQICdEiCCwbKGJi8CzNZFaVFixmiki+7LrSdFdScnvOhlRqWB3buYGJ09J/ROKNgKOn2ERIT/DLX3RqL84B/mcQ49++/PHw9H/1s35aJ3L+88uv93AM//pvPj/4Szm4/inAH+a1rfPo9b0QJyEC7KVeQ0Kn8C21tyacW9hYB59r5pJZ4ZJhnrskOt/zsuXybPiAR9/EytI1b+kCvjzmKJO3Tm+d+Au0K86xAidLT8MH5Bo1D8a+yzwSH3xDXsTx5nof3+99L2GUgzI+C3IEfBkiJ/0ojvqIuAZ0B4soMYJUIdIgd5ighB5JMmklgo2KlzjIY6IvFAuU1MigLfWYzQgaK2ooUqAronzPi+3cwF+//OVv3+oByuED6QmcDUPxL4j+8OUvyoeHeI8V/e+UiQlOJ2v+25c/+8TgL/+7ond244fFNQ/K1RGJo/v5duMd6ouCOLCvq8mu2nk7PqCJE9huHXPgyMihIAHWsmKa9TAF7h+W76c6xWNXQ+bY6MauWCOoiy962Wa/2k4USB7UUsgHWdjZ6aAXP/Cyr84EIlzrFMi9LgX7ovBu1sMgwZTDL98mUAIcSgdwupqvWJgV+Xje9kiSI0Qa4iMh6CNdNYLCxlTUi0DIbscJypB6+4ijWJdSVrLqap8EJ8tyoOyOYVWxnSvMf/nyX3DQvukcoDzBe3h1f8FA/6LLu1D8Hfo/fPkjs7GCvxyQ+PJ/KkWgAGpC9eVPFzNJ8E+qur50/DNDx/ZwPM5Pz7u9DtH1/RjjU1s8g+Qpzkdhyy4+EGx+axX0dkOydY8EGOx34vt3GMWQjNM8dltf9je0ihEN6RTIXLoUc/SO6Ob/XVw8eJYaBFjX1qujrX3wGrmP/wft3Cjw5Anx7fMFjggX5Or7ZGnzVCDLket8wzTXr/dlH3iyYWszgyuCL5I1UuWlBaFQUoosYHctEq1CSE5FArXsLhqhJULHpoJ5nXki6N9ILhR7d/VxAvzzlz8fwDzf6AH+GQT3P6q3J5dQBJg6mO+/g+f+EaPvmiBAFrv+q2bH8AuXV5N/csARKPfs6pAlMDL3L52OYlEs1m/npI28UPcY3lntG5GnO0ETITQK83gwsWW0DaNJbxp4R/Wag5mMPDN3GtPMb7FkBzdQ+DcvZsdqht1SVk2i0tMjYCgHqpRPmtvxvTA3826H1vT5EF8579jqNsqxm3po2KvSG/ov5svby60fk6CJBtJQoyfSSgrroEUtC0WikZjQxCogqEwy3khdpbW+igWYkRUXaFPnYwRo3+9v7z8H+K8YzK9/oddnEhO1HS7+ty9fvkLGFFg6eICMeLnlyz/0q5ge4L/yZA+cR5YGj/6TXSahH9AvTfJVn9PX6SvP7ugDYAMWXzVkyeVTFADZTzg2PzuKNxb/OOheN6BsscTOfpQVHUPlvNMOIIB2QxrWWRy3o9BbqqYT3ui4+hSz98NG9F488V3QKNr4D0Gag8jQR8ik68C+GPxwV04Abp9/5eB9nfZ7/6iGEsBWbnZfbLEMXIBdECk3eCpAoXBS1hFMZJkCeiKlQlcWWjKRJQnLDGa0ulQwqqLr1cvYzgV++fK/HL3fAzR+ofvm+auEtQfoUf8XzHa1ruYBUn8Zdf/rn88DxAGq1wAzoR/tuPox351+xQvdAn5yNpIdpj9dNNg60I/jjcU/EHqsefgOkt4ZULfgpc4VG6/mvo3CgIMfFsJRRJ9OXvGp/NdabAQ4bEVZId9/utdUNhnw+S7fBxhnAW/Ffdi96gaL5i/c5oGivs57zpqHexRRPaQRwRPiikJrgFgkqCRYZTMEgvso4T9z1Tak4FAXUJZXJgWTJQgsm7Kb3ASK9BWzWG831LGdI/5fQV/Eu6gnrnv8n9gh078mAVKAgxceoMY7PEACnEdPsZ0DZD6qhAf4n4z+eYDDlN940wUP0hbctifZ1/xrt44t7DAPu+ZXFyOdEPkR+KF/2aGpeN42jN8C8cLkSAHBNJEilMBmObWBNhIvOoAAfnNC6hd1X6jnz41g/5zeL0Mrrbt5WXrR/2Hv5SOBYDw+sov13cVEl2/+ub64fM57I2NocjQ8tV2C3b1x/bthNREvMbBFCVgE71izicgvFAQwUQmLOc7VEouWm4oG5iDtEHzW0mPIlfLfCIWlhtjOEb+Yv4R3EaD9OOE6PUC5c8c8QODftapND/DP/4Qe4OUTvxrBY5QOoNU6fHUT6zFcP0xX/Nb38kqJyE+gsYZK0Zvx2npcWYjvwr0vqLaNDaaJVMDjc2pN+VRg+6LbUaAc1hGXDtqKphP1OJrZp6PXPoiRRVuLjTX1M99xLf09Z7q7C37MWG/092bSv7/jbYJYH8gQZBZNc88qboOxugrCDDjUtzo6noc+VbkiaGIDngm3BEJwjsPIeoDSqWFidOIkySVUQafZiFNJdIUenTyNxpiNc7nOwppHL4IIv3zDfYC5k2/++uX/lvAnntdDhgmwnQNsh5dX5rOHf/jy39pZzQP8JzsHOE/Xh+uZ1/xwfI8EyBs2Vg9YJfjwVS9dwFYMvpE4NIrfitGWj0MrC/k9OOzj9f5McAj4HtDllknxwprcwsZ7YBZwW1kMm6lWj24u/DF1L7JPeoBjI71ok5b7U0+ekFHFqlgRb/9jh3a7yc+YuACH5NJzXd83qX4d6bGArsQ5hdsyEzicIsBGFhHseCVMdD0dgDbiVlHoRBYo2X1hWBwad3OlEQsZ1Bn2rwcsElYlotXYzm38j2+9CkzkicT/4u1+zQP8or315y9/bD+cdvNc899GD/Cf7hzgxfQg6+B9X88krVDDnZnvdPxvH7AzJr8yDt5CETqCtpNIvwBiSN8HXBcjp94MXlP11gTToN8rltEw3MeajkE+4O1JD424URsgSk9+gwBH3mxtBPn11W69pyaxcD77vmvbc1jW5mPNO1/r4P/8d1Rih/jMxhW5zrfLyNl3sXhjNMpuDoZ1OlEY2b0bR04XCmaJoIvgDLJI/CehWERICmppZTOqtBVSJAQ5e1IwQ2WzABUM0VZDsFtfRcC1miZ40QmgczILxHZu43+81wP8kz04AU7f/7q/mP6ss3/w6XgHIKJ/POsJkb88XfzpH8xw/vkcoMH7WPbzdOA74PjOjgDMkZ4Qv+sdmhEyS+bxCurDdZsD0XYamsrC94JX4Nnc2/Esmuc/kVuybMzMwuf5F2hMRfAH5BWXcg0whGIOPPhCP8ABTTsRrdgP2B3fzgVtl2QXV7Uv4fNhbVrljXhZjMyfNazqNnxA9kTdaALE4zsWA8GfUMnDETQM1wASRpkxOgimuUFVMnvcQgcSSVdsRf9MUNkLmhK1NIo3ydCaWAW2VBINubIEc2M7t/EhHiDZrJ9N5OlFHFRxlvGvpEPeBkjobpnzOUCDxycPch7Y7VgFLcZTnNvfEeNZw696iArcAS+h3whG40l0VUgvoVR6C1zpPTUBeznTFTen+U9LD3CZLoiv5hqc9726H+AalSXhHOr9lD7tFuwXuobjXYlV73Iryt0mvdL6FhTUCsL1UhQHPxbK/f3FwT4geRH57pPKAjN+EULskEblUmx3zBxnP8BM0SH6CFpJgiGtBF91JePgGkfOAIkx6UTz+vzflQ6JMWVEm0mPsSYjPEPDlR1igWWn1djObbz7SZB/+fIfZR/Qu9PTIMQf/iivjqz4j+kXXg2+/du/IvE358MDxA/eH1wfHmAQ4D/d6xJoNg+Pd3BdJt8ACBx48s/mtHWns45vOIcsADfxjlR577M7pLAGlX09WqVjd0p8F2BbHq7lAGpxfTvPz0+LeeZ8fey512VH0VpIrwAKk6x8Haq2BE+TfRl0iaMeYKwZQxhEUwp2AtzYK/k+BBKUFliz3VjeR33LHwheyQVPs0/t0R/+6K3p3mmWjL1Y+HJrcxrIEY1AWrASAPGEhv+NVhCPrKfsxlNOZHQMqtXKoG3KoE/pI1CzCH0dDsmN7irgJSIJsZ1nfDZM+50O631QGsCTgWEz99OD4gE8vn1vAySeD5RWEInxcQHibUSWlSSEbsBpC3ollm3PYP/947R/uHvkeq8u9dYD4FLfQucX7/Iq+SbG28MxHm/opEprffXd8vOeX9s7trHHPMC+76JmLVjkdf/IYuRM8V9otPrdBfb9JTceP4+PiP8Od3845YuehzQCIwbngyxa7u7erdZcIa4gkkcAcpDpJLjEUCKdq2VmakKfeUo2dQ0CV1pP4aX+CNxHFsJ/dNh1HZxM0YjtPOOzAcc/J8AzfuRv03T4F4d2nd8mZswXnS8CBHve2IOg9c28PCio7BLHDJs5ruXlBta2ewzkFD6+q+e7RowEghL0YEHnxbdhIXVCzUwPoqj9rO+nPI3n8Zc94jtiX91LQBegv5JjvPJY5/FBWvS/oa2VnZRQ+1EJcDUi/GyHuU8UiL2I9X9VdSw8DDwZqFMFQZHc8mc9JVzW0jFN97wDWpI1wImNAsgRdKrEIMFEA4mkiunUdWRuc8waotEOFWil7PANBZwbbTmThWq3HDr3mYyBppGWC4jKje0849NBz0HgQL591m+2bIjHumRaw/IhOPOLZoUoOE+P9iAE2l+iawuOvyoqa0W0gbXtLhE1p/UDKtsQ0wu867d1bVj9E03/1+YcPkwYML4Vmqf5BTBBFCX7ocFIvQLPvAIN+qPLx1czEid5AjVCqOBOCuguZqBtDLelEODT8s5NQB9OiikwwNSNOuLt24PWddl/uVfKYTLgedrziNGKe/72Pk2IN0QcFUpjwVjcEgQTOjBUzTRqltTMV3JBYJE0ir7pWnZpvSaG0kqEaigfJWI7z/hM8PEeBAiQAA+wFj4dF0cuD2EYgRMBsF9k0wKmO+TSfHRWSHjSJFglGmBOIW1DFTtC+zZkzenO6ddAV0F0GrDfY7xv8zZipo8YssC1XMK/1NYTcI/oy+1BFXoIUP2oIC1xAPgnpkm47oMuJU1f0Wboj2LjXdXYhFrNPJYqvYO0EOD6OjDwbDdfNdkYf2mwdXyPAXA/3YHQdhfD9++5Hdr2SBfs+OvItfLEcuiA09vWmSJoBCSitBbjCTmpOlySIeskSE+LwmuMtcRdUU/aWHVfSQmBSKhqQISL0LkwtvOMTwe+sMP2ormQ3t/B2xicq6McVhApAZQXL0Gg4fLUYTNpz38PXNBI3gLVRLWI3oWouXXi8iiCx/Yg+tzmxeqR63uAecpPGLq44wd/hGl/zbeduMEN8HcFlEePEi7ngybAf8cA3ok/X7XRm++vHSuyJyPPVQLcfBUBX5Bq4lRZcvSBm82zCIfd/ODnVnb9FVjEJWfu9QXVAQzogddP5F5LYXVendlEo54GivgXk4xYeXMNlBeuXVEgLJxABi96hmHi6vwZcfJZdtZEl4kMFamJ7TzjM8FH5OEaNs6DVJ9G472yPLDTZiQPRoPDWm/6DfmRHiCbegY92PcTXKBj7QIu0qwEotms/Dpk1S2/5Djm+fHu8olDkFu13F7HMPWc6+aKxqLtZr7t9ZMqbp4unne88e7+IN7U/JceJn5GPNLZ8BFsjOvYW/dtpLlKgMsGnNYLUhGesigPDfaIpz0vwM/UDE/9urvtQOiYp7/rJ5TThEKPL2xXY4pwyEQa5BnpVmGA3bUVUzb26vqQksY6lGF1NIT/KJ2S4x5qK0gn1OdWqiG284zPhbyFWcfxPc3m9jqO7Txe95qeRULQWfuQ/VERWw/tAy7gEy3wObniOFYmAW9D/TltKivU0q768NpzgIacWA6B3lxMxdCBRibF/rmJISgS+i1D+WDwS5gfeQ7w7jFfPIBW6T/SU2xrGFG5TFiRLSsuSHGoxBcFd6g0YuxFbt48PeckXWc0fBhwaq9dW0aAt8C3u6UqeAGdEH1K44MMnVK8DbOEOCVoI1mkQZlBUgoLTw9ozh4jFtXcVZooaIm58e9QMmIBuIFAtFSRVdhMl5gQonoQamznGZ8LeVpHrw4+8DIwf7RhgF+7DzHfkQLLgc6fdpAGmKedz0LkYIvaOthXloJSIX0LNtqY33IOkBYrEuEGx1aOVr22cayCrzdeoH7SaIMYtrDjNWh6gH4jV+IGQyMWwY7Ij1kGFmN2s+I/74BROyTH54FVmt67znmg20p6t2I+ABa74qwAq9lxnk81wQvAj4f9fHhcXVTBoYL14zDCwhodZLy5UaltiDIafWiSKymUnaocIkMsg1gcw3TNslxmsdVHpNRSA7VltQhNbgJdv6YCLAxtZMlIEbGdZ3wuJINprvIMDtAxjuM9L3MwCUKBph38YMTHSol5+ogt4Z/WW0zlOF5X6jVYNLN7fNs5QN/zwc6EjQ79Omm3FQMXvZIB9zz9x/v+Novz3CIvDT/o5CGG62ZxFf1pvFwjcFgXtDhswrg9LO1V6ySoTsFyN4q0dvzoHbvGWQCmx21c+GTIhPS0vt7kdfOGmTYEOsTuXyTAoItOHCGN1CIsikZS6Fldj1heGsXGgoySWbWIQHVfJfOdcpYQYvh+FBCXMFZHgCK284zPB8xQfGzubp998lyTXh29cVaOvsivvhJAJWZtsFq/RamTX0uUiyIn0Czvm7A+swhsv6LuCGjLjDUG3uq0XOGk3RbM4wcyX8WAepQaf6DA0GxCF1ni2srsG7R1cm3zpkPmLlob0zXBwmhD44WmITKNpHculAfs/D0G6a5MyqGaMGe4umCGVQ1ohJ4jzwYMvTuAykPcQhAG2SKikEIcAvhkJLLIMR9hqRiLRaGMEC8UgFmLTUvA0kGyWma65Qf3tbgCzbtc5DGK7TzjUyIshKbFuHh88YY4eB445mO6M/Oc1QNvnZDhYKHAhOVX4uX7+l6Hamdvht7sJYFj4IFoVE9MzxdP/Vz+Uaw+aXRTH+/Yxn7itVaw38MrvogugF74cwT8XUuSUnv6N0B9iIGRAPvJDYANIOLeu1e1TBNY8nIu35TB074sy0xdx8ZxAf+PHVLRhsuv3B86bMYsu4bHAIowcZV5aic5wxSVYJayTUGRmRUcq0zLUYrBmlZkEbjoXlzjygBToevF1VF3Vxopa3QmwE8MHuY+NvPuCbolPlz7eW+bHY9t/JTDZ3H+QHv9n8vfCgsDfCN4G2C0EE/mYvFQ+j9PfAfAyyuZp+UdeitKXGBn1mPrILWNG5QJUO9zHU7/QgF6e5l3in6vLvWoCjKkcZnESIAulrAvCRz2V7mZWF/bsbw4gtWABHV1407rvONPBJrB33Jo6C4iD9K4Vn4PLsQtFKqg2JiEPOREhGAZLFpmpB0sK08xETkNLrbpvCEjqW8gYAjMKDVSZFzUJsMiRX9iO8/4lNCxuuMJ90hOX3Gg0zTK4e3b2OgLXE76kMh9GInsRf8KlL+Rln47YIvyhKFMWQZdLRcKWv6L27O8I45DGT8SGpA1mtfHW1BWRELo7GobV/33YqUGPTPMkeml/0qW+jpd6eLJ/GzfdXxX2Dw8eizwnTZgrqcHHQBtbVx6LcG0PgTE2MiB+5rb2MBe4ZeAv5sjAd5vbmEDOSLJggwU3FaYbgVlb4PUpryIVZ8eZrJTshxSLBvlgxG5jBUTXXRGVmAyc0JOjWJJreuxnWd8NvAgx2HMxT4PWT4LujyAAc2D9NwWjvp5vqGh0A9hXtIgmwsOfB/Q3ilD+WDAsNupO28IlrPv+zUu5xlsMg7FRgeX5k3GIDvo9F3oBpSvCf9drueiAQ6ixrONqzrVSi2IpwNrfpjmdjv2HThr74vJBEiV+VG2QO3Nj7e8vO0A+PFuCDwTmPiquTAYE5VW/eA4XCGSaJWBFjbHIUCO8LxTzJFMQkQyXL8I+gdMXaFgcBMNkXQIpKSYi1C0dCoYx2RYksAoROcUPzGLJiAiiC1jO8/4dNCh7oMzD1Ef2osjGHjaP9IHAA36/VCoqnthg/HCbiS/2wWkiYX4G2B6uNu7v+ix5rD3Dxe7ehshyBDGP2yNnp1ZYOkAhte4F1lsjMVT2coY/KHVGEj1zTGvzLZ7tdElxVvgL1SImD7zsRz6g+IuzZZ536Fxeak3PAhoGMtL3sqT6/N932hrx3OivFoOYOdDBgFyqxAW3zLhVWq+QQfiePjsXibAJUwfZhXDIpbkucgORSsnnfJMjhVWR0ywDqUopggLNaVESNl2xFQh24GIVW2mHMV2nvHJ4CM9bZALnl4KccWAviPMhMBqmDbv/VJ8c6Bb82PB78MMq1yt9bvhmnezhZxPmWFmWu6i0RAsLHfrPaBL676OafN+ilNzI4by8XPSqUQvn8+ARU/yRGXQ1VGsXeh6ieV5RxZkG8BlcewSoDmeU+R/g+56vtT9n/kFQU3cIS+6om3xpfkxgwR4otPBFIVXOutshYaaDDnSqbbWIdKGVJkKR65m8t9Bshw5/1sViCJDbyOJRRaN7Tzjs8GGJQu5CTvRb7sO1jUD8tC/2D/yKp9sE4TlA93tOBCjQ/R6TPO07xdhT5jMR2D/+NAvXeSLVtADC8R+44WwG1hOYC8OeUWB7xWUUDGyRl4AyU/FyeHqgzn417y/bumRjljvs4Vq4xwgC9ADxHwfbS+Qs2dkPTz6ejUSOmQwOEsCZMovgxlvC0LB0VccAYowgwSPEMklW3BeZoudkMgmMktxUpHTETV6BbqWSjEh5J7vdMJirkOsCDhFRU1h4dSZAD8pbGAXF3qKNd4HqEM7fq1X1vRM6ksPECFOcfHfCoQnnb2H8B4Mj7Ge9HQ+APBoygpiFgulYuF1Hdi6wpnbv7ENC1UbZK04f1r47xAKhsPfWfxkpzYyw8VM3OSOTqAD+s0RzQ1PivAKNDrVBoagOB+eUOyGlzuG9c13Op/J46G8PFAAgY6KAeaJHvLEWp9NRujsZrJpJY3MLPSVSpTM0oWlnB64ynC2g9FkNtQjoBXpZRoiGdt5xmcDzereHuC1P06uV/cGAXbjTMxPtsCwyO6shSJSXXgXwKuKoxffC7xcECKQciHA1eZv4/KUbWO4QgosKbGthCXj7spGeSHqnwWeOfrt3pU1Nno889tvFc8jXft6v5rEsLN3kJ/xhwir5QUP3WuoFyHmxmgH8XLHsDFBj/xbbCRLahu2YZYwkrw6k1CTWiJZMEtkKtKZTPpcoCrJii3FuGb2Vbam3WIUFFoqFZmwWl2HGNt5xieDDOzi8MgD/eCb/sw93SjHiQsPbVtBVEW4DxuV8dH/i7x3w27l94euATcOT5MtHPI6Anzpjj9n44dFY7Kihq4IrvTQaUhbhP/4KNElH7VwkTXWvEPd0j8duhvb2FpkE1gZ32xG5a69glBrz4ktK3Ev8ZGQjiDAg94HIw0QLZ/cp5U2WuBioWoh2SlSBT3ZJBdqoekqqQ6pul6yLbOYn5UNFwCyL9U9Ne81RWznGZ8Kmm7xaOcTnTh2dYj6OG02svzhJiPi6Fa9qC4gaoe4VO+/EkICPGUtHwZeDvDtJUSy3W0/e7VBJxt4gf9YgKOjcHG7avOpX3TRR6g0pn3RRDQDoLZTm9hk7NUaqUhd/4V7ineeYo9zldgHsVr8M9Y9AHHSVJMF8FxQdiLWdE0ClEtZsexFBTmieFyE+IOxI6Dkm1eyhEQtC+mwNCNqRji/S6Q7F3N6o4qQRfDvggRJT6lYnxTrFmI7z/hU0K3MCPpgdhhFUE8/rkenQhYWZthCmir+edhH4i0YCe83I0C/ByGQ5JEvggDWVryFFwmQJfgmQAzL5calgHK5YBzZInHBS7TxypkjV9q5r9btDzuQwOjmCC8Y88B2uT3kP5bgav3qG14L5msLNSTKYzND25nCJP2BLxIUVPkliDsY6uw2fK4xkFsQAmPKCJ4UL/mf7fS2nO90SIbS6gDjKB3BrWUGIy6cGwipRcrMErGdZ3wu4ODk8TnDA+QhHUc1ERFRD/K97Hee/n5w1WigJBoZbljicQx2qNNcIX9XwKFSd43sw7zPqwYLdjiCkQS2wUugO4zv5jMlVdeca3arSe6lpsD80WJiE9sdLu/pCkx8Zw+Fse/ZLi/1kgC9pmc5fWj6wPef8ulgNMDFExy9fhsR0AjQnuobIM5oGClpC+aVzG6pGiqYxH+0W4pELBlonlvErSNCJ0EKxc9TqseprvVjO8/4bJB10W54SPOgDROqDNQfjUhfZ2pTNYRdzqQZCEm6me3VqOYiOw/5++Lr+ExEbtycG/wqK17MAo9gvuNmbRNUNqC1mTo0hB5RB/yDXuSbOXvTNyVBhViwuCEF0L0uiIf+6NEeN8x2XIK94BSdX06aDyQ/VuE1YP7CLbY9muOWXrcv8rG/sW3HIa4wf9QAhDxkm1e0tGbBVNka/iM/garr4mPJMW5BVdxsrF/omYg6zJX+F0/Gdp7xueBD/uKej7Yhxn8S3/D5sfhlhwegJBQPOjPo6vAULDj4Oma5PvxWzJfT5cbNc98BdlR02VtJC1dzPj0bitN4jQMIkBWOUGVR7/ioWl5jl8IS/rkeuF+RQhi+UiRs8+uFPlowgOwG5fIKF1plmyA9+KHarVzbBW/MvLpEcfGeKqpFtDFueyRF9b6iRjThBIItFqAqyWbIRsIBCFKC0LQOnahSRWVJsoK9uMZoUSLnwQCztApqUovYwTVDbXZVUK1QC7GdZ3w20JB4DlCTznZoA4MtPU338In6K0vuw0r5D0vR6R6KCi0R8psBT2ewq++FZz4oayoQYq2IDvpO2hE+WeAIqy2hryl/jcQIrwcr16ilm8fxU2SJI+47+FK5wpGPEm+MJoiU7LXseawLS14I0Rp4shFF+TQ0P3lPFURX5KWOOgPONaHhPqivg1lCFCa2SVctRMmMkmIaejIiMVIFq1e02hRa3SFhqdOZ023p2MjMXAsji1ZngdjOMz4X4oiHBeqIxX+7Y2I0jptpuq0vFbnSS1RUnYaRIgLYMR/lejfCeN5mQ+9Ae81dJhXx2T49F/cqApxffu+fgBHUc7QbmOMycIxaMmCkKfHZYVLN5VVX8izDiGP93eBF7vDt3sQa3RYlYJp58ZfTYqbg3PEGQDZSmlAe02gX0XKV0dIxNMYoMZgkREYD7+S1kGCdXqwEl8CC/0xY0coFWrtaGf+Tv3qZhlRm6wEJVrSwQGznGZ8MPC51dikIMLkAx/I4O5ofHsvzBDs6JDYV1M4pm4KtUiIW3wD6nN8b8+P4pmNF4gsuNohjhSM0sgHQwvoLGkJz0TyGblPDpxHEQiUwEVXB1F/cO2o40t+4cDuAvI8QqQ63zXbRh5AoX+JoSAK838eKRgKkizo98MWBDxsPxmx3rSE4I7nDscQWEVKKqQwRkpKmpuKG9UIAE6kIX80MZmXPLl6f0ZIsGzW1JNAGc1arI6JKOK1nAvyciOOdn3bjwV3P6SysY9IH0Dv4K98MJBuK/2673wCemRu78B2w1wu+0oorAUIeToMeQxmx0yDRHkgSa7iN8jMCMtHwKYWFq1FALKX0iCqOOYBbj2DQ/yPzr3MAryHWRbAslnwMCBDV8YfusnwIj1q9N5Uvm2FvF9hQVSRnGJ1iTFG5bIBYUuSyIKEWIhkTacPNlBIEK0apUpRA8dYRCyxgVhsLS25qB6FvSGznGZ8NOtj5AG4QYKgph2BUomAl27Jq2xIlpmSRwruhK7FPz9/XDdSTDTZoJeX1OkUXifELKD7QKSRPpvM0IpUxgHxRPukwkvC24cJFp1yqZVGZ2Gwa2NqO4L/NGtF2b0+FeUDYsbvSeMEfvX0uL7Lm67IexIK10dbBI31LgCJMFjG1HHkEMBcN6oGKQtdQ0lFOGvtshHTVDRSUVmiUR8k6pjulQRNFnRjRJslRILbzjM+FONZpnkGA/UAdzGaaHx9QjHTECvgPPoxUCV3zbdjt7tGhuMLynQCHhRucFDjx7sa4+7nT4inMixcNHEEf1zrCDbxPBcGjpiux4W+zO+iIBSzoy5UgbeIoX9/nB9s7bq7Nf9sMSKDp1lW/8Qdhr5HZa9BQYPws8I1+Iheb13o4qlcQZSCQK4zgQyqTixiHmuUkaqFaqt9CzmUBVynIFjtcxcUTPRVSKhD3orF+ROBGt6F/ZSaQiu0845NBdoSj1gSIA70dqLtqTzis6RDpgNcxrYuV7XYNRyHhv6e/CfoUbbuf7Hug+SuzngnBFA4UryvAzGtjcRyvcwArN20x4J3y26hx4NroZnmO6kFyL+SFcdxfXefsbvsroo1NJoyKQWtIMI068dvHV4i3ahJ6coXjOUIwBQH6KL4VQqSLhqn4j5QXpp1GPhSiqSCmxrDLNQSYRC1xmZI93yTnZPyz0dB4IVhqWQ5nAvyskCnxt5sWh/9+oJYzR7aE+Z63wya93U/6DJATGbDQf8v4Ngw22rCleyfuHttWktDnPT8DGtcMjjNKxxabrTGypL43MGI/3WC9MWS8qjTTnxIDMqJO3WSXspB1/QzB8e6ucy71WyaEBpLWMEI1eQ1ld4kS6AyTnCa4xTZhiFY23gqW7b8EUwYZZUFggJQLUNf1lDobKTSxIWWvpKwGOVHZSKFNd5M2WwmLPSkJi9D0jL6W2M4zPhd40NvJ4HFNEuxHbBfDgHd6DiAu/h5gyA/5LLGDyljGQtVD+07oedTSI2ND9V7M0115mUl6NndWIan4FE6+5DNwsyLJVcNXvKAUgyj+wyA/kfrUBzukLCDiaeX037p/vCfL1XnDTIDWHB1T3pGp7k86/4d6KMglJ/6HfbkxCsVeM2DHIJKoPOIoEiEsdIJT/VpHpzUjp8KZL8GMFhmlhrw/CRFTVH7N6CsDrIhcxZTGvlIT23nGZwPtqL0iGAzQf8O7dei4ng98RIJluEQ1+ChkREgZZMSRoqXQKiC9H7RLtjNgQ/Ve3C/uzIMJ8yZou1WvuB17/S3MNdBK59iAx7BjvotR0whq4u/OZDl+tg3AnijlMmaGaOkIFlk7N1oJ0L80lkdMcWzc6qK8/tUc/5/m/KIeKNofYXLyHRB5AOQKRp2VRD09KZG6POM2cFOG7g4WgJVKOz2vlh1qmMy0CL3rIxG8GmpFUlSUlZ0J8JPCZiR7pJXyHGA7itNuHNNGdNgjHTc63/JJWrdQgyO/KlrG8w2gXbLJAWr5Q3CYHvkisAY4a9NduDXY7AVzrPEKB3CbRRcMOD/Iy9OWwveLDRQdQ4q7+EDL6lCMh0bZ4Cht344t5WJdkcTmtd0jAgx5BEhNGc98NpFPwsUro1n8prp80/Q4vF32jQB5JJENfOKgiPkrf45QYq0x7IsNbVMVTNb1wWmCylRyVYa0WjjhJrIFN8mU/11QQS3Fdp7x2QAjgknwcKbrQYuT3RFJBDJymYit5PCos1MXF7rhi5JSWCg4ZgVqR2zpTgKmGVLBWxs5ivnuIdy9ALcfFEgdyeYFi75fv2ZliW3+W+o1xjl4gJ5Cew6XSiqO+L3exBLFXNRLDPWCURPaCcNHPduKh4Hl3tV6lkgPUAcDq6SriWX/scSxM++PdKHhZK45BAzSvKo1hgxRC4KUuXBwIpxAgMwEKakqJSW4sJxJ1mMNQUqiKg1oFFhE7GeFc9aI7Tzjc0HWhMOY9rXjfa6aAYc56ehOg7GJ+IDXG5B3Fze3D3yTtIyQ1lP+GcrtK83XeNGn+m1xP01/H8yWCWw9fxEsnvTwtm/qKzjoqvImBpeNs1KPmv7BJzzft+e80iqUxXDubnnfsQpyINvAY9egx5QW4E7zRiU68Q67QuW20D4awNIqNBBgvw868KJHfARBE4bYZO1JCUPCUEILcZQrGVS04lmu5XbJFdsiSqXC3l0o1LxyBoSmZbl024AzAX5WwGxEgAQPZx/eIIH9Pa2iGIySkbL6mXerye5siWmRDgXdQcnWPhrvbJdkVx8Uo3XfcO4bp9/q1zQOy2fzUCqkYzhVYKh9R/rKoGH0iJEBdV+gvtPBR4HRB44tdgQjL+QAbo2A9lklQG+V08f71sj0Zn8dAzHrAWlKWQ2jNK88YNQ7xvinYc4I1hBjmDcIsRNRicdFY546emCKnAoFIMlMFjmq68ih8aBkAVLoAlVga4yCcEsWxdZrI7bzjM8F2RKO8Jmn9XR85yE97x/mx8k3niktW2qHPyvp9hlbbIQW85+fhjNgn9/1Y79LM3wD0LVKRCRAuTjPt5d0hp+7C4iV5PYE9pU6N2DqOIqbvuIgwxg8LMholMyDh6Q9Jhi7Ixp4/ssB3FyX91lmsRy2ybUHx3AA2goWu2W3NB4iWE0P8irZxK8qh9zgLm3j2OoE8ceCMwDySwTxFVUoxX+WtkrLyEWckoGUQ+gj0TAkkGrpXGNUUI7WqyzFyghE2aZh6RLOBPhJsbu5uH088BY/GLQ07Tjd7e/SDAkz4JyTHs7QsHiQs4B/hRLHUuDHg1e28qFoc+xXQzdyMH54rH2D6Dne5bznKU5RwE6+HzanzOqBF7bpBf4D+vCyKQ+exi2qcq0u84Tt46sCKcfAurhE3jN4Yl3DWlp9k+MWuKdVJF9/j2qXHJlbJFutmWf9Qq4Yx+i1aKwRftmSx4RCO/hXAZeTaFdOZeyUmcCiEiOlCZVUkZ5AaURClZZoK4wsS9Kxse6NElq3FmcC/LzgYYwDfqfb/JDUkoAbsvfbUpRy1L2eaXrCP4rTWMIW+z+XCbpTx6zt90Jjheu7evUSYmwnGOdqmviKPV/QrhskbJp/x8v8xyaijNrCGjRuu735TFTSfEFgN+mTHVksAxnqxLqyI3H7i6sAeuPXBsh/Ktm2QIcAesgKfaOx75drjZbfAXKEWCT+g5rshuVSilZiga4LyRGWLYiemvsoUNtTQiMyhFYBUfShgcWCcBORHVqXj1qxnWd8MuCQ5WHMI9lHfUaEmIEnmHSsO8MfiJB1wkAwS4Z2sEcaAf9DNHqb3wdv9wA7pvr6Em4nbdxuICJQUzACtmeY8gYB2j1c4TX810sx9gBqnfg90uuemWkGRAqZE5VRsAXvweOI16RiFard0blshDe39Q0gISPA+/dBIKBjIX0ASBgNSR8DuYwQrbCI+QWh6yLZomyoJVUwQpGw8FflItnBZKpQAqIDQSnoMlKOFQWw/tjOMz4bdnQMDjqhF5p+WLdrmLAIsyAO/5Z9QxOZ4qsaNMSwx6BDmebvhGKmr0B9USlmxiZAu8MyczpAsX0FvnjC7dzY0sOLF4gDuhh8c3GtO4o1buadMpEk0dxoLQfetOi11hBkfQx+qLvTWevwkS7a4R2yuQYoMSZlVSLmFbbbfBFgCdGICaTwWCoipDsWoER2C6WITh6cW2jM5ID/EASV7mj6KOrgODAkFkmvtSAUUSi284xPB97q4TtcU9GOYT0Z2xAs6BcmhC8kVpRFxcL/XVgj3ItvcNlexpF3wx+BNqvJ3v7egHJ9TmxAOoD4W7mAu/ry7NMgvZn1sAoErIsn/HgFiddfNFZcFTuAznF1LtjCCw6g2vZC0B3tQt/RI548ArEJ3NPzHrPf6YZnfbMOhyXEj4AoA+ikJDLRohBVkAr9tO6rOfSYKHVGDLQEfusUGVUgD3AFe5pZRJUCWd0qxZmWJhDbecbnAg5nOzw6tMOQ89zQvE83qAPWsycjTPsgMtsB7dD22BcMG2j2dwKvKXMK/pzFqzH/2rwZjAbFgyebAggfG7ns0BzvjNnaTjHWa6GLweIntBM1daFWwyhojJXrNEQXUEjtMTB/5L+g82MnAYVsVa8ju9zxfO8OPmAOE34GH1Y3AX4DQBGmjYjEHVo0hTnIOucFBxolo1MQgqspgL8srdDIj5kq4/KR1L+gvJDcdtYluIaaBmKlZwL8tND7gnFcdzN6jvnXrO+lr6GzYiRBAJag51Pxb3v0IuWO9gkzkxv+0yS3sOKbN+Ad5MkHWYP9sXHghYFU+Do9bO/Q7C4fmu401dDZ5nVg0/Ixn29ZU851NMtxRPpqumWSveq/Lo5fHivUKoQsAowa27tXyG1AWTiit/CpteOmndxS5r5qK19RxDBbJLuIRyQOHBdIFWP8O6BOCImRiJSK7M6JESkwqVJaOwWC2ohT7CUB61vumFTvJZ0J8LPiSbbOjyBePOWrRZp9bHNJamlJZsFmlAhFLOifFk7ze7VtvBHs1WLlL+Px4THYwDf+DsZtNpynX8u7WU+Y/6uYYQDvNsY6xCseQna/URz+Tb/YsEjnP8oMXL0FtH0JP7Ofzm179XjN+9gGl+bH4NC3aT5Ieyvy/9g7O8EToBRxhdnDtNEUzmSyqRg3mL8ojKf9FArhtZgEJoetoBWrITKiBoLjIV/tYC2RJKJ0Q2znGZ8L+D2XVekiH9w0a2919y80xVgqJl75TI9u0qclZYzFLiVVpFsJbDX5cWCf84O2r8Y83YXJT3rmYeSwSD1zQyXVm5gX2F2NdV+F9Kc57tlxxhpHKfQrI2e96SwvurqBIM8Y/3jVjKCPbG6iveqeg2minJ6nJ2pnfSAJ8fo902u8eijIEeKLwkmVPzLBqHmFiMVtUaedo6uNbIKVmrByHSuYyfazCFseyjqjqSwH43JBiZViO8/4XIAF2TxGb0A3CfMk17Z1HWAIqIm52bPucQYFwsqqx5LicbzaNN4KG/jpla+BDfBzXfMlCHDhVbUkJ/wstdNcdQuvuvy7+lU5XE9wQfkrotb1p03QZjDFe51jbzSdwssO4KV/zwJPz3kKkIwewhKN3j2YTqEHl6Tq6PzRnwBBhaLka0C2EEwdDuaR4B9nJrWZtlLf88ew4Q1GxShdsSydyYqusdQ7BFE5lSEzJmI7z/h0wBF+7zsfbi6e0gWkiZAFpV9jr3IwQpoD3ZdfSYHyj5plquDvATmAbybYvBtQFr5klWLspMB5KncODnjan6SFgGmlAoN3xwFE2wD7r5AL4qsuzxSd/8t7uzfRGStQLxAd6WzZXPY0OsuWSmMqtD0KwNGMIyBHxEUFk0gFtZkZPNOAlBRR9QTYarSclRwj9NrLdQN24xQMcCPgkkNWkyywRBJubOcZnwu78OYWFnmTt7wu9A08+HnzxsQj/UAv8NEfmAzLdPj98PaVY1vuNAWljS/p7b6dwQR47+ORT5zPeoC4YmsAoVtosfKHxzueA9Qgmg2n+dYl4YmjOFerWm14d3D/oGoOHRpuc/SAmlz3IMHa6w4ua2BTn3nthF0KFYfk1NegNrb6NJI5gjoWITIaIqM7c6VQy7NkL9LLFkxgEDuL1ezu/TkExGdWrDhRFdxYU9b8MwF+WoizZM/9LJ1uedUNYEcOZE2jaCjKR2lax9/1WG0Yp4r9bnjH6vVQMHjucTqsp4YD3x0e4QFuvShrzTU8Q7AaQtNag5iF6DqVAJtGhn5b9vI9gV07xSl13rcMjBRFsN/rDjSw/GoXayuedK4QFMwbP4OQv9ZRODzokaAjba9bfQGgiEJnQJBJEJSiFetQCmqLXJZb0NAWep2TxdwUFkmIq8KFKDMmvTLq3VBmbOcZnw44UjGRmvEjf9Xfh38z7/zI24oKArAcGxv+7+lF8qCXnfBGi9+b/96FJ8yC77Bl9MRC1VFZ5MmUtDLxDdX1FgEO9CD247m1ttZ8W0viWVQ0z/trFk2IknjmkLdlRgmsDKuDt4a9wlZEZRs3hTOLf5zKZ93by+Rhwu48OnbpXNYiEaq6oFclrjfNQJdDei1EFkLSyBD0HyiElGgzWGt7Xk3XkJmKOouJTQuptVCwcCapkV7igMwXYjv/mfCnL1/+FOJnhg5qHtqD/wA7iljREjtYDhkSpoTwhNqyWtsQeOSHpEBOMjGnn9pbAwoGTuQmgj3AHaEgoNiqtl+/NLTj2QOGevxyEkKc5CMiKm0eUJQxqUu4w16YzIu/+kpU89ZiKWXi7vEBgTk+ZQuQ6Fzm8hIUSEyIDvf6Sp0RW35gXy0SW1vbwN/AtwEUYb4Ix0moMvIWrEd0BT2uIc90RgzNCFkt626VqRqXZ7Go0XNbluPCnkLQ5TECnP/6xfjjWwfMAMcAf/mlHp3fjl/VqvC+bhno3GvuFPi9Ia7Cob2bLssdHGnwR47k3d3DY9ywS3Diq4J6jTvM6tcynX49vmW0PwLq/PzwtGXbhcforTmuL1Ot7NAAPrkqpw9HgMGwOq+MpJucQg7EuHLR5tn3SHF9V8xJcKRRTSsAdaUP91WchsSzPqycPh547el5x6vA8Nmfbp6eL6b+rp+G2Iy+lsx/ut7XX4GpPCuzwrsI0BBhjF5WUhsW4p3MSTaKqWkuGFjOuaGQrrl4hKiKC0RAFDoSApS6OvtlkKAbSj8jFdu5RBLgX946YEajql9C8SG4zl59+fItzIrO/RAESAbks6s0n74bcss3T3XL0lBWZgr7Uxu7ZybS54iSbwHneiH+TuAzcZhEbnW+38ldqO75NocMjpPi18Nj2BwpNqqExhTgwlS4u/cNmugXX8EdAPXCv9wYsOeLA58eyV5ubo2xJ4GOLezbC2cSrcA03/S20PuQNtEvzAQ2+jmg8sUKTb0qEmSW6CkXG0ipozWTjSmuRVOO2MzZCqTAavhnVhdbcLmUYzsXmP/nl38L8V2Ak4WRnf7ysQw4fQxz/cuXL48hfmZc41g96JbYyj9N3jrO6VR8bWQJizlMvIIik5VdH71N5CS+P/+92L6mk9vvLuz3Btdte74F4y90r4GG6R6T2vCj9JkVupkYRAQ60J1DpMOvFH6MeLfi7JfD6MztMfQOnXovw3yNMZ/n5sbewKX1ux3ayvsFIXXQIgS17ydD1uA3NN8GcgQZo9FH+FcOSiompAsnkQvSnBw5L1zR5bSwMgQFZ1DAvx1JZ2wHE15ZRQYiWG6FLBmI7Vzi//o2AoSTpaH+5b1z6E3AA/wIAvxxPMCL+XnmW+0KAbXH4DZISQd/+C62RH2VW2YKy+PV1If8YuxbQFsM8fvh9Bpmnf3fLpPq5QXgdIdfD4ydfj84hEk+9qioNfdgd3hsNb7S8d0U97Eq6k74doWQh2/CLYEm6qi37XAfiJKJ/0yFA/hxOyx5yIQiKN1SSpJSqBnLtCjgkiozZiSC0QyXDgyNd2w3AzUynNeJMZk5monU8XOA30SAcLIUkwjpDf4Bs1aQDl3CL3+Jluf//CNS/xAXTX/rGf8G9V//k/uxS8b05V+/hti8QbPZv/0Z9f/6n9rr//nl13s099d/u5jZ6i88kv/zyx/VmNbQzgHWtX4+8Bj2Q57lzA0lD8jqEO+TPRWwdermXYn2AOECnjhFdAQvmhPyXyhxGq+ojo4fu5c5+GbD2dO8OeQXcY8R0ksUEaNSUg0Z5WZ30BQXOoyeR5b5iuTwHVhLiYvd09adOELQk3GyZwefIPQZ2/KoH1dgtJb4QHBLmilR87V7+VQnCJEFqMJ8kawREjglkkIrIGVjs2AeKYEmskDLMkEh6rLQK/dgrzFcT3chcjIEy1ESOndSFWWsje1c4n9++cdfv4Ec0gMkPeH/HyAauIK+NBLT4ulfnaCLOP235T9DJlcCKNOlwFQ9wD/YufwH82/+p4v+kYfBv335M+kQFf93RX9W4QAT6NC/IBrW+gmBY353jQMUh3wnIEqRKrZEFPsPRpB5QlR8MdP/e5zu7g7tnNmHQcYa8nvxQn10/hZstrkaEtD1QC4GXwtANit1jlLtTB9TtGHOBJd5nDCYJB0+7ruDWxg/J9Jl5JHHmphid1RojZGih8QKJkAz6S3fcSapI18Azp5z6dbwC8foqX096ZthvkiIMio/EUFIkSIaNyFUfefEVoDo9ERESpWH2huIbPQIS1UcanM12TkF5kIgglmPeYD/l7nhvX6gzwHSE/yPe/ANSWqi0/YX7J9f1Cp8zD/+CdEvlv+GWcQf/opykP+Bye7ffr14blJi+o8vzQO8uPizSfIvlNkKV0qyJNn96WImCWIFWBsagA5ZMxKI4J6yzbrWzwge2Le213746/i2pXuZ8E9/QFk2T5kvgu8FxP9jKfdBKLb6Tiy2cgPwAK+v6MKSpxYl5+kJ7LO82vEcJweZFeWPemYs40IkTMaNwUgpSNzT/zSxxX8Lh4mf7kPVRw02f36YXGF8Tnnrnp4CE6BE3QCzLNy9TGfplGB2vlV9Aa8oZLYgU5gwQmrpSAjWhN4L8xFVlRSbGNFm6GRWOQy6nlBuWYdDrEmJWDQ4xVISgNjOJf78v3A4/QlO4KsGcoX0AP/85Y8H8M3/IeUvcU1ZJwbBRa3pX778l2LQ1Azf8w9K0AtNKZBXgf+YqV8vw5kz0DDmu2iF/IZssiK8RvEkc1TiPmbNda2nHh76/TDtnq94jDLkWMnInRqO8WnvOU/oZA2U4+ZnGTjPARL1yZIPAe3tlSZ3AqebmO4eZr15AN6NN6MUn654o91Yu7hbz/P01aMRw7kAGwxtr5VenDRI3OTbp7GsgXdb+kLTjl9j44SYfKiciud4WUuiXL3ewpUug7DIJv+Vn7+QEGE7/CNwciSFl/IbQBGimJFHWjIJqZFOQClmWAwqq4UoouWiWcBVV/lWRIOqfryU4fxaSrVDEdu5DUxT3+cC/suXf8UQf/0Lnb3gG95a48bEjn/98p9KEDmz1RT3z1/+EgdKlwJwIYW4Nwes9pfSihrGofiHL//Kaigsd/HPpF84ijoiUeLh4n/TVWA4mGWtnxF7spc3NY/XOLB1zJf3BuPIDylwhQkSymKbZ0i6Aoxavge3XVr8MNBU9Qzet0BthLwBbwLZQMcEympjQIPa2SDA8Rrxgg9Z2oplN/kimRy9Q6/VipkSkdRpQDHbIviMAwSt9PZS9wZSVTFOf4H59MnY2ytsIn+pnuULLn+zylCFNO+x+tiQkyP5NpAqzBSd68wkG6SnaWXkD9RGvdVZyiwkjfPs5jVnTxwViHS2nEUiFahK6vUZJc/Aoy1XpyqKCLGdR/DvOmn2doBoDJCP+A64/NfCOC0BIN3wbxfzf3z58g/tyC4FllT1X+kMIut/uD7WJD8Sq4vC/xUeoPqAFpKR98NaPyN0GPNWCHVdaAc4l21oqnGFBDYII5hurqcH+YcgAcwf60tHPgo00W+2udNN8BSmhNt224uqmNVn+IBD5Y2LH/QR9ZtQIWLMn1kkQioID/Bidx9zW7bgKBL8JSJBQY6rLpHRgZ+gZX/iRO0xPO9N7boNZ/jN0iiVyinSxQ/x23dGAyhCXEESCdJQlASC2KGDCSmc0ZkwiChg9VEncFmZghO1mSSzdU6DcoN0axEkqY3tPIKcJr4Vcbnjf3HnYAqs37p2Bg9+5VcwUTudhwINYKZrXpv9P5mxp/QPlRFQcbiBD0wW1BX09+U/sOODALkWZv2ZTmKcKrQX6nOAeUWGGGj184APtdlkb8Ke8mCX89eP/H64N7vrt8uAIkKCgccZwOVjrd8GUtfb7zBb4gWr5X0wEp6nxUNspEGxIGCq2GQyqXMovByeokXuZgf4eThTmgpLygjhENcfuItYBPNVlyjY6g88xZOIGsuamBXA165DlQVq/0v2Jpz/UinClJH0YRFYKCE13w0JsQxYx5EX66B/L1bun7SRGdquc7qX0orwH3qGILzoQwW0zvH/CwT45/d7gG10U2538dE3W3iAIwPxYoXX2yUinboEfTg1Dc6jq+g1LTzAuFZiDxCrTQ/wg24q/J6YYM+eWYZB9eOeR71TzbhGAklL941tlufOlQsL/WZ8O/+9gN21P5BEr2iDqnSBGHRGf5BCqJeYr5hNZ1CvEK3NHK1EvciNg2ohprhc7O5RM66uIK3VL0/urd0/4PKFE88+RbjuFGm+fQMJyL3Ox6AtHcVL+VtInnAsh8zzSkEcFF5aU7YpZmhaBmFCClpyzdIeEXmNPznzDZjYKhpnKljTAblmx4rUYCsW23kEcp/eAThZOa+4+N++/D8a+UOeA/wTT9JlgqiyAfcs2KlL2Mf/PXDW37788c9f/p1SRD7z+Icv/831LT1AHbJqDZ37O47W9Vo/Gy4nWBeNTX0HOsXRfbjnXLDf/SfL6KDRycabCUGDNKWNc1SfH3y1YZ4LW7JVe/aMT+1hI+WIDcNBzAdURzYdPxYJNQHtsnTC5TBgvJeS46ax0xDu9IZU1fSQat2L9T5t8l/+Qh2FPm53hP/qGiRro/upgQ+EWcIEYv4Qd5BLqtI5iEaGal5a8ckyZuioWgcuFEkybbV0Ib4BTdtCRWmiZcZ2bsO+0juw5QG2+fR/0anT9dgA5JAS3T2DI9eu844eIGeycak3uMxXlk+dA/z3L38pV4GXa/1s2F9hEuyxk9G12Q5AEf/FuAaL3z0jl7YeFgKQCaGRvMWAa8J4FaLSur334AQPYXP1buhY0chf/HpRVtRZuKBBoAxLiMz6dVxPjssWMosrhozI5Ick2oOfpk5Zg9WBXccrFnmBfoGxA2uwq/EAcIW2oe4pDgOH7dTIGc0lCbxUXhBXNHcJcuOUqvSikR9iBy+WbpuB+q3cRoGugqR1SRPM24FEhqbvXavZEbhQ5H7Fdi7xCx/A+NO/ki/egz/ZCxP+RWfmJPDU3vRnXYTFvPePD9h9v8A/g7PGW5jnP9Dd/AMns3/jecM//AM792/y6ozpX/+jnwOcvti1I5n9+ctfHtWwzwFqfd0D1FVgUiRLMMLqXEBr/f+8z8n9DQDj5bn9xlZzmTXRBq6Go56m0SdfPB0VphtMoavGetQBiBYL6DSF+AbIHhEpfDvonYW4Ad0DGPLAlWS/eLJsN5UvbTR/cJqu/BZnddaa3uHT5NF+MxhQUEOnlL9jtPP9z9SgH1xhpeZZpxDX2HYLC/Sdj3UZrbKMUf6s9ZnAUaibb4WYwtzRvblkEGoldvdMKmLBj8qw37bw3qLgIg9aSSZPKwOuYJW0fVXNzUQIWer4J3phZ8Z2LpA3nHQ/7m3Y9ABJQ4IY51/yKiwyfy2yn+JgmZD6bcogzcSMXLmQirAK4pc/2tvT+vo5QPOkocbgKTKvrvVTgpOpm8tbWxsg801gwgNjiwRB0+gFaOWRikKaJMaJog1b4GuOa/uvRKz0HTU3APdp4/Jtw8w35/VsbGJwnThKFdtngQewk5e+D/LqGpupl0IgtqtG/jiBNsgcNHJSunu8FoGNn+8ijxc2qKnjeHRMh123ieLUVnCNTa+VaR3t+8knsLHXX4SIIngkIgAsEtrOJw2d4LJCr7hAFkTYKhONZ1anQ0bMVD8YmOHMBSrdKpRYiO1c4k9knz++2zdqXh8Axy9lumB6GoS4/hsfRfv/KXX9N5LRP/ieUq+ZU9ouBRoto0VQmh7rv/5/SHAs+pc/XUx/wWr/YJ8RDl4QoKfA/4k1oIjwhz/KO4y1/t9Wfj7Qn8AxDs7yoTvYzDz7RSUN9kcMGMU03yj7Ju2FFkK9Eh1RZZ5uL48+w3ocfZ256m/CdHny4ugOPmA51e/vlbPvjHhj3Wm/at5P054vakaEsWWM8T3KUQGOWLjW2A0mLu4PJrjx0EAkKzKP9660FtG2hTVeQYBH+9WGHIiLXCfW1OCDSMBmh/QSgiYAM4YJpYGy+AShLwKkKDNNc+gyBC0Fw0W0yOwh8iz2tEMkLDbHr4UtcH3u0UsXQX4WgABD+pFA88Rf+6LjeIxjdjx8V7GTUb4jWEaGw171lIiMEa40X8LXfDve/pL1kyh3d2/h8Nhu6hH4iAepQok9yO1UZ7DxV7GtZA5eVBEHzjfz7gT1k1T5vpcAn/gV4SWh5CjHDTOEuevI1Q/jxc+Xn6icVbkV8UGmU47zN8GOle4qJms4Mqs5gYX5S0uLhcKsUGIDWUrZZMktsDHkK5flgOgHEbXUgKQCZEHXgmq1VCC28yfHH957MvN3BaZz5jT9vnNCXEADGTVPz5rT3fOLEjZO5NNaZTAmQFjMOBClhbf7f789+K7mwdYxNEkVh1PTQDLe4mEVcqDgJ2SoGi9fGGo+ajLS2iAoYIE0Vguhv9/q/oEXQk561MNGbACO6rESuZpgcRZ73vhdQ4GIl5D+hfUngiYM00aQB6PkEcSRDKnAbEiQgBbuXYcSJUuFMxgWuiYl87GlDI37OpgoCtQid8Z2/uSAB/jyKZJPB5oAOIxWCStcGv483Sx8Qvkx/EBFK2hJPBni+m6J2urnx0y3begyb+1jTDaQYg194mPcTjlP8AH1p49xwH+bt/zZ5NcE08l/BLP5o8L90YDVLaotcDqX9Te6YjQCZCG3s9y6F/Hq4mIKB5GHFs0BSzYTMo7iNWuQA2SfXsp+XI8XwBpZqnmUA+cNMaAykUYkzk1d59VQxHb+5IAHuPXj/slBp62ZwUiAmuzt8wJvwfx3FZNv4hYAtmOJdv/qg/9TglyWFCBQccVo/dlgY81+Un2dpoe76e4O/7o8QmLdZJ11ZSySAvnyA6sd81ZDYNxbGzidzdqxx1aILsqlnf1lhO21HVtD6E92oMFEITRuInuIgYJGJIRs163CeUlACiMLISvTTZ9hLAmgTHiUcvLYLFP8N0m2QEREdMo0MhXb+ZMDHuDHvwPgu0MmwONdUykf8IYpYG2vKBOcaO8krAgLCJ77LugDORH/KLglXYVMIIHNFgXMi1vwgJ1zKg58rRYdyf3hHgPI3HneP/JTbtsEuFTrxX8cYA1y9MUjHecXZr6cweI2TvqHOz/YvNhPCavn6ZqHxo7+fHmHw4jj6zix9hGgCDOOAhfBg46gEOEp1agvtMFeqUqxoJboiDW0mGCp1n6AydQHK/YqwcSxBmWG5OKpi+084xNCl3Ev8xowDTGO9CSAy9FIyAPLI1uUAEtBM3ES4PHuiGUBsaZvwatN663gU7ASrnntQhI/uGYqCeJfbv7GiIgs2cKyo5wTP46XlQSWByIl1LrhqB2swxgjJoGdviwRtbaRe1mJJTQI2AjvTaX2j6daW0DVLb4GIokFTCgO+R+pjPOfCJXFTkiDWqET7RjS5VPZQbUGM11UBYZSyd1UM0PJ2M4zPiN0XONoFS/p7SCiwH4FcbAjWGn/jE6DSky02WC3E6fX32AYJ/AxraxAAsRGYAs1fYUmHml7Bvtc39xSdV83bYv9RH/y9UJTQWJcnSrGSh64vjrSddhDzuvE+L2BQ0bp+DADpwgwyW27CFrVQRAp/M93cc3rTbDr+yLEFggmrqCvY8is9K/wzxpMp5gILoKqajsaVyVYrExjW3KxEGplZSBo7U4YIcd2nvEZoeM87SD8H5qwBII+YYrSry1Brwq+gsG1rNGYOz7iFTGvMqr3gfwXpzaxBQ+Pt6QmuLNgA43TM08FtiuxpLrLcYPEfo+o0h4pXgLZ/fOWBngVdAnfMJ+hEcoImsrK5Lu5fqcYEA0cy2yP0m1eRMZRUNuldGw9RTuK28W3YbJYweyRjJgp/IcXR5mIWFkpBot2L45CKruwCElqubbEgimzA61jxLJM6onYzjM+IzzdieM1D9tJp78zAd9EhcgDVKxJjPU7TwLr6yC90iLjHXilZ/EOgACf0FN2FpM+zmKJNh/WVsa5tTYcDdTwQRIQ5vH+3fOOmMhmY3wHNZjvq+tZb/RGvHtautyQMgz6Asc/Cde/bZc7fgC7xZGIJJq5zm+RvAlbbW8BFLGmJGo6q0hYcAzAMo5TqmIg2j6O3i5LlrWI6dQRNxHSABRvmRGCdft6YzvP+IyQd5EHe5iMTG2Gm6HY9s8n8Mcjus7kWHHIfrxbnKCPVYR/9VmRnSQwj+eVW7psYKjmfenLRmI/s8gMt5Z8oaJfxZknN3GWf4jhcw204+iOnmMd034Rw/sj+Wz47gcqh7QCipWCHajSOrhBgHy3N0i2ESBiHAKb/uxQuSUgOLwWyRPAyHFmkCGE88UgrtJ/K81/NuECLRCZSKpdEldvJ9vNpDPYrPhQyRqWvR7BvNjOMz4laEBpKrEMB4FGfU174fms8fl74qlwGSfBg13G0wMNnFyG+O0YWvrAdhtiw/LUnB5rs4rgWNyCITB15c19vsmZJ/1Y9uX39s8PfOXMNWtk85hn42+6GyfHjfK48rZTFox3dYwBj14ErhXaKhKkP9bj/nJ9RFa1Yak4so7A6dwEeaIyyosum2glS7CChEpZA7bV1FbmYhr/Khw1MrmQRjgrQuPn5FkuzgT4qSETiINdch7uxHz1sMfc7OHxpTfBwdxGw1qa3wZPvc48AihMml7W+VBiXQJbIW4SR5HbEro0Asajh8gzfnD8+JdO4ZHTfwk4VHdfUVzEGc3v70CIy2vnOegcyxjPNa2tRjpwhAAXBDqucQdOjxOOgFQXeq2rxRXqGrpMCf818yRMJI2NSBlCcIjJbh2iiCMzDZuQxNDqHWlCZWsxwA0YEfc5dUhYZKWBc1l3G7GdZ3xK6EO1ZhYd8zSAeuzOd3RuNkzgZjB0uoshAovLwGKNDYPYUG1jaCxiY7vhj4EIEDxFcgJNNSYU6L3Bl3u4uyP1TY/5BmV+2fcFzPD94jLxvV4/o+ssbPJ23BYPIt1r0xI/X854wBEGXDl3wpLMakqTcg8nRzVandoKDq/aX6pu8ZUARZBNMnABB4ok0xmpsEuKKhpLIatniVJPU9dMlOwSJ3FKlEAvzmg5DT3pvBKa89caiO0841Nippsx+6WXOHDlOAwHMA3z4cV3ocNYCxPBkkICZE0rmhrM9mTrkdnLQGoJNJxn9D8eOUMleJECFPhVf/D94BRjunt4uj88XfD/LRDTxPk+/HLcwcUGBT76PdLlPKBJ7AlLjdb41d+G4eJxw+arEJb8p/f3eGa7uwUto30X6Dtsmh/i5Mf4hPcLQO3Nzm4AFBGcBHSJMJFkbI8rA0oiVqb5zVCey7RkF0pwfQSuFFE0IQVBofKwYEWUQeTssvoCleIitvOMzwmanA9XUMlq4sQzQPBWlrduFLT7RnQ3jO0JdiyZoC0JkQ7oyz5Fd2wFoXdUq2TG9/gGXeBSfp6A/sfZPmK/+ijH2/DUtoIEqKm0vkr8DAp8xLoi7+KawwgaFBMee50sv5a+xtZLb2Y+0Ddgf/+kPXO4Rg84GYh1t93F7gXzvWqcUW27l8dhmsgwiifAXPpYIp9WL6iIUW8g4xGhbcVYnTW5CBVhtTw7a7m0oxepzRB57Ehs5xmfE3uQng/b2zX/QUMP8O6hfCNnCRkGat7KQGmrqNSKk/oCoVljfW5vQGT2JiP+/iAdaa77Ju/nTSDD8A6YhzjjN9/SHczB4jjOV3wJwhH3j0ALIRVsFMc+WpIYvFjuGF7Pcflgu7az6q4sONoXAbmnCwwwWQBbfhTZxI5fdf8kS2zLjiij9ii42dBmW4yAoDFnhuQFVa0YYKF1MfQtG2Ce81nPXVR+bOcZnxO7eDE6psHPq5erz1+niz2fYV1TYwI2hQDeu7SfAmvk27K6CfEFKEZoEsdaHBCFeiTJcSi/I3yybv3wxseBr9bh3Pe6z6IPmgqLrG4w7Br7k18T2CKptWqLJ2cyIGg+zyPUTyII6EpIFade0dhyTnR4gHmih2S6YDlnJxoDhVJLLlq1NTb0Si98zDqRDjC/1GYFJlUuatsXXARnJGI7z/ikwBF+D/djBoHtF5au21lmOIB6FXIol7AHiBkXTzvJdPXMa7g0MDA9YUYwvY0jPqCVkTWUQGMnmvs4YFtOOL8fgL3vpVnw1cwpKTkQo04n7PR7DzYYcP2DpRfaLHE1PfAF/nndxm/4Llh1zDiyL6GUfjPzKEQSC+5hkgwS5OLUIljphZNCY8KkK6vRYskJDcFbVmJGm7lcsLwLuG5JNrFT9AJBjtFGbOcZnxS8DAI7h52Vs0/CXtc+6CIo3rQFgAyoPFIfT5ph+cCLx8qdZ55mMqR4B1BRdbGgw/lMC1RzIt8fGbM8TM6Al4PD/THdckThHi4zl+gPdwTmu4Vik8l4V3fd6XN/Y7e005HbDF/elW/4fRJhRBi8qVgwDrIqEG2pBPNMbWtCcj1ltCzqTHISlshVKadx5qh25BIKQ78RnBNCbOcZnxXTDd8xB0vjcVsQNsP3udsMjjEgoCzRH98EBfH6wY/DwVZuxFaEir4aKL6yI/Ifovc09xkxw/t7eOTDJisKA+ZLXYMBS4XiKLTzKhb+ur79t4LIFZPgSGIvRowsDi9/ybYG+djYU/l2z9wsIQRjVCShMA42CrYRJ+E/Ugkn8yrFkcxAz2oZDG50hPVYmnmDa1nUmQXSWaVlbOcZnxW3Pmj58KjuCjTawY/ZcVqGNFtel+xN9qQpm3R+hRKNZZ6f4QXif131iCkNYAn/m/4Q3Crrvlz9E2DebXeTI3Y9zfTzjrAcfkhIjpE6jhz0xOIumC3vnSu/e3woO2AQOSmYt6/+t9eGVUhjNZab9bZhnogzcJIcRB6mkxAXaG6c5JJwUz2ZmZlu/IVy1FoflQgqFif3hIwNpUKFiMWzSmuLQmznGZ8VzyAtRDSSQ6OoblHMjQN+njhHWtMYMlQDZsx3SfmZ1oMe7aIlzbO+J3eztgqqQ1whMjLfsfkvWpXmB8Ar+sqfjq0yN3t5gNuZFQuKG1LYM6vqes0/M3pOOQPIHiN/+rp5V7c2ZzgK5vXHiVdrPIagCTJHsEnQh3wtM0pEW6REFHkswKgQW83OWNmduCwQEUWJptcyu8qlK7X/RG8rtvOMTwuyF0J1Gjr/IQuZcY/GMzyLrSMbxsKXJ9hXybsGp4drLGlLiXVdKo+jVXCkWw4doj1mnGrgcyD6ehLT37f8PLDQ5d2jTgR+rVy1gZHkamL9PSN+vdNCbbPJiPkujIv7h+2v+MEDXPAfSFpxCa8GyaJxR9IGGalj4LACFVXJRo0VUc0ZarEXqEWrbNgfhb6FAKWg1N7Fnt3Kq5xVZwL89OClRnhsxRgq/xUChPQ82FmCZ4sYAawb1jXBH3x6bldBaDdLDBZYUfoSsWwu/nd+d+kJnMz8jXGirzc7DDvP/mGwLr15HRzU3bSfbmd+epnv6T99M0w/i1j9Qe+aAihabulYnOgVXGThVTas7j3nfU84gCL1RgRNDDwiIJ1eFANop0hOGcFIQhSJ4Jhsxoj/rWZrT1qLPegfiJZZ1uWlyAL4j/qmX4pRw1BebOcZnxcTH2B96i5gtRmYCG3BpsAjP62iWkFwHglQgIxS0yNPLxoiwaXhvIBmfuyAUmjAIUFlKzaiVfr9gU0PqQK0wceMJ51X4AXZxcvC9ODGAT6gnppBGn7bCQ4cdloVuwzwcyVuQbPb0rEU2QtPjacHazYwdhXr0Ep4Bhn12FBv9yWYJ+RPhRfnYH1BT1HCP4vbD8OCweSjZeEhlSjIdNMnCRpZkw2WUBctKmUBpCC0kNmxnWd8Xoiani+u46AebAaijCGSgAwIuu4IpKswkwK/8uEpmgScFlqsQPorxvYKqPDIYFhfhl3L2G7U2jeu8jfGDhNHTHwfHnmDnp2oNqKAL9xiaIsjpslwMtgSZbfV37JaGEX2sQ5TWC+ojx8ZXCdqnbj7cEHVmACgPJXhBW53cBsiCfGFFg1O1dN+TqckSC4KZ5ewIMh02ByFykTVXMJQLlA0FqNsS2ckqK3Iju084xODZvCUc+CB/3gsP8FZqN8CgdVwCtossVVAA/ye0GGn+RrMIt4dQJlwKeJNvhmKRmmRXxpfV2+2tdvpEZRIfRCGy7mdhd8HcB6vcNyZAPndjU4rGFORiQmwrEdfIMZ4ru+aYdmQ2kXgYV8i0RsKAmx3R/d18PETopZeoPdTYH8QWfu2F0O0iyCiD1NGEIcXhkvI5ZOURQJOVk3BUh0kiAXbMrY0nXmV2zW1GGRpcsGw4M/YzjM+MchH+NMBDzOpxgUDuuEx3R0EFiG1YDYm65rbu6BYeAdbOMQbTtAUDNyv+0SFhdmcAhp00D8RSbTh0JElBqjsxxNgnVtG/H7s+YjN3vdAP2OkCnU0LhMBFhIToAFfrretUVbE9eIsmxlI02OYTXdmz4+P8DHII1g4gOyO2gv92z79AopYz0HJIaa6HvTfI0IZWLgKFSKfCClHIlOChCRShEZaTdPghuM/SjKUFrFoDQSYbVVs5xmfGCQK/uHIxdFcj1/du8L/wRpklnxkFTnTXX9hchTi5eCneC30zb1envzwONgr5Jo8iVJWRqZ/X4d8oZmtyy7fiKFBDtk3QMSxj7fN3j0WfurO13yNbdhgItZFqcX6kyqjev9wJoovysZOzqZbblI8amw4mYGoHGDjjKV1pXFdJ0GOIJYO14JQhGBKkg2Kh7yoZlVBJJ0tf43/C8KyuquyN0F3vY1epIvIldwo1ynmYBHbecZnBo7/+eKGbkC3PUGGof/xmEax6ZpPEbB8+wRSTpT38E/4LR2n6Ij9fflKrTG1BHJZoBcKBWysuR/dCnux3xKvW+spkuSLofHbwAJwmitbhRRUNu6ShN9MPVwUuXFN+4+H/GGCI7jdAhBramcA26r7cfCiGx2r867x3xtQ6EJUQiQV2csyGYm6qFMQWDplwXkMhYrSz4sC9s26Iqgu4VRRGH39gAoo6crO6fmAEtbEdp7xmYFj/PmJywX/UYUFpW6UxHwNBnzgvAoW3rKaqejM38PXNIZnXRAZW34ZKo9Fq8e2bFxqN7Ja9m+PV6z6FH2QwACSzy2cZiuDTwLTvLspA7wAxx/o5c2dKv/UziKeGvhw9/MFh60oajnnAh78iU0gxMH33CNR5U1oTIGFg2GhJYmecEFTT8pKLBCEaqZsFBaUNZRfMqETLYy6aDb1KTFz4VkCsZ1nfGroDN2a/2zisr/rsJGAbE9We1Pss0kyTKRsEmwbZU/bUcGyINNsSbw3ehgq+uqG34n3z3XJHsfqzld81/7fNSzwBV1sNw6Th3D4XtwI7Yfu4fmcIdp4ni7vnXts9UKQpMt06oUrGaIe4rF4DMpmO7Fzxh30EkQSA22kS9V0JBYFEI+dwgFBR4Dz1qH990hw7uDdeRVO94ajGATrKKuM9IIdS8HKbCa284xPDd2mDHNZHutiNCmfx8cCYBYxe7PDYRQprNK2sLtffyruJMLs8B+V2E60xaArsG9o79vxvpVxO7ZqmqbIVLoR+kp3wVDfHEEBQ8uNvq2XoNaY+QYKvdFZDQAPX2/RDtnv+Ik8wdevood9Ot1OX/hK0svbrp2ivvL/LTBhcCnCEI9QEilRoUxDctf3EBUgdtYaCCliSViobC8AsJVWoqQjjDrLXqCVUDpCGBo+E+APAXuAo/URUli7yPOXbSkVYiumMs83U3s6gIwVpV+HanUU8M9IzkUxscjS//dDrPxd2GYP3iHE8385JNODT5Euf4Hit6X8xBwBCJUnGXg+Ak3z/hreL/Nyr9U7d7Gs+9B3FXfEy80A2jH59waIJDrxAEUkxDBtfqoFGcYsM3IN4HIlhHcXkQk25Mh1AKIxpVvDFEzNTgshqxBlCCWbha2hMrbzjM8NHuY47BfH+rNNQ/LSDkiA8hnCcLgcLfV+SM13L39bKYByMjuHRnlJf4yhl5b5KvM98eErAF3xGRDMgJ1EgtePVlde9c0q4BVUhhETo/LGI5Hrq2470qsG1XjddYULX8l/uWMsvgUj74gymihHzSohMjN7GfRPRIsN5ldxX0OWDbgFh2U6VJkyl0Y3KCvNKOg0UgDXGNt5xqfGfEXnYXWua6d5b5hGRHGA20huL+8H17DKo1Eh78jD9VtYml1aFeOQ32ho34bXkMAbMD/e8WNUoEAlQVgYmo1HL5KILvleiVeAV4ZJrPh7XY85BdZQD+759GsI4r9XtIR90cIbd4y4onhcnUIGkFpYZjPTcBYLrkKDkqlzbGdtIEdnV6DQSldgIhTUWiS1jO0841ODp/84g1p6IEqHBchJAXSAp5MwP/Bsk0X8L/yOYoa7i8vpa8ivA+qyOllZphURV+Alc1qhHwq8KI7ldKfHbekAbnySD0jV4a48iXMK8Pz0teKHiR9nng8vjcsBLibLDOuep863r+E/7ZYWuGfeADFFkEZ6UI5KwMKFxFOp7fNXBGXYORNYMlhNnNRLWV2KUnK2eE45+F81Hwr8966aloFeOpBSbOcZnxskQN7CPx7uPvrjJok0BR7hxVqHl28OjgTQkmyar4d5DWofUrZZaRk2xkU8jVYr/BCgB+gpK1Mgrf1uOXJC022Q4yZ4bvGOb1l45KsT/o7/X0GE+7k+yliBOTZ268C96Fa7sROpl1eMowP7ooU3ImiiI5nLxGKy0j8ZRRTjnEAU7dw38FYLRjhyXVUzA5l2nOvKgqMn6JUW/8/watgrJGI7z/jcoANIOhmPdxtgGoFTPMbr+XW9Oy6xdGPKJHj3DHN8hT0RKIWwS39UlJdBNhaRy31OnNpUeoD8GNLfOTxinE2G66M3nkw4Cl0K+XrHJVJ8i9Y8X+uMoD9qvJ7Q6n239dQjSvHZxjcM6/2wg7xjXg/yBYnipYBFAuKS5VLf5IZgsMaPrQiajLxYf7QphXKcbtoeD+q2rEoipNjOMz43LkVvOOyHI99mdx+6NNLDdTVX2FQ5eRWtNDSDg13cftV5/9eyYBiUCzuRgXotmZn/b8WbrPytINUcb573PU/86DCHS6ft1mWh6bR3v/1tztVjt2gL01/6l6EQ7g9xhUTAWvd8D7+yyIltLYDLXR/mV7/U4ID9wLZy37wR5AjRTbDRCXSG6SwTCEXk2QNbBC5S6pE9umHdvWxDtme1idN1XCrqW++iLg3Edp7xubGTH8dT8aEQwjRSF8lxtsYrwd2BWT1BWiwXLiA/Am68xIJhTCoVZ/96ALxc9PdNOElR34yTrZNmMGYuIvlySTikJX5tNLDBkAB+BMbxtrtX57AjsEZ9cpPvp6APeskdUQrfuz6Uy/14Cjv+GGmHtN3zapgnIiyIqyQbgmugGrxAKZy1jTZzZqP2B7UQ3IZDpLn0+rUcW3fJIMnkVYcBrBPbecYnB4wQFAWh2o6Z7pBXb50M/ksLEeU1J5DWNFhf3slBzJguP97FK7K42LZTu2YLW3IyAwvg3wW2W3kJpJ/31XwN3tA66IhvUFyUvscPR/keZrvUNCBopwNj+vjweHd5+s5p+4T2CumL0mWcLukV6pZq4IXOj5l+M2SQ4KJDL8JMscJAZkyQZhrlkWhMNqXcSER00/SfIf8ZET2ZGiJqbSDKusmCsXTvRM6oYzvP+OTwTAhHdj24w+rSEZFVNP8vDvV8nDQseGWoS8uW3T2A/uhr/HrM0KCWXxE9YjKDV6wFEPUjegteT1HvwesbBweB7DAqke4oQ3ezcq2FHIUA2pinW+yRdVub4P2I+2m+uuX9M/IKvVteIsAFvKfarnkTRBo1DI5dJhGLXwZEke7SAaUYVfzvqijkqKkhQNNX63jRDSwClELLNWcy/ERh6Gts5xmfHfPEh0fh7+mRKiGtoBkD7Gplp5kOC+ZiNINlBZa8JAvK4PrbBBdAiZajBm1j3c2IS8BcHmniNL4n/b0FD3d3HPK6vYE6cnpz/hIahw5wGSNUWzW1hXvuBHBdu0J8f7BD+PA2B9D/LbwNQRMDZ2wjWGfNNw01j9lRpOmS7Lig0gsG/QeKOPYLjWTmoI6YEotQ0cKZAH8Y6KYxHtpz+zpmmkEzRHpvISbm/v5AOYHVdDiNG0oInC7L2NGaLgRsWCs0Mk7U9GsKqWEz+sdCPOiCnx+nOwnO8XnS5efLF1cnQuigC1vfM5tOOBz2jdJLcF+SAedyvQMe4S1nxccJcFOv/RHhrQBFpLOVxBVuX0+aVBImHypaPkPlpIbqukXBWAgjj0U/JC9C8CcXhTalA3rFHhtIxXae8fnBgxv/8y4tIs2gnYvfeFihmNr9YY8pWDGRsIfBrmFzN3ybVij1pZ8lBTKFVZUXeropz4nTOtPgVFrLz4kXera7e8hfiMXPy8hiXxdzYI6DEOmLOS596PnFlwgQZDnB99ZbbZsHOO/pAWLYj/PfOiN+irw3YkPegCVlbEJFsBhJcSQw6FpeJ7PBIxPIlGJLKiIr+C1AvltA2VEmMh2pNUlulDFDUDgQ23nG5wcPbv3nUZ5CO+rnq9XdEd2/oxtDu3KKsG3A1WgNxHuWDldTM9H5QddDItUxX96CbdUA/tmUV2SbzwvDVknZVvLpcJKeb+7iTTDA8/BTcDXU8pujG7TFhsehPb+hgTjtApJp2R53TV8jE/FrNKy5gGvbgndG7o+3oFFGIY5FUjwCYYRZqwUhKChgWsO/1VleUJwJS8rlCovI0HkN/1724IUERhTGTpwJ8MeCWCx9gjzaM6ZvYKljqeFH4RpsETAzxRe7dHF4wbGbKLSLdxYr4TcxSG5eBiKZvMCEi1K37trnwEvO6W56uAsRKHy0OJE3Upq3OCBF+w1xeig9QD9IXo8IMEpKwzMSw1pHxLoGxE9T7KA3I2jiNERClRvNU0bkldwe9F+ShpUmKkY9R1gkpcAqKY2Fa8rkF2V7OBPgjwQc3fLw8jBPFyTS83RY3+fX7TKcw3m/vgfj8pa2AVtrDc6XpSbE+rbAZtSUI7ah2cSkC040VGPDOD8F0K1TPZunO78SwehEtrySMSRjiw2eFO3VPA7HeIw7gfynBPxAcGC/BLO/ztUfq73WY90OdYe8HuaMJbktQiwGjPkNprVtqG0V74uUiz/ZxeiK0WQLmVSLLEhsrD2284wfBDzC8zBPI9KnkWAjiFYWsDaJfVyMrNANt/0Z+2t96acU4+WQlpJRy5ykoui8tLIgv3Y7oGtsGOdvghfX+0I+yD8kAsMUI3GoaqB+/iM2OIDR6PwXvt/oMAbSBY81oOf4jdvP+f0Q1IkC4zYpT8KgDsRecXgzRBpr+qDYk87HkmGYyhqNhCIUNgu5r6QIFEsiV1hVBlvoIpBdY6o3rdZ60JrPBPgjAce3DvY40PN410cTPWmSeYVaaLx1fxET54mflq1FAJ5sbyX1FiaWKBq/H8WwVY+rYSqtzHbmXC3Zmqv8HihbcQQnC/BdMCEiQcTFn6euFma9OsZQuQ7wX/fM45UT6zdPkFsVZ4+Rup25t2Ls4eFbVJsLULE1xLlXYre8FaaOkTlKaD6YFp0SI7+4aBE1tLLO4FKFqUe1JjNSoodBRSnKKW8oHAuCHBvoEhDbecaPANiMDvE4ztvxTsIKq1naQDN/PhMqsESzsQBfgVw0tDQmi4nPf18woCWFtK4eK9dFFPUavz2+cb28GTm3XM9nzPTTwGflQTijv1BWxeb58OR4HO5obLEH2Kg1bZxv4JHrlpnMQKSW+El5aYwmj2rD+yT3zNsBirAbNrBGotELYc5poVRAyqj5LVhfKlgHlMzEshvMxL/L2KcrcOnIV57l8DgZxXae8UMAtuRIaMf7/PTc7InmU64FbzyhoHOA1eGjjQ2fBOEzXmynztOuuw9oq64I3nPopjYWeju+tf6HQDcfW0xC0+it2KY8DudyBDlzGOskwHEO3MoUruQKrpjhkoomfkt965PySq/3tXdN7pl3gKTReWPpXymCzhkN5J1WSi6aRDthJiXBIvKUmxWEcNicbFkKGQ+rbKmaqxB6AmKuvWljO8/4ITA/VQZMK6CNNIOY55t6pA9mZoSq8xnqj0YqU6M1VSstk2TZn8lYAo3LS1kZ/kNdFm/G+2p9PHY8PeBxIPF40DFeD2VqLDy3NEs90U9DhP86tP3h67LLbtv9m8OA43/PNftHTBdDtA/YLjUByjU9oO8SRm/HwBoJpelukUYKwUBuvJOo2Zm1CAsqC2Usct2lD0V02ajRyG7Z3/T4KGWIxJkAfyzMfr+In7vKpwxgjeXmlm6GXCwe8yDSep5/pXCYpz0rp/myPK3Mj8CllfKE1ST3o4FypB2FkSExrLPWeSPC4f3e6O7zNvRmCG6TOS10mBqP1XaF0iraL43QPt+Xu6H89gxUiYKRNbOKs9QW2qT8OmivDDvkTQie2AyJVBRVLRI+W2Wlgc1aMfJUJBznIkNn16ZhiYqNEogkDzzbehvbecaPgSlYTxawYUJAfXYKWSF0HJ6uQrq4rq5fFj1wLWjFSXkf/Po2C+Q8mWaNpWTblpZchKkxL//fi2+p+ya8yCfNB+zUo1e0tHo+OdiYTql0Akf+6yvTAPOT9O23a64XksF42DVXvPHz/oF5Vj6gNL+R+kpgd8SuiR3zVpglDLFNoRwSTD3tpiwqpVeiZpNzIpeh+IpORynErt3pLeOCpiptsalVWSgLB3LhkOrYzjN+EFyaF7wIO3geXjBXZmL4Z4LnjKQIFIucyvclfFshvxGMAkmAimTflB9FlzxjqIsm8tBsW1qmmbGh/P8mfHMDI7wZ74BejzNU1asTc+Ia5wbhwPmpYa3IpDj+OAG9B6sTD0NB5/k9hNdz7NTnBZuuseS5tm/eieSMtfMVXAMh8vDPZVBQ0JfKRT5FR1tohbiM4gNjbofSphitBa6V/1GKkMDi/A9tbOcZPwj4jnRA7xpOW4IlFdspMzGaERdDfrFBGll5jYkf+kfLqhTNsAUbOOQHvyKG3s/DY1p7WllEXHZ8yyz2/TW3EVvxHsD7fRzPJpCfgr9mT43BZ+0NgaFY81+hOYxjyVucKZwup0s437c6/XfIkrt2QfoIFitj2jvmvSQIitgkLZINKKRxS3P1rFQiCDEyInZmhKAs82tmO8ZaUx7RuyNJDUSoYLKo2tcye/AitvOMHwTz3u/D4pEeRzuMYzjuw3cTbPC0xHL8JwvswZyH+bm5j/5Q8C5u8c1mbpEtW5aO38sFQAfTnXqiyx/h//Wgwqw9IFr53ZCb0fHq/lzzux3YsIaJW2/WUrMEeCram+dn/Wqs+C/XiJzhc1VDgrlXqho+5mX8SkFv4bXgyrxH3okFaSg0thKsNTx3FWoZyKpjRtwkVBVSnRIDrMcwenc1BEyYCrV/S5ruoBLp2M4zfhSEC0g7si2RqCQk6g1qyhTKiUHPgWWuymivdYmHG+JCZdra5Xxxw4JKHG7JfeZAWGV/OyFtzKbWra10y13NVn4nrFbPV6uE+BJuxxeD3Vuev/IFOw2NAFM5rd5dz1ENYuzNDe7fPT+ZCX7kZajYIZlNAjzUPbnAkuhQre2QZd7rYLJINAIxlXVu6TzjOMXieTUwu/JZysTIrVYX1kqxqSS4umq2AkUXULKpRdXMju0840dBfvEIS1sb04vPKiZ1ZRHZotIGEzTWAPgtGvWl39nnBVsrtlnLgF+XTwq0dWHRHwNhkN1dRo1WD4JW9pmgCw0hv4RZn7CMBH8rdnqfIj9h1MAxdb5OvF4/9DOsiekZ6/TMdo6rURh+CwLpj7868vr22rHopnewd9q4s0+BnYl98k6YJjqfOAiIySKNs5AIMcmlFQVAPk29iVhHE8KTy8SpENhQAa3dBUIX23nGj4JDGCGWEpy0LtHtKXJHs6ErQyuTmkCJaS8rUXkZsfXCYJ+0X0OPB3fbsqE5oIrMOFtI4ZPxH3tZ3OUXwO+GejwB3ZoiUJno+URz3Aq4yuYUelyHYtlEDLkiaOLk4v6hUOyrEPvDi3dAJFH5gyzWFMEt8S+tY10CEeNRVU4QBgkyUNvIjsFYC4FoLVGS1Yc0nGYHpFY8EKvUXMR2nvHDIO2FBMaUEv1KhtAYS2eq6GPQbtIIgp3UgmDKUsSanALzvP5XyAJdm4gTcALzNhA+ZDeeBGRrfL+CsgND4rNg+Gjyi+BjwXkb8yV+ULSlGhQPIwBJSgI/KiEldE91yMTqZnM2pR+qbEa7A4s4OTFN11jJiTnwGu5kRm8GeQIAVQxcxUQyUCRTtERRS8V9EcsFVAk5WSQp06ohJNm1gHVjOZQWss2q691rutjOM34YwIoUzxcHMFgY8MKPaclrvUmfBlUMfQZ7yfQStihdEKa1cSLMGVwnB855g/xQmLfBEA/3sKvdxb2Ni0v8O/B1qay9PAP22VBG5RUor4TIWIPYGbA4lGX4BBXT+DbM093ldNtOo6KA7vsDympcwxdgPN+m9Hqo4rsBojAZdQ4JkHcGbrFolbVlSWcs5PDL1qFz1gqdt5bI4p2Sh/YbmqYF03Zs5xk/DmhHxHw/xxQXsqOGbkBPkUVWsnBFAqNZ2GaB5zA7+kOwLzUK9RTnqCCRAZFrPrvhZRBqku7ctrzATD9fkgCl+Ikw/T3HPgfYo4ixYGSOCwy+nnI8rFYIqIbycW4CJa5zvFoptOG7o92uVvP6U4Ad794RIg+jMUf6e4muLTnhl3XmcqkUO1oJFTBRuqwnq/wfQ9fE+mJd1GX1QHJ01xjmSCK284wfCOkCHmBWkiA3N8JIPT/wEWJANup6tlngSbcVEiC5q7RUtY6F3pU1vCxBUzm9Jm/HLzR168qZ8PsN7rPC1M/tltAJMO4BFDUxDjUUIQG3GMLYQXUYZ376POXhbGSry1eiSvDLt7QWpX8rgCLIHzEl7fSy5BwnDSpDhKCU05Wd1rzWYNHNVn3TAaWpKJEFFSMbsVWuRM04ffYitvOMHwj7eCYX5tasYWkWYUKMGhlRiCoyIz+rsHi3SOM6aGnvALLrC1EJfqgWbUddnwO0B4h/C787wPMhfTuwQTxPQFfYPw19yJikxgyYw9T5j9TWO1KG+uaaY2tRo9lw0xJTY1RdB56+1l31anzD7iBPEOSK5I2MgvpS6XwsqBbfRIaKKZOhx0FNAstbjf9OjkQkVif/MrNFqc5Y/XAiKRjIlYYitvOMHwj5YECxQr/jquMp3IlqVgBct6jCjHhhCSHdjWI/5Brsd5n3sR26zyNMsN4w/vhMJ5f5j8U3GN2HoA/NhyA2RzcDAhiYXIHGAOBVHyylzvO0ZL8ccaOP4nzLTEn7xQMevksGIK2mCIFPY0fyt4KZorFHMlXySOSRClsZ65yssiDSVN2W1UJoK0xcXtcCuU7VLeuPWOqmFJoqMtSX2M4zfiSE4VTbWhkGFfDcnAjAnrDUJQ9l2HIFJvnswvPFLayMbqAMnepAe8xLmHxBgGV49ViE1+Ogi98bQ4+/BbzQrVNvV3waGqiDQ1HgLFa/E7s5ru8u2A/oV9ZVhD81sTcLWhr7Ie8k5NPA2WB9rOc7Q8xBpAdG5oiYYnKTCIVhk6zSESMsRcINuI74iPGiTE2Xe1gcRXWJLSfyBSlLJSHWRF1s5xk/FB4fbDjXvnMZWNm6XMDRbbst5ijz5dk/2650kOM7wFOcUxyqD8bMN3XSJLNy8l+Lfm985AT4wpe7AT4Pwk3WIlcgmSA9cZQYO7VE7pDcFfN8tbpZpv/U8HJ9W4sbdtMbA7xe14dANBFnABPJVCIQhciWPnVWJ29GroQG57TguDXOGscIFRmtgkIsWFwtcJE5HV3rfgGxnWf8UKAhwBKmPSZe8VTBygBkaoXBMG1jyZvZJ/SVo2eBn3gukCcE1ep0BfvTaxHQYjl5BVSDvg0Dp92HqvHfz4tnfR1Km07k2yDyVAJ/lEBx88TZ7TB0DR72yzhDcY/xzkY62k7jHmnDS0GfLtCaVjiyvm8lxuYtBW+0RIqBtZc1QplRjWGD25gr7opsKSIORai5qhFSKI9SpiKKoNWFtiO284wfC9Mj38bJD2HK6KBZHeg0o+IBttPzYT2aWsmYADp+j3dxl5meQRWPHfIemkAxsktyAZMfR3jjuj4lQH1yAS89bO2O5H4hiZQ1XPUYoVK5V+b9w36Dtxq9YZeR7iK14+WXm2m6x09VqAq2CHej2JtBjjCBEOYnJvifLCVqiRJNEf9RIvIWnNcyo0hEBYvkiLH5sahSyq+rpDaI2uFMgD8obqcH25IO8hnM1akuAS8jTAXLbiCpc835ls+0kfrk9FGrlsCAfIhk0Sq0sD9KsP7pYfH8yevBaVz0o2Gt+SB84GQYBPjIhzHshq1edEDM+/5xpIK4eW9/1X6J6N5hufG0cPqEZtr2C4PkPfaj/PUV1Nh3ADmC6LSRKKLlmk0h/4M2W3BTymkoLNVK2s+jXIguQ8s05E6WbKkiUmATShdopbGdZ/xYgCfwSDtIY4gJ6QBYRL5/HbkWiLAo2BOshuy3b2cSCVOplrv27fUAtDR8SFjbcOfaW4D6bGVhxyvFB+ED20VLegIwCXCr3fUDcAI/jg7QPZSQ+2v9w5WUyBf1D+vgjemHv/MrI6tn4dCj5RdKAt+66eQIc0iDCUyEk9RSgLQUXaniG6CelZNbk+YCknpyIEnpXYCrUw6TrYj5McoMgKaGMwH+oJhhiBeHi/uLS30khDZAmxqOd97iJ2FFjipM0ML6uSwh36Ylg8K8a8DBNdjCBagztG+HWln0dpH+KLDdLVftHWBTvE0yx22jv8jbIkDQnxgw9gRvmQmfcHUOMBUsSaZ1ikAOrx1vbA33Zv0scVl+I8waQFIGSaMjGUf3/CFEZB2lSFCfRMdQyazBZbOo0ivfr67AYMoaZ/USWjLVW3FGXXts5xk/Gq4wCYYncLiYwh+gvcAQus9Gq2AC2mILMFtRH8/WR3r0KNLk7BYuOc7Ozz1dQ7QRyreCrg0vHETS+D70p+37qJbZFK+C8GEZItQFHJ7NUSH98du/iG5ugwaFwfsGslU1M64DtfhxJjHpkME9vNgZi1bfDXKECcS0oYXcLumSWAJN6FLz63oekexYQ4slC5AGrnSOO8HQSjaxa1jKzmFHo8LWrdjOM344wBLhCux2zxNMAu5EGg7fJyd59pc7YBrhMiT10XyRDPXSkptxShjzADEgXJH9xf7rYHPLgiexegDlO+KVd829pjfoMjxAvknbCHWDHp+Od/etwPvXeQphvESy5Mto1OphDfwdGybQLXd3OV30j7tQW+t9E8wbQBCHWcOLWBqQOy9R6g5fgkWKcsFNRLaA/yzlOFMh8S+q9xy7jUWjpVMMpvElYjvP+OHAB3Jh2mQ4OQXtW2+0MRoIl5yvySAa93XzS/uhIZdHibtB+hpzJFp50ycIED5or7bBBidB+ljVeFsTH4slEQnqZe8nZV0ul3aj/3p9hAZ8BfwwsQHsgjLWxGK9TnqvjXl8Ltg7M77M0nJFjcNaN7vwHpAjTCAFkWqEF9TSy6VUSYoKZw/UxQBFc8kQElSHqDorCissGBkWVDjSC/RTjggsF9t5xg+IB72/CpYBS/CXyTtkqQ+PnLA17hNxlbfApwFB309EVSLg7Fpty4fKmjbCqwvM5Eq1DT54AVvl39rGB6KuGr8eihqktQI/Kg/SrTzL+MDUFpVi9os2uCdC0bFgLqek3D3XMYWcBPhwp2+z5DUoNIv/6nd+0DlPwLQBdNpwSlQj2WhiFRyCpYRUYkE0AqtgFZdzosmZI0kxs9gG/ikm9WWeloXxpCmAIrbzjB8Q8/TVU1+ZlW9PqeAVS7sKPGtnXE9X3XBQg6GaWVqgcL9XmsbO1sItsWe4hx2WGz7GRt6FYJ3fH9ENbnaDVdTtdcckhjRUDfhtiVhRBUfuHj8YW/cH0jNsiLrmOcRKGZDBdKQ27gns2Mf8+ZEDuHnt+dtBlhC7iKpiAd6QBDgz8s0x6cs1MMli1YHLahFqylnWWWDbLSFJmqJYITrkckAIKFkDENt5xo+IKzIfbQXx7n7DIvUBo+FmFTohrWCYNv67M9NzgcPEN5O4GGt6mv2EqTc8wHnizdiJ1dp/aHBrtNkN1lOJnxW/Imzc5Px5GGmLsIdG9suzsRUDX3o9TVWytKP0S4e9fc22eAKEmPlyoEVnoI34GyGSIFUseAMIoUWZ0fUOBgX8N9euZXQ0tgIiezkxLrVEcZnlmH1ITV/WEOCaYm2xnWf8kNA9F+Am3jO2OtlPG72DscJsmv2i1FWnO86Kadu14mi9cPT06AEKzZft043PMGisePge++fH6z1MltPIdLTJPmS+DJZXscmBrcnOfwsymm8vWVS3vYyDG6gnBVUg+A97pZSn+CQCZGPIbWvhz5KeCfoeAEV03giIS6hdk146eXK9RDGFpQqUzrkpK4UYAQvmMkpA9uw3V52LFgWjEbXkgFxlhjMB/uCgLdAQ5rvD4iwgzGS3f/SFYJ6Br7c0J+HBaIVIAk+Hx5ACty6hMr3cPO0mXoYuBgplbeiT4g099GY39FuF5vZm/MKBGMp2Em706S4vzVjEMF6JxmQozEu5lUojhpI658y/crc1BzBI0YkPh2hj5KeEOQ4K040VhJIu6+B0SyY9EVGnkdfQRlZgwtSKf5YIEQuXh+yQDNegpJXLbhqxnWf8mIAdYEF/YHq66YZEPSett7xe6PsjaLatQNjOmgDXlgTz1aOukQyw/cUkcNnSZwP69obu5fsNGuq1W4xqa4rDcPsMf6wwZBtD3vmHUcqJ7zZN0ZkOKL+Mai9P3bUHnE0S0mtPUJeN9MofguCLYRFckg5W8EpnOBUZkNwjNDnLr4JWRMlgsiVSSqV74Rq9GGJkUJs5AWVkYF5s5xk/KC5hCDrmp+n5th38s1jv9lLGss/pkWZi1UAwczYiDTRrbDpbWq1GyLIv6x3Uy5Y+Hd7UN92mWFGnmDwLGCLxzDOCaL2NRr7078AxKqvdHp6n9gzHgYNf+K+XZw/4k0OZr5AB/CNGz3Oa+W5pJT8cC8pQEBznMjgrQK2LKrgQSTCIcFneKCrXVPEQQzDz5pnBwLKYCqm1ltHCCChiO8/4UUHTk52AzORp3JCcaK7P0/PFFZ80sOMgjBxIoxJyTtzND8r0WzZtC+0s3k7sliLxwyMIUM+rWIwMguwfogD/b56+8kuZhgdRt6QrnVgkE+0kIIW6oi7r/ds3Xitc+f5yWu3+Pd/m4/T2Gt6PYIoBI5WkaO2YRxbif2iVE9lWHQtZJIisqQaICGtOmyYTm1WkZkCzLhDbecYPCxz6M50PkhnntqQ4ZXDCNWkWhSxpDJqvKY93py2sO+2IaBNlxwPQxtKcNWsM+ceHRsDPqxihF8aNJ/+Bnnh52MUYgRLHd2gDWwMJtKfh4AAOgx3vRcBu2pNbYzfWVt2PjZ3xUeiUUQIBNysTXIQ2CEvUNDhmASTMUoS5LaOKPGHn6llpERIbOvNiyVBf1CkXkFqI7TzjR8U9+Mw2ASPdXez6g6aM7R3yFtp2ip4IRxDmfeuTXaFv9idlatcMiLmdLq6MQHMhfU+Ew/udsZoCh96Ypsd+4q78vPC3hXNSIj/xW3CEAPO0A4gwPoAemPfYo3LTlVyznLO0VivqOYkPQdAEeUPcwUVzn1K7YCulKlLNjMhMVQY32YhzAWm4pgFRzwih9a1jrMdKUUSL2M4zflgc5ukZVoAJK83hUt4H9fOvWMAumIABL42PHIiyCEJo+eUJYlCSYkdMj2+4BebVBV+Pl5t8B01yg1Ep+Mwj0KEiCT6LESKGbHgtosYVPw+RrNh0pYk4CTiVe1uIePNMOz8x7gZ3FUvx7di/jwMoontyDkBblikoeSa5xgVbWFFQ57iW1TSEqmmR+paI3rQWnGwhFliKTDdCW6ej2M4zflzwE2Q5+eXHPPwp4HvZBK2EZWDaG9ZHY/XLjUMBTcZ0gSzD8haVMdnTx3qWvLCF15R5G17TXt2m14DljWx/4QJK1/F4l1cunjbcMj9/s6p0tEseXZ6tHUqwEWnsS8LtVtwwP+7RJF9pu/qF+jAEZ1SEoumDqrSIMCLU3btziVBnGFQBcVT7vCbRC/ailV+d3xzDmtXgelE7tvOMHxlpbDA9pYkDTYdqqSSozADfzcvqcjPoEEovlPs6Bj1aiofgtqgB2pGitop8K15scbtnR4Eud8TFHzAgSTCI0LoGjpkE3YJOtBOmAJ+/wZgyrlUXb5ftcBvTbizAplQ9tNoJ/D5dQO8Bny95g/q4ez4SS8IgZ3jRk0uEk6aQ5LVkoj53DQxTX4rRimFZlZjlSIgchmggmi4ZVKWMBdFWH9t5xg8MXcugCU6X08VNGIi5kAsbx952trAUUhsgU2PiiCXxRSQhEtN0R6eENVfUsMQrirwVr2jvbWtl6Y5kmEiSA0PTMT36McD8ZXjWCyM0jtRh8Cnt4ktTaIOFjgwu6vFpxXnutzExxVauWTPvMNQe7bcj5kqwONrwtyNoIkDaiH/wjVRiFHJOMowUWTBQ86IstY2WWFQ6sxhFJRWn1BE6118g6q4zAPfKuQpQxHae8UPDDAgLu4UZ2oBtFJwc2zpYIF/2XBAMSLM1Qj8C9aqRTXd+XkQ1iz7ANYVIrAv8Bsh7eF4Hb0hDaJs6kgXxAub2/vtkP246xpynDJA2c92bBZfnESqYA2fOCa5XnKZdgyi02jfcuTOvmqCI/qEvtxoOl7o+AqAMk1IQU5/vShClRMIILiuhZSWoKOrGfgUuwuDcce1CjxBaPosbTRNCMl8FkrGdZ/zYoOkdrq9gG0jQSG5tbbSpsNEwziX8hTPLttNuTg3UdQZkKUvb7AB9xD8GuBUDQg/slq8ZCzw83mEJhnISTXDkJE33GCrJV33IosT26GJEn4PMCEgq9OyftazQVqZVsdDVNN1cPLUntInvdRV4yRwdJYN0uCYZcpi1LXSMquS3TBNd7twGBNUh1wzZ4frUDBUSzKv9jO084wcHbWXa3dB65QHGl2dpHGlzim1FN+XBrvAzBJgWn1xd2ynb6Qb4tTx4tSj4XfGd1iXSqwj9ccx6FCTe/0emCs7itacDR8q/NEllhlzD/fWvmtmGLoDJ736vffLcq8RlqEzmi73RKF9KfbX32HcSBt7m974GpgzClBHEUakqpEJEobFj1rSNkNIroz50VkUiWrLPZjFD+nPWU2iJmsU2nHKILASjCWcC/DkAP8VGJ6PQfMwU100IaRml7UUkGeCV40BarE26fH1H7TAPRvkVedb+xpCtfzzlivMGRMZx6Msg8f4/D5XUvPTEk6OcnDpd6SkLYQWoUipBhZ8dVETGvuwZFcgbOO9j0FHX11go83HHNnEG6m79GCQdiTI6g3W5IGils4skLrrPVXmy6Szlv0JrnsoOp6K57MTAhIwdiCzQkXmm3DMB/jQwd80HnrHfYfYV2rATAAYWBstlMZXyJtVirmGnYaX8GplqHq55j4d0H46y8m28WOB9EOkFfNE3Mo6A4/Kw92t2KPex9D0xNxifHCLvFmF8Gypv2Wzjyx+cWtRQMlVzrIaVJr4BUFlz3rj5vWDKIMwcIjD+W7ay+V5JlKELLdGELBgFRgylHLLxSGERa9fSWtOcE9m/yEIoiSgINCm284wfHjQXnrGiSbUbam0okYjTgWlKDd2GRhsF7KwEFSKy/X38TItrIiJxHN9hzu01c+ASkXEEGgJBwxJa4VIjwx+Krp/zlvENqsK61A6n1GNLBCvkNem8CVDlo6i6vNHqR0IkIUKTBCTrBKCPhKNItwLNW6Nc9bFgcBFnLa9VhKjV9zlxiYygXkkRAqbpAIuNjBrbecYPDpjE9PwkioM46zYVq9sSCNvutqaT5t3it60J/gmnvaQGRA+P7UaR4yCfhPhasPmXuOfbsdUvr7kg9NswBflm57HkTRITokJMT1HuKFU93z4+2KcbQVWqb+MF+Fq1z8DOPOW7+ARdnpv9MIg0vAjGCAyKEkm0EA5XaNPjy7kn4HygZaVk0QUrZfVFto08kR9JtFIdxUgxGvMKYjvP+PFBm7sHOT3NF+01+Da6bnqwzXtY0vj0Vs8/aqPzw6P8nWs+BTt+SH0LL9PICqryvQlwu/lYdUOojwA/Bvw54DenQpMwzz09T7ec30plYOS4lkitcHXF5vpX/QKqEEP9nKSnNZv05t1t+SkjhgsiHwOzROcOkUlVQJSOJDV6aIQzLWlJnrIUmQ6uG6SmZpIcldmglFVYjnkB65nFJnoHCMmtgAg6tvOMnwBkQFrNgY8n7OSmmauK7V3bopqpKMr8EyeUbmnDzzC+B1j3ix7ga4hkCdd5sdIbW11ip2+tGaFqqyb08EeoN8EHdOkGk4hCFfCQor4eLxy5CE7gEXJCSb7Mive0LAqwg3lbyxz3FPKjfjkZhss/ToDBji/75m9EZY3gJy7EUQ4LWDPk1ooCpOQ3C0lTpU4EZKfIkN6jl9kL/A9kCrQswpSajQG5dqRiO8/44YFjnyZEK9KHxkyANqpiWnGZcbTHsKPdwqQDfhKCHiA/iXb6XttolVxSV7CJscSrqvRHz94HVNZ6AqkdEMoj0ANuxEP7KpuhjqkBnyyoV2dZbfN76fP1HkV58hVz88WmlZ48pX+IZi7jHC6LDzW4f0L8ODSicEzm4D8VIUPUNJRSlGvFCOmcVVjJQgupC3Spil4ZoPYhRl66jomYMRPMCjHAus63PrbzjB8HJ0x0OoDL7mEKpD+aSZStp4bCS4i3axpR7EjLtOdneyhTfwvKEWRLgKTjWBWBbxbSCZRXz78L6llDKNHrULzY6wu/6QAYz7eJfJ7UgghQ180LtugJHvWBO4sr53IsUhg0L+pjNZBUap739wsHcEx+DEARmtwmYSimZEXq2rJxoQPrZVZGLW4QJ1GL/2BRSQsxUowklhhgAbLdIosRsxisioxAbOcZPwxgettGyqcW9rxsuOsfqAh7Hsw65f6FdDIk/ZMjFkTzxEpR+uZu8Rro43iZScgSIX4QXtEcV1oQWuv1+ucXgaF4BAc+jr8FQUpCEODYFtKLObPvo9aYY9qtvKESNMGhZY9TElnyxsFhFd/FAQQBVr4YucMYdEyM7lgmGxUipCcowoqQUHG5eJbDvYtWesHw5BCrPhZRBJAmskaEQgWcG9t5xg+D6bIyVwVcO+Qgj2S10/nzeKfweHUw7bCY261OGR6xf9EfqqHBl4zsTRd/wRIhfRDIOyEeAUsMCD2x82nTF4HRAG45LKHhiGMRTV5vEyCSHL3UIp/3n9tRRENuq7Z5FWWhu83ps7LBfdwjeiS4g1+H+XiYLkQYDF1qQUQkKgu+KcUVHCsjOS2EClQ2HzobC4ciKhW8B0SUiDJuo6Gp1LleuSG284wfBTCH4QpjBW3sQMu84Bfi6AXmG4bT7IRm9t1I/UW5TXbDCmXQYcJscIsoVOT3xctdYIkFIucNIPloWK/bHZG+fzJa9HAtCVDJ5LfDfvLlqRufkIA2dpRIUkDXlMfxl4KwCP/zDqvmL1LDcn0fhKAJolGWhE5gI6WU1FDBeiyrwIDMpgUktNQgAiqpGtIH2zXubZCm6iy7NOurJpOxnWf8MLiChxHiGvA/LmELMh8h7Go09J5qzqQmzWmEgjLywz6qwWaDANcUKKMP+RvwJhdygVf0QL2sCP0bgCGY+PYCi2rgWncVRYvzdBUxlQ2RYo1D34NxcfcSUqry8glacLKcTDTL8bNwD7cXV7ftEUYgq38wgjXMFghkmmWi5kdqKOYg4hFGauqJEFSuNaGFAhWGhWgmtSrjkCuiaJ1kx0ATUDC284wfB+PFxwVgIjcyPRgE7SOtcLSPbvg2KZgYIxTuGSgD46tftrDmXvy3YkDZ/LiWt2PLtXwDXly9Ozkgcl6Pxwe970UypqIQ5ivOUNvdNeEBjj8n7Q6jebpuH0FKr4296KWf4R4iYhNQDxNbJ/Cj9HW65wN33x9iiU4pjTqITDRmA6AbygwQByG4fGGnFJKkvCSi7VhD89tSITl1BUtVTzQejCKxnWf8JKBTYrOab8gnefPFwtLLvW40KhakiP90N2DIaGpkJOTHt0A2mMpW/6048vqpj4I6OSAyXkC/9Ly/4/AGc+kpj3D14tXRhQBr27ki3fWXo5clmFl7oj3I/6dJnx5I3Ez84jDvRMReYH7bDexfdxQ/ECaLZIsmDYmmJCvxP5LSVEFwgUwRXY7KXobaUguha4lgQq8hiDSK1bUzE/+UKEcJILbzjJ8FoC2Yxg4mIYuKOdZgX4SNVtB9ZbRYWXLYFPlv9WQwXZ/BI6mQ0S/x1hntBrF+JNjHEZHxAvArEvTCnwVEzYnrAxINzldxyhQKZwjmOjAbnW0nOkOyhaE01sLc8m4sdICv/GEaa9S7aPpUQH37PkNHjki2GFksWCQJKATSjYSeMSILqIVsMiXEveWWO7TEoiFGE/jrs+OOlWpUkAqpie0842eBHDdL/H5Es6slb1V7QwV+ILOXMf2t6WEv0zyK7+KDfCuGjRA3NV8NCP0LALkEv1zaBe4EyPEOyZj2XCrHegEyfUMn5ge+/K+TGwsOpXWBhTuhFXEfqID24Y40azUjMeH3I0AxheiDC8sInX9awILojhiDWEyh3JfSyi5gbWNaRvhvobFhJhtaEa9ca2oSEwJXS+qzTMR2nvHTAAZJa4Ok/zSh8cPAwGCeEx/2bTYVNr2mhwm22+uFoZ8C8l8q8j3BHgqRLprXvPeqoZ/zjKG5yjtQwFtXOVrzfMC/HEDllRFGsXoxAzNnfbQqwIKLvmCei7lyJADm7i74Iv5Z3yNh7exTn59/PBpTBGsAXWooqko32+glLK1mro6gDMnQOqJgri+SCoEuLVBKiQZDju084+cBbPRSFrObOWsK7ZqIinmhmKBKg98xAq3d+YNwAk39aNnfD7vn2Fj1LyAFEMlAKF+Nefq76uSwKsaIUfZjICTAmJuWcYQ6pICu9bI4ZZUbC8TeGAHevJivH5CxbO47+X9xEcTkoUXnqlD0pBJGpLvvx2r8Z+oEXDwjwmKGRrRWVOZNTUqLoJX30oJ4NLbzjJ8HetMmjMfXE5qlLE0m7C7AC4usdor+ADgy/YvosvdXTHvfzjPfhHTX1L0O6UIbk+BQvR6Yg/qqUtyDHDwUg+brwH388hwqd8hyXXouRH04xPigqT6WcMhrDcjcJrR9qdl347/vxXsNIgoujkDE0oCUWW8D1CoHCxUi/wyMGvwUEcviX6lQAY12vTLJsUo216RYZkXXyLKIWy9jO8/4iaBnEWRyMK3Gexv2XjSwxwdTYL25bAUSZGdSWfyLNshC63W/hHdU6VCftN4C5RCRfscK2tabgRoPQe8zDINvRmdQeetfH+4d/tzMB54MlOqx9Ah1VsMKt5I8KvdyxaffDWYJMgdIw5GlSC8zDRMRQwoNncuq3tqokxmoPKi0UqMJDaFhpKIltMZ77ASXsZ1n/EzQ2SPdnTs/3za3Ym00ug2aj8Dq7eygQFjY1eEko41PtL6KRljorQZLpnmvkYMkuAlabYVzhfmd12tar/SEzcB12d1y6RzKr3GxoowZYeX1w169UibZMqo+xVnFxI18Wr7jApumClEwcPIn6xuRPGEuCnT6yLyeCcGyaYdwvjN6zEAM6VYpyHUDbT4dtUyxbR1HoBzXyJW4cGznGT8V+CwC3xwFo+mGPxrhM7NEe3s6Kn7rMy+EiHtgadsn1+f942B+r3h+FuspvRht9xhmPvEc8ttxKe5fwZnfAA6NpSfEhf+AZMC+Gr49caUUmtbNcXEoBHjdzzIIGmKQIMhU78sZV/x9IZJINgoCEcw4XgwxYbkGw9TTWC4Yq6R7GFNmPcSt7BLKZtyczx6wKIya1OmmYjvP+Kkw3z3vMVWa97wsmTqZ3eEJDh8t826aruEpdluC/ACtnSe4hFer68YCCo3muYmBbkg+kXxFVYEv/nxt2UQvL/dOaw3ccxze2t4at/oQktA//JYIsmtaDPOv+Rq/cVtainvCdyo9QcwO+kGQDuwRuoA7/lC198cQ+dsT11y+C8wYWgSDtNevMB26DuZtkRQvYKiei2QpLCKpYDCnJYBsL9w8BxagItP81yoCWcmx9VHeiFqxnWf8VJgfbv3eP5iVzQX2z7co4P9WroZtDLpubJd3j/AC5T0BqtCMsgPKhYFuYuCbXB3xirpEPs/yMrCmVrJWoT4g+ltvypvx0G9l2XgjBQYGa7X6HoN3uM6xHJ3vYcPC8eOvEn+ypBlfNEiQA/fT7kpfDon6LG0pifB7oJGFomSVDrOhI/KPSlhnr83ByhIBlHqKFZFyINTcEGKRYGJQpKatOKJsuyz7hsR2nvFzYboGAcigRHu/Yrm/fpieVueLaH68XYaGd3X3MPFVCjIr6O8PT76iXLlDtBjycRyjm5drJqITL1ZAEZepLEsog4uGyHg3eHNyiBjWEArIgHz/GMlMBed4p2l1FtsH+wIYzyd31nqkFSfk/CG6nTBLZta1vcp+fuJ78h8IMNyqpA7EDhkRGQtDQjCXSWoRJaUsh8Zo3iaw5two2zMaVS6QmmjOUdscRJRiO8/4uUCTu59kJROfOhCWnxAz4m4MmfS8420tMftMw0IuTLs5g/ASX+SSZs7fBjbz/lWp9vwct+cBoX83yux/+b5nA+O017NwkU7Pr1+IgmrVDX3a/OkQr27c8Hy5Iy6xQt/fqTbd4Pe8AzpAshBTNA4jQD5SKZLecaOa7vtRMoKAGDXyYoEQAZZ1+aS0DK09/LlCzSHcpeo2Ak0gVE/J1FET23nGT4bpZndxgEndwGzConxf4Br08IAoxlnb8/ItCEBjwXl8QH8TajDk90OtvNxOK/A8djqqN2xR1lvAr4E0cU1TBBkQOa0fQZPhCAJL/4+I2b43dH0CEI3tLm6p3oNQ9elNKWNzeB/NdwR5opIG6QdiprQ0IzVEnrVORI1aUCopnBlF+P8ykvVa+ag9YChj9vV/2wQmYzvP+NnAz4LoZo3ury0niQkxYH6Y1t/lWPgh+bEOvu6YH8h06jhEOFulXqw5wM28rU4BSb1gxelvRGc9eGFbY+DfiHpJwgm44omNatg+jzZLoQUpE+wz/lUAOdPFLQRvyE5fMYjEdwMoovGNI8uMKeFfQrho+B/oxSUIcp1KKmBhBYNlgglmWh9tRqBv1xpJVU8TpSSCI5eJkgW5ytjOM3423NIfotXDbsLqjhEgeaK7NGGBg49D/rC05/Vji6cgxgm5g5q19jjUylsqjHB1gFe+v326CNfXfeFM9HrRLZHfJUZyMW5cXqVmy/9TmSS4Jf+Z33bKZrmJrxWEKvzC3wDkCBKHKCU5hIkgkIhCv+AZU5E0DiNKQYQo28GkGkyuoirKZNFWBUI4lEsUgoxiVjmcCfCnhUwJVsO42V0TKmi8D41omlBMWTSigvu93kn3IlR+jbVys1jD/XYzr4X67WvAofkG5B2QWvbXwWhY7vQqiXl/WX9KkKOdEF8ijZpLqMgzmA8CXzcrZEHxnLxzbQEf8fkt6S/PAQZIGPhPnkkeicSwDDUi+nGNmZgTDhpLNCHh/FQpu4eExEKu6aFGMYXuPUaOpA2GjO0846eDbR4GmSKxvsOCkNW2Mu2MVfkGrzgEpW7ElaF8F8bK39TUa+COfwhdTH4Rjgflqt0tpI/EafSeLsVm9YeD6fa15U3+MwGy1nTxeKcpc+ssykPme2PgwlKx5/5jNv5Fg98d5AgSSWclp4ek6cU0JFlEU6kNkkIyUGUiykM+q60dQupZphVpsRZZvrYcic6PEBQKPcZ2nvHzwfY264ti+YYSf/xoCRgxz5ZFyt9BFzT3ssQyiKf5ejVNM0Q078C7Kn0oXkklOQBKzJdXHhOMXNbONygWBmSNQ6S6tqINGs8txPnDVpA92+kLInpoOJv4zehPBGgWIVkkcQSCc0p+oJQqIuFkhoWbBizElp8cRjCZ+uhDcK11Y8BCqC0Y7nds5xk/IWwu8cUy2A9NptlWxTxdzrDeSNUyMHFNyhArH00epsd6nj9B/tts/CTeXuPj8Uoumae/wzcOCiLxXWJIypXl8qHezoAUYrbcdCPkJIJKL3OoG/iZTtThicODPPfDHm7n4Z69VZ9/CwokR5hLLJg2rJHSFNO19tCUKk4cszZ8uoSYMPJXRc12oQ+xZZdyTcweBFTamRTUdgtnAvyZIVcteIkuIIRNF1D+nxmOeM4HGIjDnk99hfXKWqe7zYm0GHCr9Yp3cOT78do7REAkr+iWBkHjwMHieyOsT2DT2uXedpqAhTxay+IBtHqpptoYd5iZ6YWjbSSmx7zw+1tQnyHeEMg+yRqV5BSFXknLkFQycwynFJyzzu9x5KUu2g4oQ8lGab18CdlVppqcgCK284yfEaaboCUuYDiV3ALkPhp1M8B+3xqxb6bpIrdf084HqI2Qj+EVRT4QG8+UCcsbIl9HKPPXiW4yGQuLx+WJAA5NvzKSQ4bNfaL0tPq+CnHzRCZVDtuVrkNnLneHx1u2guSt2nBX2eXfhAULmcTCcTpjTWf0lKVID1S2oiGg57eGvczCgxvneLulALOUzbKmSCciJGmeCfCnhkwGDoRY70nW87y+i/ly4tVWmGCkYb8RA/RMkhsd2WPZwMvs9pvyH1zAiBcgc7ydPXS+rxFbvQpMSP9gmZh8XyXGVJu8wX+kvKv946T9IWKVumDHBxdvpxu28Az6A5+j28l9b9+C90C8YaIhXQRrEJFsAkguJPt1AaUTmz4aQ6BRlpeZ3QuIH4FoyHkMx7xAlTEyHhHbecbPCRoV/Lln+nQ3Nhm6RYM58uTVBe8V6VPfdm6L9Ifo+ZYvKL6WicJpaW8rPnZn4XF86+MYgbevuOOd3tN4+bv8WhAapUHn5wlJgFyOvQWl8WcFUhApvERwqx9UzM7xRWMHXolnQT56p0agZPY7+v8+gCLEJIXSQgOQjCjk/wKFuSA4BExjBeH4ZZUydRVadv+PaFEu4gYrsBRzMpYYAlSxnWf8nKDx0CzFbbI1X5SsPGRe0x13zVExFQb9ETcQbaGY/bUb22CcsuOPwyuZ7cPX+zLAUCEResimgcMUDNWw1xODE99IWx8cJvf1061xgpBXVx6y/UZuJLt52l3xVaheBzXO6KW+L8QfAfAFeTAoJ50vpQu7FCcM2kadrtWyFFSSbIRY/4a4yiUY3EDPjpW5wV4sCtR0qAJMRSXBcmznGT8pYDkyNr9JkxJV5U4XGFeZKaZlwiKXX0eag/fgASrNwsQrrzR8KLjeEH8rzNPXemp08PbUmV273y+wn/QVUSDJiuQ3Toa9Gax4HwSbZU1yO77OTB+QixVC7fAbgTzR2USM0pgvoaQVlWA6sgbLbJVoOhZwQ1pK7zRRuZWLlLK+PTuiNwipOXxaLMKZAH92xEko345r4+ONa5xgOTWee2oMuKA/5FzN0+2OrmDL4OXJOW9z+xCgrdc199sT4Pgi2PJ8b3LTwInErV7A+CgCPPD+yXWnqYkL8xxW7pj7+D3SVNjXp/RSn/nihlks4gK/CUgbgUpHKZcv/SalZECORaAT0pBfk9SwgBa9qKUQtuBirSTWFZpgQy4kxLJ0RojtPONnBUzMdievTxIMVTakxNJs05gX9CcL5BkpejRxeZVuGO1TiY/Ckda+5aTfh6C+DBAoU+B869+S/6DhS7YxtdVXBzavyLBOvCwr2y/0RifcNeE7KqeF3wqgCLJJBHEIF1YYIbdJ6RKuxlKtwJGSKiikEDTGZbyJugXqe4vBt8rbgJpJT5Ah5TMB/vSYMJ+1xdDaZGR0KahiYnXxkSbH/0gmwjznOxJgr7S7eRote1nvI/E9234J4DLfEm7K50dBjPwFWTmAF9fgvkc+Jnz0RQy8wRmt8cUuMy+xFHKTAyj+47VgX1Jxdpb4TZD8kSBneNEoREi9Q3BV8pcTjo6FTmCK1AQRUYO7oiWz8O/Q0VTt5f0MsahQI7GdZ/y8oO3IaGi4tCMseEXYuvRrmicH9uN5qkwGupnr45kr2iwYK34Ufm8XEJu8N/sJzd9rvJcD2YCBfHy4w3jZXy5op2DRjsd5h/bvy/f4tHvkbSObjmDoRIu92PcHKMIEEjQC0gi3q/GJWM46giUsRdSynO4lhUi21ohsIskwBPzXgGJcuoUokYS7hvTrifeZAH9+7HgOSkbDe3JpjTzrFFZ0qfs0AFk1wfNWjEeKa+bNWR1JMNNLHNP/6MCo8J0HDTE83e+jAL0TxJW+PIXR8u0tHaxuKU7QYl/gh2j4wJ5UxMWhvSQVOrjbtdT3B2mjI0gDC0YD3aSnZU3olXaOPDqle0g2aiToFhGUMvI0Y6YTTdsyKOi/tYL/WEdkrRHbecZPjG6kN5iN0Zh4l4vvN0vb2tEqIccEmLrKgL0JPQTxgEWkC9zUz0qBM11fjZLg7e+ERwX1kQT2+J34ioFanPxT7SjWzjTs9hP8v8ZtFHbiv+cn7I4b7yw+HPxbAxQhCqFTFjw1wvwS5OISSojNToANhgj0Jgw3UcuoMbNZ47SWaZIc12d2Dn30BimFaIGZsZ1n/MzoLyzhjJc259OCu+c+A5Zh0uNQitrypH/nP8h3osDNNyJ8PH73ix8N8/XD3eOD2IvwiPQ7/DiwQqQ5aLoAsux/KRQCdsXqU3AxAdbF+GBGn2z9jTkQFGGQLBptgE0sVLRcQmSUySyevGNuYkYGIRvNdErpREYywVRvyiUQCrkJKyF4MqLYzjN+Zsx73YlBEQzHmyloeVDBy1ABgGbZZ2uyzM56gxVfcWY33UWq4POQ1XeAxgeeL2OAr2auvwvpANYRIINhTCNlpKctxJOK4DZ+ZLNdKmEZ1yas0jLvkPkNQY4IOmlM0kFO6qwWoNTISvImKp9FE06ooWS2TnBGK9nXh9RYpiNysoAb7YFNxHae8VMDtguT0lXM6+mQpwJJgDQ/g75Gt19KLVUdQKbo2Ix23dDb+xCwFyH+vhBv3T5OdxLmWbdVljHQWDHDSYL0NmG0xmvAtQzqY58g2Rxxgc1fzI8816pbZDz/la959Hry94KIIyG2ayxC5guYsxRC8jJUTUIYHDS1pcqms8xjbv4DyHSO5Vw2HWB5DOZIiCyvaAkoYzvP+Lkx0fWTH8H3eMKTgBXCrrrhgSL5qpNuhxQzNZgnXZNq5wNqCx+Dj27vneDY0EWOCyF68UEdFnHh4AIrF+px8ODdhXRxz+eAdeW3fZGKYPNQHqb5fqZDrke4yYDafb81giYcBijd6czZZscRpqxAyU19q7+qSUgfOcPaEILgTHR9IXRJRSNaBCC284yfHPPzrc/G30I+zL4WIlYkYNokRsIKgsYrQQ7gs7OB6e5R6k18OAFWYOUhvQVvnZlvlb+JTZ+ma8aHi93jwGyjj0wolw8gTvVJ4AK+aJHArtBbFuziaSPd8C5fjtDDbw9QBKlE/0EajTsyCrSUCjRHMUJjxlSJ1kKXyAn14CYKW8zaS1jK0Dua3eA/I6ASIxHbecZPDrh9/mA3bZImRivTDBh2FSf/aHq2PSEKcX4Gw+d5v6/T1wfMzPxtjN8eY/deizdW2S6uoQHsAVJzN7wQazUiLsTlOL3t2PMuaF7XvdHPUNCbz/8hhT+q4l8hivymIEeYPYJAOo9IanlMJeclyyzJprNYyXEVhmXxWImD0FJdt64ViPyC2hyrqURs5xk/O+ZDTHj5z2/s8DwTFLAq3WdG65KNs3BAXypDqQc4fQ+gP537A2qZ3xBj596CN9XbKuxrF/N895gEOA7CkgDDI+Tyfn0jNHA/P/lLxTf3t3AR49EcYMa8l2f6xHcKGfv/N4aYIxCUIhqzzKUJKPlEgDSG9Mm0qAnFjcKsqKFlZhKoxSNahwRTzZ9MvVqIRGznGT89posDJ7p+Zwms+BIcKH77la9tkm3RxBk38EMhupcNZv+bn3//MLyJ/raRBEgPUIqR/9qXfwM5I1YUU90R+xtn7g7bvyfmQO8Wc9/vwH4AOSL5QxzS6KeJNRuBdHMKmY2YDeCf1RxVqHVmOdepxmWha6SmFBcuitxSD+hSa8HZsZ1n/Pzgk1x37QQXHTnMvfCvyyFha7Bx5SbmPR9oXd7L+/vh+UPo7D0IArzzy2D5lqqCBcVlpgdzYw58wzOx1PLkgnMrv90oeJ/0fVNL/GYQZyTEIskeXVzBeoXCWFyU7LXSilqjYUy5J1CUDtUQWi8ptGjBzkjFdp7x8wMWN1/wTl6nNJflB7kNm9fz0spUKuRPgN+FBIwbDh9cQI4G389srbD81ci8fM/Lag7M8twd+vmJdAc5jycAF+F3gWgCPKN/sYiQghlIec52qB5XF1ns+FlAIpUt01nOlbIpqIsOlaYEsBz1bVU9smQhtLGdZ/wT4J4mfJ2mi6ntdEv7ezrs+JDV7mJmnJM9GCfM83Ka9GLj3wQjDRzBqwp9N8z6GNI1mTA0RJVRpiVDWM2BRYz2vjnVXVwlJtf1GbCY7/eiv/QASRaVPIJdFJjkP2koqCizagjHLv+TLfVPFPpsQc113vO6FmiFa4gMLrJ6di40XEgb23nGPwPkAzZ3ZXqANQN8+4Fxe3l7OV/vgwB5uyAfSI3i78ZAWWw3xAWofpHdfismQEe2+/KA8ZDXVoZl3KLOf/mNFX7Qo+I6LrnH0MrhkxTYjfz3W23zJsgRJIpglYZlWpoIZhqgCQt0vZpxtY3CnRRLZuPSFR/WFpTFRZZynGoHIrbzjH8KiAFzSutJsOWjmL+GFb8fI+WRAY+s9KW+/Pbgz8XY2xyz/j5AXdDo0DNyRnuYehrG0BPinP2izILh+HbAEHr4vdBphQyiGWycR0saSdeuILNaqJTVA1tmTqxhyMu1BKxdKFHPU+qyghAAL4lWS/FCH9t5xj8HyIDtpDxs8OvVXK9gLiZjxEP9EsZ7sGCQ4/z3icDfCXdVsFL4O3iLFHfTTwwM+XP7AEhxEvmkb2LnV0On+wdyW9Ib0/n+lwy/G0gU4AlSxcrBKgpyUQnWbGLQq2itpews0jIiT3GjuqbdgshVdOhS+U4tt13rx3ae8U8CmN1Nm6Q9y52Z44Oz6XiMuH7RSXwRiwbMLp8eQX5CqACM2MX1A59UCwULhkDU0WpF6hzY+YX/1gTX5sR98btBJEHaEF005uinAHvo5FW0A1+VEPqKkptZao1A2hQ2ZLhgeoFDKMiUMphorRKxnWf8s+BKFhtmGvOweU8jhqUhrO54+b2e+0ic5MsTWd+IoD4jdMDDBI8YvyD+1rxQxme446VUa2rrMOxH/erku/AAf1/6GzxAL4wUBy6JgqXYAmNpI6bFpLfNxqAMd64jsiKV6NUl5XzbMpEFpE8Gju08458GsFeEsMg9H3KlINOlya2+cjm3z6D/Phj4Z43v1DnxXkdoLy50FRh+YH4JiSVDACr/1VODzedm/tM8+1PM27D/J+Lj4ndmQFMGQbYwaVDqYgYsAun1DefnUtn1ERqq8v/f3rkkOXIjaTibjNyU2SzK2qxv0aZFt3QMnaZ3mrPMDUYnqRPMujaqnayUtUuz8f/hgCP4SDIfVUwSn8CAw+FARLCEPz34CCLawGIrFS279iV+WWJjvfNMpa8QIT7Pyc2ABauCxv23XMHL/edHLLf1itv8cWS1vj2D/Kw42PFSKHoFuwNcAgflhYH+7Czb4a9HedosgJjoy/Lx0/iUlhvEEP0bXEwGOOoGVCUeaxnRpofS9RQ5VypZB409btN35UYl25zC1SpGbnf6PCe3Q6y3e92GDg38t9w9cOnGpfCe73z8ys/+/jiO7f2Njsy6F/AmOPYCXgIH+RoeRc2MX5gZhv2djdgs9xGk21KYcQfWPQrfjxY/EBJB+YhNzdzC0Wx78DDVvyrrYVEStLCLHbliBwLbYDTY5ZIdg2a6RiVvFE4z7MHnObkhQuX4W7NsbO8euVa12jZ7NPBh+/USluJ3BJoE/KFwe8lXJ2/4WjVpuRxv71cYxkHxwqHJyn24uavh2Y1GKxdASERTj8qqyTYyLWnQmqY4ra9oUPhUkuYY3YONXdmUVUUtFFLNejDwoNWupNXp85zcEve4IWAsPjaWu293D1yEequyf0wmwTeIL5mjb5M8B6hSwV4QF68Svo9+llrvp5X+1SvgCItWm6p+M+TbOL9kD5vL0L/yGmDqBgqUw29cyGVs0ceeTMlkt76hAPRlGiePWPnLS4lo9p2n182ANltDx06C6fOc3BS/6p5LXHu8pPsWV8Gx5rzqFv0Od+Pvw2K+fiBVpv2Er8E3QcB2+cTnKJ+ZzedV4KhrCz5wZE/9AxN7sEXi+b+Q1/4SqUQXENFEJGUlHJabVWSJbSErCYJTpdE8K/+IetYpZ+xknfh5j3mEsW1lCuBtgo/+seaD2xBErjq9DzzkgSs9fEVeJXmLKV73+KR9wi7z8NVPRXTgGWr9/H2jyjgSn7i02V8+DNbz85+ACuh/jR8N9MKC1VO+MC0fuW0N1j1nWxWGZIFMcUb6g+xKZ3agiY5MJ3kIRO2sVdrRqjR/FHRFFbR9TgG8UbB6cckbC/DjhvqBL24NmUeEaHkifaHx6uwqzGUQh/WIFwB3RGjJ92+hg3Fdm8/L7l+I8Rk7oH+i7eTS3gEJpBLQD2kG9EMaAmiFHo2q0vs72deVpxPxKqBM0v3uE2q073ZEu006HsGefbEjNq1MAbxVlsflMxYZFjJL5IBedH3tSQNj9foV/xezzviggKPnQqD87bL9PQUQm/Z9jl39GwQQf0HcbkPq9w6r2IVdmz+aFI1eq8rLzN5JGbQYxkOJ3Fi6Z+hL9jrN4E/FTQ/qTA/d5+NLXzteNoT00ec5uTligePXfaBJi356DEse9bAAQwO3X/f8CPDzGcTiQvXvEE3IVLm1R//6aX36jPtq5ycB21dAHvLM69jMwC9HAikSRe5QFS0JEUmfHLaG5CsbHhV0i0SzC1QC527XKm7YTyMjXLegOFTY8cC06vd5Tm4P/Ojir1ibWM1chht/ImP1QZjtn/t+1eKZ7GrFXr6DMD6xgziCnYjI3+TTPV82H6hre/SvJ4DL/RfuaYtPG+GFB4F3f/cMCy7nDRBA2RBDnQ1RWxTELKukTjVEqDktSqQ65VEXGp6pNfpusnYhzdzJKrsVxPQ+z8kNch8rDfkfl6VW42dlH+P34XLVf0cOysOrgemP7GLPRwCDEEB9v02/rBKbbWjgnmk8crMgnj/vu/2M6+AM3Z09nnaVy0IqYdWIBwRFCqJcrElVl6QDNJlTIIDLbg/NIPXIyWBukqHR56VFbWy+IbKQBz8F8KbBKsYyxBrWcsTPxa1Z7t/uXeDDfP89jkiiVoLUroApgJ+wgazRNaCnUffG0kutX3Hj2TwpTO2YNRcmgRALSob0ZY+gNCmpqrOvqKaCwqq5mXxuWmPta3BEcdbx1Qa2fcRRGKDxKg2f5+QmSQVEkoeVTFYL83H7LV/ruir2yk+H+reOiWdHhp40GF/zd+IG0PVZL/cx/8PPyYUC0sG5PUUSsifluzD9y9cAi27QWGnJSvtM8xar9w5YqgAqmbF1qS/8+Vcuu+MYjtoXzFmmAN44XMNYwbEm9akY5CnL9j42XqC478ney7yrZ+ec20uAVC/e8f6+aeIAfvBD7/Ky139d6DjGpclfZoBdwILSsG6xUJPggEBJpOhpljKysIp4Zg+2TeVcAc4XDwVptmSV+GXx7O7Dox+lpDS6YPNopgDeOFjQeGsyVrRucRepIBd5CGAs2Q9+3f4aU8DzWba/28KTgqcEtd/gLUAo+SSGyS1+gOrg6wgH3JcBRcLyMSZ+rVTs6d6VlU2Jj7HTAWo1IXMRaQwpodGU3A6zY5SDhzHRQNvnOblRtHqxYBe+AIh2fk0EQAAjKfz4e67oW6YncXim4gmRptU73oPl6/ZPv42kZ00JIB32jGTid3kJIN8E2dEakiojIUF2V+PkLRbCUdMrXxTMzYns1qTN20nJszDKREFsLa1DJQ9e2efQJXyek1tFC1IKGA1u6yp13tIu/t4Q7vyS6TdyDjXb3j3mczI+N7gq9geJfEIQwHxjfX2OpXmB+hcCKKk4cL2JYq2ClT7YaPZETT0kNSmG0cqutqERDHskWa89XS3bvgUb8kRPEVWa6PB5Tm4WrchYojAe8aHdQQEzcWEGU1brWyD93cvjBVwp4srW5jaOdfMBt9QhXQH5G1OZETbvh3arwMNneIny50vgqikSkSYllLjs7wID7UILlR+g53E5xpUC6sYdSTRbfqi+Nmcv3r+baoXljepaEOHznNwuWpFQOKxdit9y98nrNF/g+tgu4VQ9wWlRK/T1271sLkEe8FauTXwLuPz+Wz5L+fopG00H46+LjeBZz8yPQ6ox6saqqJs2N12ZbGQ9Vi0gNqqlmFaxgB2YraVu9DCY29TTBjsRrAFtB9F0YO8M4PN5Tm4YqY4UkCuYOiQxyqV7dgYIFT2XwwLIBOn8CV+XT1v9IkgQ6XLP+gIqYLp8Etmvp+6dQqFISWvKYdhm36onfB7iinWTqypcNU62ZKsFkGhVR7PDoEKqSlcrbZfYNi8LPMDnOblpuFY/xELdMA0Mx+dYt39uv7Rff2yrGN25tF+bEEBbl8km38sIqSu/dAnwGqoPfsP3kPJrhZbFy7zAfRpoBLSCSuISatcbCkA1+git9HjTemEwt7NKqcNb+MNsJY/Afqke/QLm4GjoaFGNxBTw+zwntw3XLpZqrG/aj/wUTH/RywKozwqexqlx74nt3/l2UejfStHKm0QSwmzy0y9HMtsLR2KxUha2UlGoSfChtjMCrEaZmDkqSCkNB/sUaGVTuOycDNBNukWi6Uh0VJlGyc3gdDE+z8lt4/X5+0MkfWrEJSzWemaAd+0jcAGWtM1b41f+WQjqE7Asv/Zfm79jAuj8z383enr43qhCNYpHadhTfZCkNlJKxh46QDHNbhdGYBKOt5zZjeLMkZ60tGfSjEb3YFZZPs/JjeO0ZbnH3VGXuw3fdf3AxEZLd1zywTtd0QaS9CxVQg643f5eng2/9JceTmo1dNfz9nQRpFBgS/3AZhAvmrFpTomLiqmNYvsqtEkb/eq0R1aaQJkmgVfXwm7KjpLedGQdxV1RJKw+z8nNoyWKlasbIX+Ly11c61kB22d7n+ZyFvuBd2KofcSO01lwTwN8sTeHtkkyBdzGs2eXota/rPmugLJILlRZO9q1JtUojKpKCDBs9bZzQSmU/djKjW2PFS0uNnmFTLN5TRHG9PbO0rfG5zmZcJEyZ1n4qZNNCCGv+Lh+T84ANc3B7u/OzoFAjxr2nQyejz+/br9q4MYpHvnM22bHlJ/4ncJ4KimJB97aPnvPP4aQiNCR0I+qYxV5Y8vimGwmva/3sGlpokt+SCss12JH3YamZFG2TVdM93jwQylZ4BTASQMLVatVCvjwjb/+uPz59Y9IeV7ttvgn8hx5OgFMW7D3ZLb4KMwfW77EF8NRtbeDmSNv8Qt7AV5BRe3n8r1CHYFWWHJSOrCRskRNJZEq4RHNEp1ebBToTpCyN9IDch8ws9huCpkb1oyHZZEDrtqsarvp85xMgliy+I7D3d2nb/jqQhj8ZOCyMBNc3Sh6L1j0HGb7CZgpHtChZwnUk3DWjr0ng6tfSVsb3PQNF8HLwo+Q8w2kI7Ofvd8fRUiE9SNqitmOkoCwssBJA2F4lL7a6G9hVC+daXu0tSx3HmbiI8lOxcHOGNfqiGKtbu0pgJNKLFks4rC+cRv69MB1jdZ5n9I7PfagUJy1v9OAKhXsPYcY9Uekeni3aAf+rYhJKX/al3veLSER0pOVchSP6o5VaYhqZCdxfscQdnBTR6xsBzeLBR43iOp0DMdnT8XnOZkQLlku20d80/X+7tcQQ+R+WO8PJ61nKEAaZ/OcMedAVRIb3gHxfJY/efdYvDjAaewG2wdoYLv43at/b32Gr0tIxCgYRkLmlDBytQhSiYeNpHVlTyvaNBVM58puZqKdJhpOKyOz7cfqcpg5JAv8Ps/JRHQF1B1S8cNx/SMeqg7z0tX90vFPIc0y9p3LF70YEBNQCPmecGjeBzh+xefHF75fjj08T2EvCckG9ULC0eUDJR6jHMFnehAZ4oZGGRPkjNiWwZyq62wtoFuq1Vb6R0dMN7aMz3MyMVbAx7tv0L4Nbw74Jb/4INU4Lh3R28r58FXBNwOqFMTV/J4r2BO53w4/krcsUL3QvY/bBXfC8uFjN7IG9JtK74eQCOkGjRGpSHhVoE50SagaK80szdxUH4XKRT29UeCO2gF4f81Sh4AjHqjsVss+n+dk0sDC5eLFEtY6ftj61k+o9q5sc6TrIqAuHTuBJ9k0javEtMgD/VnAfNrKOyTvFEmGZSmgbAyJWEKzu0LZoGqDFA7CJHvHo3ibaLT5DhY+qhVVk9SO2s3lPfs8J5MO1i4zMa5iLmr9EG5yXEE0nNUF8Vqp5SoBbNK33d5/ZKu+WV7070v1vxugFE02mngU0Emx6d2su7IhYtTMWuIxNKvtOeR2o887gExRhsPNjhD2XFNen+dkUrCEaaOfyuzfdQ2OCGAb9hTnCdKL5AuDQ5kCO14AXuOzGaT4tZkP7+R95oJFPGA0HeuCNgBXSNGOqB0E3VXTxnCPH0VrrabcH6MlxG67S6AHDnVVfJ6TSQWrmJoDIxb4502s/LKyw41W8ezlWP+ZcgRlOWtAwoENO59PKJ6tuwd8K24958v3cFFAI6QdEJO1egSWlZ4m7uAIlype1qfi2WnJsQ8O5gYBSvwY2jesVIJUw+bjKfk8J5ORWMit4CfNgg+RDY55zD5BoWuP/4UcVa+DPRg14o5nE8+D3shYtl974ne1SDMqg4LFNnUFhrOxVcmQFplmZmWELmx6NHrRatnbOhV0qbBpn6o2Qx6efcLnOZmseIzFzfW9uXvYPoaU+M5O2CQHBOUlsvDMa90DwyR65kXHlSy//8Hn4QOy4pN41++DhESEZEj0cmMkInS6qBlYX1Ad0KwojbCbqmaNImR0xdol00pERlxU2MIHGxVxe1DwKYCTwyx43T5EY7n7lr+GFgwq8hqS8mZY9xJ7X8pHJMPB+/+M3ylAOSgUIFVolJBOtmp3+naISdDnFG9EO+oJW6CpUuvGI8DD2CyeoMp2M30yPs/JZJcHfvuN34rb99GP4KKvAS18ib0vhvJ3xmzvPAOkUIRqqMSjiEkAd2Z53ECbgAVGEalYqGxmn2z5VoUP5nI0VnAH3ouvxj1G0TEqDyyiZLCnmWj5PCeTffiyMTZPCMjJgpAXoq9zQXoM656wb3ImFozEZtOP0uWGPa3bbYGGHRK1ppJi1RxxQrhTKHsMcE2GBtDcO3vweU4me1n4UuCyfLk/KiKnS8wQ+La6ROUT9kzORSrRMjjnUk1Iyit88NC7ztc8tDublR09IsrQaPLGrczcd0HB2PQjZVNtHlGW2OQuMJHPczLZzwa3twsFedh+1X0+93KCxrx9yrcDpe8193ryXJv477uf7ltgHemwYQFhsRxlOzZBkRg5gJxoU5Sajimiz2PoQNPB7olqt6xBeJt/zRDv85xMDgFtWz5+e1jKOyE73EqSdcoLeg/v+2W/AWiE0zyqVtCUJRUqyiA2ELoEJvoVJmzIxUYxZfVXFRM0lN4J7LHtVdMrRKXazWyj1WTL5zmZHOTT8onpzI1o3EtA3od7wWxCBa8Cy0WHjSYg2UXFcduPmv1lLS8qbsmgndbYpOmgvazkWpUA+yuT0Zl7Y02PtDVwqM9zMjnCZ1xJxn+jBF7JGj/CORfQ5aqXN47w3SPeOVIJiUwU5lASECN/o6do8qeiKUyeXrXMTUWDW5OtwO4UtyJyQUqco2GkxMlJW45uyw/L5zmZHEOv8T1uVnoQi3ytEKcrxsVzzqkgFhe+y90Dqqv5kKAVw6IDxRCQI0sIm3jIlf7sSgGD4RpUO0ATYah7V4qjoFH0shaSNeh200/V2JRd+Dwnk6MsvC9g5Dg7qvDcGys/k9d9V+MkYodP7JOv+WXY5pMd3/9IXx+pRKhGCkoz7YC84IGmXYlfstPDMSh5YdtKjse2OeWQVJU8UnQBE+UIVCKg2QYWW60Do3yek8kT6HYw+97uPeVnz36Abn0veGJ5dpET41r4agi9oIpBNyQqgY10ZH9WYWS+xZin8MBiUOA0BSZrjdxlFuqej8J4f/T0fVtB6Wheunyek8mTSPv2KOCJ1IEvEcTnj3wDeDBQPJwRkr/rgkqRAoOqZ2tBMyQrlJmqOt6W4uHVbjHFTEd6ycozCFk86tTyZGG72yrG5zmZPI3Sv+XDKRnORanUW6GTHE5V+d/V5IDQCKhFqAtFI5UjRUQ1OtEMTUqHcj845R8pDuiWaGmjCYl0HSU2OWjnEppkHZR5MEaP0g/y14x9npPJSeDHQvCm8C43oXgD5Ywj+ZP2XY3yGYrEIB5hRykK1lhJjNoKP1IU02Sw53GBDO8rO9RVSFcGkD5P8/VmmdHnOZmcRiz15e7DXrW7Ngk8epmurhJCBbw6rBPaZNYUQDtUQkxSUOCg1+rjTWNHNeEocTlKNHN0g/FSGuSRcRfNWwgH+3wM2f+zz3MyOZFNpID73grZ5TsJ4vd6f6XuZ9wj8r/r1D++CWK5kGZIe0jREgvfiC5hdWHrbTWydNUiUWMPHBrFO7Hicd94GPQ60r2tU3Yr6xa2MfInn+dkcjL4NOBpb4Ug0OabEWJ8mh6/jLIHmdbDJovXKH81A0wlAql3UjMFSIkGgUOT232U+Ryd+qUHtkDObLVxzT10AhypPeM+CmrF9n99npPJOSx3j4dviXew4wAvTOGkgC+a4hyGHblxfa/9JRSKphdRyyzKQlbZV0AVgkP+sTgYRRIKsg5klr4AwSi5GY8he7PRHdgXHqMHNfgv/oj9ZHIm+Ej0QdF5LTWKaU6baVn9VsmLeFqPM8Jx1yp+ACIBzUjFgOqsha0oUWqkyi6DaHUyHPWgesE+n45iKDl1F0c50MLD7dioBRkM6zbu6z15ffDF1yMS6PraiPNqpyaD7/9eLxILqQq1w/LhSsgNl0RHW2kMtQs5157CvigI5ZYVHamknRY9eIEH9a4c7Gaw8rSOf/k0J5PzCQXE7VJP4eoE0Sd0dee1JkSCV4xBKNBQ7xEkms3bOmR4WKs7GZ5juAeGUUGbv4FQOZssmjy4hJ29m7Ap7//4NCeTZ/Dp25Ek8NI597gjPgrfA8+x7/XUzwBa0aCaZE0rZcopnjcFt9VdS08KV5JFws0HcI3gVcpYRnI6H0wvLaCLdWzUCv6a7wFPXghk4T3pAI4XZc8x73Um7orLXV/xHom9JqgTEg6JBpuGHb0t/YktnUUTW0SnuNiPkiPZh01P57oVWL8Y24uA0WM1teYN0IFHa/3DZzmZPJeHL8cUsPYcFZiB0yNPJ2Z8/rQeB+3rr/i9/jFeIJSKlBSpWtaSEaBGCh22HoAGTce7opzR1HwZ70YhxdHhreVtofZEGQ4QhtrNy4l/8UlOJi/guATuoQhRH9edUZ813Zl4bu3lpB0xSMHMAN9Cny8ViQVVo4laIzzoKx1Sl0BjMvmyu/VWHJm9UK54sC0P9pMWD8IdDGHp/bXmYZW+gg75r68+ycnkRTwc+UiMUXeTjkHuKq35yhfWMRsn9KZM/tR+xv6eAN4G1AuQuVjL/lTc11s0skOgZU+O5gbmiEbiYVFteysWaLLmOPbQta5JWLtHPS+AJ6/GZnnqp8KzeyesaOFbv5o4TB8Nt5/M6BQahQngTRE6UYUnKGY0QoDsgBQps2ri5SIO5GLZUUMD+ffQNVIqmAXBcAyDWj8fDfr+mhfAk1fk8dScLaOq7JSRxfmkMJ3F3r2tGjtErwOOx10tloxBo1Cnw48mks3bpQhCln14oEdh9BoJWLiKv0W1AjgaLbdF9qNeSbaOJBzw40F+mt8BmbwyZ2dwu/GvoTMxx4FpUlJVH45bcVrUVQKpqHKSqraXjGrRHtnaBm1N1KSzFTM0Au93pXqBAtNbeynC2Y2OfND789S/yetzmgTuCequITM8NwnEi5HCjl12etKxd1C4Dk91A0AvRCZ9sZGspLi0ZBBBtuCD0fRyGNLjdmkhwVoeUzSjxMbbJo1suY6R9K7IiJn/Td6K8+SiCxzvtGoGDUxRc/swjiN2TV5KV5ROtTshRxQdbhzSxu4dkpeqK53jFJJVUbTMGhhgCANV7G9jbLpLVemc+jd5K87XH+vdkd9Woqg9PW1EVO0Ey+bUb+tN9hFi0bVFpdpduUa/G0TjsytG9JCBYT/FrEW1I+0RUlGonI9JBwdqpb7ffHaTyVtwglYFO0GbLoFVx154p5cDo6csnkSKRtOcJiugmyUgkMzktbFKChwIM3VwtxCYw5Qa3rszVoHd37HNShGSyL/97Z8+ucnkzThNA113iqebz7zdHlT06YHrnLFwyilcOVAPAu2IB+XEts1myY4i5bLftE6VZBQ5NEt/i5bE0Z016daqX4fHQ2oVCevn+fnnyffgJAk8xvPH64qZ2PMkq8AjsnhTWDSgIFYRVmy3xCvkxpYULRpO31D1ViGcLUFETGv0fpvD0PCxjT5OmjuAE81e2bRSx9YH+W+f2WTy1pyhP09yhiJJ+QCbO0nglLbToXqkBuV7q73dBIadVBnJTLOGVo3gRhRTMd5BnVIla2lvOlzVJoBZmuCv3+Y//uQ78iVV6DsDuXzUXauX5Zudk/OBaLhIT9J0PtWcK+zZWyFpo8RFW0V1vc5Na6SorbHB+Tyv57EHW0xHKf3lg09rMvlu/AgNlPIty2Yp+V8cRj2SeZV7AlQQIC3ZgyRob6qGMZKe3lKnq72TOiD6FF1Lr4sjdyB/IEOeos7/mi/+TX4IU2reLVXaJCa1rStR9hhJmv19A5oUFaOVYlbLcFYLaDEGE3CU2sVL/vrpPz6lyeR9EUlc5nFK4mo5gc0nJINuiNMGTnoGCEnpcpMWHkzAYNViN63QpFRKXpjScB9nSme1gIK64kZRhUNh5gePHDZFummg95d/zF8/mrxbqID79Q7J5fo/s9nwKjjgi4Dt44QOmBp4CpKR0KWqL+lL252Deg3xlVQthmMixUojUaxt9K53vFLIoHbn1TCCaKHxt1C/+b2PyRUB6crHXvDxvy53y/IYInjkeyaTw0hFJDNOtKwsdoqapaV4MbJ2qIaINWdSzNbIrNGhLKq7EaTmudn72fPzL/+Yf+km10P/v/mgBNLJpLF8tWTyPJqmjLlXeOhsedsBxpE0FGyfBnt8baQhKQN9/+lpvXak8pr//uXf/5kXvpPrJ6VwryTuOCbnEEICTcmUCxrDlAuwViO2LNagMSEbeopL16oA4dHOJoJKjR5E25MyCjspzV9++tcvv/3fP3+f2jeZTF7C3d3/A5rsMoGgBQlgAAAAAElFTkSuQmCC"/>
  <p:tag name="PPTPRODUCTIVITY_GALLERY_NAME" val="pNLsvxuSnmIRJ08BeB3+Td/A9Ev1hr+Q8rttF3scz1o="/>
  <p:tag name="PPTPRODUCTIVITY_GALLERY_TYPE" val="_who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/f39wAAAAAQSiEhIcV7UpylpUp71jEpMXt7e0pKSsXFxebv5mtrcxAIENbe3s7FzlKMOggIAAAZQlJSSpycnBAZEAghQiEpKc7WzoyUlObm3qWtpWtrYxApAEqE1lpjYzpCQmN7Gd7Ftc5za5zma6Wtzr21vd6tnJSEhHN75jE6MWtzlKWtta3epc57nFpCGVoQGRBCe86Ma86t3mO1WmO1ENalhFohe1ohUhDmaxDmIQAAQrXWxTG1azG1IVpC5lpCrVoQ5loQraV7OqW1OqV7EKW1EKV7Y5Ste95CGYxCGZRCe9Z774wQGd4QGZQQe7VCGZRCUtZ7xbUQGZQQUmPmWmPmEBB75lpSWnuEhEJzxdbva2O1e2O1MRmMraV7vdbOaxlrrQgZSlJSe4SEvYSEnDHmazHmIfetvTpzQt5C5tZCe9Z7OoxC5jrm5oxCrd5CrTrmraXmOowQ5owQrda1Ojp7EN4Q5tYQezq15t4QrTq1rRB7QrVC5tZCUtZ7EBDm5rVCrRDmraXmENa1EBB7ELUQ5tYQUhC15rUQrRC1rWO15mPm5mPmrRB7c2O1rXOEnCkhYylCEBAhYzpKe/fm5oS13r3O5q1772Pme2PmMTF75vf3/1J7c2tzStbmOtbmEBBCtRBC5hAQ5hAQtd7vrTEZjLXv79atYxC1WhC1EAhCIYTm5oTmrTF7c4S1rTFCa2N7xQghUjFCtdbezikhStbm5jFC5jEQ5jEQtfchlPchGZytWkKMrQgZjBC1exC1MffevfdjlPdjGUJrpffea/feIfch1vchWvela/elIdbW5vdj1vdjWiEISjEQCAg6SlJje+bv98WtnDEQKf/39wAIUgAIKff/hObm71JrQve19/c695x7nLXFzubWzkpr7whKAObO72uEa2NSSnuMawgZKVKMSggAIZyllDEpENbO3ntre95rUgAQQtaMUmtrhN7FziEIKTopMSEpMUpr1nt7awAIEPf//xAAACEhMcVrUjopKa2lpQAAAO8MuQE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S49cx7ktilYSqQeptIs2zIdVJGSbgiiaJA4gngt2qL73T6CFYxyAtIDVWD+GvKK3O2n/hHul2lZvu3EA9QRsWSVkGWyYaiybgiGjvCRrL6dkCmeM8X3xmo981ZOsGJU1Z8x4xxcRX4yImI+1ioqKiorjjhH+KioqKo4jJuPJ2I0VFRUVxwvT0XhSKWBFRcUxRWWAFRUVFccLlfZWVFQcV4zWKvGtqKg4noD+q0ufFRUVxxPj8WjixoqKiopjhkmdAldUVFRUVFRUVFRUVFRUVFRUVFRUVFRUVFRUVFRUVFRUVFRUVFRUVFRUVFRUVFRUVFRUVFRUVFRUVFRUVFRUVFRUVFRUVFRUVFRUVFRUVFRUVFRUVFRUVFRUVFRUVFRUVFRUVFRUVFRUVFRUVFRUVFRUVFRUVFRUVFRUVFRUVFRUVFRUVFQca4z8XFFRUXHcUPVfRUVFRUVFRUVFRUVFRUVFRUVFxWFiEn7hqqKiouJZxQhKrlBzU//JEqbcterDioqKpxaFrmsoPsNk2mm9NuD2te1gm3PVhRUVFU8LoNag2kjoVkHXvTuIa+DGioqKiiOLybKKbwldWZVgRUXFM4dFprg2Kx5ICVZFWFFRcTQxW5ttra2NOUFeDnURsKKi4inA7Bnw2M8rLRDGwDmMElZUVFQcFXTtY8xGtxZbPp6KioqKI4PpZLyfaqzyv4qKisPHaG3cWKcbHQZ/qwqxoqLiqCBudtCwtTZaZi9j0r3mV1FRUfF0YDUVRja5yiZJZX9EXTetqHjKgE5rv4jFueJ0Mh7lmu/Yz4KrBqx4hnAkmnNDOyX0OoD87WoGuzADnHCtsZHUsdaBdeGg4pnC4WnA/pRN70V32+nt996PVcI0wdT7COOzoAgPZTepouJo4CgN6KblZuSo1VO73/YS0YxqlZ4+GoMEPsM6Avy2krqKisNCh1LLwL5Z9E94zxnZtGM7I+mrCdgbkEewvCYbTZ5tDYHyLS+UioqK1dDT23IlQzP+ZTWew/LmYAD+NuETwoyuZ+HQNGbnrw/PzDLgeCKGW1FRcQBo9jVTSKaYgsqjwouKypQfb9pbadtjzv0us7Xc4niaVQgYoJsqKioODmNpNx7tTzCNhQvoPLeCjb/Uvl8JLk8TF9NZfbqhFbr5oEpFRUXFfGSKQ1qsfLh3woc8XLvtoYqxFOYxn3F40gQem4mPR4jDfo6F76ypqKg4hsj0WgFpDl9SCyoHJ/zMck80S7eyg63Nrbv+mAPk2YhqKxNxZ6SvWBUVFRVAQZRWxWD515wCW+2Uw0PApuH6ERx17vTpKhAaMijDioqKioPG7Kd7W9qJ2szX7Gx+3fWXoVP75dDnOOsUuKKiYhbmMyVqkSXZIl8JCPXTp6XAz3In11RB/c0AHBHzvBxjJkz1x5xPls15RUXFkcVo7zY2qUWgKMajCf5nRdvpNPueO6qffsXTilA8zVTglOe+34CHRYAZ9Ui3GRqYFWWnKsOKiqcaowVVwGzwbSrc2TVVNOZjB8vqhl3NLlsqELFxiss44WbzXf35frOdF8FEheHjJvnDwql0VQdWVBxfoP+D7YnxJf0AfZHxpX0CUu5WPq5KXfnhlP94wGkwQ3E1XFAYnnjLIjRhnC2jxPtfxoqKiqMLUxXUDwMxJN41Ama1yx3TXs22MJAjTKipCLlqaL8AW8wjpA5ziLayFCV/nWzFK5ZvvLWr0lVUVDwzAA+aTqZQKvgHoFu21iaLPEHL7/oOEJQBd6nu+kFV54uAtoGSKcIu8JnZrYlNdf3lAbag6V8hHoMMWjS0wol321RtWFFx3EDtIM7n2otLbqYJFtomlebT3xFTH0Xex1CFXNs0S1PrI5RUpZ6A9eoGxCiDioqKYwM+OxG1l5YBxbJAmNxuFkAStQpn+mMe+mMswlp8u0URBdifW3BXxVggL2jjM2jxXS6BVlRUHCOgz5tuoCrkNVWfdMR8QHkwLJVJ/x0uiJAP44qCbQUetqdAlK1YSfuglINqxVSXKpps1Wf2zRBaVPQCVVRUPPNgVwcjGuBM6hf5D9fPzDQXCMEFNX2JI4WxqPh6ZihV3njHbRUau15ntyDrQsDFPAYwcSq1uN63NUHqccfXNWORH/O5aI4qKiqeWtiUtamPeO1qwNFSBm0VxklkNgNWHFwVNLJnt58E3YJLnh283Vrs0C/t1AubrY58GS8gpZxjBDWOE/65fWKJMn6kHymgpTcIOdKlxTYvJxUVFU8xvIOzt3N9rED+rEQOKAxOZrv1TQRiFs8bUOlQBerJX02PQQBBBY0EgiRymREX3IqV1eLo9A7eVtwVaLFyg4ZX0p1RuWm6mzRnUKgseKn+Kyoqnjm4mggKIPR4J4W45LYpnaM+oeKTKwjbHAWBqS54HpQbl/0495UqtNhHE92eR97Hf1rrbjzesifIKlNNRMzE0rBouOErgxUrWJOMhnRCkYwMGtHcRboVFRVHFt6x7QSaJOUTWJg4HjWYrgguCCaFNI8AgofBP0LAQD3I+S+utyZbSopeuBSXL7PJSMXqzHNOCt3wHZwm4pMsloiM1NDMTiizKKIpvYGdwFnrOmBFxTMJdHqoGCM/rhFgJSWAiSrsSY1w7mR6kTP1Q/EjMKaZevtK4FmwD1EamWSaNFjq0JWy7ML8RAknbg0odc3Cc63OJLUtrH1hBsUFcwEb/jMvi6Va0Y8zZ788Owz/ufDh8HI4lrgcApw6wwBdXnaJ7igvn8Fhfmq7yI9S6MEst05ATBfduDSWToxYUD77iz1IX+wOqiZvjejqpEInP3p8JTEfn5OSq3HzVhfkcPOA+LXSx0cstMRHxBiiMuJl+DeVA3gqi2F+VhzcDXZTsbg5xdScnBTCMCrI1cJUQvLCpTJU0cKFJ+fPD+1/+GJeYZeH56+EY4n1YQhw9jZCdHnZJbqinF55TLv5qa2cH0+hE7PcegAx3XbjklghsSXks7/YdfpQSlBsoVubXtiaQBtRM1z5angluZGswTNZk+0iALjqp2mImFyPx9EUcQ4miJlUcDwKGsgpmKJANsTYyMLkjGA8ZWhet1BuBpfQEqbBYoZn7kfn+eeE13IBcN4OJmjkNFjSbm42KvpwAdpsODz/ZAiN9lUu+b8Oh2AUcG6RkZeGCqD/Hi+7hKVd4qTZdTmVmO+jB55CJ2a59QBiOunGJbFCYkvIZ4/BrYQMu0pfXTlpP3T9yQCXdo3j9OfD82e844v1mbWInEAa51ypBTrQBf+mzfTH5Hy2S8CCFx4BNaBnhjYjkEa72gNQTXvcRIjYUs4czIYWDMHFT9i4bzol5RgCVyyNlzta7eXhEHMZaLfWgP7FcPgDnjd+NByemnR62SUunG9HeaXDbm9xZUZBZrn1AGL6kRuXxAqJHYR8uiFGldBVdUtCvdt4ma4zqnPliWiukSRfuGvQMgU0BaEb/eAod00tuU3MeBFBoF959hWhWRNwGo+mtkMMW0uuiU7L+chVnDAeDUAAYxrJnVmGDPg8MB15szQOwZ3nFbNQEYEe11KAz8vuAoZct4h4NDxvc7vR1eFwfT8YYFeUP9/7ZBogvXBjC7PcevBo+GTFNcAVEjsI+XSCtCrvgLtoDYzGtj4DCdTteTajZZcfUTJ/DRqRyVL3cQ4c4byK9lBeiZ2akhQ9pFpLJBGeQ3AzMjUlyUxwldDccApBOiE2aYBhpldHUmIObnUwoK0Cxkk9k0a++HwcgvBtOEpMRYCAtAK6BR+ZFCqWRGIP67fPfnn1Ak1ggLCz4+nhWam828Ozp9fWfvhkeMpq+OKLw9PuZW1y4fyXZ4cX6fDSl2evrD3/5OyXioh4afj4yoXh2VMIHVKY/OjLs3QP57Uzp84Or/5JERv79FS3Lp4dnl6/ijn68PFFdDBfH8u8l+nJx8Yw7OzQLpVq/CbK4GYiXSuFsyBtKa+xSJ46c5OiovnxR6fWTw7PXomFCJICfvgE2b3y5dlTcOhyzyXWUVR5ywp54fFHFx6d+ugx/H94USegmcMgn9ONGli//eXZH3z+F9o6Nm5DOn9TJKUs2zUV0FnDYkmZi6quKG0p8r6qsP5+5slwOFSuTiMfiHaoEsBx/fbw8d9GGTdGQrdHJ4dfnvqWV/R+4UVkG9rh21PIP0pDnTAe/Xn45fDkSHu7iGP4jzPgh6O1yxeHjz/68QUtN56+/RHsmQ48rf+Z9iYKJPnRqQtgZtoTyRVMUE4lFGpZMCo9D8J7bCyRELvOplltvp49JZeB3rhISuK7Uha6sYdRHXlEynF6ODyPjsS1KxvKcYQqejQc/hesBheHV9ExTj9+4p349vCqGCD3/U7aoiA3Uk7/f4cvg5CgS4bWinhPXh2+OBxwZcxTcK4wuDq8iiocoXHSSarVnDxVpvLFxtXhE8TPDv6EqRXey/Tk40OQ0yfnmaPL7NR0U6nOfGnpB26WrtdfRApfwZDyGov0EMcnInQp+yHaq39jZpFjRZkt350+++Tijx7D8/BPKlHTPZfYm1+ez4vqiTVlgjJ+NXxyav0JYn1yin2lkcPzkM8TJvAmkqGb1wCUBYzI6XnKjnj+S2QMYRhzKcuOmnJk+XWJw/2v5EhXHkPW5qKqK0p7AeqFEcmmryqsz8M/cRXxwOOZnyOTXoI3EQkcvmNtjb0TGb2IjCMCCvT08Ml3IDeEHKs0Q4zRXPI7AxO8vDiCjmHayD/TRgZphM4ej749C6nCE/KxxVh5pfy5n++YKogPowHQh7IrsBoDo2rlLF5LmuHthunlhVLjgYbmYPqFdWSMe4R2AZ9hvOztCjwCdf7kPIddtBHY2fF33kwvDoc/xNV5Z4CcAmMwlRe2nPPDb4bD6zTjrNZt/swVuLjmvXs4vMDQ3ERmQ4YPRD2kkhuyYyNVNPsvPFV0i9MPEU6dxVJL3i0KpsfOcgrt6dvh8K+I3DeqoQCzUk1+DKtQQiBcD7+8jOzQeJGFJaQJrUzfInXGnrLP4BatcCUUZnBqeB5DhPBDJI6UoJZg1eFuEkP0iKtRVEusLCSKBZMlSD3EYGUOJR+rsC+YNmNXDSDXLBotfETaYLEZsBC9VwdRFlWw/BY1DGfGby4vUtZWdV7ayanzmCGcotZ2kc+oCggH8TBbsoFE7CqWQIX2PeaQUSsWJPpDXr0YhMZgw1OT0cSaDYs2Hn2OMp6ndgNl/DE9weXLy2tbqBLlkAK1QuN3YW18ih7gHf71Lj78donOGKi3wv2MI2gxaOoysTiNdw2bn3wZFLLD/x5rQI/5WCCsAdoZ9OEHaskwXxi+iCMa23fgPL39zZN1XYkBokW9CIN5BAngUWa2zdsb6LJPvoJ3AjZPMJKu0xv6J7gdpkZoqnBGEPQbsEqGhIP1om9SqhPxTPgTS7XUSu+eHnnO7+QDlEtACugSlqlHw/M/IAlgl//LNz/SxCm7Ruv3FFJedZ0fY/YR1dqFL88/eXNtdHH4FZ0uDr9BJtefpFtfEM955Oo0+q71y4b7X1TIKDHmoywqLOkjyWT4c8bzFckhovtbiiLLocsHfVcSOX/1c9lZTs0LcFJZg/2Lp1uyPF/WFIsq/EUxFzXMCBC/ufzlGx6t6lwarObTmBsz9Dc/QuyihJ1VQb5jSSJvSuH8kx8oBZbg2y/PX70sWQ+5C0yV8CbUlImX8bDA/8VsqzTTtTep0MaYIr94e33teWi+L1igK1Pm/PbExX3lPKrdzT8f3kb+WDr38+ZH3yh/L9I+U0MzMUtpzFQojJ1Mr+OumaTXtOpJgxb83D6sZkIse00Cjw/CGiC6CMV5ZfhktPbtN7SDUsHRG8naRY7oNtoSGPOhN9BG0WzXLnDMhxkef4i2ifa/JgIg/FA0CLjIqNXQRB0RHI0aNrB4m+6YwZ2aOM1DOpaqxvgr57/8Ky4sQ8E7rk4NYno/fkKPFphAbk7hZCmsXXkyHDHr/0WvjuLapUA7s7r+51gk58gXEQdOjArm88wD2A6DXdfRZSGgzOTLZJQo8wWJM3fPo28U1XzhxBKrkPD9RFPDy2AlDGbkLYvCfZt8fgi6xLTBYhDfxeF5Dgmjq4EBTlEzdL54EgXNZTkhby1q6uUhxzyhyK/XsHmWC8LDxdK3Iyrz5bUfgisyGeGipsmdVUHkbcjz4SXwnJ86f/5PtrMxQps8fxq9HhoQcTJDyjZKAwY6GSOW26MJQw8mkx+d/OFg4I375eF5ho15ItW8KPNoSvkrfzidTvmWXolkqxd0n6OC+qOw6azYnyHGFB5NIeBqV1zzC5GN10aan/M/BI/RVCwCXwPEBAU6jQBzs8UktCMNx+JiaB9fgWJxtHWwVfqqHLB+5StN3eBBPAcdz1sZIuBCn5bmhK/QrZDc33g4iR6J6QliBq6ymzdTJS2yDUBzit4n8s70GDuyB48WGGCiuEYKnCcx0XVED3BbwpFfGwFhbNQ0BhSJ02J2CUT64Veh6F+tI2nyTaZKzoPJFsoMb+ILBJI3toc8bnW4E4h+SKJRFtUSQyFJr0IhUSxwPp4YKzKJYESWQ2o527Y/fTbUANUXBEB1hyuXDIhoKmJTlo2ainVItGvYYobLSQgZLiZ9yJylffwEpb1K6ZuIYe1oVAW4i3fn9ZPID+J580tRzwkk8ru1LWRNuUAh/6qd3MkYDPL2iK8JhNuYfBJCRsfH1ekp4kJpXhytv+jlHExHKW2IJMvT9CrbPM1jrgNzav8YLeALiD/4gZoF+4JUOtbi9g5eITENlgLQoyFJccIXPfLGGLjJitD2MRGDB4uKBeDchysmwvnht6Q0UAd2xHCs7gaNhmGW1AY9aHjqojozRnvpDS0+qy9icNfin/EZgjasMbRP6RC0P0x8ON5iAGYbO2UszUd8IxApVUYDDmbqFqlNTp0P3p8MP1fsnDvA4xcxP4xKxMdLxXW1bzFtf6LVK+t3nMan65efPKZ+AJnQBoMX6bw0lEloxI6DH0pwYXzKKNLa25YeC7P2Y9AL2hHIlbK/duobZqvlnksMk8WsqHreAeG+Eh2RTL5gsejFVws9QJlDZsNKD9EFiZzmapZJ64pYKACRkBobclmeJl8lDROxpciQP1st6KthKsDTf6aLsuHSZ2mnqAB4On1VEqaIH159wtW2VlWQ+JDEWAq6f/I0pgKxBJAAtNZ0bQoFeEUrZiObxsK0Bem8RL2NSpuMxxD2BoKtjSg0jjoqG/zBzKVQVt8FpB3zJApJM+r+4VUtNPJAP/QLEz9ErL1uxpR0zoJA+spCG6092+y7yWqASsv8FPTTzXDON4Vtx8Rufgw2FYshMkDqNf5h5Lah3I6BoNgS1WloCF453MtZNmvri+AH2tPU6C0gAnG0DW61crP1vC1rXf38ymOM32IfqrYxDJ+XqfrKo9Eic/KdY4zsUKi/Y3rUBms/Gl5Fd7TAzKx0BNP8Suvt58lHeCcF23sgYqOfw+UbbRbbUpbyKicWSWVCLkxCXCNH3lmEy8Y8gJSxywiaNk1xofRH/zjP/F8YftNwV/T4R/Re1DUrqiVG2qNCUjiSCb2ctlHBAuBoWYSV12EUndK+TfFE4foyISo6W4oc/SOT5TpDyukhyBPrCvG7qHJxhBq+/Q1X6E5zV3po3NClL2mctV18iBwCZjyoCkZh8ktVMRCd4VYvUkBtMJ6XrE5HuvGAvE69mYWc6kPAnMbeplZi/j9nhm5zNcxoLDUhhYZy/gAlH5AXgd0xcgj8fNEMBpkZ/lm7yIXl77FpQKbc/wzIymoGUm9SysnUo+O+cMNHMDAjjWABlADfm0D0Z7iihcQAk2azofxbkZFA4GyRjVfmR4DHK2uTH59/curC+mV1gsB9bPQmYPMD1myRAq+unDKvFrOsXhxxx5M0xomdLTQhj1yqsqXJ0nuZnvKDLoiWriXlMk20rTMc8kVghNHLpIjwAirHgExWjj8+P7x9YeOCTTAlIUQVFQd3CZUHX596+OPhRXR79RYBqkpC41Io4kMnLtwHCH8bEuOdN0qTfk9pqdSrQ4wMeIhJ2ohcnIX0stoJOTxV5pCiwylK5AnjC9K6eN7voSS9Y1+5wsWvUA4UDpQ2lL4pNU1lf4D8Sj3F+LXKCxfUvWXDpe/ScN05+isZ1yluykb5EawKhIUaI8ea/Bh+QjxS4ai/7yB34zFctBqgJ0Gs5qQAaSA7nCjbUAsTlPVz6geWZgMHkeiTF0+PMHh1pa0o3DzZuHq+KPTG22wqSsafx+vGqrsP8cXPEZBEeACGtJjMUxcFmFrgfuY3wgIbB4Sp4VrRA2cPa1dFQNZuc/HXhnJb4NP4Soao7QFe2SgjyOMGlIWZQXHQNjM+QwReMf4HF/88BRIUTPPUSXz9be3Cl2SXlnZIFUMyfCOPtgbIrF55LJ5Bj4g3pGcraBYYebVlI5TqRS1jMc2XTp5ix0UvNU50OV5jGpg2X5VXp0mIDpFfGX4FN9AKrfsp+3/WrqeEwvMYTAQMWf1UQPa1QObxoRO/mLun6CUxKyo4ihWVMdqWKbx8yQU3ywd9+uliikJTYJPgBWXUfU1/JNGBC3tOfbV2fHH4IuzBMSF9Z7BMALGF0k8wQY1FJRDaEuMKXZI48uuqxbJhu8BcmUNptWKcRD6C/LR3wkhP/5fsodfDciQ4GuLh9oWlQGcywC+4Eqg8TiH/v3rXfxOjFuNCxLcHgzc5K6G6oNAY37cUGkK/CHVIfX8Z9dNqBo+fnB+dvigzUmX+ngzXB5OR/Fj+YM99m6YmoW6K2FuuBRpntA8p8I2FvMVZDo31vXChx0AykAbKQ+WAC8PZA/vCKd3ZjHHdhnIc0WfYgi6sjf6MCcIXRley6kcTfps+wDX8noS4opXtAvtw/XJMAREhdsyHZI/2PrwyWXvzyZPHUIigRUjbUt1AJyaNQU4uomLBMeF0GnOTK6O1l+Qj8RFxGUSOLIMzqEhAKtUPkcw3CIBTTNaunwz1UDNTYPHYuLhpyiKJ8oh/8VnUTECaHeouYqWEonlIA+KhZypI5Q7ZyN0LiVlR1y8WRYUYH0smtl6gu9xCWXVCDlMUYLxJPunGzSeML+XUFKBEglk1ppso71eSJaOBKL4AqVQe87ZAkE0xMT7fkmqYZYBLlg1Pw0oLQxI5FEmSH6tieEG3nFDBEA8lcNYp4gkLwGSAumEAJYB8Yq1OWGfD0xOK90cDrghiQgzmg5yxNJcRF1INhSCFLtNmnl7iC5B4S+N1FB8U9aHJRXdPn2b+np8wf08eMuI2sj7QhdnO/FZnF7jHTRYnNU+NN+Jd0QNRZP4hJ6we/ocEooKMsDunbdFyTi4riMAA2Q+HX+IfpAQtBXZ2tF2z4Te3tZpFukLfDnACeDEfaJRgBmg0zg/CDiLbpwxcRRPkgVe+KMa2jbTPa+8vpCq74W1tU7LlopG7E7Si3PRMiugQYIxTpBVMUu7sMCoV8V8hGUDpS0PwSgtbloLySoI7/gcXvLxIcjuV9kYRFTiSjC+Kc6mMljcHciV3UAvRPl6bmIWR3YyL6Jn3VFSVAIDyQOYeD4cfDc//AE0ZlhSVyxbdFlmIOYi5n+KENEINGAOcQEPJ49WQv1gOXkeZuCxvq2vmUiMmvm8gWYf4jeTBJ+N/kdvU4Z6A08OvdBtBil7PtvDGYgJFucgd148eS7wCsmkgk3xkKhZclTv7oaS8D1B+7TYYs7x6em2gPWF2e95damBpqB4FhIppZ83Ab6lUPDRH//+1NviRG5EPxbwcFmFf2TTKgYT4oLJWM2XB3fHy5kDSXLhTr6m8tNFOsVsIYLHxovLA+QgMEERHy8QkeMb9cKQLCBBa60UwNtABsA8t6Dku6A0d8IhOcEorR85S2LSMPWhX0oJwLAeMD/JhYozEZmT48xazrQHCL/cJL14WLRqxA744smzRu/YQFWvBR2yVEGHQWQgrBJs4/aJbq7t6+t7NkTs0spG2JXmDmhUPBAnBrEijq4gNdOnyNzEqJMtuf/vnvNuNOHVeK24BiOckYod3Xwk7BXPmjtKZxG6j+V5+EfojFfU8M0L9hdBfWWooBAvpzMhETAaNvHsOnyCLo7h8mkkEOVWmwW+cPzFxFpwUDck8YXomk7B/LDnGohIX+FRLs4ZVYkYGeiUXZNPSOIWsqbQQMcJ5A8iqQkrYGxt6KfqpZYrxTOOzMWhDL+FEfglk75qBArxIPcYWJKJ2aoSIwJSkWHG5Ds2w5eWkiPO0169qW8zN8m/5YAdAC6EZ+ebWiOIF76JrjkX0SjNMA22tGh4JUUEsBfG+rojgFTSSr6LYwizZllFFIO0f1yGuOdmoiAwQzQp9zp42MioRlnTQAK9+iysugaGxlQxQgS+gTV2ZoklqJ9H4wTfhLrEsyOmLw6tPnPYhrK3FERdug+pYNgKNeOSpkhZhbkSyZNkCnqf352UM6dltisoPvLFTOgtBmsOr3nP+hP54yqIQ3ka0p3TD8drpr84/+VGW1+vw+hfEysUwzP3UI1/KotoAI/4L1yNNw115XLxREfGcQW8c3mbmiYY7JDa8epI9nB4uZwKmtJ9cpGAuQI1EmaiQiDUjghD6V1dCDr8iiSkZoNbogBFy+vOUUwAVzQQNkGWQCUKGRz9yqREQh/LLp0c8/h9J4izJV173sX6gba86dXmbIjcRW7pXplqpunL1m2Bv07ggERQnpHBbu8AswVdPfvQQtqHq6GF6ZfjND1BAe3iD+gPxjs+oNKRRIEGnEcGLWhUsC3QFGjU0gywfyt+LkPAYgJ+rp86gHhBPXnGORVTgMtC7apzLUQP6xou900F2JZR+ZJGt3FAjRmpop4qKvcMVuw2S9DkaRFr6MM993xBzymdcDwpQgF2lpU5kh+7okh06phfQbEGaiejQEL/dpq1ZvmIP6FzCmwW+nsWi1c2FMG8xkoYaCgkvhS5VZshJG/3xhQjM+cg+U9dOTVHJOitgemkraSGO8tCfakXFangeEziwj0dgmuK5vIstEqwOcM9xlvv+IeT0q/NaTzsQXH7cLQ2+4plLaraWH8HO7nyxibiwlQFeA0U0DEzVscPrGmCf5/IZOFK7+4s4wXrqy2lrU+NKwSco34DPYnC5bTIZQJkih+42C+2UYBXW7IB+TQxPZID4MUkG0FSWuo2rgogn24oJBp2Zr0x2SQDQhUhcOcisKyr2BHGX4PypwdoGV5do6AHcudzV676vCDnFdPpgusEG7xYvb6mLwOx3TGVSPPYQ9UapQEqlFKFbfcM2sWBvU5ZJ14BpC2meVgSO0Rj5AGFSVuhdQcz7CBGOJlxi0wdHeJUesZiNLDkwXS7O+cFVaFcsyAT5H7VdtIkI5M/uji4Q0zJD6WwTd7nYTYUVFXuIt7Wmfl4743xy9JsZBI/uh0UANR0FQFUPigCitH10mLwm78i+vua9s9nBgVa/Nc1pb5OJWlRPk5BaBlgwqtBkF+CpgIXy9fJ+lfZNDXwWF8oPcQZ2yij1kupFYYwOhSV506KkO7QAT3xdvykt+VJeaFKugniS5JpR+XVeBATiIqBLuD/xioqVcJo710/sTuGLXw1/MEu/weupw9J/a2ufX+SWc7inef9x8UmfNLS6hq5IjcDHtrzDhu7b0Ukb9/OGEJgCX2THlqv0Q1z9Iywm6NqgO9qQg8dGBKKFoFRVvLR/3rNnH+QQsiBzQOZH33x3Cy8nfG1LNxlDShYvncgDlR6sQgEsebiEbLqNXN1vE3SThnfV2062oqLiAAFNADVgPRuqjGyKs0tzZEdVHy/ufDPl4TAX39tA8KlWzmjO2Z/F6NY8dgFeCq0QwwcLhKWHZgSLM0DkDJGSQnIRURht+UpfTATJKbPJwjJi11oONJgqpeRCmSxOuwj6E4gGp5QUFgLLX3SrqKg4eKA34zeGFkG3dK3gJx7FmIpOKvoiA/+pfJw1DqYjLifa+pqoWg7jTziYNukAtEOZEK4sJc1X8cesuKXvscCX3lpj/hJw3bQiRvpSB0qbUz5EjqT5Waag87a4+peIndJW/mBlXwmR7gIS+XODTuFl/U0ZuAVyjoT4WTnZ6VhR0UBtGPuPLbIZaSZ1Rh5gYXwGB8zTxP0aFCt1XJmsoqCR4J2fMx9DB0pL5LA44T/ypwayxTTB/JkVWNeAmYEd/qRrXP2tbcE0sMXB+WAEKIt5NW2nKB1RBTIr5IoxQ1BW+hQnoIdCeNYRCMGjBRByl0rkruaZR02k8zAVFRkwAqeWWbFvEOsyQYfNBC4KsueiBmy5K++mJHskSLpgCL+xdwQNJd4kVZqHEBgnQRaXtEIGpBS9EKHulVJsC0wgZ5DIDTdEcGSkIUwvQqMKWeA+R66lAKaAE9KAKTE4isaix1FMMEOIzvUe/UUOaCeCnjQFdsDI3NAm81VRYRA5qdhHUJclAmTTWNnwiJ8ona0KRpjnEAQGqAKoEVhQUzVZHGGETZErmIctgcoOes3cUzS0Z9SKgjNQ+YPqxRm0jH8giMh9rlx64Ho7AtoagTzhACeBSDAjh/QkVcUDA5ArpoDttmq6kJQzQVFGo6+eZkWtqIiYoG3WprGfUF9siJiTWDd652/qDMA4Ev5hsJ9IoTnxmAGuky16olk2Fh8YoV0KiiJLKCd54lfOy3gVZpemmBFI4fj+anjJ4uiCopKJGWWc0GLtEqoUOICs5gWCX8+F50X8MULRmAfl0aMtROLhAfcSyGvwXVHhyAfYij2HZq5JxqFjxilhcMgrIXZS8rWwzme+3ZuPWSA6utuEnZ8LgqYbeIzaJrt5r1AjNCclJyCypB6SCVCM8K/ChEW6foifug7aSkrWiFkogdQeTTgUjBaaPOQjBs0yBmQXqXQpgtJ7oH+0Mj9FXBUVFfuG0IO9f4cjORHNk1w9+dngXRU6ImdpwY/YDmiS3EeB+yTakxsDoG1kay4M0lIEzrQQqW9SREB3Oe0baS2QG7Vy6IbljyaWlWfAlDfyDBvwVZ61CmoFzDhgMmWJIGe+Ckoke/o1//kThZHIBhWZvFVUVBwMGnc7B9XDJT8zZUh6zjp3okER0HhQGqROuuLKWU6daOsksK2dyCMRDn4UmLrEYmEI45likzBA+8EQoxVsk8Y2XmBSRH2AO3PIAMxNjIgWBHW2EqQv6sHgYGfegsgwZQbsOr0xxjwzFxCxfRguRANkfNLscY2ffJixoqJin0GWBFLC7oae6r1uQiomq4YOyXgPX4CScZgA8jIyM+vp6uT0ZLxNoRFMoVpBQbXIu+yPzNHPHhfBGSnVXztdB7QelA1V0KDv7Q0OxIMj2ald6pgyJR2eXcU1aJyVKSuNSpTlxuSThQx5z4ObwUXpJ7rDyCsGdmMIXVFRsQ9AB1MH1CFcQIeYumqqv9CNRergaB3VAwnq+CRxoZNTWZnWpJFnpsKA5iODHsblf0gmj1ggE6OjOcO16YHv66MCFBeMzLaEYuA/DVkuYqQOU5COoK0I5J7btoA8MFzu6ucYJOpKs4nurng9FnMwla1VT9imlYeKioq9BxXRCHTJF/lC3yTlglPW/yPUm7nWljtmtFBIrtq8D68ANFoEv+R2RQQG2NAyKJRWBpyszZzZwlmrfzCI2HZDEfBlVEVMulCaCk8fuhLfS9rQaGoWEsZc1SYjiy5DfLOO5cv/szCEEkCWgztgoSsqKvYDpEqpjyU2RKbSJn8G3g4yyvlQGwV1AvwSJ/yow8gFlW7ewekL+kIxG1VqxmK3T8OtdGiCz4Igl3OVh8WfvCneZijlE7lFls3CbOKVCcKWCwIKvSuaTB805lnPVgo92TwOXRjHtsDHFA9u3bq1U/7X3zK/5t/836z//fkd1l86+cW2ruOl//kv/CeH3Cma8dve0c+u9BfN2260lMLBjVny+ttmNH6BHy78z6Pr/OV//mv+h1+K0P8Ki3TQX8yxDO5TB16GK7vs+Isl8byng/6jRfsPP6UW/R6Ff8/c9s6OK6qKioqnHfPX3PZwVa4u8FVUHCZG01Yn5HX2JugW9I6YBZDdOAh03hnXxKxk57muCL0KIY8YE/TOdCgp7UtE1w5vC8xTFcqDdnrvTL2iomI/0H55clibU09sdFEqv8FgkS462prwNTABHg9D5steJbiKlhKFv+Q1ZkqYLpKDFjoDIS3fmHbA3J1D+BpxsyggDxTRX7iIqd5gDSHmJUrgB1AqKioOAOz61ACFbrDtzdJOcOq3SP+UH74DK3jm2v+WrM2mpXbZ88P2h5BMIz067Bc94MZKqcgWA4OMkXAKyYRS2gXor8cpYI6zA+XksyXdZerWoSup/IqKij5Q9+mRC5ykCe1/3NMz7RmG+J7nWYjaJLwpQHHjkm94MYs2uK084WtcTCvhZ8pEL2yeDbDNLd4/yI1lt1oUzCBD+iXAHPbFog1Z193JTzF6+HkuuKfsxiZ6HLpvaKyoqFgFuj+t1af87r0W4wq9r/FSgi5kQeOzv9aleS9dfy+eSLcqMDPB15rSNLfbgx5GP/Pve2nAFHOuN6Vus+smKBpkKk/JVOJSHE2iQLJaUWyF7C7FUglUVFTMQLzhLe/r6JRBl+QMJS1LOQ2cgWzqnB7T1V2DpFYh9o6+nMUck0MoN/Ui035EL63qhin6IgxjyB5iawKp0XsjHV2lwzzoOyaUiU7tMG6RSUnvtelYN6ioqFgB/PytOjkPobebOgjgQxjkX/mXdud278wDe6xfiu0UiqqNfHdB9Aph59O/MstA4zIive0hh1E/hMmCIcacETYBJ3iGp4I3zpdMBEVhWptikdW4ufDn2QmRUvFJ+S2eSkVFRR9iP1JH9E7Ik+sIUBProVwSzDtdg/g0kPghg4M3pm7N53NnIkVMk76y0amGGouI5RWcvQQt8OE4N2ZQbBRCCsZHWOLaZUIeOD7LwRyGcjEE/zsynVlNucrqZr0kzN3yx0MAZKcVj7LYyldFRcVyYO/25b+B80B2L1hYZ6ZbVAjwHOZo8NtQPyWio7QQU4mxzEXUOG5YYMOVaOhIKO6W3ojoYIDZDDiGUwyz0uYkH+E8w/AJv7xgEJzdvnu2GjjfWJlB2BSAhjgbjuII13YCwpdFKioqVgP6pnptYh0l/5jE93WGzhaYYO6rgbhc57sD9DrDewPo+VwkpAKAUgD/xNl1QM/rXAzl87f2npglYN4tCo/IyjGLrmqGbAKUX9NaCM4TbekJp0IF0q0gf3Rl7hmHhxCcceuQYHHJcoFd+IqKih6oK5HESA0S6IDeL70j8qNCRKQhcAA7YWf16zaCkzNLgmSnP0AJD84Q0HdgOekdq7juVUe8+cXTQ2qjedPsJpwuBjHYySwbCigC+RxpgkwRMWtGoX0rBgfSOEcRB9RkkJEBri4smPDz9IlwH5KOHkuKbF8eiKmoOB5QH7X+pMcaQEXIRoJdOPmroEkNuX3L1y9HD20EZhNYoMK6HSKBssi6dwecPiZPkU8CvakiAEkVfPJECunWC0JlAvJyh6Jk6TeROBrJ6SQsfPJkyjMWPJh4+2PXxjIiCgGQnsfjKLltgRl5q6iomAF0sgG0mXVN/kv/2SQsdTjORemLE9NgBdrT0YUd1iPTwhkN4Yq7D2X0HUCKoF6J2qSo5gGzcyjymbnrg39OM4aTIfC0zpkoCgbXtNCIkqVUjfsh51kgUG0yUy4LdBWJkfFsTikqwNJR9C1eW2fBFUcXPqofXSB75BDs4TxB66hDef9Ux+M6XD7RmmyR9vSUy1a2bCpoQFRBczJY+3HjBmzRL4WPancRUPctLXEqXKl5IOkw5DvF1RcnPFgIBafocBWiQEly8gqdODNvcKN24yjEU+7VlLPy4/GlbA58TbCi4uiB7xiObfVIQbkyRYMcoreh46EDG5/AJUmYHUqEHp2xnQwIAPc8DMwehOqAukYXM1D6Md6zOLr8z1t+JLvyYCnryngM11GLzCSsSZmDYzCkYNSsHEGoY/NhoQN0ZPJBgLmgUrYYk511CfAuzoqKowgRhKPZPJkrLufZib2P1AyXg8EgarlkCAjXXWpdzK3BDeHNdajI0FxhkDOF5Tii2Mrg5z3cuJdAmvER46xYEEvKSDvjkJacY0grJq70Y8HpiPJspQ3pLJZWjFJp/J/yoMVCnZsITFLhPUydB1ccSaCVz6c8hwDlCdqZsyfPIjXXiNqPRiGRjIDUI7tKBf3U5F/0RavAW7q7dA769JtndOEmAmbttO4ZQuRIcjLFWICckgkiq3w9CylbKiaz5UYDPbNkeiNEKFzKHEy8QLAyYPLRAp1ieRkmyqERMTGykYZXyIKsKiqOGnIyc5QwRe/RLWwAskjeJfsEWZSWWVHIbNwYwDiyOSNh0YOu+ApbD6XJAd9x5a2cCyPmse2g7A2yvPBRE76yUGts2UQVMkpX8B+DWHnCZRYTRYYshlwiSkoqX9LMGG2zLIpHPil8utqGFJGlEY3Zm3HqQmBFxcLwjVjrPmEZP+/3RYcLyLQRaVq86c4BzRFnegaPNnKnvnfe5aBn/aB5GpwLVoPlNeACaUrTmsK3zVsHg2YlQnkVl17eF4md5cfVj17+YD9eUaWSUMJ3VvisWKWULT6LEC4es51iECIGA2GXM2Ms46qoqJgBcAtM3dCVt9C3rI8FgKMU3c1Q9i/SmrJPkgCKMUW4Mfnzvj0TZJEIwvgbvnkTSecjvLPAQG7sB/OtEpm6CyVFxhE2ZV8ltGIasRM/Q4YYwFNh+WU9YCHE9lAgevdkBPfchFlngoYkcJRFLtisflA+OWsOXFRIRUVFJ9Bj+DyFrSHxWn0r0ZJkSrBOKKMjLdQBY95Gx5letnAfnlON3mwavBCMNDURH8pbAijMvGS1FKDUNFcN+ZUY8J8xXebKfrTiPYcWziSmA29fnELruh/a4D9OZRWXVhkd0QCUGbUrRUpPpaOsA1ST+NUngysqFgJX/NW5ecHOlHWdsqcZ2nY5/4OKcPKEjh68toKUHOYIAZnm9jJ3mMnWbGnNtTWPGdcl7UsXLNCU4rOiOzBRJ5mM3mCQUFwgYxd9QEZp3dY9OhRvaQW0BikkiISX5McVFccS4CfcBVHf0tvoErNq9Syg1f3Q2ZI3zlhD52XfzuiQEgiIqrEThdd9A7LQzoXTNf5xeQ5mHEN+VI5s1S4CE1y94EsecYDukS/ovoLfhRsM4RIj4bJrzEf0XKYJ0Evw1syCtC8RYyf5rBywomIm0KHU97zfoAtn73WmjkpXjg7mxuUvh02kQ3ekmd3f3fO4Zum/Sc6DDhwTvuMas2t7GhoWXOOLBaQBxM8uHFwB1BpggGSgf6fCujR3XeoQlRaMo6gO0yJlkFDyRmghEShtg99kz2XMBV7SXVFxfMFOxw7DWV8wpxM6T3vLoKNHJYbjnXhc6C8ukslQaI1ZPZPsyY2HAzBiZgDcT8/zbtnug0CDpq0GLnVS+/Gk8unoJZXm1LM/8m9SQQRwlo/8YeFsF93TSo4xcdm4N/uMXgRZpJnySPOF2YqKigKgCOgg48nUH8i1HmVH2XAJrEDjkkheQgdO0zEzJAWZkPXSNjr87xs68sH1M95iuMVdFpSOtwWGRUAFSKpKdwtCyzn9iwdEQXteWhJQqLBnHLhyk58cMBY3dfuSBJHyKCsLBGPGOYmwcBEjheJtVmBFRYXDlZA+qYN+Yle+S8rOBOsw3zK0tRYs4nQw9Mb8vS088C45XWVo2xwtQMUhh/xBF3oJI8ejidf8F/NzCdDSb8zh0iFs3UFyCFLxkgdpuUzd1lYQnHcnfeiugHzrILtsLg5TUMxFuKMu6oqKw4E6Bmdn6JroMtZrcNQbnnWRdSWi3ZNsw8NMhvI9AzKD+zRDHnVeYsyXTNC4XSgTrMWqeK0SY96qH7QM7cTBuOuRicVMIQabDeMqSKD9KVHeLhjEGRCCuwsvzYoZdccsTLTMnCsqKppApxHdGGXbDhllyBVVRjYSAucYWTfGFee/0SddeQGdqmvHUSYlzshAWwEWcBy/XyzwFplgAXeyWz0obKyQI4K4n3yYNzNiGLDBAWWXDaa49rrZqAsjwpJjcvBcBVDIFjmF6UsOqkEPkrzD9SiLu6JiV7A50ypgOPYc9R51WahCEpTQs6AEsrijbQbXiX6nC1HuOib+UaxFpTtBjh7COEBeB8WCqSxnuW7pmGx5ofBvRlsHZGUE7uxB7Ip+fE0h3fySySAZoyPllYs8cW35gWvMFNSvnXU0uE6UZxJZv6qoeMaA/tTonguC3Qi93ZibR0EyOAj9nV0naSqzK1+9EpwjQ/JXd9oFYRM+IQ+6Wo4PBsim5RS8LuzuNjSgbpVMgBAwVYaf/NlmmtyXx6g4pFVxojMsIHAR8BQwi4KPJUYoFx4hATaZfPIRFJ50NOvSb1aRFRXPEMA4Vmvb7Cwh4IAXWR/y7jmJn+sNCiDrVIATv4zb5TRPyK7ThnJcIDvaQKG5tgf2BKVVFswVjgAdSfZnFFAytZmuZDUw/ebAeDOFrINNGB3oJRdiPKNqU+i8omlbaOEk3BTefIcYMs8VFc8OxFDcvDhCEON/MXzoRX4OLCJ0nrwzA0gZqizTZuWWMVBOvQKDKWnkEQZZFwuPOWTBvlgUNwDwpZ9IoLzJq5b4hIxnw0WM3d4jo0iCUBOhi3HLECuBsZuRkTD2eMlYGNyr1Y6p9nC9+kpJRcVRRiIUy4Ad0u/mHQzCPmTeBeEYVgATuYjuAokPD37JntZAo9fRL/z4JuqRA/LaoySoxy3TUaOnQUc02SignuagVCgqerAJrsJIxrTzNMyT6UhTlCHqBPdq4kJFxzTlGdaZhek7C9GMSeuHud+KimcGgWcsA935xzcXIzB6pvpGztZMNxq17FEKSJhdHpM03TNMi5IkCUmnyo0shjF2+IxYdU1zJeg2Zjf3w+a2RaaznWE3kSRqpzdY4T+ot0idEVGuiJQ0Du4cBwbPUmLUjNAtHYgVdiFeQgXJYw8hmADsy/AVFccW7Ap8+x97Jo405OoPEHdjZ8pZRwmoDl+FAl+kKuQmAN+gErqtUqGPtK+shbKxwvXGe6D9lIWIaqcPfNoDJ2QeRy9KJq/AkMlsYWuXjJd22hbCL4xSZi1/dsljhF+CrslgE2WH3kmTwT457Gkb0navW4fgVsR55ayoOAJYgJHsAQbTgfNA9RZXZRHMAylPmZfSE+lf5m6dDEFgC1WAEzdJwgwdRydH8LClYHLtQofSpdduz7sDc0PtbVc9GoIFolMmJNNjBsrJTXay/IevlZAA8uyS4IH/phE9lrS4SgtqMZ4RPqUCUKhu4sHUY5HnrckgDUBAo1rLq4qKo4iize8HdHMbTqFnAp5m1kHGIjRF72qCvmNmc3qCOTEX+yaTyYCskATKHpm1OJPu6O6QrUSN2MzMy4qwfezmHm8DyLPROhE8QyGaWKLgbGMBLI0SFgU1N5Bu2MFoPyB4QQitKMCWVuZoQDJxxIEbjApkXtyjNvQTSO4VJ736SkVFxXEGZ2XsXegN1iGsSzYgYtTkhQWkRfnmZwXPfTJsUI2NGLZ4Rwnv57DtkK6UO6EdgLJv7wXI7XBq3ufXAP1IBSdvifURsRyZOw/4RwppoKG8yep0aXbihdR5uiL0WQ+RR6WRpyNFxqSN5hkvDTTPPdJPBsuR57bYN66oOI5gF8C/nwoUXQe0hs+A5X4Kd1yog2uBr6RQZEQtlWBAnHCFGvTrIspe0Fczs3sCcktGPEvT282QHA1c4QAkhRmigyTixugHBtjZxZSaMRAy2cg+qT8CXuRmQbKCBzVps2k6y1HjWKR3neMZAfe6F1xRwS4Ydxj59mMzlYDqA1Hreo+LA/bqhXTPVp2Igd+/q82VrMdxWg3+wkjFhXAoe34f4B3R7EPfZXYYrS1K9kH8iT5pgH83ZYiXisczypm1TUFhraD80RGGKYvOUFBmYaMkwQI2EgFSNrkeGNLxVIJjGcw90VEqcmZJKyqecag/QD95J8Gpo0eAs/hDICIvXUA8xkcYvOUnxRm4laa84lG+oOa6ryf6AtoUXcTj0liEAVJc0lqiVpMRKayFikiXpm4QG36lL9tJNsn4l9NNAgwidZiD3lBo1YHFKeTZVOysHu4G5w64ykckc/JIcJFFV1FxzKC1NPSC0Gca/U4Av0GX501tMAea0QDd1JfZBc3Qgq0x0hFxKDKceRmXDRelgB7NPsAILub6XszOZJzvaSyQaJoEELZuKCJA5LwtKHPj3FWXxtkkh7AKKJsE2Jia9INQTG9BAVFHTHBciJF+PIi8Wxi3gffOMlZUHAOoL9gmI/7ZJ0oqAzZBfoN/V3zs6WYqkYVq9acQpXVKXHjfCz71EOuis999hrQ8CmuC6dEN2S5xk/sZKDI32lmS1UXDO8cWUmfYmg4E4AuyaIpjZDfR8CDNawjJEMqKomdSyY/sPNlkC4uUt4qK4wh+/BLqj/up6AbW5YouRX3HPh4XudJuRhvex/KulwPW1KKxHydvti+Ka+oAj+WwQE7FArO8/CR8QJGtSLwglpY89JaWrHB2gje3VZAQSrKnF/7DmT44ILkxh98tyUPUlSF2wc2tBUkDVC1PHOyis+U+7tBXVBwrqOVPfbtQR1yn3uHTQfAKLnLJjh0mekiwDkQ3kZDQuwWPJehXeIGu45fBg70MHZEeCvxOHxRaJs+WlS9DsBfpIqzICEXV6ZIzuDAUwq1x8giC5HCJf0kIRlo2CSDQ1qoW0oGEdMUD3UsnIOTVIUty1boVXHE8Ye1eHxOLRMY6CXhJtKABrILmvGO3AH++oNXlC73Rdjfd1eKTiWmTA9JdNm3MSrfAimwG6Xo4e7EVb90eDZItkWXNxQEdY5Y84h+Jw4X8L9/rjlHoSRiD7PzmR4EPeZDXJW6X1JeDRbPM4T/G7zHRRHvudpjVCOIMCHHJhQcGCJZc1pVDRcWxglp9vtoe9gobVAGwDt+2N5g14zFTzj1oTNqAfVJ+3Ard3raX4a0nciCFnwf6XNx3hJ5LMeJGLTXhSyFgYdS4C2F4KCabLApEBKciC9lFKqKLspCoE8eBSbtFARUPD3rmNyTMs70JsJVZ5MdNPPMiElbZRDMMrcB7hnI+UFFxdKC5T+gGDq5guTEDmU1SkN1gMG/sKQoYaMcNXr1nhr2QiYYOF7gUMdZsfHddEd18lQicuTEzE3BA3ZYICpiXuIg25N+X21AikF8E70w7lZAe7Qdw3VXxJx4YxKH4GnBtFtw9ErueMqIsmWCMfBgny6jiz3wKJO5Nu71Dp0wqKg4Z7BPcAon9QQ21Z7wWQepryR4eIWMvCl6DXUZnJoyLBt7/5+pP18ZjWsRH6M5VF9IccnEgQ1Sc2pEFiyNP4jXy1lfkKCc92KxlP5bL7JpIkcRVPPnkXDkUTQ6SC5MdkRWnYPIUZKs8pqxpsk2tH9yJLCPZACOT388pBG9wyOfsFRXHAuwQvmoH4Aoqrq8fcILY4xas81sErduREqGTU82hu+o2P+knrvrJigYHAkzj0xAHC+7auom5giK2l6iIjqkgLfheCc4Iaz8ySNm1keJQ/FZElBzBWH63IMwnxUOrPO0kKW2j4x+utAye8uop69GYbYRl0xI2KFeFn4qKZxto7ewC00hK/P6W0CcSjKj10pssgrwHkWfYMxI6gLIE4kEbci6dgXwCiF83A9xPQEeHsol9MYuYi09ZZHGyDnCebIaxFg0lpKSjGkj2MSEdEcSlF6f+7gHCKcVZXLGu4JGSKwawhHQhZxYlgqJXSC1LyCZzrag4JkAPgCayLmBfkABaLAYEzilO08UR+1rZi9Bl+WAC1UOIgH2aujT+3OO8xcX9Rf7ws1QZpTLgaiTVdosTe94z2yx8H6KH5FMRMyjEoDqwLXBKmXGrPpAQXYTMKF8mPMQX6iV3B8yWlviHvizj8nyA5xLIAg1zi1FR8WxgMgUH4DKTdQCyFxma3QgqQFyN/wWLSIiWIQYHWIp3KHT1yAP1Q1fkvLiRFMkfQxx0N0SG3ERNwNU/llRvh4VTeEdsgErAab1fo3iuRWYh+vAy+7VHglMivrSDc3AKQmwIf6r9JEYTmKL7C/D9FVawEuNg5CQfgGLXlpQtmAYBlElUVDy7sH7h3Q59x7tAZiB4k4obReRa9BAIVokGeRCnHOZOlYcI+NAvLWDGFY1+sPOhINIhwPMHG9hRFwb1EuGElsuGoZx2mo3gKZcgN14cdEZl6Nq9pmilBEvp4EruUnKWj5Adh1tyN9sCy3+YcePS4s+OZLt2WVHxbIPtnN2bBCDRAiHrAuQ66DPgPPTBc9kLheA/RUNyxKD4VwQp/mBoUCiDGIljnAjR/iPnViRJUBrkqLRF/hvZDEWCKKgd6cMc5qDTVxa3Ga3U5rcIMRmViwT0riCsEdVKIx+qKzqYUGPF8fkbjx/hPQz3vd2mouJ4AG0/9qIc7BO2BylmJLrjzC+nSk0gWOxkHpw8CUE5h1T3MkcAtsa14IlqT0+AGFWBXfJ3UMhYGbM2mGwZPWUOwfRSqQd6yhcGOsk2CzoHIZJMhCoyNa2KzGR8wVF+JJ8EVkOeGF3D3Nv8yxgxQOxSfsE+RRcyzbOMNDB1eCkTrah4BqH+wgmPmQqwk9nMTBTNiJy4Dny3e4c5KCILJd8ywPsE1IJmAHYWK3ob4wkBAdkDpgKJ4PlgkGWF09oBN2qQPGylu0PxbVbMu+i0vEYGCJsOVmzlbyBYZiLM0jWka/nKnU0J+xsECalKXDHelm8A2g/qL3FqmLJs2forZgBGBxUBV2kLTxUVzy7IZdTuiWgA0JHQ67lryD5h/cF92mtcOkEPDBnZkp2bO8e4QpzwbImPofNA/wZkK67+fCnwAGfAFIWbWGju2GgDmznTVjBX/czHmAVkDpFHFNBst0SgCrQsCJdM5hSTjQjSk6/yvj4HM5DZMxf6Rc/BJzdxcg2YRS4wj4yJYekS6joNQ7tDzpwrKo4OvLWn1ln0Q1zw87IFSwvsJWmzsETnHuQR2qEZpwWkFmG34gV7BWxNCQZXj0yGTs2X4t0HZN8jkUpD0ZV7Uj3Lm0gt8g0myCJu2YfWoBejKhJ5CqAxOGQwz0krFGECoh29JfcYSlZF5ZEKMtd5QEeu/YBmnlhYlpWxWX179HLdJRBprqgrKo4K2F8mZD3ePstmitbPDqD+EDx4j0i9MGop86GepBUzgp3IeqP44Dh45guwRF/oFQ7eY2HSRWSALTBZ/hdoWawOZMZik1x4bUt8yEpIRRQQOoYvO2Ae4S5ppFyIGgYobBPu7lICuouQRSOJaq4rEy/S7ZqhNvi4CnKWReZeoP74y7Rg8BOrHmlBp8N/SLQ7SyuBY0aHFCoqDhdid2AfpAzsBw0eYlbsCOzzgDZAtLKX9zE7WViwCHp1Z9rJ6AFwCYXJnzotnRWbORVAX20TQEQSO2xElpVdI5ULOaTZyFCRCLeFoXwG1Bg8wY/dw2ISMHRSugwuTx3LkCUsXaolnrnI6FUBZHmyjCMWVWf0EV5hwylw7huIfiJdpHcWxi8AbjZnlyuDse5FPBUVewuSMPYpdI6uLkjCYSrPmq9NVnHMh/OgptjBxD+I0NxtXR0BQ78KvhUF/XJ2NFJ8/JcvoyuAxVWAK2/NvlwskO0OnAEzstHEvl3Xsa1h72Lmz9giWBf8yFuZLytVH+QYA5QhC0hy8Ewv3MvtU5aoJIiZ0kG+kh9J0tYAgZgO5W+1Ch0JA/4QHrY8heA6zcja4uiSY0XF4ULMxaZ83SwMLlJ5ofXCkwhb3idCGDihq4aXi5Qx6ZZnBIe1prdIEx6sJ+smYsVoulGdEhh0EEDml1GUgF3TamV40cijbHGNz77IKoBPwzCT8KEywRc9WLiGX0qkD/LpzoVAW1CkPpL4m7O7oarhAZ6MXosAQvdNBlMu5hI4IseMhrxMfyqriDgrAyFkxepytVlR8SwCLX4kAsO+ZYqwBEkCe4o6K/sFAhhtaIJ9iCf3meJSdzLHqLmk88wPdSLjNb1J5UaS07hpLYL26MqdOVgF0gIFlDGxIP1k4w9IO/g8MwFn+IPzhNvXAVEAAdQk3WCRXXP7qJGhLKLiCH5bUomAXHXgeMN3uo7AQbeoy/SPHIcjbHEW3TXCG2HONBmTpLlVpoqKZwHsVWRUTlPQc8pup94rOuHQXXAttcT3pHg3SuHdJA0BZ14yHFQFV810KS9MncqE5piOFE7aXEkgj/FVrX0CckLNwczZjxqnkAvKgwwiJxINp+P8rEnMfSxEAsXThizNt6u2DLDI06TvkX0Eqe3XQO+msaGcmScXcIAmuWZwwB3S94sAFkmDknlEGBSxiKii4hkBmjn6rvqBg80/7xLSX5GekB3EHuPLbr6Xq8jyLudG2Gpj0twdYhQWDykGrkxDEnwWhFM2KsEsSID0X4dm3DMYAyqEQL0Srk0eNmFEMfCDRKZSyaEEo7aGhp8OFiUrCTeJOEMjgB47QTaKnOWAf6sKLlF6NeaaF2Zdmahx6MgSoyf7hafcsRRHRcWzANEaahtfHAodmF3bmz+7XLAmoprSUpNO8gmjosj6iUVJR3ilGQbRPzrBnh2Qy2cAQ8Pa4iYnka1UYAt7y/6QZF48QbzOzQaW0kySDLMvg9QC8+vS0pFRRpscUagJIZkyOaEdXvlCJH5ZwiTJ2uBwwhl8IIqpLLSQpR0aU98AjIbQotymR0D4VGljvVdUPDtg84aSsYbOg040sXOr1XM1KdhmUFcME9eIopcoFN0tIlxHfUa1irAxXvhiTLpGxwO1ZLj9pHmzUfZ2ysIUgDJtmk8Sgu0WCXTwrzLoEmXrWqmj0NwomFzwX6Yo8EahEhyMGhE0MR4NBpQbvG0ln6goNyGLSi9cAO1U9EQO3aCwVckMLr8VFc8OyCU43Mssm0ZnEJ/go66ONLNDR0bvKKZtoS9HMEpZcGFeHVD0j33LCRQPcgi54KqfCCCty7w4DqMbOgmmNPhTbsfQDVAUHBu42hbyqpvuRK1oUNmaQBRuIlAe+y0CygzqyK86IdamkQPZynwy525khXpFWgYbETIGFNIYpEqLM/5D+IqKZwNUMhzb2Q2MdLXW1kTUghmcMFyA/jSpCK7KnoRoZcEJFPpf/lXaMZWimIX9cGBmAufz6VszMwCzesAwBmSUlSbPOVyo+SiQTCXBNJoO1gZywNGtG4hiVIHstwik/pRkG87xmDFPNVu6NSggeCnXfG1b2zNYJB/GHo5TsjDOyJLpsqLimQApAUb6wFNEF5pNnBTNuxO1HxQTTdJmnBqZiwFBi2vEaOyOUTMaiyu7q4zRmT1PsjKKiI7K2DzhDMztgfdC5c5+LLFpc8lBW9JkwuYRQJFwBPkzIhuIVgcQh06Ka16Z+MCdicky49Y5AjmP2pEeW6nDiqEjO/X7AqXhAuhBX8aPCXkBFaKi4tkBqMB0im6Cps1G3mzhYZlLZp7Z/cQxaO29I8AcAkRVkg/5R0en+tPSVvRqLnREch2Ur4GuvdJ9hraw+ZMkQn7Njfkp9BfKwUVBKBi4jAYuvE5AFUHypk57vJFKknZyoxwVpBpg6h3e5RVnuJoFxOkMLsIUIj9uTPkX9Zf5DBHQPcQmv7YwW1HxTAAdis+wataLnmGkq+gxsIgsYoSZE78N6ayg3WO5aGQm8hR+GrdkKtSl8hBUH88egu+XkqHolsFjgU7LhcDFrJUgBRXDSl/h55dAUDNMYExRTjgHRk4XUBgidW2mBgXKdVC44pALm0mXco3wpdrk2lR/4qs4MmrmVgieYw5MnSNHCI2Dx2bl96+KVFQ8A+AjTmjW7KlcbEPXtdVuOunANg9T7ClaBIMFKYl7zAAmw5McnTk2fZE2aZkP/dCcGFswuBUgK7NfHkg29uoSRXa0DObmucjzYgVDIlFarqB4Te23NSIbkwokKZ6TiKQV7xCE4pMA8S+HphCUdBB1CzYJTnqvq5bEseGDUTNrKQX3DD1KO1tsQHE0NsHNIutJuaJif9DXmXcPxmtxY0qqhTlyDVlo80FunHZZFxHtSbyHnTTrPGQx6HhQkTJ4WNj4EwQ6uS5QHGSd8UrRUjN69DgFDVki5119QCEWoSmrPuFqBVQhQc94xeU55GzAWykHU1qgnNR/OI0pGA/ZCYsIx8j3EN6F1lFcJo0TfNl1BzI6GcLzlr4Csjdam5Kw2gGs9mREnTBDMOCf9mHNsKLiQIA2un9NzhQev3dr3MEUV2AAMkIpmRO7ZamUaBW4iJgJ/0lbZIPeLJNpsgnX3t0FUZqqC0pQHnjFf/PTDXhcQBigKouIbDpzfa4X5F8oeSBXuByQJummO9E20jkZoDkkDl52/vIrPYztY00E+aAbDXHjPZwjssvwfXbAHpxjhTYk4t5Re7mD37fo9cayqTpsEIYJ7SXo5oqKg4DxgX0Am7a3fX/wjG0+diMnUfTh788km2j0IobQ5iS1HUiM0xM5sPfjLFvSGu4gI3icNkoFRmJCS6UefqaQm7AlrFYuSoiduXkGEMuciLqgQlqJUhqMJ+SXpeQ/9BnsxQ7Nyg5mtiOEwQM8yEtXiZXDrDiMzAwNlpuX2CRvcG+tuEPRlRs3B2/IC4CDLnmg1jPGDNsQtKLiAIButD8aEDGjXSNqcgk1ahEZS8sbuV3MnyvyJg0SGb+EBToqrmAHW3eLHQfxad1RnE/J8oiL/NcNUscWm2liUYGRcy3cm0lhGbNKQiIm7ZDBY4I1IoUH6iQR6ziCMeM0N0IGkqiK6ABdgxPNZurxTHC4cSMpntCkkhEckYzhERaredUxpMZKCxYLy6yiYrfAkO9j/h5DBMXbt1gCWBdbNv+NAsgPENt7NDSB/sl8pi5mnMWsyW7IeeQQCSB0HBWf3mkQNB6c4q8PE66xpYR2hdTv54OvYTEyh8RJ57I8BFKmI6+M7dHo72xgOlGYvtyQIBIt6XXmxwToTvTqZ113gxnQGYHdI9Ns5xn2qvXikZ4UAk6w56Vai5uyaCqOFZbpMXuGRm/ZK6CLWktuqBOu5AWjpz23wbf4i0iPaA0MyV4RQSPws79uJGDWnNcUof1mQKntBaBJF45JS3RMOcgsCykT7M0GpdG8ko3FlxZow+/1UkTjjt1nxiyBUGY651CaSe3Tc7fHDF4wHsgvaabRz0TMguJlCpYADp6X5IMHTdcFZH9m2hXPKtgGypWXpxbqGWrpMAV2YYhXY++9fl14KmEczy9wySmb1spkF/QoAZNfaHKoKW3UePKYfPTAyNVeABlcOCZIBZ7zlFOBgyG4ki3RM0xRlYMMUoBI0QhgkhZB7erGVuEoR52Cg9HPstLacHeERU3EymtGDgdX6TQzIfyymJmQmSb2ORF6bkVScUxQ0pynGmIh/jRo6HsGZwI02cm7pBPGLiBIwUhwkV2P4pTPz1R6MEbFR3s9ISebqDP6MCaZ2htkXX02EotKMBsw3JidpKN8uS8LBD2DWS41IiybOx658KivcnDnhMmsxVe7mLDD3LYPlmONYUh4xJsS9RiOIyravOZYTM2xacXokxPBGM2mzGLF8QCX42K7eaphfYcHtOSyMcPJLGL30uWMcmvXtXRGF43Bo4GQntNklz0JP33zw37BajfgxH4/ENhsDtlk7IrwCYKdsrLAK3dRBlO/+bwlLzcYihqJCjFt/JpwG4oyg6lkEUUDK8i34SPMzFlNGY+VlHaeRxjFZHFpEc4YCiueaWA6kY2hTzHQgNHMbZpWwLo5e06auFpHN3MJRAH+0KQshhhzPgM2Paf9Dym9pPZ4kNVukfiYoytzy6OrlE6dchmGxFt+OS0GFeaf2GFkxUIz0zkr82SYSkjQ95Uh/DKaAFmTcaZsYETCz3dQBM821HJDG0dP1Ldu9IR5CSN+KZ6KY4S8rT+90AoVeyQ1UVEmb9YiBbGJ09DV3qkTyCo6yFEvkB6HEG6OmtKjyos/WOwOIIDlkwpd+V4F1B0tDWiKo1Re7qcpETFTbQpL9bWezGjlM2mqLF2auAPtNsoT/jsGZSOLWi0M2dOCZ4hMFwYIrMgt1SvCoXDBC4MwPtrATsktXuUVFUcMbLzsSmjNZTuOV8XqFfuNG3NoS5SLRkvoP6k5xUhI68Ecf3uAvYmlDRKl1vudJaTya3FBcE2vFDaFRXetAGYCBsorIahASNkMAJih/+xaow/vym4kF9QeVwtz1gdsedj0iXR4LYKbPaKUIa9cWsgyGioqnjqg5bLB+0J8avtZi+bKkBujxxKcUblxOYD7QGOAReDHeHVpvxaWT6FLF3fZLQsUtqVKYMsCNKM3YbV8ahdYFI5X5dQ10bQCFkfOPGFmLrLKMbLWyhk8mB844Sejw5QlchBXFIvcKjV5ETOUSeEtPgcL4caKiqcLpHdcx9Y0LJs+ZS3a2YphFJb2M/DpBTeugNSXTAum2VaJFXVsgb3rp3pio4wO+Wsu38myI1kKGpZQP3x0OBcpJMlHgf0qh5hdIWnmANdl7AhM+5awFCW85wQRJn8+OMqckaUILTUc0EDYCFTiFB75ZnCWupVeRcVTAGu34VmBiOySyz/TNPVKncM7AllFWycuAbsPxliQtoGfDkCRsOh+RfjdfSXkoylezjjBAjX48G2BMRZIEmb4bmtSgFotTniJzFgA+WowPcGykZFIrnqElNySp5S2KTxda5xM2Yr1RFtUXl9WKiqOMpxAmAaLHSNvzWjy1gGs5/FovWCyNeJ8uINsrAp2qtjD9h6dvGoX4PpbcRdikxIaKJ4O+y1pDS2uReINr1QmE26LdEpVS35ungl4K3zmtDrtU3HUGfmypdvpFNOWwfKimTln3GYrf4pTjSALU1Hx1ICNF3/Z1Bco+ArMPtjTmuxhohcskf2gj3V+InMOFH1jt1FAVPtIANl/3bg34AQ0j1EicXMGlrO0lpLTn+0vJVeSqamIJUK1BQR06thONHKXIdqj4rnJa2Y75jkNmlK5CQ4hsK7dzPFz4XxVVBwVxPlUThZaOii68TZfKD0tI/m7irtJz0LIu5ow8nnwPmGpyNGzg5boh8rvZmLC1z+3QSEX9vw8GxOYckUPkQSJk2TxtYSw4dJgZ34LXjcHsXqbyCLhPoqbWsfgbcoiuBX/rdBmYWBe8+uKiqcB7HFot9YFvAEX7ZgrWJlCxCVZDtib7j5rvoZuYSC91g1rTLenv+4NuN7mxr2CuFqECaUDsC1KZqFgpcWz6MS3SOuFCeKB3VFJ+ouiL0OR9QFpBLNzltHkKSukGaMTvKMRmWgzXxUV+42SfKwEaT+24KzVZ8Y1vbQkJ05iJ+QVu1EllgI6u84J433lf8Sex08Nkwus9RJnB4hznjZlKMlzywMq0CsSWo/6jx9+kxq02imgDV43L4IeDggNGO2j0XLo+VTSaB8x295W/Ailh0wiJNzlhQm1s1tRsW/YfXPbMgLnnMK6QR6r8YRkA62H/g5b/txu70BVcFSA0tlvHjIqBcDcPW9FVJm/yRa0WBHQAmn9T19Rl6jb8mCw5URfJhMxyDRbWlXk2ZSxFb5MqST79MGGwHLBrDt5djMqVlQcONRex1zN0yVRNPkm4B+URz+32Uug77vpCGDRrlzesicBubmB3F63EPIXk3FXHPmqwCl8DKBRmvtEply5brgw+G5uNwJ5qbJPhQRlmDmDIlpyWWg32kmhodZ5xST4CsPyTRAVFUca3lx9amONv2zAat3e7AE4ivvtB/07HMzqr7myMLD8bowohCHXnmXRbM7JUcTEmC3RmYF+mAzO0j5FJsi3cFxu3z1ngMUiaDZbR1Z05tGN8MgvP+dw9es5NXAxGCe5UF2nMlZUHHXEHoA2bI270X55GTuBUT97zMAt97q5l53rYLDbFKMwpDSAXvWUpaR1POgznHkfkiAaZfSO82X4jk6GkFCmNXMYDfMLwCsHdWYGIY9wknw7Twz/BNyayfgtj+7DLujNmTtvASoSq6g4yvD+ZURQjb1s8cY3aBJbUdNGGPhftpU3e1I39DldNx8ICkK0KrJNWTdBQOR3MufIyybeSOIVyBdAg56pcD2C/0xwrAC77JhkY+QQm8yS8PSpYRPK+4wyrmrKULPYEIfXeAIiYlxBwdsJfqwIdE3avKLiyCP00dDQm6M3nUn6nEPIN+8ACzMj7QAuiEbU3XDic4DIH8K1/m2/frQKEsSTyY+8LqNXBijKzCY9kJtpKKqPAU68w5KqKI8Bk2bGrzRaU1PmIfzcMoCE3Y1CI043AWOuCeIX7Trv6QbiIyp2or4WofXcxdJUVBxp+G14ohvqI6npyiSyl/gJewOZoDXzYLOXIMvcwzgX4Km9yfX04q4YE4UL9zVqo1YUL2Fi35DzKyBt5mYckLoQP/gTEUtsjJ5hy3sD29vA/hZG/nAIqUgxKSe67ERRTBd+LI3lJQOvmHKpUWWtInBHZEZiFRVHBznZAmtAm86aNdfr0cngnrMT9alJnIjtAxB1o3PtCqt1xpiDvJifXrp088bNG/a7dOnTPOq4DRwCgEsZG/NrwC1yK3JAJaWVQFnJTDHwLj2oL/y5NTwgESlEnPNoCMWsTEDj0czZ8Ih3Eypd+elGiohtQPlTFgCGC+k7eMnYQqgQM/LFQjAAI3DbioojC3SQMFirNQ/yp4HJGtALQnMXeEGKsdoQv1KgQ0LSCYbRpddvPGd4VT/hxs1LYYYYZRJm03anpKwn08mAysgkh0OmHTgntpBwCxISwxusDXR2uVlYPRgiaohr2QcEvSpbxqXEdeCy6gxktSl/jNmtLI3kDsCLXYdgWdxMB2lSdbtNRcURRkY7JnwAYxr1H1owx3J2v0RB2KrZv9Fly873jGPjUlB+SfclJfi6qRxXMrHnTybcVBWhsjmpyB9dYMqUBvST0zP6MpZI2ethOJ0NUioMp28II50Gq3MmGQGWzgSZ2Lzqyrkk42Tl68J5YBEcZjjSPbwBx11xxaYS8pnFWVExG59eev3mzU9u3lzheGnD41gBnP9a67UZbWqz6Km8mKpZq0/IlmaO8GZ3CEgz9h7McV4B40s3/yVNF5jfq8EUVOAl+ILyMknGDGhNjsqHSgiEbMsER8BK8nPGJ8UHkK+RrdH7aIu8EdZ2b4nevMMXB1K/cIuYl6Ua9ThdG0U0rzuQMgaj9oe9MIiTp1KqdIc1fsHWPTF9lIhMV+aKisUwSvxiBfzrZt48lwOX29RUbYz3lkzeAaAT2HYkzHLHPx3YO1ZPcrfIp4/dYN72Ln+XXM0FbRfOAi7wu4lchXlsRpbE5cagd0bpchoGlSgZh++3BY6Gk4WiBcoQC0veDd0E7adPaNIJPJARGxTGjFkyiyIFDjN4izhGH0ALKkXaZ25uTBlAeZfPRcUxxYb0n/WlFX6YhK1MAr3Xqu1GHhDaLlehIuARs2H0DjGNw2rd+X70LOxV/iavU74uZhP3z2jCQVaG/4P9PQjPToRIWSCGGWgtQihCRxuuFlpVwDv0B+euKGhWI+YI73pMmHGTBzJ+8kWlE+tyBTClLJ+IiylnSiyLm5ZyTZZZoWFmNhFFaV1R0YNP2bFuXloV6qIrasBMk4Wl9rzVm/5jM0Zng1c1aJ7Q+2jcQyzaV9J6ZDfMFTpkTzrfp0bNg/pzwPR3nn/GiuPv787gOBXOsudMriEq2XGpD4eUTzJF06GoCKODtnZHO5zpAgyM/VH3aCGQjyBbhOZzZWip0M3MOR8J8QVAgztuxXbCoob9ngDzpBYSQ1RUzMQEXenGp36xCjb+hU7o5uWgt3ECOAYGk/WCfEdYOx8yqZ9MfeZWoOAQyyFLdG/Qkb3lMeLan+k9HSPvy/gf+eBzN32X9eaNjUzdGf/LBUpQ0XBrAtFD5Fk+ocTM8wC6jcMNQ8sq6CG9HRD0D5d8iaK+IGJJ0J+iMua2AkjZQiSMxkilXRHRqNVHR1ZWHW108izsojlUHCeQwe1G/43XNsBBbvjVUvAGrA6l1tpgEboKzZjLP5jXgGrwsYL2C1vgL3WIpTF/ZW8p8HXKuwWZucAz2R7xs6j6aDDzqzegLhji9ef+RRLoIH9zYw5oQFu74zzX7QTNe8me9BoYKiGxu4LMwkgXHEYDe3kPd13x47MskCEnx+ZzIZDYOxQL59O6Qt6peWU2pOXALIGYMyup9CeLR+WOPDWaU8Wzh93X8CV0oN3oP+LT1eIIzZ9ajQXJR3zAhvC8E4gk+HK82STYF25XhO6cOGK49O+5kstBSzE/Mz/33Cce5CbMr8eSuFZsQLzKiRqkWXjRDrB4Hi4Goorm34GocYF4Sc+oCd0eFcOZKQ9bpoUWRIOlsXoVNRWYzhFp6SG3jnmzuicRVgysT2rBsnhHEOtvf3x39l/6Ff8B9z7PpVSxPG5oE3GXQM9bhQJ63aHVsqe1GyvdwzRYfjmws/tG2wxtTkgs2DyW6LQLYpftckRiHnWfGXj7S1KHMBktfFW3wQBjLcfeCGWRrFqw9TxSPcD3ghO0FIfKkDsOZJG5F9E/UivYJn7FDRFOiUEKlxVlU1161CSpTBg1LdVKj1k+kDn9EBq2yid+yjZ1ogqA3yTcKHhUcf3+HzbPbZ7z33J47OeXPa7jiV1X8CVMoLpVxzLgOmI2+VoMYfjnalNJwWRvjt7JNOxb34WxawWwS+OsooQapOSQMMG4RO2mZT+yPVw467tBK5kE2m54lm/IIQxFPbR2tAXfQXmVNIsQgZIlOZheO5Z7IT+kjhS/cofJlOqPGhAWzfhmArG1hjImD23GNHgebY34/DL/10a8o1uW4Q9lAekk37N0UWbYkvmJA/YNi0cEH96G+nv/3OYfzm1uwpRg1/4n3Sj9uJP+d2Szw/PbHtuxxFLNrQvgbq/j9PmjR5cf2b/Zt/F/wu1zN7cA7rE0BfT+qQlwuxzSdVEXYWjf8tGdvw4CuFcgvXHjrtCpfBaF3Zg0D0EN3tDAAMEwFCwDIeyQKgAFk9/AJ8LlZgMtYOsGk3oGjBCkZtCAQVLaEEGVMIgsFkfHWgbAOuCPTNCtgLHt+RartYlAmjXD4WS2/KBJV/RHBtep5/6w+T7//gBF+D50Gv9d7Znuw+/OJlTeNm0KFWiGnXfXPbrjiGUbXBNfoPuwFd+7tb19i3+3bu180C3QBzu3bt1zcwtTdLzO7jYD5p/LTo0eSIQmbCdxEeuI6DL57YF7DSjjvek0y0ojxyVTZIH6PQdm5+xPl/gnDdQ18bovga3pKirAnk/liTq5MAkYRZr8koDOow/98+TWgNswOXJARWKzXxUYg9kKTbJD3pY0osyShz7kqYhfs2MzycAlTJ7kiwuStDyyeBkqjdrP9BwPNG+ewxHqEP93Ns/dObd5x11p1p90Ia7P7cDDuZ3nPbrjiN1UMFssCKBWAF/e3t7Z3tnc3t7cvnVnp5Po3d3e3u5n258Yk1wCrvUwZAcmkaDtRMCGcw7r+JcNs92eNvWh6CwLAZnZGwa4fNIRG/lSn6lAQYawHezKkIdPPbWHunrVK6K1vhcAeTpRcvAKVrl380PSDTWayyMEpjayJQmAigone0Z42TbZsaEPiGBaNmNu/chDgEie2VguUXkoB/IHM9Xx4m3lEPA2iB9V2fubnAi///7HuqBuk4KDduOFqUAZ8McDnMD8NnHA9c65Xlry7GMXfVVj5QgdRvcw34Pm24QOPKfjZle0D6Af+0XNjeCl2poRLbGJwEZS01ab9m6F9k8b90MEf6sXvh97RQB3kbnRDe3/BvrnyCfFzgdxpIkjmASmPRDgC8UC/cFzG+BFTSeRPSN2AbQywucWAp8v5tqiZORuNCM+WHNCu0K5u1SgssNYLT5mxN59UFBVYsrZdwQVs/KlH9So2x9JvKylPqi/P0jjvfuxTlKGZIPSee/rd4f/+gsnGqgO/3juzjWP7jii2RoWh3jX//Pcq7Z098tz4H8P7j54cHeTGrBL0d2Fjxnrreigy22DqGmqm5J6oK2DW8gB8CbNO/4w/NtFB3Kt2A0SAjcuivmRzkJMbbWaYXBI0hQfjz/DFUgfjKR+kf5lutGexFZA98E7kiC2WYILtCkC/qVkMhjvSpVCcGPCjYCZB6xB3SKNP9gsK3An+zpG6AEWEblYH16VRfSY5OParBQDPSkkQ2n6nOX3qAEKUPPfMA02pWd/0G1igtB279+XuovKD3+Gc5v333jjwRuveXT7jOW70gFg5SyxNOMxZsCmte6B9t2Vaes+JsL3ZSzxYGd7BgPkutUyc2D1Nc43uZ7OUmT9zycwGMhFTMyyhUVWmxCl9gMPEJ6pVbi5BbkJ3WYMrxNQcK77dLoRdjxEwg0QKZRXbwbAj6AdW+uDUG3lZpR0nbO8AM16o9zF0UzzQPfZUuAKwmaQUs/yUjb8NydLqdTRdhFChoziLPYKpjtAKVfI0EGBa4BR6YEIyuBLgnfF+zgNPvfxx9KEuLC/x9B877/x4IO3XnjllReA/+7R7TPGfV/bP0z0tvK5EPECvbAbmO+B9z2Qae0RmN6OGQs8mM0A2f3cuBCYczVV/Euu1HY804h/kIkRX1Q3o/3Ov8uLG55gJ7tZB1pKwmRAHmDVfscNEMIUHZUc/2/cuHHz9U8uXbr0yc2bN3Eh2xs3L6X9qpFug6Y1psRx2awT1I5dcoXGg4MZoWrgB3GUEcFLvkZg3vnxEB4oZ75epnPvZR48Uk+NqcpG0ox5YKNVmiFPdI5Ml5b49yqANc72O6J4G1rvD1R4mvRqxc9P566bdiTp49Yv2J4pP2DzjQf/4y1TfS+88N4rr/z0YBhg1j+PEHahk9GouHBnF29j3msMcG1tB+aOjeAH52YyQN4KaA1Pl3MQ6JuWfzisY5gvOYst/c2ib7Ho/SmK5+6KAywnX+QkJNagNIvi039FpSfcuPHJ/wNepmmiTWqnCbl4xpcs5HOv/o5cDqn3ZYDKrevGIyDScHnpoIDRgyFcyQsOPK+k/gJAJHnCxCAkq1KEpmFqkeXzTCj5UNBwRp3Tl7wgRJ8cDh+YApPbifPpT5f8u3N97Tq3PkT7cG3aj+b7JH5Qey+88ArPL7zy1kExQLSGONYcGTz082oA2/CnQO5tbwYGuLYDNshB5cP/fGfn1s47H/ue8N3tbWOAnz8AZBUNBAjIv+G0YIOjJCfcNwRrCIQkiNdarl241Wz0p8g6695mXBTe9RZF9C7DkoG1AUwdxgN136WNPO+BnoFm8ShNMw33umwwCFcAb4j1wuYSyX3gTjlIqLj20AGuDCsEooCZfiL9MoAkjhKjhneUER6CyqWGWqjOuhF2URipReOpey7CJkuguDpE9WgnFYInSEF91p17UY68BwiQPFN+7//BSCAvxQN37n9MF9sAduV358779z/grBfqD6rvPdI/qcGDUYAclNx4hLC7qoPO8vdYvQ3tFhXg9rntR2tr13lnDLFpFPvBzjljgK9BLdocGedbMhBBmy4kJXEL+FVXItvg2emszL5GNXbtpcYuE93Nn8PG+yMHDk1L8HMvhaaxAJVfq25TwXkOzia7SeSMX3ABkDbP3ZQ2ghZo6CTSNt7v2IVIAaM7bMzgYi5vL+RKLeNnEjw4hVsZahDSpjF9P+s6WxK2RiPb4CWeza8VfO6I3COJA4DvAovz6eDLgPzpn/yPFv+L3O/9NzjxFevDXzi898r/PiAGuOLaxv5idwwQneZXZrp3Lq4BfrgJzbfO0znQQv7ZhPgB7MUAH0Evmt6DIa0Wjl5d/GEQNeMRJzzUbzZge4s22HhPofs5diu6NIai8mpPMafvzEDRMxeAdlC5kAox3vjki65OGRkg1VdqjFRMenSEOvDGDYqT/v5Nr4YZTXmX8ygoMUHUqLDJgFpQKjEtrQvqMRyPxeMPgLrlMuuUvNRWA91hGRQ1b5zN9W0SolpJSFpNIGbEg8dY9IE8ZJYv5YGfEMNRw9vOAMX+3v2OdKGpQ1ODmvP+LynDO+//j9//lPoPfz+F5iP54z+14H/fxULY045dKUDMmsJ7/N6GrvM1wHtkgGtrH+vWaMx7cakbjR7AIAYIBUgPQDQQ43/3RcAFwObLSjP/oalreNdFY1JimtF88ZGDYk4bSOI+YCSyFGB5WrSIy9YM9yy5jvrcjU963i6b8rLVUF+jf9MLUokbG/5YyIBXHC0QrLGVTnaH+Uxhl2CMj4H8mhSPWpRTa9k0dCef0oX+hiV+qz58VkSpBNLzPkHknJM3V3SZrTK0GosKyID48d2FRxMvS80573v/gV1QJ3ImTN5nepA08ANMe4GfcuYr5gcDz7g8KAZ4JLErBXiJfMFwD4rujUcEb4ne/nht7R1Qv2vTta3f8Jp04+7OpjNA3ixNw9q5nAGu/R/P/WvRF0OHJi2EFo0m66N1b+fUIhGaexE+ocd6QXREC5WT2ylXCybSVzO9wUEBUSGv6y7mTgT9A4x0m1yA0z8QQL0YxnjRJb41+gbZGX7O6hxSn33PibgzX41ll7CwSPgn7WLHBD6mzXeoIgCfzOjEHKmVslfhspXGCOYCp6x5jO12AbdRJDQrKwJrcE7ih4a3eR8gKV82C+aP+x68FZr0D+rvzvsf/G/jfjxQ97n5Bag/4L8ncRw77FIBxnuX38ZEd+fW9i1OakHrXlv7kOt/mNfQYDTvwfb2uV/SAAa408EA+SBCiG4BqCGXiwoYze09Bw2KIb/yyoEdKrC76+6ymXfwBNKekJWYpQVbW2fNZPE1gXJNblzqLpkwyjRSNgPe4OeC4wIg3wxo+ktPyr26gRR5c0uDAsKLvVixCwhCVZNx3yAHt2xFR63EqullWv3FNuTq3AuQQ2nLxJzrrCNgBgwNMsiRXpAjHK0gMB1RDfgyVJy0XpgK62e3QOtA9zvnHnDf9wWyv1d4Jgd8L2yA4A8M0IRyHLHitzgMvm9LgAFy6c/+dzDlfbS5fc7YHe34ipgH0JE+BQ4MEDoyY4BpT3kOWF3hvwA5hk5ZC8+BANAT0IA9fXdXayH+HEOBOOvrydAMdCpAdMVE41qY4TLZ+NXGxqe/Gv1Kwfn4zGTyq19dusQ7AgN+Zk8BWwp+O+HrRt7wYzQOqKMmKcxhZS6DGBhQ54ablwnTXxegXQcglDG3fujrdMGLafo8Deo3XSrrsnKEMGZvblCnY+1ya3EEojqqt8KAAVLt4Z/Kjmde3rcJMJ9+4+ld3u/sq3/8093P+FEFcie4MsCVgc4TFOjb4HLc88DB1NyjW9BuctoB4fs1zmkNEF42aVjjBokMAvrcYp8GYSstWnGALef1MRM2bE5nqAE7oMUgw+zO1oOumVLxkunOVHvROTSRQS0ZzadQcjee+9e/P2ffBg4InE/zXh0AvtnRyBpvipEVyBp1XUP/wJORuS6IZTVDENAxZtkMHHhZRFGFoK581bRf9SGLweIuogxyYyV1xwRnlpVG6GNburCIcDUv8UMC1wAD9TO+h9+5a+/SBtoP5O/O5gNtdHDtjzNfEUAdpAtFB//3cVaAu2KA6B/WRHQf4PbmAz0MfE+tJTFAcMNbxgCzXWBzKnaBtansppmgkutpkaQS/QuAnJGTRPU9ApJmYAs2+HJutFQzYtCZqXQzwIxSzsfGpRuvPvfvpsh0iCivCD4zfBMC8Gc5+Dwd8Opzl5AgeafFGAHL/nxAX/LQkgeidrtmKRq0DIGTO5QSElui3O6z4V8ckXUEOpc5pVzKsKWMUFvSk95QzQAFnTw6eDvpPdFAHMj+gHAH4P0PtOmLP3FAN0onkv298sJbuHitVVPHBx/6eRVs/Cvdt0IGGJ4EEcAAN9NCnxQgeF9ggP6sXLkGSIVKFTUP3pA7oG6j1t3VXsn8jOY1+kYTi86E50QzC/ODdg9NvlbVgYb95NObUGF/N13nyiz9hHRlNp+Qaxk3swnwqz/7+3OfdueUmtiNbZDQtUgdkOya9BF8MffOXMR0oQxBSnHoSTBl0DyEkJZC2OLHFUyqfXjLChUzIrsJ1zth9PKJCCLQkbyFLTFAmwS/r90PakNuANN858Fbr/yU89/3XnmLK4DUfoEGcir8Folg3QVeFRvhVTBA9iyw4RHmws4Az22LAd6FwXeBwyZI3A42ZFPqWUBDzhpwDvWRfh2hcLrVbDb4BLAb52BRfx1Apy4JZInxw+Winmp/2wHqJw0WVBsQDYIrPoOZ7K0I6PGIRs+TmHXfUl+LkOn2O66kkRwaaXOXALkGcyO8MbxA82I09IYTQjXerN8Ni9392SbNNNSlNKyc6Csln2i/qzwaNFOW9iOoEkPGjxSMAToH3LyDfx7CWuCdzQ/e0uofn/yIi4DZgf/cDTnO9wHu5m3Y+abF22B1pQLkMyAygfiFNcCwCQIbGuCUrwHydUwLfBsOrbKvvtjIZ6oVBY0NuwdwXYSI7uKFwejLXJSaGXrJxQnGZSrwU2m/qML4xj97/x8u48+uaTanG58o7Eg8yz4oIodLWw2u1gsRNftBMJ0MMS0ctp2h7+yFfdp05R6ERxcYXQzbgESZQUuYPFswHN2Z1jLqEALp7ClkRoqhyGF34ocMexbY9jz4KnzwPrv7hVbQf9z51b+vAfpPO8B6Fu6FV97C3089uuOI3TBAKMD4AiswwMYUGNNbZ4BQc5dxju8DJDl03VgywE+e+/cF7oNBu2w1Rmu2asIzx+qt7tmMB49Y8GNgnR+XWxD6DtqseVXP4sTsydhgErmf1FzX+/8McglvzUr3TlN6fMmZ41UQwGJyGhDvnEsgYwvMDeqnKVOBjgzHbV2ziRDt2lIUisFpIO9dthJjcqpzG6VEgq+QvxgKcZrZkvYcZlWYfCJd5QdmRsNt5eh4hMAnQTjX3YTm46ofdR/ff8XZ7537b0H5cfbLEykfFaEMZH74QRfSy0E9C3w0sRsGmN+3xzXAggHafYAwjLg3zCaaGOC2L/3FWwQdrz/36nwFyK7RaozW2NlXMVLbRVeDtXbsG4L9CF1n3wDqCPU3Ox+dDHDGt4vp8Gl4p3Oh7cKFuGA8BdyA9ouRinFB/8kdh567qqEdWnUAUgeORmqHYQh6qxAiakVlNU88NWUMtWeuRvxoRX/Ul4H6tatdaIjR9XXHjJnc0g2CuKLuPfQEBBpN1TqXNLf+2x4PEbwPUPf74V9zXx55+wusoP94558pPy7/vWJ3A5IA0kYmqsEXXtHduccUu1GA6ChRX/FJkEIBrvFR4I9xvha2eu9ub8pi7UMQwO3rMCBQwQA5py4acxdGnRQotFL2JBlx4ecMnCOOcXBKEXrCwYPccTD7NYPdDJBdtk9EG4G5mXrTPFb/N27ceP2TS5+8ztcB4nTzk5s3bt688cnNTy5d+rTUs6Q+HgvDftKXQzEzNwcYtzNQnWWAjgrLaNRp+HURQP3kztAeGXSRyBgAV1k1Udaieepc6A0RBCfdW6PQmYOuVRawXyaMnDKzsxcsDgf3RPv4tIczQbv7hc8A3/d1v1d+Ck0Hw3vcDSHd0x9VoGbCnAYf1OuwjiR2pQD/lZbs+CRIMQXWnsfmGw/u43ROeu8a7xSUJ+rGnbv36KNggJ8ucic0W6YbG0BzRm/x1l32CodIRrwNMETjIQ4SA941PVP/ddcMNAnf4tcF+6o51JbUnw5AeisM94aarMglkGxH42z/47lPmv4DYG86KQeJm0dINWYmBzyHeqO3rh3dxPxCjehIrujqtM06O+BxgCq3k2CMcvZklBmdvSqCvT0oqPKkj0jPrq5DwZ9M60H/UefhzLkvb3/ZeVf0Tw9+8E+3v+gnAkirt94DJeTpeCvA3g/1LgBQjMgfQObOlQzw13zQd2dnE6dtpfIa9Z9o4jWaNvkr1wA/fe5fcxUgqENsvk2wfbOfhwug0RHRtNM3cPiqD2JGjPuGufqvb2iK5WuC+i+oPZ5/9upzN/LXAY5H7fcMmELJRDSx+18Uw40bM8RC0TlpC2SOdxCGD8C1944H1N1mqVAyFSD3c6MQPMPSJ9TJvfBYIMTcZqh0gx1zngVvpGmO9lIayw+OU1sT7k/0sHDP9j64+SHtB9XH+fCdc8b/SPqgBe32F/xx38NMnPjyx0XAF16oU+DVcOPV5zZC53kb+qxUgGvXqeaAc5ruAg9g1FbxCJqPy3/XORc2NwEMcIEXYvW1Q9IStWAiNP+GluF4HqzS2L7Qnu8eY26aSw5NE1N7+HctCO3nTgYyLDcmSFrJ+tOwf8ztET4WMguicjyENuDkjqZRQ69w0ZP02y77qFyTtNE7J6OcFPM6EMeOcgSrtFJHm0Z8WvNQ9fOeHYFZNpOAFoEw8MWCsCyMIWS3EdsRwMvSeqSAZIDQhZwBQxve5+4HNZ1RP/xpyc9IIJWfPw0iBvj73/w3j+44YlcK8Ll/97cBYizaia/Divj1A1hu7jzgTYDCy+9g5kvDh3wzzOb1NTrLhRhN8hsLe4ABvt0OA7PgaJ03ZyL0jADQkHbHnkPGDgWtmmmWpIRe6Gyg8nq95Zu35rkxAb6S/vr09aA+ebgZxdQUqYPCtp9bAG6DQ4rWoPwEOTcdw2VHSpyGhjTSK2yakaNVWIFTZmgo4/NU6ZFx6gKXjQLABU5eEMagLR34aqxrHgW8Db7HWa9xwDukgJwIc/+DxE8KD+cwASYXtB8uQP5A/37/H59973vHWQHubgr86pwmsfXo14+6N88+fNR2GP9qPu1otHzBGqbNV2hKaLzqjw3bjQWOXMMmGgpwTh7HnLtSf/HOlpuXOqTIL/KW7zUlIDuLefJpeC+CVOBz6X3SG90f61N8ul/PLQTawWGSvXqGwEXDYwIVzIzSjZBDZ2mNSDNsucLNyufF0tFAG28QMAYXxF2k7msMKh0LQx7IEsGuq/EdKl42haddEC79iQ7q3X/UeVSCVHtQdOR7YnymCcn/OPml+jvmCnA3DHBn+1bnvRor44udYkmwC91LYGqZOGjzLkcY59XEu0IS8NPndIhoDU3jmXcAvu6KC+ovrksU8O3XRknJmjEfFPkL0Oqhu6+t/erVznVZBHMVE6efBu7ZUndEtiYYSS99CiJXyppbNMGlxZBEK/sO6jB5CXvNMjYhmxBT3IKnRVYEf1JYqcY8ce4M2948Hha4Cwy9p2U/KT9d2rtPpQKpBF/Itn+5/4F/W/p77zeffe+33/vFbysDXBE729t7qwBPh7fE9AItMLXVAiIRZafD9Rw+KTQYwJ5hl7GWNYPO2CxcCd68Qvp3s6dKyMuolhq5mmx8eokvBGRo/kwP3kj3/23c7F6XjaytNdtlPqFT+YbnBC0BujmAO7XGI+3n1g3ILZrd0ADKpcEhd5e0cv9mdjKZNr6UbLYQaGJGoZobOcjHUVsq+RNU3/+Kik9K8NydB1JyVH8/5RMgVINuQ/XHn9jfK+9J/eH/s//p0R1H7EYBbvLTHzPRM2ALHffz/XB7+5wbe1D0tbCHYeCFtfF2olsK1998e/reavBOhzjz7lcgzDtnoSHaeU+d2N17GXNrYDL51cavPr30xaV/u2R4/fXXb/I9WQqXA/wvSwrKkQoQNYkfxCiDsTaXmr1ApQBfs8xXPM+GIhFhZLQ6dYBETA44RCrYAyrREElLXJ4dy619F48wa+RFZ/I/5oP63awsbR4XqbWDxT3u+UrzhY+en7vzhr3yhVu/VH2a+PLCDloD5PmF339P2u+3P6lrgKtis/X5341LN9GtXk8P9H6KntbTD9K4HvH5TnMnuQGEyGIrImbbtwjbD0v05CAgKeJVG3gWLhgTxWiBPTp0034sWTM3yN1utqMd/erT11/X8t6//+vfcYwf/8gQXgioZ0R+9vdMiere6htbztH0rhj78d+8lMwU9tRrC7FqRRXiYaxzw7SWOErkOWnF5UHDQkKIKHI/O8sXw6KGLGtmz703snBdHBm8DIWnWTD+oPxABu+8719+M9UnNSg6aFpP9/3R8N7vofvEAD/7RVWAK+L+9k4RPD2G+vfXfSLGm9O6SQl6SYsC/nr73H039iHvAMUYz6YZ1EruSQjP9rYcmugmIQsgheN6EaA7yWTRgsjU3M6+rAIsJq6OT/lCQECvt5eOi/8Gqr50RdyIu7/jydan0H9wNpbGX2B/o/yLH8VjvyDb9O5Xs8APxeXyxtUs/aIRBX78sguzks10l0w4WOIxDEPTl5w5sfdyBO9Me5FyHSDuufLzP3LBD0TwfOHPFZ+zP5I/WNkK4H+QAP6COvB7v61T4NXw7s72r91I+CNU3qFs67BfAaKttVrTo3kMsGiBRXCO3H0rROnui9mzyPYq1SoIcWRpNfI1wCyrL6sJSyvAm4047a0wkfGpWngIBqsnghe8d4bqz0auKZjZaLLhM2QyQGd/on/2vvgA2LgJIDd06jQPFiFNihQqZ5ZQ9C2XGXUM5PloyjxNX70NRfcUiHnQWVcKkQqCOoM5T+EI4O2g+/x0bocLgK/oGRCu8pniM/anQ/i9hwmwlB/V4HFmgNPdKMA37FsfDui6wCfYof6uefAMBdiBR83niRtoNOoMaqjzFBioTX8Mhnnu3UCysaNw+dwNdiKa0XY9CtbAsjVzs3yvz9jpeKgOmtOrYYIhuASEe1/AzKD/dFs0PZglChTvH85BsuRGYERmtxADtO1d3Ustw7z5rRRgwRlLlHPxpjdfSBSiiQGKQMo300BZdUR5bKmZu8MIt1oD2S+8Hea/4e8P/xv6DQqOCg9HnLQgKPYnK26EkAF+9ovfagVQHPA4T4FPL7JP2oMHO5kC1I24N9iDpr+j2uPnxTArfv311+PN0nPx/I69LaEfrX0TB9slWnjemNuYt4m3EG/pwrxwvX12Fk77eWkgtQlrwCENx7sDBd0nyHMwatkP5xuvfhI691QcbvR6nB+7PXR7V0nh1U0E/DD4QkU25uc/HNy6E/4enBlasnTJI0PMpUqmo1tkmYfR802WKAd4DP50vXIT2R+8rQ0QqT7+7tz5IPC9oPb8HsBgxTVAnn9P8scVQOI47wLvigFe8298CPyIRLxhbPLJ/JcadOCX2zsfuLET/b0KjROdE2SCk5jUpEsUbwjp83RUsHrNTAa6qY8qzvSXMz9ZmMHOgBlu3LiUPTcHArQ1mWwkHRq/VLXV/QAf2JubAGmywmYm+ElgUMicn/VCXnrJZUkAY/2yZayxWeS6qzMOI5dy4kF3DnDAhS6kHa/nsdSDhqbAj6H6+P/NzjfvGPHjPc84k/BxGdBUn9M/3QLz3n/8hFvAP/nstz8BBTzeDNDPq+DazvbLbtQi/KtzGNZcXNvZ0QsDe9C/sWoNlqtKaKH9TTTkb28W+/YZ2erCUrBXoiYVZ5RP1zeg6m7i75MbN4lPbvINWZ9u5FKl+uJqHF8KwzAM/slsgZG+uZEgmZu9nNfAonWhbHaTUKCRokeKkwhm/Kicn+nsEYVwPjpST4Z3/7kP2wohJ+xJ+9AABZgY4M65cx/81JRd1HrUhNJ75ICigsLvPwP/A/37BZ8DOd4KMN/FWBb3NrM3YKG33Eh3Vy3aqEt8vBPem9CDspEnQOmh4XIZaUHyUSxbHU2syADjSwGpv6T2nOGNRlMAHG66NphuAR1kRvLDX6B/Cn/zV+7QI1jfLM3AONy45xiFF840YPwtIuRVmbPcy9098cLiCaFS8dwznOmD7lzTZCw4LPiu8AOCGCB/1IHndt7gjX+kftJ2OP4UdC8pQ6o+qsD3Xvg5dB+3f30V8BhPgSe7YYCv5Ut26C3ZEwNhwOU3abUbQsMlu1HmhjaIafyXGSPub26/5sYO9Dc9TXC4Q6nTDI8G3oK9W7K6/1ipZrj4lxSfXotw41KDHK1NR9yHLnZyDVqLm4zFIUMUz92Ik2PdtNdBBmHrpgNAHwNs5CoUWY8PU9WT17odEc1uyGXEUqIp2YXcTSyyKu++P2SIAT7GDxPhO3c29YAHtZz+dYE/znttEdAeB8Yk+DfQfN/77Wc/8VXAygBXw+c7m++40e5Da3Q0gExCu8CX0KFuXvJudcOe3Tdjhne2d9pRREzbXc9BvsH2zcCR282ICa36KDXjbvTUzExuBfoXFRdX/m7c7NyCB8ERKbINWLeUDX+XnEO+qndK37iUS53MiIEK+XHNz437jwa5DBepHEJYBzHdLDcUOQ8Jsy7tfsaMDdMkOeBsgSUWmqUCi+QPGffO3flmZ5O7H6CAjx/YIp+v/lH9CaYKqfr4/hduAb/yHz/R7S9cB+RKYF0DXA2j7Z306K4eGWg9h8oOaQrw73C2bkWrS/8yjvFq+qwSsDNTAZqC6wJpibifjGZlp04kwhIjPEqt2tDHzWfl9FMKWIKVqG980r0BD0HZ3Sda8EOMIM008Tem+gubJ4zjd9RvHjAAHsMHhIkGuWphT4ebIjfRWKo/jIIUkzcJZlBH2yZJte+O+M/0H8E1Q1gjOKWE0IyIk+IU9mjg5Z1zO5j8kgNCBb5luk6aj5wv/KQXZdYWyCtvvfeZ3QJDEgg1eKyfBV51qV3Y3t6J96WQ4j33r5uX0mNwRGKA6lU3Xv/kpvomelYwJqW5vu2fUu/EjJ7PHo0/a8rGEOZ//FdInhbyfpBYumZGtnAXdNeN3s+rGP3Lf5Ceevvk30j6UjTP2Uuh4UUBSzAcwsA07lpPzMB1x90gV2/tr4kIZevAPBUZipkKBuQX2fa8+CSXl63iUSYUjHmhyVT8ZND2e5h4exP6z/H4Da74gftR5VEF8qcD7VwvmuH33/vMboP53i+kCisDXBHvnLOX3Qv2Ojkwuxuvp3kXl6RcAQIyfaG+pdtkNtjdkufXdmbfB52aXtncMd5jaJbii0N08NHZWxyHO6KXZWhj2Zqxj/kS2vht3Bidw6gehYbiU/HpYjzhg28ZEJndzElPbmgBIcmQ+j1YQXcl50LlhB1ah7m19C/LFrPE0gUTslLeC2D0rgGEsJiZb0VEGxz4Nt1DbDNNgAGK/+18Aw34Ae97NrbHQ2B+pvOgBd+KO8K8C/AXv/3eL37CXZDPflIZ4Kq45t+5FKbZA6dxcwMK0J6tJ0H09T7owlefs1ZEtZhWAX+5s33NjR3wzY2O5sfxGo2T9+q3O2LLIkOam7W6wAFAG439WLZmfIFVh7/P+rwoxcXNUUqNkPr7NK384ffqcz/jcJaxedKhAunSIvOL/QYVrhsJq8G47hsxKXRizB+/i5I1CVm6FBIUEC1JMRtdpg2vpgOEn1lrB4t7nAFTCe6c++Mb0nJSeDjyB12Hfyk9qD+jgeE54N/+RK9C1bkywFVxb2czf3IDfUjdj/ANkU/QnUwB/v25V51PcKUqaD04JwU48y6YjtdBpZaIJsp1KIz7jUdFZjfW+N6YQ9gUQdLNXlti2ZoRx/a7/uJjwdOGPFhm6jstARoB/NWlSzeh/PTQb6w+Ij4ZIoAnusmgOSHjYQqIbJak52/ML4wOurYWb/KLIKl1I6ECuyHzKmN3vidbDKGVFY4PssNxQgV4hCAGSPWHvw9E90zL4U+vfbFXv0D5vUUXfgeOzlCAegnMb3/x2U94PtYKcFcM8NF28U0j4NKlT3wmZnotrgF+AUOghXB0rTeFz6QA39ne6b8LZmAKUG2xQ3OwYUdOk2G2komIa1StCPYNfK7AjZ1YtmYeUmkJ2UsBodm1HrZx6fWbr9+8eSPhVfzgN38dIK/xbz9uaJXCKGgexiPyquBDj00sC1FRX0ZcFB1VnH0IyYEY8zi1PmKbJ2KrMavIQEfqtKA/Ovm+iewhjim/F9f7PObB4x74H2+AOXfnj+9wC0SqDySPeu6VF0j63rIVQKN/wntvvcU3oWr7lzdDYzpcFeCKGO1s7nQsb9tz+FJ3VIB2HyAMYUUJxsQA0/NzH+5sbvfrn/ybjq02K6uOl+zFNb7ZA/corIzvm/rjFL2U1IQf6JyFpWtGCgyH7G4kvpZ0tOFvfHZll6s8Q1R6Bq0gbrCbN+Up1WEyBTXKhaWVwAUBWVDrBRrqP3ecDb5DulX5jbCIrfHqZrjzLnmctEqS+bfE/SLCbFlloVRsXTiZ51YGDg8v7zj9O3fuDao/ajzXdpz/Ut+RBfIiscJX3pPi0x2Aeh7kON8IvTsFSM7W+cACP1AhxUaD+AjnvYkBxnkvnONnkB5t77zrxjbQovv1BVolWqYG6waiVdlJmhiH21vnrMuV6GIjnWDnAYMt8zdvNX3pmuFgAy0WhhnDp7QldGtL9hSwwKvMBkbePfj3T7gzz9w1y4cCQydQm5Dy5ZoDimVRaUgJyb8OdtYjwd3VRA7LdOmvUF+OwoJrIc1o2DwshyTdSs5dmGpTo7KA8CHPUTniTCJNV5HAI4J7mAJ/o1th7nzg9E5ajyf8iw2SCOr2PzrJ+jdUfPjDJPgnJIN1DXBlXNvZ7v6oMjiHdFycApMBJgWYM8A4Bb43aw8Ekw+ds/afNU427HbPSJjhRGCiY9q17NSO/sCzos3dJgNykiWXj5auGX8fj18R9lgw9Vqh5XTtlnKIV0R4rSoL0JYGSZBLunSkJukQXgfIrvTPh1FYbxYnfy2irM+GTEZckVMCODQTKQTNKIDcj2axtGAcUusyGGCyWW4A0lCKukjall44r4ZvszgaeNv53+M756j2OOM1yie1R7ZHI8FFwBfgAptXuAfyi+/9RLPf7/Fcp8Cr4vr2uW7Sxo7H8yc4mwJE/4oK8GdhDTA38gXT/UuAscWmto2m6gY4Yxabt/oWZjrGDZYuEgnMDNwJZiaG4kSU90/kXXUuxsvXzA0w6/xW9Kj+ItIbATPkdtnX1Jl9FKPMNLlRN9ODHol6ox2uAKKAKsukStqmiPmz51PSX3JhAu0ayluEv6a69MScyIJx8MxX0CgRs4BBtoKSSEqWHnThqyQIwdzS5iggKMAdvgjVdJ5zPp74LyKIM02mFfUxELsPRk+CwPA/+ydXzzwepeazArZ2trc7hXcDU1uewQDTfYCzGeDnO5v9z4GEVW0+gSADsp0xKlrOapXzxu09bwCatQXANOA8bjksXzOXso+Z202WhmL2y33i/F92ZrypqW8A8z9ZfzuRcqo4I2zdOaO6omIZbVG7mIpxpxJBDxWAaiEzw48GmuwKVRvsM8UUkdKQLzPmyZq72SRCp7xatLL2iC3jZgZgkr90iWa4dLXsI/QkCP8e/w/u8ZLiGYwKuoHgDjDP8PYfPyHz4w2APg/+3v/l0R1HXPbzigBre95Ml/K1p9+hV/kaoN8HyDXAtAmS1gCTAnx5e+cNN7YxDQM9h2Afk7OWyqEclj0dDog9rtdHLxDvsrqLCjDvJyMq646v4M3CCgxwlH0P3R62luIL+FlmjnC9eOPm6582sgdt8+jaO7c+tAtRI5ZJ98V1aTA4UYnB1XyYuUveVHFubMBC4l90z+OZOXpFx3zEyUtiFeHpITozxLwqNf6sDUHdNcWAgjPmkGP6jBeHjXtBAW7yU0h2t58on098YSAnpB1MRgZ/873PQPr4MPBnnP9SGdZNkJUR1+1GN7LlJ71LXQ/Rcw0w7gJ3MsCoC+/mr1dtwhu3RnlbyNEdWmaLCxu3RVFmoas7zsOs7teLJuFbSvcZdjU0pcdCcM65Hu+A0csADZ/c/OTSpd+N1qbxO+ERk0cPbm3v6D5Pk3qObPDJIH9QKeJRYlid9QEHP3bWFgJyq4I6qpFqG0hFZ2ozGYRM9u4ebDJfaEbMpXJKXWh5bpWLpWAuEIMyg3x1lv1QEKbAf3zX2F042HIfV/x4cDseww6IHbQFDBznNcDL85rYbLwWHt/VcwQ3buqjs7b0pGbCNcB/o6FYA+y6D3C6ubkz69U0io4HDcE4kmiEAZ1tl07ofGbRi90VdzVQY6NTz8taA7sZmr74u7QfDjzzu0g3Xoei2xjYGwHHW+OtLSrlpJdbnfq1uzvb57QqS2bklgmUvhtz0K+NS9QvUoeyL0Fb2c+trh6k3JqpzGH6YB1SMQ/Bnbq1AWQGis/5YLugZMKKY2RZZmLBdOjgkyD6e4PMD0qOByN6VILxIBpIvAf9x1tg9B4s7QGTA9ZNkNXxh+0dPb3B+10i2PF+J+feXWCfrMGjG6/NmgEHoH1CjyAAR34RDY/HOIXNrax1pj6S0EM59h3cAllyD3htvAsGSKl7fZD93eTOxiArPDSE1PFWkFJLOYP97Wxvb597o4frAX0ELgeryI05UG9M2j/0tjyoxbIX0mRTgSZC8qEQHSpuole/QFl35JUWSEJa0xMTOV2F0e8HwhogvwVCtgeSp51fcj0uB9qaIO1l83upP678AVoINAp4nKfAu1wD5Fuh7Z2A4H22nqSOZ29BNb0Y1wBdAU6p9aIxMMD72zvNGXDqemiBaoNsgmp+og68iytnGBjDddXXZYHoe4af/UB+G/eCWLlmtnz6a1u+Ny6B9FF02cyNXX4iouRdvpzVjX5599bOziYJ4Ok2Y4oA7Z5fKNArNwUgkM80NS4sLReAYXznWLVuthGZRTv2lm+U3eLx6xxeeoWBP8t1p8/DAdcAv8EMeNP43VtaAgTPoxb0e/9IBmn/wge//+wzu+0PpI9fAxEJ1GbwcWaAM97AvBC2bm2fWzfjp3y9lVRgWg3kzHj2GqDPhl/b2UzvFjQUAzLbng30nICwA+GHMTvruhihGUQNfE4bTYGOLlatmV9pBcLw6k0fiLhiaiaApQ+9WcdCHJ/fe5fkb3tne3Pn2mxRBQo2A6BcuReuCmp/mJU1O/LZUCSMqyMHZUmFpIbbCpltpicjGlDhxhgxTZbiltd5xT4ghDXATfG8F/ggCDmg1CFOMpP7vfLeb/6Dm77AT37Lp3/5b7oQ//VtMLvBtZ3swyBrl36Xf1+sD9n74bgoRTyY+SYYjbpojd4e1Sa9UaYRnUuCsFzsTYCL+ElQu1fLPzj014xy04cR9R+GIY5E8a7AcsWOZUdvlpnCygX26DdUfee2z5EA6snEmZKizN3YA8wwQ2ZxVoUpN0yUUfeXZDZA/7Vy55cZbBpABypH85C8IZCbHPRuOeooquXOygjtR7LICFbN9F6DDBC/P75B3md6T8Alflr9e+GVD37/H5/xxS/c/NXWL2nfTz7TTrAY4ff+W+yOxw67WWkyrKO/7JZG8h6Y7XN2w0UX0N7QBO1oio9jP11yBkA6gJPdsKrG3wW14qLPH1FcRi5X6Gjg3Jr64hRvTCJbciPASOM1+nYyX79L6gfFtwkOeG57U6u79N4rrW4KlgPu1FPMgn5auWWcpIBzwvaBfJYUkFG1s2YNgzFbMkL0hjA66QKwoQG5sssm4Bk/eUFidkbricEPF2SAj6EBH3C3Vzu+/IH2GfMjLQT1g4qj/hMD1NG4YLiqU+Dd4eP8xfgrYmtzcxYBBNBsdTedGrXxCGuy1oAB2vnob/Am3WzZbP9xR29xQPH29JF9wmurpacNEK7/pXUI8puoACgAXMbyy2n0+aPr1x7cguaj+juHGuXZmL0F7ZcXlNvMjFJNsbZ04FlHu7Fz1V2QEBe1KRWhXXi1Kjd87sZ2g+2Q0uFaHnyHZsNrHhm+A3CEvZFYpQHx0ePMIh8Y7pH/4e9/vKIb/aT4+CPxwz+4H/UblBxX/Mj9+PY/QTshXP/jJPg4T4Fnf4ZyEUx3tneySfBKAPNIn1fqAjqsNzl1RxIAG4/DiC4Du4Nd8NELnSO9MfA214I0LNSQ2VUPfO2bNdOZJCxnZcVfypi9EwYqgqd1KLmPHzx498Hm/Xf+cH/z/Xc278N0H8Y7YPG3tOhnh02cuAMsQPSdqiHAGJ5fdIE7LlY3qjX7MUpUxsyY+5FHhktmkUyWypAjJc/a1lVDQSJO++mRZI/hfAkgth9ay9AAQ0h/UoUzkFriQs1m//E2+B904B8/eAVqj2uADpjx//vPpN5A+Pj9X7A9Lvz9Qpd0cB4IVXicnwTZPQNce21zew59m4Ota9s752ZkhA0Tg7bMPk6zWZq2Q6uXjYZ1UMNwWai5DGjLxQ22Pd4KMM0VucrquK4uuzym2gTJv9AHyTy6d1cqDr8dHW2qe44HAZyP6g+qj9qP9pu+t2WdfVZOoG9mLgVKW0l3kEPxF0hjK9AcZRuBFD2qrJwG1S1Fx3SoZKkPoe9w4m+ypXAxwzCageqzozEgfvy2GAkLyvnvQm3mQKAnQf547hznu1CBvvb3Hua/OP5G2k+LfJH7ZbfAGCOE4SfHego8jwGi4t3Ujwc7mzsP+lfw5uHRXXCOD/yiC2ihNjzjP7U9DuM8ewMWG9Bwbwj33YkiBMB5OphO4sxr4VWoxXztKV4LJWsj2JPYtMFtkHAbkvDo2n3pPbE7LvBxgiv1p/M5WJhSpO4TAcRvM77njPzKjT2Q7Oe3E7Ym+cRhlzqE8VhcrYhCPsr8pBKEcEmIAptOpxa3BEgQqTZxyQC7zP5eIewC2/YHF/4MuOA9f9BzZHvO/Wz5j+rvMz0B91td0L1OgfuRcap+fMzuc/8P72A+FX+YXuE/t+HvnfZRne/arC6mXQ1rcnkT1acLkUNjExy/OdI3M9uMWDowvUjBnOeWcAnsVVzzFycokq6euPFq9qk9PdIh5ef6jUTPCJ8W+jTdlb1pQ1OKO9svp4LwTchz4HzMr3phi7f471GXXLdYTH6Wnv3cyuESabC55AkTcjghmCWEGHTGqTsyX/twzkkWq5FpblkPAvd2/ngOc+BNsT7pQP1h/vsCH3kTBRTL0yIgTzTRwPU/kEKuAh7vJ0HmTIHJMRao6nvGHMQvxCVEJ9iXzNz4AdGsHpc+rdQBpc/WCkPRqq0Jqz1rQqzW2kDxCgJ70h2hEj1UFLvlIzmsW+0B5i9OcCujs3IuhTsukR0MThBwnNdC4prsUu6qMSk+Wlj9mdMmaiR9TmSRIkn+PWrNIeLFuWcncVsSZGTO48pUA7NrZCW/9FBW6z5isplz9bCUp4ZYsj5AD54g3wMEaER+aLgu/vf4HWN9XAaE6uPfC29p+8NZHrScHU0LJi7oLpUB9oPjnhtn4dEb6D/sOtpBFL/AkXbWwWQVDXAJl+yHD2Y9AywCGLpLOSnkW4lhpwyCDs7PKNs9guCUvNLUO9dcBSGvu8W8mhloD3XOM1m/vgsJS9dpoNGZD3nYz+3crCuz3bnLzSKPY8HxQWtoPSSQ7ApO9GC+ssd1SywsPUVj6RX585pV08hQXtITtTGNlhPObOEHERYPF9FnWIolfQ1NKKZzuPjwXTFAfhCON/9JDfKWwPfe+g34HbWcVv706AfOsDA+aJB2pMUxvg9wbjfzeeZhIqzYYXRutDpvx2qQaM6NNi+E3Cuk3soH05FovPMwfwrM16y6sQenyeuM0gVqJ/3GK7eg+pONlCMsebjGyJOUFmwDYmRNbge1Qd43poLkwfy0vC0NvhgS0cicZdWVYSv6rATQYnJlLtSqZOYRRmQyG0htjThLBW5KuKFQDw2P/rADBngfOo97IJz+gv/xRpj/AM3TZ8/58TcoO5hA+7jgJwuYfV2Qh/+Px3YcsQe7wPuO0GJbdMc6prEAP/cDzRczX7Zl+C3ab3ijwtHC7JoZLbIt/esHInTpEM5UflSBUn5uJ+0IE6xM9yZpz+fWASJlKWO8CgOTnXEkc2Oc8/M/C4okxJ1yaIk3ZrJAVgKSPfNFxWwhcY2fGoe0dUSWTUsQKYC+wjLzdIj48OWPP777+1/+d8dP/fzL/0b8z3iUCYf/qcNfzKBr/u/6aYinGPN5xopYoH8uBo623kibUdq4rUE66Mge2JDNPHEd8ODu5O/ep10IrZppxzSnFJP70G1ScNJ2gd7ZLxA/HGmUm+bDO+/4ikSKfQlpcSdeb1ngIl2mC0n5eJHo0+JatQtGIROTDNNgayntqN2Z0GKfTFq2pAsPMQyZqkP3FSCELGhiyHBT4ZHCWGDZdA4oVgd6ccTKcqDYNwW4h4hNMxoc1jDVkxLT6IQpTzbfATplOXWcs4y2EJo52wO0a6aVyBzm+jI1nZidsz9pONE86UVpQTrZ2TzsvNEh7qQSFoITvxQIFnbh9wOaeTcq0HkaUwoWSkGHjpaQVbjzPwL6j341Hio62ZLnOaBQ2DyUUZUH+YcjGtGeDfB7hTgtbxe+oh/Xj7y40AbV1ibTZn/xDqQmjB6GPmEWHf2K3yRiVIhrwKWzPZ/0JjHm7BJUYWWy2VKAjZqaH/EvRez4F9Wfaz3ak/uJEOogT7TVK6CJXOktXAhwEFREc5EMRMtNVkNeQdlceVmQu8mQolasirJDXWe6Fj7gHq4V3mger2SXFXfK94bBjTEqWmhPeFrgxqCKpwLjp4EBxnZppwQbqdUi+XQHWqh5aXn0KLgJwj/oQFnuGdBBPI9CZl65k+9Fzfz6Hak1/BvHw48cMPBBqUIZYMQFzu9k72SEdGNB8tL1gfvwacUvo1GjSXzrn+mmcBUeCFkeSMbjz+LwDCf11Ql64SzYgUCWZYYKtlGFsmIRgGmZKmTKOHKWH+8lrXiK8TQwQGuuTu9yWMvVII4DWq2aaP8K34Ctn3dBF223I+IlgQhikmXajc/cLoO9qJnBPSo4qDhjfGR60ncyRybIKbLRwY/z3OZrSa7WekBaxKW/suxOzvKnPtxHEvgcZdUL1rbiH0PtxjjifZ4tZH6YG3jJCmQBdHRveUkYAASS6emS7QypVgr4TOBpYIBocGicnFY1YSRACzloohiird1OZo3NnAEX7iKPbl4V2f14e9Ux9qhm1h9ob5dz3KDlaJA5GsQQz22/G57+NWRbGBR/J0CnQcX46xLhFiqIKxN+KUWik45CfFngkoD2s1UPUsCYAJPqrsyYTMhNlikFsFBum82YFaGVUVdsaDilNCueahx5BmiKD82t3VPCsC4yAAbiyqe/SyEuKMfwohgD70ybEWQx5Psoe9UzFqmZuTkfDAaPPibPc+Jnii8QP13CrMOD5htYi/Tb6UymlDuYn193wjZZA4LfXLOuxr9Z9YgbgbmtEqMgUeuWf8yG/NIP/s3ScmPmkMEsUxhecUBR3TcaDO9B37uhruIQcbAMcKW2rrGWQzAv1FYjPD4SgTREA71LfJNsAhwyM1rsFdKLY286xqI1MzPvUAgo5vo1bfGGSW++BOjmze2PO15AnVdXg+GZ7psnN9RJQZWCuQhYsK2FoUBW6VnNI97u6JLKVdL0E/yNrDm4h7FlrrgzAD7ZxNwHioT25USw4mnH0WOAzQbsMxTrNGXDDHl3JhCv+psmtF9zfszARxEL1AzZ8axuSI5kput8JM6Ynqs/XbpCfIPKtqW3C7FghKHsMeWF5uNjuGY9E6wVyDeRwKBFS4GvIn+vbMYNDRh4plNCmRsIaZh+lHcc6LXME2z4K7KEGLMmZffBzJR7xVODo7gGWPYH7+I2yJetLo387A/xYm3gfbmMyAD1Jw2IEF3O+4QVWM54AQXIXe8ZMZN+xRFj9Nq1dxPlw8+o4Ob7H1y3KFoR5aTPuByOC/C+gOiTe8M8Jyk06nF58YTKZr5SBGGjVhc9UJ50sCiC55DXNe5YN1aFqfTdyGAkf1vggW5R8RRjkW62V8hb0Qw0MsRN4G6Q33j/LlaaQoDCrpn0Pt/HWia3CsdZqGZmcF3mYStFod46+vW9aw/eiZPhu9fu/TrlrJXHFDnyL3K1RDHgPcs/az7uUbXkMYuy9yBE4KkgdziHDHa0s2hjSekgu6jlUxYgqkYGLXoB47Hcls5xxZHEQSpAtKKF2UMGa4t2LJtdWvzpao5cHHIj0Uq5bON7CqXl8a+czP/t51UBWpQUi298z+q2bbVBpkMZ8x3KJH9uvQhaRJHUMe74tmJKToshkVO7+R3qFkWztwMRaTYQEFy8ycRD9Bgy4Ju8dhFQbPVAFpLmclmuOJI4QAUoFhHb27LozCanJnTopJbFgyNajcqxckYWwIT3G1p6C62VdeP/7+cVgT7rifMjpJJF61GaEsVMdDwZ6MUniEMl4T6THAIalwW4JeXGhKz222EL//OpZoqA72YByATzHDa1dagH9xI1WAoRAlhpW8GDBYYEymQAfw0/FU8l/nRw1YhGlNrb4tAst0ePkORgyJ6tZmy2O9PL3kLbyp6pDk2wGHa7OgsdRGmb/jK558cOeAjUEm+tgw4ost7Sab0F6yaLJKT9FBA1meWrN+qALC+Waen7vGTFBXyF6gd3ZFh3TQ2nNCSFF87RHeC+Ma/LJCqeSvzSzweA3Wy3tkLKgnf/cbGpO2JvuxMqwNkqcjaWzTX878VbB7OH0pYGmXHo8yw9RRH4H8zZh+kTJEgQqijMJl1frDzQPJ0eVVXu1Flfy1QRwgfNFNhac3mljC4kiNEy2eftpjQlh45MaZK8z2vIFQeFI7gL3IBaWtm4idDuubjUxTgiOt58YAtiCyN1jkWBELOytBB2UzOQSU6BuO4VrmFG5y2KhNmjAvDnVkKj3PmucC88jg6vyhJ5IMxdMRUccA7yfLoaQysoMh+oYYngxZyyEpU5akRVwiYy/J/lq+LpwMt+PrpQW201NcwwvRGTWsjUg+bynx4ItrCLYWbsHSD3wH+ud1tLkAtgZW4OCobOrwStmORGOSHi3jmsuDI4EuUzx3AOaCm8ViW0YG9Lxq/tNcSteusWf5n8LCgNB5krL0h6zSYgS8WNUScqdOJ5edkUV7ps52miVyHQW3cxKp4m7NEUeJ/vqmtHzg+8Wtvko1BskO2WGlC4cIGuMVvac3CSNMgSgak/d3143s9Lgzu2IXEJjoc4SHBrQ3SJa2alHCDI3KI5BZ7NiwhEjMS7fSU+5iywBWrtxVoRvGUxIDpdIXxjKMyiKx0seB5L8qnhIl52rBXAA5wZtBFpxVOIlbtZgfn7divD22gjfj7BGzig6bPe13PEDinf2qHlVExW+wPEjbTSPJszznhD8sJYcQ3QlgTy4iEvlBQ5s37G0jqRKW30fRdvQsuiAOSK4HxPStIrETnbYibbOQBnnpGzAkU2WcNSfChZU4HGum+2IvqHXVwozdPlRq8bgXZZ4AhLemm7VTxt2BsGiHF/wcF7aUhzoGOU0YNDoNmnjjAexVfOzQDjgJ5EqHRT7n4AcRcKL+tdi2PFmslX8pAua0aMkPsisCg1TzNjpZRb2Z5VDtAiVUfP7kCps6iMW/6Qdh85bKDpieXjOS+7IRTIqWHMBapfTnHkzoLBpjMXwQ6ODGvBnwKsv/zgbn6uyLE3a4DkFUULJxYT+OjBrfgS4i6o2XGML3sQ/rMJk7iNm/tg7ALTHtACvtFXjHFByrEkmkqg5BQLYqWaEceDyrPtcRxkkWVntuInB4to53lGKZDILEk2Njhw1aww5kvZtsscRSXxouUnqFMVV6YIu7QQFIQn4NPfEFNj/tA9QXA/cGRZ7Xf4mF6/devWTvZ/zR0Crm1vqx+GcwOTB/cV7v698m1oxwS7YYCTBybxN/7zcy4ruW1Ej8DX1j68R5Hf//hzXlzb2d6Z/V1goBza0e7UjFOXc4bDztFo/xnMNwPzLMaIi1a29wNIMeZ1JrLcr1Qz4nqTBzuol51b716DhKHxFOnmfZU0JrB+bRuV8P67/zdsRjSq+yBQ4q5t0fQVok29GmhoFPlVhUVwbZaP1yImt8mQ4laNtdOCrteZ6l6GBGsqFiKL2vyFcdvXkx09hTFLOjKTiHL2aHJQuH5rm9+9iv/33D7g2vY5V4B2bmD0Dl+Zq7BH/5aQvcduGODoHfveBI73O0aPHoGvPbpjgbY32R6vwTRr6FGb5dJ6arya/vKMg1mT5Yj0zGqRGrbhAyeG4ng+GYRhfRGkHCwNPqfgxn6U8a9SMy6HzW1+6m17ewf1smXPS6OXsHmHMWP9AXsN/GzuvIYRKbwiAXjXPBDt8nZLQB/ac3M3ssoT/BKZjQ66XRMOKIFZRHABNS6oTphWOxukfmaCCLyMAfRuIbKYQxR+LtLs2cfxlqKKpLZOkRwqtq7zyW5Wpepze7upAO85EQnnJu6r5vmeoO2Od6I969jVGuB9PlUPmVOdfeh2CT0Cf+h1tbljrne3Z06B1ZrR5kAydC2I8an9adWIpIF8ArYtAtAA34eqBTof5LvH+l6s2uTRvZfQtMIKNbNFZgJ9cZ9jul6Ff277Qyvg3c1tcTsrwOi+vQwVFfcu3B/+wd8OiL93UxGLdUyhpRlYKdxS9ssetNZHko4aR+6lu0to334wGFzLTag/8i+/yMCFTjOgGTSyA+8WIsWbZUDHIkW2IzcWsGjlxtZI8XTk5JDw652dzW4icW3HvnQFQtLV06aofOrMX0MFzuyJzyZ2wwCnNtyMfv0AXaktuyD4Bv4T3Y5k5NHdts7sAFudmllsk7TBgM+1LlzQZD2CVl19IwPfB002Edp/ZzvfByz+aZCU/xVqRuwHfxhdWC+v3d3RV94gsEe3oN4wIbYCb3HMeoPdZes6v7/+4Z3tc/E77CkHDT1CNAS2xU31pEz60GJ1mYpipclABmiarqXAjB0KqL5p1yCnypepYx0xUMZon7zkOYvGbv3ncDdbmGzk9BDxee9SUmSAm90M8J3NbbW1ezs2Rh4v7OaBq7X7O5sW/mNMnVqy62GAH8eBZiGlENtiqdswSKuf8GFgskFDICP9S4HSgNwDnqMqO7B0gOWRJ7F8zZhMIID7OxrTp9O757bv6xaca6DcZNyWAJr6dh4958xh/cdHE6JDhi1NluaeM9BSKCVljGuBTs7hvwyQP7kDcyfh5HTacg4ptHIuixQuuwPQvJYBZjJaJQL1h0Y0WWYBZZ/xCIOdFtWJl9/4462dB16lgfld297heX3n1i25jDZlwHC5o9nGNV//WH/5jVu3br173Tr0OoLd2rH1eoS5zuX7EPOzgN0wwIGT57W16+AXlNdr70I8796zhnjNNF1D4NO72xnTfnSLy4hofvD1+eAaQn/84dqIMn9gIo+9sdFGvb2PJ1tsiW4JT0ZH+hrwYGoccLrahzFTZvYJeaaWrhkIxJa7ppubXi+/PGcLreuc79KoBED4Sm7ONcDIAOOctEuzlaqFb4xZQCZtfdQIpHxTtwV90v/GadRbOzoDim+hPLocxdSA+jbGb/Y6xlAzdbp8wb++DTzL48FifTsywEesbL7tG4MfEJjfNTun0e6+Ge5v7qC1TK/v6EzissNOeUuLIWgavNje0fLgIy6V8NpifhawqzVAkGcjEq+BPaNN3N3RytL2+1JeLvhc4Fxxv3Yu0Y21z7X4BGnC1z29th1+4A91YFqz2VIT1FFJ+TDimw3gN5L1feaDS3HSgDDltOIoYvmaMSYMYUKAYoCD6xjUIaLx9Z3t/x/mw/d8QwTyjWSB4BpgrBIokqYhQz7f5WLdIhqgXRltilXsCFvUPZj0TrkjcSyahKD7/UKUzE+Knj4bvmdNgaVKGT3OR+n76I/Q96xSr9/ijoYWgB+wvsHsnAHqHEc7jJPsjwP0z3NgHOh6Nir+nxwrGZ59m6so/D2g0J/nzhl9I+YZInqqYExhNWy9H/bcISYI7wFHCsmLKi1Q7qbAR/Rxzdf/SNy3SR59pNF72vGvSmEkaTDPeJ6g28Gc9STYVWGVg/Nffhp9zqvxjgKWnQJT0fE8FjN/WU/6Wr2MR+9sb78GteetFvPhd4ueS0pI6e+wfpKgGwIXorS3+CFgN89G10sOlNMC8e3ejjaLC+jSy8IkPB3JBUEZAqgzo+KUW3JnOo20epMGlC9xSLHfxURwAAADtE1c9qQPmMnrMLB7gnGIAd7b2WwQkh1jgMZadnY+sEYxuobQowdQdTiD4zDQdbbGPOZbu1EcRwnLdrMCkA7l8AiaD10HNGPnDcjnHjqTBN9igCZw0BII/GPfsgJ5vEOBc1v4tbXRxxxj0A3v4aRQsaUW32Bg02Pb4+Yf16HMFvCLYMHqKsCk9EtBjiiWbWHhKQqU7T7rZTR+9IB8Glafb++ACL6z7aT6Yy0HZoDw0QP4Tw9RnG2eBrhd1814PehgbN0xl7ytn4b1JxxX/5oUkFduZfPb5Jw3F0fP/EFgLGxzmow3b6A+RJABqkulzV4OebIIu8CBAapRcA9zEwbuAvMrCSAeZm/4NdjI5/BjfVlwRgNc394UuXwGsCsFCNW2uaNVvM03QAAhFVmjCh6gYSQGGAVO1YY2xNEFg4kaIdTmJtobfVHSOLNWxBMlefZGtVG7RyIgNGAO9sU6fKYMva3nsMjwa7kcOSxZM4EAomRb1Gc727d20CdQL6LmiA2Svi8fd7VJnIFC5z0wXlGBAnZqIKUC+tc7EW2idVcK0RM4n1J3rOQZ8hpuIOru7AZDwgdL2rlDlicYixy2+CPzFWwm/M6KYkdaPRk8FHAxSVPgj9G3VP+ajyGLjV1g3visgXB63259dhrzIfzdUgwfXiOjwe/XUnU7D1wv3kUHtoj5d5QKvwuUPWFJ6BZK9rbtj9GEfOVJbJySbAockg73mlMF7hgNIR98CJvNTd0PTTIiT5i1mQL0xhm6Ubl7wYsJH4IPt5oVWyIwNcYpvqWFv+zGij4ccAW3kltSAVIEMiAiTmq4tmr1wjsvucpAET/CRHP68Y71iIiHf3DV5xiZ1LrH+BGroEGwZqFLTfQH38qcehTMrLQD8+M502IsCW1g5XEOkitssoS4sqdIysRDmpIyFCTVIKPozuIhQLvA5KNcvkO3tOUk1nvaBdY5EhKulNCAANZv72nBZMpnsxjcvHEiDfsPRWAQrz3CAOfu1vHUYTcMkBKkPB7c28DVOqRivehDiB4KsEm5B8FA/JpdlHK/vrOpNcA7tosP37Zi+Idtu8Um9ILQ0rIWh6aonYwRFwLR5PGnOVBkhO29Xq796Tev+uAp60D7ja7N1OWGprgWyk4OTccu8OAa6wUVoYbtlBzEJcyJIh7eyTdBYm/vngkioYIhNUXcgGergRmyzfh8m8EDnZYBkfmRCyaPNFEwidvlkWQPF7MNdSQR70SUlH1LGXR1RjEOGuhQtgsMQsfKxyW1ILIbdoGdCaYlKSck98M9UWB78G8rVAxuTGTrHpqT2CXHVTEe6cHOen36sFw3awDcLoWP3C3syLcXXQMVFN7f3ryPEes1qyVO21h/cUMS1aK4ww0M0FjeBnV0WC1w+Us/GNCa0Yj1pG9wBlJtIfhCzbbrpZ77B2Sp2aB8aGpa94DFNxMYmt8HuDbVChUIoI3p5ISMDnPhsvk+tO2pCEoR6Eha0m3Kb6agOpVExtLbcAYmYyd99HMnYu6QTzMQDCLullRbFovunZTBC96Rqq1Am4ekZLMkDhuPbvkucL5qJ4Slu8QA/Z4ntAsYQGN8RcRuZoMz75FHt9VaFPEIPt/QElYZ87OA3TBArqJm4d8JDNDvyWxvuyeRAte3z5H6cdMejQokxBigP5TALWOLW40stdFgyMF7AskBOf/lU7eRDgVknZDvBphJIqxrICo1+YMB+maWRcMybY0lNk7Le+FGGNpflvZTf6aEof40sGuy8wgD+L1xdgsHhJ4NTRCOKajWMp8kW4gWkuz8wEgEArgpx5z9YyggT7pDfZqOalRwRFRKyKoZCBgVE0hbCJe5yqeIrYe1QTfzAXteTW2ZwWOG755MHAY+By3TLvA92/pI8M3IyADRT1XZDzeNkGC4tJ52F5RkTB7Djpj4DIDI74y4u5k9Kf6MYFcqPbA0w13IRy3o7vY5cjvffk8C/0MmUvRL4yN8lBsn0hSXe8kAnQ7EQTltBpf9DtxEW8LoXeKCNPmJDVingOKiG/zy4QFi6pQ1g0qfdcJZCDvANI6mE0j8l/x0GQCxvYP5iiYvevsB5fgx1OF1CgfeKWw29jA0KR4RHVeDOSjZll7slab4Uqi3EtG2c0BjBlz1tTmgO3guUsENbAM4YSDMNTX8cFIgvevh82DQixbMoXlw0wdPHjmNjYtDx6NbtoiuZ+LuszZH96xO032AtvLBpvAhpl4Y9VjrU2eAH97FAPkx+QovcbUpPnOXB0QBsvL5re3td/OYnwVkCmxpgDyfyxjgdQiUO7ug2tJdHQI3kd7jTYCvodPRGaG0Bgi5cw038EVWS85OUztrdD/C225smOQdJESigvBfLvl1RNAAfcyiNXuOrPNFqGZQpPnZRTlTb4dpdD+9E2k8IR+3W46mvLWBwsV5Z/s/UQuj1+6zD6RZEYE0LbZGriBK8suGXuwnyrz5OCxgLI/A4JoMsqEQG65IVQHgKeeeuERsViqLINOOvNjKCyXF3YAs7M7HmAPEkfPowwXXnTQF5h1km3qWY8c2/e/taK2J9nbGMLhDoF9y+APV4OSAl+yJ9hiCbNCIru/wNg+MoHzQATEwWIz5WcBuFGCDAfL+MooLUtLNF/e2b72RCxw0hAzw1/FKjyPE+wB3tAaYGGBYyrDmpiPqIN0okbVYh9uw9VojJY8IFHBxtBr/4WDxmpnmPZYlf2dzO74Vc+uut39u3qKG7tMnl7tRA7dYDfcf2ttghFs790WxpbgK3UO+M5roEZtcPdBzn3DBwqKyaCBaQ38ieCcPDFVXxtFUiE3YkEcYjxNgg2DhMieNEyTTyCQtmok4k5V1ygF3T5o+DwnTuAtM5gH9hRmxLSqJYnAE5JkW3KOkzsOBwx4Xm7irizDvkplodNw+t/lg+9yD8doD047OLsEE85ifBexGAablU8OU0qJsbaXgOkSVCxyCI924y+FFV5Jpcw0wMEBj4oA1Zx1nNzbvRWr2dleME8AQB1A29U70TMoOHCr9DH6V+iF6epyWqvT5OjgfA/aLAbc/jA0+gnhZDagaOH5+R62a19u+fkQVkAkLKaSreTrIgRAFz8oQY2DxoAJ7Hsyx2ivdcu3biSgYKDL3C3qHSCweWnE+oCvqdKppmgPActu01aJ0jRwyhOwtJomDwOcYwrQLDHzIjduddx9ct9bzAFNbFvnBOTtv3QPbeOPlsDYFqoEOurOpyS4wuos++AHv6+UTv9cfQD2+8bK3w9G9TbLBB68d9QdJF0bsKKsADDCfpqJf8f6++K4I6MNS4Ea5f/3xO5Dpg9ck0ynJyMNsDTCsGMalWdK4bNAOrS83OczC/atlc3yXZcSM7tOK73Axr2YGsQ2ixEE8RgXvh2e0AUyA/MFflI+LfVoQZ8MmI3/wS5aatJvzJujEc+Exd55CrLzvLxfcopIqQ+XIYkAiUSG1oKl9wQHLCXgH0gYYTO6Zc9WiANp04ocFaVu+AHXS/31iy4cVikHIC3s9VzwVaH5A4OgBzTNuCmZo2zjQZ0j8EAjKAIbcY5pAt9Ab356iqyQ9WLhmVFYDDOqeDd5ol/NStptmHGNE6qyPK2Rl2IXL0KcdUqU4xe2PkSo9Z33zFU7kZdYKALWDoubVQkKshRbL7BvwaXDmGVH2Z7ziqcCuGODBgMO1t+Mcfe2Ur0XGD0HQyskCi5afNfVDwqI5WLRmsg1MKgqSnkQOHfQwP10oo7jHrmHEyPSgNdGLCc5B74tbmjSua9YZgdRCEXHMlWE3kjy8BMxHmkJQHcK+Z/bKIG5sIsyVs6xOGJWbK55KHHkGCA221VBiwow+iMaNH+ZtaMvlHGVGY0UK+9+UlyCAi9YMV+wtUhZZhWivqKm3L5a00T49XCMGhZ855OhWHk30qhIKokSDsjbg6krZMZuZMN+ElQCpRTXlxaKT2ygvMdo4a26Dbz8ksrzDmF1VPIU48gqQ69elFpsDtHUyQN4HQwKoictiHXYxX7vD4oxh0ZoJCtCpS09pKRI3zgVjpATt55YFeLOhG2dgRlkXFUIAcz8rQwVynW0hVHZ7RigET1qSeYkBbBG1G377dpYB+F22JBVHC0deAVrTjM1ssfbGQR7tlMM/fnmH6MdsEjIHnG+7sQEknVIfL/Ee1sVqxigO4GVENjq7MN/f4sYFQE1B2sWfWxXQBNnNvZjhZaEKKQCVzCL0ZagA/GGa68VVGWAW8ytEEATCXEaHWdG7W+YDQZcvSsVRwpFXgELqSR2TYUekGziP9XTwGnf5jDdsLUUiVwAS3eMEFqsZlZMIqfeoYsnBzfMhAhhkRw7NVKKAqTugTtzcjxk+UlQLI2XJLfoBlTeZhpbCC2W3TJOuFpOOQWazhgkXQK5G5+el4mjjyCtA3iKRPcgx6CVqjbaoqTMH//hbodMtCCqdXsW8KhaqGegE67+x9KBKbsphEvCLGYDmgz+SJe79OuOCDjRLsSiqkslkC3poNgmcoagYpxsXh2WJGZhZDkkCnvgdUt3sQqsQBKmGwPSmAsgiFGVmPXqB8nIhcIiw4qnE08YAi+ZXomyJbJroLiANYg38uct+YML3JSU1nWDdS8ZFoBVLwyI1Q6bGyJNug0XnEAF/swWgx0lGJMrkehSX/7u7QTuo2l6iE/zzX4pS1Ax//OCArbv2KyoS8+56RBahHBkH44rLfh6/nedVJJKlP37/Kl4qCA8xrGWO+ZTJs4MUzNAFd8vLxfBurHgqcXQVIDuATuFAREMLzQc4cK1+CRNJAw7usPeAzhioz3ZiqXSz8jVqxsVRQCVECo0u2QWqrc7OvcWYQfYyDmlMj38wdGafQ4s7MH3FTka4xRBUijgrNCNq/UTJaFQy9o8DNanRTo9C1YZYbd1DQfXrGmgC4AjPIooYCLxRMJRcCa8mK67ynWFmK3FZhAA99V3xVOHIKkCuPbHBqdFlzbK3hbJdlm1SXQi9iYfAAvYH6Gj9GnCpdFPxOmqm6KsEeRiPfgl0K6zgJ4tAK3ukbz5PdFBWUDA46tcrtb50IqDhmIiWDskakR6O+ilaqBpyZqauip4XH7PkmXKLHkjp0WOmqFQM/XAwhPSCLz+XkTeuLLAdxXJ1KD1VPF04sgqQ3ZNNjaN/6m2yWhTo3KIM6HC4mNvDVgb3djHhWuTOkCVQ1swYcGME2VIhHXjr643yQ6UExjcWz0KwZoywDUulgW31Rjin2ydC2QHF7OZeQFUWk/mQo3kVaaHkk2dd+Ofi9OpCr6aQfsiIxVpku5GQ+5REEDm9SqHOyU/FkcaRVYBsb2pqOOQ0JG+hbRSupAtiG+QDe79LkTDi5zb3+gWCjZpBAXJNR7BcRm4iwLDcVEB0j1KgIPp6LBxTaHFn/lqpOroTiuhjjgKrxY29QKr5VollBwflyi274a70KJ3Ha5pREBhD2JAB+dIZB44KGRpF9yAUIHNCoky7OdmpONI4ugrQeyMPqR0u1dbAAqj8SAYm/p2f/QL7gRv3Cs2aaelX8riGHnLaI9DNZ7lkK2B/EmVPNukv7+4Qmum+XnUzs7wNTdLC/HpUbkMayJ0KwPLZyR06AJLHYPCOAsmjPpFs+SEHtMAhf/BreZVtKYOS07toKUHLCIPs470FFQeBo6sAHWySbHJ+uRTQeY0B8uB2+4S97wfzawala9CPLeosUiR/KzYfXlDOsuxZNy7B96LAT6a1qH/8Kv9QW4aZKq5PzwbMcQagfZAA02B5MNck39U/bKnZzVsLKa8isTjzn7cC0GA/RuvhmYCVTxaNohaDztjHUHgRu0Sm+H1BscCKpxV6Z/NRBlso/1eBEQYoArKGcn3n6GNezVjhYMBBpUMh7eY9dvVSZHByE81NN4SAFYNFXxCZm4BubTZLx80V9UztSZC/QgXqjhsuVmpJmAsaoly86o+BLvxnzcuCAkJUXADkpU2KaQonelOoMl/yHeHSQdmogOGftxoyo7KueDqxPAOc17b3GByTvbEuD06AjTd07CEcccyrGcxr0RFZPPZzGMhK+kSVV5rxIgMpJIPqgkuZjkxhAnmIhJ6kgIYegdfmBtECjQhhBqo8msVOkQszIAVSuu5Isk0OVT6uSSZBimnHC7l7YDtJAPjvLqjDtSkaEiRG77im1YwgFUceH/h5UdjKx0ECCXpjXRZs1q4m0I16F/+PKOYoQK7R4c91l0AxdYtKSiMiypOLg9GFEYWF0sxa6KwB89Ml1KYagRIqNWCe626I85mmASYDMjhkAj/TzTjCqmdh12LHkXVP01QzAPqOpM4iDsMivTFu+u6Du7HYapM600LWFU8n/tPPi0Lbqm4+CFBxrQxkVGRki8M/F2yeJsyZAmtVq4CURXfdNG11jYpsKEY/A80AYpdNwD/Dl5EQTc98PKTcw2ko2A6I0Ua1aeTP0rLIGQM1pC4KwApqzhyQE3kfoCGMBmwBiEjPyJl7Cq6bgtpFyWCOXGVFqmMur9qfqcGKpxNLrgFyID3Q+hYPcPMqAAdgw95NFEtjdzkOmMMAyWzd6FCinZXTIlzQBuRG3TVJrtV0MSbVAHw1IxY6tFuDAXaHi4CK0Qw3xoPETaiif2ZNY1e2TPkFpuefB+RiHT3jzE+QwMoCpuCMqUl8C5hW1zN8lCcpqN68qEdPKo48wljYwLJrgFxVceOBAANz+4bdJaCOhFwziq7y7xN2keOAOUNTi5NB0SPV7i7c8EpyNWscaylMAIzTTQn0Rl1gVwH5jouDc2A3GmZWhe/1JlihYh26mzLUMSGBsz41N5DHFBdMMoON4mjFz4UAkcxs25IYCSAyAQqo1GXPQ8URB5eM3Fhg6V3gA65uJMf1m9VBsnOwDBDMpVvWy2HO6mxzD6D9ts6EwifkwbD9bAfUpks7dsiwU6qdETcW6/rlg8T5FLFfCZ6w1KqMIVl5U/0WkPZzfauVQlwpQt4Oxa1bKmOLtFDV7ZgyYK5raYtQ8p8ElVNhf+dCxdGGbqNyc47ld4EPFhiTZ3GVBcDePJPv7D3aFKiF+dPk2auzXAJkmVJKFl9XH871CbWfLmcpaQrdjRk6OKA2VpsKYCaNcvQU3vbr/SLA6LuVzIxhP8szBH2eklSWqOFCxnKKaKqfGywWQ5GNOQRQniU8RGhmaFPeXFPEcrC4fOKUGS6eOGOGgJbF8rhy4qSb5mKx1JaIcK8xZTOwVlNiaQZIjE6diBjOKfwChTYvvdH0rVXNbK0Z0HOyWVl/MhdRmL1oy+PJ9OKJC37RA5aou1QRs2sGbAVF4n1/Rq6kHibd9eIUimEychVsC6gq+oTQChF1VV7JSQXPaBhddcfstfV3oGWu+pQFKLGLJ77VJSrtyWj8nUZKuucPoAq0dUIvN9WrT415maeWy6YNxEfPUqYaeaSotbZI58PCm0EBfqfZ4k7Oa4LzcWZ+1z1zVZ+ZXjC1BSLcP4SbvRpYjQHmHW3Skn2BRaQoL90yZDPrGJgleG7tdiBUSgAabdZ1T6LndIWbPEZhru6yNaf20Nv1DZg5zepuRKyZ7jyJ0EM5OJ+zyPJ6GfwtCNS6OZ8OKYlwl1xZFeGRhwJnrm60OWC4zCqZOXEx9DQMxtRSdLbv0bSVvRmsnKNvrz5Usi7hsyzpWFcpa6b+JoGaerSYBuMsskiv/C+qgOTTjV1gBi0qI4q8YNw0HRrGLyUGuIgGWg7zu+7o7HeT2OdjAV1w4Fj2PsCE9bMnrPCzZb9AoWd50ZTDzQkSPEbsLuk3K4Xsb2bTNpw58aTUmytg8fYwmf/uhNk1QzKHEySgFLNk17/+p13FetGiZHPNkGiLRVXRVYbRR4y1oUFhYadUgyRsk7PflX13w1BMZTRcdWxPfYnA/8IQNnr8NQzR65kTL552Y+JvNic1CsiEUjOBD86ECEUR7AFNjmcAQZEX+eGBjcplgcuQnYNHVIAc1/caC3TdL09gPFoYC0R44Fj2PsCEje96b58t+wUKPdPLmTM27ygBwXPJpsOlXSnsWxq0EZXQ2dWWHUKRcke22D37ETJAZI9ddMNrhnntyq9Wo9AHlWDQS7wcnfVMxHph8buHAIklB6uiqeQMX0qtNtWEv346q0G6f3lCY0lPwxiifvJYOD61MuKI9k5KJybhYP23E381A4DGYLEq/xQOSR/PaiXhRhx+J4YC5RVOukuK1mxNMvWB65P0othw4FlfjPe8HAoun7htBjXfi0MuCZyF6TKYsdrzhSEo8pmzp7hsxdY3Em0Z/en7mO6EsYMY/Q0hroJHZ95Qq4zuCgucol67wgmGbJkKMAqpKZLbjLbTe0dHZ/ZO3EZr6QzakanxP05dp+XlkzheYetLZTl9QkGzTrYAVleA6989YS3m4onnkdGhxNmWrBc6OWQCgQCuIuRFeHEZZqVfW4fbiduQbxzbg0Bc8A8np0+8aEU+w+uiUtAwmdLVL8hzvuDckFE9wvkMm2yUvMFCcTQdIz6riSTPvFQhYEqxma3QHjrLwovF4DXDsnd1MV8vk1McB6ie1r/7T/Pv9fISn4MZX8Fk8ernsneMmeusyX10HUbWFpqbimp9xRClOk4tdW1y8btujC2bijb6zRqGKv3Lsn4EBBhdeBG+LqCTYgofe9+f6Gt4hYrv4nCC/A0hyBD4JRwu+NUpnSnlEcOwmiYjdg/UCOEbwYCUNXOIS0pKQ4hJELbmZwYCAaRHzipkCS1LBtgYFw4MpwsG+LcTbGYnUH2nceTow8ZMSLZqiaIHvlSSqQqzQZDojQrQ8CIKl6K2dQdFyVSAUUjNHE682eM9NZMAzwdsO4N2ZQqdKIHRpbI8PHv1xzAxzcWx+i7ww8Q0DJdhbkvWC505JIFEEZ8MNZaV/tHXMtEYWpdFciEIfgPT8Cde5Bgp+waQavn50eQ09BdxWq7Mg7vF+nhTl8xTqokkzyzzKWAqRiNboT10l2VhzKsZp7VE4C4TWI43gt4K9XIal1kJArygqLWQ0UeqrcnYqyx2LsCKxgr3YC8hA25EoZICRE6CGIqGEaXlMRlJJ6eSRiXgGBp6SohZOHniG5mtXzMbpvLsyhQg+58X8tuRm55nXMBYDBPqz1YBbbiASWfjsGFmPBNaAFBwLjxI6B4K5m6Kvd/IdoEhOai7yxy/aCdRon/9CZm8SJ5osh2c/T5Hph9tyDEWej22TfM2OXuWCpBruZf/ydB51ARkjgCTs1/bFEChLsr/xRMvTnq8NxWgfMEbc9QRdP3rEz80jyHvyNQp5gZZV56GPMSywP/X62uR1CyGXawBfh2ZBnN8loVtS9YL3XQwgeAIx9GPT1yBlcswCk4lRW+GDx9fUy0NXPmeRi9JRbZI17xSUOvwA1IwGiM+Tg0byUjyBjRenwJnNRHlmWW+EVApIlteT+i0du4rCzOwKKxmJtO+qXIiLRCPmXCejNe/9qUJpH+BK7WqlyALuRBW0P86cd4LhYz+wGprMjEVevHEF+aVgMRdqqRYOLKlIgZwrfOhkpEB3Y0YuoXFe5ZlF6x+pmGhVE8iTyhXiCXvpJOz3rI8hOJZlyAHLuGJ+fRKG7i8f4T8sJCoOW8ofgNgIstISRSOV7C0nIwXutWUX0+xNYAx7ysIIRSL0cqDR8kAbR/x9InzaDKnaHHW5HPG2iAHibUhpD+E4gDyJYovoVsE9/YlvHmtYpzhYGZRPwkbZKe0+jD0FsVQmBJK6kOcbP+r8A6LpgI8G6rpQzflQYeTtaGvZsdMgdec4tg7/YgMBaE2UlkugLGE+JbA6lNgJGfZC7K52ilZK3SWTYPkd8oEYl5UyBDXcLL+fUWvGg6jq9USRuvR8Psf0uLzssjWK7xSPMn/OnEGSoCEwxqLknnswbKHTCzlUBMf4QSFZb6yUoWAAUqRbcqQt4eesiyMeTXDxzks92hkIQNgOg/PqtlsQSGwFpD+uKNeUmu9nDKqqkBg+Vs/O7TR3WBFe8hgMEA0HsOIjTa0bFfJLoYYb1DhqdNwD3Vku81dndTC4yD5Ih7EoPwhNXMyn5YCFSCuvJCYeIcIBGo6Z326RVrvhVHkyqyyDCIaGwKQAjeAeEj2OG82P1Ze2AeLA8abYXRxBkhxXD5xFUdKDlWkXLls6cgtKKfogKQnYKix0dm8YaAZx1qlVR61FhgUOA5m9AINIDO9mhZreg8ROsyZeOnEVcm/EZSZUhu0TE3Ofn8CI1rd9DEH53WkzjUtA4obtv+WwepT4PWvfdCIshn79BOgjUGFRkkccIgCWT9hMZhcVMgk57G2HdceSWn4cEuBbIn6mOAxtw0DV5KybRRmSX6LSgeD86iYDOTNMGi2k8kUsbEZW8qoRNUEa2H9uybPLPMeUHgYU2S2ZDX68vs24s0qy6KYVzNxX9clIKAjkgGCn4wnlj7bViF+QygJPaWMelWss1udKfjqwCQuT9AmfztxwUU1Zmhv2Z4h9+vxvqmUUv2w7pg/1zih1Wad1Gp3nSuMCoF4UEOKp5Swp2AMMKvwLdYIew7v06PWY4K81DKgdm3xo40proUmwGDG8AddKo1ZKEyJ280Hi7gL/B0OATbAcWGcAgInO/uiHPPB5bEt0RjCIgGAIUXThGwMCvqKVlnUG/+0wBR9GGmsAiwvHJW6vYcIHYkQBJMFZcRWiI5MSQFOOOqSoWg12PAt16zoaznsZg1QvCoMw8xxl2RV6OQgpuymh2efqBmZXFTIIDhQZ0x5MNh+RLct/6iNBHKK+79cDgVQw9YQH1qcCm2ELCV5ZsumwB+d+DnsmYw1G+7D2jds6d9SDg1KCvDsE5mzmFKVjTHxFRgq1NPa0JdFZ5RlYcytGaeARdcDOSHf1epgSH84ycXvCAVl5QWqiCbnTfQ22tcprgkm2C6wCWDMIH4P7oQxeDAlC5jfmAHEG+oHLWXw5YmNbMe1q5OydlMzQTxcu3yJ8UxsdAs+LQVePY90As5ACKoR6UB54FqjDEzX7wVUFngIi6kpU93gqiuVKYw+j05oXB4UyjVAI0824lAlbUQGGJcX1sQAw6JEAYxRGNLMGwYaLk5Ye6XOSVGPT2nxRL1+fPa7aTxCRcvMrKSxL/ceInSQM5WmMiiRZ0oD6ymuN4GgQgGuf/drcK5UlvWvLQNLYTcM0Mb5LMdxUz6DCh2ZOpAEkgZ/ykWFzKuQOxAnTnzFpsaxlz6R6skTT9APuBwK28+/dp2fSXly9mtWSkgS/sYji0p+mQzkrcYOt8EEQzrNVopQE4xp47tf0ZhnPlB1pJKlCFg9xcWrvrLIcUHMrxn0QuQmrA8YxpBJUS/kbLGbJFzOWut3NF4po95EL584uf51UZcDTj+ifEYI5gyQRg8WVDH8Kk8pA6l+xqPR2bMPM6Xd0Um52D35cZKvPVEizjoadjFAXHEPPmUYMaKhvEjG599HjxwQ0LdU0qIdZgCKM76xphBoApodiJ9pyZLwmbwPAxjtuA7hizphECd50gjxpcknG1xG//zuKN7B2wTX18ybdtK8Mch7Gk03/inaYqNmuO+LoeCPEy1lpdu7RxiAAC9FUysoC0GkTCkjdotCZICyc2ycDWGWwOoKcMPWmoLYuUST5yZAhZY8DblAhgrpclEh8yq8zH3AiyMRNHR1RsDWJwmIY4wmoA+Kd/1EVilGyy1JfrsLA76iuq1mzp6DfF7m64bZ6AM5sJRDRtmu1r9rD4ZkmQctiVWWpUgoW2lG0FkWuQFknXMxv2a0u5lRkS2UZMJd4MDMmf6bXINs1wt8Qb/EJgdnVGBa9hmeP+O6JcCKhphCS4UsYqO1YHEiyTv9AMsAKDDosksL5EydJstOu5Mibxvr303ytVGGvQlznx4GeKbR+EDqTp24LI0nW7I3yx9rndovehYhBGKtFMotg4ij+82SOkxMzuo2o9NXNczaeGCjtEaIi8b5L1K2F098s04hgR7IuLZ+kRLOoL2j4A2j6BndOHX5H1wLiYPZ2HeYVClgYtnK4d/oH9wbyXd7P8MtywzapkM+TiPoi0i1EVR+0MxCpj5iptTPkC544DrvRP7biWEoCzqsgiyFPWOAynGHZK3QIZsMlgRi9fPhKZ+byoZxabA/wxDAGI1XK3VIDT3g9PcRXoLfGk/Wv76q1Rh0mRjp2CuFeZmMT18cbY3PDNMdcF5VPK5ffMR+YKO5Uh6zJkIlbnztdRBKBeN/hSrLi0HoumwPHWUxLNZ55tQMl50gksD/tAyllaj22iyNlEBRL2itX6Qmh4CqwD95E0WtlTozzN8hHwwNp0jDL6b2rkoWxSIgBvkNGfiKHeo0tLUezhsN4ZplpKuTfvdh2Uy8IFBRLmFMrGhnLibvCQqpajKKOEZDQSchq0NiGCe0gKfngKHx0JBCFsLkojmpLUE/gf4xBjsL2U7awYP3QQgmLUpSIwVEQvMpd4VsHwafyLtb+2BOoBYATFGCNww0bAQEN8PSYAajAXGaOY5cHhRZ6faOmi3uxAr5QGvpDGqZOs+NPZlOgPZkDNC2YT0OXG9890AZYHYfoOXYxC5kkmWhv42P6auABsrPbdVfMtZ0mqzJ/V09jWiREMdvryXMaVzw62eHDzWAZ/eSBbeYF91aROhW5qJhnGSj50q5UtbCdqqJD89+Q2cgZR4dTzgZsseEWtnqL4vFh4Tm19ScmgGlIakxWkN2ow4MWWRrs0wfc13o+CALORgaTW7ECiRXVBPFuZgBIzv0jKLFYCNwNwGRqpJTkVwMQQBSloa8fgI8b7wLJ+ukmXy1wO8NTBUdJOwp+BVXYgmUyJIjgaekJyJsGC/CsyJ8ihySkt6iEGWXpsB9oJCDyc7CnFD7jPWLlNlFkfFspIBINDZQjFf/pspc/8eJE39e/1LLE7Qe2g6r4SJvBdUUxbw9BlE8c/UybIcvy92j5ioOA1/8/CoFLXNcu3hIuf+ZI2iP9w3PVQSfMBhe/BCV1xW0zNRt7voipbQGaBQslgUMMK+XxbC6Avz8639acrnY25IlR6B7csgEIvOP+SSIyzCLSw9PEJAKiRqa38UXcWkTSQa8PfmcDFAasBkpa5zn4RU0+nVbgvPBjymMzvyTkl9HvKCXjJApU4eoEvWICBggHYDxya9jqWKVpRRTPYWke8uiDujTVvG1fsyuGbIYkRojfoEIIsY2M8dxbLLI66XdWq+uDQZeW9BzOmVQeaFPYrDROvgwjFxRQ7B8aDcxxHjB0pO0zPXP8mfgNTopdaJ63+nHXxc1mhVkrN1kSZjrluYSK/Xkd72QViNbFA41n+1bIDBGDflnliUsmGItyK4NCwG35LVcdj36+Gs+3lQUWF0BHgzYszhW8wsMNrfJgcYpJhRuNOuA37AwmLCTNjs1nbKBf5AriL1HzMDAupp3rR7MrhlyPu1Kkpak/tiKcnYaBeA1MJy1yWMtwc2Gx43kpUo6AwwGkPz8qDjp5pg1D1lMi0SqpWNkU2wPP0kL9tBgyjwvF2Nz0KKUuV2UYY4+tL5a0YmjqwDX/8FHqC5/X49yafRlG/T7YQAwO/vgg08D20DrHm2x5a7/4wK05Ld+728EF4L4fuAY5b4161QWu+7tZxlm1wzLhoJP9PrkmO/IZiKWKVIiQ1DVWsWbAxc71InfHVJii9U16Bqc+C2NBlInbY1C2cCHygzokGG7+Br/LGu+RKAY2CiYfQrRY4Qfkjy7aEPS9jSTnHz55KhjscHleOKen48eONchfsRmx/7OY+hzbP9o2d4QewZkBMIP5xCVTVMJhsW/3o8+yXvYwmBIN85HOwPzMbtmkP0tdGYtAuKEfqyyttRQ5HSLICiDUydO2C2Q82DJkYm2E2KG3NhCR30FBRjDxErJI84DdsXeYceKjgbNF2SUwHgwR4IJtZuCeZhKvFbjWbnSeHyUURlgP47wFPgyF7VPYdKIbsZ7sGhI7VXMx5tfdy/noO0K4TIXAa/mE2CEYCCyyHlr392g5uzqghmyvqWy/Jg0sA+tuPKayTiHQ2XjwZy4E0k+GGzR05G6GRcGGaUMp4bFamE/FD1ZFVJyKwLjFJjXDLF25MpZSnQAPXdT7jcPmKcYIN1UOiCPtuYKa64YcNZAMfGXrarIi4bZBiwbVkKZlxFpxVHH0WWAGdiC9Ro3jsIGaD/SDr/q5hoc401jqgcUS1FbawMbvhGyr0GXHakE4rVg0dBGn3030MXYy6A8TCMXNdNgm9TbEAo5jJhJhBkhKZYdPhihfCySF/TsbkHOgKLHIWbDk5wlu37JpvEtEewiR3nA7qzCFhmBP/3YTGCxpczBNDAmp1xTb1uYCFq7sQGoc48CFSUbQ4/3iqcFT4UCVEtl08TJWtxUu8Kxm7VaMoGx3lZ86I6zzKRKWstRg0aPV6T6b2HWUM+VLd6fKP7YGXpBhFk9+UggJur6s2oGKaNI7MacBadsNrovO/mWSkxhUb+C4jBgSId9OkJC7NhpmgnFo8xQWsxSqpV+9Eg2XxqMr8yOsTGzRcDOdJS6vGYBTEaod5SYGdahKCnsplYYtygBB0UHZLOQYFXx9OKpUIBjcrWs3cmsQTxcw9DqU2j0QTGKJ0UtyVATkQG4rLylx8T1pW3eaLY7qHdKOzGfrsXm1AyVG7UafGcap1GUMb8D4maDiow0kGbQiRaLVsVYqFAc5EL6Iv51g5rPcq0YFhNmt6fOsKlaZcq9JKcCIw4gnt3UQiAn8WCNnBZNMznKEz+/KmASY2gp+hh2xbZTcWTwVChAG8fVlm2E5iWaauzcIz7e2WzQXIaK/YD9FO5xgIf641MBE32cI1gugZAhpbvEdkgLWqwDkD1SVs8nMK9mRFc4DebKlttZ50yAS8hoRAfHMZLIzs2jK0VxxdEWfzhIPVNPUtRUmPxTDmgKB49vLhrZNLQsRVDLOAs/PcmpNrxG4AU/xuP5408ycesItIUBi9OWDgAHMzAShAxhO8tR8TRhnxQgu4cb9woeoe75Q/MD2eBQ7nACUwAeokLwpTL5wIFx4H80pfrzqdbSGIlCsiutGgPBXLIzhuzHYsytGbIV9Gn4T3JQhhJSHSQH9PTYne1kiOJbYAqbgOySOOkYTK4dZqCLOKW8Ogbcno+5chS+mkGkyJknjWms4Dwh5A7ShoFZpBxK+FPh4WGRHGw9iFXUuZGhDt8VTxP2RwFyntFsYLsC2rG1ZYsVzQ7dP47LbKJo1WVjNB7jF9wxNme/lwF6jwTDF/Ga6LBqtnR2NHoDaejnf+sXX2zee92Cpy+GolVAHGnxtqxnwPU7PYf8NjhYkk9eoMl0/c9ndUNioYfSRUOQM4H8kjdR8XniUoJGDntHho4EWlZ8Vxni9ytHoZybTUz8jXb4V50wTtq4iJlLnpljXRfhVZBIyAugNIqc7LiQGcwd3g8FjTetLInuTzjvLs4+jPiMcXZLxumQ9mV9wMnMB4a53WwVQHBhbX9J5B/UNfFHGx962c24fI3BmONyBHxDJ/qFwWgJ/IeGrrjg0TqElF/6rn9Z26Py2a6Odp5sin5U4LQ96N+AaEoDVCLMreWZNnOHpqByUIBQ8KZKyOSRktRT7uUt4UAhu6KXzwSJt9SfSTqCewYj7r5S6eRRC5NSurjq2HsZoHoaNdrQWY1sUuFC5cILg4EFQplFFWxeLZNUaDzlY5/yD8l3aX/peL1HOlROqPNWBg8NZfNdFuGZwhK7i7MP/si2Rz24oveLAHzGEjjgWxZXZICjM/xAdR8ouKUmUhHxY96AiT++b8W24RSrDGQZWbf+E5RuPjxPkEPSEA7rAYrdojXVx43Q0PXK2n6prAl0jK3LP+5qJDNxOVRujs4poj2zop8W4ubXDP2yuCqfF7zUD011GNGhAK3fX/aBefFuTcWNnCvrbkVc/kcot1YXfVXRtBNw3aTryUFKHa2eyixntOMzVzkP9SuhkUstaBB21w/+wc7F/4Km0+45M40jrLLWYvm3pdAmTM6oFxrNyoGqLC0OD7tTVuGtEiV2F2cPrE9A2+mu2Mv8Xplawbq+XgPt2Bqb9xWrMsAv7WVw3YDgGkslq6AhfouRzdCaKEbsOByjFf4VDJAEKrZfvnhY0zFdYXKjcxkt+0dAI7nGg8MjqsSCEy6CTgao2VlbPCQX7JggTKJTbzPz7d4YIO8y0U9QDKX/RneN6FCAUpZomyG7C9cfJYy8MMduA3QofriyPCwSAki6Mbn2Q9oA+V+uX6YfnXjY1DdlcbmhBd5n8t2iXxijF7UAXLFkfHMizGm8oMjphaNPmQTAmXUQcUMsK0509gG7U1YHyQAv84Vmj6yF2Bu3lDb6F86w6MrJ/mFFBhhe+tuN8nMSq6Ihfk8PDY6mM2c4jHtz5Fm+0b+CHV88zGUbDPreJxwWbaMhA/Nqu6NTz0V3GGQnz1AJUhAUYmtyjbTELTsAR+976rHWbcve2O7KjrYCtKTezLIb5DgbyCwyLM2dp2aNuQekYSompHOG6XTrEDL0XABbj7+Pmiz9lgW0JQ0D40clyzt0oexwxA8uUKxidR4ZRansS52VKRCjND8PMo9YTEz7CC6c2Xeq2XylUB7bR7f5/KW+jRwNcrZ3siU74TsnnofNkKTMVifGfNce4gRT8+gceQox8fV/xk+SM2L7bHRH+gneQs6cGCJCDYPGAOH3aWCAaLrEOgSVCpyMpS45c+I2p/f6aEaHpC6fGEqaGIQYrQSl95DxLVn80APEc/EJQ31JkY1H/2DA755YN8KU+0Zb/hMcWcUQMLE+UYUN+a0zj90zZ0uxJuwsAgczjMuLJ86EbCoeyx69W3Hg7VtcnELuokd+JjO4d68BAv3dZgLdR0K1BgaoWVc3SADd0ciaZBgyfPX0GS4on4a3LDchtyyLBM839Xlx/gxTVkTIWX398hNYqLWfOjHkN6lZwnEwf8Gkx5f5krKTrIuQgD6Dzg/DwIITBfjnSxnP8K1ijMCkG5LTFZlvkqt83D6NMvJC8ApldFHSTX2kKTA/gkRl1hCxcX0FwLjIyQOMvE+SlpQmXaOXApjhw1XiblSImORhIrwDkdJk8/VvNXNFwVwuhHdBou+El3JeCMHSIEV5E5Cq0XF9mMpr6MQ35kkY2VsgtWYRE9/42j+hPYqvixy008+BBFmDZ/R1Z3ODv9sXPOaDw2oK0L4jfgIjbCxwbmwqQAfaynpbUig4RbHl3+ujMEKIk0oINt9J3xh33XviC7RUcAm0zOQ7Vslfg7eHI08IYqUV4vLMuU++VS6PwGFdNL5nVaOhgAj4FjwCmfF2k16Pqhf+WdR8PWJOqRLiwnwXdCsg/++RWrllG/AQHK1PapoWPzLueAkReW7gHHOLsvxw7c2v9abArO2nIgpIwYX0DRibG+kvdCSJIDgMH8YXz5583s4XKD/kEl4gjEyWNEYF+LzJejIOGXk0CXUGOXheYr0jJ6nlMI9yDAiSJfUz1SThpEXAoBwpPvyg2bJbLxEA3hokk77t28yMounY8nzAgCRRXfxOddbnIKrTa+vh1UPRgOrhexwh9ocPw6dEAtB+v+W7utFN7FWza/ww1ZkTTxDgsqhZAaXA6vbEP0SdgAcyHoY4iQEPhK6Zfga48uPFBPqIkwS1JPu26cFh1TVA//rF37zA59mq3TjIKwMAzaUY9WFrvvK3kBR8/1W+n9cxrA3B/KG9kslfrgz7DcQwwcCCaDYen/iLLdtoIhV9XyQfn4KAfMjaRALcCASswiwuy5x8sjFslMkFoEoVHx/Rhy+Yw0iFK5w3zvKFw9R7mH2MoKGTRwEuYFKgLd0McAZYLvCRLa4B9u4kZQSQMtCR18iwZRvSRW7QNtXzLTcxt3DhJz2ucmoHM7KIBgmSFgdjJACFOrbyQD7qFxQh4yzN9KNKODUaULEpgRDRd/gVB/oXA0wiQnKZRE3WcMEVXJ6MVCPrV0+Cn4mdrY0GKIaaHGmmtRyyV44UVvoc6FlG1+xdLTqIGcLSVB2lbFH7WW509qAFYIko1V+biaWl5UMBRorwsYe8z6kX6duixEf/dFXjX43EVGty9mu3c9gaIL9zZcuza/wwVYgT9dQsNz1hJAqJb3zXjJhu8KwXNvsn7JFs+HRtBrSg8NX9uFyCBkC0teW+Qu+7Xh7+YV7/cgMK+8WGZ51lbypArQiuf/1PfrS2kNREw4TiOnWCyzeSvqsiCycb1s8YveyriX9LmF/22zLSE33jpCrmC9gvjPkFaI7P1kD5Se6pxSWPW6kxpOR0ckA/IHWoDDYUKDumztDxkyPqvdB7VnlghdGjQZ3awywF8hH+v02G0te9yGHcGFgQt7PJAFFmW2EefQQVp61X5gaZthEboK75Pgl8KM5orOKk7EqvoHbQIRSOX8kMfDGYuSpxmn5gNPuYQIgIYmE25R+yYg1LRKe/5mdg4OsM40ejYN0lueIfFutfaA1vzH0JKrqz330Iw+dMaDJF10fLyXhwAQlHqpHxg/5BCCYlFxZm3IwT8h2pGXFnnk4IB1t5iWBkIZUodMNh74GcTq8t8+Y7OsltVUof0pVA2RquMN/5N8TpmGfd7rV4k59PMAY4/UhTYOsSTgoNMYXTia2BDii2087rGB2TkLiiIQENEGOnAZWt2DkGr2EK3FK2+4tf+nlZfCkFeFov/WeBn0/G+JlYR7i6DRYSPiSSS2rtWxzWz0oiFDUkIT8WzhnghbXBRIHss2D2WVu21Nw3ZOk4M9kCA5T+2CDxYVdj3WLGq2iTzwtlcgGoUlwiKN1uOz1iRWGwC+Dnok9cViK5R75OlEAOQ+UuCa3Iv93xcEsAWEvWTZV9k4ZRLh9UH5MljVJukMnT4pQ21qq4WXG0HGPZJfXUp3lP8mEZWHOY0BdnMLv9q5nHNFN6iAcqjX6kBYkQEVLk3VLyn4vIQsGX1hsxLQDhyzOCLA+/5W2EdA7gjQejwUtk3hgZTqKOIR+Y/G5DLZyGPyo0qDQawrYIzpQQo1R3FAHUQbYDLSLQhywy+Cik+6XcHMEttkNE9r1TowsYS1yEKBOkqFeMsQXA4KuoAFyjo8EYoD7gZQxwyi+8hi5hVoaUQvYd0vA9tvCVXkUXk2ikBe8nTnwdqoX6UbGj8YAT4crSPCisyAAHZ/V91vDJXBQ4fG2ZZS91SS7Gdf/ORiGpdZCCi9Z16GfDpWnhJHx9YnfAL9eCoSOkdSA15vAlFPqG9Bxn+GlnMcBYYRjxFZeiTT4vlMkFGCu5eEIf+hWD8YpK4yguUWnsbrlHfSJNQD671wDngnfzjN8G9Wh0twB29qzjea8EUyEpw4UpQDLAlBv0FOWWcDtKPAkCQWJ2uX1u0SCdgUruDFBRs5jwQLMUHzKsM0ieJRAiusiPi7n8LobpMMKeVv25RCnrK9SGAbCEtnTHCPsW9Dh0O7UcqT1OQ3HAn5FF3lC5ZQ8um2Hkl7SBd2pNnOCTRyOLiF71GP4zmD60W6qbAxKlcJgAJXCTN18MNVofsHFsZAsFMgwn+TfEAdrF3P9NIfQBL6d7X2LoCl3CVukNIQUOl+eDOB6e5cCv/CRe00g/kxQUYqrbMFjetugwQzhQma7KAAMRCwX+9s2s7KUuSWL8FpJ6UfcUJEmx8CdPPPrIKocq6sP4qWyrUvigt8lYn9j1j5yLjrDt8iOywffpNCBO1oYnPqRmCBUGvmBxKdrMJ5LTPd1lpm1dCv3QdjGRnFeUKRfHyRNfG82kAScudqE7c81TK8fwrMpdBiIloBvaBXa7Joy2BIRuCVZmNEvJTsZggPwsK3PzmLk5aSqIRQVzPSuvpsAcKbvIw9iGmZGWDL9V0eAAs9jgBkpNexuKtswPpGC3x4eITvJDhhKLPo9oZsiS3FIKUL7EtptjxRnkL3U7gmuAnAY8UQtSy6Eak1uOIDW9Q9LNwRdVJUo2pifJOYwkfv8M/TW0nF1SwbJuaE4gyWxn4OCQbTCo+ToT0+AgRNUFw/rX3y+zn+k1C6EPeIklIOa0Brj+tX8BHHAGQ/9Z4rCVGNa/b0mEDZAifTMAaCvmXfBhkDtlvGx9jnCfsSIDHPGzeSy4CryFArtRazOlLgliJBsIDNB9T01SHP2tyiT9j+zCwsmG8t5Ct7qKFirOYl+4VZuEb16cOfEXqzXDlGuAaNypwjBYJwa4/n3XBYB/AK3MNLrozxnMOzAi8R4KjZJq6DvmLo/MDD3+v+29y45kR3YlGhEIEMxIr4oEoUgUKx9QQUAniBQLGvTgDsgP6E9IjS5QuvqF+x0tQo07cWh25zVgf0UBRcAFZyMLoC7UXUWAzRqIVKEYFEjctdbeZrbtHDv+iPCIcI+wlZF+7NjbttnetszOyztUHVlZyw1BjsI/MsBaFTMQEEPSYEKqP/K711aFhbbwvAafsTYgaJYMI1DXSOCH1chZVutBdZEBYsyXYo5kbvCDewG3Jnb524C1zUeIw26PTxn9JDNAXrxIDPDo6Jv3IGxe61AsmcNKrkQKTQClh906dh2bu46lqhckH0SmpPyMQpK7cDbJmdMN3PCUP+WjDYgC6wSFDkKAO2aAnFUgpLcvdAlfn1SmVBIDTOfuAA3DXJi/Dp0DgfDlUcT6+uj8lP3pV4HPgmaAGFgJKNYK/w0Kf5a+IAvKp29F++5gXb6DN2blEym/aosG/PmYt7FFNbx5XJkBWj3V4GdQiNT2Nyfvqi2hhRcnZxSjNCVx5SIpzbyiCOaAMKCo72DImdwLAwSHf3e29G+MKxeNR8S+ADE84x6IOg9dzFn7S16dTJJ/pPtdnAHyy6KI+c3R0dcvEAX9eJGLS0h7gK7A3Lf6KbnLBaNTUy+onXCnb/BivCjiMToU4ehIpElMaBtIJ5HZ33ON5n5DcEXnTiAbsNnS6qExdbz8FhWG8/fzo5+jNpelttY/thCBJ+8B/ILNgbDQxC+shwBYtQtdVEeD3vC2QjYLbjQTnWBuxTmyOCxAhIkZLY6+YEGS4skPVCwXEYwnwtE5XtycZ4qFLEyuF8gSaWvZccjN2IrXGnKnWkKMLKDzN4jHSBs3K2ULNWbwZ4LjryhgFp72G3AylHqKgAPWzuYOqCPfOuz2MEgGQkR38jo8YRseAGab7EiR0Y/FzxAYIGYiAdMVukAo8VJKlRAKz1/kRS0IaGGjfAPGncH0LVN/TxoLuwVckQFaqyAErzWNTHFaZyQkMXLEtiQFPEnRjX+nz/hSQoEBon/KR86ZUGuhKrZ3CQN1u95ZHBKWF3fb862grO2cd1YT1iEGDAMYVFAaDnljP0pxmtbgNPSojAzkEe9ho4P05thbdvLeOVkMy90GtkGFzP6v4VqsgMzFnUSmgyRrpFkiTyRnYMypNuAHqKTFNAPIXkJkF9kPnInUxLyt5OdoNKKlYQt3vidQ+zohjsRBv5QRZS3wK9eJAf7HbG57gB6LmwaQdaoI5OqVjttGwGDIaR5EXDskWBLz1NyaF8RJSJStszrjgPKFP39wMljURnNY10eY2qa9NXCrgB+45pwgqoDl0RMuOH9Ceb6AiugjyW/UvEeM/AGcCrR7zgXjjGKAumbyl0+4x/XO6+dwK0FBKcELf3MOuuC8xj4bzTvMSvmDsjA4HaZvhSRY7W5ZoFdlgJIDZuzS4KMZuJg7rTMcFydvONI5vQdJ/YYJ9YFt4szl4+koivy9dHUrv1r+hHfk5o+cc7FleYXYLkTmNlMN7V497zD7mjY6+AJSDuKOGTh0ZZJp7Sqmaq0aI8EFe1RvRvA9LvIg125Qmrc0vW8wNlQiedNWACvR8efLeX0VtMAuD5eRkqItSYdxAtrHFp6y2tYrqg1aYzHNADIazfMXuTnWRLLiBDYV4kRm6EK54cnJI7k9zpdySxxmUpjRX4I2U4EeYV5gP/h2wg+zpRa9HuvF0mQd5SqXBkyEOtSu9Pg4A6rNAFsT8MihYTJycaJs/NGdE/ASSiF1ajXi1xmmHPlgcjSNdaSOgwUtwg2j/WTw1iPIVjyO838nmWtNyQkrgnaOqb26q4CsRBQQDNC9RiBxiQJMEemdsHGVLivBToAPlKS1yTK4W6gZ1BiXaKA7dwGa3NTYYdHy5yIYyEGpcF7q5kPXdma+OBnkkU4Rvstad+wJrswAN0d9dcGBpdKWasCHATAYz/WipVe2tRfHqq2HHbYyWQy2c24Kx82vf18Nti+1XJABTq2BeX+HO4WyDiveG7d8lu/IWgE+IAByS+AXvDZKHtB7uhPWSF0PX7h7EhMRGhJRTIseQ/n4m7eM3iBwCmU9bUsQdTAmbWnVID4xNyginYLYxkvOmwit4wBwKwywYQAx+OqBthYcp0jC9Q+hb4xXWcQT15+bMoB1tr7vtRuQ/env54vWPR4CKGIVkve5nOwQE0lH2LAbsOx9zUJFiOg274y6J1bKgwTXnZOY2lpreGMgufWtSnULxQQszkrUJGnWl3U0+SrIqsSXaA3q7nW1rVk5BffVb8cB464YIAbPlpMoBq8Gun1j/EP51bN1GbrZu6YaWO7wkiCRNen6Y5ibXgOtuQ7sVrUlemZqC1As0Z0Gj4hGpYBBhGlsOkdw7w7EVNn6nmhElUu5sjCGpLW2coONuIxGSkQ1uz8qFCPMomMUXB6X6USePPOb+2gWc77DVXQaQdwwDG+P7LgnuAUGuCNg8K3T1RRe4iWqhKFroz3tjvtQphF255VBajDUvR1gRc+QIqLcvOgP+1RpJ2DTCg31fQXES909RD3R0Fq4awjksUHlJq1yy59+qFezSDeBzA9dDTdPmcDe8WfZJT+6Rl3p2arto+b3hfDB4xYY4LVhOs3JfzTGbdwm2OiNykhL4S9DwmDlNmKAGMK2RLSJjfnW5pgbx22D24T88lkq1ltMa+/cqRbMNLaoufYmp/Id9sxEvtY3a+eLbNqHaCWE3wIZNwq0d+EwjSRDL/W2f88PdVF+SKojXaN8EhdlwKiIkUfHoWGVmu0XFhywGHH4K1roAzeDV1aqUekTOMe93hesDGAQfYfc9IE/e4dVUxPJmLXHz62VUlYzMfzZAFN7bS3Yxek2RgHNqMlzKpeEqQVwOyVjT1bMReHhjImDveyV59b8YijrjOiecd9kyQs3nfDdRxwCAzRwjHJE+td4DXG4CpjD3UVwP20G08mBj9FLwxeHMVIz1x0hFrwDrNqcIFHBX96TSrRF4pDa0rEBWrxpCip0qpGV2ImRB+2f+62r3WR4ewmORrDbm1VjZysRGXP6FMGSbztkh6XmJ4MISxhz0UpevJf/3TNiUzF37C0OZA8QfCdd4awG6XDQw97VXukcI1+DXeuYY/3lgN3AdWlnWMnNRcZKU91h+oiTyb26AZpaPQGUpl5oYyB2YOST066r3TQtbRePtQFqNpFr9qXDT8DqLu1eGEOpWVVr7vtByna7oPt13DMczhKYs7SZvkBbhqNexKiMYYTiXEf86c3m+YNEKSWjT2rcFuBbi3eRj2PlHiC4FKRR3hfoDMaK50nS6DWo+M5qJHElsjRA6JOEgbUKCdfUbkVwMwjLU76tym+GGcFeBY3y81yHUYPq4s+zs1tSJYuqHTaYSP8QVkRVKrG5+Dr2FAdjAKVOHJ01P6g1gq9SHqio3TOMse/rRY58qIQpw6ZMaVMsj/Oq9Nr4cAXp4J6UHb0F9usNl3XcBOFzZ2tQcpy44t2SZGRT8brwmo3HFVa53V8QAj8AfLmm1TlfLmfRckQ3n3KH8+BCLxmgbkmawnTIgWBWf6F+DfhUv385OuJFemj7/PXJyWeeH93fTuZdFbvcqhINTNxotxFuYg/wOvWZxFxSgqS54eN+QKUsCNAulSLk/6a8lkYUMIH15NtFLpo6R/9twf1JGwxV6hdXyGolAzzKL0vm65BxsPUwSme59q2ADfoBqp3q+eLk5NReZdVCzYu86KqAps0tMZlBFsngGofnkoNbOTmapXCVCvMXMp2YhVIrkIm7dFge8dsjOp+FKhtWziX5ItTBIH35PsEfB98IfAScGAwqvt3KnnX11xwow+gew18SsvLD+FvgOgbnJhjgdeozxo9nUgxJaQ6ZXVSjO54Ys6BPICycxqnpifXBRsqJP6unvQkoY3bx2t4ZNfDfBCg17S1a6gt7u+0VskLPNIxyArfl3YkTtM6uTqCwP4ZnpFf0w5I1o7Jb1fQZtunneweULUs3FDA0HKJSmfbxxKo2R8E6K/BcrObIaUW7G2FkpFwAo/wUOKpLgvx1LzdcftDTH2kDMU1fSYIIret64IASlZeUCPb6pY2AxIiLmfJf3EPgC3/4Djq43qMdA0tErN8k98TMr2JzbbaoRBPXMTh7bwBN7BiRZyfvLPl29ne0fkkIhsAu7dnIxoBmgDziBbwRAxyDn564MgZU5Km9gO8nJz9uvYm+mgHGjU4KwchNKtkDV/TDkm88L7zuR73gbwoV/xNc6rGAWB/ALlVxR4LVKR1w+dn3bwesalDNOnCAcSCrYs8ihrs8iyGrIX8GKVE6cNxYfBjC0A44m7sJIcqBYfja7e3wikTPPrhVAFror+2x950t9Cr0P+vFQ8erX+8M+nk9w5dwHYOz9wbQ+8yNGAygPiRWkEdjNoWKGYyeaSFMn+2S2z2ApIO5nswxxbdPT1wNc1g/cREHv0vC4+4ZYP1KaBQsoaSSnWOt6Ifjp+9h5ecnayrYEIcXHwqIlNSgZPQOXQH9+PJkSKqqak5sMTrGhZgHfiF7OVlwPUICGGT1UjqL5z7mCnXFxInqr6rOPuAJF6bfqvtencKpV8GBpnFCO+MrFccf99cH6/UFe37eXsIv36S/5MP29tn5Jgbv+EWW9nELMgdZO710zS0f3JFNqK6n+pQOivXaPLczoFRiMaqEIn/LVxxzyxHBT23EMs1p/Sa77XBFA6j6PJWwf6L6fDlZn9RqyDb2kHrl9ZMLeOmVeegsdoe3OsuilpKfXSDA88K4RZB6k/mKrcwvTt5IgvQ5//70LU5AxY+Z+vUT6UmuJywqwtCFyu/NOc8Bvq5dLw9kH1qlrJ2SOz+9cfI6sHvX4YtHVCCcMPWPnOEIfjKZrT19pbib4j/5sQWYCbW2gNrKLwappcvYD/y6L5oN1x/VAijLHLMKoVamep6hC1TDuX9lRZDEv7Q+U/LPrKM/HHY0yjQJxiTeEXzltBUF9SGeWSQbQBKeBcuXgM8y17tAgldvpLaYfeJVjCCQaNtr5NWAKDSNHiyc8jD/hdtf84KUZSL3GBQv8MNl3qLjFYmf6NW38HkttyG/4VlfryIeUZzsQs/l5Ilthqzak0PU0CeInr7vhhXwH3hEIV+n9z3CHSJ7Ke/KUQwgX1k8qMRncsRKhHr9hC+jBJjzz+Wy9FfDKp6xAqE+L0J9vE2xPqnV6BZ/lan3UMSTo2PvPsunyCJJiQmKzEJv82MTQioTlCNVgzT8/Om7rF8pgQr8lTnRY1T+5+CDHviHZLTMP7WTlSrtXFpkswTCuT5lNXvKVqJqTyw1lRrQR3OFMBjWY9XUFFf1Bo73+ZIlojWz2A8uddS2tMDs0PfeSqvnGaSrERw+d5gFwI7+48qOTi/KfpTe58wkKdp3+qYUinIDCCYWIyEXC/5CnrB76MRSb8IYbqs3iEoa5OHuHEJ3CZiLUWgm05vFpAc5mFgu9p8AQsD8bMffQkpwQo7oS8gUho0NOeMHpOBGf1oopCx50vDpC/b2NQIEwhtufUIBs/jr0q8DvH2aGR+B6Jr2UBqcoobI7HEqB+4y5nHCun6AgW2fHEuxBpU4vZyqBBqH7FD5D6llaCc8EOk3Z/y9IlbxjHXYpD7e6kfgFnDCP/cQ3DAMCIQ/fGBUkJm5syxgVlxK/HAE1DNI2fPSxyZOvpmTFXIEc/BfaEvr1S+Q1/wZlObJEU5f6C3CSKg31Zd66uoyaoJ835JF8uNjhF5F/Uer/cmf9GbpD/nNkzPOdaVbDW/oY5V7+9PXGCG2r+t5ISlstjZHNsaqPUASwMFSUeXMjlVrjeKZt++FXruNZnsLrKdQM/gCVk//jCE3BnlSWmcGoNnR0J7Y0SbBWXq1tyVBR4Bxv7Ii7W3fSbxEiqRc0A+uWarAT1K9xUZp30tv/Extec4KmEgrgzfYh42AgUsmzYwfXe6B/MsNBr5ErmXcQmnMXQBjKl+64iewcIBg+IV6f/s2vNAxlKuCIXB1NPx05GehIfz6m/Rwv7XB0QDU9Bt3EshIQI+k/UV02RPMc9nNIxHrCoaIUlIK44uhEqhmuxIarbZfoy+CntnQ8RF0JVxrD7CqD+Q7rk+jh8Dl2EPUA99QRQC/NKaICHhyHGThfTb3D0dIZqAHSEIWxNj8YS4Gjn5UQOnRu7Ojr7//7htuFR0/tYqwulU92YjZl9+/Tx9g/lQvt6f/O7zEzwtcKO4b1JulPGYjUpQCZYXBAX28UDwzLE9/KoWypOEjrptg1dQEsjfYDlOFZrRPz48WuX0QQ2h26KllaSX9LMQOYLN0C6mQZkfPwbRVDrH47Ls81AUlEaecze27ivJhwaXmJZK7uQknAS5DvQnWFkNAZTxFp9B/jt7Qp0ys9RnTDBBS8x1IHWRwU1rUCgawlioxldc+IH1MAEirTmlI/JgXLCLdb/hNHmgUJyGzkoTIFy/kOuyb9PWNFhGwaDblOJAR6OVzEgoYPR91MoDJnS8Zh7r6J8cQS7XR2bpKzB69xzAksNma3y9B7dV7d2EAZ/yOhizPyvo0ekhmzT5R6xOFvl3hbxx+B17IJ4GfXxazYOZZZvOUFyzoBS3qq7QBbrN/qsCbkwt+cEL3RiMfB79lG+pJYoLa04NYfmuB8Ne3n6UkbGNpJ43y4Nstz777YfHsuzNylzOlr+hOSurvVN4MK3tm9GICkRX8B48iWdZuPtsXmu3V+FjVKAyQ9bQQ9JYMuAkPoJWYPdJXwloDDyvtHDVIsIxVjzCfvWFS+yILWKZG9lsbQMjXc0n3eZ7/lCoW622Ywy/2Br96gunIpGC/TcTtQYyEZOPUALm8J9nYtAV4KMBATD0gtQKkU/FjXvFzpIEBWtulSEXWDIVN81hj8J4/dxrEQKwgTE+qy6OT944RTxQE7mzGQl05lcGdaoNKND+MHzbZVTKBMJsTX6E96SO7YRxujSsugVv1gQhG9QmtdmtnUxQEhzWIec3FEp0BUiiVLIwnL93mmcy416W8eJw53zfoEmCqAGzY/JvvkK9vjxmep0/TWTQaurDtNXv61O4DpH/6mD7bWOSOSJiiwkYZANP355Mn5+/97fn3CjA+8+172o2PSR2ocal0E6unJlLAPLYAqi89UO7yG30e28QQml04LAKbDBBnNOBO5XQXH4aqpw6taHZ0ZgYpyTvzFEG81EXy9D0tM0O+HonBnKo+U2/GehNs26uTv5A79ga/zQessFuFDvqFI56H2SO7eGNkJVMBHiO/vYGxgsoJ0sWprnzMC242UQQDmqX5JH8iX+QraWYCv/XWvmCHYV/FJF+xzE+eHX1pKvFHTlOnNhxepAkKCHV1XpRqo0qk9XACK/HY3QCqr90PTcRMxYlY5AYI43BrXJEBnvluzLr6TPcQObpLgN+vtQ6y0KpDFAe6aKzZU4S8LiBxn84M+Q5n1vJHRGW+s+XHRUORlWycRRswwONvvy/cqHCOxJ8SjZs9qr/aCFP5JQp4c/KB1f36DLA9NeWrv9wFjNnRjf/OANG+2SXb9yQsWVJPsRq23ZfqaSEMe3ROFkjYLiPmpY06GpJKRiiNVUzgsSO8qNOfzpg2DCCPxJqjSCejsd4JSYBMlb7k7SKdZm6zo+MU6EeKzS79Mm1JCBI9cdE3rS/2Dvr2vTlBI2R/RO7wg5bw41U1A0xWxr/jD0Ui+cJkVM/miV8MAXVLxTmgqs4A+aNRof2r6HaQ56TEKPFvS23EbZ4NK1HdcOhTrqY9m/s+Rm5ovqKEcbg1rsYAY32MV0zUJ7S66iHj6CZo9qLL0O6grDpEcTAxwxO5etfMPit5zfk12ry3rasgXoFzWllUFUHL2dfahxLmn8V6knmEyxqkKHLI/3udXPITTFnuCmV4SkKgEVRJ9CmpraXmHqDyKl3Gsw3RnppSG0gB8yOsAKkL/mPMP2c//Aj2tuTm2vlJua3RqkGuzlaaBlg9rQ/ZitdfuNO4kEnPUpZWhI5Om2ZFguDXPCi2b8ai71AJFTV/+r0RyxhJvaWao3Y2ds7fcxUNgB/bgoGUekNtIXIbG+C9mUDZNUUxiE+B4SSUMtxXNSDCqCZ7A+7BoS0XEDOcmHLsa/UgZhAjfH7gjCJbJDYIU/PD4uiCdxPZ/GcXQZgLTuI36eHEVGdUIIHLvjTmwUREEr/kRIX4yAVej3TNBcXRvRhQE5aC05+jrnYVGIXz8/nzyUpwjjNgTmfJg4mYBSAmFhhIf0VcjQFO1AdtgLuqT2g1nLmH4DYxMe0p53F0ELL8+xSaZYGiTpeLD3wPEL/vzuba98t5wf0W6s67VilujPaLkzPk9UqXXcwTiR0AAHYpSURBVN8+/eHtko/HgrJ9c3T0Nb96a6n9IqaICUpEYbMX6NRTr7309dHJD18z4imfGWZdHyfO4SLIQEwezlRzzxU8S3kFEUW01K1g7dQEDmhVEai8OCWPYmsu5jNrH5qNen7NL1SHasxLK+lnIQBGnY1ZZ5cTHY2BB/dbFpAedzMJvn3xBPz6CZr2E4oYHQEdevXTkzPY6iwSJACH5O646B7K5JUmBPO2jETFrd7nrHeGeuMZP60eKyNM2yhQQB3T9y8BVRkNpE8Q4cERQABUS1DXC1yYwNAZ4gfpOVcozimtlDXVqFj7m/SIZGMkIZVFb7g10EEBCZ8mBWpt5U4odYXJg0Ewj5+xEjhb/LsCtalRKpHAmwUJaLTN1rah5BUfVHQbXHEPMNQnzMVzb0OsT2l1crpw0QPG50DnkDbFU6tLh3iq19wDhJRgXIFTXugULC8nC7SCMoJUY+JdDH1yGBgKhHgSKnSQG3Ji/d0Ho0Fdh3aZv3UFNdTaqavA1ruJChpe2bVMuwacUnteA7oiBKeDDQ9YOzXpPjV3Iz9YNY1w2J3YD+n+PDQ7VwO+dSstBIDB07jOprU18FBMHHh+XdW9HuUkyCh1xClf2TcQiQH5okyGyD6mUYB8PT92V0J1HyAzy6S62g0YwJ4Rqa4ZkTrjD17R5DUJ4L5Djwy8Fhuzr9jLF5Pf6IP0miso9xcL4x+AbcZZ0tE36a3DMqCtDiQxdgFgPkJ8EyOfR9BTDQN3Qq4rulzFqjbObSYqkYAqn7x4wmVXmvvERHgp7Rd38CRIoz6Sb6M+zR6yHnAG+CWZOuSYQ10C+gKwSenN0vYA01nMCz7V07vz2cXJG3ULB37aA4R1YOVO7fJtqKddnNSm6+kLcn42DazVCMsMbFF3pMV2/oS1I7GN8DvgzkyLLLWJCePNkjp5nMBA/dZPTVgCF84CFy2RDGBpH3Xamk3PXA0YgKqVFkLY7kAwBRt0tH0UeJklyCS/P3998hgGUB3BT5jOMQGpEBUc86UOIYQ1TwZT+eZ6F/xGvU+1sspkPj7NADEr6liJnmLL749w8L1Xgy544HjCzpnCI5vwDx5XZIC7h+8BToODs6yHyoBPu38BaRMyfTAWqNeLG+MWNWJYv+qdG21U98JUD4M5yIlbTZgUxeWXpFTbGgJlVwoqufstfsIurMvQzJUsJ1tkK9gsJ6uF5KYL5zkPynIHNbxP+Co+8zHA26fh1otDxgZqdjs4Iw2cwipZNzZuZAB5K5z2BTHmOc6vooCTd9QOcO2x0MhgE24erwTDwdpWOUGly9s+CxpzhsG2DSe2wlaAtch7bKEGaSYSkhGqahgw5V/AdzofB6VchratTp1bnN4FjXNWOqWn218y2+F4dTI1TDBQPtO+7T3AVZfAO8cZN2wnoOGL/3GArhrwpnfWffiFGdS/uJ++GeaBQ67C9EjZDEg/ykKbBmvA+6FTQn+MoVZinY3ubpuiOtyGiKRyc8B2eLoqb78KbEiXSyYK36RYXb7NuIzPvE3kKqDvzeGPCSMT1JaSU3Z8Ao7JN6nBprHuAc4+dUcLvLh1L7BHDLDcMzmExi/+tyLAb+TtxCMrB8GbvJKHvwBkCiG//I6lG4aISY2NNie4sveUqDVcg6sBHrhcxLffTzKds9MPGnxxI9C6IeWAZ1cMMFVu1F3CJCsNsMv8JQN77sfdq9KXImdIoJiIDxsoP7fM2xPfjoPHfBOesScYKE45nfpqA2O4WmgzTP+SlwcgpbvuEHzFK6lmVZPNpiY0y1XfPnY7lESRUqFmFUkbINwssh2WJNkD8zuEvXllurPWwYxkaQcWxDmzFelLe9nbiUXqsTge03ywpvId9xJ7cxFkFbKK61CBQZNTt0Y0IvCPz8hxPxBK6nQLvvpO8FTq2wXrWtVks6mJX4ZzhRZ5GypxkFnaL1xl4+IO25Ywya6GfbHFTypsQgBHHT3nmy8SpssO86NInxel6gbGW1xtWL03qWfH4WBvlsCr4ENvOPz5Y0FNnQIYhansAp8u9PErr3pVAP0vV6jNraJRjQ2nJrbHUtO+jblwEA2tv3jaZKOn5DgE2dMAJln9rbBmtNLNwPUXIFr1Dh6y7q1M6mQoPBWlkVAqY+7JmnfcTxyEAdSorDfAAY5jG6+To9bHuu1x4xR8SSyQf/Lgz6aXem8eFf3atGfUJh75WnwneQEDnwWbPorkGPtHilUAaQ7oEm+ik2hZBxVhC2Is7v1LeS5kRjJXgLWgynFcFfisZJgIWzSSjbPSOb/+kYaFwwbLZBGt24w6Dh7/Ug/k/YQGZfjmjQMD0vymR6YPdo/IIW4khTyFBLC2OXeKIb/ZeGpia5h2BmPVkMRAy9V6P6nReP0xojZlG66+EhCmiOUwLjIkL6TV4x8LZiS0tLogb/X3yYqAx1AaqtzAr8aEXWdjkRlLVdPhUGVgdFmfgnbygpWFdxwo5ge0BNYvR3CAnbQVmuDQx8imfjGSRScRxPxPL3rsjw2M2LxnjHzhCILUkkQlMDQ6898aza1BF9EQ6flaw2yp9+gx7moroQioKmwhqyySqOrAjTzplmVlobznr0DWcT51IxMvQFuzVF/8U572j952oPeS1TQwwJ2CmcPJFjSW/Q8Bz8/iI7kVXr1O7/8+YDw5mF7V+BR9yEjiz2N6BIz89riFTiwvqRmTA/6usTk3ZysgChr6VmtqT7YZVmLU7uZQtoxXjnRJWLFohDe41ZKUkPDmkRR+8+LdH/m0MJ9unuE/YiBL5Jz/8A+e+OfWTP/xw1+5TQZw4sAZARmIRmJoDFqaW8J47iQ0vlbJfOP+uE3YJ6/smVE+dUjYi14c569PTr7V45HT7lVY8YCCgub+8GXAwGs2jrEOL+xDGpsjikFNexqa2XIn3BUDbIhtBWzMcr7mpJ1HcNlsH2pzRnhWgHHsSqnA+V9/rU2uPcB8xXOYI1hTSIPco0Jc6SGajkgQvUHhwlmBcsVIP22Gqj/Ip+VWzms4IAAjVXe+vvZ8UeyLmsL/ahTz9xUyjyJ7/s//zK3IOg2gJeRBJ4bspvmL4mpOHgUjQ7oXgCgF3fifDGBslb/BQC8umHKvAjKdfEBBQchomMnA68kGxVTQOy+mH4towD9TZnedbtfkrQwgp1h3XhMNsa2ACp1TFaEQoXvzDB67PIKMQolTRGahP5IgsYWY31aYXJDtCNv1DNvBfy1QTK98egykJzRdJmYaE89pw+Qk9kcsZ69+8eNKM/GKr7fQp3mqN33QAPrkHSD2xurmAlYOPutMP3GEBvpRfe+QOc0A83RXGxs+E3TLMMmBMHG6xDxlvgW/eY96BnqEGWfKvRorHlCwF8wM3hlDDLwaMVZi9Wf6W8hi4JtmZFqsaVPugG14BoYjt1h2gq2EoqEJMsffiqmkykxoxpKbU2lcZ4Iih9xkDeQNV0LK96awlQEUZaplEzDjCNGrWOrnAbW0pPTsfS6T8Ld11zDKFSkfCgGRmx4gNkwRXjPAy+XHXrsWUIy71nA01aYwfEIn0QMo1WPNQ2XNOV3E/twsEPGKzxr6y5Mb8xTfL4wZRi85m3KvBvreXSOsfX/JFZFfzrY5ghjs/Yezb2nuXuh1wGN3wPY84w4ApU2WN14Lhm1Lo7s1OKXcqDDDwt0cuvePfrR+3C4aaMimuLxhWZSpaZNy7Ka2lhgIfihTg2oUg81f1xAsMOKbDIXZQqVxSswwAzdVB70887lvW8RIs/nwoxQRoW7r5ADOGK0U5jb+6i/XslTX6pHOvSEritjPa2UC5McZxdaB1QvE3MI9or1ruyPXSi8bw5HeYHh6UTHytU/YF/Aj+N8+PTmdM8kjiwnM+ZZA88q5pVP7cL59Yv/kQi9F0xD3aBkYRQCs1DNkikC0bJZiH5+dMfj1K3pUT1kSNoy+Dc2ccgdstwdImiHHolT7CeX+rQawXv2n9+TFJtoHlNz7hC9KPGsIZSSIAH90QwjjEJ6Jf1RtMmTmkOLoAE89/oHxTwqD/ysoy0ogu6JNN4CqZ9bWUY1ZUoh8N+LZyQ/8METuAxB/4mJpffF7ZodB+wbuN0/QqdmtvEo3Wged/tTeAZhQYqPQ0oWpEDibAyGFq/NnZVgsOXInGKBoXUJ0t6AtgNTbfmootc9ePhxSiFlLoEQ4HECi7DnfCAsMR1/bACD6JxPu8pVff90skv9EryuekeHljcX/8FgCu5B4LZe+KycDwLyZGl7+aukzP827lbSU9BLQRbnQBDOAMFbnP33Nl/lilFkctjHVRlATAiSG8/fSm4lPnjx7LzezcvOYUJ2sRWKAs89UA1bbZcHvsyaxIM/klLW1WpNJu/cjF0pqD4SyGAkiArmkHetgAOnhOjFSjchVterzdIiYHv8A/QOLSRclt8blJN/K4I25a5R2Gv/Zj5tBBHDGtzGTLmt7Or2ZGX2AXiee8/oDgb5I+8bsrjQ4bWyEbszuwABTHsDHoOClC3MhyzTAkUMY6ymc9XoEwXtVQEGNOjZQsfO1MxUj5wTtLdqQn+VmnQjp6Ti6inIQOH968idW/6s35+rKotOJWlPro5EK7jLPwvPR0fkZ9NJZ0hvOe8gPbBARg2pirfnD+dGzU+452uc9FDURTr3hWbnNfvG3fsoc8IueRj7IH/Hk49FoDDL8u1jPYBLOj1B4+B6+voRvlXkx3JdBOT9bMkNNpl+hmem7SkM3jwnbMcAEq/Zraxdr97fIHE78ohr6ZENuogEe4LIkA+dH4AgjoRTpTyA3dqAGboUGvoEIIIq7uT6CFuFXNpB7WLMllnI3Oeqvvmmae2az2i14uZQGyxmgjFfuAzMxLgjrC9MUjAcMJrgfK6oNL4wgdBDGF3oFvXuuDzc7IDJLiXi/qLow2zH44YjxixziQEBuCmfn+9aeVSUN2gGq9TWwTpLI8rjc5xeu+BcErxRNv16dwR7igQD9UXicFCkh9MiT9A22gbu88wqRsXw+hzb7h2a18+HbHxhMWfwcAFxEKci+KmIFMWv46yNHltuzr/0UtlH5oMO1KmZ6epVoBb4HCJqqZqXvbT3FqX2JTB+qQXA9IEwMoWnvB/sf3cotYTuekWDVfnvuX3QTwOG0/aBhjomflAs6QC9CFg8tVy3GQkH9XPoNpOm5/BLma0IYbP8P9vUUp1BAGU2SP/wXB1TA7sGcr553GBOs8zouueRlzNlPTn7Ke+PAAJfsAwZIyLzMYFc8zAvC5wIHNgN8jN8Cfk3+iO55cqxA78Y40gGIC/JaKCU/K/L9E/Y/gzSuTQu4Yik5hLFu4SDc1vnG0BTXEw7Aa8wRaxk3jNfy0tPYJRFzB4QcPZC1Z6t0guCrd9hdASqN2ScBs0s5S9aQWg8Na7p5NKC3Ty/YfvtoLc7FADX5vcM5ChGU0ItQkH9VRNfJxM9UBXjl3HRqfm6fMFqYP2ijon35Y+gWwD/QkD6++uTkZzzA+x3EZn1P+XuePm3tcDFMNTO4P+YxobKGmyO1LrULIGN1hCaSpvILLQCqJz0hTCi+E4G6SddMXi0gkzyecxxvvlSzNmLl0q+DUflYK7zhhEaS+6U/aL7y2D0uL/lNWq/nthhy8zUZoSn4hYDfIiYY4GzxZ9vK1uoEmnAhsZS+wPBlGgwICp93u/Ju0ufomYQfq5EO0fGKiU7Rq7OjHy22ulDGDnaMIxfdmhDHuq9OYPY80ZMzfRwdJWAAjBngiIs5SZuGP0dCsGeXl2G7xBCz9NwotnQnI9B89nmvwb1UdxKYfrgMNSBMpAS9cGzfXqvdmP2iUBHEPsOsxc+MzTXv+eSXdJRmJKVWkJ+gb7mwlna7V8pNpxoggPLxz5hZ1ilaQWKA/vn9j71B9D47eR9U5il/MY3G7kRTv2ffoTSNSG/myI0mp0Ei/D9+3BZebbRL2QJwJrCJ5WvMUCsBzQApMYFDSYpQjACMBRFBk2bjOfeYN9+aE/pxkZlDERC4gQ9tZWQ3fRn/Cyl3jOPlMepciXsL1K8cH9n0IWwbi99IxpJee4AvTp6+FRs08vUj5fKFekJ9AX82XcK3oUj3BUZownP1EsBg5u/yZEo4mbLqQv1ojCc8T+MNSTwSzkxBwrDwhBFuayPWM3U00MQkWTTuWwk+OXtMLDnnma6PHRZglaLwjF4nnNoM9mfujjXcL6zfC/hhK37+Sk+TRAaI3spcCdSszIvpY2Vgf+mTsOlTc56bTtNMiXx+RP7fc2r2rD1agTPAZ0/fVeUen5xK87k1GBjgb55W30LLYvjSavGIzWy66/saY8HbQdVO7QKqUQwRshg0cY7hzvsaJbRHZhdFFwdC4XEgiADRm8GEXkYtkc7gKn2anYgDNiYnDmnEGwUMdnLHuESVj6+afc0Aoc0jSlQBLUEjIfdncGlolT54tkTnXIB8PXuv9IXf3Cfh+1CE+3nsRvSSj/R3Z3Y7kRBSVl3IdTbcMIq8KcOQK4EkCPiRPWEagaqgs1WCAiJglMaNXcsAyS5TxwYLJ5g1DDmUocFFgLvXL7OrPPYBkHxlxOrJBGYB9bXdKXODIWY3pK8JLkAzGqdRuDUt+txY7QE+PXnN/QsFpWUcEibthcbzY8OAKmPcy4kp8ln45owxTEKFFuQ9QNs/O/9e3/afcedPBhAMEL/PfhqXwEUM42aubPI1Pm3C6yrI28vliLYJgOBeFA6c+EV6XQBovsU2sRWhWFPSlZoxNDDrwWlJAOWYtWO4c+RYZvPJJa9DdwGuH/JXB0pq1mYTDBjgeD1Xg03hRRAuLsj6KNbvaN3l5khEBNcOyR02iekkfB+KdL8NO0qpdxE1SAnmVSm1fopd6LljwL/JzS776b7/g/ykERr0M7svNW1cJzToH7Bekl7JxgggN6xzKO72gDkQcAGcSMM7v7fbStgeiJdv1MXhkT6BCj+6F77qje6MC8xbmsne0boOqTBrwW58I3ewGzg7Oz969i2nzUyBENEHjjHAnJudoix4YAWC8YL0dqkO6T2aPk3rMAY4BwO02j06+dM3R+e+Y8jG+h5gqHwQgzXZbApsT9NdsLziEji3Dm3h/V4/h3joZBDHMtwshxM/KgRvtPz0Mnknom5CQT6IkHNsg8nq5UnREWVpp8t5vvlBpDFjRi4GGOdzgAiW2d8qtmOUSm6NbacmtSwOXfzaMIMbo+X07fwrmKjfzxYfoC9oJMnATPhyL83NbpzN5j9HT8zRQWfns691PTfDUyIXxLYu/LncLGQ5/8pyyAOh7Kdj1nt3dvyFfeIZk92b2SUy+dkxx2bV73XXJaxmwITf+TI2n/RHntE/uSP/2wI3MlquAJgdw6Oj2Zfm0lwC/7/gEQqf/abcDkxGxClGS9rFxayVChDnc8x5m6c8NZsZ3cMs9r4c7gVLDDA32xL0jHgfYJgV/YY6+mYM9gBTVtzRrvYAAwMMYuBTLoTymHIXuNncEotS7VQ0nC4W0oOwBwjCbMC6373RONtdSkKBbcryakLedVg44wi2VW3xHI5qnYP9hQdAOfWna8BXUYKbxbY3KJECzjDYDLBYcR/WJH2adOTk5GuYMUPsRInfu/GUD1KHkW4gz6xipy6E2wJgW3n/KmADoeynW9yfHZ1/h87Pw+K9cxrAzDpZgrtqbEDU1JXNlfLSL4EVeLeDM23Q9euLviNgRnNA8x+zt/6du2sI8N2LIz54wPmKeB7c0d9xwfT8iL0ulZ0+0tR59r1SDYiJvov/mrNa3vA7Okt9aKRQuWFazDHoYR+6L7Pi/OidFK0gXwVO0+5b2q43ZAQ1A8yvvanEUDVtyp1h4toauXUonM7X+oKFfH9BE+tUTyLk8ywnby64cHdv3wMEilBCjg3MMVG7MyGMWw1mhhfqwJd31K9QtXCkyhmJFyyG+VZYGbgZqkpsgRYD5MXXafDOtzR0T5cLX+CIfNmU//ujZ+gB9cXjozfoNQqfi0Mkyh1RuhHSmvtIT0NRAhzHdrcejPo9YigHvX4B5dl++rvsG4a/mBn9f1uqwjrmgTlJ9DboC0ZpPRFN+7esTZ1yYwvzFZD7hUemYB2rcfn1YVz24h5OvVsXx63ci2ruX+Y7whLAkFy3kh4wVdrbr/JO4EXFK8onmapmvhthbABBvqaMg2GGNrpzhFFKY4YAEsGdE0LMLia9ZU9Oh10HXuaUQ0wWbmhWfpBmYgsX2JCpNaNdcnFcNwX/2bopvnnomMUdso5JXG6703RHWMCS1K9vq7qXJ1jMxrFMwxXj6H4/QzJKOs8a0FIEmMyqnK2QMrxaDq2e4fXrVfrKXcBYWowtf9/HUZO1AHHwNj2+UGbBPQJuEwDmivnBOCnkbOodmbW1H1SVnLwWhn2jt7B2YEXz1hh/YU7z3YBuSK+WB5xRVZeq+HuD88++OxDNvmscCgNcXmL8R20catfQztSPgnKDzJPkG4qlbKu2wEF4Nth4agOKSM26xn2156OkIHhr6sNmRoUu9bdm2pn92racUG5IsCQ0g0iA/7QoSUI558l3ZA5kWdfVXqgXYohfwwSWNq28HrHJUnUVBc5Fc9E7W/jm76oSCzaKtFc4u+Le1oPDociJS0qMWGcnOK/VgVxnMPTDjXNQC7o15JmJpbUsWiqTfEgarzz2pzVxIzS5+Vp1HXC2LDC/iZksKuXhe4NCdPO5CDIzEOoZDC4PzDXkGxfMFVhWrGHDIJaEuXeyYzUbW2HaMtr8z5CD4HAp0byvKrLj3uNQlsBl8E/YAAz9QcBxtGMWlj30K4o4oExEzKdd2AYoCa+axdV6hoStbpAan6S29sGXQXKZCGPCvF6wZj5g0vjm5PGqNWQ+6tLVVavtehNsuzvHKFvCoJ2QiVVEE2PHA8aBMECqku8Bcps80BEDz4f8wYc2eYy5TOlw4grHHz5zMMhrT3DFnhFhc7eD6u4iaL4jqoByHUhRAicF5EsW8LvKTI0kOaZ0OUaMqjxXGC9hlNUQzcpnlNy5xEc76AwPAVdo+3bcQxwIA6QCZ93FqK1HKBUIEVoaREZDf9cMO8gcJN7RoA2tjG4dV52a2OKhAiePYgkbaBo3Wj//o2WVg1k0RTROPyRYhRPK4ZVhhddRMe5HrgYLHzcgIYXMlwuwPy+40eCOh4XD2QMEivZU1MLWMaNNQEBK627Bz/ibVmOJDRRk/bhTXHlqIk2rjQXO1XA2dIpokT8NwYzinx8XfO1KS0SNJe8g05wsydwOU0wsYIXlNugmgOlIqWpYDyCSCQjWXH4dDxeHsgTmyA46QC7izqR2o01Azu9Jr3Jsi8PfrHJr98XuBlfvGeh1rdmkPORu9CxyCxC3c3dCIn7MquSWfJuPJlOSVcGj4nJ/eDS70k0CuK4P1tiq5UwLhMlcLABV19FOx212rC6q4z7hoBhgGd4YuvOZD+pCJkq4AXzFXQUWh7dgyEEMWGKNCR25eWzfM/lOSFE1ueQ2upVv/Bi1qCUm7gwY7XOPArsu7Cc1lKIKgoe7hJSdefIVNx5l0SiowpSxcvhHLSfXyfIf1HpQt61w9ZS3hw/S4zgAPwp+eiGnHkgE1AR9H/0r+T9M/MaP+w4f2Gl8m5aRFRRmULMPvrw4nieYItFY2p25AC90musmsa3KbN0zZGXeIt6/wibxWQ67BQhmKxn6uiINW6YLQ7CXYEhtuZAEujMCEjd6WKWqDJcnK6kvmRkd6yjgSgaYE08tlBluIhEU3wtuYMp/D/HqzKxaA27o9EScPyyrp3WjAYz+DxOHYgCNt+QR7A5qt7kIUpN0ClWc0hh2vLMixySjUUFTQdtjq5y27pmZ3j5oJAsNkiXiUaTMTQRbHQTD0KGYGB9/OrjXCAx1Z4GeJUGpLC6gimnukjFcqSNQV3O0gWihx2qE3hxXS0DWscOFNQUeBGDABm83yXiuoBd6TZS9qg6MED72fjTDOd9cxnf5TGVy/7FnBnB6oaPBmod3ilZ/15dKLwfsomI0RzhDjKWkXGIeA0zW58ZxhZ4J2i8mhj/8l8O9pfUejcHmymBMWU4c3KsNRnEni2X2nk5/5u8Ip25tY9LiXsnDpwdG1X0Tsx4rFR+TY6GDWgZU25uTsfYC/g7aJvSx8Ccybv4SEntDjN5QYqj8Hyb2ywCSe7hzCPP38Z1GsoY0lNxVh6QF8fAzzKbSC4VVEYY6ywRDn2uirZkrcLWeyW99Eo3jnx3lJ+CU4qKlc5+EnAR/a6qrWEHoyKukHZLvYthsWirnvnNnWFR0fgi2YCI4JmtHsfmwrI9RAVTUTw4Y/oUD8rfn/wHH4PPlgCji3F9ba/bOlsAfXEIG7u/vDXqQ2KuG61mDCUhp0hD2WHlKt1VXpiDjTKrBzmR1FGituxJuQDuqIibbmbE+xmpIEPgHcwdXKNyFVFz2F5xDYTRg0SFyT4HfkINHSsjncmS+Now33fmWqP1cdV3dRhbOMvlO8BSK3mXt21hRi33DV7JlfCWtb+yN3qcJm/fE379+xLffYj3sUUH67MV9yf9hYu8Y4MgUOWSR0q0u9mtmz0HqIfoBb/eaBDW3KqbKSeDn3G4W6/Ts+j0D20erxGsT+QKxgYSNZI0h+mMMdyvCevsPM2cbfvkvOIfJU1uVu09biFfPCQhpTF0OJGp3yKIubFxxVMhT5sxRDfiau51rxprgu0b6iARMGEwZ6N5gLXt+wg0//yqFG7oP/vL86C2s4JOB/8PEOjW8XYzJQ4aH2K+G+ZCoJP7RGrMDvdAVTncDYJ51IpRiX9GpsTthpVfTrMC1C6NNMoHgR1bQTnVI1M2OybGNuiO65QDZWU76UzHDnknCZpuceTV7em33j4Cqu8sw4HWsI2ooJ/57IJw5WaObDwjJhPFjBDiI70XIzrUMHb+c4RuEnQHuDzYdjRy9Gtb1cHf+4WcrcEkO4G4AWhQT0Rpexof6C+ryrg4+SbGmnjtggE7QdBDDQzvxJ18LUgiNBI6lbajZBkK0bHzqMPbNPz/UknJqR1/LeRjBgQzdNUDorYgxZYwV51sPcJ7ilPuepooXpkP2D27a/AsTo4vCsGzc5IN3Wur6ZztIDf8i+ncGuPeQauQx7EM/DndqlWZ8P6uQ22mhOA1J7TPBCQxbjN/kZxnniNcT3PLyuL2jVXC9AggjdmSAOFAyEo87aBI93lWBbHRkPlxT5wLsGLO3sihm68ZJ+zPB9KrMCsaTHdO7J+pguVlZaG+a07D2zsW0Mz4UwADyKjConD6rhmO8KPzsO7u6kfb6/KKvwC8Dt/wfGvaLAa6COBuGK4Yz2cpYhbQHaHP+NDyQsezlCvQY7D3N+YQC/g8GhZQ4mq3rDZqV1QR2sQeIZtIKwB7xVKZQlm+DFfi2kORpV20HkCQLFsjCAHP6Ow8o/QlMbQM2mSEKc1cB4i3YM87+gFRWmdJWlH9gcMqXPs0GKhcZIBbAdpo/XhrvAARnHPs/OLSH2z4CeqXreRi7zUdHTfug3RMcMEFjn+ZPDj1CagbCAHawhPXDv0Yut6k3O+gZUTL+3Xy9l5e5sCQ3O/cTNQdB7MCVLaN1HqOVJt5DWMACeEDh5pGNZI6NKaD9VrBWfvuNRPm+tKsfP6moHMzhD+Z6Y/5fGuEjjDOO/R8cDqjPUVWZNpmshpZgWocF5O7O2gmeSiEaQJtp5CVLQuyP/9qqeGvYRc+gXfrz05uEhEh6GYVG8ab9VQbQyQ5aBSRwV0ArTV1UBtbZqoqfNrguQt01xOqa7SF4lXd+dLH8s7iefao5IXwsnJt98+UL+xrlxRt9zvzkeOD/MJE/rXkAwPCUcuBn1GHcecLvcqnbIia2jAiFUD2UlYgCf/DnedL2HfPvKD9a28KVdIUV3zThbnoGVmKFMHaH2UJCHBmvsh8IQXPrYtRzI7TqO07F4twZoVpU6+VRLMRoS2SyauvrfGcAhwPPm7XuA3QvXeh4ZC4tiP2DzHJH/4eJPe7bEayuMCIY+kMzYjtPpBeKtYb0GAXgXjjJglKRwdBz4fyPl4HXXKi4kg2EQm4m881i7QtEuuzPfQq4Nyvzh0ObtdXgcyUDbOIjoB8r81eLkScgqVOiXXtlfg/BTy3/JY4XpzB/Pzc/AezOwfWtvt5sr5jUh7z9++nR/2GivRmyn+CUj8HNPbrBSE1sgJv7HrJS0yyM5MS3DKGjmRfwlQL+ry7l+gAfat1f2MQh9QwvuIp74a/ZPgYZ0XaPlRhPX8Nt3al9XlVBA8UR46mjyUf9fADMh81bnzruMzYakPsCVFZDm0M4VjxfOuQUngKkiRPWRnGMsZAFmt9yIW+zfKCAdDQo4CaruCnY5ZUJBRzg6qXcFKbrTfpMnqf/ExXnVsOk8Rmgui0JGOfZKoTZq/yQOjiPMcNxkpve2x2UmrFZpTsOEYfEMzgQOUbDBE+AdCQPqYUPVylNew0rDSDlkz7aL7PVGeyeWz/+G2NKSzaAltao1kZZ7FvPLGlA2ih31YiBtaPxgkgi3OswJIqDLMnyRkAairbOv4p4zCvVWGD76RBg56MOt93mqXZ3HD6mRsN+wid3crYyzCtKRR1wp0xgc+wiPa2d7zU5A6TywgWTiWTxbwjdZnZVMOlmya9RyI2AdHiDOiUiPYJ2WXmNapOdwETLHQMGOCaEYn9ywMSFpDkbBLLH6Zoue5QtCaU7O+4nNpmP9weNyi7DjG7zvZ9z6I4VRZgb6+PGH88S3xCx0AkD098QlWZuCebYyLKJfeuZDa9fkwO6M0Aytt1WxeCfB7VRc8D6ZEQxkVuJUcVNQAryP7pa1ROUsAqs8u24lziwDhYFrHbh5sFQKEwHPzuaNxeSWNgw0G5dK7N8soS8UHGsP8+pxvQe0ibYJLWqsX89M7G29avoTtpwwHHYSIVx/el5MLonmEBlemJ2o7uYM/kzxHSVDO3GzpWFDrG6ih33AOu1ca+g8Rhuggn7fwDHO8e4nQkWXClCNnRUCV6aNGaAiHQuF1A9bf3MsLi2eLcKq1u063sC7pG1YHyOfzyjS94BKQTi1jmB2UXi9tMRop2r+F1xE8ix9ogjujgxp3nESQJIDMIQdzxdDYrrOGisWYjsHXz/LU/M9X4cBytDqkFrETCQc8w8qMEnSVhwSj6CNZ7xEnpK5/iVjTvD4ZAPiStd3pD0rBsSEMyDzF91fVfXRKbaGQOKGbIrVQmglNVEoQoUj6oS5l2nH6GuCymrOzvuKQ7qKjCg4ZvGMDSqGs4cvhyx1TCGKZvPl8c0bzon75BD+Yi6UDehGfqlSspzSMFuUxX00MSg/B2hasbEIn9LJIlZ1uDUOibkU4o98nXC0rWnYfSFu7IprKOGnhTspJQe18ruq+tcUxgJfFhAx/3DoXUwl79QW1uc8q16EWnsD2Z5sJNL7vVZOC2dvD0e/huB4eVLufAff1CVwe1otyUrlYP1ok52jmIghB0s8yFRZEqp8QyHKCj3JRgyKJ2QrEO0jNksrbk9Vb35O7Zl5pEzKuHFgrYqUDDIEWPBXRnjWnYcNEY9vOcQZ8HClON4yDU0OtWgof/x8vjY7B4m9RCaXJrqC+OgjcyMJuAWhaX7BW8aOyoC1gumDRLjCS8qFTmVycZtR7tIiJ+dObQuKbHzMC+BoMl05xC59BIhU0H2/jSWw9tGG2Xc4hDouA0Mx9zeA6wAg9CUaVB5DU6N9WGraPTAMTCeqVNlEGcXFXUZ7mAD0RwyjIOT1GZYZREKnHJPwDlzZoBFjHENafKcLg82bShzv8XJ2WEOXG3HRmGlDiH7Dbb3+gL4AWDVuN5b8DUtiXEEaESrQaOlC1ZlnM6lYGFezy4pX6GADKCPnwm3Lal9Uj4IopLFAJReElfoF/q6k4A3/6bbBRbJJCGNRTav1G2IMp0FkAJThSMHzevsiRcC1hj1+CoZdHTcDvzSbGPTSB42aodDNW3sMUrUn+y0YKhFCQx3CN4DXFN5VwpCK1j80Rl28wZbqPYYz4DjjcCt2BKH1hTmFR5Ox1CMAlbAI3gtAtOLcyYquTaj2OZriq9jX7FmOO4naAErcmGQz8RIPV4ujEJUS59ABqkdysDzxegnH7GTTZEvNe8AO8sIuK76olUTnGnG9ahRN00sSYoIGYgina5vF2eeJHlxwgXZOTzob96rYAXkWtiRKKaZK/r19ejo2EdQB/jFBzsLiD7D0EuRQDkjrQtOaqg/a0zQsQHdGGLiZuF9QGzr1pgQhDE/XkJ3D57LMfheL+BZbCTThbJFjb0A/GfeHroalr/9xr4O6fW2iy3kcS3RdXTsFLoPpqVFGqY+VkdDFkzCN49i0qFK1cmGJGYd+La//TWANwFIiMtf3/+jBHylOu6fZIsqmzQN2jzl7gV4xhtARVvkWAvk4C5kfswHHTeHxd20Ah0dN4ilHsnCYB6ORxulPq7zbJ+OSiA9dT0YqwgwIBkbLbkC+L4rd67DdhlfF2jsphXbCjRTWPvyN5/jkE4jstcWLSf9Y978c6/1UDlqbVULv0gt6L1k7u7oOCgsj49BPDCYhxptKpIsUBrtNs6zIYMaeIjijSherWe+8745NlWrLbPdW4CZsSlYA+vUb89rEuck2XIpdgOQ+hn9Q6oN0zF/FVb3pb7/ZwABrMMmMGhGq1UdHbcO3tPXGI2uHz60awpYDJlRlIwB5YumCa7MbHYMK3QjJdxv2O4feZrkZPJqs7XiuUW7CwXUPxwX4VUYbXiXDrpuvCe5LTpl7NgHgF5Q26BFgxE90Csf/hy21UI2P5wgtsYNxQp1LlsugTfFvdElfQyOlklSpBv907Q0iXhvJVM9X8JcRQDRczrlZ99UZLMg79PK+iF6mAPLMmE1BvXcKE1Hx01DBNAcFXyAJ990XGK4V9qA9O4C5vl504QSiGQiIDH+rrCWx+wJ1jRe12fxJyKIfuHTvm1DEcxisYVDjJIqc+XvHgBMoTYd0TMihRwOMSHcMMNVtS2PRv7rIEu58b5uR8dtoLnFlEd30q6sZeQKAdCM6EFnnV88M6pBCrJzI1gXuj3Gj87uHmtLAAM0Aak1ZGoNOSkw+E9RwLFEkJ3n36oJ7KAXDkooGqqMF2KLiuFgkF51scnzHxVuXsQdHdvC7mXG2KyHp6tV9kxqZg8kJG9TjfIefTpqEljZOmog2YMUbIdccCcvGtxZbaaAdueLRk3AsMAK8foEYlFK8GnER0VjNmNL5xhxLfE8Ct/P2yAndK5IVsj1rnwTLIz9ujqfMWywyNnRsScw7sOxGcdzGu/Zzzww+euYkOhHGtWIVUeImgNAb8AsMtG5ASp4NdwGATy65FPXQ/FMAlYGcYcCB1jTKLaJa+vjndEs9JZVbYB7FqwAkti/lJx/fH7c402hm7qOA4A9xsn/UWXS6C6DWK5MHtIxqVKyZDgMiUfJwgGKYUzEf9y7jSp0ddRrAYTLXTcHfiPUneshBshjy8BVIm5LZWRrxS1l/NZQwAiSQVRgzqWwdZg6jXXb/C7NhDt8I3hHxxTysiwq0nI4WGkRx6pYNqD8cmVDJxpMgWtB8gijExMUhkBQvhnwBq2fzwJ7BV4SlqMxQxSxExN2aGBr3ZCqN6YFPoB4X1UCzq3fpj5q0tFxaMg6UQZ60rDCizDrj0lS3IuSotbGzE+GGgwGYWaXLyfBiW8zNYAiJ+nKRJJ7A4jGHJgkzJFR7yS2ODSv1c8qiobu05GRN6OA6Bf2UnikG4D1Wy7EANd1QFXHjo69RWZ7rUm9DP6WnuXbMTjaZSDjsPfAQTrjFFAri2ocsH1JkQTRnYaS+4T2rVHKvQHquaaqvCjrzhH1DnfBACP7iKxtfVoClvnRDWU1yK8Bp+Yke9Ww0G2Dq0g7sKZlwPoYHR23ClOpscoFHfJjhToYNrIVqzKdidgU1ufbSjFSAilIMY211tU0SJBPK58DBE2PO3XiLmHQxLEk5kfHMIHwTjELGZRjnYzE8BgT1g6Rc2J4L+ChuwDH4s9YEdTRsZ/gIC8Dd6xSVIURRopULa58Hx4UQqdE0mowPj1i4IB30wAiJEdi/JKCSzF3FkDpt745bV8BiYQG1s+eDUQ1EB3vnuH7CXR7uIm7TC/maPVlAeIgracIPaMasatWC7muTUfHQYDDtliYrCBpNMOjsXM05h6t7bzy2tScBTSQTMLPALFAdxPrLktQw91ZIJ6zhxc0xuCF1ZHsKsDMVO1YBGkNUo7M2fLoWK9ogcGyLi05edIVIrL1rRE8dlOqKFk6Q+24CqvNa0fH3iGN2KQXZfXlg18e2TOj6FEe801+IBbBbSU/J7GTj58CMdQyHhe3DmAuyHj7dLeOZJhWoBKHkD0yJUuoziF/Gj/4zY74e+kmzWClTpoo8jsd7FSZ2Il7IdRzm8yi27+OQ0MhU2698iRvR+MD9KwGd2uoc/nk6hNAeheJA2IwyxhxwAERu5H7OswuQXuKut8N1t3bGOU9iSHRIhNzn1EDB+UhFj0Qay5SHOO7u847IxWQ5jBlwW5ONhQHW5ojn7pQnfHnuN/v13Fo4JDWCB6ZNGlSPdQLIhVJCaUwo+XpcI8PsZQg6mbFAeG60uMZfI+0O/cZ62tZS8woY7JC+o0ImWEC0leQufxFby4va0Oa0jbyyOLPYTR1PEGeFsRfjzZZ/27+Og4PacpPwzrrAHeANOUT9K0GvmsMkU0eI6SbeDNI70JkVyv8j9lFCqiVbFXWZuDqz50HDr2tL2Fhd/XZxYw4axiqKYp9uZxfMgX/lb4kUpbDPLJ1jV2iwvA/21BlpZMZ8udJA1P+HR37jEoj8gk4xHEZ0fCO5mVo5gTzq/gLuV2kd65WdFSUk9HcKfISwx4aKLAkMpuBJFB4NQh5MGcUHKMyCa8HV2Iv1qmWexF85c+kYqKpHjym9XGdL89qn46OA0JSDD9mNVhUl3W5wWewY2vIZ7+kldrNqhdiytPCKwUNHBDkRYupUPpNAsXcUkkbAyLjSwcIbmwGaY5NYPDg0pe/fJEVJ5Eo39A7IYU+4WyoNlBVtm5vt2rYr/fk3W+1dnTsFKZrhqQevAM3DPTBmG8ywLJgNjaRI6UjM2GIB8RioWOtLO8jAq+eQuGAiJuvbg/JtARaMpvprTMLipVMcBA1d06ZnmKMwsAJZJr6Q94WUfGbOw1VT3Z0HBTSXpH9ZqUQjyjIfFDL0yoow2MA8xk/OZxiReVCnHR/mce3R43n81wgKnRftvOa2IBBiexJatrME4qfY6Fbf4LQbe/AHgWpYhIlnlw1mYxuZoSivJOYj1fYUuT6dHTcC9SDP4/utAhz1EqrNLBrtS7EOBWhs5UWIkut8uNdThTxz3zlD/Kz4O6Txb1x3FgZs3x96SrQRqC7HfDilp2fidKB8UGGyWvJm6CRiF/rHaSN7WS31Xx7EHtuy273XCQuSW85VmBthI6OvcPcVVWjN+kCSYQ7hcLi6DBVQIQqTllmkS1EA+pOKKtcaVvLdBxskb5gjNRL/FDPxTwYegu4MbWtpLMdxPfc7RCnTlI12YtoB7HDi2vU4/rKOxF6I6+vHXUx7HdF9jh5lsvz1gqUQhzrk3R03DHSqNXRh32tIkQ1lHHCCMNIKY4RlajAJaT80mF52ClZj/3hp2zPb4cr3UN4E7jucxESRdUWk5rt1iHAwujp+wVqOm+HPA4f701IOSlbdwuDnmZwJuxEDkeIu66I1OkdHfuFZDQ4Qn3YU0kG4z2OXwWRG9Qq6iekb+Ig4nGGSulK1ozAPCyY71vSH41gnWJDIKvjKyXcOWaoSG6mgRzXnRuAkqiFYNnBO4meW3X4KbtycKCEcsm+wOpC2SpKRl1H5I2eN07psQq/VF+5u43RrdBV5h0dewkM+TKubdjrN+rJYCwrCGQDx6gSesGg7S8hT4Zkruf0wQ9Fq0g20mUYwCmg/txrAsNgnOMvZLV3gF1abT8GIBWLL+hmyyg+SGZhbWWceXgGW6ZwsMB1ID6lKncOHwhZ1k/ZM2ura7HZLGfLKyBbRe7ouCsEoiHlsEXSUI+CshhvYKzqg8BUFgVxI4k79HCKcwCm/CnPnNfQJkChSX2W5DkrQbbozohUwD6C96asaVUFMsaQoFzuoEx5O4qEjN8gQ1rZlgzI65K/dS9Qx0RRDEjm1ApGjBQbo2SZQzdCNTb82NGxdwhrYI525wVBrYQyhBVh9Kl0aAg1VjnwP9gCwxPN0K/sHYoreVugACVFZC2AaQVXqcwkQxxWeo8ArhbavQl0Ocjdml0SJGaek4TXrLdlYiGs8HRdknklQQrdXB5R4mdmKUMUqc/bXRF73DEdDx1hw42j3e3aaMgWhUnvNEXMyD9si4kp4c872CzIN/OZPBHGwDlhNFUo95/gLStKDhiiNEADWepzGKgt1SaQINwdZxtwMdorSp8CNE+hwf+YSegkwO5GimSuXOLNVWQKZeY5IpfL0SezOjruA5It0VDPCjVU1+QvAqfAsiojyCKkaPl6ZFoDgdLBg/9xQnsYqJC2sWb6FpoyW9AU4k8n0xjotGV97+CMmgibBaJ/Jq85hBcEMbz+yy5RDlVf8j7A0AOcg9xVxEiLaHHcNjLF1W9Q75azY49ReAOOebU0MilZTbJDUT0eeUbSJCgl7V/Jl0QGf+IzZIYpB9hCkr243tV5vLutjZz1fQasW5oJsswBtp3ckGKGvIrV43kBxWiuWlbihBmcbtyJJDk9/Dy1hSIJ9xw7Ou4h0lCnRmUVyI6EpCdUmKBBimeUImVzyX0+ez2dfABEEBGE1+WxktOHVMSSFuSYfLbBvB4snJxVAp9jJYou4JaB5JtDIpODYYxnUY4UOM6tNwfCjxmkAPkhiSXo6Lh/yBtq+ZlfoLgS3GdslnhPmhwWA79LsoV5RRmwuPVY3MAj8RD3GF/P5eUCeumhVvPac+y8lsn8cD+AZBrHYn8SuZaUwiWlYKIg3mivqvqhH/jZEaZCD6TEQ4SRoCiz9aS8o+NAkchZUaYWUuBI3ZHcXX6U4YLmpk0j8ya1Y2Q6AqGo120EiSH8D+Ql6yNx7BA0ZLoBj0wti+mYkoE9kpgkVCAzPjK8LFxDELAuLdt56baE0pQUh5BvddGk4zZxfnLyyp07B/K+wOHi5OTcPDJenJy5qxl8DcScV8Ir18bKwK0xR3aPMcorMja0S0lB4o6dYMROvowhVeUZiAr9jubPlLuRvsX596h5LIfq5g7DklGV/FAo4HiMXK9/0GozYpTYGQYM7Fa47UgckOcmJ/mnXolbeglZiN7BSjWUOpA9yMHDCX7Ydzw5lP44AMzOToCnb9bZllcnJzfGBDBsX6NLX5y8HgyG2Zcnj9zZCr4GqpxXwivXxsrA7fHq5HsspkTO3Kc11iUF6KJOEpKmyFduvpUOvMS3ARGCLkTGRk2WrLnuxAiockQ1dF8Gddy99h/DMbKj/oHIZk8xYGZRGv7xS5zLKrEY44GZ3NXIM1au0GJ0wZgo9RUHT6mYNfLXwb0GKAk7tsBTGkBgzUx5sWoknb94464r4fzs5EccOMfWePveyXN3toKvgSrnlfDK1UgNbgZeHRcnp2QTvGkir6Uao10h1eMfTv+SDiTjqFOft5bI/V1d3BWhQ83R4x4/wXMxIJrqYO+2W4nV/X/N0bExUMk0RnbcP+iU85+SMfMdL0Vol3r5FU0g5x966xr8hLCqThHa+3klOW9FL7MSHbo5HemaRQw6s2MjoGM/ODp6DDO4Wn4vTqZHMRYaG9KpVcCibGiTHp+cPHEnC9nQZG2CmPP22E2Dx6CQOc5FJJzUNca6dCL6p83DDKVHNJhSXuwFk5jN5lz1Ix7VTjkAg2QVc4Ehtnqs3QRcLY6bElYDaYzstkjulc5An59QnJEOy/j5RXLKitQvSrCG9Uk2j7wC5c4KJQcS8LgUYN/x1z9XMEKTd3aswZOTk3dwwFphtUE4WzGkNrIm8dJmE6jJMBfUKidqBF8DMeftcT3zOQ0IeTGTQpmaQEcCBShg1UP1A3FzX0+um/3ISbQlhdzprygeb6Sv9Hd+AVVTsvVYJY7ZKBR5prrvWohpjKzvn21KZoXnVBBegj3m9z48gMg8XORspbi4nE0tN9Hms4DiB/NXGVz0JTKRHjUT+nRVo+XXEeCWD0Pn+dEXWAi/1vns1SlWxY8kvfPff3dy8uY7hM+5D4JAW2jM/ogor58czXwRjcjPkerpB9V2ouX07V/O5mcnp/J5oeW2+T99A4LCXUiUmWxSCkHPI+obOLWKySbr+S8QjHIDSmaNOiQP7eIgrmofcw5JUpuOPnBRHHvlXpyevsK5EuQGo0kmvSCu57+4QN4np6rfWB6hplXMczrfYF3uyxtapvmPKPHk9A2yLT1z9Orf4fn6a0YiFktrljbpEYrsT1EikrO+aMsCCnz+4qdqL+mReEKq+avXF49YhupAcPGtKn5AqhElliRi8YAgV2E2Gj9PUXWMGQ9li+GwnpPzDbIHs+LmCweBda+Q+2GtaKtetTEy6h+0kvl5wlSyAyNfGahr7SRJAB5o0nM2aYaSZ0eLP180bj9yjK76OlJ8MkRzgS2aqWwkyF7kh5y//BSAMOGF/41klqk7O7aADzwMnee0CsC7OKfuuPOVDyeMJO2DABpz5+Z/dvQWygUgLnUJqK4WcwwCZ0vOoQzBiKemJn84mREK+snJu0wQQ6CzAkdo2t/24KqUkGRUB/d4zHqW2secS5LcJlSGQJu8cs91DiCBN/h0mQKTuOADETlg9hryKDWtYkLxDE+4MGKW+PG4NIClZ1LzEVEZcrknM65meYlPkEeW0/LocSqKFsDupLCaI60jG+nZEQ0s8MPbur9NIqeqG5GKyuKYj2tZmllXncNNeEORsw8gAPaeo/TDGtEOelVjZP7MK5T6p2plKTnBZo4/6hfZoqJh9FuTTmlLf5jPEPwjPPE3BhasU6bR/DOdNj5ONFJkK6qgqiROXVwSlDgRyLRbwO2B2fI1jxic0rgXsFA6wy86/7lGj3y+P04rC4zE52QHJBSvqN1PuY0I/+85rN5BFhlUQ8RAhMvlp5hUsWRQSV6CJzxTHc40KDlrpxBW7lwDXykYDKLDI6zoH5hSKIXIHNR1cA9LE2ufcy5JQpuQpYmClcO4gt7AEHEy4Jj0eqdAKx/agcSWhdyjulQ1HcSkP0K1kaS4WRBQbKaz6sBhTaHVIHhtV83iDipLPD66eIMlG3iORfxDlbsrVqr5Z6UOCVYs+v6i6m/6u0QEbxz+F3HEWuKX3plGHh3lGon2ISLKeJ+xmAdSsCjDzKr1ykpFTlOitfxiHeGjIkv/4De0MpbsgD96FjLSUEBCK1Ojn+4XCzQJQ/GMLWBTmmaG+3XurLH0VbLv0FVEbbxrlyyebb+mMwdOdeu1n0bwHVlxP2OQsmMKbzX+ztHP6PkvNek5HVTYIw4PDrBHvAisoaLgJ5gx84jF7M1tRB45liMsJ0zoF2Aepyd/0twPn+yvhN9y9v3NexpdMQQVILkB+/rx6Nl3KZhXo503GGKSUR2gxO4Raw99yTmXJKFNT10UXjkE/YknSpwbfHT5GQOtfKvTM9M96NPzhjxiTfGbYxYhz/mIgDQkx2Xe7JkZls3wZPNnkJWqN1su/hyaxRIRr0RUnWLuSTWs5jMTKuogEkkg4VdQJCWEDSAzVNaQyA/xno0i1yKOJDQkQKV/o163BppnrBGc7yjfMyZCJErZAbLJCgOWkyVqi7bqVUazImP/oJV/ixMljCU7lBTGFTJ4dHJ6mcpE9ZHZlySSsEcYMG9ADEE2eXdRAzBr7YsaAncRGarrugGjFInc2bG+TykzQJ0M0sKfT5ZETFenIwOjwoB5MV+GNXbA8w8ubYKGFw42n1IvuDTMyo0RY7LGKDq1HBIsJ2cSSOdTt/tjGNP//D2ObI8UQ1A5eiHk0dG/pGDW8RzLtLwLVhVyPKwDWd2peEupPRaFIWfF+BBnqa2AEQq5VDkk/gueSVlKg8+/Y6CVL3GxmkyoeMq4kkdsHMrOMaOQwSU4xkH6fgB1sIqmniEThONrqOITUgQuZ61Zc3bKjLtf77KxpI8pIjw9d9kYUyDU/NHcbEJqlYCEMFMLlviIWbOd6u8iEUORaxYH7I9FsWa6jFNo6bknHgH5IoJmHQSmGqCV3+Z+sIgToh31qo+nXKT3T2xlLNktBIPhARNsYk5l8vYI81kuybMBJqq25RK0pze6omTAdMS+gvlCzw6ijFJ43n4nYR1MTwtfHtv9gLkmoIXc6/Wzjs2BUUG8oTlJ4+eZL7Bw/gj/OXigovDiMgB4g/Fpk63hhW/eHf0G47jiCTB3jOUDEnldIAacGFy1/78cHX1lITEFCJqHP09xMfAN2vgR6kJoI6o6vKUHp/FcexxKyWhdihHahABXSKuctV/p4J8brGhePk8epYyNaAzrUtU0xHRbmAoRWXgLEXmsotmx+dzzoYKgWbzMC/PG7S/u8HOfLkRE4ip3/niOkPlvcOIsigonwwdVVWOQNUtgf5cqJGS5Hv3ZxZGi+PhRAy8pLClmrhEqg6RPGP4z+KMOXyGl+sYAi+37G7PVop3o1ap/0HkXJ9/lhLlkXi8zWaDb30A2j07ee3PyH2gXymKrNDmqSfPLYyYxMSrJEH73SzOM1okBIPbjPbohaVQ25ViHwsqBQcqpzg9sEm56+pmhm8NN4HOhcHHynrYrkiFApz/52LpdM6HmRMiZwRgZ0ioi77ggHib4NHsDrtk+S4NhAX6xLfijXHTdH3VSpcjhqOOf5ebMz1xehKFRFzKqAzzAg85S7ReqbcyZMZQk2SEAAdKQVDknEZ4uN1jRorjYCg68VJm6LlVNQ0zP3egG1Qmtk99y9gbBc1ZCDeYlVTX/HMqEWPj/NSzWfDmHYD7gXRPzb9DYN0VOb3PdPXdXC1QWyV8gd7TOa0vDq8YseNP0yRMaQ5IONdcSKG2CyZXdyhWmRwGcqlmusy9NWPPPvEa0uManjF9yMoRZKntyWdgWxmNTtONeZXOI2D9o3k9CwlhyAm2pOkHlgvKjTJMAfij45dEx9ATl2XVYT1aQbkCJmWaAreEXPRU3EBIGpM3Nm2eXO8sAz5kVvliiq5BjuetGZYwrVufe0QA6P0mbI0TuZz7snp78jEyAgxGzp3aYuLUiLxhGxeGI8Z08w5c2IxsQFfZu9r37IRczB0gNfwxe+Vu5tkKz8jzEZ/envH/GF3BldZRRJRGqOhCn8Ci1xyHnbEwgx0htQpU8wConbVBixCgNRuAiiOv0MlXT8wdiXaqahpjmb0ImOM/D70c9HIxYy7NEaVLzbf7nn89QiP4ONID7hGxKkBNjcNLx3F3lLEfWAWsn1IG+tKOoHBsDo/fuDIbsAm1X1mwq1G+gYyoKSVgDRdERdr70+uw9F9aXsed+pC38wKryJS1P7FUU6P3wzOeWtmhHveoxqv6BQKqEsWQHhyVEg3r8gDNNAcdLzDUYGy54OZ6gFrPlovE+0mTamrcBUqX4AKKdDdH0TmbR1sEO6yEjkYgwZIAInCiiYwXCdkvZAiPPOBd5+YartnfPj37EEDnmHInhyJkSywJM6E/gxtDHeH90NMMIOsPSAatWn30JpH4zeytOQsCMmLl9RuXI7MjKtV+wjjdLD0FJb+a6ne2cdVJczMS0IWehs1lISqI6oJhch9kZFpLyMJNttWfOM+X8jSXBOuwPYqjWJhAolaY9RbpQ7PnR0QfvScVzg3PNvzdx4ZebVaiSXZMc1KWqaYxZhOzNgr4gPIso7eKV5r+FJvBvbpU5+vE9Vj01FgtIRLw4Ovr67Bl+vj/5U8ndSrAcSfFQGA7PoV/QUWT52cl3qe/Z3/Plh98za2tq0f0iV6vB2xQFsKp7r2dh/Tn23CVDP7DsEKASMlA57wf0+pRoG72aKpCLtBFdJdQ9Lqlkh/cRuAAikEuffL1k9Z+k3j+6RJXONGogpDD0hLKxN94E1G4GpMpf96pR+SYiaUYunxsY0+3fDD2P0xJq3zNQWMdWwMyZbyfBCMFYIqgsBAcMp0fiT1rrOSDvd8zFMS1v7dEQ1eriL8xPc69iagxqsGV/L9eoVgzxDE07dLEQsDqcxs4OhYzq4B4gECjGMaO9MyBnj8GNKnfCIjnzUJWtcoZTLClzg1PNg7gKIdFOExHlEWoaY2Yha6lGYKAHQZTqePN/4PQPAgDdi80KTckR4Uy5i8yYxukCv9fhGIfH8qeeer+WjiV8aRxQ5JrFUcZPqPocJA5ggOVmN8N7rSUaXrBBzAAXKGjkatEOevXojY2RQf/EhHXJjie8O4FN4pOCy3koM7ca8no+s1llTn4ekwfmFb0BfX8pb9vpd4iQOKHifQWKaCbWsiw3XhvzbBfQsRIYSW6SNHEmtx4i8H22D75Dt59qJuRUfPrcVzqv/sQTujC06OJtoiennEsDMGZOPngnafaZ5lMi+Hu5yOWLFPLzC5QBdoqyUo4ItuseLzC8B9eaU5L50bNhHd4Wj2dolNf+6cmHbIq8Y7XZbuaNwrwErxxWP6HYxyBFdCeJURQmLsiTWoYKzWLRGaWmMaYLOS7vMfkzLkT0s6pnrPlQQ5BEcEB4kKt4s6oeUERqPnKH88KWoK4lIDPIkXWw/S1uJ7px9L7n7Wahv5NEfGOgapz3f6ilV1297qH0jT13znLsBNUIO4BE6odcG7gmRBt69ejVdzaE6v6pJV2VbDj/XmfnTxGNXxz6UGWC8fPar0WEAwSbpppZzcW+FQDPYK9cugaRRedsSGOHEUJqT14yidkpnu8jKtOcs7s6Aey4MRSDeGvIW+bjdRVB/gcSmAb95OCnHYsYb1OZllUP+Ru4wzTe7xovAa8Kv8uTs0sx/LeCXPIQeruBu3Hmx4Sw5wa5Yh1Kw1Ndeq2MEELRR34y0Y1J/AZGrvhfyE7xjPShHrYAoBdga/BYu46OnQIkotx2eDso+z/GzjL45TYqp1hIUauyIMpAvNFNaw091LP9VRECF3rD5+sX05Z2G5y//ga/oGSkU7xsPajkzeH833lnt5fcwDE/OglRzCmQYa3SJYgEMvDap6RA3/Al0gVTTQyRFCXGC27WySk/zCz6xe+8AZABasG6uEfMoqNjB8CK69ZHVdkdiqTL30SCQCgYbVQxXDytALZHn8p3EEVo+RH5rrMCWtzr28C0R/hIU8ukNboBhJIbEAG8hDyO0cyR6BoS5m5c5elOvUS79AwxTJkQYlGw1TQW6PpywRDPkxaQz74Z6LlE+HgG7OjYDXzb83aRuUHRg0zIONj1oiyzcRnRVlrsWisK0YuK11ZOLvGGOiXzcG1FO3/BXbYz2r2Lk9d/b563glByC/pQHppnAhm1s1zvdcggwfZkAUpgoGc1MSSmhFbercVMSk5ECrKPkeBoQ6KK5Cdht7Gj416AG0g2up11Fa5Bx6VxgOEmH9J5NC7jEFqoAuE50DNlNqGcJDfDrEVtRgXeH1AkZH+0S/zk24BUoQOK0HCagyEr2+5jF4WNv4LxFkNCZoqUbJ3SggKZjKUDim07GNwT5FlHx71BHtI2y4chTkUBGZNeVKTPwe0ixECIPgiS9Ke4xB4zat5h4C02De9BynsHNJmfU0YjKbfBlSE+geFOYEDztDEHocXppqApSyFlQrs7iIQOhxEung2OB9tIT205mk9Hx30BdMKHvIiFHH4mBpiQGUIA94lIY5AghCZl4nvctatkKKY1QcndfY+RX+1iAuAKVhKTr72bOwL2LXsFZ8KcV2dHvkIW9Rgu+8G1LoCZqWdS4kGJOJujj+FCvaYK7ug4VGDtk96H5NTD17tSGQ18OhAyMfsjlT4JUpDdvNZZEpmeRSClZb4xsVih4reAYf03gUyO2Z1sYpgRWXP7evd8lrfsGpRODFD/g2gd0/VzAeN3EIfPe5QdQkC0vgIrAT9MVd38ddw/cPfHB3b83IRvTWV94RlPWioLfdTVYgLJWlEMA+3L6zsjkWuxPL4hDdykcMXaLGIB4tscsLwsdVc+EgU3+AYyQVieKY4TP07SIQVjMFkgpCdDaCHCitpZjjDEVRyQf+agCnqAlx2iIQJK1OqgsTzu6NgpOLrdeVtIH8WhXsmDcG7m/wEGjZQV4BaSouMPjuPp+iN19ZB/uuUNCRgkv5U4btwzfYuA7dmgkhUg2fDPPdFU5MNLR6PlL0FK7Q4dBPjQ3JmkKTCLw9mLZFByjPGHkH1DkTFLXvalJa2qoSaGc16kNysbNwo7Om4IHJK3PdD8EkfFRswpvXF1oA/ZgJ0VMBmiKCYpiZu1MaBKVdMYVw7+1l8gFkbmoW0wbg9bl47WzrgVChHRAob0EBk/PJke+osgzZMjyQpnJGHGz+Gp+QJd4WLmhXgJfkLshioJ4GaNdxwpSJ7IO7zxmbFl8y1d1a0lVkfHLsHxuHIk3wSkcKIXOgWSaaKGpsHOamV6F+topMQBWjHVAsQp8TymMHUl5I4N3vVBOcDyuRQrG0/T04STu8C3jjEoXKI8uHjzBoKDVBBJ2yJTnln45N7mHrK6nOeST+Ep2G7U9C2Rjo6bRV5x3CY41qlVTgUBp2qyQHnkyzHQGIEqkvxFYLgs42sDayhKTg9eUfJqMMtbwA2XSZon8qf76DbtWFgnxsumCJLMxof5lYx0VqBeAIVjAvcqgKjnzrKRvqSbJ15pSCzVPxtjlhd+g2VJVW5Hxw5RD+pbArQg0wMiEQNxFycVfnU4VTBUs76Zz8kF17u11lhGXo5IyB3rkaqNetrZzoF87Q4Y/kdRG5bDyQNCVGzaqtAxVmFMFu6lqBnZzSsbieIlIBvzQEAIqTLgqVVSbJIdxFNGj2nMp6PjHsFvPuOcT2TTJAOYlcQGfuIf+jVE3a7I3JwrqbyStYzwe0meOFC+O4AqOrVqvDaYMda/+HdMeULAGxREXsxHLhSVG3shjfUKfbLk4iQSxA4gnyh7lM5EhUxGZL88Y7FgUnmHMcGOjnsLs0ZplGcFyw6DnQ6JHVL7EWhoCtkEs7YHWqHAXOWN6OFuMSBAdwG0jzdI8iI7zNCMT3+sBQkfORqiQkZ1GzI7Q+uykBnbXa0WIzejfLMFTNq4b2oxpSlJNjjlh0Mi/x0d9xbSDYxzUoTw/IZQhr/5j61L0O32dh5tHgkN85+RnjSpSANXu/Ml0a61YIuvVsQmoFiOZQBRlw2qA6tDy7MwWQ0SBKFXm3x+0tj4c3A1i+DQRxlKkxMmiaF/WQO59TTkaLJq5dXRccDQkKYCQB2KrpgjDHdTlqBM5lF0NcQdgqwPqgTt4hpvqN9N2IXIrcGHU/gk3ibYgflDSxqN4TRh9E8UsFrNtiG5+J97ZWT2xpAqK5o3HnQygUIUa6iYnLPHET9PNViSuQ7Srm9JR8ehQdM/Rjb+htoXdcvDhpwgn67SQ62rjI7IEG4AVWp7G3WsGg3bcWPw7T3auQjuwMESk43qDYDuPQnxPlI//HevhGQ+uTeHqaOme4i/srF83E1zzwje54YcYVbWAOB/g9s30Z5WTh0dhw2NavuPwe/j30d6VDcPyRzFbuJz35V6iFjMiFtcm3IIxOMzs1tDpijXaRV2sABWW3izHqobH4tG+XpRDm94XikWB6Ti/G9EAI3kwZvMDLPIOHxaokyhfy1e6Ucih6L83EODN/0QTUva0XHwSONc9MIogNuQSk88GniKOQwp8Yi7OLgGxAHaQxI4FSvAclfEWgGbGJIvWM0Nnxye3jvbFDChWRS1bWDt9SwIxDWsYAN84Z/+8no3QWn5o8U0uqUuhyUNfQzy1x/lvnLeKX3Cl/SY9MTTB53F4js6DhEYz1OER6qanQkthcmaVhEKd0+yA5IXpFDeGxDAXAck2oAB6mKruxM243Y7UmauTCUPOHLj3CqTRa1vMZKK/emvrpUJ2rIhIfbJpELzJYEmb4vLX2auE0fowaV/DY5QJAtCfw66dMO9i46O/UN1c9cYGOlUE4uinzT2Kx3IJ8jOXUxY9KwN7R2RP7IW7rcBNow6ooA7wkbFL7jXx/I5w8Q3v2gzjVlsVLlEALkJ6F6CmSbLBkWhiHE3InTo51JWJzFYZ2CZOgqhsxaJ2QN6ZETRmXaY6zad19GxR9A2lbvHgAmzG77CFlOKXafKZ9BVdyU9CWpUAyqrXPkTk01gKpsp3JBSbpQtF6W86qw5ACnGidY21yH+RzkZdTOY3HAOhni55PXt1p4i40d+l8me5YSfFBaSwmnloIzi7QWiMkxrZxnt22k6Og4BI24xgJm+sJZKlmpgsYoOhOzMs6keuu6rewClcFzIyWw0QMLUzOOOMN5uG+OYL3aBbfJHdSeEsAHI/lzURbB2rkd1kO/scsk9xeGS2iaezAzLY8Lm4G+qFMZACsx3OFdTUq7BnLRwsLKOETs6DguDLaABYJKoJNSlNMqzJg/SFS0oWcqvpfq8psiD/fF/4DdDDAq6DsiUrgdeNZiuqgNN5roXK19eoECKKzdBrM0lyFsCeXTCNT+218dAckYAB4L2U9sIRJoU7JJmXqUhmcR5XethkZPMaHTb5XR0HCbWDGDdY0YFSPGS1gzTBY1JXEUkpGgZwSA+3OCnAk+ccLS27S5JFdfUcgtcM6fNrBm/fscHPkgDeQfifEibNgQkpX2IdIKy9QwJz0S98EdPNmrAxPIZlqjhckiKxVaEFL6P5+ZNxRb4GfNBcAzp6Ljf4KRfqXxFDSKiYbGXPblexjTw5MMNfpaAc2OadjoA7cghKt0CNbftOZifKamthm2vaR4ReOpynnGyELu02WE0R5TTON1kJx1VChUln7Q568CqWBUAK2TPVYk6Ou498m2upodZAYaaUOk4aAnOabcSHTSARFTnAnJKpHCYKcGN/gG9ETa6qaVCK5ebAIkUBED2Jx7IEw9aDyUw+FxRhMItQXeCXYJe8vIvTrSgrYvweEqQ+6AIgI6BOJJ5iwbTulC+qAzzYUkKyRicdnTcI2DYJz0xvchqNhr3UW90ogWVolkiMIi8yR6BKPWm0wDQc3dFrEhw1+DVX9gm2wfEzxZ7j1GILvogGl0sMuiBDGRNEZt9jUntJEdP00vuM5G6Qi2FOaYZ1LuesXCCWuCX25FYSlf0vSqxo+M+wu7R07DXT1AiP2bUHjOyj7gyIxkRL/LzAl7DrJRpQ83aFwVEm+olKJrIJ32NAOqfB2wEj8z7XySrknO5aE/TqA1Gk2nyyqCsA5XTHl+cZGSRh/Lj2rdwTEBOu2Q1U20YWPdfLLSj4/6BM38Y9XnAVyslQ+1DZc2PMGRXiwshXXzWAa5VhNCx/Qr4ZqAnMWjVw6MnuruSrbIrz9t9vTMJIu2WFllQvmkLVfT6mL1DLkj4wQD/6lwMjgfLzMJSSQ5u8oVuABCZL3+BH4KQpu7zQfKOjnsJbv6YK2hQG7VKgII4iUm6PAWsGePKi+5afVu4a/0rNXSaF7zIy1RBJ4Hmux2ySFKuxs2c2C2Y/zG6I4shTBpwlhOHcVRW06s2kjG3O9wppBMxPy3Hc/Ao946O+4olrJjrCn+z1tTaYqi8sJoiESEXyVraxtIedygYqOYk1uZ8U0gVRAX41AcPvOsvQ4aGvhPfulyPzJnd8OUik6j4DEh1+587TeJDYOKCP58e5omFwxnEVwrMkOXG3OW3x4xz7eh4ANAaKClHUZKGPqS71ARQGP1tYKQUrYAJNtE2xHPd3BaV5bgWYPWYFW/3Q31CrnJe1fxJem5QLc9A9YKs4v2FKB2RxBuriUhQEoYFCm9PYjsqDm6A+UOG2gIhRvaxo+NBQIxCrAF0pyhfSx+0iuJ1Qzj4yQ9zjFRrCOhtVK/lhsp2ReuH8gabXdvD+G/iVEt97m3IiRG6tuVToNzcqapWewiF4YX8mSJxv6FYEuVDFJE6nZF4p8V5KM6AU/OYIY7ir+/Fjo77CXuSgRykuil5oBG88EhNwj8zCEYAlzO+9kWEZlKF+HRIFbihsqEyw++VbARWZmgktoSS8/IGiqebb3smAaP3DsBXNrtTvM3djhLmR0BCNufQuicRca9VR56jrsf58kymmwWwjWSvZJXCmCF2dDwMgEBIC6A9hXwY26NuYillZg8Ly2r/iWfFg19lHLEkR51uFaoVdbSpSL9hFqiE1/26QIHit8ptiwqsxRI1dCczH15DYgN4LOVR/rlNg7YV0Wpj0sIRWZdqhPCwnCOFsMeUfJBnR8fDATXLlAi/pov4hTmDzVsuoHiBclREQRSw0CJoHJ8nTacBZIADJZ9ELMCuvm4NUrXN0+Ua4zCq++ySNcAcQIngb9NWrEbFiFtVtfBUGOli2GkYVLK2bqk/yLp9BRwLE3jKZoleK3Yil4RHHqTp6LivEN8wZRN54p9+sgYGZB4C8DYYEoikm3aAviFx2n4SdBm4kdkIkxxyO1gedR2mwGq1qzYXczL6BHKlVzPTfW1ckk0nBGcAJxa3TSlCjlfVdpRct87wonWqa6MAfvuSMSFu45rjdm0ku46O+wAZHdMBWLS8dKImNQB9si020gawQ8SKBMJAIxjIIJdwYyVrYTOrtQnIHkf1GoNWbbJqolMUifYAr0hIx4h8eIpUQl4IIflzJAFWgmz0kaXQdWuhIfil7BvDZS6rNbKl2k07OzoOAlIFG/nBlk2RMdA73T7hMRWrOkmwr17Q1X7hwQg7IoCCXcBdn1961IIY1NE3AGH1ELChPd0EEEq2OJEMVsCMkaRnSJWLlTT+ViN3jIWNoqTyeERvo4RxLp3/dTwoyDyZGgRLNanvvKp4nLcGLVqwnAbPTioOAjiZWYV0V8b1weKh3tdSZdIo8r5j2b4dVYyiSnaNT2AUeddArDrIyw82sTmrIJr1hSLqGY8RELTwS/6MLr+OjgcLKYzohmsZMK0WiHgZ2EmKWBOJfIctQCa4iZaJbbVwFS2l5q8ngKtxzJdEH5sZZXbme01QGuYiVwtiSiC7ZpyBQO0sMMbiimA0RhK1zUVVQHPkz2i8dGW+HR0PFtIBf9Vp4QxTmrGMF39LtLBhBZAkysGb3jZUMhjAmHGFzXKIANG66pMaCcoBFeI7oK9QgzYyA9Rh0FwKS9yPT+hW+3cWsRi0Jrdzm8+eYHASfM4HnvTXV+GUoe/UNvPq6HggMOUCI6CmZG1x7xG4VxeCijMwLj4nSxICpki2WN+sMY3NLdZE3XYNfZKNe547ugBCKRcjBUTp8VqRkWWLVPE3M3g5epPb5XA+N5LjlJjw01WfWKgO9tvtYMcDhSsA9edygltEkKMUa1ei8/k4d8pi2JMc+UV3DRRVXIOxabw9bd0d+wMgOzXas0ytoHe+VoSjgiMHNGeKXqRfo2QHbpfiDLdCVb5Lnoec10SmHR33HE5HjH1kspO0aQhylWXRqkoZC7tI98HgNxLGCihhKmg9DlNdjT2n7QJKUtQvSpExLDzyPPWNOaf4X5AJVtBOu0u+yJPziLL2DKIMo7uj42HBFML3jGgCo74NQGox48VRhyuzIV14FEvEkadTFFDUyqJvi6ulujFkk7UWJguXh3jfyJrBciUvMjmDDKRHnd5TZeZz/DJf9xqBF/C9k6q9iWtdMu/oOGiYTjlrI7vj+cRtJCIXk6xOWlpeeMdoYx038N7iqcVcxC7vENwCG5q07WBsj1nTDoEADkuRR/ZcJMlZEjmn+R+zsxlolC0Af0xtTG0dW3fLXUi4o2NfUCkMT6gQDS2CHvFiifM7wzAa2Z/Dgqb5CMKbhQwwYYpvGKtqtkmtG5jryRI6RNP8YbQIeRTfvA8IL5ulinBrcDbx7BaxCxJ8K5NX+3W5Kz7lbbhimzo67gGoDSBaRQlocxq6Jm4BZeNHyxKqaGB/iX/4cUxzAhpFDLHDi7DbYLpmK5qzBsuZ7/rZ6YjZmqRi/iku/EZhCeR1uuHcs43dmOBTCAtgoZzG7kKoHR37icQ0qq/7UkcGaiJqwadjAxUJUTwb43zOMbjVleNeCde9o2+AlhG5HSxg/aJAh0RNYQNqZiJ1zwazyxt+KWMS9Czw3FaELnRKH6a4Oyl0dOwfqDHSCe6MpzUnPSqVS2SO3CVrUCIypHopNpwetxAegNuMVYa3j1ztOwBWtNVqflAXO62pmb8mH5441vFBw8n8/CylZrTazBIWiJ6i9Pm/zuquO6Wj466RVUaOokCVLlVULtMROYY8z3kJ/WMOULXqdDeg1rtzLSafN7l5DGVUS0JiHNfO5AceHbftmNO0DUsXl6vCANsb5M9oB7Cj42ED6uRKQcVy5aIPOYtr6mDTKp8hNliHnzjmiYYUBgj2B8/jigTdNpwE3QlGVz2iCXN7lu+HLkAqyBD/kjxbFM/7xjJJtnEQiezQemOcvKPjgYPa4U7A1HDG/Tf61oqVkPV5GAAgFVUW/wMFXGp1PY58o7jl4lZg+Fx05GHJ8NV82SAZ4j9dU++WUDIPSrdjJrAvVELegNgfmXR07AnK4pTq0dBD39WLYKxqly/BvBhElXXFB0u5XO74ksYhoQjKjsEeZtGORan1ri4gj9lhgfosiRkniJpz12ug2RVO0xv91dHx0MF99qAZcs50u7KfZf0rijgzglcU2ZEXxM5dxqazYFXY9ZEqvwfwVSyJmL0mtrQ8S7RBAJGKfzJrk2D6HE4H8/HNBstygf49ljuUUdeio+MhI2hCrRSmMIHo5Sfh0re8B0pUdJVrNmmvn98J7rTwgjk/qKy5Qfc2LssSuIgvizgDxM+EOJCxIcVnpu4cETwSQKQGA+RZXkPj9AGz8Y6OEaQgWXtMXeSUO71IWJ7mTyJjrlrnlFSg0pPALJrqm7Ay8LoolblrgAxDGjR9sDwUolctXN+lJOonBPlKMeOA7lEAM5pihjubm0tlrn/VVYH+dfPX0REh6kAFmeuyhszSPN8VmCgII+E/VnKM5NoWVTYQQGkeCUwVnhHiPQhQGJd6VSLPklCCFHxJGuXCNPqTnANII/NDMuH2GV9nZzBAr/GGf7iEcjcPGHZ07DMKP6Bxo7LQg9cuTJEEMRRu7aVz/tQ66w7C+UsMHyDG3hlWlHd3AAmDKNhgbQR6JUP75aHgAqN/o/bwtduwgHYSJhgRvXJqsCU0fnIA6d8wVkfHw0ahe6ZT1MOkecGqLfmu5KKRSWsTBnTPGYyfPWDwQTgtaGF5JFwJLk4NnFMQpuAMCi9fSC9AspLSM2HykB2g61rKQQVX6Evgjo4akWqQLlB76IauVEsw7kiFcypnUdCBniEuKYyfVYBnO+C6YKY3kvE1oNuM/CspCwjJL4LEt/JRcmR1UYKaiBB3IFW1LzUxHS1qDZ6Trk90QUdHR0TWIOiLqIhpHlicjgR3kkhn/BRAnHw6UDRQj1WqZ3dm7Bo3ked1sTzWNQvSYZ5SvDxVmME26Pjt5QKLjI6IEQF0R25kCAvXOABecyalZ+eN+qATwI6OEaBLrkTUTiqJa05QMviQwEQNkpchHamhMH3kHu7TxG08GhcuEWyLqyRspjnmP74DFlxO8wf8KMWAOKU4bO5ghuFS8QDJuCH1sKFknVPJOjo6xuAVYOmMfkggdK1RflSxtJsHZTaHQdpHkHVoz3224PVfuKt4Q5RNx5vDla3fleDyGQG1gAmkPGD3JDyIKkYekjzAfST7qVbwDmd31nGWi2JSV3dCR0eHQ+syqouTD1OvdBdGuo4oqlGpG3wUxM0m+9MlT5rCKZNwe1i1CF+HLZOusDR6tJrTQxLdam4MeL0VbaoNzvH4M5Q00nECazah6ryOjg4HNSPxPQAu7jdJX6qb0YZapegwkOI4ft2yulRyd7g6zUT1TQwbA0U12ywB4kcM0GIMbNDgFPm4j32+qD2PsGOqaAXyVu23bEJHx0MGFY3cJOnVnM+Qmqd7CVjG1SrJix185mOKqjx0UC74D06czmtBjcSW7JYfW3wxWHbybXcWILzeqnD0LuromALXTOG2C3EWnA4MW3kMIUPcz917hkZtbxsg0pQihCQZDa6ApPkmo8w25mht4ymOgicErzTjpt+5LDo69hdSD+iTayAoIMwhfu20YLSwnLzhr6MAkwQETDnVjG0ouCzuFFDxb8E6AOHsIrkbuHvL39FxWICm8SaWpFPkLNQ+URhuCGJJzIdBSAxpHPM/7v15mtvCyCi0sWG02wApoFWoktXATAVrl0JGNs7isFfGttGw1KsAOzo6tgK0ZlE0jzoLW0dF49Vf/ZNreI0jXSO+Ngb6zBKnsSrsDjFZLXJpya2KMYgeBJtDBnt8TsDRLUPLWGNE1Ds6OlZDqlZ0ktRutZYJ4onXx7Aknm9Q+j4hyYGMmWQ5gJOJczedG+r2VXLMQXUXpDirWDeoejd/HR3bA9oVroTwWXo+xOCnk9jRDqCuFkQsuCI/PLAVfPC3BjdKJacorYHkYkhuebULmwxb69pvR0fHNUEVLBceuXGFEyy2akUdYFfKOC5kYBEPAmiFvfv5Mt6iB0EujL6FNlXNg7DdRZSguMFQ+J8dJzDgf1UxHR0dk5C2pVt2Af+wB18DuELnKpLysCHWqnf2DW7B0VVgzi3BtxJpTRlD0PjbKovNd117z3R0bANoDJQvKVhWtGW1QTXAqrDbxeoLJ7diDrgBaPYvWkDuAeoQ6tDido7qLBlDm5jAJdcQwIJN43V0dBRAMV11uEkF6mKaOr3vvk87UquV/mZNAj+FYm8/uDyGK5oxv1dyubAjEYMH9apOK+niBCwzYnqndI96paPjQACtoWa68ui+wLSnBJoyUFTHfPhE6l3hbr9Eh7J5BbZBACEhp22B9gVZDjld1YpkOvFjrmg5R5eOCvql4I6O7QGFkv6ZTkq9SGfSeWEwAftEAe8MtHnHlBgooI4R+W7JvGEawkd7elXassUqR73jWp1UOMxr6B0ddw1YOL72NKuPnefT1nZg9aboBwqKxe7+k6MWSGaAIHseUiaS0Z5enZYZw+olEccZCF7DtAmd/3V0XA2+rDJNs8f35VEwYnyzA+KAaMugOTsD84XU8Dcb3ouS7NbSKVyZMsacelA9bb4mv/oWQOudMXgfjjs7Ojq2w0AByQehT9U7Ngc0cMWDCQ8FC5oc0LulrYRr5MdleJRpyvIbCJsYCHMZnjas5N7cjiC68evouAZgz/LjVK5xQ0qDOIGLrLxNZheor6nuKcDHUM/B9Q8hv1aHJis/FyyM2zX08XtohMrmeTmD+Ci/L4A7Oq6DJbfxAapbUjnoWdQ+Im1ozWcb35t2NYhT3WwR1wZEIXG0rkTnnT+bKMrKtSW32osv3HEn3e6ahkfuJrCj4zooNxWn/ST8Nvar6LW0D57tEgNag/PjXRexcyxhdob1FuaZAfr9Qum0uYiN7YRcQSpTrLjl15IGKKGzv72XVUfHXoMaSqsG3YPT+IRr1UBpQWpAAHercS270PI7EPCtEu7yg502rWXw5NV1nHqi8AqYvOMwEvtu+6Gj46FCypa3+eyYTwfGaB52qXaGQRmT2KvtQVi2xsuoMgF0ywd7KI8mAcx+uWEU+wKRc2cwSqPRKbyjo+PacJsHGkJdy896tHRWj4DtGhuq8/iS640BcmiYnQCLMI5TCLKFQVrz5aJ94Sjf7yeHovB6E1/NQzdBWtgQeN/26+jYIah8pmdFU9s3nsXrlLePwcOxdwqaNncGFAaoozG44lnBPHk1WQ6CLxOMt/8pSl0MvPZICh0d9wHUMdIULOvAP/C3cDo4AFSvzWYeHJZ8ZndkiWbFRMtsSVaQZ8NUutCdBppQIVv8pchGBMudgR0dHTcE0zX8T28ZgN6RjJCPFA0kk9ngzdEPAu1HMPLtKxKj3DWnC9BlX2N/lggRl3GTVZLuy92OjpuH1I7ay20nKuwlqaB5khJKGaXIE+rcAZQnOSQ7/qejtQSGf/a1RCLfJvMWGGCGsqOj40aQjJu0EO6scLB/pIMiM+M3F3cYyl2AguYMibBc1ki4DFHdIQEniY8SdHR03CBMC9PTCPilR33R10KArp1tgMO5y8m0EUGe2iFjOSu2zo+8WpwlO4zf0dFxs3A9BMuTy7fzowVMWnmLl4J5h9wBGQOQOHfhSNbsZ7UcKclwq7Mf4Qi7C1V0YHje0dGxW5j28ZkEubQVCA3OSlmWZ9TrW6OBK1Qf9dgr6+j0mYAQq1v4Cjd0Vphi5gbk6yfA6ALLbQm7o+PhwhUQBI9vH8GZKWdS0bzBnzV1C+uzRdQKZE5XTXvrmJdrGDxWl4sSa/ZdhSTMJMog3o6OjjuBqaBd/XUrJy9zZzsUtrpuHtXLCfccuo5rzrj8NdDwIdS9/ZCN3t3eYd7R0QEk7eXRd614ELPxcyC8tjOYxbW4moZfHhQzmi1973S2HN39HHczPSx77NMzLh0dDxaumLB34YKkvlCbqA2wN9+G20PwpknMFfg3Mmlx19ScyUR65FvbVu3o6GjDdRD0BS6zeXDwI7fBAA7vhS5BDx587gPLWTDBgVBg48rOgbHpJEUQbkVuvGC6o6PjVuE6GAgfvSIlhC7f8+ez2NgrGyOyZfLAbO1I7UyaOUudJgm7XZwv7VNzHR0dd4hE76CW8/JuLGgv79OwsOpZEKlv0PaDwZS1gT/M3/gqxmbg07x8LWpgydlZXehIIvO7n5f2SaqOjo47hqlmUFY6wWv4QSSGNd6HULT9UNA22WggAsj/rkhytQLmXzZ6UVjuhjydT2vLkFheXs3ednR07BpSTr/Wm/WSD6+K3CDk7pR1EQ3zTQBmXuSP7XSvrSDyhz/nzoEIEpYlbJ57J044nlIMN9zYjo6OBqh3af0r1cQP/PAndlN2828KU4pfm5MdQ1t/x1iKohS08EqNpHDw307GLwIU8UOoCCbi4fRGm9TR0XEFQHGpm9JfaSh+zI9HqPGUhdoBLOuJAoye3RS49NXy97j5tr9NYPyPgmuyOs4d3gQRaZQm/46Ojv0CNJPKCVbEM+msrdhuVGVlNVqm48ZBAqgLsTMZQjX1ShADnGDJmDv0bAuJIs8X3QR2dOwhjKaEfUC7BFz2tK5uILbFrZXE5S+t05wXga8BUEBumdp+qe7yKw/04QwiDG8+aLfu9qTb0dHRglT00lggnabE1a0c9wnaAcQ/sMBr3ugY9kghMz5Gg3982TPccxC/co24XCzu6OjYM0g5zd7JeWzamrQ7PfWq3xvGrRQi+3d8xD3Aa2ExNmtzvUj2aHYME1hINHjiNYvq6Oi4MZRbc21HzHar6ptgMtk5fHALUKvga6J5lxCMHfxn0TjmfcaRvezo6NgX2EeSZOhMYQc3d9wH9b3enl+N+GZTA1a6WAEveHHYRNmykB0dHXsH12UcZOfstFriQZl3pc/b53P9klV9/OzMjIcdQII3+82qt/2tesPh9dvT0dGxQ1BZbelL5dSVTR7osT1W6zeKmjYNE7gemzom81OZs8tdGZ/0rXNB9wQOGmXXlTo6Og4Cpr+uxSA0M36/jDYx6bEHrTUgA0MwwhXsgj9SexWI9/GpDzAy1Gxd5TYF5ROcDaF089fRcUggpZHWUrP5fJxubuORPwFrTeAVMV9lnlZZLlRook5Kxcu+4H7HaCD/7Qb5SbjxXmBHR8ch4jjxFqi0XS9w3Y4qfmPqvjvjlMGb/viw8/KSLbrc6Zuo7IY//PfzTXBTU0dHR8cucCzbl/7a2OWl1JsGX78Hw3rp737ZKbjv11z8dnR0HCiMhun3plT71kwG+B/sH4rD307Jn0Fvi+jo6LhfMAMFmrdOv7ciVVXkLdJdB2gDShKn1YXgjo6Ojk0Aw8FHGlZiK/5zF2RJd6oseQ2kP4rW0dGxIWT4yJ1W73DN/F2q67DGjt4kyDtvYPW7tTm/QxF0dHRsCS4XuXK8C9p2CNiSUPbVd0fHQYHPgCz7wwwdHR0PE/Y6/P4RM2JbISC+/XV0dBwmFmnl1tLjkV9X9oxKFF0uHR0HCrslcOJut7vZ1roLe7KbMvs2YEfHoSHpfssGbLo7uGubdRc2MGPLwrPV61upHR0HCJE//N8hf7lTA3YLgKj4Uof4Yof73uSOjnuL9ErA6yjxQzQAEFunfR0dhw+9371vYW2Bbvk6Ou4Tjpd857Gf1HgA7K4b/46Oh4xLPvmw6hMXDwx9T6+j42EBOm93Rq/HLZuHyxt4098qrCnrllvf0dFxOwAL3PT9d7ACt0YXray9sDvd+HV03G+s0vGr6P8ubAa/9dHX5x0dHTeK5RFfELjKZO3SCm1jGu17nrvFmqZ2dHQ8TEzbhV3boW6BOjo69gkkef1TGIZunzs6Hhq0zO2qb7ihncfZh3/33z//Hx8B9vNr9+/o6Lhz3BcS2Lbim9r2m5sDZh/+w+eff/7R5zB9OPDnHz2ko6NjX7CxBeh0cSv8z3+U7cPP57/S70cfdQbY0bFXWG74PaQa603h7MGbyw//++cf/d3XSz6BvZzPj379249+9fn/4WEdHR37g9XfjCNyhOTIm2bh+Y1bfpRjv/GbX330+X9/+5sPv1jOvv7iwy9+/DUZoC2BH7/6+J8/tv9PZsH97PHHWX7RPXv/ibvkePK+/0OE4Hz88TPFWb76+NmnJddX8uzo6JjCRrcfD2Msp+7ZKzZwvryJD1muQyn/LjH7t88//+iv34IFzhbvaP37OSjg3ynsk5cZv3vsDoDuTxUB+Ljlnr18+Xz2O4/+8uVXR++76+U/Mde/+SpF+oN7E0o5wuzNk6Pjs9dnybR2dDxkbPB8MPidIZvC8E3JOnU0lvthj1q40Zr9Z/C9z//rF/h9u/hQ9o/bgLYH+MknL9O/370f3J++fPmNIgB/VbvNTi1h2/5Zcf+VP18dfZWcnxwd/c3Lf335vxAPkf75D/LTv7YBfHv2i/Oj5z8effqX7tHR8cCx8fXgHK+ymsXoHcSF5Zu2y38Ne/fbf/gHGL3Z/Av8/vaj3/7qo9/aEnj27NkzmK5PcfhvZH04ErPH8FMEYIIBfvL8fyHSp//fp8Szo396+X8/++bTT2HvHoMBwtr97vnRMSIdM7+Xn3zFXJVygNmj87NzOt6e7e8E1dFxy9hUGTIZrDCV+qo7g5dYZW+dttTsbjX7Hz/6Fa8A4+ft/MNfwQLyv+8BEmB1NGpLMMD3aa0IMMD3LfToCO5sAB9/4u7lJ1zdynIC8Pjk5SMFcDn8i5d/+CeseP+AlM+z5yRmfyGC+crSd3R0EFewGi1juLwc+26T9Qw0kv+3eTYY+ZciVhV2hTZuj9+CAH7+K658Z0sshHH60W8//8j2AIlfuoHDMeF3kQHWbjeAz16+/OV/8dgvX/7N0fnLT36pgN+9/CcsrP9w9AokEEzwucQGBqjAJt4aAzzr10g6OiK2Nw9tI2Xf4kwQZySd2yR7RmZi2D9ywIPEP4jxwfBxD5D0jyYwGMBk1L6RxdIf9wATA1y+XxjgsjBAkDuwQPv3ry9/+dXLl28VAFoINvgHJNPu3yYM8IwM8KtOADs6Bth+Dy8lWJ3SQzexaMvLsaUkI3TnAeDXuupLBric/Z/4/RX+/fbzv/dQrD2d4cG4/fKvPn78Pv5/2mR9QN4DPH758p+PZu+///5fvf8Ya+jnYIP/+xPh5UsxQET5L7CAbgA/+WpaYGKAT/oOYEdHAxvqxRwUzZ0ZJSnWr+Um60QIr0PolvG689Vwawr/12R8XPraHqCdffShh+YlMJne82fPbFePu3fPzolnz2AYn5/7Cfy/mi1ns9kv4bmcLZ/NjmfHSPjVfwHbM3zy8vJvXv5cOX+6IQNE8Y/6Arijo4mrPB/SQuAgMIhXN3+bpiwW+W7Xzv/y0Ue/otX71Ufnyw9p/cgHf1vq9MpZ3SzbsJe/A8FL+N3MHcDvliXOy9n/cgf8/vnnsHHPv8LfP7385PiTf/1AOfM2GDnWMsDn/372+hfdBnZ0tLELugR7dD1bCrM5O5odL7fbDBxHvuXF3vzfRADx88Vs/vf/+G+/5ul/9UDArwIfHfGihm3q/Q5uc8md7xakPw74+98v/7D8Q4r+8p8YX3mQT2oPkFi+/NcNGGBHR8c67HzTrb4ysha8ZpIuKF979XvL+J+/4k0wWPb+er78b/Mn/4hV8K+DWX72/vsuik8/ff/x++//vx8/hkH8FK7H+KH7G231ffr4U7gf/9Uv8ffPHzPKLx/D8ctXvzxfHn36yjN59uqXR58+8UfhHj82Y//+++bR0dFxRSxumzmNcAybScMxOzre/q7Au8SrX38OAoi/j/7uH/+B9wT+Y360Y4DlsmwOwM1Tc9qpTgrG5HYKw5QdHR3b446NDor3R06m7wpE8OZ24ZYw/89/Bw5oJpCPhfz91x7Q0dFxULhj5rWrCzK3jg+58IX9+/y3H/3df3K/jo6OjoeB+Yf/9g+//dU//Pqv+7XWjo6Oa4AvFgURHTxNAuedktM1mO/dwryjo+PgMF8eLS+Dpet2paOj46EBhGo579avo6Ojo6Ojo6Ojo6Ojo6Pjajg6+v8BIT/YgvY7qp4AAAAASUVORK5CYII="/>
  <p:tag name="PPTPRODUCTIVITY_GALLERY_NAME" val="RKzqFR0OBaFaGmJH++LT4y72KFiMJBja8lIpIpgrTSp3qvItogc3SAtrpgDw4DSHf+nMreCWjoIVU8r3dDfOGr3sKkjqYMFe9Dy4G+iq7sMNEUEvbIpImD73dfN+9Lo7"/>
  <p:tag name="PPTPRODUCTIVITY_GALLERY_TYPE" val="_who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/f39wAQSu/v7+bm5gAASgAAACEhIaWlpZSltRAhWikxMe+9nAAZUnuEnEpShNbm79be1sXFxXt7c0JCQhAxAJSUlKWlvXNrc62lpWt7nM7FzhAIEBAQGb29xSkpKUpSa9bO3lJSShAZStbe5iExa+97MToxY621rWNzlMXF1ub39zFCa9bO1hApUpSclK293r21WhmlWoS1EBmlEGtrYwgIAHuEtQAIUlpjY2NjlK21xYSEhL0ZMXsZMe9alO8ZlMVSEBBS5hBSre+EUoTmWlq15hnmWsW1EBnmEBC15lq1rRC1rcXe3jpCexlzOoRSQoSEEL3mWkqlWoTmEEqlEO+1UpSUtb2c5u9a1u8Z1u9SGb21exmle4S1MRmlMe8ZGe/Fxe/e9++UziExWnOE5nNS78VSQhCE5hCErc5Sc0IQEMWEEEJS5kJSrXNSxaVSc0IQY4StWlrm5krmWsXmEErmEBDm5lrmrRDmrRBSc0prGc7mrYSEQhlzEDoxOu9SWoTme3u15hnme8W1MRnmMTG15nu1rTG1re8ZWhlKOr3me84ZjEqle4TmMUqlMYwZjM4ZWowZWs4ZvYwZva0ZjGsZjK0ZWmsZWq0ZvWsZvff3/xlKEFJrhISte++cjKXm5s6Ec8WEQkKE5s575kKErc57raV75qV7rXtSc6WEc85S5s5SraVS5qVSrXvm5krme8XmMUrmMTHm5qXmvXvmrTHmrRBzc6XmnObm70pKGc4Z70op3owZ70opnCEp3iEpnM4ZEIwZEK0Z70oI3msZ70oInCEI3iEInK0ZEGsZEDpjc+/m1gAZ3pRSEAAZlHNSEO+lGSEZWu/mWu/mGe/mnEIQOntanO/FGVJrQkIxEL2cvRApY8WcnM69pe97EO8p9xApMe979+///+/FhO//xe//QpSc3vf37wgpGWuEYxAIY/fm5gApWikxEAgASgApSiExGRAAABAha6WUnKWllP/39/fm7+bv5u/e7yEhEAgQSgAACObe5gAISgAAAKH8ENk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wXIcR5L9jcKqDE0jZUUKkmzYAm+TgEiapsf0H81Gl2pSr0Bu8QL9HnoQGB/gPstopc236NmMYVO9kOnT13cMo7a7uOd3jkdkZlUBJCVSAsk8qMrw8HD3iMgK9/KMrCrszZgxY8aM9x1L/c2YMWPGe4k5AM6YMeN9BfFvjoAzZsx4PzHHvxkzZsx4zzCH/RkzZryvmBPfGTNmvK+Ytz5nzJjx/mKOfzNmzHhvMYe/GTNmzJgxY8aMGTNmzJgxY8aMGTNmzJgxY8aMGTNmzJgxY8aMGTNmzJgxY8aMGTNmzJgxY8aMGTNmzJgxY8aMGTNmzJgxY8aMGTNmzJgxY8aMGTNmzJgxY8aMGTNmzJgxY8aMGTNmzJgxY8aMGTNmzJgxY8aMGTNmzJgxY8aMGTNmzJgxY8aMGTNmzJgxY8aMGTNmzJjxfmNZ5YwZM2a8b5jj34wZM2bMmDFjxowZM2bMmDFjxowZM2bMmDFjxm+CrdsyMIo537KZMWPGO4NJQFNlO8BdEPIse0HbjBkzZlx1/IrwdXFUnDFjxoyrDadvbwhzEJwxY8Y7hxcGNgtEiuMcCGfMmPEWYhTJXg1zzJsxY8ZVxxuNU7uNz6FxxowZbzl2hrEXxbY59s2YMeMq401/nmWOgTNmzPi9sR3nfpdP8qnLOSLOmDHjSmAIRlCvGhLnUDZjxoz3Dr84d5wjpjCfhBkz3i7IZ3Hbseu+ghsrXk6kX0H1ncT7Pv8Z7xSuxHLWIHaP48KG327cO/LF36zvq4j3evIz3j38fgv64p7VkkdADPplw/xlWhO484vsvAb7vzcumd2MGe88rtLi11jy2I0dDS8Y/UbzLwuj0folmm8FftlJmTFjxmvBC9xvsznBaMTd1henMXc2vire8RCh6b3T85sx40rhAm/bZFPfxXtFEL16BLtAX+yLHhfh8ta3CKOzM2PGjDeMTV+r+gXsQBXqmzKvA2X6V+NNjO23whwAZ8z4PVB+191PRB6X4KLWy7V24aU0LhzPFvfVBzBjxowZO9CCCeWbCSyx+iLbo/Yt0WVtnA0NL7I2Y8aM9xkXRgg19LYiJrIXKr4GpO+dj7T24yYad3frjBkzZhgKEb86SvzCzfqdSq9i51LZ1vgLBjZjxowZrwcKQBfHoNN1EUEES+NirZeFLfx6MzNmzHj38XKR4hXjCeIXqyj8nRb5SpDFlx1tpZm/KEWdMWPGlcRr/Hhs4kODWRfg1fuUxq8aaPS3Hy+PyYygXX8lEzNmzLhqeD0urLyo50ipdvol8coKY2xnfxizQR1+hWHAzDKhkaGB/JXWZ8yY8RYD/9fTYWAUFS5PAV8LWq9beJmuXyHeNtGNIPgKFmbMmPEuwiGAg55DdHDlV0D53K/SH2HbzmWDywR8AT+WGUVzt5MQNozlZsyY8Z7BAUCHPIoR6gWogFnFGNMbuq8B7mazl10gtrXo14bletPtlIo8GmPGjBnvDyoAVBAoTjDKjy5BhF5K9LfEZEAOfX6kVjDbZXipzZgx4/3C4PeJBdRfPvy1KPJihYslJi2qvNjWC7Fhso2vsze7cH2TOWPGjHcfk9iQ0PeSoWAcVy6KgeIbzsJeMrK+KnYYpaMRe+iZYpd8HXc0zZgx492DXN3+jsvzbF/DcLR6eSRmTDRszTGvmiMRxga2OTtxsdjuFrpSy6TH8byKHLdWOWHOmDHjncROf992/S3OrugwDWzQ4fhZTS7ErqrhiDiEpXHTZXgpOaxGcEIMQy1qzJgxY8b7gPL1igBTTELUCA5VFzV2OJ5EKEQpmBoaTeehygutjoHsLvkNvi2PoFoY6TKcKQbmVtOMGTPeFWy4d6su/VUMxySx8gjEaDHqJYLV8nTtSFlathZjxXNBR0Zv3SqCSeUXYNDftLTVkmJSmTFjxjuF5uUuE4t6lZ27zitsVC4HwmukrFWqKqg0Qw6LDUVG5Jdjt3LvPxhKqDaczhY6OeLNmDHjnUFz/hF66FHsotl/kduKBBvVbeQHXZYyhLCOFe447lZOQ+tvFy5umeBC861pLACd8fX6UDHG9IxfgOVn1/70rxAf/+nan76COLh27ZPlnT/905VduPtlER3S/abIX4Jtgy+LL6/9SR3n+GL8ymG+GJdO5PLet+fwsrN6IcaGXs7oi6U2JVIfH3fi7id/+ue1L1/ktIlrW1IV7oYg1ChzE8FMFXEJTpfrU19Ltytd0BRd6EDZnu04lC+Hl5YezE9VVAtja9pDdcavwd1r8cuvrhH4RNy5du0rouAR3B34ZtuPvykbvww7DL4s/nbtmmJOji/Grxvmi3H5RC7vfXsOLzurF2Js6OWMvlhqUyL18XEH1joF1+7peacYuzGOAeXqZhU9gkPWOIYJZoXchuRO16ekfqdcApdZ/w1xc9DeYo2kCpv1V8Ooq1H43bBJNSyGWaXrBVUm9RmvAsW7j1WcfntNf5zHT1m/xd2Bj3cs72+ufbt7yb8Mdhl8WfyPdT/96eUs/KphvhgvmMjlvWcmY2xzfiHGhl7O6IulRhLyyXW9BOPjDnz693uKf/rzOtsFe7jdGwlLjZy9iFa3aJG9TdSIP4UbXRiTENhQVCuGJuR4VvU1YGpq1E8/Bp02MRnEpti4PuPl8L/fOvH7329/unbtJ96a//jTteOkgTuxK5H5VanVr1F+cu3avxT5EvhVw3wxXmD+Dfd+MT794FU7frHGIHG6t1Y2NX4hPr23W/vBvXsI3fn25U6EFuU4MoENH08kk9BYCp2uV2TJCUn9nG41oS4MINszTaJcaeUWdnNfHePOpsgI2zPVHWIzfhGWnzjxu+N357taIkoE15cGwHtb7+/y7d3v+S+DXQZfFq+WJf2qYb4YL5jIG+79YjilfyW8WGOQ8G7a5IX49ILzIJ0/Uv7rtWufmbGJbfcujhF2Kv0IMYl/wEz4iRxGiNNc/KrWlbqEYHqsgoHUx2I7Me3rheIlMZaD9rA2lDsrRKuaygAzUZgzXh3fOPH75t61L78l6H2ojPBs7/gn0d/c+/u3n1rmTIv3T9e+Wu4dfOtNnL6ADz7j1omU/f5/9ukn//zTJ9/UK/Hgs382/Tuf/anTRmd0g3eu/f2bT+/96RONZaTYO8Z//v7pXbrTKL5ysbd32x1LRinFnX/+6RvE/17djKxsDNPg7k8MT8edcfzz24M7f7r22ek34peNbSEGu+vMjHsG097HrcMgMofxiSrOtN+NORq7Tsz4xD1xxz9bK0Z3nKo/fXasuVZmFo1p19NaJL6zifOz9eSFCH1w759/wvww3W/u/VNvsJr0tz95s3mKcCae7LLxU7QmIbHCydwEYZdoKxF0eeq2Zi/SUYHoaOxqSWFmMCJH2M19GVjTIxshzF7qryYhTARBF3pteI2mrjT0hq11+dW1e6ff4r53/vmB3r/vXLv31VfesX7Cdy8/lmsL3y7l5tfu3bvnd3JBQUIy3/4x7/9yZweBLO+P/klO6a3EL600SioHxoNm8M4/r3387bWflI3e+SdN2YOsju/JIt7lymcHNDvUiKeOc1TS+iUCdQE26n5jmIZGALwbNRn3R9JRLPtgSRKsBsFKG0L3/pjBMkCx7y37RBh/7xlMex+3jgZRM/m7TKiVExXO1uDGcwyu//NeTlM7MXxSuE7cB9JKdvYX518XnSopfiAVOhQqn5u+npNaJI60SthLO+0vBLlf6L/oFElQI0apnwxBFxu7M0DBPRmhhjpQrTFcDvGg0BnVTMwoummuOTsNxE9QVcu0J6gyRWO+ZshshsBh6BCKevvbhDkT9rbMr8JrNnd18dRu8O29T7gRvOQC5W96/2bd2lM/O7fDiP7g2rVPl9+aWZFM4dB5z0/ZAXLE/EAsfORnCSJLlvGJla7d64lLMRRevyNuYPCOo56I/8Wk/hBWHP7JXYiWXwlq8ENq4mmw6jjpyAF2bOyzje43hgnI17DsMDoZt+YKuBGOCRp813K3UM6MyLt9Imx1tZ7BtPdxax/EX9puZs5u5l7bahv90syBORY+tcX2yIlhgI2+jSGdPd5Fdp0qhmFGD6vW2Oh6WotNnZ4aRr0QPt5Nf/e0mLAtNRmvkwG+unfvZpEbKGMDkXJSq2ilI0RrCqrmIkGjHSvU5ePPm9iOL64PTAvslHk1XKjSRsBxGLJZQiOq3Fm8Abw5y1cL558oCmih/lEXw98ecEV8YAdSRGQtU8v2VTKE8U6XvEqXz0utaFrQSfGTUsqPr937l1M89rNTveUTMb+595lCK5BZM659JsFvfrJBtD/eW2oAf8eLrNg6tnn8XA6qVJVURu7YE5ocMfDZz3jePQ156H5zmIYMW/aDe0+VobXhM27M/JFxQHzyoffsNVgNeTQ52jJY39rNML/5wOZV6eMH096H1mEQ1346TkolszlRf9GJGmaVovVbczy2cSDBrROTEeUVw9DPP93Tazs2OphB/64GmJ7KYkmlYG94egJs84NrnOmRxnD8WVGftoxDSkPORyKpN9UttDxsCEcTD+xsJ0spJmiRUaVlKU2GQGm5HKd/Hc1Sleh2atTYqMtwmcyl+m7c3ceIN22u2lhrl/6MF0Cew/Xel0oMlHnIUXUW5aFe3J9cu0f68zcyhdv3iGPx4EA+o+WtxMW81vKv90gS/uiMg52v5R1lAH9srgL+j3zq48a46aRk76l4duq/JK2QNfpMx8QFHWkYCvGS0CT9wFE95HtkbKPuR8PsqYdSLTr7ilHESTPutTJR7oILJMHYI11abkwOHudF3s4AE9DLDqdTxb94/K7H/Ce2UK0el8bzFAEG4Y0zptBPVGa13a/nOP4sHe8MstlOTILop38RfdeXqP+qaX9V2d3GqbKZGiDJvbva7PpvP3EZMB7IGsvfSK/kfQZE5yht2txfn64LoDdQ4ukmaB4/23EoihAczuA4wG0CXhpMmQVnIjmuWbIXDaVqmJoa2IUXClwmUi07eplyUhuPTmjzdMWYKs24DCR+WpbHSgPv/fEBqeDwnq0FXA55IJ9NbtHyBD47+IFjhZrE05u+axDeLAxkwJeAn1T6J6wVV8W46592k0H8SD16Q+6ACybrVc+tYyUW7CSpYGQSFy9bUUk87lz7YBjyqPvjszawYehq/rZ+V25j3DJzL03tFMBeT4R8k3zQP1CGWmdGE1HuU0iStmyabu6tyr0YRE+FMoecl7/ZdDhb/dYcnV8FSuR4yfqJ+YmacPCxOvOJ44x+a97mqcJM6+IvbgOW4pOh5p99cu2D6QlYcuJl1C+YMX4hSCzVdiY2G6NBy1gl0tfPNgY3njpw+xFA2Alm9WhyEyKVoazKRVBLyRituoHLLLweDP0H4/qEmcpAGUUOwxy1zbgUT65d+1Tv2Dphn1z75M61v7M+lWp8wuWCMgdSjTu6bmHJK59QZtPf95VB+DTfNK/VIA4+1NK337GleMd7Wz8NG0G6rqTRjDKohOszlvnP38p98sdeljv+wNleUhuNjOIOt6kr5XD2RAo5DFndYwFX/LQPbBh6bnUXhnHf07WqvwlITZGQjsT+SQZ1GAkpypT+1pmpLUwemW7TVBz/xq2Z3LV/VWgcBpGZjE9UNtSGwTGK/rKQuh18+6d//kllkmHN3+PV+CkyLtN3ZVP9OSOL0X6qnAG2LhShK0HOYIauERtOANmjrgaYg22CvASKbjo+yfxo+y4ngz9/39LaEtlEC1YNRY9YIrtIpMmVFAobmZZBA34DkkVuo7dsyTeGO7C9anglXKwzHqIxqprMYVto4IzbBsFGjFtnXAhlIl9+65SAHa1r98jUkmDtnf7l2re6SruTm5PeY6oLPcBHCP3WbN7pt9wVBcoRDr5ju5yHt4yWkpBPDNc+YlCHUQZbckPuVk5zF6ZKSTqR8ZBqZClaysFRAYuGvSPSGnWPImbu7rWBtas4OeYHld0J43Erd1RsS1MbEHnu0+Q9oITqRiZnxiFNXWciNf70LJBI1UlS6jPM7tpd0X0QlULlRNFYnMlJfcqYfD/1q2sfJMv9SYPZdWIyLr1ziHa2di/jn54qmyFBHgZoZDCtaz4ZeoBUDeQnZXOywz2WYk1fCLfp5Vebb437r156jcs9D5BUHiOkxtFNDkADEjcqJuUvSGnZQb6YPu5EE++CG7LN/gZ7wIUNL4FNXdWL1aY8SIxlx/QIKLWmC0RmbEOJnz8CyDu/Ege8ofIIcoT/ozV/794nnx4okxBviCL4AhmEeH7/d6IgKMu5tlSONXi3sPxScaRyKwOGUqB1MyindFaivGhQlMnP1LEHc9s5395xRqYkRkU2q5Kw/J8a8scMY9K9kzZhGPr/KtNiKN98pdmNxn1Pl8Caq/MyZVQekNrFbjYi1DKxOjPJwWJ+c+JJ3QSnyePWpU4fg/iYbb+kUHBzotZ7f9s+qUQ35nj2R7g6U4pyd1pqXPPPK1evmOm/Kf589WVSspywenVjRl1kakqd6/RkMK3rDz3O4QRw6v72k/JNTbilgLHbtmTVn9JhtSkDnJ6MO8N9KE21SqEiWR2qyqPaBlQTVGdngy/8sewg41RxJzq7Gw4RUlrNQooLcHnrK8BdD8Po3W+hD2tDoHTruNE4YycU5fIO/RE5m1esKL9T/6U21GDqnV28BLvgq8oZ5Jwqv7n2k2vKHz4jbeD+8d5nHytf+uoz/E3uWBtndz/+xIy/861Q740RAJN54dbsF6E46bi2uiaJzjjxqOCw9xkZILuMrfu+uSXLNfRT5T7qRNmZ5t3G/ak/nyYzHgfEt7i8khYx5Ow7hKZnxmdDPXtj1D0LZzqFrXeVtW3q1tpg9SA8hzt1XnyiMqutwTH5vaO2QQo+za5ftTnH+t9kuBmXghOfM3c+Nz1Vyu89DE+NhLJOz0bXnuz0BOjFkM2f+rd6o9GOtHkObB+OTwbspIIFe3nRhUk1rSPWKCK1MofImdkCSG+jAWoX0tCao9B4SzYfm+kpLrH4qzG2Da1aMRp/2vfGWBi+GVOpGReCXWu/vSv4lGskwXJWcIf3cR3r8yDOdn6mTbQD51KOjOscKx/5Zrn3kR2aG3+f6PKMHEUJxz32864pk3ByJTeA8ZGujJa4+1d6rXpS9Y3yn1LUeD7oHSedadlLivHWUzXwXWbNRXG6WeHnSdowW8Yid/7sKaFaA/g/8M/37qobfwKyxnHnJ7XqYlomZJc72d+sm9AoXeWL0996k1IpGxOR6d4zSO//qzPJKJWJ9VbG6KtJDcIpVJ0XnygSqZv065NKoZPa5vhVpWPGv3qArc3B7UBpWj9xMq2wpGxPpnUSNQjLCNkD/NQXqEu9TdAGks/59Vy313N0AlRT1tltgvELIdpt/3zi8zw5GZvY8tHLPXecxyU0mKNn+G4eNRQbDNQExS6dRouwTcrWuI1dvBFe0HxBu5PO6m8YQOhODk/QygHR9xnY0TpjA/id38rXSoxYvGY51UiO8O1PWv1sOImHv177hDZnO8Lf9XRqJX+ynLMPMjlXpEPoAX3/pzM+7gbVI2pS9JaRIGF5G2gdo165aQYonlMOjm3IubU57p6LOQ9zuP4ipgO+9dJH4wH0cSjI6WwAZ6QbQklX13Vm3I3CBq0/K/dtLMu4d8BJUp7Vx7VUXAAMInMYn6hwtgZnq2KOM0Cf12pLoTGgVieO1DPzaqcqd4rz6razrI7oUKiuFRLTt+c6Gcj/jGyCaKSn1gdtfksF7k/cfyb0gvZ7pJPDhB5zfCwGSKBwWBDXjXH4Kk0nEMBy0dHrnW9D+VMjf2au+a0HDXRD/yXwIo3d7a1ztZbAQAUMZVumEw0RC5lixoX4UPlC9r30hp0PwWn5jnKEJ4pJ9376xHctl9ylVYJicNmkJi15AqAuLO0j+ZaCvIE/tv0+LK/vW4Bh+KNtGBS1bEkVWQrCVnzyE9+V+MwdK74wpMpNk+8koWlfbxgPGTekC3eZYV5TqsMwDUanRyK5rijp6BMu0Ps4ZO+PCem5aPPkSuhA6a2FbqOpAf4kQ5mUUzf++mTdu3KlnCTlawzGrdH2IDITmXDM9dwThTQ4zOakbswxkOBfVFRbzs8TvUjtFVM7d3el84Szom7qhnEz89Sj+Ewvfp0eJa2m8nq2b+7WQFzTcG1TJ9VtyRkziaSulR5qulLqJ+OYsRad/+5RKB5EJxtgbDGBmI3vMoewFEocTExXU0er8duAKFiyMQcth79Wn1rYru/CC2S2m7dHYaLmtAGYbo1EJlFHtQxKO7VndJCj5Muan177ILs6ySN6jvCpHPMb+QMVLonsPmCp4PSX7yRtX9379LN79z47MSkbf1FsrGvOb5Qq9Qbwpax8FiWuqvylssom9u7I8b6tAX177duPz9TxHY1tvNWVRDC3K3vK4SH7LjCCstK6zzDlfekRMLr+A32Mu370oCV3sXfz3rXPWq41ElLvLfWpAfKR5nZmxj2D5We6RH7QTpJaP2itd2Ty2/+Byhw4Udc+yInK3AT1e63O3bA1mzkaUuVkTVJjj4tX7IP/o3ZvQkrss41T9VX2afd+1jC+0bufPwAg5KJZmLyeGUhOQDJATH/md87Ybce06RVXMXoxBfX81R4ffrSfbnjmhDFuKnoqXb5uInUe8KimQuGmKjfR2aP2Chw6+IFBl26cYhfv10BdDybdawiPYhtT3g6JjH3GjF+Clm298/jmq6S4ygDrw3pvFudndumqAdM6UG557G4nHnGLUGFqaBlxGqvDUtXq5i7RmG5QjqqifkBh90heFZfYoIPeHDJPItmOGLjT1GDCeiW1U3TGjIvR0qR3Hsrb+GIcH04f0so3B11Z4o7NT8szm4NOmAKUawNrg06FEEExajQRRudNwA8ZCltHDkVoqPzYjajJBfvFiJkJ0G2z3dVekIgnMfx5biEsUFMFA9UaTU4Br9R9mDHjFeCrtfcBH2aPUvBXcd401j0BVG/llYNzTt3UtSlruw4cG6bSCRfp6QJkIPpr2pFtR5U8/FEYRmvOS2CQwrTDWhWNuwMIcajqRKqTGJlip60GNQ6ql4vOmLGBdqv03cc37Sb/b5EA7p2e753xbF+DLs/cds+R744wqoisGoXJaWsdR8wJ4Of3oavaBFWOeOR+TgOL8wqomBadIQLugNrS3J6BKR06Z4iAg1CwWRdg2XCwQ2LGjItwkI/XvQ84/oqvOn78oKpvFFxWnpP8BRvOudO/dzruDuYkwISEtUvdPA7jxkZXyVj8hMGhDbrJvRit+xqEilZSTDDwqtw8Fb15aDBc41DscWujm/Fx24wZM35zrM94JpSs93wHWeiOCaHnxFGHSrW2Q6o9IFQR9MqEO4Fa3Djkdk22tbRw9UuBxfx1cCnMiEdRLO0jxggTbROMdsrZVmwc2+yV0XHGjBm/A9hHIwHcU+gjCNZl8MhHISdOWrxQQa/7j4eLCVLnsNEwoBpGeV1xMNvqxa37wKDaJiipLdSopsODRIFhhyGCR2oW5+iiaPNVtt8F67Kgt1a5AbEnxmfM2IF5Ybx5nHGWCSUJfMn/zms3kBdgHAY6zAnbMqGQ1J9qkGEO6OJbLQ2bDa52Navmr+Rc5H5Itb8QFeEiGj1xRpotBLqX1lHQKhN5cNl1+IhncmJyy9KMGR1aHfWhiBlvDP5WxWm7AO451eDSF/joDrYYjhkXaIy4u9vXp/w34wFdykSzumW/7oWEO2nZCUmMBXcNNjEqUtPW1HSkYdTEHRmjCzRyKDcwjHciPWNGx67FOeM1wune+XCW48V80dYEUNvGi5BqPyogJexxgLMhLjigDFFlJDGSRbGqKaZSerb2WGq/SD1uqPIylHKH6rYwRUac1nGb2Z0R3cIkdhvVNtZXZdOeqxOZGTMMlte8Mt4cFP6y8zeBWP2kl7PueBGaG+c1yutUwpvShAmepsPJYSK4mexv1Qa7kyZlf9TbGDZad0DtJQJVteIMCMOtQ5vpqjbu0Nry5xGnyY6FxnTQONstM95vbPjIjNcLb/OtT7Pb1wPh2r8Ho0r/mN34RTCdQ5I+SKNRVdIEmRCDaMNAjoiQ4+MEWChyo72+E2I0M5dgZGYkrjKPgAZXYI6H3vhjjJuHTyZOMNEZKqF03GTNmDHjTaP5Wrtyq3J5mkA4usW60y17kCg0ukrihgRadJgWmyD727iA3JKc2J2g7oHUcDbHtQlr57lpqA+691ISg1y4IX0sjCr9wnxcjtrHw9tFzZgx441juO6Nw7abvuz+KfS1rDDo3ikCOtFhjAQNiKqNioZUN5jC0rc+eJZaEUQKzPYH6K0dDtRNc9q0hVJuzy7eShHpJZVGNAHqnbVBjfqeEK50jsgRbaheLIrN1hkzZrx+8Lk/+RrBb3A5bgi7tumFVVfBQzIbAjDCHUtaNnVhW6tg5dP1krvRkKU7Ug3bzKpPEX61XiTUYLubQuE1qmMkFolWnUiNcFl78XYWlJAb3BkzZrwB4GA9BVQlSaBIe940+wPdIRUCoNuzw5UeH8ihQOjW6DLMMWjPBXAfRZUNWNpS20Dv5SJB8WmKwEgoZGeofdQ4FnSD6yPhjhEvWwdD24U6m6imSyRmzJjx6yEXWxLmEnEG3/QHOXb6H0xiw7hxM5aNWk20mtl6tnIDtKTQAIoxQTe72TAgLT0IXgqHuEtlMpGEwkEwvAGb9Y78TI0aVRQ1fobV4WprnDFjxpuGokz/0Reh0SrXOz7LZsSXL3fRrfaqdlUiinkTOTePut0IEKUigSl/C2l+0SC37EdjU8l1SQ4x3cSm7gSTM1cT2pafcFzZxdlueL/wxf5if/99f86PN/bQnw9FtrIzGt0fY/GL/hpRxQV/A9kfE5b+pjKTruux+Rw3ljyPzacfWyPYZsDKcTSW4aC/KppGVUZE/aXojw2Bwd7WXyN4XKGn/3hUoJox463DepqrXAZEJfzS8hOMtS60sNmwUf9lPV+O7S53npHGUjlu3ZDcobgFy5TgTvmXMTJjxozXgF0RDc5GEBhHhW2Fi7BhopcXq1cvJbAht9aoCuPxvDx2aujKUraGprP2NehNIMNl6NC6Q25k6AIgYCEdhtM8VhvTM2bMeHPAAbn9O/G55Tr/GR8P9d8GxjuGF2MJBt0KHTCymbVlVpxl/w3COnahtYwNH1W8ANsmJ9jZzNdc1pMZiZERbuJMJ6ZOjVFSZXZaFHZ3qb8lkXJdnzHfRLRewtKMGTN+Bdher+9c4I858P/g1ue706Am+iIki5rcNZBd/9Aq5QVwMIKwhKiS5F+e745JHWtiU8LKpdhq12T3+O2boYGeLujtTOem36DpGhObLxhnw/pMAb3eHyb6Qnsb2MRu7owZM34R5PSJgOQ1ZEF5Lke/BjNBueuF8WtA1+/faFsm9ilMxbt3OPOaXz84dRNfBWlZmaLf6KbwTlTwO/WjeC+LcylwDoZZ0e/FVhhdpjA6SSNx2blYeYxl/871FlqDDY2svZzhGTNmvATI9YocoS5bFXVcHdC874UpzviCsiWA+V0/BdfLfs9RXUrKAtHDDhna5VD4G03kRcFyE76k9acgJzO8pNdznRk1b78RRP/CsDbF+amSVk3TSltj3uo+EltyM2bM+GXgh0rsUGNn8w+/BOtJ4tX4k92ynRgpKcMsPRlbkmtd5sLjcUBbXOno5SCnLNJoPb4k1rY/TgB9Drat9IGzUeAQOBnZIG/ByTR3zFnXv+S4PpuTzgtNZay6bXjGjBm/EEqatpz8/GyyLa8LSqVsUCPJF3ngkDmuT+XZTZMsbau/KUbNXJPucaG5S2U6gq0s9sIB7ridM0owR20khZdeSpO3MbpJ3yhgbDuabUJnIr2y9VhU3ysI8s9YGi4by4wZM14VuF15FQ6YmGVGcdt3QE7P18tR0nemapE7MWo1dT6SzsbZhRhUfZXsELgzm9u49Ny0euG94uG/242g/FFHuhkmSdK5q+MGt5X4OG61yH+ZLsMfxdZzDbd3LP7Q0oyMp8f4p/8jYMaMGb8AE0eLryWbKSc+Gyc3k0+nXPpZlMH1m1dfHgzGGIYUShHwpXx92oPiwxDJBpShHfasPrXhG+CXZYCcgnZ+lON6mDwxo7INYGyh0euz9p5gKSXJahl1P74bHaXejzB6o5oxY8Yvgx2onK6K5lNTrtAaTpdKVeSEI1/dxPgTL8b5OCF8EXS5vfSnXUj9CA7c2A12pm4FCfVLbuFV/2fWcrzFWKq5Kk1ld6yRjjM/BUr/83jlxWmoYtdwSfQmyZ+lnee6HFA3sjurRmjmWH3GjBm/DHjoRvIx3XSyX49a4312/IvQW4qgD8iX9NnSyg4iW4ejWJb/Ubwbw4etCZ7TCPMCIBrx3hOoXcFLLPGhoR6YGB3vDElXrdtHO7aL0mQanKDkkWhKdCSt9wCfiLGBARv7hTNmzHhp2HfkibheYszge5OiKkpdyFPI0DpvGy1c9N/NV3246SHiBS67tds3Ts0cJXbCG5SoKg6SzU0izIvRPutTnaeoniv+bo6bes/4pCGp2h9whkx9pDKWG8+owwasFWKEahIy/1GmO+phxowZL4+4DvcRcMfyOz028g3fsbXX9n04X5IOElNU3Ovhz/ZGDm+9S6MTl7/jDf7tT9ldCGKferjsSvki5DK767n7ful90WQZnNsiMJ6WOOdn1RqsJdw+yj3MrkOSo8A20qtKkr0oVkeqXPANuhkzrgKG3aurCKVMfAVBbnTBMPmEh5KaaeOpP7J20byKPzTLer+EJDy9CP7AzSiSvITKAJLATXmmV+RunPMp5EoAxyFMfbfosmsMZ4pX6myIRZu96MSd1zdFwCmffyx6F9QH3XByU9sCX2/ZslBbFDNmXEEoD3qVrajfEHXrksEt987k/aJwOo/2XFmKMhUFhe0bqTWd3dNy/jVxXuiq68pZzePGnVBMGcm84jvIKOC8PLipU/0M2tSHgLVrumIhpIJzSQCl1IkVp8TP1udcP2NeE5/Y2MrcaPUg6hOT4zPVyf67tPX6CSOxGTOuFPh8/9ZCvzLgy76UdWOhrr8Uo/qH0LYvJZu37fwIjMPfxB9tJxzfoXhh+ONzwaNgo3SwKMF7fFsB+TWA0FSzH7pm2EPn2/NlIG7Pm0c0R+o+ddww9w3fsjS2sjkTj6BbEkZTH5FrLE50d36qe8aMqwAtzjfhsr8WzWMYW74Fl9iVK8Fy04oJIwx+uHNWsbEJB72Xufg1ZGH0pjHWUo+/ZG/vQsheTYJNR06C3g/Udc5DHYb+lZZuxhkaNaR2KjZmGDbf8jVRuCRWIddl0R5pbql5hIP8JWZnzPjdkFV6FZFfe4FabuYUIT3wSQwcTWU53twPfH07na4r9FOePA0FO7HkR2LKm6dB01eWuv57A66uYevyXMmmc9/hIlohbwi4Gks/G4k+bXQj+eC0SbIHKFFdSQ92Rqd0YypWj41maWRyQPGGvVm+ZzhjxoyXRMuwcKBRzGr+SNmZA8as9bmi06YMrl6kEXvcYjCx0+gm8GqFIpLA0ciM/osNr4LttG1Ajxp8rEd9SXLyWWq2BZdDqtuinv/YIS2+VXLT2yyZyeOMX6ZhG1UhNZ/QMS4c0ga7qim6NuiCHpGgTn7BuZkx470FriOP4SAfmiQQqk/cLZiy/JOBY3iTv/ljUPSQRO2wugV/5uZ8fb555QgY7DgTejm8UMMx17uNp+szpZhNIf0Pv8+CBB+BBNLhY4fITHLS0ZjbN0tkvD7T0zYwB6G6oVFIx9Xaem8vzkRyfEr9Ok5fjBkzZlyIuFL2u4yNUDYNh4HdsVwzGN2pANwwdgScCIEhAG01XYjp5+cCGK8c/ki+XtxtBr3mlu2QZnLbg/6U7LoOWpRPvtdzQG+cthwwY0QyUKkTXW8DubzGxA4Us14OKbQXgoaYbdg4+X5eYHXGjBkbIJnBz3jaa0YONfW0YNuzxhx5nh9VmZYdPSJcNSjH4wKVjTuipc4JpyCj5TjKdTXN4UztnpCYbCiadrhr2lVu3Mce2yjTLewhV/moyGlnm13zdkaR2owZMy4A7lW5gt2lPnTWQA60iU1vE0Ys5UM996CI8/vQXNkYqWzjN/JcjWESfoJz/iEAR7UnZRzSRsefIZ0bgW8bq0iwdPqXSXA+xtOBtjpmAzY4u8VhQOOEb4CVNl4lodcbwScgPdoZM2ZchJ5L1N6W3EuPcj2u05qTdmwxpDt4Y499BrTrPky/jzuW24FJsPxtoejC3l8bIlMaBgt/2MYMTtkKzG2NnJ0m7oZWqRPnanhDfNp5Yd7OVj/jyHSdqcJQG1PzLwTOmHEJ7M3yqZaM2LFz9eS8ZHSvsmGLIVwupPCxQ2mXnQY5+e+au/A5IJ2HIfcbRUAPbNgGZHJG++rIeOiZeT67PQ1cOd3j+HQ6/POSMMk9C703IzU1Ttm9OmYPWeaMGTM2kDzHPoJ/xlem3y69wMlGkO83aqMs1x/u346ccVdM7PgNnXaIMmMo/tU9XZ2XhLH+LTjopsSHBQmO+ut2TJhVc/SVKFyf7dpBrOn3/UR1OASrOqHDC9EpE9FlHCYC6Ko3NqefgcyYMWMX7BvyNjtKR9yQY37OboRtZ1J7eWfz3rFQyPpdgQm2LV0peDuvRbE21volC8cqFZwapW3n/vxLIbd+rTqe4ZjWeUKzndk6bSVRX3qJweFKuxMR98EaY8MDxM04TPQXZsaMGQPsPPIOvE10fEkVOW/fPh87z44NpXPlSnHOHgMmMlQUCfgVhQkm0eEKgn8454tf7ueM9+egTkf/ju5sufZXaPybVnV+KivcQAKRRKaBbxzcwhxd+nZscjidFeLUUZ1cUa3X3rvO/Sg8z5gxYyfiYXGV0UfuRuS2S4PmrENx2pIg0MmNiLfT1lWB55INQI1/I5dzrbI3ZudPQxMmmxREnQ1BVPiDDZ1kt4tj5ji+Flr8HBo2RVRvLAXoIcS1E078DiTWdydnzHjXsCPXeElIb9tx5NmjnzUYuf7g0yN0p08BJqMZed6Yf5Udsg3tXPluhb/2Kb6O9t+GWxzT+wQvg/4GUZXtnAYIkyL269pR5jey3+OWiHG3mK822BhKTVbbl1OqYQLx+EZL1WbMeLcQx/slGHlTuUl4epZBeVw3PextjdC8fbRROGmfVId7JVtSVxNLhTWB/0O0GQGnP31DRUGI1G88Xz0nZ621WZfDlsQEp9NrYfLEsZCDc8Pm+IQJR73MIXDGO4lfGv/GWiP/MeUDgbDdEC433fj14UpJyFUKW9tNk15a43rnbwdeGVRIIgc81+SYAte5Y0x2BtYKlP6Bh3opdNidccGtf+tmTE7WtAMgwfGL2+2bprkNVKh/RDI2MpadtsyY8c7AbvHqq7siWr+UO+W3C3Zgg32B1IBLBV6ofbVwpgG/7JAV04v6ffCqp3beFZzxjmCcJLwaWpoSl+AbCwK1eBOMF3i1dfxdh8KINCb17qSnS/921tsA/ulGkWPkn4YYmsyZckV4uyQnkMBIaBq0tk71GvHzzkavK9dr1tFMDfxNc5PBpZJXf8aM9w7n+eGX/HtZOU/yPx3iQPzvDzin/pE/rgLD6Y9lNaCDL52u13gqTsf3GVQ0YNySKHJwUhUjVxWenNK/8xZF+P0+zYpRi+cn7Z6TZ+PJcAiHR07lEHV8XmzZOmVNHeSUn527P7VLpZkQWyfWWoO1rpKTKqZFfe7Nt/lzvcdg36plTPycf1UyZi+GGTPeS/gDaee4EV7TU4R4l4CHsL3VHGsA/6XN4tFBUISzIjsZ//fEf7TDHSCGFSly+X7V/s4ULzRuRz9NSUefA484szkjgR3yvZxBqVW9wxIx6qqeMkUh826ERoRTJ4aikvsqpPVMf1AOWTq35nJuKYdOy6DrmBesMxjMTEqhiloKM2ZcHfwWy9L76xwH3zRcxU16VlFZyyQNnABJWLQo68C38NX82dPQiGKponJl4elm2oohScD0IJdi/JTMJVP23ADi05Pkhmrt58CWqLuBs+Azvk4B0pnFksDFtM8rD7OlgAEb1J9K/5O5PM1MqKMDtKUmK3rYnvUk4SLrYcaM9wekftyAJATKH+wouIyvXZVZVHIhb3FakQTEzlRwjkfGIl48V5pxKgOrFGqOqdKlHi3x03LlQGRjNooO/NteaD+UU7nmX6YWmATPkp5OVEAZEwYnySQhkvPLiUKDMgefFskpZUuDz70TOB3ykkTXhnRwdFS76wpvKvujg3kMGaZsp7ElkPO9kBnvHdj4SwbIxznKW1Sw3SSPsOfjXd7oEgc/a2GumtUUBzJUQUYtKi2DCFZsYOCnngIZroKv3pPAUmcFaOxMr+KeZ5fciQMPp70+LxapNLBBZM/uDDEU0HwKpJq8zOfDsCINNi061kXxilgtVdp4xTjzsQlag1k8zM357iAb9LTMrTthM2a8H+DDewp+fP6FDUC8xc7DhVXlB82PkqtkG4mQl30mwfmG2ipDdG5hoBWZpBg6UhI98HIcj+bKP64qPGQmyGA9UVOVlVU7hKN8r7WyZHRye+gTIdWWd3n+PJOStYo7i069EpVwioVqnUspWFJHXYm37FA28nKkuXixGhGz6U029VrUe9/8ReEZ7yX8XVE8AI8hG5CPxCNEKXeQ19nxyTA4qA1uBEzgTyosQUlLkylvZWcKxeJXMuQemshVe/hQs6gZqgCaqCYoBsHeU0r+JTIcJ1yJX13JjE5HmQ3EdpaNMNIZqMwtrKZMozS6rQbpYggbTV+QGFxM6Bgqr1TZcEUqmlStiBkz3gP4e6F6sOztAgCvNBE3C5lSGYacNY5E854vykpEhXMKlXpUKqLImboefhYSbpWA9BY9xLxqDw+ZWRmeeSZkjignY4C3AqTFsFJQs3dZRnKW2h5rmq1BYgfXFR3cvW1KrNqojy6S3Sw5m9fT7HYQAyV3AgMTVEwpRloOWI6MUXPJwpgx490H9z1U8CFAkVr95APKAnAYPeVm3loX5GJiqRJfYq+qOaE5UlQZMmXiYMSDyjJGqQjC7YblWPKKIUPjbHjmrjH0zFnPmmnJpRAjEdQonsXCs5iqcAb0kOSTNcCCPv1IeH/WRpt2nXTDBAefZYn2/LI921EQ4aYyoCJLY8aM9wFa7nwDhJ2fBCWBxEBO6jTBSY0zBQ7O/5woIOzEAsKBQM2WAE3FZLRQajtUiqoY4Yh0ttKi436v1tEEw2W7jAmK4RHTnkemqibnV4ibYWReOaYe9f5m4iqGscvZkB04nKxKCUtQVNNWqwqbTJ/VhcXTGdxWRtCyESsRPcWNTIQ0vRkz3hOw2JX95arHnzPrdxYFZxvlFVWSelS7XU3iPRW0w9mt45A6Ju1oSVOEwquD3DgGWyZztTAZlCoaKTNkJqNZ6ikGUd1sBNqUFNNAEx3FRZ8+NdfJC2hFNVKcWKoyiH2xMe02Z4OuQKhGkgcGW6KqkjMe9UgVaG/DtZAOKrwaZsx41+GVzt2PMz/xpnhISw4CsoUq5TKt3c3KPdwk4ENuHx2LXylN1YSWUwF7ro1UYqXiijw8Bw0pD6rOxzJj1ZyERUrIzVQ+8MO+ZmWCNfFuQA9RsW2RxCTxqImpJifEnDJxxHVGGGmZoUHNsUvgzXjS2BrSJiTzFqLlVDxZIBwBYUK3aQ5Ie3HMmPHuI2u9ffKBtV/POAPhjRpu0bh4TCilHfFHiNwBtVoQKUnbu/ArcVyBLsg/43yx6r6uEEbTyXzMaPlWDT1SPhONszyTpFMqo1OUnZu00UfOCF9xC2LPH/ireGtjtiIZ9xErOZOcu1BCmY/ZYasQQs8kjCWT0Gmkg9ZFLYcZM95peKHXb/jxaej4gt1Q3tMCn1B+QgUS1xKVNkPc7Eklo5DqkGOQcKS0zaiJ5kGiFL3eVWzwtA//znTqSZkYsQpmU2chjZBuF0GEFC0ZM3IDHOmaeST7GbIxC1TSKL4e2TNVg2yn6wjxbCdMTcURELFhGmRGjXD0EOUB6qhGhgULiq5jRz0OYCAsiNeG+a7yjKsJrXOW+mnfBNTyZ2tpuM1Zpffa7SX4Dm5lpkBCkU1DV3tBmZzD3zIYpYgS9T5iS0io246Ozj+iOy6bf/7WfJVG1RU0PAHHNg8VAU5Y0DYDEA+VY7NfZor0szZBy1BpGVhVi7LAMppeLVYdqvTLUdkoLLVH0a9hFMRAIVqqF2SQC1+pudUdMANngSyG14bT+XOFM64otNLX+ms/JGx/SIJR3yLQseVvNDpJKcdS3YGx+b0KBzPnGcB2YFDVE8PUERPpo+2pX7qiqekOpWGbcNxfSvAG+S7MF1oWVvewAyg/JaRmf5FCk4AVSo+ylzMbsy3cWhGBRopGTz1IpM5VjFXvYaWeHj2ayLSuURTbZ7MxdK4roxRLouwDmvYIczSqeL0BcMaMqwmvc7091w7gOd97bT6QeGAXMpkMJFt+4aeduhr8CUKyDHMxU83ml1A1JPsjRxkywOQp6CQTKdGqI9DrvxW/ZW5MjUF6xgRzmj0hCOsCMiyeYgxTQisiNqeKgWKrITWKibFgVSVo6cMggKmFemPZOM9wWlhTVfqSrmbULOFkUfAPwaRX+nFvlUfqyV8WxIwZ7y5Y5Dxb9qcKDiDgJThK7hjidPGflv2Qf8BzamgPAngZakkY9SSL7LkLaDacCcYGBpLL4OA6WqYKDuM6aLzfiJ/I1KamMtPJHVugQg0S80QTQ0iTk3I1hRJWBRY12EzfExdM2ZhlaeJMQaclgdEc6ghU2HQPnHUJVbaefqrJLEaoQs8YdouKfBWEIahJJGmsiloSM2a8y2Cd9/8gy/8bc2Ry+lB3IMkNDNWUTOAodju8xj6jlNDJH96FNA9qCPTNKpmtDxiWDTfHhjWj6Ggq81aPjZSQ4tP0m/FTFzjW+DIfSYikSMwwV2UjNMVI1MFS3RywBROeMi1SE8W5wYDbVcG67Q7floFnpMxg0GXcGRIskJIty1AqpJTjUELxorEhWDPUiGbMeKchp0v+lzt0qhAHs/oJg7gM+Z9TGecQ5iRzcBVfqvTCTMVBOz80QKBp25IeCJdOsyHQKFV125ULkf8d4QFkcL0wm5ErWvqYYdPsRkcSTiVPzT6TBIggVaTLoVnnKudGHNFuFqFaSM6ThetspoOw67zr0Es6HmeJbihUiIWwRc/AQxEfW14UM2a866iV3hY8uYZdQ67gD3TYJeQl2TxyFtK8KVkHbfDSEjjhg8C57Gu0VsZBJmidigAIu8GQzZZQuhSr1QfeqP0188ftOkjGB8MFkxYBLYl+JIMCJJDQ1JDRE5LnYKiTvNFoFJhkCDoxOuV0D3R1qpNIIyfblCsyrlL6FoxeQQzRepRgQyThkd3bGgbSPQbV0l4DRqJKrYcZM95dyBFd1j/CBLhGuc7gP43nZCI5xTlZCGlDvCYejWcpb2GPSbVkMFAWK3MKf5UGCnARg+HsQwx3Rl1PjLcSwqUwKV83v8rWZjC4KtrJ8Hj7qDVsHQepUEJtcOb9oGkBGhK5+odfKKxI+gcBQ8/cedf5ThcyVRqqWEycJJqK23lZKrbxcuRlQ4mDFfLS6EjFcq2v2FVZ62HGjHcS8ooUeub/wHFQxZ6QfA/HINdw6oDvOIkQVwWpSkNR4qoZp6rURCrWSu4RuynMdZJlkXhg49tjE1FH0uWsQvRUt/pr5otu7dCRcQQJCSwaKY7tGbQYgllsU9P8VdFJsCGUdX7V4L49fw5i+CxY1FTJcrIV+jiJzXY1GBQ+8YHFdJCEVWKT10bvPTDEkmx6Rg1FKzCv2NUxy2HGS2F5+6CoGW8RvMo3VjqOo+Vf7iS3wEsS7PDe+GWyNG6EOiXBXWiq78EadqLz9Z3bjx4f3f/++/1XQkzIiGx4MEMJSSWlh/ta+ZAavI5pQcSlIEbf0BNzoIDSKc1ePKSSYrndVR4x1IwNdLIx4DvLg+SoZ5Cx5ghorGFqVFFzZznKlAhohsyLI1m/QijaRuvNgqImqPUw48VYPt9f7D+ryoy3Agl9WvipDp+EcdJgh63Uw5tb/DtLOGQKDm2j5CJwChEunobM3ZvP7hPOvv5xf7H4kb/9/97fF8vH+/s/LvSAV0fzf0QguZP7iT0/cxjKVn3tfHfszomGnAhNn8ih2UlGD/E9d5Hm+4JTzTViGjR+NKta50XCzEuUJJ335VIVVTGTJgqqWDOZuHpLa4eb3Vl6VC2KzUC9Zw0Hgc7d7tcy59jSsSHS3Xp0egt4DZDVot5pPF6Ao6rNuPrwssSxXBOGHR97JElJfL/cRig3UhV0OdV9qIb48+nywe3Hn+8rpv2owPajYh1PPUT4AamWMP2EokB+YVMgOYyDhctW10FHHTyLafnr+Q1QqTF5JVKEBj9S9TBchomUQojInAzqbaw5cmJBnUVVk1Fy2mxDBPWihVIQVEXMOajHXI1lXymcKB4ec+mnY8mJl87JDX23NxbSippzQDN9qPXwK7Bc770X/1zkoxuLw7PD1ddPqj7j7YB8oqgxWPt2C0GZQvzDB2cjShmSIwj4GilEUh+3JKNYLg+d+jnNy3NU6I8o6EhoyjKhdOQpC+y4VT81hCl2sF4fZLzv+DkH00icUjkm1dkIOQykmD51nIeoVUuBdwfvq47TrcJAJRwKEffmnbM2W+9ybuUFg+NuO/IyNusJl21wVgvcXHMSM13A1LPWw6+Bri/eh3spzxY3zvb2bix+qPqMqw6v84p/vEWPV2lyCFxACYMIZyjSiOuoqODofEK+Y/dBIRWlEefHh9+T1RHxevZHjatcMyFFQDsNpMFBkFKPZIDuJ/7NkER5aCndQrnj2WV+KV9VQYQefnriEJq1JqiZMmMm7NPj3Cvtljarkj1s0UVkAOd1lG7BZ4aqSNZJ4vicqyJDftSnMRGvRNCggO/m3k1rrbEGoujXw7OkhBSMS8aDcrfu/1dDGeD78M+VThaLExXHi/3DMGZcdWiV+6Dj1gK1f2j9K1/AV+pzf4KI8inoak7eh0PpmPTv+ObniWUtr1soq/tvIpwTPGIega4le04AyQcRscR/7+//XLbslu62dd3KjNN1j/B185M7OfsbMibNErae4ihMaIwWA5HP0w3QtsJ5qs222iy0vhmp+VmQXvou8C2OGBKFbXPFgohs5aiIuLEZoC/1a9lIMozabcyAsCpYiGcxQa2HX4Vl/5XJtxR3Hy729/Xw8+juYSP1/OL644cQi8Ui9z+OVjcemJhxtYHX58BxE6QW5QKVYzix0NOOJBfruQcpR7IFZxFOjj70xa+Dn/O6BXkfAY+IqLpqFM71ECBUquK6VWjd96c+1BGOTU+MyCzQYpZKM4rPOEou+BV8ulCVlpwNDcRltdUpIt7QglzEM+BEubJXsmrl4XbXEcKALROheDWqObJ+GE1Nh87Usas35FUS6GlI7TIqPxXt0u7bvp0WAV0poI7zN0HA8Q++vVFYrYrYxJ29gz8f7+0tVvN9kLcDWuT+g6yygxyg3ACvUIKXz6ThJrgLHBfOL+AIvlmMQ50cEb+S+REG/5t4xiOJnzM+p3mOiCUmclBZ/KjA+CE2NRJZVc/qJTmNxmAiocIH13VI6ceo/gv5IySv0jgkWNtwJYYkJ8HMpkbNllJliI6GzSr8SsfqY3k6a27tGjEwgFhmNTrqdkTAyFtEzod4vFAiI1Wf1Gw/wgjEkKnxaHwezWSe1Ylf9DkCKqnbv3Fy/fqT67f1uH7yw/7iUWiqDxeLI5WHi4WufA/3n+/tPdpfzPdBrj68svVsC1xv+/0zMAJeU0kLXpE8IYzTJH/2x2LgNGSHxTj8nlBGJCOXq7Qufw5vrVqBUU/JtbSv2qC/w5MJFNlKUz/Vp3sJGtlZRbSw/Ev5TrE8TeZGvxoCjfl3H4ysa1AS4EDa9GC0bgwRiJ86xxB6JEQ1ho70W4XPq9tphUPXYYotpnv2yW8oDRsRLRkCnBTbNqdNlUCp6pBHNDxtett4Y3wv8QXBreNw8UVR4O5i8aGKo8X9s729574MfrhYuWnGFYaXtdxhiIBK+vSGX3QyCXmH7/kaquAVzVsChMIhZ7D88s7jRDXlegS0UYpnQo/aCnS844KXZmjx/5u9QlUcH5WyYLx6bqAXHsRwSlVctjFnTL+W3yCu56YhiFQDAxFHPNWjqSNV26k2DDgHQ4iGCDhXS6sRbQJadNOCzlC0jrsaH8YU6RGXQoalV4c27xc25dIJYKbBRg3vKaoiAxyT6IvMrMcL5L3Fw0sC4JPVQpHvZLHiDshjfwrwo9wOmXGVMUQ6H9sNYC3+fCGYtR/f0ZE8QVCj9/2av3TfIh9pGdDy+ue+knUMdPbnWOaNvf/eN8d8VVuiVzKQPCobzF1gchGDrIZKVXvfbwo6Ay098hgcFqpXMXL/dhhMUWkjYfUp8yGpcc6Pn0Qnz8U2A+ur7r4sAxEr1erojExFLFBygNDnpqq7zY+2r+hxuMXq6j8c20q4i7XIZcQ6emW8z3i2EQAfFgWeLPaXe6c/5A7I45WLW4vV/JW4qw3CnnyCcusNnkzwTDkFnkPiYf8QQUrQHcYZTVw2yY0dSN7ySCkcSZyTPWd1jmo5mKNgV+3OEkuQRh5JAPVQOohJemEwLVyoSmbFGIjSphlkPVv91/ATLkRoQjpCJLhkwnTr/oc6hFMntwkeK4q5zYpVhPRoEq64JQ8/LRsZOBRO6dLqarcgjnmRZ/x9hK0tOulIIKK5JQwdJcDMBLLGjEPGipKEXtcdK+R9w6UZ4EIZ4OH+4pjK4eKWmftVzriiGC9p0bzHjzcA98apgaiqJKWgIsoZUMR8meW0Z3l+6D2/ZHsi7t9/dnL3znfL75Bb/gzxnY4ffrf8Gd7PP6sC95ZTQAdCU1QIgLFvZcy36MHA4MaTe0x4bSWo72skTJzXr/Xp8la1DIhjToBRW6TImZAtn7LSdBuEji2Yj7SR4VeZU6MajqUtqLq0rCjTCPbr3KACW5JPt6GdnqTROqN19G7CTfuM0NiiWA7vewS8bA/wyWp/eXCjBB4cJvN7tFrcNjHjaoIVLadwud47J/htXOho6eMwcTwyAXtDjnEeBQPyI7KFsLgXSv5XGRyP+4+W5+xXlXoz5hJUEnOmuFk5YZLHXET3b4K4l3RLd+jQM3Wh1ylbvZW/kM9T0SjpkSruW6MNpZ7Jy3wCkNTZ0sNnAzkRlVeBDDNbi5ZzXoWejVVa5p4tOJytxomgQP6XVNtyYJS5VkelFXV6ykkeUjyqtmQChuu91beUafKfF8t7HgFHGeD6+OSLxeLh0a3njz4ygwzw2eLGhvv8dfFfRc24enD48yHVs3wRZIL4ZjmVIRV8URznGDjuuB1nOT+5T/JH8HIW9/kB3zcd5RcjlMPqgK/9EYXsC+qQ+Pnj4rumqexF5JAwJZg4QWpWqmz1X8dXRyGHwftkUPEoEjzcEA3xQ/HBFoSk2ONWlSOgKmnZqt3CnOsupwmKPxoWlD9hmYTNXad/S1Q94m6v82tWqIC6uknalwdUzaXUanh6bH1C/n1EzwA/Ovxhsdhf1UcBV0cnDoCP+k2P5ZN6qxB3vg9ydVGBz0eBd6/pO9haiYX8GFeWL5Bl2CWam3HE313HnSqvuf49W3mOYKRzRy2/sCjSuLmK5p5lVo/DaBD4OCgMkgs+aLoJDLZB6HaNeo7TsvE321+WT9GCgMHkNF1OhrWYS0adbEngQ3YkgKh6iFSsVdaK4rT6nSMhLFmZWxDgAKeMBh5mWq1ipkD/g7pqnFvTERGdVlhYoN0jH0Ntblbj0A4nRtQvy0Hj9rJ4X1EZ4EcPFf0WNx5+cevw8dEXioF6HJ4sFjcWz8p9HvE5QOPW4of5PshVhVYzvli01vzmV+EsQKpBbkC4Se4j4CV+VPgYtuWE25/vL3y3g628/R8/F8uKlhTqujAGxB4azx97168Sx6jrSL7jhEsHEdYKPAHVVbZEqUpbHZWvyteDMVEo36o4oAdxaxo/xFVVQ2OEkqWMvAFXWlFJwiVwNIUqpSk9LBEhaTpMOvC7qQg91J1SwVE3OQUY85mitV4UqlGKSNrpI9/dKXa1VKvbafGphzRGvxX+fmB58EB/VXEGeOehEr/7z5/0M/FvJ8/ad0JyNUyIvFvU3uLrFgtnXDGwpr2us7jX/Be4ugTOi8vbmX1B63+A0gP9xWnlLLhOBQQxFdtODxS6KoiRwN2/0/TbD95JF7+2Z+YQz5ajf2Od0QEj+0kg0ZFYFCQc995AmdvCq/IBUwuVn0HsdY5M2g8/1eoZaGrmqKwRSpYwxfnqp6006pANxZpZSURGkZBDDcJGrGUdDrWv2pJF1fm+h2hOjUVrFE1PoD3yEu1sETWF9hg36Hley+Qt/zbvq2H5bH+1//X+4mG+1fv56nDNxe+zEznI8vjJyeGj68c0ffjYaeCuUHe4uF/UjF8Crd6iXjd6/OvlaV/cEOGVI1Q6EH8RnSRpcE1LeGtqfXBLMcuJXA4343/r04PjE+OOHC9p3N0wRuCHExL1ouyrYG6CsKWG16JoXUOmGZXqsD2c1J38jMpX5bs0VHGfjjCpczQNzO9nAjE4bi8VhS2FHFUkwymKBhU9w1bapYd60cMtiKhs/ZCq2YaU9UCEMQ5xSnLYRbxxVLon13Ww3WpUg18BPTRPpkpDT/6CsmAxnQ+viPfjB606dF1r1BXtF4tntxb7P5zojPWsb3/x7PDO3t5TfgV1169AP1rNXwf5VdDJLur1o2Kcnuv8H5DRFc55SDkCW3/xrUoOQHO1eOHgiOvzRwpa/Lhz9vJ+3D+Ar2a+F8e24P4j24H5nLu8/JQGv6ihIz8Ig47jng1gY589QGWPyXpQ1FFlC1Gg0a2s4fTyVfkuWx+OI6RXNfvkT5Dti7URN7s4bhahwt+Mhh85jx2ilDhgilqBsCMWXMJdpWoYQRYNYP1IIW9+dhek7J40YtclIkaNT61YgtdBb+xE0hm0BJm5BFtnaq318uaW49XD88XRvwl/ro88PyLiHekUHCb63fjiocvFQ10kXxfvv54F/9mfn//ffTtwxi8AC7HI1wvsynKMt8/+jX7zw2/0Z7ruAfImHKp8tHbh8JmWUYBKGJ587yBGqPPN3Pt7ziyOP3eAg/+llcgWbynSifHfiPNBaZRQsQWHwHwZpOUmTpH8rOtCDc8ckSojBG9Up914eb5L8S3RhSuqlHydC7IyW+Igto7O1KIlIqAMM7FTTyooWR8GQnlU0El/nGyVGhXSTQEx60NHXiFQNIEtZyuNqhNEzdITkRzTioZZapSZvLLePqzBeC5QXhVaL+/Fjzo3PF75g8yPFjdc/fDGYnF4undboe7G0aMDn5OzJ4fiLm6d7h1QBvwoVj1Xn08+WTvjVYHDFfna4Sh3qiL/CE5Lu77vVOmfYLfxU8mFXKQyk3JF2MksJOh04/Ro0fM3l8/EPFsef7+AIdaPPyoDtIX1+nHLEvkrJX8A0HEx+4Bq3U9aYiV3XCgGHDN1YBhbpQ6vxFfplMg9EPdaR4JJcqhzpm9xIQLtQ39Ou9QqO9CWpk12FI/qq2pqRcuyQER7EHPoFm6ZFqh2INeb2k1kQxSvi18bIDUJYzIWVKqtixehiaA4tmI9nrFQb5ZaI+/RRfDzBMCblQEe8aGW5eH+4satiU+e/Ndi8cPx3gPlg1/8+fmh/kQ9fwz5+PZwUTXj1cHSLPL1Aru57E0IDOVtwP7DH+eQ/gEUO2t979UOgS8l0XDSAAl7uTzZd9JG3PLf/T9yBf3ge9I/Z3b395UBSpbY8VgSZhEaERZR3w5uDOvQD0pOWNy7vL9Z8Sh60ctNxov4kzIH2dcDuOs8Elr8wy2ZdcR0VBURKkq53EosU4G0TUrU1Zi1VvI2k1HnkXbzYFc4czMzjij6asnLkHHBBc660wyQcAtxzuN2f26mKAvA7CZv46rQBQuCFXL2PuWAj/NVtkeLv7pYLQ73zm4tFs+2Ptlyomzvyd5ScbAYi8W/FfUOQeunqLceTCSBTlGwZuW3qvXZ+rTe4lMnQykHwXe6c9h7lDq6zQmG+UcOXAl2+vsxO363CX80kN89aknP2f/H93nFsrBoHak0C7RAPKgBCPhnyg4NgQfebQdvpUQm5Yv4rfQRg0C9ZYoNOiHwRiI1Io/CLanp9CSjQpaiVRKUsrMalI4b9IYTwW7eZYmPWNSp0q8vrHOUhf6SRTrTqQOImJv9UrRTkdnztAQvPcmlbKne1z5vi+8LnufGbjLAu9zlWB6tFjd3JHX8VurTvX9r/wxOofDd+y1A1sA7EgE1jZoJt/UmC1peVIT5Wv2kFSrxDaU2KuRIg3dCi1GJgxJAp3Q6EMQU8G7idkfwSO28B4hROdv5+hbhjgjnnDGJn0kngSKq9EZWBtJ74uiBvTlgP9MkwCsI6KHexaJ/kJvF4RkeWIZF2lTjE0UlQvAdYKxW1mwgGqARCFChJYJNweo6Juj5JjJ1TlSSyjTHsAk9RWdgZbbvVo5A3ZfsQ5tN9BUjvDdXdXWzI/d3jxb/vuZfXj5K2waWD/dXp1JYOfCdzQHwasNXv8tc+043af2BB6EWeS3/EcqTsjukiqOCoeozIp+jn4IXSd2Ph2o8TqCr3E45oXG2fqw6u35ucqMyRMokf7QSRv1rMA65cVtRZDOuu0EFgWb6bPzN9il//FR7f6ge+96S81TZnpMFoCYUEsdECDZXfED251wMRvEZvjfskkgXKlSVBfpwSucqkLI7gmAKvReVXGC7A/pGUNrRMiwOkxep8bsxTwwhdef00SdFT264VwdRQ473Ri8JrZn35SL4wT4f71ssbiiaPfl6dcKlbv868AacIJ7/Y/E9leU7+WvQWiBFveVYkvXlSlfHyaSWZ6m3rFCr31mEMwLyArxCPqEHjqSK8xbRVG8rbpHC6UkE09/9P56er0+S5MFTnPsX+Vj0bvWkjzJ3fCPkBhshjvbvAjOQgfShNXWPbSUYlxfxQQLFNogG6PGkZ52DGoA4Uvbcrd6GZX647Aqaql5UtP6Yf5Ss5xPScjVzYl4V96BniNA58Kxem1nGIzOqKrZlGM4NkyC6y6q7yvate+VpzmCpCJ8YD5O3RC0Kr4u2ON4DXL/NT+A/FfXF4h/L0x8WX1wYA/xV4NtJ/c4WyQTfKWg1vBsR0JPI3p8ekwTQb+1a9xw5KEDiC5Wy9GggVktj9HQmQZJw+o1TN4KYEzq2/W6J/WWCWe3qJQNUJuQMsCV9zvYQqZJn/ZY0nwN0FkN/dNQoPwRG3H22ypZAtXKDr+ek5AjRnjZZDSRHycxqosjSZBWkaYyi+aiQW1GteIaUKfErbJWx9FKwMesBWpF25xCeZXrBstlRoaa/Mu0GZCymRglkBAl5MWJGgQ5l3aQnzCAiIGN6eG1kTSgRDPE+4clicXvv5v4NYmHhwcnhzf6VN+E5t0Aeetvw3cwA3xWcav0u/dln1vHo7bwta5oLcQGyCfsN7oSv4HJ4ktq54wnJk/8A5wiWGMjzSCLPyOeoOg/8Ujkhu++ny6PkipZt2Z8KSNepoYm8kym7byfUIbXyW8akmMXoOFDSVOVF/JS2KdiU6DBVWE1gupbR/EMMYYqiWzbfRz3MIeMyoSROBjldMND2M9pVCDWm8GTLyRt9mmgI3d8J0LC2aMJgC4U0O5y5saeRDcyGTmC704xB1YxFzDaOLAetmTO/Zb5HSWDwePHF3rL93h9YHv6w2J980/d0sX997/pi/wEZ4BwAryzqLm99+GWE4W1dVDXKCexK8oc4D7lFi4aAZIMWpHQF7DBHDPSH+Pjo383Dm+Rx3hR0svcIeRLAc2WADn7O80xECMUcuHXy4/6H6dHhSeipSysdNBIFBLhu2RC7gK+j1GPBiJnK/0BM82CyRfqRxjpFmIqkWL09LHcTg0RGFTBLorRdRGYo6Vu0UzYENCwFtNj0qXd62mk2K8tqidEbjSXSLIawKs/kmKm6O1cQCE5ZG2yc+BJBh+GTou8JflDsO1ncGHzkcH+x+KLujxSe8ROp/gGsOQO8uuCzztz7HV7KYLKxnU9GQ7T9I5zAKVblBmKacoIgIPVYAct7gP4jmimIgVzX6o+sLt8EweFvJegl3fNtX2d9lm0HeN+10EdXHo0YKlvfAxzKxHOLylbf5vd2HTvKYCYsiloqVST767UWu0Q2y0aVYYZQqVqKNGMDC45LLTFUk/I032yX7TIfeZ1iCNQomY8ZnHkRtp1xea9WJK150kHEI1GEVVVSOEFVycEnRsyoeBS1HvLGqMPmu+c7jmNSuqPRf/pVNshnYw7Hqd7txeLB3n/x2cF3cg/wHUF9ADorehQFR2/pWtzn9eUnOYEzhrrYikM57bBbJEnQgV0mLmkdwbhxkayu0jhoE2SG/iaIXOucPcBqsThxsq59nT/6g4FofUhvdnCheWQd4eOq9SzWblzEx93zAO7ItMqYtXX36KMlYDurMtER4Qm3BioMcrELg1BFAuaQ1dpcZIsw5nTwKRbMKJpahWGb8uCSY9YuZJOnBiQWiyLymUOeWLAYLYMAQFN1r4YsEi2P924bUMnf3ulqNXwE5sG+fxD/7PvRb8Csf1g8Uki8oZMzZ4BXFVq3WsBsA04wqrLPI5F8Ky5O4Fwh6YC8QYQYzVscFVQ7O3+aPb6kbfVhPpU6eIsv7P0f/6VSoHUyQLh6Ol802bVyUGaoWBl/bF37R+o4ZoPLbbbpg47eGWS44+cFfDcF41pm12qUjKLORGv2fWF4VqxQpLK1lj0Y2YCzFDxLipMJmNWaRDgbQ9Y6FkbdyWFJFztDc38ZWCWbqrruFgkmTkbD9VAG0hzE9hio6uCTJabteGn4qMPkauG9wHPlex95e69hzb8B5ttyo2vgRz/c4eMwy70P5z3Aq4qKdKOAB8bVRnvfR8lAPfAKoTmO8pE0OLcg6TjnQzBO5Zy3EcxEOvLxlxinnM/fBPFO1mO3jvJFk95DxADhz6lguWj1LU8OgTerd43BTfHceG0bbQvg1GltfJW20eo20oQ9rZpdooJl6VVUYghHJCStZNntIMMRF5WogYR81c2Jks6CCJ2FEMN4CNFU0lHMqaigZ147ep/PkDDyGIuUntZD1aVC2zilVAP7GzXJMoO2NQjLqCePBJX9JfT5s1LjNfPO49biiN97qdoI/1j8uajCR6vF4cmz/Jv0GVcOrNrtxTuuiq43eFZ9LX9Bru/8Q45EmtAgupxlfZOUrXK3/OtfkYl7jdbf4ks8XAq6BBar2BKhtIQPJjAnU/RDYLPT2i89iCReboRpH3crvHGTiZpK42Ony7VpMuVMpqFtgfrgBtVVyYaZUbfBHRqbccHtahttmsJzIsj/fXMup/Ci0pw8AyoqOiNjSAem3V/6krrEwiVOcmyaYWYogvSTQbb5Vi7uOWMyrYKU2jzdlU5R4MsC7oaIYfo9wdHq8d7Jyh9ynuDmVqr3gE9OLxaPqzrjSiGffqFkRdeqDmsXcBktfpKEUMkwhEoS8LDCaT7W5y92OKFLDuhtPqphkwHavzD7RzfAdSt/SQj95BOCFvBPCjYnBq1XlxqG/bkxGVNPcqxFCUMHS6pMvTTLdIsKIKII+kgnVhHReRbjxqsjBVzCmbnVzmEIRaUT6XTaQi8ntziV1NEHdbXAcP/OGsl/OfVulkm/IthsGnV0I7ErVdkss/UatjEO8qZIEuksPfsrJNR8NdCCIIC+cNm8g/jH4nDj/2CC5fPV4ouN03C6v7hxY/hVhBlXCrWOx0t5uo5pGb2zt0RHrhDS+UYxnXWQ4xSHn3NWKCOZo3Qgq7hWNCndf5/YEs9bZkejJYjtwEN8W9Qw0p/c0YmoO2xWaKRUU8IJNG3tMUGrVxwqBleDLvyc6KhSaZdIxY70xJPgkNADT7QjRym3AQ6kG1U28SqacaEUcvS0fHS8ozmx0a08GW0zWez0w7F0qEeCF0oVGWs7p2jYIHeNy4QazMqRQ4n2ywIvGK+h+u209wJfKKU73Pofl7f2F89G24J7y8fXs/13PPx/kBmvDVqFvxJatI3IE4yX8daSZu07VRhtSwVcbcn9KkkQ9r4geFXyl2c7OpxlQy/fBIl7PU4bxwRM/6FUj0oCHxBsHHD4nFt5KLDXik3ZLo7VGgFV/RBH05j86ouTIzW6zrGXqFJiBikEAXXxvdtHExxyv2r2+KLtpsZ2rUgaGzBnYZdR4Tz27mpatoRMy8Uq8fZ5GCNdwjTB2CRJFzzNsEx+nZrmqIRnoXoTsB0b4exIElOqEO/y6T8WiVreqxTw2eK57wRPoDB3s8jgZPH93h1+FmY5fwzm9eNXh78ywcJ2zZhYrfYGrfHKKSrIKIeQMix8xS0iap9o+X2yOKJY5X4EPSd4zuXcxjdBrCqvu+X8zg+LWB1W2G7iapieUVFH6gbdemKl50/AdMYXdmscC42xwbdNu/6oKbZooq86FaLqPLjZKVTqfqaVoFWCVhPBg+bU056DjEtOpA2aXZBg5W+NH8PsJ4rCvIFa6OpYFRi8ZqXoNzLbGwGxlFYvyYC0kxCp5SCKxVNLY/Nb5O82DhfP+DbcdMYnm9fEz8W4zocBz/h5wBlXDfURwDGmryi7gfn8X4OdgDxASEZR7qIkQXAeUU63/p7A5du2le45nSOo5eHQ5s8BAnlbfhDVbAQVLNFvmaLlXSoD1J+TIHfFwaPQGOrerGOWnsld4FFNSKG5l13cQ48YVB4gc6bF+ZZtVLxgpjkXtJqVMTEKNxDUaHAESu4U3agV6KkYleXVMSPHYKRUrbOuI79tX6Joc4O2ckEE4aYrKBimOaRUo/UjZAuYtnRZhQ2PCpPv6b3aazlw9LcoddCpMvc9AJ/uO9vf+JXTj37Y+Gmsz1f+uojOzvw5wKuHWq44uItUxqA2ugjmH0DIAexO8oBkKHYTlYLdKU+1r0+T9yltU9FinmrDX27r/stp+zTbLdI+Al4Eo+DCNvQQUw/fSCV1sVY/iJmBxPMrRQKN7aFtlKBiXK83VAok2ZKQEgyFGs8QDiGueopwIDKhykLJCDUqZW7uTm162Ea0VEJDFkSnSahsUM9QNRxPMU9SwlazbB19ZouRgUrXQlKuU0Q37puXl3qeGZrjr2H1eq1qoZxKIpQXUlHvAZT9Pdh7uLr8Hxz9/MPi+t5jviFytpoD4NVD/5+GozU8AflhzxFJfvinSHIHu0A+7OaaKGcIMIBblmtncT5wLxiKlM5185LZ5bvA+KX3AEsDuewcEipLnm+CwLd5pS5OWtJ/DUJP8fRMiHIak5SGAdJcdT0dRFpdSJmGlhAWHAJaAikZXQSaQFrwL7EwFB2VJzlVSlPrq+Q5RQlTIvrpEuDZNoIYS1kc2bYmjzCxILHIMU84OlJLmKNBSjxch4Fg6FRFy0gfh9uwW7IDmqyeyDDAWiusCEgvE5UbK+idxZKv+B7ub2wCbsz+5uLG8nTFvuCcAV5B9O/A8bL5pZu+fo6OvrMnESUsUCz/nnYkYZH/NA/07UT7DtR53wPUw4HPcaylf+ZQsAeYYHSLDzvnE4NJDpGxXE/+yAS/72HAO2FOrnLbMjeEPRLXBReME6gb16t0iKSeXGdoF6qOpzftqU7ulOrhkxB9HRiZQg716BFP4DEwhZFUqTF4mOLogbCNtLvA0LYWyhbTyMnyNN3AQXRCVuPYgk6Cz4PqPr9BWi0QFVI6tbsrlWkR6JBdxRYMRar7vP5D3idIKwcX7wkero74ksckrD3Z+JeXzxa3SBUlM/8azFVEW6ybZYHwKG8798IuiJbHss9EkoP3OCfAaew49g1Dmp+TsHE5SzzTQX91eUsohKWi/08QvgvMN+P4vm/EHO8QQY5jqMX3RF16laKDirtzz6bbEIgAFPZguXZFgch0VIJkqhWRpI4pPUmJqLYnSKmjWkyHwWw8gNrNc4blJrjJt9yemFNMFY5AICbh0oAqHBXmlkTZCEe07RTHkqOM3PAMbK2kTRseoU+pW7LVJyK8Rnh8vN4oa0m0VXHe/n3qeKG88zhZ3Phw77/q38MVnox+HUs4WSzu7t1a3JAjzRng1UMt1qxkKsPqNZWQ0a+AO08+gKew42SPcWLgdAHHgCXaicMzh7CWtxHJEshUy9N8PgdYqaO/Cocgn3aBRMQ5IdHTLMx9riisvtCIM/aPrWkIoXTUSJJhVdwzMqdJSYaEXMuUIo4ZWzI8UYcos9VYuWY4fmIPXkXdAS0LE2hHDYt1kjRKGfFgJckn8ErWpiwwTA9jIvWwjZAMAlDlWdXWnpOUWYH0Him1iKQfBLEl8MpqFGk1T0fn2u18o+RFAc64CdK+KD5aRO84lNM9JgU8qbrRvQUsf1g841OABMU5A7xiYKW2tVrlaOnaX8yYfrYVtn1OPi0fIMWp+4Li4TIwqKtVIv5Yn3K25G6OZCSBCYXVpvKRnQ3lPyY+WkjNXAwDjiXtwxE9Ob8pl412wgkob/d+VTzY6U6xBzT5DUiuzcdaCUnYV59NhzJJVhNsqI3JjEfalYgNgZGoQwc2oUICqqrdCZeUrddEW5+eQ69JocaofI1Usb0MwDW/DtSKqbqMMjcseZfUOm7n9FiPHVSqZbBsUVaXgXO+tmK0RmQ366V2Tt59LB/y9V4dRj8JPcXRYnHM3WIE5gzwiiHLtVN5FLS42yLuTAg+9UWCgovLFeIMlRkIuLUJPIbG9U1ncMrbOCaKQSiPE18PZ3b5HGAyi/qfIAindDBMYTMqRCpiqgv3rIKkKWPRUXyPofFcSTBxHdI5oZv1JHmp+sA3xBAd3WKH5WfMmQ43DdhQnx5ZiTgBhEm9ogotcKlKiUaebfRWpF0o9VTowAcVSIrLZyGjZ1UJ6vwnhVOrFfTUNDKmBmlZOWeRJ2PJK+i+whksZwCcEGep499/Ud6jy2CtEf7eE6xv+fu9yxur+xfM+ZD/Gvxkse+r4g/nD0JfMSjI1QuXor+Kazb9qLevCTeE6zwkN4DLXRwLKr3B5ezOYH2bz8E4kuXmhrI3kjsY9ck+KP+nYEmfn63/Lyd5auNa11FPf8n8JBlCrSdkPHTgTIayBkBeg9e2NCnjMdEGhZKOPGFRgs3SYazDUbDCe0Q4ZM5judaoM+RkjuzJIxQ8KA/MY7Fa6gIsBPzeYQ7hSGRpN7OTo6l6KZBQ3aw8MQcIgVb3UTNBhm5gNQvEOUYsZs3V7e5dhL8t4yY9OA8y2pZEFf5taJbMjs+Wvos4XCyU/T3Z+2h/9fC4eGMsD/cXj8+WNxaLu3fv/sexxOdfg7lCYCUXaaJX2n+By6efWyLI//4XV1p2GxIG/dkzcCEzRKbRXD8OHOGyk5c/U6lWaifyX6Ini392SogWLSIUCEn8fOlMQzYB7/gKm2AhrQxE0NEhyYNTxWlPNTBKxTRRkRWowC5tSs+F0qzMoozAQsEtdGAMTETdRquPqjHAfF/Z+30i2qh1QBr7pYgN7ErObM/CZMymGtsektkRaRMFUaCxf6wwkmZBwaCXElSMo8mDC5oBhloaQqdoknAtDUPr5GzNh0S1Tt6PK+AlW3tfLH445i7vavyfkIJTXf9+sfT/Ed7P/xIe/UrgjCsAreMi+gGE8Nv5efuUTDgmcTX5LG4bP6i0o/uOcoZGC5876VPMqvQvVEvuqOvpu8A2efZH8jsaadZR8jxQo3RQvL///YE7tw/XQJwJ8pTPe0DwOIQWmVoqI4nEkgpziLlBqBI18VSUHfWiCUKg0ph9/nDFsDmFkL4N6bTYg3QBZRrlUAJ7qmXKfbbBENclmIfby34mb6kMKwrNmjugYnU6LZlmzm0+5PTRVlNRwFVFMupKD4RoTQ/IeFnUuqloqEUi2c59l/FkXxnd8sb+D6f83t/qcPwLCDoBt2+s+F3Umwp8CX83juYE8GqhLVLKThfR6kQ9gqBXdTvalwwnFUHyGxjeU8JjSDPqq22KeUQwxS9TjmNJ5hwN/0XixinyiXdEQP0lGKrCFbTran1seR3KVw0FiSQ8GZT9tEYIzTNjFwU3VLX0ssSkh7E2LiPWnYiRP7mtGSF8qN29FbwJ6UaLq0kc4k8bapPn6KdlhXyho8BZFceSlslFPmSYbtOTJvRo7EPJCCr8UbGImT5EkNcOGbMlEW4sFHzvuXiauU/ACLUhaN6k4Z2FvwjC7xw8PN17+nB/sX84ZIHL67o43n+0PH2uvO/B8sHyw+On78W2wNuEulDRas2jKoVQvK/zU5etztqvmKBEwO7ia05VVPqjbMAN0Ov1bSd8Bqmeg1rdEQ7pLDC/Byi3O+ffxTnieavP+4el47hYrSfVibqUtzKS5CV9WCqcPjV/pbmJhOmKKBo5uKxjHXKUINuB0bYdG3a18RJAgvRGuzlD1SDRqoPrKU0TGz165NFz6LNwqbtBKaWksMDwRNKW8SrZdCIsXQFb1RZJaCzYCibLrBTpQ6WeLQEtyJQfmI05HyzlJTFdOpJk0VC869AlMP8P6UQZ3rGLxf7i+eH1J7dP/vzwhmpHD/aWR6uvv5jsFMy4KhhtVLfV2la0Edrv617QFBLgF4+ak/jqy+kCEGHPSPJgJ4JY8nk+RzRFMYVCp3LJ5RLcCIp8DjBmzg5huRWCpzO/ppu/+9/FdvqK7ybhSqX5NWh0tSWpc2/lz9swu9okjaa10QxliMJeKHfOGVK1VMXwiFL1WHl4E5CGxuFkIUdSZSXLq45gmoUemBCLGU3AZqwBaVg9DWk1q/oxStKFeNa0CdfLrJ5uaEjUVDGMlsUxwG+T4rFC2rvru4yTha9x+SDg/nXN+VBBb6UgCPZ/OHqyt/fRrdXi2cZZmnFVUC+MClZtqBGGFZwrYMVC+7fjYO68gtyBVJXko7uY6r4FKuz9MXFOf07i6khEI77l3gYXC7iY/v5WzLZjmCDZtNL04y27YMtfMoShFHBSm0PQA25tKPqoStraUzKIUXTCagXTHPSUfSIHnMw556HQB9c7mxgqvQ34GtQtyLuTdgPYm3t66Cy3E212I1R4ENLxoHOFDLBnMT38oqQfeO4KZoxQj1AY4eoMEq0xqCFZPVbopy0Yl/64wBmLZA+TOp9w32HcXCzuK76JeqrL3S8UAveePHomcnHji+e3VTs9XK32b87539VE/Sd01quX6sZ6rfywXj1/F4RPfhEG+eq7PIMEwWmAE4V4U6/iZSQvkE8UuVoG6GDnXUDHNX4p338/fiNNyUv8QwTDjgbiaJUNN92WtLtMYEhHFGZgq9szkCXEVcUzaG2udAw12zfD8xu+NJIgQLP7heqVpu8CbvI2qLr7S4ZlUVvlmczVBm3Fpfvh6lZt3hGkSxXVigbWYkWwDesI4sBOEUN6+jWJfpiqRbvOiEixwtCxLIrS0bNMdpgC1OpoBSNkl9OpYGO/o1g+X6wenj3Ond3TI6V+t9r3QeI0/8Hd39XGjwXOuDIYf79NL9L26wSnNrZd4IqkhVwPxyfwDTshEKGkoFdBspfl6dGPCwc5Uj5CWo9tFDqQ1B31jGT9PaK0JUFMxGM/MH+0fK6e8U6ptLupiTntM4HkJ2XPdI2XqmsQ1hji1Wibj0ZxJOfmkulgv0xhojrwzM0rVIuelIyIapUUk5NEL7Q7g0yLjg5UiJtFJFI7qZ94JIEwycQGhch7enqYHWWAJT1zqqpdojXmJu/BuYARGaocNF8b8zAdJDGoZaGz089Pfhya34imfceaenewfP61Q99z54DLxytf+d66efujD39+8OD40eHnZIJKB7ubzbhayOr0r/myhjfQWgO/o3PBc6a8UZVyCjyiZTOVE+hI/uVkUW4iMT1PnMTp4U28+jKHU0CeCnM6PMOLiLHL9TeERSd9jn4mI9xTQW6BBIQtJzINIzL2GulAVkOHTYeFIiOL5MiGYTNOk5xd5kdZEIPwzJX7cBaSzLkpRmgjPkGmCU5kvRUIS6KKPJhuuaAeIhK/IuJehGSc5JIod3m31EMgEApqcS9murGGh7YreQg5B5Y2pC+KcephSqBrm4FjIV3z8uE/LxM+IS9wbQGjrZ53Ectbq8VjO4lywB8eK9D9+eSIEDjCjUcHTxb7W64140qgdqn1Nq2lb84YftvqbC1q4gzkOhuC9jBnIF7yLHo7hl3FrMGNhCPCHJGuvshBOCMekhE6B9RBYrliPV1aJipOA32hnJo5+58feGPKSYgOTlscS8zQE4dlRPbayLkpaBSl5w9ypECyFFKzFV8B01Uz1EpyQadEYjXbMTbsnHmINZhSbBmhSKQxoAenzeOFj1b1WBxUOccte7MpvQb1P+FswgbE5Su9VGsf0SQEqv5lwTHcYmuN8rghqZU0v3zaQZcsCSPBLp+MzhXgO+34y6O2uXfKnp8udR+r9uDR0WqRVPDGFzef6k3gyWKRszHjqiHrE9/bWKq8d7c39BRs/UgMqAF5B5i2oSQ6juVCOYKcxCmMhfQ4JwXseVw+ypxEzmzvBP64P7Jx/P0i+3563KfVFdQgJX+CH8blkScPUYd2TvfoTCUol/WRcCZh0Z62KwXVVOn+TbUdQafcp6Rcwu72S5U2eje/zHOG3MwRwpXGa2QeLYMUX2oylZ5AaxE08rYRV320LlGi7jE49UMWQ9WqstTgUFMhfk4nEx1N1sYjiphr6DNF1bNOgN2cRhV8JZh1UnnhO4iDf3xdv3m1fL5Y3Hz27D/7z8E8Xjx88uSj4wp7cwZ4IX7n81I7gKz2i4fiBi33vfV538nwW/2QP+BDvo3ohEwMu1HqCMXX9j7nt6CJdd7vU06XjM5ZXX3v44S0IzaW6yf/162jz58dffPoTr5I4p/GcjCk+N4ydk5nLei4SiU94qW2B2B3uIMO1XwSWsWFxUtJRVN3lhWbzM1sq1SgEEOlpy12pX9drBQRdFtT4VkdC5mVDpxHWaKaEfjERtoyjU96hr7nQNKHFpuDJQViXyOoO74eGVSMis0vWEdDLKtjoWZZw2MGEYFvRlsQ9Zapwt8Pdk2NaXvncHxjscj//Vje2t/4F3DTfxP8ZDVngDvhwPN7IrEt3r+J/OpzZLTazeKQ0pfAlRHgDnGK7hJKDVzHqxEhEq2Xt/ld6H5DoxI6/rgQDvN7+b49TepSkSud753KzOfJEyWIuqj7928rgDijsdO7X2sK6ZFanukeSY8XprfyWqXDpuAhjZCPTSQ2xUxUa2LDQUeVklHYCKPzfTIyFh6lm2BqDjB3GJezO2JYdDj4xCZgqYZQKITTg9qzE5keohLa05NsF6OUWnpLlpl8UawyKMp8unB3zAAJKaPP4LRMxg4uGxxq9fgD0e8gjn9Y3OBTLsLj/NDfCNN/EzxngBeA1fG7nhliXIagpWxOFQ2n/mUj5QU99xsBdxBU2GeVJXgvUE8SFNcjYUdTjrJ301/49QYeCV1inv/gkBcubpcCXuZwYuWzZIB+SBArh9xkdKP76724Uvyujz0egLm2dnjWQIkGCJccmRYzEVqzNZIVBZoiA8V8y/aCGFVVscBKrhciVb+WE7a1u74K+tAMna5FIk91p5aRLVFpzzAqYgGI9o4SDTfp0KbmeGptmy2jGph7V5XGnOdIRcIvLbTt8XZYy4fDma4N/AZK5FNPrfGdwt3Vfot/h1vxj/9/efvpMdDx6a3Nfxr8i+Gz+c6A2fye89HK5TgaCIu5QGwUE0c/N72N8oMRlBbgGFUDlTTYbdbL77gPsnACRxxzyHNGKDbJof4+l4FuVMrOTZY/34iehBIFfzz6LpbTg3VCAFXEdgtkk2klBaMfFIRxZdrS5CmZCMkPeZlM85k3cUo8s6yOR6BaEdNjQS4yTVbWZU22hibk8i4gRK7P0cla8l83eyRpUz3js0bbS6yievCYA/h9wzFmakYw9SDWukphPUyUQtnzIjK8Uoh+XCMoeRffv6bxzuFE+V/9qt/JYsG9jylu9O+C+LjxLzJ/KfTy9FP9TuAKTGe0erX4eQTK/YS1P821K/0TykHkDtnNckggczDLnoGT4Kz50Nrp6YEugpXKcQ/D4Y4/cr8W2hQXH5OIlD33sFzefYxObf1F//6xPzMSgYjSta8Xu176bjIZzeC8wNJ5gKq4AfFeTzMY9eCpWghYPFmc5J0MWpJeGVmZwnjCVo3alEVUou7uWlOEq5YOPSCdo36Cqk+BoehpBh1ZosbL9h6DsISOGhdzoYEDpO1noB1kgVRtjgYmBj92RXIXeHMZKwXM1YUe7KVstr/teHR/caN+8kDx74vtDOH43/PTL8aNwwtSiFeFXrR361S+qcm8lF35wAAqfhTTrxgrnjh4wcuHS2TjCBexh+hYnKqTI5BS4EPC6W028xTr6tN8PFoozI2R/95/7J+4UgTRUWofHtb+X+0aEgN//JwrZXrCtOQUDVNJt+lRHBEZZkbDjFLLYwQ59FAvuQGqiaeHQoTn5/nQpeXaZTPsxhkg2joFmiSTR40DyjKJoKp22yXpisJUeBJOXeAMcz+2aRbLE1LVbHd6lreMPjTVvEMIWaGstbUTFBMxmq5twjRV5H2B0NZSK9e++avzorfS87N3Lgm8sfpr/aaV4t/DnQnC6YODp8cHTzl6K+DxYn9fj1tp/WXQMutneMZleKmzhJCeOae4d/FAXlPX/Ln+XfD6V9aQREBomUNyCD1UyP9IMbhL6SBx+3ulcM7lFPj6JwAd/IhtP+4Lj28/wNL6/MHdw2diLXK/2Cr+Lsj9fASajCX+TW9S4caky+oRmoOHVzGqmEYG6rk3mbAKsCcMYgR94P8iEq7KPpIxY4JogmZIdvJch6NnmWyjj55aJGiZ4sRECXtGqvHRPoCyhIlT1WjB6ngwTWtrz4hSVurXhW1evdK2Ac6LkfzQgwWR9mLwkhhueOjCQUcp+njRe2iHunib8Lz9tsH1Hyb3ey8GvwdoXP7/01+AnM8ZL8DLnSSkLGmiTm2phq5KrV6ObR37HV1uIwfgGkmQNISKnsTYTZxhQFHyNdYTboMo3HHV2z7YQmSD50tjsYXvP79xHwGjxCkRvM8/j/MGGEkNZXpLNHBv7jE0ZPwXSY1QDEZbTW42LOOqLSJQ8OmxkqdAviWsfXkYKTNSZv4VHWklriAKHWkdbZ/PLUrKhnOmHJC61eFMqo2Hv6LBNC3NKYggqtZRQw0A2kPFnKsJXFGQbQdEt8SSeuPoYciCHqpKIgojEtDkGtJeDByEluvx5SK43CLWZcRFb6INb2mK+PTG4vuDoi/H8/3/vH39yfWj+eegrwraiq0yy7gVwP8PZIRRor/Oxk5yDvmBcwZKPEKJROUQNOKD0HYp3GZ9Qoir7/QqvctdEDPM0fO/f1SS6HaxHPmQibDC5/5NLKeLoewDSCZjlBjD0dONDarQFO2W1mj6rnVsZITNTLdnk/kCBmIuMn9+rE9QRUmT7FrSLARNqECI0UpRJweTLQ1DBrokc/6E1P39XgwBj8QWGEd17C7Fb/IqbRVkTm0CSCKV04Y22aIeludQ+Z9IZBim69HDAqjV0lM9s/XUsuE+yDtzEbw8HG75Hi8WN6Y/AH0hni0eUzz2bwfOuArQ4qxFKzQqq9mHvpSDQZYG1vPEqQBugZdAkyVVI3kGzpUUZ7k+VE5XKZ0jmzO8IcejklqJsPcHo0XIQ+crevA5uQQGIquNOy8hSQo/cn2YEUMEUOGpSXfEsuVGbJE0DByZLnhq6bs21NyHJ4xaDUvw+UjfUi+TEqbwjAIG39t0rLzMtglwqtmm+2pBDNjEaASBmB62haxruZIMoHy+HMjDsY0ukqG0wQk25NJWa0U0+LZZFoyOuQ/ybuDs9Gj4UN/xjX4r+IV4tvK175/904EzfgG0kF8nurUNs3Tj5Tr9XzeCVnjdDz7NZ7y0/OM6chc/Wl2l/F9lvERO0reOSJDWNx3ZnN5xgQtpBjke1YqIfvx3mHp6o1Cx8GYLKupEfSg02A0Zhy/+aK0cxvAYYFYgQFiDsRgcUONHAj6ckNXQJEWqC4lhWw3c3U6vSDHDUteE4aLHWHyOUlUbQ7YhYJa1xOBWbRkpQ5kFGaUMKdpGS725AylHtc6BJFxy5A2qjHgK1WO1K+5q4HpYEyanjCa0upF6cQOPRTUz0KLUUwuj/oGW4AJeHl5L5/x/1XcCy2f8h8vggeLf9v9AugCVAT5f/KerM14Zb2AFYXLDrBZ03f/YuGbpcnzAgViIrJALXMNeU85CkKotqo1UgxB4+8hpnb/RW7mev+oLK8FRleLrr0lQ+bx9AcReKttJStrel1MpM5y0tCihZ6Q6JmKBJ6RKJha9AYjBSeaVXlVRoYdVzKludVY8NoNMlZID4aX9I95q9wBoQ8rRPV2pVQ/MIWCosb4X3Fmemcch6ViCBpz+0sVK0+3mxGEwpnXyGA/ncGREI7Kw14Wam+VOWDzrIjd+a7cvS4ujlhPfokwkfOtxa/jQ8+kXixv8/OnL4agugb+eM8CrDX7El+Ki9So+S5ww6czGrlJZgR7+STyq8o04CbkQLAvjfzTfeexolm09Eabq4Eyw+Gkh9KW8f+sjRwms6Bk3lT0V3vsahQ9DZWUtxfZ1e/a0VK9QV1MwZagSGQmIdrV6bSE10/FE9QAqeoQgWVOl9Z3zUe1NQ70mNTStYFXGoqDnsBHnWvr1Wa3RoGF1mIpwfi9qNtICMhVeBU4/tE8YAlgnNDJeV2IDGRtBoVUNG/ZQ9D5WM+zvjf7YC98C8TJZtt8FVHDkLsgg9vbiZIh/y6PVor4K8jJ4vFj818O//teNxa/6HMyM1wVW484VmeU8WtQb4DNdfL2TFS7HGG1e4Uc6JhkJEKiSG5hu4CC5m98nxDnVc/LnHI9UzzXIajOTdPH+/Zs/12/Q2JIKPZKlYDx194JUuqsBEjMMV7uY2NESTAx7f2EO6DoOwUryUgMKKEgzV/qFtnbrHEhc7a1eY5cJHRNmRogR5kVXktCYhr5BPwkia+oScWArSaGGlVZJMWayQj3M54BwhAQ6RcX9AinlPrIwzDiFue68lgYLSowhBVxrkeR6QlHxwhX1NuF5j1/8FOCrfL/j3+pTMIuX3TSc8aZxwYrkXfyS1cr7u66B+aFfPKV8gbyg/CmlHNSxhRxJMnZxZGFSchnsrG7I81Tm3nDioInUdXDz57cJMc46kjnxdEpUuZgpPdUFUgi1QYFKhXJUQwt1QhNpVtJUo22D1tFXilT05Oq/NdPKthoFdGC2mAiL7aH6GxkqTdOu+mDW8xIHzRjlAFTDDCKk0z4TZjUR5prcr9lDR6OjPckc0oVMWM/iaRKes1TMqAFJK3KtFsPR4oY3VFZGg+z4uPaPDVH6oiHstxw32q++8FPQm18AvhxPH3356NGXJ0+rOuN3xcVBbnQDbwdoqA/5qxJH8dcQgmQPYuampeDCt0fFt78DMdfL48PPiWz1581AqhRQwy6gs8Aff/z88E681rmkL8NsyT0aTlXUFmbynT4o03AZd4t3YprRPxwIMxOzPGil23SIHVccVEw2cR0xSdygLC1BUa9iVsZvcQ8QI2U2DVEUbKcNObrMHFJxSArmY0JszHQ0e4YsqFKJnGZu+6rkYV4pp9/Ipy0jbZL07jYEGVuyfS8NYIrh+oJX64TgB6Aa/TbjYcv6Hg/3Qma8W2AR++fcLliwWeRc5+BMdgZ7gTIBO4kRlxJLzMhw6KmOvWd9fnDz8+zvkd75g4BV9PvBhEQXP/71psJfUpzsnJF9COlTYyEixiXFcqdDz71o8i05MjlAtHk6wJaSbTROsQuWdHN2xWpS1GtwRBopeMTmYAACLT3JCFON2R6IhhNnO4IqtmR2n7wQqoYRQkYq2KrmUVJJYyZe/ZgVy5LP7Di1NJXZGpB5jNeD4ul5uBSfJWH0Xz8919lS1PMFsBfTGbvLbz0OF/dd8gMIJma8ldBSvGg1Ov7lRscFcAbI7/3aJcdeI9fA5ysjxPXUJtgjaUpVkIT/nt78vP3scxI+F7UlaEKUjp/fPE6MAfY/d4o9u7kZNlpdls+q4hGlSDCoUaRAKmaaXgccmhVcx222Fo6zIfejg1MzMVxvZwQxEQw9yRKER6OH5FXmzqst6pE5RFEH/+IzzQ3wudnrLVU1qB+f2oS8ZI+cfr8KNsKs06NLwSMVWe2gb1ZKF2M8ot9et3b2bMnCTSWBLW+Xjn9ZWhoYZFtn5ICNfntxZ7F4eOx//fvw7Z/M+42t168Ychhu2rV38i34TV2rXQ8vf9zVyQCZBBU7S0ggh/aGVdWVK5EOxYuURZxzN0SXvy3TSwz0BbD//DHA7w8xY6OtLHtlyEMhMpVPEn5Ext9FVbbiYDYqaCq/RhGzzL8R5pZF6ygUMcns0Ekm9iUNQZzAqoNHOyOpuyqdqHM23H8lZX6qtViSj2JjS1kkQw6/gaTS/YRbkRMhuqoZMw0JueaRtIG0SSBuDUEEMgLyEW9x29JiR6A6y5B837feMYfLBjJAdQ+pNje/AzGD/3oOji7JEGZcdexciC0AahG3D+7vXrDcA856riyjcgTDfpEKbPmLjvK3EsN/yqMMudf58vY3nzvu1WcASfsE04qB339z+2dyGivKjD1Q5ahTQR5ZvYbgSTZFn0JGAIpB0ViaiHiwixFYjgPtblGFEh4MRuU4WckSEAu2rlVLIx9PJFkrsg1GJCKehudnqtnp+Rtsa6VJXFI80QpGVETp0QoLCpl6O1fkkYREccW0gYjGsFEZnlrUteQZkkzYbsVFjwQByHSdDlkM9Y7ZA51sQOUfS6uRJbV7Pb1dOFktFvs/nPjafsZbCi3Ei9ai37N7+je8n3eomQ9Co48L2i8Cb3VRwI6rtSYwOJvcInmHhSR+uvzo0ZF3/Zz95c4I5P2jm3fVShaCBspkIe4hEDvpXLqyMcvoiIdSRxyO+4ThojTs9hwsF1oEY2wjjajKllZFP3lsN+vCtmMYiDrzrVLHKyl49LHiok4KQcU2ofnQJCxai1ksn1+BY33lN2jnVi+BSNTgSN7JI8Ogt+Kim5F5IFgWP4N2gw0PA3JbDAkqohcaO94xboulLyydTx1J+FMHI/LtxZPrx+/EPN5j6PW76CX0pxc6vQvtHrAOjjA4hhwoBXkDTkGDWU4YKpvRMYmJWyKUFkms9+7cPvnjs+8//37x4/3vv//+6PHNv93ZO1WoFSJkYbkbNUwpVQm//vV3glb1Y046GrSEUnEx7GuF0AG+Nzc3EHVmXN0XBrMjHfeOqOfvbNBJmHl6VKtOjNpTyTmSQgKP6MZTe3g5kzVrxSDbii5mxFaDHnRZfck4pFA3h1ruGMgeo0IDaPquWs5FjU1HUemPKuNpNLJO+0bXhCwcWePIRwHzSRhw0aqbMeM3xcULkevbrF2h1nRbvkbe1k2y+u0YzgkqbWnZS0j5vtqUcbS0wT7DATkLNklyDMVUecyacCjVynGson5wzrLSSIx4GKKbPdo4JB2tfqpzggCMKm1Z+jZh5eqNUs3iqEmFBZqCJb2XGb4F04IGVYZmRkYjqFqDMJohT9GV9G5xrAgOaGiVOcTcokjkUxpaSjbjMaDfukyjjjFkdWuRANYonZ667gt1OAgTZhH3RmEfR2E6PQd7L4eCfyeIhz9PdeZbxDpRWVMXL7wZM349Xm59eXnuhvj9P4Ao+wL9kw0Nao8IHuDkoeVX3SscNxojTuckAt+sag4SMCmC9nGrPauR9OPMxhlMdsF68JCHqpr+LGaRSkcF2ZDxVkPK45ogA66AxsPYlqN/P/XH2KCD1FO1PkNMEZzWGajEtQyl1ZkaDZUsM5A0+tzWeGjzEC3j7vWUluuB2p0O0iq0rgDq4/NgGcmmomdOr6V8Srs2IyPWyTisiqN6JqOcLJHQWkg0SSDVxMOXXKAzZvxSvMwK2ykTJsetn4GZ1k/zIUBBfiEnkGOMXEiOws5Tq/uAO5mlYwlRN0/1bHABFf7GvcVwH9uCto/jcTBJWEy1wrJVRbRikyvui3Yzs1/oGn9qJ6A4qBREYy9mQJIj13PBKGOY1jHzLFkSI2u0qttsuldr1rFAYeR05OAeaBRBkT4kiQ1IQXz6aoasoqMkEsyansqM3IdYzjYi5zhqGQoyPcwiZDs0EvZMYjCE+dRlwo2cxKyIQIm8v0pOJyrVpkuGmNl6N50x4zViZ2jbhIS25cyRvxLVzGjwT79McNo4WtCkE20bK76kQ9XjfhbCuU694VRuln2x1HV0oCiXdLLhwCHKtrBRVTXFEcW2ePP/+Fcr3KVrDAsmdQbrqmNJWa0YxdxVNP1AkmUm/E5YlxmIGFRc62bpKXKuUWoySc2ankpID1HRxJMTQyy29WC7qXeBsIbJpAk+4iNqQePcp7U9/P5Bi1tFiSXSF+8ahc8nYERqMmHN2jtEVs+y7sFDWFR1KpHS6hmvqHWuGjCEgLSUQdava+Q4Y8bvh+3oJ4TJ8aL36O0FzOKXM5FOxCcci/AJ1+U4Lr1dhdfE4VoiBUrPfN+UZOuv6dt7Om0zZoiPfFC9qZC+7EJUlxF34Wrc0ZQN9qg3wLFHch6pmiwvUiUBJ43uvdmiMaw+eZMWMnyHBhlrIOWm4TS0qis1HsWgZoBO6a46LpbFPYQ+VwZdJg1EZIXe9Wht3A3xzh/nUTXCobuGObwywN1C+EWWhI4eQ0ZjWg81eTFkUYDzRDs1DYtNM9OLmwvhGTNeGqN1tQUW1StDKhdpwd9qK8bZ9tL12rf7+VqoduZU1dGOA98ETFP2b2rSRJmsIqkhLkmj40RaI4YM7XHG5qL8Q950Jo6LdqisJzttibkMiEL1NrQ+RI8pj5Kh0X0BpKAnwUEUvNYG8lk+LIjjrm2xNRc8PuZERQeRtkVdsjXkZiatrpad0aiTj+mcd25aIOnBhfltYCJszgrdJOEQvkSJuZHh5KEC7V3VQR5GJzOKdkGQwrdB+p2P6XKCNWPGK+HiJeMVVvQrYKyyuT4v7s5fbD+d7AeSMuAETiC01itD0dGE3IaoZg+1K5U/IYimDnoUr1KVWLCWmkrXhmzAPjoyxlEcqWVjUDwRGLLREDbqPCwqNtgIBDokaTOAJru6q3WjlXRJPXrC8HnSCW2dck5mAtsIs/Mohv4IPUyGKMhZ0MPGMjQd8rC2gHKLNxgBmGIcNc9KAGnUQ6+Cldq4qWINEzaqZ+tKtNvUiIqVbI2nB1G9i+Y1dq9ly9Y8FRNZD61kDfkaWMfRcvLqWl+0vmbMeFUQ/l55PV2i4BVa5PhSF1R9wpZn1MfP8DuDzR57T2UgfsqhyEJ4ynvsP2LL7ZCLKEy3I66KmqiZQ6MzDZwSH1fQUAMMPaNVSMVHhZjUOJhh2QzQZvRQqcZWE8zQ7CNjELMSUhhAjKjIYCprg9/kYZh2x5mlEQEdazRpZaayYq6YeSDGGNxGEyx4dDswLOlh1XCEsm9CU2qd2w48PVBrp4EmPZtYiZRhXyVHPj0XO9Z4Kf2G1H88N4vHGaFY6j7fG+/Ib6hVZcaMXwlW2C9YTmOViTqVinw7zG7eG3YG2HwijmNHabVKRFKR9yRHE+y9XQ7CFXILHA7VqkM3oxT0B8mnC2Uv3Wcvqp6yd54EDPliRYS/2NajoSJJkDDeGWqry+skRs7YKlbIUAZTEQCGQMRJqLFIDLY8SfBRBjy8Zgg41KgXzlMTjiLj6LbESBLqLtFhkOZZtvXSxk1b2aRWLBiiXbUtFdKQcrMj9fSChEc1TL6xC6rys3+BhunPAeYa+PxMy8lfq/SiUhu3Qi7aY54x41XxS+LfxRq0JPztQH8nH+k7uZHfOpuwQ6mUT8Y/8Aw7llBpjSnL+OmmVCtUFMRAHrGxUYUNHd2nUfkRkHhnCtbqje66Uk8fPeKBq85LFg8eCkx1SYAUA3NKlN4xkPbkwRWyyh4m/PD4LNczPNOColdJS9dtIIo0MApD5h3XmogpLlAVPQmHCeY+uiHK6c9be2ERex0s1VrdRVPIXWTKPisPDTmo5N5h90kqQNaCEDRKl1ou/AIglb5ifF53vJHOmPE7YRTNUmk/aH4hTkf38bT4y9/1bB+2Cy3v8H4RtxYrU1GzKQPnJjvBscLBhS1hb3TWAdGN1hE1g10pl2qIdGgLVC/uML0bNo0bul4/IgMs35SKmy2wSJJWJpTTE7lsxlF2rRN1tYnpUZOGOaPSwykkut5RY6ZwJdbilseeFNCDtlbM2HofahpVbXaw2Qo/UjZIxjkjdsLwIKUt2FiNCpqQJpsZLarUmUcsoqeqk8N0Yt38F5BCLiFYRWf+V3B51KpyOjhZdDNm/KaQ6xS1CfjL4Td8d2NyBcP6J8HApRwq7D884xf2kYSQOJAhAWclqOBIqtJoAauIgk+uQZRrRsNGG4YeVpNAcjtxpAHFoJpQgS7pkeZWN8QOz2Go6EZoeCoZixvNrgzIJhDCaoVGtw/DEdOnRk/rkG6hbQvWxqJpG7Zat89UaK9uQIIsNWRKMDY5Ma4OBd0NGZ6g04JJaJ20oTUiJSm4u1G3NLROQUxMtGo9COftgy7e/NP8XamvgeSWyOULbMaM3wkszjN/f6m/Yb8AcgO5Unm/9JrLpCyHodIyFRXOZOzbgeslUXkGVp03OvzBELsURl1ASqZZQj6ltIq018d2a1Cl1zGKFWUtlB6KL2Rh0lhwax4Ku8mAerdmQVjKZGlQRKl6NFtknTETloMhvpQ96dGgCxvGUUAH/d7SKkzLcy0Jz0tTjLI7TCYHkbr0aliZWOs7uV4Nhb2OGFMpLUTT2m+CVIbngGgelJ+RkPbGz8PMmLGBN7s6ZP2CDmDr/VurWit4fE0zRdP2jyaUwyhotlSjQlv2taqGY8Wsvc0CbnRVdQs0MTXLaJmTkGWsYAsxWs1qU8f6i5BpsZWTlSWx3JRkJ1pCesd0ZxnqIJZqdNLyRIoXNobVwDBiVlSX4Xw4JFkWmSA9wtcTs57vMCobjlBMCrIVbgPGa4jSJJIUIlkIJStYH0Zv4675NMYaMI+xejSRsyyMiKjg1Tn3y6JuKdUouejUmuj/S5pVxt1ePSo2+nvlZIX9tyZnzNiNYTlV+dtgearFqrDGsn6pf2CjCxonGvgPOYU3k1QlI+ieg5s5GlnKkK+lUUfr64B2DHiPTMA9Syf5SWrWFCWh+DFStKRX2bJ6maqe6AUND614ZaoxZKziAijSbh8LFmrjsbGq2lpRFZJci3Wae49lyQxv8aVJ4tHnQOnhqpHCOrwrxUiTQdGWNNKcYcGJrLmZbAmBYgMKBoqSzI1mrZZWcz8k14qDPpUerevIcfQpsIyorIghExRDPdQK9uWvBGV864uWM2Zs4E3HvwvMsojJaPhHNmR3L4B/4g1nwJ944ipFucIjPqLCUcke0ATQtYT1SzaNSipotZcRPsQV6Tbx4UrGqcew++YsxhBbUmIjgJJI95JcJfBAKh8CrYTvebiA6wyqJXpDqx91KI55lRRKDEE323aswcMc8mXfsCqlOBCMV0LZSTVSlOmmmEAEE2E4btBhmKsqaIhCpnQxkzNvizkdZZWCFp62p2f1G/NuQEVcaDJHLwlVXRqSS6gj+nnJMatafG9oZc+Y8UJcvPYIgPU7L3yC37g0D/QlsB1ruJ063OO0p5Bp2KEq3UBOrW7HIZ25wHeCAYXnuJUmUWLRPjILl+9lyJnJHKm7gYPHIjLWxLGuu1EGgi14FneLtZpdzwE2ctCQaYsxSwvpRZx2dCMqaumyTUioutDsNmRaCDZlF5bTMyfBRjQJTcGN1KxpCnU1ttfAsjRhNxXBoj64g3q5lCAiGFrPZjNMyJzbxlfRTAOxeZlUqVUzgTrp93zRWJ8TCzc+GDNjxhUBXuE/aHMqGu6GRHQJjP9UtkFAwktSlW/IU0SSIZKmJeEQVPialRyuVLqu4Wvwc0c4KBtxJKCtErLU4oHiwLNwOqfjbk8TG6y7c5dYDR+VzCR0PVsTH+GLdnVe2WfQCEuoqyY7GoBHlswQsybEU3sXsR2xVdcj1jmQpkVGA5SO26JrjMJg6jbg1jB678VwF7bPJi0co+y1jlW0RzNFJXY6w7M1zW7fRlBb71W+x8i9tIaL34ngjBm/JbwUd0PpX7WyaM26WDjAG5wTlGfgFyKdINBoIvtQzsKox9fgquKWxkJFPTu6mZlWKCm6kWoeYsrFkn/owG1jaPwdDiaRcmtkGKV7gu/IYGC9yMh7Ntavj7uxzWV5le7R3WgwkrYh2hMKihTbBqLlkXFQxXtpCuB16e5dQ+7HUpgjyKoNcwaNmkUGpEPG6wFgVrBliCaJDFaaQEYbTUrNwUWkzIQneUyNHs10RgeFqTSlG7XwOUBp1qooYIxzWTUpOiJ6n/AF62rGjDeP6eUt61mrk5XZfrntxcu0ZSLyA7lBdx2hpReu2Uv8pWGjYoW5PGCpUq24TNerDlpT+CPZSs804pYsuRM3xzJGmgbtCOkhsWhaBi4Pk5FL3WKqZOziVy8jKMJknFizRPQzOCIduZuOseSUmGcM5VwgCZsu/UoURKca8xlh1wVNBdsZhip1TnOU7ToTmBifXCTKTuxxKK32qEG7pcsIcDM09+xPPG9AFwi54UuTt4z9IZnz7V8YnzHjN4IWLcU09gVu0spmWRer0Laut4EDkDaQluihWIBj6MllrBtSpdGENPSQE6XJDU46iln5h1ESiJaClXiqni8kJJQ0DQFZy2OzRqBaU7Y2napZj2J7HoZqMWY5S4WjelhA7EyEy7vkh8YwDuIac1Zg9sxN1rB01CN9qqoG5gFhViTzacMAUdrTUdNFDfVSMxkMvZnLEKTKRGOhw5ri2Z7bOIyzQM/O/XsaZaDNBMK0WmtFjEFmW6RMtE9EZ/VdtKJmXIzl3a+ufVr0Dhx888kn43LGNnYsu4ElSos9n9+aImt3B0aZiFyhdu04Jm+Ql1SCFp8ZoOYI5kgdfLF4jibyblsu7x4+vF7GbABPohRPf3FUQJ7T9t+ePjo64tcCD1RWcworI0TYxKPN5gBTre6okiQbq65rNEioaJMDFtIwxIerosahB1mfR1aNwlg14cRxRAfK9BmgQtUKJvRsQ8zRGWZv70LVb1UYCPbpWWSmkEeJQFRJIblSt3RIycuGWjU5j9QTQTPytR6mkL5bMMOxcPH76VuE46/+IPz922/e8FzG/Xwn6svi78Af//AHB75WzrgIiWf1JaUJeDW1nDdacvmyC/YAey9UvMcse0XLOSxFadbp0WLxsDg3Vgcui3e42F99NMiLOlgtFidYw1ZZX5/4P/Pv8/DhphsqFijtOFysbok6del8hhZbMEQQXsLuXEEdy1d790pg8Ppx7BZFP0hJMfGBDAsJbFItkz5a0xGDwnuHftgmd4+zd0lX7Y42hjPWWHA+VpZSqtszvppsCYvbQBqtBTO9uqanzmFllM0QTTUyhABNeurhVRDm+IwIyGpIGSfVUtiAV4xGrjlqAXldwaDIPx3c0nibcPAJYcm4JCV7dRx88+3E1ab9HPzp0u4UKj8blzO28YJ119bpJmp3ezsM4gDKBeLDHAgCdpfcBeBgj6ngYJysFqs7ZtxdLG7LB9fLp6vV4ube8nB/sfo39A5OnkXx+IZESrWySRkg/ikyNjxqXuiUaLmWmSNc+/FicYt6huWjH4gKTsyw6A+QQDVUg+LUwSMNZOCALgcBU01hpIMmW1+s8AmC5f6owEbXUD4VYREuBYclHVCSbLOOXEWsnHCLQOh5xumBFqd1UIZFuUmR2uIejZvgy4h79muZp4Goxlod5uSXVmy6RIra9scFrM+CE4oFYPX/Ovi24jtFosIHrzOQf/mHP3w7tjfq557OMAHwejXtwMeV+bVyxoXYlfwBnfzt93K/bwdbbaxuPMiOGr/wwk+u0epxImUMPJTVKagdinG2PPx6dYTs6cni69VdsZ6tnutIikeOKMdE9rotlINi57qin+JfHRbKAFubCvVH5qekbK3yyOMCSVga1Ct5JahmPZHV07MyaiAtp6PVlIbTzVGa3zixp4qus8XjYU7anQZyepKYpklwI0oMjXNS51ACPJx0wmNevheMsEUYTMThImWr0S+GXwH3JUvmGRqhxCJpQ9VX5OmHNvK9pKdGEZmOUJOoFRH4E6IMWqFOIw+TsEegXHMjuHPfQiyJS9cOoL78W1ivBwqAHxQJNvs5+H9dmgHq0teZXytnbKGvuWHxNYogxyq+ZFnuaMItnV3YB+pIqoCbkVjYS5z6jHC0WnxuQtFt9YCrLTiSYReRPSbFnS/ULMvHCnDKAJPBSCLBiX737i5Wq+P1mW8u47B7la6sSSSPEFR5C1bzefEYCePrwZoirW7KHJqEAjMDIZslbKXVJc/sgCJfR2dJQrHTAsLGvPREc3paqwjTJIwqU3NayCMyAXU2L9WKqGrJeHl6ijZQ58CtVDRpcdmYhC1EJvaLhlQ0zTd9xYKMtlvEFWkFqjVxmzZfEtPFUWeneKID3nZ55l+lv71QivWHb4p+rVAAvDY6kZv9kBD+T9E78Ev3AA8+2+HZ7yramkxhDLSoy0/FVqvWft9cckrQEgz5VhILtTnVSl5h2bOTr1eru/JRhbDF6kRtBzf2V6RxOBPC10m8nCAd3FgtrpPxxDwoQtqLBVmjxNQVms5T1C+Zn7RdahBq4tH0cWsjncHHRxtrAg/EoAULzEpxYLCSaQk6+GEpGO4qD7KoTgN3pK5rVNZqbUgXgZzPw7ARaI2ybx0xOIoW18OTvBtVKUPYVyuvStjTvhD3/zyxFTGIhCohBc237ICcKWzaUiiYtSYEVTmlrdJpPi1IBORjg/2y4q3DgeLSJMV6KoZvTpCyiXBx8K3D15hG4ptrIr9NHnfnD3/4+ICbHH/yrRTsGhW+tvo5+P8pA1R4K3kxYu3L1Nre35ABXtYbHIZ17eNrdd09kd47oKM/fHYntXcDNe9hsapoPC5OXvDvGna0kTeQecif5AV+4kMqUsujNUR2vTxQ3HskWhladumUaK0+OrvLHY0fDk7J+gRv5EFfP7yxv3ioAFnZSOHuan/1b627k4fSeHadqS259L0F/88qFRWe3t9fXJfeKRmnouny4JBr51t3cPiDR5+rqy8UhmX+WJfTB48l9VDDW58+ve+BLLKjSO8qa3LEED3ElEHx1LPa81C1ciVN109CpgSptTwxkbJJ6qGqqHqkIySsHTIKFhOtI/bMtOHWN6igyKcjnfy5FmjQNmYj6ScGmgCdi/ZAiL5IU5Yd1zRfd+YfdBTF6mjrI2OqihGJvpccybf1R2HWJwoMk7hAZpawUYSKb/T8wx800TG996+mBCd6oy0+6r2aALjdjy+JA18YO0V0zSdUNQe+vgd4aW97p01bdbqZSnO5bdxV5d2BTxRlv2hpK5XVyMrlAiWcS9AlnC8kw7NbVIIRr7ETtQcNlaycnd9a7bM5xxWwroG5B7z6/MHpR8Sa+w+WBze8s6fYqFjVaAWlB3Y+Ruwkh0vgj9zb2d9+aDIexeH+6ohxpPQ+4onG4A6vn50/uB+bq7vIMAZrSkKS+9UdiR93YIxb7kZwockR+pxxqkaRVoFT0cApaHN2VSeKvBgZnnVaCh7ggKRfTVliSp1LIeaQV4WCXnxiYNk+IoxJbF4KhARIOuzC4cMsm2qlpU8HSIhWhsO1sakuoChpWkuiF/RX66PBrSq1ysj8FDW94N5OKHB8O7mGP/h/KgAu/2li3UKJkr61WI3mErfhA50Hbmo0KHT1mFP5285+GixztyrJLlvm18rLexs3P92Wbrefp3el3w14neY2SNZsoWi9z6d+EUbN0sejnEDEKeIuOuJccONzqTQo4/vhAdewD79gi+94tVo9Wi+fKPasVj+TIBKUVotbe8vj+6v9FgKP+DbpYOXu14vVf9i6zAHEHtKhgppUyQRd1j6iBHU9fft8fbT6GuGVr7K5kLZ9Msyn9yHTnXojU/WfrJDpkJqRODm8OIOCSp6Fi3M6hoyLeNFG61wqUOmzU002k5rUSxWGHlYJBymkTdVH8aya0QQwVLUEowo3VmSZLT+3mZ3XJfzqRMACX6thROLU7qsOsZfv2+QDn7kvg33VICvMIVrLo0PGJpe8qrxgkV1hKDZM99iGu7NFEPTuOUczq9FEuL98J+JLMT/e23vw/1abAuaSS0/Ox6dKvyxp7OwH+Y8oSdoO/ijDS2LVh6op8Fm+AuCLehOXPJIgqtZNaR0x9uV4D/JthybdVp3e6inami0omeOohZ/6hejtuIH3p6Tj/AYGD6BCDByLjb9UJHu+3CPTuk2cunmyWh2tTxRy7spv9rgUPpCrqFQkI7N8oJC0Olmf3VUm6PvE8jx6UUAhdN2heqD87/nB+mx9ooztplIS9v7o3WXtI9qFv1cGuF7+42ux95YnJwrZp08PD5anD/4zHbu36xrff6muhHM0EEUBDjg+CVDLej1XWa6USJMTR38qfXJqsIIzM2pClKhhDw4Bx1rIWj7gnLWEK+JC7Jt2RqkKJ5Y6LyftNtu+TqK6WUZeJV4OC4RPIs/9ZUsEmVSSVptG3i0FV6SBmOCllPU0SVsK9f+BK/PjLvHFH6+/4lDAmYYFgoczQMIGhIpvXRdGdEvNnG4puSOgWY8gBAGberDdT5P/qOQDtP+Pyo0M8AW99bT1K3c6fHgQ6fWZYvi7FPsaWISs0jy0CL1ovTQBhHyClRnerjVq/UL3gkormmdxC9BeIzgj6q4V8mi1ONIF6er46f2vVx8e7vumr1O5+z+n/MJyp8c/7C9u41Ts+F1vDujyroKVb4Lwcb987MzxyneBb5EIUUpXWeTiNoLOAH0hzA5kRsKF5bmzyTu6BF6t9unNt2eUKw4DyYYfNkS23EpQt65osmRFquQElIgHKlJ9he/TnfwpinBNiJceOJXOwLLHp4p0K+lLSxNNj2KkraRtKg+ejprQDNFHqpZtoqYz4tzgtWFkE9vU4kYOnB33CSNzYnh1zxeBLXhV1Yqqdlff1ourzzYzs2EPMJfAe8qxlEQFYjWaVG3ActBrKeTJH/7w03ACL+mn5PcOvuI+hvCRKqMAiN6lvZ3s/W+r6kr72nJLmg3Idj/k7cbWisxCHJOTVav3b1/COPa9aI3GK3AH8oTci43TkJokeSj3gUE6gsut/0P53CNFq59PFQpvOnHD966LrYRsfX3FHhwJCft3103+Y7E4kQl6cq8KUl+vPpLW3hFXrP5SiLA6UOBz5leZYPYAyQDXSyV21+llsXimQJiRHz/WZfi+g+kpGaB6ayp84pCBSDX5G5Sq8fwaSWOqlIwEPX/fBXewSZDQgxOCFUuGV6dHZMxSllmj55lO0RC1ycD8EvW5VliiWS9KuD6WQCn6VYHlXmzBqEGWcFmWrBPANFt81D0cTwlpNU5X0S7QfsYL1mpvaQo4JEsF352F4C6FiCqM0xEtcgRdaGxmjtMM8OJ+mrxCXYFak69A+ILevFFZl8AS35Te+x9zPqsL+bcXo2WZtZeYBlVPL2EzjVqhI86F4EJGuuU2+C75ngr7ieuw4l2mWx5DFibcJMfS9e9qdQyTj92tfpaYEy9zhm+CmIh6OiAD/A88UHmdgaHFD8ogK/PjGyF8DvCYq2jVsbG6rTh93b0/d5+6Do/mvvJLdhx7b+SbfSD07AZNhfwo2ZYiesq0qQ/NfhC1VJNQwJCiT0SadXAtNmK2WK5YKAUSNDtzk3kmJ7YoMemOFBHxHMW0MVow4B5y7zk6LfZhTOxoYVJsn6h0FrYIh39B0d2zU6sKteQS2q85C8mrYutN0+y66SZ9vQAvt7yuKkiOJuMn4GUPUKlf7QEm1AgjWuQICkldr4T+v3/4w73B8iX9RF7xsgHtdve3MsAX9XanWoQ7HvkIdLv82CHwnboL7Hn56KtcET7BLHpKQ+vdpdbxwNyN9R7xBz+oBMEe0Tet7ERiUbGj4FuqKNU754MoCyVwyrW47/r5h/a/6/vKAOV4vpQ1x6mYXfGvZG+CjLiDUwXAxR36+14Bzn9+HLTML3uAEqwsUnhIXicTBySd+6u76/pasRWvn3vHUZLqQjZPNIDKAO3tmYwpjYdAogp1kVUDnIY6aHA5L22HzjCnzle9SQxmi+UKKbVBHgajnnXSk39xrEZxdOQkd3FKrKh3VftbEmyIvDYJd+nDQKSJeWhu8zubapmKNEvEr04+OqDedwHuWS0nbp3owE+OD/9A5O0CO3D9ChcMd4EVMiCqAKMMEHKyr/aCDJB+pvKtH7I3ETpyG6Nt7o0ugSsDvLy3u9wVAYhtShtIvFO3gbUEs0R9kWtfoSbHoAAscCov+EVAvYl7ExufwB2MpBjkE0oTqoJzJJ1w3U345Efc2/XXbHUNvOLbvPiowtH9B0oSknhJ45z7srpaFcn+nZ27OljeVbS8izUFs0fKu8gs8Kt29/ds+WeVEjheSdXjkeTt+O36yQ+ObeI8fHp6fhARS7oTckW5fQaieJs0jSfN9GrIKNG4bpb2TTs9LeI5e8AcVKs7p5bSUUIlktfCaohhFwERHrhgdT01P29ICjnLGKuyn+VwCh5dDMOMSFVUZjBAUkhiXG3wa7RIqiWakAzOQ4gYk9OqEG/3Va1WUfsVQG4YqziTevsHwm8d2C9LKFHM0rNFoL7NphQruZYwotltK9LY2jv8VIa5n1u4sB/ytU9d5V7wUmGKLjYC4KW9IS8B8K2vcjelA7LE0YDeemjp5eabVx4r16uRZdkiHYFkvDCL35oLhEd/n7N2x+QM+IMoMgn7hB0HRvigHIusY/1fyrsOxTlV1rdYfCSmDOl6eHUgKSVe3ISVAWVv+yRtS/YAlZzZpl1PGaByOBF7infJF6ub7AGuz50JrtfntkG3lU7Gke8o8D54qkB3Z0gSIwm8W+iIrIGc+UqvTcYhz7HBZ1Atmb0ekE722l6bHuIQbbydF33UxKXCqWhnDLbPTT9JZoNKIK1tqFlDasIZR28VYXHsJo2kauHqhXG5NDIAHmJ54JFt3duwx68GjEPCbEp8HDQL5Hz3f/wN0/9ggfRPhYNhQuLbB188fvazqE/vOaYotLCddrs+aDLe9xvvB7Lddo1LyuXHZvWcrClwTfsvkquPP6efB6I+/YD2HgDPTFDlAywtTm4EwBf1Nk03N6XXn1AoLP4/O1/RtxGaiJaqyVqu9oZQbZZa0gpsPSMsdm8OVKu1ixfIA5wEATuegAn7jf1EByczESLnOGPvjfuugmLQQ7pVTCAD/FnmVJIUPjmuz/ChQvYWmyQcOrAHeEwHfB7mIVt3B4dcLZ8uH/MNEPny4T7lGT2wycjnDH07mDsgbBTe/5mPHN78cH3wbLWfDHDcmyYxDAR4Murc23xGTcrPPj0TiHi0tfeWeQuoFse5nJmFnBrBYwhDPcCKHLacpYUSA26jCGy130cX9GKLqp4TxCuNdZM7okBqAJxmXpAGnUs/fVAhOroTKg0tlCnYFzWBVoyWFUIsDX9MRpW3NP4lUDVc04QrlzLIrSqhM5ysFQa5a5wDIliyw7+HaNty3NMFG/2Qw0U+HejYwCW5Ah+/GdPLC3uLdm++5q/GbUj3ric/T/O2w4FsmJAo1iNkhcQ93uJhpnYR+AfC/Kobl8AA75LHyBbeYcewA9nfIFIX6axCXnZ+lyyN7IQEzt8DVjsZ4AP5n78TwiadcrLcl+17gPZZXPSUq2h/DObMNzKEr50J+hJYBHeDVSowtXYutq/3fT8LfU9Q5P7xikH03tbii6iB+DvHjDwTqKklLfM+X55Kg5hQIogh+WR+w4ly9ihw3ikrkGEWEU5NyYYhYNAm3Z/UPQCgitnFzBWwtCyY51C0VDCo7T8pqImehhE085lMnpqGFejRM0XW3UPCzMpwzyHHwKW8yEqc78HtEHtr0LfPsnNGctWg0JIELThXbOsBkBu1BX+Oucmdt4hZH0apDDB5WUH9bN5tbq3S4isj/yMSzVZe1Ftpj6Kr9/mm0jWS0Vh+DbQqivr9wAjaMEajKVb9BqpTEu+lBSPBAfmfmX77xl+cLJTnSb/2w0SLJ3+wgP0ojoUz03BjRYolWqFQCZalueLkLjAbg8Lqo7P6Fofk8hk+wWbUhxK61b8lGSHCEd1IKtVMhCO7dKl87eA+5pTkCcoRbVziqztnpJEmnzkc8tUP9aZRkwFiuQbybwxKg8gUPIZMKozG1mCYB1VdenbxCGb+OkEi6hSxMHjTqKoFJdFPGRlYzqHnmW1EGiCkrCazJSyuNSxSkiaxJIImpAfbPUxTRMIyHBFpc1GcZ3xiIaiKO7VKS2BVshq0fvxDV9tQXoiPSZLzcsbikcfyLvq24kt/AO/bb/IxkeVXCirXvvlO0Y6fa1E8S64l1I3hwgGCf7jm68vRrlwn+B5G7coF436Gy+ky6i+BHBGt/P1d1T7jjFL67eWC3kr7UxoDj3AinY6vbd8Y+UXQYt0dS35j1BgmQ0kE1DqmYHXqamlzsFujX/OOLx6rP6mBHcJulFTC2URrmrT5qLSMXT6z//H5h2n1ltsBvLMTPtvy7Njfzbguxuky3+JAVQ+5It8E4Tdl/Am540NFrMVDX9sqGDxb8fXd5fI/F4vnH0r5gZpXf3108I/VPndUTr5Q0PsrH4ZW05HMPEfl8wNvBZ44NyIVZKxtIO6yTUGkZ5djZur2HlMcpkxnS9A8RibTqjiI+eSp0RenVlZLsrnAA1GLGcm74La4GWPpx2kbhtPiIalaB/hmxYJADfOMrnXoZI6WEpJZQ1UiYWjJ2hYGUglZ3/7g44DIujJG4zB1Vbx/rOrbnAW+KyCsTm5qv37wYm+viVfBr9OeIJFrBNeyp6fFb+LSN2bPxe/oWsY4sHOa8ppkBEZyDSUH9iR7SW9Uw7n+rKYUDb4p9V6+pk7gr0+VjmJUIfe0WUoGdSpvNUdPVUvBAjKEFO3nHpG6Omd2GjECaHI1Vmb4NM9aHZstlnzUHmr4HUGl7fA06cmph3oL4HLRAqJbEwwyODNNidmyqcxSdKoNDIRJ8xCYD7twqcGoEciaWKYH5fRbsrTl6ZdI0FnjUO0cYy1jg2otFmJgNEjXsjroQZQsQNqwx9jWhpI7zvUYXmDnWVScMNLE+qzVjN8Rdyq9+/iNB8AKGr8G9aa64731JYFiKW/YyNVvNgHlx7velDeH72sY/g1s0oc4DqkAcac9GuRcvnlYj2qTZHmP+WI5KtA00g6nVWXHchZxtT9jy6bKYwuJibEDWTdUTSdKUilm2F2dSjQZQuyScDbhgBmpUEfKqYYmdgWtW+22xGjTB8Iy1EbAFOmDehug28REiwM1DrRjgwG5D/WqcjSqatET6+hTrfcHIWoqLSlaBTt+sWtIFT01mI+Q4KGg7c6cQ1IlrLMueONgedgKVEG0l4zAhwxo0jpbF2vG74KDP/zhL7qwXn6jS91c9b45/Or41/BazGwYcTXrVe/edXt3NyKKmN/PlUV57csxHMKmSPqQVCWNg4gp2lGmVg7WWeLZx+qYxIVnduYt7pux9KCnR2HYX5NoOPmUk9Omh6UhHIOaPEZjzkXrl4onVcoheHrG2ORiLk2xQtF6ATVo0+kyHDMjWV0iEwNBH1O1MCgonh6ETRhSVkUT9XnJwHIKymBeIxHqLpaYRGoCFeehbcuvGRF42ZyA6s+DZxho0WMkqpMsKR15U+S9UX9mgaz+emMlUiLOx7EqbZzxu+AzNv+Ce8W6eqiV9TpQQfg0xQjpo/W0KwEcASmLEARlTTlAuTv5gKKTas5rKn3AdewwyUZIHpxAKJ/BnSwZT7Sf4VBq1mjMQ9QNBm12c9owRJH+ldyQzWDNmVikVS9VpElXnEbpmUxKxtSTZWwO62UbvtAmFNsZn6hoQHMYZoCIe6kxgC7gcYZnSdWIS26LNEPMKIBYyNHis1ndqMBSmHWikGHeVFBLJioKbXR1VprVNiNoHojwNEulLYYnwsmcSnpxjwIsD6KYPlusCR0U9rw8NIJhJemat66ARfud85REGsladTN+ewx3mEcfB3yH0QPc5ppLnSPbXa5cgEieOk088y/6xhvwqGQS2dOyZyR9ENWjkIVpMlOQrH3IVcuCKmrvEHsKCqWiOOTmJkuTjvHnWGgtJUTC45/IS13SKAClPNaDmxbMt35bRwzAD1fhiMiASqbsNbPSTqOIWAoUO1RtmoKIDCDwaaLu3xZLZPPJtOXSSiG2A3TTVtmt1lT9MMkZEpGOkbS+55NHfw4CrhqMYBiFB4xY45qJcFseo6iX1WLUz6xBsj+oq19VEB3EZ/z2uPMJt33/8lo+6HL1obfqlD6OkF2/fJlT78uXrkn2C/NfHbKBw+pHh5wHZ3AqQZoQpzMLKsmZXQVJB4OWyaBSsl0FaaSajplIGl00SghCtmZrJ0SQszQ2hkSrwP6o9+oixhiY7JW2qjbmtlA0GKFp8OwQV+yUctj07BSNuy1S9N1qw23pXWHR6ZpTNptGqkk6qeNRwm3ELj1aHbwPa1V1kpPgl2WQcqNhw/nYopvySNlGV5pM1aNyPO61XF5LxhwRWBJYNawgglytsGGh6S2TxeKL4iw23oZ1vZDPXs2Y8cah1egFuX0FXIzszfAVzWJsyQnhsXpZ6CxjAf8gLYif6YgXltPFIUkXwlAdQr1UnNAhNxzLCDzTKktZ3DRIiUTT+VztUpkgngnimsRNjWir2kQwEzXsyYKKsNKBO3IPQrPZMMwp44kQBDEhZt0JRDsngUvvscU2AdOJZmahpyQgaYajJpStRx2O2jM0y7p1OKs8bUYMvygRb6kvZum8xmSmDq5UX5wnaTKKyecSR7urKnUxi8IUUtO6yuIgyNVb6LCA2FpWYb65OuhRcjNm/IbYXnW5C+wM8Fwekr0ZYVjAU5xqMfNRaa91vMJPg3SAij2sMgQ4SRM4uoUDki1ywLcE6EmFpPRo7qaenMxRRzEOr2cJU2CXnM8uOdLmGGspLetwwAiIDCDHFDp4HAggbmmzE17c4IwoY1GjEz3UnOthmNaoI+WhYMQWynYiGhKkmqLQ4yhBc2PToh6DBdhdANJN6jgkkIWW5Zl0IYwFYFIvi0JK2anPJebhGj1nIIgwt3AkkAUg7dF68aWuoKl2WEB1mXTVlyNsojgtnDHjjaOW42hRFsJRNsF1bbZrhG25htz+yPItr3AKYX+hRjlKFIpoLmeXSU6mlohbRAdzwaCerIcO1KYj+QjZihlCDKAVzcgWFIh6ksXTTeN6bonaMm089dC5ajboqlXKsHNOdSpFT6PYEcOwb5xKL6MUQrvN/SUGJtlzXZQK61vDES5DilqLM9biXYWOXR8dEULFgTk923rNjYda1LctWIenLfJoWaZ1rWlLAzAhuRZ/EbMlr63R8qqgNiyhfO6PeyG1M4hOvhs8Y8ZvAi08P4ZV2eD9GYUzuQKpRP8e3LbkAAU/aw2eoPd00hQoCPmJjvh4zyySikhWj3KseJIkvF/W3E1cG7O6nrXFFdBYpIABRG0V8XRiLe7gylfF0DCTryCt57iOUoOsDBWRznoCyZtGB5mMD8rs3jEDCcWEXGgcoj0Lj9Ct6TxmN/I39MVMxfJp1tEno+C+6dfaZQMrwx1fBlijKRuDumsbLOzHhD/7rRqNYpjvYQHnxlRHqrVa8taY43QFifbuSnhVtnfbGTNeFm0JvRqipecO5WItT/X2PPoY4IXdINM+1SBnsIM5ziiFULX8hWq8R2USixJzaTka2cmSPM5GA0HCbubEKiGxGpy/mOG8TpQTUDqL1TgoRmXThWswQ1m9qikZlsc8yEM5QykJddXMexqMCQW2MaPTNiRz4wXSSSI3mZO+eoyM3HJ0QG7qEqikARU9whhGVVpVyJJ4PCMqpKhKVNwfkRfYjEhJiGQjtaQZEaIqIaXY5gGyNUsjyh6I6tYpyCynntnnq76KcaMjJ3EAqZ/PayDSxxkzXhG/bNFEK8tuw0SraSlrgbZ370vQPgUt4AfD5lfBiYE9BVcSP46jR88dEK7G5lMiba6US0K2WgNZIQ8RDnlxb3cmETkyFCqI0pQ0EhAQBNXFgbRBsqZIGjIyVAzJKxMS06P3yB12GBvNmbcYEYGNhTJE1UPgmbbIwa7sMWcDS3UWzIt+wU0RVOc1RyNpX7W6nqYyJbrMU4mISUlKKKOKQR04I0T62LJaBNXosaamqk9mxErCXJZDu/itz1pN1pkqbIT2mj8I0/abZ8x4vZisPSF1rfMt9MsQ+cBm7SL03zJi8ccxgFIB0gE8hAwHT2ztqulRsCPFc/JsBlTDCUvS6oM3R851l05O9DSnukUixlq0geOraydlklE94a8NWzWaRJEdyVAYMZ3Y5QFFPEOjvdRNJF0y6eEMjcmv1EqwEhe5suFjt+XxRQ+Oa9Yt0wHW1ZLxciCAGUwq18CSV0VHhLshpHMWyqAPaqAz10WgDqmnTKTm0UeOBj1KqhEcsxzasuDDUloc0xWk2hDtagVdssZmzPg12Fxa4/qkTe/eRQ0f1hpj9xqtOKm1j+MJ/jib3dNJxZkuYUWo3QkDCQjejffgXTzxnFZPYS/TRbD8TckC6Rq+5TxHhGk8HgV30jfXysMtIjRT1Y/GEs4EaiZIIoGkbGAscrTZsuMxQnU5iVmPJ5BSDd+hS6dCOpKEMI/GMpOduToPFok2FYBoaI7tKSXyr5bsqVodqpFhqNEZuDuCjwKlX4yi85LobKeuwWg6GBAjTeNhYGuoMXExLOaGNir3L07mmuXQL34JgZtLh5EWKfC7MRctrhkzLoSWX1GXYkOoqjtUtcLb+/K0dZfKpr5Wvv2C5AE3qNTCiVM4sNTYHMol0mRarU4cVK1lUYB9t9xtdGyjgYrEyajQIi/pTmgJl+Q7ak7/6qRoCiwRRuBxGicDE6LpvgTninqUjAdUwgyGMcuWkRBgwGdYVkKcp02JSPoJWhmghAB2q6nsMVwNH4OVQbshHateZlLoiLok1OIMnBOY6dAFBbS1oWQZvpmCZdrYe80fXxQjg88YaKKPNgAda0H0t0/W1OjrwEAmBoZeGx3bLyTMmPGS0EqbvJG+LKKSY7vKLbC2TbR/hLSBcW+bPcsTtPq7G8g9kqCIDR0fgs1T/bhFh3i1I4dzi5iIlhjNqmScvdiMLcuk6zpiuSxV+5CakUTSFNL9+yD5JkMZiz2FooacDEa3wfat2NJRd2cDZvsGb0zXTGybZ+WODU3DDYy89Wyg3CTUyCyTOXIqKw2kzpBFi6Qh0hDVOVl0zuEwckFlSwZFk6PDjVneEpp6nlWLeauh0rpT0dQ51noYNlC4Ct5YLeqnKKDFRvTbXFEzZlyKXxT+LgUbXyF8nGLC2xawk8gDvOs0OKE9zv5TaQKuVzz8BcdPNiGHUoU2BScKQonVQRIOqqasW7ZsQCXZphw4knrQhB05rBSrj9LB0ZsMTS4bNBL0LCeqGSpSkELP9XxkYE5bqXkwaWAjURVihQqnUN2OVBhTmSolDwuBGMCm7YbDFF26sR2t6K6R8m8mhqVjSRdQdueOYWVNdOt6YtZBXLJupGZzjA3DcPW0kiWSyPeLiP4OamLzN//05lLUmdqK3ng3njHjBcB1inwFRGW3ItmCfwJ052JsOi43DeAEuIK9gSyhEziGfNIZSOUP8PRoSYhbG+AXWepqpD1cKnY8WGiJJAlBNjmSmvMI11uSVJyApX9nLUXHYIh0ZrholTImSKcp0AnyNp+BmoOkaYL7YECBIzY5uO8ohOcmHcTHXKZVrFKjEK1CDVLTKVd4MpchmHI/eurQDKuj2GrjFjR/xH30ySvQbrNq4FxGXkJtDDD0LBVJYF5VG8uj1sP0irZ/pGDHha4GH2JzSc2YcRm0VIt6dWxpmqHIVy5g3m6kbduAMw5A6VxNvOR03fPIH8gSVEWAY7ISQdK+8+oK0ZKWaAPY1AxnG7D0MK0yBu2p0WiWeBAhvFOoATQj0CWa4CyG20T3fkW7qRR1bBoxbFJNIYE1bSeTkRqN0e5kVV1nBp0lWgMVyw9E9KzRRQLeGP3s2liJw6pgqcAfc2bpNBc9GFJ8UlboZDwtFDXsosctbqPZJyeD4pFusxyGd1AYly4of1KmZ4wzZrxZeC1uL8h6j1YM0jo2eSE2m63ZnAQHg3Z25fzA1XETPkRLT0IK5CK4ugpyQ7uXIA3L+JndMoYYGzh5S+2SCInhp8Rh0Ld9meQpw3HJ3hktyKm931O1FErYsg1NxaGENqGGQ9F8HnGRsNuIEe60+zfEalyxHLqk5a7DgnBNh04wiLQViChiJsV0b5bHeInD8gMQtBlpyTr/0wtNSzShUIqRJmei065aIArmpycrCq54SWwmgFXuhKbi4wvEZsx4g9ByDiFHeNF6naJ+/UNL3/lKOYOyLVyn7ZVXU4AviRun4Zg0Qu5DagJJMdQsppLUsdhGuoARHYeWOGaVluSA+7uQJILwuierqFHSXOyEA2pJHGPCTZZ34dzKSNH3AT3sooE0MxzxSgUJoSRcWAqKZ3UhqGceLXEuDQQqwFdgsvVmBCk96c5C1WtXl4TtEbQywcg1gSYuDINyOz2gIuhEitBrn06dtWdVDBmdF0dIga+Nb6GJ7Lg+nvF+Iu+KbwQ2vGXdb+UhWdLChQPYaCBeilUegzNUdoG31NOO4yYeJSqmXS47geQlza+s4QqK8G2g9GBjR1qwRYsTkSRFrqUbuy6i5efAmkV3TdCuLqUrm1Y0FxuCRwkvUlhgz5QeNTVNGTG0eKgPEi2omEmTK3m4xvsGtIxl5Ea/zC3JbLW52bMWxbMpUHWLewyc2nokmSlJIDoOVrEAl4f+mFo0o4WSNfMY+CY4eDzW49nA2ciqmG4it6W1E+f5v9Ki5tsgMwKt06LeDGrBDWDh6u271ep5Ofx+veY9ne9/4jE4VPwgO2XtQNmellNYwJ1aVpLUgQaynGLG3ywIWaWKrkVZtFE+WgrNc/XMd3FRdLcx4jFkl80hlFhkWhAzLa2KdDTCdB5HJQzBO4w2FKVhYKKi2WVBa88oPad0M3SRJlK/ZFpmeCaWQVLj8J5FFFKq2oxDYHrce04fOu7KwdbWu5r4FtIhj7TCtwSHWKQJXSJc68FrY7x8RF66mLTqqn3OAGcUvKTeCGx2y7yWnvKH4eN/L9N7fsqcRcsvQ7P25QFKhOQQeIfcpBIN2I2AZS+iEFe03cuHxDT8SmJKL0jogq7Cs0w7yZFi1RKQqEWK9AQBmmkYS9ShFerReUxEayg+1oiLNGwliVVpOe1UXVMXw+2q6cFMqtNCzc1DcVm5qfRty/CUSs3dmELXqaAbbJbx6gmbKnRZhMSMdGBaH8F6ecSLVcy3dkKYmLyS6DB0RqiHk9sSTU+RcRPzBib7wple6fZ7w7sgFdoRmWrNeG+hhZRI9YawZd2hrH8/3QIv6j8/g5XvsSOPu5Au4BgBbhSq75VxlCeRS6jJWRYtJBrZ4yoFQf5bIo4uDKg3xxkBzl6kIGHbcOmhuCpI18BmBuBnZIX0AMlYVSshgCyl6mFRY6buwzpOYcUuFY0qU/Z4SjGnJgIdTu4cRbJdqm6ll/hapwcNjQ1zxDR6qX58cJSDcnex6DYUzEKjj8BMs/VgkGZ0Pv1WkbEDzKf7qoeFinpL7ivr8DRU4O+/Fbw8dqAxKSMzXwLPKGjFF/W6Ybss1KEDrTtXhvdpWi3ywnH417CQsUORyUitEon4D/7I5pQf4ilTSIPr9qrTck6ji7pCKfEkGSBtxD1ryDI854qZVmkC+nGVA+NoZtVgquo6On+B8mBlP4ymolSneT8Dli21UPHBd1D7AKTBeRh6a5qENVhtJDZkUKFFUSsEA0hjFLBqvvpTLb2aG9ojTQHcs54uxS+ZkJpKm6378KAc7bizzCOJnSX09DA8HWeCvX8dRDqlhB2mjBjjXE52xwFxE9Lwt4Gl8oLFNuO9wRteCTLfVqqgIJZaZ9uVOVK5APlvIJUIWoGwpAMfYitnIJ4khQlM4S3l3exvuRTU5jhYEOlHxBmg28sEDJF9L09cLCGLDXwyghiIVvXUeqTB9aJLRQ/LKCo0IwnNeorhTA8LlksIpmJTcMyvLgRLqEovBdqalE6YNFCyip5plVp4uYGbVlEUJapaTcXWVW2EmY1XNXfj0i2anF8WJDQGCwZqdHvkRfqFLYjZEssySwwVpwyorCWzsXAuXUc0opd/rTBjxhtFW4ttqRrnpArFWCqkiVpX0mPehUgUZA9Q6QFfxCCdKOdIdoLlsJ2OUPpp5+cx6NCdWtArE4IkxXdKIhK+nuVwwiBI5mRlwxJlsLREOLVp9lsdF0fcKhLMwEBxfEHq/IcUCPXw4UbetOykmpGUpHfdrOtCQtntS5RuO3+2yXA9opCKLa7wDZIKXxKS0fRLS3hRGShP0JoWFI25aqBET08elXHyArgVvahZkSZ/RFKMGCHiuY5ZJ/M2IFZ14nUxyfg06Us296ygwwtW2owZrwVtvU0XnJavvEQEa1lL2jwSoRe9KXPjhJvA8VD7Dcd8wEOAO7hUYoSf5FgqLaujm0vakGhLLJzlhTxdHi6uw87GE06HVAJoxCXgvsVPskJDPF9V/BfYW6lXaVn60YO2Uq6eB7qGBH24fx12rk1bVzJcVEm6arvVqSSpnCwOVWSwnkqzYQOepaQc+2yKztXQ5bCRrUIVJ4ubplBGWGAWJh8vFg+/qwGAKLqNfmVr1Agv4ZI+wndVfTLwpmnkrCdiQqTwsuirzLjgCngiqrdSrbpLAuWMGa8VfXkGcgWCHRkBCWCgt39f57I+d8H/GJgjH4Mpv1EuUE7i5Ed0CxtxEBfyHScroByKTMPCKNkWgLbe9WcHtK0PV9elqZo8D009xZYPnzw7wCoCakonTKZHpPJeW7TXunr92QN6qXEXaJccvQjEnoyIDisM1EiK7aRPfdmwnh5qim5YfA/GbWvFLI1Sgc4NDAWz6tHa5otwT8A2PGAPhbcHCXLA2nVFUyjzPB2dDbcvbywUAM1N15qMGjDnofcOZLINzTbFj4A4SRNVbcL9jEhBTUkH4aieheFjw+U3gVPoIuSyjcIZM14L6h1a2FyU/gEEZYGTtE9BrKgL4NCIkDMAfEHAvVKtdEIsNeBT3i9KRUceiOtPlEkr+k6sDSStkJEbq5+teK4Byq1XXba55Y0ffhalBIYZhMcFpgSqn4hFRwwg6sZCnNhASD05lrtn9RlBH+jKitSwuHeeWQuJhBh2HICXDq1JIwqwzdDBSdu5bCBnG6Dmxb9aMSGgiAE6gKUGIC6cNMiY4pes1sB9NnxX9mTxxVP6bQaACLVwjj0Yjjbqmg4wGIQk8zJooDyxqzaKyJoqREHwspjGss0fg5nAbTo4/5tj4IzfCpuL0qtUi3z6baXs3jjM7QKt/HNM/odI/Kp8zT6rhCA5CXS8hSO1AVZrvsfTypJLZgELI9+vlOAJjpXLh4vkbc0fRX6/cLrmaCp571BZewTMpUPBEWotu4lMPNOVD4yAtowHlodmrE+upw9aZUY9qhoD0VZpkgppYb0PuH8LJmmDi5xbMOMeW4fmuNEilgkRNhx1q4eup8Nwm4RiSKVSSQ+HMWCYLjGtUdWsa84BLA9VNhg3AzEfGXhU+gDFYARUXXq4fV3kAIq5G7Sxys7OFf26yowZbwZ9LU4WpRaeUz2yiknOJ3cqaidO279F0spPhuDMAod31c7i/TQ5C981UUFN3UjiyUNdnt2+cXS2fJaNuxurg9OTfV20/fURuocPv2MH6/Z6eXexWOnxQOX+9eVdRBar7yy7/xBZsSIgzvXTu7rqwxsP96+rsxO1PDtOMGkbg4f3V/vPbGm1WK0enD+9/3D5WLbPT2R5/+FNTKbP70Tawh3m+PSZ2p/fX/38RCXGl7c1idXzY2ZGeJCB5xr04rno9fEqVhVrHt2PCck8kY2Hh/s31x6sbKx1IvYXz59mNIufzcfYofp9fgxhO3/VmUiGp87cj7To1hmgjhq6zxwGVvurDykXi1vM+PCH/cUtnYTlgcb05/3FyfI/bz1hWnfVyeoRbyU5J4p0yHNgTkxLPVbMFUU66KkyQDHbK02VV5dlsRHwNqoTWIFNwrUWX1gzZrw59MW4e1WyjzV5w56u6E0lL1zvEzqFIb9ISoRvhIVz2EMEO4migbh6HOKdOOhyfSSHFP5x/8Fy/e9mPpPs4eIL03fP7iou7K/uEwAV3z6Cub9SEhjZo6VYBCsJqDhZnh6tPsId/33xYH16ZBk21RiX857inURtf3Wwd3DjocLS6qN1ul/JZPpUL93C+dndG2pbfL26e8YYTnSpnbZ9IiZzXSu1Awo/B2fnT298oRloLIipJ+/4EafAoedxXSepbDzS4Pcl9cC2ZY39u9X+4u76/HChMKvKXSJRplFmVsqMz5VOirX8L3OOlhocZ8OGFN2OJI8pQfptpstb7qwg/SNXCdZ+5Th/DaIIvQ7fGlfb6rQUTTmzvNQV0Lw4Ol64ByhtCHZSwpwx4w2hr7CNpdYvfAlTw5XImN5enf4WSL4MgifIFZINQJX7KKdUWCSBIJEw1IIjyYNPlusHjxdHe3JGJzc3bnznj5ItlV/dWa4fL1ZPzg6OVrekcuMHOYmuiY9WikPUuO+yVNawfiJvlkn2AFGVwJ6SoUcypyNZ4PMHMJTm4anu++n91bE0lfZ8+L0snZ4vj28s/u/j9VN1cKZ0Vib/I72wF/d4VRaWylSPzs4P/iHrjERjPtz/4fbe+sHRhzJMbCIPe/h0b3n32eLW+fpgtfjBVh8vnj9gPKufSSxvLs8Oni1uSlqDVeNqJRsHRx8q5P3ws+Z1Jv7ttS5fP5eqYh9Xsosn64Nbi1u8hQgq6Ge9p2zyFmMjA1yTRGnod3M2eGfybeZTjHz+FINfLJfH9xf3n66PybqfL0/1IihBfKwGzolCW21HJKFXrd3PD7/dkNdrGcIxMRq+MCYE1uLo2N4CHIQSL12rD5bOmPEmkcU2wrROjc2dYYWOL4F3rG69bfuaGV9wmJMPJIEA9lf7hRh4lHMFwP1Jsg1lTIpvR8qNJPFXtvbUdn6mlDD3Qs9P/8N3MWtTa3lLl8CtFtdc3yJ9bLteEVjfWBwQog7Uje+B2pb7JnM5/wfpo/lRU16knMg5jEa2VkDmIy5pW3/fLJwc3Lghvb2PFiRV7ujG6i6TZSSZWG7v2uCBDsRxVf8qEzo7DOLW4lBnBTEdb+3fxoYSz+UpP8JckzjVlE4PVqSxjPAucUyn9qPcz3VarfPW+1k6A8w5l0nmX0NX6khqfXCfLNSj9UyZp87OXUkw7zON84HOiXJJTPj104j84sVoTY6rA6IfHAjTqSXX77Gsg/cpR8DtlWOgkIfyytqImTHjjSErdFiPrQxS04L2ugds7128Dah0SW/b3DcuV3GOACrjq6/44i9cH7uNXaNTZRy+bavsRSmIAo4s+Cbo8oCdrxUef7ivHEspk/IWJYe5C+y8KzXL3tc1IsofiuVhS0DmTxa3z45XSo64aBYkhJ7aFYdO2SRTEsfIsKSuj3X5nJzG3Utao49Jdvu8l6bodeM+vd5dkYmRat7d/yJz4ihzeiiyeeYaR7fKIGSCkR6sZEJnxdnp8j+Vz360eNZsfPjv9CiQ5979+nPYZyRxjzWes5wJ2smqk/Wd049mC92HrsF56Po7ZNqnd79+iCmZuX6qMX1Yiuwu3uCoAMl5XnFOxDNQcIWzJIu8oGG1319Mksi2MbK5K13xrAHFzTUm9DdSr8bKELmZNmPGm0Zbetvrsq8/LWX2AvNglQ4LNsVIte1d4yt6JkdoKSBXRWZAhRCD+4bL84NKzU7YbyMDFJS3KEPJ1tR10hdx97ijkZQGm+RGrqki2a+RXXFT9q89eeL+AdYPlX6xz2ZzhC+QUSw/PFrsP/9QxL9HLaPRdZ67l4bib9Ko2l7EwsneEcHq4B/7Sr7OSDzvavANnrEzMzpJEpc5nt61SXC7TZuk7ZTZnJUNwkf1qDeE/evi/6ckfBZyJnxvx82cxaSQvHeciFYGOJy5GJJBf9IaRXeRfDADUAy7xbWyBO8uzx+QRp7qslzZuF5rvXo5TZoSr77B9JhXf4095Eya8bhMROurpb7ddskeIPLRYTdjvgae8caR1daWZA9tEyjB4E5uPhLoFMBSXXSq47fuwR3iCpRkCGJJX7lDCBc0nh7fXylJ4Q6m0qn//Jq0zenYs8UXx+szpTxnyz87a7u7+FwBK7nRmtxIJRt+QmRJFKV7/0OSLQmcIHi4uHvjSKN6QhqIc/Gj176sk6z89ezgUHbXy38kcTy4/wyDMelUSUnlv994YAtHynTlnVynKkYoj/siHd3ee7JSaiWDEqNT5q/ARMFAz5vVu/u37N8SYNrISkzHZ5qh0rOcOdWduAmkseYzE02vzsRKZwJUPz7jnJBm7IvjMwU5ksU6QdwH19jufq1x6D2IfPBgpTQSA8+yWagMcK2sUOKna50T9ynoFHkanlXez0S4qCcHPTx/Hdv9dS0FxzGThenqgQxnuqwcLucYOOPNopbbaDleBCV3hDZiRr2167Cpflp3TyTEFRIu4vzPWYRdyE6Db4igwG3xnX84J3MG6EyINGx1UAmKchXnPnKsu6svPlyf+5N/UlZuJOPJlJBVmHWWA8u7Ubf2b+taTdmSUiH1+OB+UjyDoXhMYI9NsFiKqVZqcDa5lzZZUNfMTqpPuA3MR1w8ZtruusKsXFQ2Zq1YPcOqLfkS0tNGTAmctzrZlLOuzD+UHOdHtvee3rjvyo3FR948TAYoBl3VV0k4Z4sPfRe4poCoJsCnIsnjrbg8/iH7ezcW7AEmxp35Tvnyv3JnePWAxPxcKa6qvpuv0SgIQpn2S+dCFb0qvL7+JGCH313adp+kvSyCSSUIxw09QXQl5IwZbxTDmmvUCBMWW9Na55A6mtih4vyqfSQMxDVyaZQUAejoKAXzz4lQz0nRDve/uLN+emNx/8HB/dUdcclV+LatDLLPhu96m4vcyDV20I4VG9Ttn7Hz4b/nw2zOvIi3Ryu20MiIHh4vT4/9ubzatkrScrxa/dvph7GkipIrTP6wUPfOusiOHpGXHu4/PF4vbeHk4UE2POXr6oiBKw9cHjy+k7gk+yeLI8XLJ6vVrfX50/tJ2U5l4un5mUxwUcpwD45WhzLDYE+52b08PzhUKNVorOBJHH797A6CmkeS3LsrYle+wuF+TtOP6PvHnI07CktOXjV05aE6D56ITsK+8tqnNnXsMWl2z2oPUPMlA/R7lG8FuxXoJInya8oJk1mKAcyYoXi7lyZEWQsaYFaFIamiOsIofrUq1s7hb8YbR1bd1pLcgZIhxcuPReMCF6nTYn/hQ2Ls/QnOCBIYBAdDOYuOyRFzOfm1MsDzgx+g+aTfqQIE9wvIC53MnPrepxIbiR6dsTsmQwitjlyYOl/uRYDEDKX1+X+syH3UobpBRtd7+Go8+BC9Zlf6lRdJzSb3+SCgaX/I8MjdkC+iJ1KByVmajmnLd3H5hJwy2mz3ff7hOVaVvNLhEVIahGqe9v7KieItXb+udSIwsS8b6fGUW7k6bco291dfk6gNGaDPICfyZLGyWvrh09YeusapkxA6p5Bxrf05QEx5pmRw57d8F5g9QFLvB0RmdefToAfnMKReMJMNrubARwEbz6UGvUfaWIsiqLfNCcIYHwWIi2+4zZjx+uBFx2Gy+iaoVezF28IefyYKw6cWWo6gd/8kgqo7d9DBbmFfcj2+gpfKLZ8d8kG202OFhefH/sKvHHH1/Cn5SXa+nig5kwr++di5EZGsak2Wb2mMBXBJtt8YgLvx10U8Bnf/mM8nP2aUpXb8AxuCVf/h+fGz1b/1NpmOhfP103xmmQ8VqiNGtzxR7H74/AHXiv58yMniueaykpqyxhtKXn1P+LQNQsHrpjSeHe6T0T5bkM+uZWP18M/82oN7/BDb0jqg9vxYA9aZkFzuhwvinI37WR74qzQSXzH0/xAHmhPEHqBC1cGhgrpNMVPjSAmwguwPd8/YmFQqPpjzswq/iH4BdeY4eXr4+f9n73+a6ziudF94x0YACqINEVtivLRIiyZFsHWto2v1RKZa7GFPyWFz3BH+HvogCEVH3K9jTI4jzuh6Bg/QcZoR163jANDhwfv8nmdlVtbeAEW5bUug9kJW5sq1Vq76l7nwVFbtKnJOsvdP5HkSnf21y1hUxa5T5JOWZ063GHBLf12iLw+d7jVURvRfDc1jwUC6eISNen/1GBAZLGhhiBgmOOihATCcNzCBQwUDIyYBFbHcJdDF5dm5wCYvNMDefk7tQsOLOzNsBt6Em6gJndpWa1NjGSg4LtAjcGNmtmSsuMMfya05BBahxJM3VOlYWyKH/NwCwOgHOcBcC7UxuJX1hcKNap4fE5RiG3CFk2MFwHs8ggxKw4dRkgy9DRGec3NdV9JsiGfbaJvdkpmbHnPXnF8zM7WAmKrcUMmh1nre9TFjvXKhvdGagOqylK2PFofYarjTc7tib8hYh4jjKp86MayMvZRIhmx4ts0VWaY1XBYLYdi/2FGj34ydZF5rZFl1pq4/nj91uqUt/TVo1iM7u9lPK7b5vzrDzv11bjQ6IlxkjDBuPBZcVTQxPGSYeDSaM9nKd4EzllxkAWpIjIVjYRyG5KVW4RgSJdYUkJmsw9OBYhFZ4h+m1IY6LphVZn9xEZmoh3WTtM9f3NU6nx08ZqZMAgy1BjUrD9ydfdoEUD0dp6oF2Q5ytoz2rNOq7C7mrnLE0thxjyq2Zeq7wGVXm+kn8kSyZA2sw7VGdRy9zY6+kiSkqh06RKq7hSo1oxuxiaZxYCduqBReZCmdYQhjJbmSokkLepu46423tKW/CCWUfYeOxriiBR9uADaNTesWsAiDGjfGMi0attKFFgYMBmAmABAIUFXghLQACftolIrbYhFvGr4ewMYy2Gq4W1BVsJkEslaQ0YhFZygGppKMeo8Q8Q4hkoFXnpVFSCsJCaVck0LcEOHHElA22+5YI88BhiTRYWFtceWNs3dvWfal/hvUUSPH1hXUbG82V2ToJpLk2A8SViNEMe/7IpKIQCjSVmiNVQl591sdL9oKx9gIatOUw6Dj31gnrwUHHFNYsuyZg9jQRWaVGTXNrEOBpre0pb8e0e2u7JTX9VNphASUMQBkNV6kDJ01g8dP/DHUMkQKb9QgN6CYUEU0QjK3PbDdwmQFo5FWwSojWQ08cQv8ifEqI8GZpJPPthW4tFNCgSS1ChlaFeyjmj27qUubNNmDFwp/L+4S2LoDk3Ss0W9mwV3MrUCuLM9Fev+RWpv21rQ25Dhoaq+Kjc6eShWl1iMVu+LChEm1N7Zjq6kX0RAEXDujRkjS3NtFte1SbQArbhudhlF4B+LQi2d8Ubk3DP8Xi7mCSjdYiN0+B/jW0+rzdz4r9nshoth3IBkzX2Wsp6ZAgatIo8EDgAs7x6wMBzOMGjyI8/BS3YPMoz5zea5RmLMDrRSGuTAso6aIhSp2Wt6L4DIsy5S2VjiHsK1xLEvVWCUSU9CeqG8/Za1WxPYCg9PAmWppYqvChRaz6SLJiRdsqzdXBwuSAdvB03Rp39aI1D4r+seq+RXJTUdk3gTW5IOR9Vkkak349+SNQ1M7Jo/tSHDMEskiUK3mJuFowbbQhiQDr8XmWNdWlsa9a+oj13QXU1SDgdj+df63gnbu7HV6p2Sd/mnv/eLeFtLuvkFoe7C390Gxr6c3c7dYfP5mZqH1Tjd0v+uJGXQKhhJ/VzRiCHgAOGMwZKA0ANJGSwhQkVGErAOMcGouHSO+D9ossasZRbtOQ5iKeqfy4pEIqaCJtcnBP0Fi1LGRpPwqMDQYE3u3aN7iJAGNTcUKTlL0bXccOGwqhgK31sxIIulQ25C1ULBN8SNVVpH18D9AIgJZ/LmpRBhxQkpMnVJFNfE2NHst0wYyZ+jmrNUUea04AswocFiupMta0s7WsG46f5ukusVr7mpcrXu7IOAYANdHzcu/fQB88NWbhIrXWL3ewf29vTvFvoZk9WYB8M3cLRbvv6E/k8/Cm0S9uQ3wQiK/i84Dbt2HgxVwwaMiQ0XVYlTWwJaWYQzs8yydyMgIBJMQFjzRZthoBqfFYyxuxFmN+5KYD15JlRLXqZqkltTrU00aCq3IdzHjIPLmRKXcV3Bxy7ZPsa91S9xcZ+sx87FIvJGdlJJRG3YDJ27oneWwSuU6OvGx7BEKilRkF2yRaxHbuVbGAfaW2NQWBeoyAwqhkggle99xHD7Ll+vNRdYXL16LGR+gTtwun/Uw7dX1FN1oIf6tQoCm1Yd7Vx6Fz/b+qbi/Fb0Z9nqN1bc4EGT7f4t9DX0XBPgG7v5btBHHBpprfAXMYHAbOnvkjdz9M5oKQhgWiFHBGGq4Ap4lsVSiNvCoGmhgLibtxNiRmxAdGhBRTgut2DNdiAA9sY6NhcoZ5vEWuQklgDBbk7rUrljYhrZXiAvWLkZljgSq2r5YIANWYSw7mmcTtNVAYzxYQO5NIerAKFkmEc1UtZoGVqhiv7hGytFizaq5NUxzroK2Wb8dTUfEtpIrYasGxUnr4w4jkgiplNRRWO6VNjIrsQ//tIrqDil84XAd1asmx4601qneDjq5JgD+n785Anxvb+9Wsa+h11i9RvXZG1+GvtlWvI7efF0j5SQ4f4N+tmFyLpF6+bEGv9OahQcM/V+LgwSjwQghpJLhNFSdCUm0aXg1AHuIC2PKBVhYcSAbsV4BrW1GJqNgRlu3jPiCP8eNItpoUVgw9nJrZZn2Ct9BUk2smcWZ1ttUmOE7D5JAxDK0YKwmg9HKBIzQsEVee+2Uwx8MvDe0HZ8UPpZsGpIARW8yTpFWuLaWQ4JzeXFja2QTT66WJzitGEntD+JoivMKlKxFY602Bz2L1xJvdXzcAuX8ZyCvnQKsS+DBRCHxNdfMN5RWH/7Ku/i+roM/um/RB1/pkvhzEOC7XB1/+E86uHf2rNvZDJf3Zb33Dqhp54N3xL7PMfp8b+8zye+o3Tsfdc9XGOhCErVEn5nzhBkbYNlEO2qAl271pg7M3vnZ3gc4cEyfNriob+QjVYIAV6qWh8/3PvspPHvQeBmWu1E7rYtKSO6o7mD0ugt0HeIULYNKeCVtaBhx6qHq+8f8sy9pkXQKFwwGFg8GSAyDhYLBJDJYaJipUXRqnoaqSpkkokkUqUutaiRRaZ1KkXgDWOROOnL4eENeZqqIA1YFK0nlBjazW0tqFcUrZOBSVnjx/lazrAANUZtwUccjZBkNMLCRKhVClTgAtsa7JLKIExNes85s6kCsGXcV5I0107bcsXVo6thK62ApmZ2z+yqkK88liA/vEO36rmQt7URlw6V01SaJf9U71nvJjJpNCpOGw9t3CVwI8EMNUNF7YiuQOFpEfAehg8d7G/NeBE7R38lJTSm+s1osGO+i96dpRjxfZUDkkWinrVbRolzuPcgaTG1DutUbOmg78/NThOxDKcdJz3EjhQCJXxFhVCva2zsc+Auzcjdq27q+GlwTAIUo424IjGtEqKOVWw7NryObjP8hTpnm85hxt17/114DTePDwcI1QwShCI0OYwkjyBonlgguBNIoFCx23vWbSxBKxKvrMJGPjDX7foFM6v28GyYYxBpbBQiJI+WSLvXAFPz1YZ64IMXZLX6Fu3PMz2ZlKmliiUh71VYBr0bsBj4sVWOpxXpF8S+SmlZoVDAZl51Qbsfx2AKX1CTZ1pfWM3vXvKriRtkyE95w7UyNSubVc6sdY68LoStw2Ubc2X+q5d475M1U3Y5pqi3MDlnMViBlc71FEbMNJC0G0bw7w/1hVhSt1WaXwHQqHeR1o7eAVj/7lQbS53tfOSr9wUNWA3vnqz4HKIHwTeLk5wGCE2nQ0/L9xBo1kfVHwUerxWfHGvl/klpIUsIrDSDFJMWGdvtBZipXH+79fPp3443a+UrNmxWR51sdLFZ/YvMe/GrvK/aU1Q8b3Ckb+U+O9FqTnYjiVVv6edv2zusIyb8k2oymlf9a1+wy446cyHbtuK0Rfctda9a/vq2zzf4dq8NqUMSPentJi2pIDXDCdQ8tLYmKkcEzIC0kCkiF4p5/APvyxYX487zGBHORLdEt70smxh8PyaoqjHh5+YL3pLrm1ZEj0DgObquZM22tBDYVveTNevwMl9Xjkd3oQMihzyzTcbU/ssp22r8kbAXDPz5ffnrUUCJBybK0i2Xfs1RwJUYRmAY5JkpRZ0NozJYZ0ULWK3MjRLINPLSm0QyE5s6FgKftaJCmCYi1itacMrsrTmU5Ui9QvaHU5EppJpPp0XiIqNZpvbNV3QWOe+UtI1/UtgH6joo7jOvF4pbhkukj4sD7XFuuPvxqbWR9uPd3TfJhoI/Cxv2KHaKP9n5OjLLwSgPTh6yssJcq3gCFs5eUJukk3FGYalZv5OCPFRNl7J2U0bDBncaNlJM+B+gGbsuh+cP5xP/8FOgsrQJg007rOlHRiQAoPVavoaGHjd3yW1qNpI7uJ+AIH6qUtKh1f6MEIQMNKo1kRx4PO0nRmJHM48XKlsuWwXXmlxPzAZ+8xkQamrv18cP8bph3mIAA41AkQw/FXwIMA1Dw2VdtAChWhe28YRYBNxUA2Vq//D9bB4xykPLAtIgQaTeqexf9skDci1xY67Wjy9qQFmTCRnjX+8r0o3fIlbyV2u/uA58hc+Y1m1fb2rJsVnZcWTWS3K501HMipCKieTWuehOy1rT1QYLkK/ejEgKhOg6p4piGCKsR24CoMi02SlE9Kv8g1/5Nzjtb1VRkX/l/i2xudUNo5+QnP/nXn/zk5Iq7Pqu9D3c06hPYPt/7QGHCu5i7wDsaziIN4dWHxnAa8yOt/jPBBtYBoSCU4gITagx/ewaUXW2w+spXt3Je2Etmjf5oC+hM15B5QLkhNDkIqHqdgw8qJjpMGQG2jZjRsJEtiq7u/AwH8lohTjZzXuBSuz5I+rr+NIs+DoDatHacrqbqmc4mWquu0UaQIwSql6e7zsjjUmJIwyMIgahh7CCNlXbhgeWBTGk5eY3I/X1/vk0DW8bcYkhz6MHBFweHQKv+7Qwcpq0Byv6+MvmhYse+h5o1kImznTdCTOauggBtJULf+CJEFboanbEJuM/8F14V6MTZPW+29kpow9WtLbQrt/wZYIQxLHNeZs0lsF8vI7b5ifNYpmTxLqDi++w0Ut2iMrEDce34q86xrTVP/mXYBGnpDfY2Ny/+KTXCOlmRm3zICgjSOBY8x+yu4dGuk0xxNbUupILTSKn+5vLG0flPfv8Tk4oZOIEEZE4EljK19/7erZMP80y07wLnXkAG9kcKOHUrZCKhnhZPCgBR3mpxgVZ2h/BKAwUdk9ZvuYtGNi9yJFYILKsGxr7FgeLdO7osFfY8DmSTcjMSTRv5QbLRa61INqcDv7O4dCidJMTWrOsP3rBGxs/caNn7aCa/mmTyBlYmd+KBQDOMqequMyIAFMQg82iAhCUYGh5pzkQMvLOXu/cAHy/vyYTKe7t8qLe+YXR4/ovly3uvdp88yN0D4AezdF/6zdGBX5aZ+Oj3py9P3XZXGl7Dd49vf8vxq+Xy0/uy9Gd0+eD58c7th3w9+MWDe9Lxgir/eleNmYLzF8iXv7zrCbR8D50xXlHr/PSc7w69qHUtBThXr57s/ILP+LICf5a8dKC6eOCjncer32j/vn58cPTw4IGjBtOYBEXM+bATL+S7pU168kCrktfLe3hlYmC5vP1ILR4y26d2fA7l6CGvLORl0L9QowM10jE9f7D/xFMAdVig2nKRjmP2xBU8mUrgacJGYiuqJQxCPvXhpRZWB/yJKHxKpDd+pS+4Q5C1GcGieaepmgpWtjjn+6qqzY1uAp3/rxb8QiVutPqZEOCDmrf6KSEjd4WNAAVsmC/zEL6/9/4RKHBGgUFhK7QYR/10L14Cliz8Y+bg5gaScUvkQ6BWIagG8TboM2EyX6JaLQcgoG9z0CKZAre3dYCsE00bWQhw9CpEx5ba5vOBX/0KTz8FQJekrSvQtpERoEhg+u/WMNsm4Yvlz6Cz8zOFwEQ/ZfNP2BgMBHF4JClWqAyb8eTrXvd1D6Tnj/1yO96Yx7vp3iNs3DojP+ALvPXagbzHNPT88cfP/Z2PM3/ywmLWws9zl8u7imGKFXx6d3XwMTKFrqh4vTJvFxU91FY+PPjCvF8f+i5fkHv3mADoV+rt8qbA5cF9+X6IO0nZEWI2a4ysrevV5dmjx09ooXXVCuJKIjyEkweBV7iDR4qJ93D4gNcgQudEY7k6OVbkZZMIkPLqPfBmo3+PbwWDiY2QH/DS1YODg/tMFZgcVRX07zocaWvZYNbDRhtI+nBlT8RSs42FRDARB7NYUQxNuJQp/txClFUocffE19elU1/gjQimzlxFTaeyPgnsTwzeQHLUI/y1ZQ4ChVt2Foe/Cpz6dwWK/8qA5ZcgJx/+HexPg7ne+flnQ2Qp8nRYYw0j3wcTOYM+Ch5y/d83DYK31HSKX9qg9TBbZOMpAL6ZA99/JYwz2ynI9u8guTW60zfyME5Gr7WlRn3F2/7C7mozspvTuga6k6Mn+mh2X/tqwtnU+74j5W0wdHMcjP/e6fsBgJVSWpDh0UkSmfq7tMCfl4JHglHHp7eZzz8VuANfaGDfPTv8bU362eVL6R8CrI4zARenfNDigV+Mh/iIibyVosajs+fc17i9Yo7vALClTX52oHUe35bTxcsD5We/WH58KD0vZz7T6om7CjNHD7+QxZcHvbEDAXvx6NXy0bnvtHo7VWpdj5+fP2drTs8WfJbcuiOCx73Jg9d5tL97L/OXx9K9Vzt2uvNbXdgrlHiXL76Rpfdgde7Pon96nw8kPznSZvOJ350ny6OzePst202jxYpG56cP9j9dCYYVNgOOVTjL0edkmEk9QmIbJ04nzGcvp1DiqFVQtUu747rabksvjz4e5bxCHrmX10W0MuUtgGWf6+fIbwydJ/z927/88z//87/8G5Wf/GR27eQAqJEtxLMyjtGQ1og94V6IgBCXvJ8n5ABwdhQbxgdIuC9KtPkngSFFB9n9U02cdQT4cwWEJtwwEFr7/BQRkEr52cJP+P2jVJ95pY2oGaFxX1dWp58Hen2bgwJ3UMCfNuIfFRrY4E7jRjoAKovXvzvWiibUN6LBANoKgJYM6xqoIUC2/P8Ody3hiuXPIqa0p/A3d2PI1yFDHx8mIQcNMv2prYGhx9dLrj+Fc4TpXnr2K99zy/yZv4N2dv4eX11rxFeDXx7cleCQyT4POZzlY73QvnCUCsKU1y94ydDlAyNx84IY2z6G8cgfJz4BAWLttzB7Hu7YH99QYxrR2LvjDd9/fEShMAMSEwR6BKqTqgy0D9pJz0Wq8Id98fD88cGl+PeWt890IS+Hzx/zYvqi/f0TQgoKfwKFj3T4JdcuUe0/vs/bo0FbMn5+wJuzd97jayp+a/bxg6U/P6dQ4nu8PtIOWsJm7Lp84E4LNSXpdfCOZVTng1NiE7KaeG0BVOfMBtlFLUp4lB+sIZc+yO4NfBNEXNWuptLxMAwf11f11JPOr2vzQ6R/dcj7l78P/UuuhEtnqucAeUJZRLzLM2ue3FNMMxm5yTJRrM36mfIYnsNANSRAFlSanDlqlu1o0G9YaM1Wv8OjMyZxE8WOlmUlB4ayr3Ogf3C1X9xAUagn6g0b3KiJcC/wp72dvLIiTIUAj9tWm5e7aQ5QIXRnXNdAngNUTBaNDwheQ7L4dqNrSZdSyunns39y6vIaAvT/GkziU6qDUyCIutn54xSr/dv3dJX7cHkoyW0u4AzuBES4CwxA5CsYjGKiklDOkbIyMsmVRv/uuxrJMqqbw6vHBytWk2tREbNn9dVw4U2gp2KK8nO+3QYCZIP5Mh0fWHLDJzs09gdAkEgW/CPpU2OlnV8LiWntWZf29vyIFXzBl0iyeXwNOJfZWqklfAL4TOH54RnfRcdr4pA327usg/Te8oku4vd9Hzn7L909bRvfThbYwtgNOCA0eqloXF8LwZTMB9iY2Jsq8v1bDlZZFOmsSaGtMPIz2Es2uaFKAlkm7vm8dlfofW7pFeKrO7hcmwKcU5kqZzKFd+woDDoa3ij6Dwe8f6749/d//8++Ch4vglc/y2QcQ/SjXL29/ycFAf8SxBHw89VXvyIwHn9oLJNJ/Yke/Fw2d3xxx08z3jG0KqhEZPhTF8pAtnODEwXUvc8/+3CPVbMNn2sIY7b31ex6Edc8cSeylfLcbP0WBw9+JQ76YHHkSbvZBhcpYLKR71bl73SVZ0+fCQGffb73M7bU8G42B1gI0IfPkmFdAxkBfj5t/usIVz4sfw6pofp4cfzDHii9XyOkMIUoUMHDqCQFP4IkhHjuf7m8vzp4+vyxoIw/+StlvmhrKMZ02scebtgLAYnzd2yBXwYwodXDg11/qtKPB+74c7zoFK2YK1MEunsmDGZWeOlFPobB59CeP358dH5r+S7+8yU2DPwB3me0MzX46K3g6+FalzbBuPP40avAvPPnj70mBfEzAVT24QHBLzJdX98Wnts/UPTUiv7h7CEIjzjCgQhw5UForeEZ6NMfFFblgSAj4YVvgoBQ84FksQ+17ftfyJth45kDID60BGOzQAUHVW1SIzthOt9h9raLHNJEqasWgV1ZKD8WEUklnRSTD5HY6g9c2p4df+sVsNqE6y+aPLthE4GOdw3/QYqAoj8vjL/zB/L3/KOON6WPrrws/FuTwKtB7EAjRLr62tW0hqTegK5Y1xuTBkN63p9JDCYXotmWu/MzFDKumUwybmNYoBBQYBACSCTnybPj93a//t3D0+OHj9/1B9zymTXQE6ZGgLkWFcmaaTEBKn9NbefJ8sLQBkv5Xhzli9583EytjvafgCiBSKe6Muc9NoKXTx6dL/B6agSo9Tw4O1/9byNAXQIf53tzHXi6MdN6hWyyQzJbrN7dfXJ4bBSmPVIAPAIELR7y+U2tAED2a6NCLnhZu19QndsxbOTxJ7vvCgUGU3GADOrEat1upYvjI10ha3WGojIwOASh6sgZIb84AJw+kWaCrKJELWJTnQ9YTkGf22sSFXBQ9i0w26QdwNzYHWVEXeanATkUNldOa69RKcjPpKb1W4+rKZbkTK0QptWjuA/y3UfE90iZAZwAoEgB8ffzWcA3pFU9If3Z/IcO30LCU9/DETv2pAW0Mg58+frH8BQAr9nI1/6TXKc3Wte30tRH/wwCPNDX14nBoGHAoDC0MJeyAJSvkwQjGIoWcIfzrlDeF8sDP9WXz6zVDd48FJfvoNn5PV9Mivio2b5ajADmHEgl8WOQ186jg0+FUJhoi2MRkErXe/ba5gA/2TldgeN8F9irP975shDgE6bf7EyUuEKOt2NZsi6Q6qnRJvScFbTNzoN9zw9koprR0rNXu3xzDXZn/9OXu0KznqzDb/2uZdhl7QGGzFF6I/aX940Az4Q4Hx+enwFPX+EN2KgDAWRVTWsC//moBKNlhSLvgxWWwEmUqGVWYoNqlQ5diIuaiEZaVI3zstJu2DE03PeV5+thkMxs6Z7E4kemGQs37Ar4hCvgWfwzBPz9v5b+O5AuE/1ziQfj5Nm3053NV63+LQhwAK3aZJ7nIK+jj664M/zd6c3W9VpSQ/7V/jdIQOgqF0ABDQNBBaGGDKdWemR4qJj3NLuHTWCb78oyBAVxNKR8b7PmAI1saCNf+8tPOOZn3xy8Z5goqRwpMYIFmYB1T5Y8W+jZRcnOj7WCT/xJ8+OjgyUTf3jNHCAIcGen5gAJaHyLl03SNni1Yn+nq201BqkF6GhThJae73MH95e7fPvDN7DZbW+AN1uWfR+eyPGjXxyenb188kjbzq5L/VJXxkBVN1T2y10ehswuZ9qPPQCHsQePdo4eLj8+DCsczBY/ecRDSRzI6Tgp33/C3KOk0nAadGhYAbiNLVdmtTnpWLcJcEezkDlnsuF4jkoR59gKyx1Zs4747fRa/JewF3M11gUwPC1e3+qHRgDA9QDoWcHSfwe683NPkZ3eyTzhm9Jrri7/iqR/bnWqdzwdeOf/Su0a+gtt5But6/U0dNA1ul4zJ2a2Z7YO7RkGHnoeFB4XjBNkQQ8ZgJaJFZp54M9aCIHxjQ1PwgnB/AKU91BFg2Kh/k3ce9w+AH41QGJsuOvbxbTdfXj6KI8Yiuo5QIWhe37a2Pec/UHcw1+CAx8dPD5aMD1463jnNyCstlpgJo0F295TqGbTE29Yl6OyH8B7ePzoMabamS8PsoaHunK17vbZzqeUy+X942zZcvniETuvFWozfKtVR+L8FHNtNusuMOc90JE6z9OFBweK488fwy6Xwqw+RnlIezxOPAfIkSxARq4oyWYXVsv0RDgtqmCqJo7MPktua22cQGynwln0qtslpRbpfIMlq5PIXUKEoNirCa0Xmxktwp2u/37uh03EuvkV8N//PbI/IwDeLMrPFm8kpcdt0nXyNQIBzix90aLOzxWdRkHNFwEvQBYeJiaBHJkU7AAtHD/k7qeKSIwAd3beXS6/+DrIpu4CY3w7t2p3mO8/LATIcJa/X/AkMjdBAFFwRoC5A/quAsivnx6enUf16MXBAyHOB9oSEKCwIjNqqxe+OayLyRGFnbmxv6jOXnnlfV3yne30ukBbQozSPNcK1ODewXJXuPPs3v6BVi8l904gb/fxb9vH23XYTtu2TWDusDCsIs05H0ff/VpQ9Pz40W8UVZ//9uDofPI2bPBi58GrT+We463983EOfMsZ0Lq0BxKrjlSiCl1UGmdS6FLOGfJS764NpTVdgIPCRETZpUHvGTomxV1DdKJ0JLKzxSkFMkQ3hoh/P/mfCXytQPTWB8Abdq+q0fUdLJ36DQjwO+58btvR+xlPQgRgBw0N32aEl18KGTBMmKSaxh3ggqps3EICDQSZ05grTw8qbM51zecmYBp/Ad0rI+pql/iBilTikB/HlManfDjdTm3EhtBUjcyeL44Vq/l3tnOsVahFLOJO19wN7dTKvQpWxsdHshVsOhorzs8WGMmjI5AMfGTY/NOzUwWu/Jrj02x6SKuRx+yyiItb74Fq7J0a4lKboK31F9qJO1q7vN3Vmtgy76o3TKZul9Bkh2iqlLitFZc53NmQdrZ6G3jnJjxy2EYimIbxxqZlOoV6yfyXQmvkfhhrMl8C5+r3hn0VyWjvijnAtz8A3lBylwu7Rh4mxb+OmIibT2/TZRmE4IuML4AGo6UGTB9LdTfSc2oMF8EEGsBiSmhTAeHMPMPE/mRroGEfXkHce9iVwGTj6Bi28mq+zOeEqKltrkE+eQoRwthemcWy7LvhxFTp7ZTbUqi2eiF4ufOAhw+Z0vPPoKVkbeylG7bWMIkoNA+UU0373yxWL+6Kx5uFHAGvsshsDov3qR1HQ3CHrexQWmktrKjas1r4wYfYflTUPqeaQiuH/CKMat9hn9ZU3HVEwxTkeXKQewDf1u6HRf/KhN+/zCJgnoMp/ZZ+YKTulS43J/fjqxQb/VFIQbLhv3sM3P0ZBYyxAhNOhSicS+1ok8FSBIKx3uPUSKRa2pGzimdUtPDuFyRqELcxZ8XlKJCkQRNE4qSXRpw3SnWvmcbZ5EblurwiaTqbsoM0tQ8RZfPb1mOXQZqW8oYF0e7yy8XOi6VnGKs1xmIykyZbHUhegQPhGM5qKHUle9tdLr9GHeM4RC8PNb2oigrY7GnSDAPSWnUActsUiQyvOaWga3iRT0F/yBOZ1+FWEciUlN7QI+H1pFbk7pJO+k+q/6X8HsTCG0H+Hci/VegL/Z7nYP6Mu8Bb+ptQ9bUNQljd97Wkf/trhn6Clb6vseCZNw2GDJPkKsxUMAI+MJoMQ3zTOLEAjCFZBlQ1mJFaew1SoBE0MnaZTPFmoFKYjjV0L+JiPdTlz4UJeOStMu+WdsZA9ZqV4sB4KQ19zQk1v+To3VSEmlYPHh4sd3/Duwoe/vpp7WT2hVUpxIuNq2paJhgRG2szshZ5UwR8cddg2MJsdm2LBO04cmi9ZIO1ULQ9Lfu+sVpHHDWKgfYNE28kbmPj5oHjk4fqGFqBy9eR1pYirH81Qlc6ZkIiuhtAZ79nwq8jwP/ZAOB/3Kwr+R8Ppb8NRF/TX++M30Lq9rKbXQGb1PU9FCr4MOg0Vlw0aFTDLVQVQScK2WEKCVcAoyyREVsmp9EGfjDuzNf8VeklA/pRom8RKZ7c2sPeTRjGyAxihJdYI3Xa4s8Nzpj+j6FqJu9Sm0eLMiUSGonVFbPXwAbGDemY8IHFOZOEkVJ6Ei6UbUAuJRVpKDCkjaReu+MlD2ljLxvksQpfdZpXy0kA+fmZ1qaOtZReVYTeAo5DnLFCn1ab2It05S0G2g4dXiK1O8NrvwY3Eq7odtojqhU15P5N+uIPghzuuA2i9P8QAw0A/6wHoddp4+Wor6MrjCPyi6YH2jRct7ievtMW/TDJHS7dtCgd3ZIrO92a0JabFzgaEEEqjAfGSaGTQDJRhpdUYkrI+wVV9cWVCKhTjxFmeHZyVU3lvyGUOFJzXE3mjFNvhreDUdp8W1WGaqTEysqJ/vqFp/OpZJ20Z94ycBO77CvKOJg0kKqq22MTRTiZm7JLkiGYbvgoEy8ZG5j1h4Z14MFuam8r9sKSqZl9wqoVnu1RCRjn1qXOjpSx1+b/PKzLmRlRhUl7kRQXWWsZcBDRqTOISa8IXdmtENPM6hbvfDHh2jVtfnh0AgKcMGAeAvzJX+QK+DsGwI1fR0S0/tnwTa8/XbM4/ey6dwq8DQGwZyZ3wtbfEgXntCaio6vPb97goy8zQChrTDDQGCoaOWrCSNHi0QUGcUWlig4OGUMuYusZqOiSB6QUVpGEtdYaVahGzHHrOCrXzVyUbcLIaBExFlE21o5gqGdlWU9z5qCDAvfxIInqbc7M+A9SLg3msbMDQcsmFOEsgVjK+IeVOdLMuqklK3FrO1BmA+9D39tqLbUjXLMtz4RYhSzIhwEhK6CR/VCLXiRtu6fMwSqR+LYpgyWCnAteAyMufeLbiEbV8+b9bK36wyYHPIE+QuA//0vV/iIXwN8p3PB2wTW6QvRGdPzO3kWxa/S3/5b7X5zcOdVXU0lfa9U36XbcrgMGVLUTiKAmhBguDDTGi+uVZ/yQWRkM4ToZaAK5sVXGKcrJgGFOrPA6aiBTkz1TVIjxiGc3w6TBSQ9g1hCD5tDV1EpoBeWwcWxS7ZllnufUOjNxF5IETdVEwzGQDijXfMdIQiVtvqxwZ2t2ka3sbhGxz1VpO1KLKLGIJI1OZGvtH1sjw06FZOWElflEWYgNOlgt8kCdv5BLnyvbJTXiqFgcilO6QmYAv603sTYys2vXzG/QE38odObH/gZS7S8S/75buLkWAX53Oq9XVm/SWxAA6VrV81KbdpXO+y2kwcATXlecX89G1Xg0jGDkNahglRcJyKzM2JENJhlGlpvroubTF5RGQwjs14KKpjjDT1Qii1O6XVQqxNDS22Ku2hXesc4Omxpb19E4aWVRUKsG5gFWQMwCUkjxZXjl1WT1qaReipRuAdltEs6YKdQRwK3OQVkUiDPf1mhq/kpIDia0eT7ATlYnpZxQg/E/lAZrJ1detyROUnntXYytkj0veEKSHtE7yTXdyr2wdcNZj/r2fviDIkVABb0xCA4vw7pz58Ee7416XznBwy91f+d9dvHzd3gl1L9z+Xkns3B8PGQwWEdwg+qnU9vF4gFvmvp8ZtxFrB0r1s9nw/Hxcx9gJHxtHItbbWs+lO17EoiOZIP1V7yoqzz+9M/ElD8gYgS1zueu5hKyLOLr6JjJP/XvK+7x0fczVig8FKiyaGiAOkoKIyrbDnYYQtUgbOJi9MpiF20YF12Qsnlx+0JWrJeq1h7xtBn2QrXGeXlFBTU1Lb0PZRtym8Ryi+wbGQGfJjSPRymyIzAk/KQqFo2goGRljSdUIe0jjYGd1Uy14XjXThk5S5wVsX70YL36R5MoDEddcp+USAPeoFPD2yKvRQ5Zb7WuwpuH5SSGky3Pnbc+UeU15L4WmyvmVG4QEQFFCoFJ/1Fy0Xl7E6hJ0eM4v+fndU4/5RV5IgWYvNN458NfHY8G63hrUH0+tU1cFA3Gk+i+cvnOC0zFOKTJYqfeK3C/hchpaxCIdBbrtads2xUruaGkXl2xzr3PvdBU/XESbBA9fe2fdSOGSMcNqhhXFK+x4TEosBDIY3jDoAVEqJYRCnncZixB8Ixjj2XPr3ko2rWHpThpxNgVzdpCUZvTQI7X5kCmBph7I0pqC3u1QKuikRBOMwCDFbTDMSK3sataUWKgfdqwbyGURqlImxY+puIyB1d7FWItThA5Jpye1FKUOqtzJlJh1jr82Y1qA47jlETFHrPi2mWae+vsLB7VyrOrblqbSEWMEvtAw0D/9q2Y6UdxV5GV3hto7fp3rfrDp7MTB77QyWyA3CFeKXoo/7y/gVkhRpFLEOyDxc5HqOql7v3btjHwZ+PWaaOtBDLbuTMYz0R8MWM1fDY8b9x/3++of3/vHW2t1/7TyWPbjs/3Prr0xvNNp42V3FTSrnnv1GPhzIeoQ6NsTla5Z2+YeBiY2kxghqAqhhQMHI8fEErGWcSpINWQRORBhQAHLCYPYHujsMCYbBTXOljUXLlb++5qGC/MXCl5FMtEQn7qIaqBLJ4qHDvCFTfoiiaSZ8yjt523EhZrK8BysfPOo4e3ifJsW7YTXTK2IibeK/4jVA2yxg7XCYmhIQ5roSBTI3thIxr1+BpXpcH95JsjnZoOiBjPypaTspzOQuTeQC3lvrqEf932GnJvMr3BU4M/cDr7j3/1VfD/Wn/+747fo+y3KfvrcKEKOUS9BwCyBMCzae7Ngqtn3OZtz1R3UBqNZyLbf/irvl3vscJVfVnNG7buUdbejg/zBhc0V6zkphL9010vWTvi1KnR6yfZGtG7raUY/0/z61h1/8INKhg45hnMBh5t6HkEYUxg8qDxfVDlHsC0CmLT0iX2ZJflGgkIBoUtWOIaZ5M9LOZoIveTd94kb7DbdDCajYkxmx7OOUqDHKWYxxKlN8wapaxEmVfD5pgicRl/5OfMJyhZEi+Ws5t22ZpXAJLOYp+lJikbCvtplO0D68Ha77TxuPGZaQ7sN0apFeNUKiXqstfKPTHb7NIBYOpq1r/quIKqc6W3hbQ7A13d7EbQl1UOxLd+gVTK822Qnff/k0vJWy3k3OdrZx/lu2ZGXmUg3cZd3PqI+tDW38r14RuM5yK/YF8IroUur/B+vaDUz8jYom+N5EGAXD2Hhm+5r23RTST2RP1VWbhG7sRRTcIZMe70zx52h4f9RzP6PmOBUQSRe0QxcmscG5ZYTcASZUj1xwFDzYOoBpdKN+zyPuZpXaWyWrO8UWfci6LSQnuVWMlEeQM6aWJHfYtZH2VYGh+D7WBsyK54Fi3KEPuAMhN6OlhZj3L5qF+51Z5XG+968c2LGwxEW3kW0Jt2VeRKb+ONrKp47+vkO2w2DLYODdRuZFdTc/ypJLx5nRy1rA+Fam0Dq1HsOZwcoh7A6nrvauLwtH72xo9N/9BpWeVA/tD5ma9AV38SsBo+hJ5PwQ0I0MhrMPjjGt4aVAlXAnOnq8JpAzibi+L75I6/yCbyCh9UxdswIEA8gkQ5d3UzRPTBhecN3w4E6CjXQt0UwyIwF4tNctdXd4flom34V83bVPCWgTDLawSBOhhe+KDEE4XJRmCTyUOxsi2M4XBlqTLuVcoep4YzMY55vDlaxYlV0vT1YVSV+EcQLOQmtEemumXN3ODMIDDV4J9aYhkd3uxEmapmIW0TVmVtJKbjyCpjWQocN752T5QKTToOdZv4EecdsHntK/VyUSq0Wmyp86U2EnA2fQxolDbKvNHYwtDOyBkTcpllwy2IVCSb6hEi9Y+rOxI09LLh/S/X298I2q1yoAEB7gCj7kwfQn/fsM9TchUAQV6DwTreGlT5kPB7e+8cC1f6pvMwYTgXta/mCj56DtIrVOYz5W2wRfPILeIgwPcqSIoaAvzgbUCA9DI6K/nU42Bbl+xdc8vGackAANvxSURBVE42t0rdnleAIHOCMTEsyBk04UXW5aotWi0thnTOJciiNWPgSRiqMnqpuKUpWU22ybPyJBtgZwPXlKyg5hVaZIPyS2l5bUDmuETYtcIiG4UZTMpMq5HQPvKoYCrOPM8YuFUNYcQanWXXR+ouaaZkP30fU/Y22XYySdtBs0yL5wfNqkDfUZ8ou9FW5koI3zSRgbfPNa+v7TkbLnmqvjQw697QaK0KlYQ2RfVu9beArkSAilmCVCDAn/1qp8CZ4VbHXIXBFqv//BADIpN1a3hr9bOpbdCj2p6d5ktyo3F9XG6GACGj0axw9SvPR6qxRLboHr25KFd/6nOWi82V3GDSXqnDwgy90H211SbpQI5gpaHYmS5ceJ+dOj9jM2PJmER8AELBIddQZABRRF3morJvhua1IHV9yqplJ1y0eNAbdb9hWi0kfflVirs2th0yyjq7FZGIvO/n4NBsNmDwoYJa2aGO2HGorTVq8JWY5CaVYX0nuqTy4V2lyi87JgxGWfesZW0Up1TNaoU5DiJQo85ZiasFYUws/4KkYHbSKiNiVIG8Mokivmkfr+LwEXJQ67UNwqEKutD4AsBr7W8GXREAP/IX3owALwSjdn7luoFXC4B/OFP97+77yRQMiFI2+MA3fDsJhvW2+X3b/b0/nIvlIcLZDdqZqH9k8zC3ggUbdcTf3/vD/cWlMKV4WzSP3CJ+J778LffFim9NzjzKSPIbTO58dM6pv6XS6ld3XJqVQgbH81t3DOwCTsYC5CbZqm48R5XRtUEWrcsbvilHGV7NK+RhWFbxULBFFF1WKYmFrkDUYiaK30YD63V1M1MN/KLeEiNxxn/ez6FVjNyw344eKA7WKR7SFPdp6H3XQnhSoQMb8uGOTtjOG1DtILyY08EB+gFFOU4x4egZnLoqsqkq1vTTFleWmTw/iKrMaVBW1R9Eut6a1deoaU7HhwCvN78JtBkAT426Tj/8FZGE7wPzjV1IV5cD5lJsC80MVn/yfF8nvqRbqgE9LvL83uwRvVFU+A4yuFQjiv4cYFmMHm19p7vBZvQo9bhZN46qV06Zi7HzwvRKI0ZKM1fJP24dSP59w9GcgJPg58GgiodVan2hLnN0FqlMSpgoxCUqI8jtGvVKu4Npqyz2Wo1MVJIgXNt91Se/2u7IpvVDyASWSpd7GhOOEoUdBKba9dGTyW5kjIdqg2HZiZMiq+ouVUUSE7jonUtY+6eltrG2TlmJXBfTzowWaTBBaL9umfY2VKMKcEPrWlufyyhzu7UyVukhCn/MC8u2qnNCA6nnDBcSgY03mK6dA/wvsFsm0riR+48r4mLmAJnHk457FCvPvU0GIC5MOk2qPmPHIXtfwezO/Ecag8h3mP3Z8H/08TVslG8ibb7Tbovm8Q+cGVbEBCBu3vknN4P9Kh7vf5jfktxccvfLPkz5FN+qf7Zao8FAUEA9fuGfvrNIyZDwUPDAqLxTxse69M+mEQj+VWjwv8mur/y779W1m3+t4mqqq9TpeHAeVFG1NI7n5gsXhhICkRSsiwfOvGTBqlTc2hZM+TWf4izDCnMk8TN//HnoMWskMRr+g3p4Vehzh7q5dMUl8A+P2g3gm0XX9KM/k/BWHl0oU+cdVjKrhEYDAYfpB08mDwOR70hqnCg3WlBdSSrkjJdk/x3yev5cCjwKBfJ8R6LNd283rvbP83AF5YgGkfmgh5EM91qlnzBk1VqyATZOpUKgg10krkdYGxj5ef36WnzdCRZXpxW9FqRlVR1CvcMdZr0bQZMZGxjONFwL30i6CQHwwa9u4I2M63rSn004s8P4zTKsQ+wQ74oQFutfnobV/25PZdOrQQFEPxVGFBkhcK57gDj7kZGPwF+YZseTo6yDbhQWKUCQK/ZMS7Sw1Vrk7BgsUkdC4qy3QIoWmRqXsSteBUa4Q2YzOOeKsJ3cX3qXmZGE7l876jclgr7ttyM/dPrhB0B+3espwBtGdJW/DHU/xbhQRlcd1nFF13WPNfkApqv3SxbhCI0KAQ4NA4+1DApfowWGQFVs6S9AxB0fUJCXzg7gTP+VSggFktmSE9AbpBVML5Wb8SOGk1KV3gpGiycHI7cKMhYsQfUHtgN+rROZ3JP0d6ZU174hYGOxN5KumAP8gdFHe1/90+zS7YYQ/brYvxhNDs25Sw4yeul8nXRp/ccXNx1Cao6HdH6DkIwdDUYJPFgQm4nmbaDDKv9s+m87aFRRJ1wjYT8HQ1GBvBS+oo1S5jQljjVomH9b4WnMdKJ92Lh0PsdBfanZ0Cam3qsIxe5U8z5kspkVchxRFXwN5AbTjZgDvInkDlP8X4riz93Qy9h7TdRHgTdivMRpcdD/xGmvMKdxoCHB2BDxew1jwIyqGiOdFAUOd06UX1wensCqruUSZkeZNGgdLWq52FntVGpNJbu8oKEFrWxNWvXCCa4tzct6utSyczSXtQ3sydJacKbNaJRtcao9kn7YXu9CHPS27PBlmWpd2ffwsFipEXtwJRXSO2cCNrwOuAKVjjy1HP1epS52oDSfrOSoQ8bmMWvRIrldSNtqobJzl1BrnhJwx7JgpPQz54KtkRUQPL3C/AbRNgD+1eiv0C/ikl7YmbaWkhABm0ikPu5/+KbqsZ0YAZ4ecqkRJJiQz/bkMniNDh2PPPITK2BdHmq4H2m8EwYUh8SdDIsDjbIEDTdNsoNhOZLzLibISIC7WiQtL2t/atPaTX+TIzeDpo0Sr6hGXDtSy8PLshMdpWFaOjtyMJOLw6xatCJkyjCmqkosG7SylqQt3gcC6EDEH8cgHW3fzEjMIj9VlRMitY6/K1RBbxPrdta6pvOLimrOGRZD6aXgpUQhBJaJWhdSVcHMeG7sQUWROF9Tng8XFzeQtgHwBtFa13PfLVnvmlOPFok/VjDrkY//3afpsPyzZ0wACTRImPOr8aGaOA+PPmI04jW8j8BaRwQj4oFKoNdlh1IOT7JLiZRl52JFxEiQVANFG7WSGY66x/jE3sILrStxh6hCgLLdhYIJZWuTLTAJeMm3k6WsRQXr1tovL7yKbFQ8sDduqW3BjghOqFLMci1/CXGOsZixaWxNU6jELVgvR6dWW41tJgP0E+nAO0RVrsNsRv92EDmQAef4dSI/5LCJTlRYTgvm1ZbAd1bfDc493vhSbllrraU9gum7/kk106vu4Fiskg9cXvGig6lL0almdDr+lvjm0Q9/DnBLnarrDVEvvbcTFQ+wJhWnf/XHhD1HwRkIBG1kuIgxBgEF1shgYEwklMRAdiBQ2CCoOCCQnVxcGOeshKgAVYomEsDpT2LijLAcseCEOEorIozjTzl0nHAzwouBH8HjUCGEYEWAklyZI1G7AGWDxAbHpWI9wmytbJzUUo0IkrbAgYxqu8WyCRJKp40QV3VasmOqEtQkAPd50/DJ9kil8OajM66WDbRIBmwbQXVGTE2IBOIcqDjkOeqAPZB4pJwhQz2fqAYEETSxFJyz/GYkZpx2w0dcY9pKS71it/KaxKkrqPCc3g5Te7NJExM+VdB96E0DneXrwDeWtgjwppA6YPXL/uSBOjJd06zzUEnTtQMA3UfTc+nEp+nsHgqMjiAIQEINDoCBEYPJiM3IhkWITqOeyATEAfdowDsmKFBIJ4YgY4AF57EvJqhIhsQbMB6RQhWFFGuxdHQhOsoluRpWxCIGOszIhaxWlxcXKyMu1oNLYTy8Uafq0JSAR8zSGriEx48stAtyzprYQFahTdjBA45aGwdW1ZUIoIgI5NrBbIP2Qq3ZY+wlZguJc26sunaRcGgz0VoI1NH1Yec4K3kOzqekjrs4nSJDNJPFDQhW206ESTdJhi3n0q3dDg1N/Cyga1Sc80SovLpLtDSnEhjqrb8H4Wa/Gn8bAG8SEdD8hr9U6Zh0183+yshxFEQ36RUG69+3rnOkUMc3DIAAF2AIjy+NnWmUiIJsGNCKVKooU7G6JIR49CM04tMfRhdSIVUNTLcyijo6uaTVjipqDzBKmCFG0OSQqKWK4sXloTxRXXHVe3nkNTT3MpZJSkKRVnhpvQMwq6fYOVldnKithVmFtkdbA+pTA7aw1uYGeIgTLplhWQMWbKxgogXyXvuII7ba60Kjv6jSVDvOGrxiBV0s1wgAVsCNGhhNEYlwxbGv1/lZlmQb5QA/TpJOHGcLC/tIHKOwD6qxLJVInYE6Jqjkwfo82kdfyT/I8bVppqj8bxTLkc43JDeKtgHw5lHvcI5/m11SlK6ufj5czZxt/O82AQg8YGpkZHhQFgGTdk6ef/np7hLaPaBURkFu8Re7EamS5AXTqZqiV8q4F5GHSZlqaca/LoiNM21BRKXxBs3qtYmpVqtaSpq/ltklpQVdlxIqvuRrbCXzT75+REQGSUNBYfyLyb8ZxSbHrSJVXRF8I2oVNNSS8xQS6yc4EZU7Mf3M4baR2zOr6JoDYelr2lfrqV6kTP8i24Munab/oRUFJ7rpL8bazgHeIKp+2HojpfmhezYCJ+qfe1Tqo0r+1YB/ukkfpp8bBngEaOQUWAjrUTGR8MxvNZYP9EdKAZOieKibiHbn0i5v1KrXiNcIH4PqmnWarvFQ8iu0cbam6NW+5jCulP1g08uuH+ngviIgB3IkH3tlOuaJW8p1EjgFLs1xjnQuAHOxUYUFZdBjYchWp6FMuc0riSMeKfDSvq23HxfqGI5i6UbuVWs9yrIyWFOpN21IbhJtEeDNo7HDhb+qC7oTq+OnphB4PF6s0OM9bDQcGC2FLjJYjEtcZz7LF3dfe1i3AS4sZb6Jwrs+Ji0lnYTT36BuAttUbforUSu7kNxsS5X1wqztio/Awsq6IqlV1pipjGhKrVCWv6Qm7YrlQ8+YDtRilXkVDlBGafUOLj/vXGehikBCN9LZs208IPZELvc9bAxg1B/YLwiynOcpT1M5TbQ796QInGitP7UqfWn2Q2DR+Q2HgNsAeJNo3vmolWStV5osq1t0DoO6Bp5d26jrB100EjwgietjQ+Rbmh97LAvTGda5CFNsaVqehMXEUquiMWMiMzc4I5Xc+SScaqPpuJRYS5NM1TGbpRhNTSKdLJ3FczZyUJgrQS1Nr+wABOi7OCYd5BGCudShlyjhaTgtnucrKOhzhLE1wXOqWJ3zB6slgJEmlfyUp0+5LajZgxl3B/WU1qPWEKDcKT/zlcMm3lszvmG0DYA3iNLTWoeb9btrOiGzOVz9ms/0zfQPu+ELngbTsKvPyDbQUXTC3dHLi2GsT4Pas2zFXpHIbFNmjd9w5aTM3EyoVCL7MPJMXlo0EUU3lZFSVm1s6IyUhkm26eomCTOwM2ZYLEBRutI0MQCwPxFdAcx5J468RYmBCnuqEacoCrb5TJlcNuQeKHmc03iW4DaQ6q19WcCnkcjdQ/2i94+13pQuU/9EzQ90drO/j7SdA7xJRMdc65ytuhkBz+mrFS3n0K/6On3fgyAPPRtNmHyl1QfRBY+ZaDAXpAoC0pAmr+E9KBo0UmqWMTFPJfyY2lKWSZPWspJOyuhKOnEp0qzq5GXb2lk3GbWUMkyJykhFcRH3tOasFmoqIsuhuuSpnqNpEtBRqiG0KUL5RADDDQuRc144SW7iM6WTarRX50x1mTqmNUJEWzGULHFmJiRXtEGXbpFAN/SaRqlmBmV8G37R3PiG0RYBfn9UtyjenMp8LCYPV/hS16a7DsFv6L1cD2UMcOFFDEzc80A6ZwBCflzu4uikRnNHQJUiy5I0WKQ+8EO2mVJurqKct2rXT9VJstl2bB2RlzItUaW2E0OTnqqsVvP1NA7pIJGXcuUFIM2DlD6soXaQKZigI175rHSYZ4XPUv3ao50gJGIk1JlDwrm22I9v2sahk9KZ5ZxorUkrycRgZNUjgvH8rxFmoqmqLlLcQFf0vJtD2wD4PdJ3jYC2bk2qnDxsPLyFTh28KtKm8x671LWMoYYHi1CAKgwYVeAYS50OFQOngFARLUwqc3lPKad6WawbtkJZVMonmy6qvMSzUDNIlcqqXKyxSVW3JsrkKaf6lKuYyQbxyPXSacpElyuepGxXwY5Xjj6BZyC1HH5XODG5Qq0nVUIytUUQXczTGlaYkXNnjRuTNVPqgY2Yxi6myt0vEvugU188TFR6SXV1Hf6toW0A/N5I/W6KXq+lZuZSeG5sNvBr3vzlBjp377MwQw8GP2SUMSg8YCCEnfidA7+EKDhTQ3sNAbVyZgD2KUw0V4RxGkWjysXctJuFLe8tGq23TUI61JSlUYkGVTEp1oTmUw6SpOaq18day+xo6R+bHOVnNSIHMh19l4pB7fAHv+nM+Dl1KQhXgXu+i+tGynVmW1nYLs2Vx0UlUVor+RvwNvPpxqEfEGz9oeVr/0pbVcXYxa7AgjeQtnOA3yPRe4t9I8K4NyhmnNybXZ/Uf/Fagzr5aOkuzUjIOPGgAA+os5cISeiI30aM4YI0jXRxnXdaDxapK+9twiuNJuscaeJ6wsAppZZIlCe1WphJW3WnlDOhlitNq7ouSxI/lw2cFhSwTv6FSv1KOJTopiNe2E/1FtYaofGJgVR6Uq/ODs3biSOSSaiqRVriRXm7EIbPz4PrP5wsWalCZvWlFvbWb2v056JlOKjmRjeVtgjweyO6e7FvSJiPCzRzMXyuq9+uGw1418cEAj3eaqwwOgwkPLY68Tsxfkd2FKhjNNOR0chsCp3W62tpbNeFSY0bfZM6u1btqdlXqy4fPYXbEJZ8kE75TNBTgOiGmKRskO8u/ZO59lsQKIBOBx04Zh7S8Q9is0rBSmaeBqwH+ur8gNwgVfHT7SMqLxRyLblVp+d8nB77tgYTD8jTHeofpiJbi4RF1YO0DVfcAbnptA2AN4PcCcdY1mnWJ3vYmyZr1MNLTHRs/8wpW/9PGiaLOhu4wsitUb2W1qLWVO2ipK4QM7SZNdeSuvOBnWu0uFKqSdHSwCKeuEEadhJdmapN1btgdKU0rw1tJsMw/EpYx7O9EYE7Tu2VfCKdgvxDksLk6FVzdUQtmfQTY+zGk35UmzSuzJfXxLjk7Z+dan2dBSelcv/ovWv9WWcZmM5PN35NeU2fvEG0DYA3gFonU2mWrHe8zpiqNvyas3Vfd908zFpkTKD+r8VDCFhQQ2JCCCu/B2VlMDPgmTa4rxLGMikSp+XBlxUaqFvXOCpl3dpMXKWqdkG1mjRm1iflBm2Sq6l0plqW6VqDyWhIk/lMTEKabCY94L1gvEFmII6xjnxCXIjjzkIo9MmIPlMTkVnlkChSRRrMAIc2MlT0+Stbo0jI57RgpCGkSl4AlP+N6Sc7mw+61H9VGR7P5lHeCtrOAd4gUhetn222QLdJ6vPKxpt1LQKGCiK6xzMMjCZICX0w7U6iiEs2PwkzDeY1YBNmU9hTSVj+WEw3Gu2rcJJ0YDtPStENqpj5HGutMpOZT9qUV95Fqc9MS5Eiym6SpZhJsdzVvxL+2rPQiVYEr5oBBLtxBpJFFaYudm0b2Sl3c9s7nWNl6OdgCYciAprnLFN3+2rlW/1ENfWPqbuIW3/UBQMK9azzwfLtoC0CvEHk4OZyouqdE6lXjwZ87D/xDnL8bH04D0AXdbYBiSIFP2GXVY3uCR6F6dXr0szsgy4vadWcIumCiUM6uek2KcYmSaOx8kE+CUu0zs+TdUmjYqrOa2M12VzHS66F/4aXAupAO3i1GUAq5hAriedkNDPrRUC41jBGLaQhzYygcp4QNCqsZgmOKsCHburzj4S+0PqMwtzYo6xr/y3fOvgn2gbAG0EJW7yut3rh1EnH7mo6X39Wi2sciH/s1Yf9Pz6jwIBBMEE4o2BCwxzQkUPgygiwB5MpqsxT5D2fzEr6Qas33Vjr1oOqy6aUQopoq2hCRZ1WK8HAXp+knQy6dC2VxcRd57O8TSIvR0d5Y2FRO8bGZCSOvCtB5hFiAbUzI7iooEW8o71/4YuVSqshB0NFOP9SxBLLlLJKgF8alYG7R58zVmXsUdLTgfjTFpRwpKtkN4m2AfAG0XT9O3S7tWi34AsRxYYYUzbDkuU0N4PVuRkFHg5+JNDDzWPFgyjErxdWl6sOZ6ogRTTmPY3Vzu9+sG7neolGuWRNPrVO3tmp2iRJa3VLqu2Qh5nMmsTMVbqkLoRZF4/5LFmmfyQGgC0E5oA3fJZIVBXKil2DTQtXBnlqzUliQeqz5ild1bDnzKrwSjwpqJSYV+fbhS08X5wLCWXzr1zS0/R3KjB5s3/yey1t5wBvENXFSqVG6xcmzBAVG9L//OJMvSNrHHgAZAxBwIzghCi5DZyXHtdg1pKY0yLPlK6Uz6rLWyVq0rl2piqh07qZUwlbtRl1bsx76tVRDt8rVd/gi0mlkhaJoxnzpFJRYdk9WvEa67qx3ohYpCNOFKoKJ5mS2OUpCp8bnRgMHLZ6nPSJSiQz4PNkX7npBUQ7n2dlfiwwLuwZSl9Ip4AtBrIRef5nNpr+xc672s2jLQK8QeSe2phG64/tHzNlMxmI0ziCU6Ccx0qGgC59zzxVxLCjsxsUgjFC/kZHfgnSRraWjnKuBD2bGKgkugSehEin2hgMZb1+M3daT7FtKyblwMzrY359usquS9ZUxUyCtTTK4c3qvwivhG5PAurQ+x68EVpJGocwzyz7zDh2hYhbjl3KBAHrfq4D29S6+cQLBiLlrMxIUDCwu4gFfaFN8KkfhCmSVoK5bPgneuNpGwBvEI2P5BcnmndO1XhYK//GSyVsULEvwZJci8QCh9PwymAS+f5gSHjl8GT6JcgIcQYuab9rw6znCoDmSZHOtFG05CzaGd8rVa1ynsZ2a0mqaMPAj7rOdH5KKaK4ot1m7kWJ2u6Kb4TwJGAo16M+0MC7QngKenVv188ss8BzX95GOUOWKvzl3DETaPxHlRNvYQyV9XanPq+ycfiLUdbAgy7pMND6bbWN22wjvU53I2gbAG8O0Wfd46bOCo2wbtLMfs+uDq6AN/zbdhvGkPq/f2dg5wjyaGCnfHdtdSlI1pBNxzcF06jv337w/PJ0cXj/WT3r19NYyU2QSZKy/K15X6+31FkXhJYwG/ZjdU21xrfqXJS0ZjdLG4J5mpo6A0jzIGCDgI4//X8OFE4no14A48XniLMkkUxowG9HOEvYI8hvunMyTS6lSIIcXxUiba2lvWtLhXL1B3WXdJ3pf2sv387Jv6LtHODNIXqkI9XQS0UD23iKs+F7rcIHxY3mGQwN7gknCEV4sE0Dxy8x5u7l1eGhkM6LB2O0ffaiK2ZWy91bZnt9HkK0dLmix8ROYhiWK8RzZkxXCkmdGy3Ez9yNip5Xiu1MMSmdSm32hG/k8cPCOrChHG1FrwA/SgnJHAohghcRTlRRS8R9+0C7rsFQvE5rftYTS+WqRI0kdUjuzQjhnfH/MR2D9mZM7kjze2pvGW0R4I2hKeqNXVTUa11eV7q952oEuSyBoiEW7vwZAjUSwBMRNapP+l5qDAfR9LwDnI/v4vMfXt679/XTdz+Bf/Y7xjwGkxXMH80OkqTSDsl402UXFFO1Vl1rF0lS+FG+ls/WMZrOq0OlmyZNu5JUokHfEhkvg+nfhVPsGY62zoS/yOzS4A8VyE+Fw6D46SSFsdzGOWPYjmeP+KZaExQfKzzkktleqgul14xzymzRWmd722gbAG8OTT2RXtlrHdy1q97Woev7DYiFFyJxXuTeD+oDbxQsIA+SaOTv4Y4IcA52li9w/5RvhhC2lgf3DuX666bt5qRpDnAQFt9zGHFN21M1mWq9xaS8Jo1a+Fll4Ge6MY12lcZKqSeu10ukclf4j2dgZgDQh7myHpnq2AeZF9AzD5KDkaV6gCBjnTqqMXZlso/Erbp3EXGP6d80l6weLnUX6Y/BRERbV99W2gbAG0PTv2KYIQTWv+z2Q3WLEwv7s/vq7s2uouTp8YKpc19d5QKrQZICCSa+C77Dd7+/8GiewZoU9+T8HpWJJFo8helhLNjIc4Bhu/DgaTZncbgfsYXR2uDJg1dfjMLWrtKz3rC3SHq2OJKiS2LXtXMvM4+9rpzU1rC77mNMrU1VNjhlPAMjBDhhQP796MhztI3D6vCTVAegcYe2Qtl0TmIrMkAEMObkocBcPcP2nhEczma8K+fGv9uoQT0AkPsc7ixqSpHegu/Whd5S2s4B3gBKpOuPYqlqSQuByVshagawrc1wL++sgmCGTsjQYqA+zHwX2N8EaYNZKUBH2a6C3fNvpKRiEeVvny8WCorobZh0sFs/hdMyyd/1pmhj9t3AqbQsXy4u9+cSlp6Wd6Nv1c4pbu0MClVlZzddOPjcSIPuLo5gcPnYqtIOfBNEBjNVWJTrv8ilDmWDgDyB5J8Bc+z9ybYpxon8acyckzo1RnmZI9SZm0Cd6nAq461RRcZwDotVPfMP6Qo+WjbrWOuIr3TX05r9DaMtArwppH5aNDAWVjhz3suh6v/l9Y6P5Pndk0cOAym3D1XXyGi3EyMT/lP0E3iZxnRLnoi7t7N4FIWW5KT9+4vF7RIVNsL8Vub2JrSkuhAgAGvXF9AlrkQmIPfKa+qtxtYgQPSqldDSUhyUabOLSTNoqvLeKpOuEo4mrti52cxF8XMDZRdcAk8AkCPtAw75WOfwIydacW6IU1E4B7x1W8itbaEWKoMn7YLT15rXw4DKcopN/j2xK7x82r0ixdsO+dZoGwBvCql3tqAmauwp/7DPd1SO93mRVUV9vkrFSYfK3sE9lPhlgIaJYYaHC7jATIiLNl28OcJoHCe1kf3Nji804SOMWKUw4G8RdQmJt8GsC4UAn0SovLxT1QJ7y8gtsqQUMds9uGV8lhDTk5cpoHqpGcrKNtKs/SBhDZcCp8hUGc1Gfi6AKbaS6HJ1yf+TkykG+vjrH5BKDrjDnsgRyjrId4fBe0j44KWgPLb1uKCymvHDlLyaWwssTMtmg1aLZDYoQXUIkZ2v07eCwBtM2wB4A4guSccPuZx6qf6Pn+aLhUXF9l7Ljzh5JwwhUV19woAaFer+QQsQV0QIVG0ijdeTHX7DVYO7DelgHl0eHj+BO7hrvIe+0NBvF4tnKKoaOMQvQRDGLsKnizNHOIS+f/IS7UsxR7eXB4/Y1lsHyydidlTXZehdXYm+wObFarF4endxpMvSUkv/6TNx98R5wq75adUDblg/AAo+Wzx6cpQ2NFu+erR4eku6g9tqzzV9bYtx3z449Z44+Rgbilncfbo4fNz3Js7MTDLnQYDDU4A6oUSicHnMD0xGnbNgeJbz06hCVog2OVHNWHryNJeiy6XJbGJ3EJ8lEBbkKEPqOlfEP9Fb+kNg0XYO8KZQ75hhxn7KRVOxIWrHdbdDNLVIV29vlNGgADRoGKjfH+uayANDA9OjKnS0c5jvAo+AR0nZF7/xzQ5xyyenikmFj4KAvl4sPk29N2QOcKiSPAcYBHiwVOyBbhHmTF8vHQDvLg+yBwps1hy9kqOPa/+Ez0rNtmTPni53PXXnB3Twk2rcCZsSukO323aUyoVM27ZkDvCJo7DnG4eGnxYr83jpO9eWcW8vPQc4/y1wwp2XwDeOu85FC1EiwphRHDOFkvocObNU565atjItuYccziVsHLhVPMg1//OGSb/NGcC3nrYI8IYQdzOu65wZNE3dmGZ95necM1JK0IjBwQ3gDvcYExNvYtJe0IXnAJMarmF5IPhVo/2Bb5WiK7ODS0FAsyVR+mDEgyVsd4G/4bL51u6nO4tHu692Fg+/eLI6esqdV66xlb8IqwD4dPdTWot7eKDwefRK8VLqu4sV3OKFYtnqFdaPXx2XH3t4zB3ne0TmT8B1WplY3s/A5oA131XL05dydLqvbXm5fOIJTlZ71rbCG9AaeguEMZkZrL1pSXFvTVZzgEd1XB25ONwEOFXFTT/lQBjINpyaEsccpuBbWjp59tA+iYWyYyUT0LQDONfwzP1/VeoUiHonGmm4Qn77aBsAbwgNvwOelyL9Pyd3RJvE41WLxLpMloukIEGbgwU8KAoa1NBsdHLIhVv9EmTCchnfx4Ja4Q4eLh4YyLWBvzxQkBBQS5WGolvFDgGi3wX+dc3S3V0cvvo4jlM92j9YHis4LQXDbh/oMvWXEqv5zuKlwqx2el9ZU+8oMGlbFrfx883HO6BC+1V1f+mAtqsw+A1+tL3Hi7ttn95b7Bwg/RrwpwtcSBHvFVvwQBLZ4QOT3wI575K9VMv7G7OUSWqA7y5Y8VNgwHTeh6UQ5TjkY12ngqBWc3vo8uIWAhsyi1vsyjnzWTOpUIpMJFSHuSDfJDKLeS113qE6BdCs8mOgbQC8IUTHdOdsPXToqeN1izt06oOUirq9ygYDFQb7wDMMgIJIGBiMEtEhGDAIsA3lXoCDFLYi+OLu4pavBEt/sLu/WHyJVepWzX4JUkXmAIue3FsJUBHRFov3HIWeLQ4f+1lr0z3AXlYj2T0xILsXpV3c00XpPa0QHIqhL4g/eYg5VdnpIporV+bzhAiJl9mKAyHAB7703gci0sTbcvkYpLlY3M+2CPDiaPn4WAARd9pRC+QBdKt1J9lpiibjME43QHKAGyQLp5jlmbsO+3KFaxNkCYG9jfGepVRzKqUsvRpQwayEadoX2xNZhwekpn+za7R+8fD20HYO8IZQf6AvhWgW32bk0XDWfxkSKChBtTirixpGABAiA4srKChTSR4wJj8KLQSY0dyQG+nl4jlMkI5w01PLC/gsl0eLBy0IRNh+CYK+23kOMHYvjrJZjw8eesuFt4S6dvaXTxqYvZs6DZ8cE358l/hJi4+3BB2Jinhjwu7goQ9a8/PkzFoXeX4QwOjZvnvLTxafJEwGAda2HO7XfCQ/bcGHqnLnhmyBViVc+Hg8KqS2h2Na8VUkxcBpDrD9+/ETfjnwMIQ9TovUiALyiIR+cDAnq+M3KTlfuGonMDThu1ZaS0WLeOXH9aNj76FJ0bK4HwttEeDNIHfS6zrn2IU7nfKeP4ZG1Rfq8dNlMa4yJvwYoBiDDy81xiB+vMpvgdtdYKUsoJwHuoAUX3JdGyq8gINI+nupC86oKu1+0MFRtwsCVLk8eKUtffnC0OyLJ7rqXLQZOGMtrykozA0L7KEPKzowLLRbGa7k94nD1yPPJYIU0bpQ/dXuPhexCYAHz2cBMNvC9bdkAqWLf7BLV4GOxwqARpKgRkm9Tu9FT30PlViMABX9CgT6IOtwt7DE2ZBM3ESlVX5mrKYaabJRpNTlbs6XXyDIy3xwGpPGpRSHu7ZCcwmaHAER4mJ/PLQNgDeEei+tUtRYPtd1HXFn112ekJeu3q9yGrwwWICzoUcMTEgA8MK/BCnEFizn8ohHVjrQ+VgeeQ9MqqKni1Nskywb3gfY7UCAYZ84PgnSfaMgtbt8scoMHHdXAFwEpq/7JTCzf3fVTIGDub2ob4u7q6jHbeA0fKG0ArP5ecFDP7WtNf62I8C7bAP0SLrcK8aRoaSCndCoAvtD+866DQO9csNAGu7sc/87O1m76jTWlruXR/5RYR1W338NF4iXAy8SABQu0zmJWNHNcTEhsFmh5FnACPyjjtMzznQHfrJIYBzPJm7QIOmW7TPA9I7rO9LbStsAeAOo9Uz9gx7naFpvvb7XThoPFB4YNPiLl0CHDAQGRmxUqQLiwbWjk6OdjuyM4cIfLr6m9AyXNIJKPMMXgRQP1buaaUyIF3GgVK3qOUD5f3GmgPIlt3UVb24Z3DEDB76S69uvHnG7NXWCC7Lcg21qRby7zN+paqS2Lz8va5LOzp5yp/fL08V79XSfp/LsjDnASB9z9+ah0N0tJgOzxsfSNjTqKg09Y9i2wHuUXRv3MJWIL3ickl9X58By2BtUayX4zQzIrsSC5wB5n5H+DmkrIyNPkIysDEoTz8Q9/aF2M2UJjugVPt0/krtjfBu9mdXNoO0c4A2h6nQu1jogk3vX9MmI2xwZd0tyGe3cMKRGjQeGSAPDY6fqCn9+IepFG9AZ1YY2u8zCDRjnyeGZH1BObXmgWFY1jODad4FLRKU/B6hUj+IJmhX31LdsFXuE6SChsCA3Gj5xFF9RL/VDeckOK9IazJWfe4Xelvdd5UFn39EFwxH+2BjmAGMF3MsT2GwLsm98Y1lYUOui4RcBf7Xa2qKWnE2HpSV+C6wjObwQKxQ4Fia8gpJn5kw6MyTfrCiIN7Xh277GhUBGt1EloY3zV+ewzmfOM25gpl8fq9Q+VP+5phu9xbRFgDeD3DO5inWtKBXy6ztuD34yose3aR6FD42DQIoMDtBAZgLBA0UasDy/e9QRIBEskGb53A+ZRB7FlJTdWzxfiwM1BzhhJKW6C4z4yWqxeO/rxelDYUVt4ZECGs8aLp69supQ8gEBWnbrS9dLXUJ+CRKkZj+0C3pbcj2Lu1IfGAF63WtzgPbzD18fG09KpoD4CVo/X6gqCHC5/PhI67oVzy2VO6WG/UqeX4LUYSVOebaOQx/cl+RoRYDj7KheZHGzcap7wGgUA7ne5VwqCuKMkyorv1zQtmUqGbykXQTJE12CHpHyR0TbAHgzqHpm8Fsn39MACb0GAqLOlS9G6fL5ZZN5LRoWbSgYHsyJrwJP3wXW0sf03cX9F7cfvmh/tx9WperPuGxsYIj8i+G7wL0wZ56/XcUMr0IBd5eA1qjVVcrWuQivYeC/oOEXriDPpookt9AUB8naumzoYFVN0eJSKt7SUKuJC+dk1equJxZlglVcjQmp0+rySJe/hwMErHDkPAmZkRmnxKdFsYpzQhCrc1OWOWkKeI5vqhnNM4GIwjBQiNGi5Pk3h8JgURJUAZf0Bujb4l/032Z1o2gbAG8QbdztyJWs2Wuo3/bNS6EBBrwZRuNBFQZPBtL6fJRHjYgZq8ud1eVqGtHJWPih7WvJc35ZnHITpGBRA0gml+16OhRRYztTS/5K1aLOVE+1B8qYRGHqTGfTRn8NtZlao1pStVLF8eLRAfeUeb7bSqfsV/OiVBX9F7not0BAZ+Q52hx4F+2wi2Db9B9RyydHjFI7P6kV+SNKITFqF0McGOa7PVHSreLXQnF1utQjMjn8Y6LtHODNoPTS6qq9xzqmwVyLABXyXOiKKbFQlkqZZQ+1GaWJ6+NFxATg5cWlx3ICVIa1ksb+a+k47wRs7fglSLjRT2IJIldKU1pExfaaLZWNrtJQkWaq2Uwpf82u1a3NXxWxd9PB0jVlzVtRbNvPgtv7ENfSvMLbYFZ8YqDfBNFJ4HAbjykq+dBbpMwzezoHRDFJMLGFjIP6wPLmJeSXQJapOOXHH6C7NKoPvjjn7HKDWfKER6RuWPvBcwHk13Wl1/Sym0tbBHiDaLP7SdLi2uuoPekgggtCYOrIY0yZBgcDyCOOscGAKTrZOTpZHQ1jvEEc0S+f/PJ3T3755Jtf/+7J/ka5v58LxRYC+CZIr9HeXGJJJIky0XRR2FoQlq6n1o6salM72GZgqRm0ZaSiscrKU1dGZt5lBc7oD55e6GA+qDs/1WZK3XHShWKfEGB7H0wOMYe+8Jjxn2cDVRWrs6TCKpkQsqQyYkQE5VxhJ5IQOeA+VH6DMXNOleILBr5k7hiit/vzR1fTNgDeDEonNZybOuzGnOBVpEFQ/9lt3FsYShR50ikjJxCh04qXwRxd7DQIROxoqQUDogMBYK2EWoO8Se+DeXt4cyWcRCoGU2cWlX2lblB8TJRSRNhEKavJVEvdqdvHqCtTjNoYQIR4UeqDLvkgXn5xcnThL+x1Ct4mACk85eAblFW0oipeEleC90ICiOdgvSaKDUnhLwESFIkjkwSGfVniLygR8l3g0Lf8DmSLALf0vZK7H71w6LL1JZDre6YGRHGmmuXR/3puEQoDGGNAwQoaQygyVKATPoy+8jBveGatuLYsJu1U1E0QVTsyiiq1Ejl1djAWl3wSFdMtUososihUzpo0aSvgXCZyNVFs3TKiyYtTp5m88cla9UhXwLoGnn4K1//r6AyI0z82H/M68AF/iluEKa6IVQsQdKGazxNLuTFhTQhMwOPBQRuUmS6W7baZAycRF+ULwH3a+EdB2znAm0HppOqr3AgZot302aMqN4jR5VIxT8xZXodPluEyjagiCRvUEPHomqCLxnFGtVP4daBzXdlr9U2QpIlDh6c1kdIsHM1TV7llq4zVyKjPTJLG5mUSSZcq75I1bePI8qeUJlPqbaqq6Mc3RttP4Xy8Hdg83xfSoT/2NB4nDfCX1/rxk12+XqU6gS1nh3NHRo12WCOyYzvIg4N1Mi2GONmEQlk0GR0Cap/Vupau7WQ3l7YI8LsR/6iL/ZtSVkrO/2xXQt/2//qY//LFm9S43u9L369ZproLbIAhoXKPL+DKpRDgxaojHDHhC2J1xRgdeip9LfVNEC+TsnkKE//FlaKL59IrLFKLovihtEkTzPlUI2nyElfF+vDNAnHnKrXGxafKfl/wVTglH1cfX4cnxyNhr2A1KtM0XotxnBjkpIA2pYpp4ECfwgRH+3U7k1xaL0l+RsIStXNgZ+9O2oLirqax2701tA2A342AX99fR/CaZxswxbart8rff53168kOLOGgF4wgqrcOj+R3wax2MqTXUU5PUUz5pGkVpPVNECfVW7nGJA3sdSaVxsooiX1VZm2/xWGSN9keqJellnCla2vswtQ7UzzckX8JMrwQK+Gpjn3Dau2fkOIi8QxtoptLNI1UNYwzm/e6pFbxzR5dc0AVljTmi4uAP8u1VH+4pgtN9G36m0jbAPjd6PsKgFqnsFxVBho/abhJuftbT8A0rHjcm3hoZIRk7IhVIUUwRV5gzEdBOgKsoiObtbxVimsV6sq4BB4snIUfLZMaN/kbRUnhe26XsBFF1tQxaLWpCUznR/k8VTmKSA2prgmnfEqCf7wONcdVFFSmCOSfbqiimFdHXedCQqM9GRATA+JU0qAlG4rcKuapJMyB6n0eEVecjSM30FmWwh8JTncQUqT4kd0K3s4Bfkf6fuJfBbha9WwLXjMJeFbfwhxu/dbiWKpRECTgseIR6Jq4xtRtYCPAjGMBmnV8M6RWrpkokX1QcnIVg0FnkhQ+NjRrzBW8ilRn4rKaVTZSVF07VslVhJlELXe2LvTSK+F5IzS/hZvfBzZua6SToBPic8LCOSltzpMBekvnhDDrme2DhRL5sGhVMzqhsiFuUpVjt5VSMbe/Dab1kit60ttLWwT4Hen7CoCituJhA2CrurlZ/u1HKMrUu2EbYQETNTI8UzTQZfsmyAam2cRKQV1NMwdCLLPXYV3lYEiD+iq7oTKqw/MDtkmW1BBhVaZ8M206XBMOqcpNj43rIh1Gvw3hf+T3wIlUnm4lSokdDryxHKWjmSvBbbF2ooqqTC3Dhb2gANYbY1awa2twJpJYShnm0uC8zQw7/9HQNgDeEHK/3OicCFqYW1cOXwqe399rhhkHfp6MUdHvMMLUsNKY5TnAE78NZkgzbNOS+EG8lpQtfzE0DDPmV6bRfjKOqCpr/KSfcy2F75JRtVlNura5lvBUekqx1mh3dcFHQYYpQAIRh1nH3AXhSOcEDIi67o6YgvCkt3VSgpdF8YWYanOgTKykIoIhENCrwrM9Rhfkdzp9HHPoN28/bQPgzSCCVg9cVTaq+lysfl6cyUp1cXo5HZxSXZ+R4vuIRg8aUx52vh8ZOmQKcOfokvuYNZ77sL4iXYOUaK2y2spktArfhWE6H5ueBsnEbdiNtau89DSuZs1M1U3JZnUQrkvnJgBpHdD2Ppg2qVdzcj4TAxH5LIqaE8N0HW0Q6AQZzlGRLMFQXB6WicIUfYF9id0uD94o46yroG8od4fpk8o/EtrOAd4QSnirztn7aKRjHtp8SbTrmS+s1h4CbZg5BRJIEWQQEmY5OTzx8C6sE2wDqkm9pyjCjAlRVKVPQjNPo6Tz5WNd0ms9TRK4dVk1m4RrqjF/jarn68y82Ei7q0t+CdIxIKGI4+9zwLEXAcvaA3qFzkL6t6Rqm7+TXjXbNsI4J7KhQwwM8yaieux3cLn9ZElnGDrM7D/n205bBHhTqH/TaLrvsRHlGjE4iqvStr62OV3wKDSjADDAEGFIKDH716aR2sg5YQ6QUdtHcmGboT6Ju2jie5IQ+boy1StbfFuimZuOPiZPk2Ym3khrqistR2H4TUmlgXXqykKART7+HcWp2t7vZ5VzJPyXslHdIbY9iwIXdo5mMm3nLTU7RuX4agep2SI21dCmp7wgyJ1kHgl/DLQNgDeF3C/XOmerppyUo9nUsxX7UjkmQh4rECqvCSOGAqMjVS01HIVXDk8uj3YyjNchzygd81nSMkl7Zc2wV8WMqlGevEtaqTS1mColGFpuVrtwje/VNeFmwmDilHq7pOhIxD/up3fSoedZlxx+CnAZ50QMwKwUnBadDF5jpgw9SmxDZVZPNBnR+aYvsthF42lAc6hEKfinx/rcMd6QvpPxD5y2AfCm0BW9rovCtGqHf3OSNPFvmvYpMjzoI6PAQqMT5gF5G8w4mpPWwM9VuGiQzAvSmsl1rUd5kiVVaTKlSTwaTGnTUVKXrxmkuqldk7OmDVGSC0mVeAJmuAUyUJCYDn9DeZwAWC2OehukE6iTaBSnmkoiJnaAvcRAiyUSNowgbqSnSUQ4UDpfTDdArupmbzVt5wBvDL2uayagmR0uledPTk9QMC+H4a2AJAdCIw/wQg0N56ZDD1yNZPBMFU4jvlnjU13Lm77LRmazusmvSTZNeqUJ5vmVwq7qSZIrhWtMKzbSzIKKWX4LLCyt/ychHWHgX/0SWGEohzyQEGUyU2ydmQUpZp5WBpy+FjlpLC3GdR4DAFmRanEem6wYKZfas47yhvS6/nhzaIsAbwr55fazTje8xyjk+tSZVZ090RBz9XiX4vwzgBoGHkm5B6wBUiNPpAGrS7eTb4ZBfQXSIV0pTLJqsphklcT36sin2vlUm6TVi5ulKmM65tcladcMrmw7Z1xs6tb4yphP9YyCD2uinIgDTqlwlJglanFKxC94Y+tqnlingT//iyga2sbOS3vpCyFTYreNdU6tzGOW+hvc9ljva28LbQPgTSH+hxd7BaHKYwyD0dnaDT2p1N3DkBs5qAAZMF4aqNigw52vNdwzkgNwep4UVZd3ZlBtCCptSnoaVRtm68rOUdmwnlJUm3nStzYspktTv6LZwJE98edAhp+B6DgTwly0FzX7StYyYz1lLnNSilUWExFn20zBvmjMMbeHUQxtdzrhe051GmjR2t0ffpT09gXAD+58Nc1o/HVp9fk7HxT716cpcDWa1ejDHhCdjrnZUXxo0ruoIVIktuaLDDma5iivMHlwIBAzwzXXQ55rzDbr1xhey8+ZVi8pZTeYp/X6t6TuaMyvSfN6WvYGxShbLh/0JwBH6sefKT1qgeQVmMiVfE7IxbfQB1ekU1Vnq4u6mUNhQUW/ZabeD2ifvcGPOP5dMQd4Z6/TOzuf731W4sXi/YHv9Nne+8VdS29g8pekO3t/N48Tpp07V239n0Hj3tzf+ws5fRNS9FI27tpsNwl1NpnofH0SUB2/WJMBn0hejQY0IJgcgmmjLMTza7z5vSGdK/COU5dPZqmP0jAVG7rhTDdXRd5Tlwwy0lo9fjAeK9S/LU8a+V5VDtOkPdKRZg16nVzLk7vCf/zVEQXN6Zj7WPutPCKOuaWFzSKFwHfObVRt/cwzp67ZqOpkfWTlSlKBP0u55WuVIaMEvEfmR/Xg3xptIEBFik5fLT7fmyDOTwe+058bAHc++2o2GL8rfXDnutBzZ++r8YSW4YO9vY9c/+/SuDdy+rdFgBQTqJsfQO30OvKVaLJRZ2//6esxaY2Nhg5EGksaEAyKSJpcdMFtEB7g0DWchvDFzsXloW8OM6XVGOk7j8XFqLpcY6Sscmi2lqKcViWPo9ewvGBqWutcVwnFpBocJq1vam9W1fka7ApejaSJPi6HZs06Oh244dI35AilzNgt3/TlkFOzKlVOj6qemlWAS8S0HmpoEZMKplDNEyqzJedTllGTyw8NuiBvyP02+m+N1h8wXX0JvPpwLzv8/h6fkn4N/bkBcPHO3qq4P4deE3o+EnAtVtQN7/yFYtW4N+/tfdvh+UsS+E575gxau3N3vjifvSlVdDbcBFFPd27eqaMHoADDgRCYSyOPuCgZwhrIJ5ca3n6jnfIjYRk+b3G0s1J2cXlyeOm3fSLkB6+xSJUX6iscwMvR6oJWNqD1hXSXYpsFqQKJrKWWwBUZ4TDtskKvgBXTSmvd0HHX1YJqR41VUzpZMDqlTTYnW8TW8Smj2kDeac+33bwKt2p6wB0ump3dy1J1S/JtZbkdiUPOIhIoE+djH2km8uoMgNnyb0kCTlKdscRLC2iA+JzfcYvixYaQPFstrusjwMNar/lx0dUB8ORPH+aoXIn6Rvps75+Ku5auNNn5sNbw59H1AfBUCLBY6C8O0sa9+T4QIFAOfnjapejsdH7TF2pYmM5u5rTCJo0ZBoCBGZ2fgUY8F9joQoswDTcxNbIJh5d8KVMVx7cLhYELlYfEF9kpqPAaaYILgUQZcQdRZbK3mZsSPNQeVdr1hA0ZAY21o1eiSbVi5TS+vLg4ISpRt9rALL9hYSvsXIqsOlvG+tkEWXvDbSVP3rgVocyWGF/6hWBskbfErlg7QlAqhiyEOElpVj96YzfEQZ4B5DPLkI5ukJ0CEE+h+PdphmloEpVMklN1LHPYiszkApHbhOQigRFlYGXykH30f3zl7scdAK9+DvCwIcCf7t16f2/vvx54sDPhdarq3lfT5efLAKLjzxDfFwez9+H7bn724Ku9vXd+apN5O7yJBAKPUXxEy6I7QXCf32mVlU0/Qnj8eYy9Em+PVxGl+He0ug/3/pBth8rwA9ppKz7f+8zbcf8zLL3S0UHRsAufMw2696HD3Lg3ISFANIOLtoET85cj+Xfoq8LcRKf+Ffva1UxBQHq866L6zRN1Dx2PAEMHpocM/QwVMlUU0uA1AtRo9jgn/PB3ecRVHkNdw/xCGMoBQ0DIlioM4oBKgUCBXVGXpZsbL/XmJK9JsA7DMlfmddOGsFobYsfU7SceFY/wKIZ6tZNMmR3iipfcJKgRBW3FPnltIFViHkkru0joVCXxz5vAqhUPHRRZsQT82Ne7ka3Cg1dn6KjDU0eTQzsc3ApnFQ5FznxSYDkfdUasQhtlY/CG1L8ixoCKkSGNtCY5tk6hsa83zhNe13pS6ErhW0jXIMC9X+UAMIyh+w5ZGu0M9RH3BBC1icM/auR/aM7hq8KPTI5j0NtVADwWEgw3hQqpVJFcW6DYpyZp+/Nu/FGPa4mrEO1/WvyAAJshKm1osygaGw2xatiFn+5lh9FOe9NIm8oeTdtQG3hncTYchb8QzXsk/btYE3FNgiuns3fOxsA4mQA6NAQ8XjRWMlGU0aNB04BGjXpwoOKFEI6S6oAZRwaGuIa+A451ZpTJCHjW0FhYJQUN7IKZFEUIHPgzcCPCIUdG5AqEkl4SgzSilCKywk1caAMspakDkjeIwBwDryvtyLBURpH4uaOtKmyJUEW56NugTE3157DrnQ/qcyQ1BnUFjzTymmWuiIdYMle1TUBpyD8/C/ZzNSfBSM3Qm5r/N4kwQ1EnRqwttLSAyUtNRxORa25Lczu2LmeVxSQ57Np/zR8Nnf/H//rXn3z0k5MrboIn/Ig0tj9Y7Lzjkcws2urDMVKI/k/Bu38UmFOEqEGZIKZcSgXH9zfbLd6J7ft7P1fL98d5uw9pdd9tP+getSGfgbjel7+oHUy1SpXyrvZanXydvDObA2yGF/aqaKdcUV2Gaqq9Gh3MKLugBtr/j7Ac9qZR5gAHF30Dvfne0r8ceQP7VmrwFAe19/2t7QRELy/WVA99ybJgBEOAsVLDgVEyw3+hIB2Gf+KThvZRXvJuROfLyEAfBQAAFXGNKrAM68zoOQjFDhOioXhFUlCfWshQcRMkRaAhDOGYClhLNsRhSdWKlkQku/Ma1cIxhynDcopVbQf2bgJcwy0pQY01o3bF2+CNbNbaQ13qUjoqYiXPOM52Nr8YimMhFso3UwWszBbyXJTDy9EO5IZ8+csLX0qASbREOguBbQ3wwTRlUtqpEGNL16Uyyut+qagtrpvYHeLHRv/xk5/8/iem3//kP0rWafWfsznAB3s8WufbCB/+av7/wgjw+MOArmnG0LYVK2yy3u783/+TYSmI94jqGB/fZ21CfX93rLzfuv1QXhRf5GqliKlo5FUhFTnMqQkur54D1IpkqXgmk5J9qPWcjg7m5F3IXXDv/7g3RXE0uNAi/mhVWyrmL0c+IUNf5bqm2Pqgq+ob/8zUyYvr0C+lxHR/Hv3zbw1kyMjQn6saVx0oQBrEji4BOzXVJlQT3vgNFaiL8U+oUKl4mdASUMUi44uaGitLsgJXuPUlM6HFq1MBplKOHuwmG9VobwleFbQAkTKXkk2xX5xKLWFm6+xLnjHDI029EUjZhwutGHdsRFyQsfWywwN3cLwz2n5vLw7d0r6tkgeOiTfQgZdd01bkGBYZmomEzYB8dbAzWcfBNzL35B1mheAqgBnwmZGuIGRf5Cmn0YTfCGzsnwzjDDs7dYP1W2emq2RvE539q6OfskTBtYEjvJQjkJB2f+8d5R/BM7LH6yzfFJWwSIBo5/1fwRkt2omnCcFPs+uzIMD7Dq0EPV09FymK3D/81Vcf7d2XB1a/uvMnPAqFKca98xlRrgKWDBp9sPj3RMuPxjnAAmmLxaURoHDkSW/8zt4fzi69rabhfm7tgiTv25L9n+1NkZx7Nxs5CL/jic6+pX858uqHXROrf/Nw/UGG07WOe8bkXvETNZsAvVxh1ZBhmExsIyGXwlaEtcAcUNrOKtgq9ypAOcoIAp76A/Co4oDhGqFAnGMVSrWUpUyNuFQadxFDm9hTcQ5ZMpbvhCfHwtRw4ytRx7M+qdjhm7cVty4sJWwR4lDiT8CSlUWfuKUygNIZe88VMG90JpLZmdsqYwP5U8mOR8XmtLZEYI6Qm2LRiQPvg62z4IMtHlwXruW2qXOSn3LkHBHqIOZtrXeES3OxiozxlTUgVSEJGNNrc7PMRlZ/+I70Zzb7QdBZRb8QzByfrdocYALgexMCXFxoaA9P1BkQKboVKR5MXOHCaZpwaLfzodfwoGTj3WZdf7+vNvf33ld41PDVJaYJS0+3ybRAnEJZow9WPwsSuwYB/grtT/dAtiUTAhy2fIjA0y4M+z/fm5AdTdEf27aBE/MXo9bh6lS5qv/pZ2DBovPZXRAwXbEzyn0QjRFghvq/xoMKxmMGivFJ4IhJY7kCBghP8EyswBBhRn9CZVIbaTkaKTCoEkgHTnJQUFBTC2Mk0J9CH1jtYqXAYtQnocQyU2aVw0pDZoZ9hmpatV17rQaSKBB4y3BFTXKJ2ALbenZRG82OBPGpwgpVEun6Nmh3vNmqEQupeEvZboApjRLt22rsTabs4smRt0/2WSlt2Sacc/AmKuQFJW5JVDcvDPyQ2KIuU0XcxmhfDCbv07ftnIXz/IUlIp/dhLqCgFYpayYyl9a94kdFFfUGCDjHgH0O8KcGRkJACkQfFUjaGWfsPgAQ3R9m+z+qSb1bi51fxUmmCdfadQSI57aeoj/ufXVH2o/+9BEtTz60x3cqVH4mwHW/ATtDsCLZeSvu7P18Wku3kNYBcO/QMhr/1947Z6ODTvLgXZAm2/Xe3jvH63sD2VHhyU7ZwGIeWPQXIq9/2LfQ7B3mgoCTgbp5cWtkVFiXT551N3mEBDGI2oVWkbAM82CMawUCMUQ6oR3FgQtHIwc3ggSRgdkxmRIxbSpesdB3A8SVAaiJNoW+yG1NW3TiWyR0ICXuEGkawnI8I145IxYR2ByBtdAQayrYmceOwOT9kJFN3NjRjKBnuwqhakRWkZ2tqpIiq/GqjUfRsHHsr1qwfdwE10Z5s5grVAuTDnOgGse+xSTynAyCmcCe8Rt1CS3Pbzl0gpQD5EIRNaYaKbDViUWXlWFELXZaQTvV1/SSt5gS8n7y+38W/cu/JQb+r/F6rc8BZg5sRIDQnWnGzoBo9eGvWuvVzwyUjJxyATtgpqHdWZ4DXH34nxSns3skXFSqCchP0o7XCj864FTgWv1pQpXy4VVfgwD/lAD4KwX6ND7GfnTQaNyFaf/l3o42EKDw4txFj4jrofGNSHGpuA2yomm7lbpyfc8LAioUU/c+RkzYyLKMK8ZH3icXXgVSjZIalSKGN3GGEU+wE3AjJDmoUCagKCUCScDkmy1iAEhUULiwlOhgSGfcdRTAh51BmVth1IIf0E6epYLHwCHGK8SnGmDi9cUIEVHJz2QTgWjilWvDCUwxcUOLcYvWHlk3sgs8cBOD8Ixjr8UYEKUVfbXiCZRqojXFHnltERfxqs8IqAbK1oFu4MzYzQedUtAs83UKhSoHRF6E3vOEaBruC+hTwFOZuV37xjaVZpdWQfruEzOaia7Q32z6j8S/f/770D8bA/7bSWmhNuEVGKQAAE7rAVDaHq5e+i6GsN3/LfnnXefo4Tu3w33TsZ3wl6Xv7/3h0WIl2DiOU10ty1Aw9O9UURj56Hjx/9vb+7mij7z6pqtcqcVnrILogxz+zmpxNL8LXIbHXFfbRLqKnjK0pDsoqs30j2DaHOAfzrCc7Y0ojkYXf3zpDbw1Md+Zro+Ac3n7l+MDp/7uCpe1dGicrEW+2YQk1hoXoADQAZNDQRaMlpqSqlyxT4vhngc1o9mDXyO6Jt0clcQycye1Q47DCUrikAKFowIQS0FNaMhho7UVq9a4Bm9pVbiCjy55CR2llEtMcPHdhqzTPlGpHWGINRW+I/5pkwl/YDGbkIBl5TK7V42Tta3mlowktCVPtMa5926Suj3hD1Os+/YYpIJc9Y+gEwecKKTD7KCk0qlQmsgwT5mCWc6Ob90mcZr4T+VQZ4uAPolpwGmldb8gjpW9xFdyG6dP/HhI4e73gn8V/xwBiYGlhRQDclSmObAKgHkwMHcuoNWvHATytByBQ+HAREwoKZhpvZ08i3TNWrcQZvdLPwum+txgS9CraFXGBDjFSELica1CwbHzMwQYw3f6XWBuRgcVngkBKqwPDhoNu5D9f2CXw94UydGwm4rWta3vnNeW/nzjruy3UUdwV5AVTVtl+/ddM4H6f67/6lJuvuJyHg9ljG1GhgZCrniDEjJkzEIAoWA15R75QLQVvwaTgh/BCRchEHDiDwt+LxZ7hxBiCZEAlVjuz3qRVE6wv1hFaQMXrFTeZOO1BGIJhuFJwvJysULBgjhGUolRTLrQZsjL6lI5Ucg/TnNbWsoBda8rWwmQo6ninb0IDUbNprAhADy1thH7Fu9I9Zc10wZTN2PLpEpQFNOooTGRD7aClyvt2CsPNlOuKhwkfmyIlLquACwhxuFKMl76Qul/iOoa8dD8TGTb1qV+LOQ7ID/5l4p+0D8j+P3wMMzJxhygcs8Bfs5o/9zzdiFBIkze14h/x/eHCR8PV7naRXrHv51wu4+GdrZT+NghEn609rxIfnpxPxuxY8vPwGWfee0IHVH/UXqL7tg+q/tqdhc4hh8da4+CAKc5wHf2/kB8Gh0UscJ/9C60OUBPK0570+jO3jvPVUwu+gaGmQedNyP6a7FXU7RlM5qqP5/6zgZLya4jtaPzCwbUmFPFA0g18IP5kBCQLmBX9z5d7ubvYHepguSlZfx9UdwksdpM6l3mJdWW6u/AhTP8Wekl0lR55UoqsnGtNMtdBK6PeWW1JJmPgbjywVLSFO3PRr0Mm3rpp0o3cU3Fk9uPhACBhZ2C4JiNyxloyM4KIlpOB9JohNVsaBxnS+WcMOWWFE+ZYqKc0uYH26qJrpopnnWrKt8a4gmY3/9bxb7QvxAB/7X0W/o+Cfh2DW0qNkIlqM4I8FuJOAsxjgqRqDFDUtwQ/kSAndU3DGtHnZT1mrtGrlhcVK+ravWp7BYhBINoTVuCGEVXgoGolGDmqyiSbrBhY9fj3o1k+xml+Zp8Vp2toLGvHin6cZ1cxLE2ItPSTgAkTkdfEUxKhF0h4uzOYaA4pVhWxaeQMrN+ZBXnYmVqd/mz5uoSPxb6X0S7EQAaAioqln5L3yu9pjui0mKLnq1d2vq/elVmNH83IG3V/z0KTIwtjQWgB9NIKkvHzc3LnV9oDHuU54801UoScRe4JlxV1V60sgRjZcbmzw4Qg9Aa3+3WMrTFVLWyxoYriqDqpeuSqvelaj1zKmtkvU7qez1Jly+E/w49n9rJGKxHpeCy4ouVSAkrko3r/i///GJg62aqLNfDJUClhXNtYQd+WlxC1SN+LET8a3dA/mcKXwNvA+APncY3t6nXXtVzNWz47e8bUO4XYh0YwAARLPHzZR4fRTwZcnL42xriHsspq2JBciR+Sai5ZLM0r3Q+bXrVqVcHURbnaiLQBltZWy9iMz1XZpUVrrS/UoQvD91kYoaUzJZKoUlRvLlklbtI8KubwTr4031ZjjgH3LgsLFlFrRYU2ymS0dCywqAn+3IiObE2iFE/k+XYUpm45FGpH91NEIW63/8kga8TAPD3pd/SD5XUX303Vzkx7qqOyyff1LWrdiVVeDznBvA0uNoAyXiRvKu417kziwQpBXMCz8jMBaS5Tkp1zAfWtc6Kaa1mtq2MyFbNr1LPuqQ17ZpkaUgmDhuqzgZZmZmLopj1pKV8TPYliB9LJ2culkv/ILqOKUjbB1iH25EoN39T5bmmTANGIpnyyTzhz2wo9WogvTkagvdwxP9Km9mrNJMJvSAd4kdDRnvTPWDof1pW+i39YIkImO56fBXOU3+W+HTn/MrYuEZn/PcPDGHR+GLqSCy1Gky+BSzksrpkBIN8CnmBgTLWmxSupQinevTKN7gy6IWEzaLqjS8LZbNKtxwT7imU9dokgSHR0v5bytLWVtJej/lQLVnPu4Lcy2CtP24H90tgYk877qmIfA44J45RQeOSeLqOrPSiKFKiZfHVLUq46N2yoD7ET0nixCaxnt0E+TEEw38F7m3MAW4D4A0gume6qCLdxoMuIgVF9WhuBr+uJ/tmPJggsINx0PBDEZ8pK+KZkYudGsZtMJPICvGUpCGjSVpcKmNqpQyUGtvFqboc6qmFtzqyZpnaxFO6silxZdJF0tgqRiu4XqmUYrJpRpOvoS6tXxA4gMAiHeh2K9gH3dFP50VnBZFS1aX1SYkOkqIbE+V8Ii01mQ3mm24Bx0k7vbSed5UfQQT0exAIgDUBKPoXroq3d4F/+OQICArcfCE0Cqu5EeLyOvLDiTsKkoYGHkXCfar5k2HmIxad8Ou1y4tVRnkN6RSN6Yin0oR6xjSJ1+w3a910qLRcS3RKk6KV5GFITVHVUdIE0TW+NU9pqdc2uSzhVHea10jKyle3PjAC7MRhTqqjrUDUbnPEIgENMbwsFMT8yw9X3bZrC+w1yJiZ3PCOn1KV1zjRmmTAmmjmXmG6ttNc35tuHuU5wH4NrDCY5wDHn4Js6YdJ6YdEwM0emY58ttD//NSdX0fSGgdobHhogA0YDBlPyU1+hPdyGuWGN8QFM6PYwWK9Ss7SxckbmzTUJtsunVs2vopwnR+TYo+ZyanKkkTY6k1fRdipPnKYtrat2ZpYjLMu9rLLL0L0NwTBIh1/jvd09BMQqSdqAeWaRmJjOSh56m7hYEpILY0IuQudX8PMyBpJN3tjxus7zVtCfubl9xX/ICDh9gr4RhBxi5RyoP5//Lj/+mRusEY4yIjooEKjDR7k0HJdsvHriIuVsVeNa2ce5MhKWGkNHE3VeS3F3KFqJRh1U7JEy6SaVh7RoAjvWomistJZ6t20pc62erRzs4kjlevJoG9XE+BtmYdghh/DcYhZfAJ0NjjibebPkc8PA1Z4jIbz5VoDeMp9+lSJKmJaCdHr/IpHFT0N4pACoIh26idwr+01bwedON75t3D/j+Df//TrEH5/3RXw+7zZbii39H1S657r3bRDwrEP++XP1/waTzY1E8SA8LCYyoyLUH4Dl3HMUFeRMa1KmA50rqxW0WVhZrW15mWymccy3KSYWzQmnPkSRDFI5klqLKqQoDM9UZ+JSjYJkrRMYnFKyvgE3pFCYO6DTMdZnCsi15WBxn03XxHM50gnJiHM8Wx2fkQBhFZVoIuLtJUgrWwG0qfQ4nDK/8DqEtDIj3Sd/EZSroF/8pN/IQT+s+f/RKVcozP/lva4flN71bz7SDvTG2O+G13/dc3xy8Rbah2Ry5Z5v221U26E1A3i47Pxt4cz8iyhAUShgCpUWtrIc4CKgG1sayg3MNiHeEsFfDYhU1lPqbmoypQ3ZlYZkxbnGwqShGtyS1KZJGvuW2WWWjPHvNHpbAW9Nsgng7ntkt8PX+pwFgas+ToOPO97KWwGKJNQHJeznJR23Spy1MrpqaVqBpBENMie1BIfLbjWPzZbtH9ybufVpUuIxi7VaOpabw8pAuaqd6CN1+KHPvOXMKbyajp7kM+P398b3gz4XWgzAH72VX4f/P7eS5dbauT+SDb9Oxo6qQFfaRQMr+28UjAApnuMGggpB2K+yncuLydMoyUDmizwJkwrxjSJwpVZ0rrxqJ7pRtGo6PzMeqMaQRWklKPVrEUtU2WeZIs5yySZmHCkqbBcAJCXIswehHE00kKFkJZJWZNKiVPjrDgQtrODOOfPZLGNff5UWoIVSNA3QHIjGClriaO6D1ZdAlrvL15L8W8R8UIsh8CWjW9CmFF7u978LXvr1N66J7z45yLA6R0rpp3pFYNbGql6Y2G80LyLTgiQYHhN75VYo4AR0wZDI4Rt4PkxwEsQYMZ4ME2NbGeuN+7Fb74IN4c+lpB9WW1H+Ube0lCfAOOm4WA0CVNtkhSTfM236+EmqYVUSxZl11dSNlS7tpp0NnK/ZVD/TToZgwXx1UkAvFkO9CsKUjsNSiRgRQCJ4zcgCAsJujmqsiH0KcmdpI6DLABDGdiQNVWfqM4y7zFvY/gT5Sp4ioHXxb9FPgg3lVdTvWHvz6fxSxuh+mrcltZIR2Wtm6rnFyeqz8MNkqt/GAdmrDGgoiEMICCjooaP6IS39zEH6FGcoZxg2HCPlnD7Tx78w6cdDrG0hAjuj00sQZm1NFbDz2ubqctfw4QPK6bLWzkaklIg7XtZmqtSLMa8FFWfaqRdXvh1waflQj7G7dK0nQSV5ILlwmn1Gw5JSmaSpQVoUqvnAyFVCW72hA8xQEBOay6lQX+iYEC7kn31iauI1RT7llHdCXH+r2tj5APe5cSb7vIWvz0+Du5SonwEPOjsPvw7H3B9DNXnx+/45Vk6dnlHfRpYErI3fyM9r8Lis3BGgDt3eOWo38cvSAm5JLSedct8qlwrlSGvrRo+0v7joPTH4WfBsx4K6NPJGef+op7fC9EYcNbGHwijUcZbI2FA3u6nMQyYaYjGfJWWvHjKjIVWcvgyMBBVkg2cPpg3KmY0GVQUVyk38zWm802eYhQOFdcbP9auEE38KFmrTryyJkHIixD1r2R6JRaYDQBmFBeJFgmVXAnWiwC+3h9DlfNWrRTZlEoWj/EEVUuR5IaJJDzZGhf1qfxrSCbFTbQpuYl0dpIvw/3kZP0AEFegB3lrqeJQSbTjk67z77QAeAvBPzER6KAk6fCC1OnrGL6d4rCWt4buvde+tFEX0P+1xwd2IZd8rWiyfL8+VS52cvRjIvc+nbLqhcfz7kjk43yOwkRIvhg3M5W8poNADM5hNDAYNQwP0wmvTb6ogKBF2CYjvKEepRfPT+/f+/jVy1vLF/c+WRx9jLaWljBWAJzabKSoukErk8Z2r/HRk2yaWZWlSOrqKW9Lt4l4qm+mNL5W0leddMRzgGtPARqAJUBx+OtMiCROPCsBNjpZWCOZfhSCsmCdinYWZV6mdoMMvsjOuqf5yxDmXYTqmuTtJwUuBZUVn82dPsVRZdfxnnnBLz4epNDWvn6x+hmB7I5ftSwgpyZTA/SQbPwpYPAl7X/qd917DjABMB+M+3AvcbneQx3LPxiU/l9gxY/aq+t/fOQe2brlDP8F6BEE1wCfgiI/EC5b9f8qDA8YGsENGi4ZSxmTOzv+5gZvO/4iozhDufNmdvdfLl76bTEv7xIwdm8tbs0sOyb6YBMpjXlPro5F14+G4bt2VM1TCjPdOmm9Tcoyc62HxLRMg7V8rHaJq66VHAQoQD29Fj8xzgd+woCWcVIszzOBuSy2gtIYTqDPFlYDAX0fmWBXVCe0tbSXYD9kuC2hcneKq+n12reTpg9939qYA/R7lSvgfbj3dw07tjnAfHtN2v/Dt92IT1ODfqnaZvdaAPsvobnMAdZ352zQrAiAzfId4cj+pd7jbvIjI3a63SA603/xYkOckRYEB9qRgF/PVeSLkxoejKB8eMK/ADaC6MTLoHdWl4dtFKdUWAi4IX/14PmnUQgB2uTTR0ft9VmTGZGxVSId05pE1blAaTTZNK98lPYkxVoD0npdSYsM14RXNb7C3ZowhbPId49WfKu93QXm4Zd+uBOOmKVDpKgUrNdOECbm0FQ0aycKObW8JlCtaSgrVePYKL+dUiwT9NQyrpTRJ66hK66AX2f+NtDqP31lCX3AhzOM/ALniESN+nd4oXYXePWnupQVeASkzRpgAMm4Imw+EcJ3N0YEeAwCPGt3gZHlmySx7F8pmRz96EhdUMeDjjj7GRPUAl/719Ro53yhSx1b0+HDnHow1NgIFKnBWDI+fwYCPDliRANqgmzG9OTyvQOP9P3fPHr+Yt/S3Wenv2v6KuD+OFRI8dU9ihm8N9GsPhfN+CaxNIrONN0a37ieLIk4bOem1Mxm/CYTfqzykRBuArerYACZDzYUDOj38aTaAV5+riHGpcJVYbsWCO2i6dpvO5SXawkswlPVxde6qWihM4TWu1P9x/xRkcBaI4Wa9jnelIPulniDO0i8sZviJCFJ1fe0CLWNDTAw6QJ276MdBbG4JqTN5gBnCBBUeH+wbF8p4cMf5ejHRtlj5+v901e+Dn7rN399DSwgQMOKhECDDA35ASOIUzIyaJAhD8Ksdhq80TJxTo9uKf4tl7cfafQeLRaffElt+YzfjhT0KUNdAg+VzlTq3JpFVSNqxRukNf8zr5vSqapibh1+zLtqjelpU6Jll48x8W5ZgWqRDnQInOZ/O9Pp4FTwr0jlAN9O9adqsLoV6KVQiEsktVYnM//FxKol55KstPFalHVs/BMd6XW6t5QamjOdzucAR93qV1cgwMJkQn8GgNc9H7Pz/t5Xpw/81Utm9T7Q9fKEAGsOkKxk7w2WQYD5TlscrYOdHwUBjyuOjeRjsXb5Gzo9O/UbZBIyk2k4eGiEatBUFvI3MPnAmYZw4RmPaLgAnJfPHx98sdy/tXj54uDp3eXtp4tntnr0bEQ/tl1+MDUeFC3fkG5W+R5TCZK6cpSspS4cmHl9LUWufK3lWnWNFzOabdocXvJ1zOEuyAwCcvwLrOWcWKNAh8iGBneJbWKrLY3iY/onZhpY28spDey7fifSzz2d4WraUL3G9m0hXbUm5pnmc4Az3Tt7P29DbZgDbFN+BoBrzga6s3dfxoew/y7LcQ4wn6SbEKDnALtlAuD9/vHfO8P95R8L+Zu/Sptd14LcANnQnTMgSuycEVM3DoMLMpY0Lqahs3PIp36PuAs8DehKypYvTj8W8/Hho1+q4psg/9+jxQuJDha/wabAUBoIAYZRQtErk2jOz1pXi2ut5sIwV6gmrjGjXWeuSzEY8yuZzk+qk9UJU4Br3wXxoU/ycQ+2c81c4zk7qhPHnJsofa4mG5GkOre2MRokrqqRDO2wVmReOiV3iW+lNzS7+fT53t4/qvCHvs//PQGs5gB5qKXrfprH+/5J2G31MzDaZ8erPxUq5NrUzNhgIIW0+1rRz1eLlX9j8pm/DPxTCz7c+1Anrm7FBBW+3yxPjQJrDhCyIwHC8WPoPxZ6/S5vauvbwUS+KmqYZBAl/ElqqFHENZv+VgppHdk0huKTlyoenz6Fr5sgu0/P9iW8e+Rxn5Tyltp0kTyQPV0sat6w5WFGSc+TvS49Wxyy8u4jSdU1SUtDpVuM1p3vkjdJY/POMJkwvg1Vh15pONawwXbUFAkL5SFxiiY3gDlxnCgSRlp06pT7FTLSqaCMzvLyGS/n4lWY3Bu21CnP13GfFSCWQNbKPISXR53LDqj2EeU7O5eFAIGAvm87NZiOMs9B7xk9vmMOS6G+IL2QjP38oFBnLov/y2Is3zdKfI85wDjiEljGP6bnoXf88F97799IlpR4TQti7KEvOeNPyMADIeHPLIIERn/D50gxkEvgGsqkwBplTxa/Wy6/ePaAwLd8udDlL/TskYLbY4AgNhhn8U0QsdTQQO8uFk9cWUvr9aQU5aLxlVPffbbYUQDs8pHp1XmTeRqbdb6nqeWQT1UV1ychwNVFXgoNAcACy7j3rnOpI64D7+OO0OCvzsxE0uQ0qU2Mc/YGkgAra7EtEtstpSQ4SiQbJfeGb6E3Mnpb6LOfE1i4tDwv5NfuBktHRLNOwAv+jnmC0efDvOBHZV4NYhT6HO/+uvkJrf6RnxAA7xToTmT7cPVfvvolAsoqAfCoWw53gaePtD/Y++pHdYKY6rty7vr1R4FxFSZ5hxvBDmJrmAwDRxfAF0dCgB7mcxik5SUR795pQtir1dE3qorZuS3BLWYBq0Ua1CVw1ZAeLJ8uhBfLrLs3M4iG3FzS3Nzp4O7iKPek5/Krqi1ZEd01FjPtaLNhb1G3mzOKfOM7oR2BEpOAdOE4JXDkDmCgu2DBCmBkvnsvhZ8SDO+7yDGDqlBpmasJiNHUCdbaiMPuDW9EP6pRtqUfLIHNmbq5puuWeL23uu4Zn2jaMNHIgAsG1OBQBXxi8gWwhm4ijwf0kJaHRLoTXwAr7QZ8LXe/Xqi4fapaaVJ+kJqzgk5XI8AUgVYTvymdkhab3F1caiO6TRjla61sO1dsMuHHak9rQqpj/Yq0XB4JSOdwmlqwql/j+LgXblNN2nYKGrOh4Vm/+EBaJRaxqhJhZG4nBh6GhwWprveTLW3ph036b3/1N5HSlU9LVR27RcnWgtZhNEoYKAGCHirJJfMYCV0enhy1X4JoGWCNroB/TfbbDP/9d+8plplbvCATHizbNPgg7S1sKiPAZ4tHT44W4MblwRNdLOzcU0h5trirC9oXyyePJCDQLr/kVhiTjge8Iu0o5tHK0wtdIDwVAvSU4vLeUWybQ9qX65opPDhe3FoetLXci281/fRZrJ7hannwfPGITc5uj+kaycTNGCHAleJfHdMQB5/ApNCmNJDPApN00SgJ35lylnyeHAZxkYf/EFGWRS99SlOfpv3cpFVeFwC3wXFLP0TaAcltfhip6vU7uLnWt46Li6a6P+Mr5BHRcYOJN5jsnFweamB31FOMlk9BevcOD5b7ChVP1GrxqXjpDt+V/eJh7Mt4uVS8gRkBVBCgQo5JgWyZMP0u03mio/1X2diny+VtM4pawnmm2/IVrVb3aT2S4Jsgk21zeE8rK9cHwYlqeqvWcrg/+VZchJ7iQtvzsZrWtnq7p00fJeG6KMyUWL7Qv5FDvoupbCIdM8UwxTItYMHTzMmSPEHYdMQsa6TyPQ0JfNmLvCJbO3GU1FFzbkseTxJkBVgQPlXzDm9pSzeG1LULzs2pQtwU6aZy7OXFAw6UNC4YKUwoaZzUaJmi4uXJ0RG/BGEoTxDH6dWXh4/39+/ef7X/9fGT5YNnB7vPPlEgure///K9V/v7zxW0JgykhZsgw41gNAeFABe3dn+hTB4Wpy+WjxZHrxA+3f0UIPZC2erVwUpGn+4sHhGjHn7xZHUk/6WN+UPuKZ/wXLZw28vlkzPZSh6HrGVyDU4UAgRnKsB9unxevgF+tlq9emy971LX9g8bPiC7WZqOUDdqpoeXF1wB12HVkSb8hPxyFsLSNF2nJJZ4Fbs+OeizEzOo5JJaMd37sAX3gnMuc66rna1tZUp3eAN6c8stbemvSMFwioFrPXItKg7aWS8n4FGEav6dvH4eWsMEyo/32zdBpuTlXtyZHhwcfX376xeny+kXP7qkjHEw0S6/BFFZlbgwAjxQm9+ByO4GlgV8Ceb9UkY7wLsnCGikAHn06uMdACE0acWxtp26BCbOYrs/OZy55hJY69tl1Vy3mxDb6uAh9reIn2Rs6FXIru1E47rFmqmruyftBvD4HKDwV+E61ywQpuPP4crgjxA2/bgXKfy5sR8NYSjtjAalV+lpPv9AJJQ1FHndOuN1tq4hq7/FZktb+tsSHbIBvYmqm/beusmYqGmh7xdeIBgaJ5gFKoQ0Vo9OLlc7q454CtWkvHe8/+TXtx588+svjx8ePHu2u3y62v108eX+k2e3fvtkf8Vl55g+IBKYm2SFAAuRLV8AyEIWIghxIfrk3spXxQT6Tx6q9aSthmlElH3y7nNsXxw3h+uuhfBemn3soFy+P5WV982xcn9/x42yrd779SPRqvPUuMn6gKnUYR6QwBNOZ6DwWeicd70QpXx+LCeqlZ66WcXBXP4K5NVptHjSD02yCnsVcY7j2BCyjuEmXa/Z0pa+T1IXbsxI6yGxafNP/rj9cMc1RoGgAUOLgaih0X5h0IaS6bIjwBm+MSvopewpd3s//eLgt4vV8zNufvx6ubsjNLbrmxpplfwDSle6t8wB3uXpPWOvJ45XKATALvcVx9o+3D34mPsaC0m/eOgdVRCTeeiuuHflM560PbHdefzpuRzib3I9zAFyyf0/CIDle2e/rNhGGbxrwJhGY6qtV+qVMQ8zGSnxVbijgoADFQA0EZ+oGdWJAblxepCEkTAnx6ZmJJe51U1IvVgoJ9UkEX2h8eTYedevo9drt7Sl74MSADf6ZoWDLg+T8CdamxvUOBHA6EGPS+G6BO50xE9BjvxGaA/kCe8421+o+HjxW+WqvXj6br0KdX8hePZq/nyLmuoKNH6S2VtDgI8PjMgAYFYTmo5e7Rq3cT0rmfbu5Yvc5n3iexePbB5tNbSn3YNue1C4T+uzRbbECNCIMw2+6PaPbe9NRHfLlrWpFsdBKusp8plp6hZdrLib1K9/wW15kI+I1HFb5aKANgM8AhUxzdRNVfdVrk2brwKDMbALGLNwRY6BXebeUDSrNLpSuKUtfY/U+uRVvXeSmZuZQM0sIyYYgjHjC6+FIqGnl0L8gP/k6KKNZqe+7O7w7pfDACthPxX+e3i6f3DwEHio2gSE/EsQs100IcBd5uQ8Maf4xn1dgzlm9Wrm7uNTQll+6yag+WJFbJrm9Tx3p+aEtuXHxnH+WUhzeM+umS98KtdyIpu7hNlDIcD49hqbla7fby+EC4na3tZNiDevXJWQV8Vvg+FNMIUCOeY+7mQ6EzkHlurfkJlQbvYmqmWS1joxnCWJc65KWFgwXiAJ2g0P4J5UdmcHkCTpDlfTa5Vb2tL3RFf2y02hJPN/8FATqPcr0gljaHh4UBhreJxlOIlOdpi0Wl1Oj8IVwEnpX4J8veDJF+G+55cqxT1ePJX9g5c2sXkacRMklXKi1BDgAcFLl6R3uZkrfLevzOBL/O1XjxSxhOBuaV2SKuC95Ak+6bvWHM8HHu3Le7c9wFccYlHc0+IyB/i/eZ5H9l9iHz+24hEYQmvb1Nrsod5EM2bgZwXfBfaH4ULEJC0++qk3tBaB8ZkNLAypYqTn5/i0IAfG00QLUiBjNePc4peWcS5yqdMdWyvdG7a0pRtFdFt33c3+O5Nc0b1LpM7vv4YgPN4KHnTi9XVHJ/4mSA3nwjWwy0/Pnqj67JElij53AXdf3L3/SmDs+OveoBI3QVpFrBuBAAXDMicn7KUcEu6qZ5oFxqCHy2V9SUEorTiBtieZ15Q204FHeFKrsrg0sIRuaXXddfkU+8Ut/HV7+GalbZWUIFzbOqSxOmrX+MaSdvVvBDQ9XQSDxnzwxThIiRL+qm7WBrbBfrxnXzeGc/4IeDRWzayEntOIqRs1FyZuD9uKcz7RyG9pSz9gal116LJX9N6r/r33lh5hGgaggyQPjYwm06UQ4MVKEZDBzECecE7K51whviIUSXXr7iuQ4r1jHix5youibZU2yvklyOiCJAT4SwEuxRnmAOX2yUpbll+CGAEuERw+lDOYB18fM7/IszY7D+Vq+fHz0lp968tETVf+IbZPZLEjSBoH/CZkufzF2eLwxXMCrtYic6ves/2u7e+xmbtCig6E2di+H2N1TKPE/KyNfwV3Of8tSEEwDj2sz0C7p+vAVWcnVnWWcrpAcGhU94MzbiZqzXzdy6QGUxtiy4P+w9HeQbNOdKaGr+goa/TtFlva0vdAvWNuMld32hL2EeDR4YHDs2O+91hy5gBXXAWDawrbeEgTRSg/XggCLl+cPyfm8T7Ag8fPBP38azhupVYb2/NNkF5FYqkLbmQoTEA8YZPoYQqze/BFg1e7WhDuSsKfWu0esKrwJirIsY9F5F90C5Mq1pYjViynZc86BE+5kw0/pKxr4OZpTdisdy8ueRCw4T8f8RzoILv88AOUlvDk8NUoFaWEMTfA3ATDPRI/7hezojqRjnbdRcQyVSikSbsLfGVX2dKWfsg077S9Vr+FA/9d0a2biPES4KDBoWTWE0hRiIRZToT/juoucI3qQBqy3YNnz4kp+w+On/5m9+Wt/YdPDx8BwfYf+M1Yo319GJ3Y4mrpQnHnv545esWoFoTK423SWNockDWDwQRx5a4ra9bKHPBcIzX+07qlgj+7rLwxg6hbrAm7JHeBj3xITTnmOc5iEpnIVOTWL0tiFnLVlIL/Ys0Jc3PLosEqvx9B65bigg6jq/PrlTNHKHJncJfY0pZuHE1Brnfi4YG/Kzp2N9eV03Db0ENi4BodXu6sLmoUKyYlLCklO3j0iGL3F490KXp8urjP088Cg5evqkkr1OyDAmpKYewrf7ErfWXkTiXNMgnbpkxZN7KAv3iM0mVn4Mm6Ra28WXmi0BfMkXY1aeLmiplRSxGuLleXw2fRTb5ETQwr/JY78EzftR9xWGGrhCuXvseLJUWJIaqeJtQVsM+sTyYxz+fayE9pmgtk0je9wfmWtnRjaCO89dr4NoTNjt0kHgoaHIUfxIuDMcvg4BHoEyYBV4ZIlVJmVB8sf3f2nmXLVw8fPXiR18Hs3+IVgbADCPI3QRpP0XUT/mriZFVprYZKX+ZZtXGGqISzsrxkDdNqOmMlzL6OE6+esXw9VWnz9RThmJvRseR9gMOPgQFl/l/DbEQ9yEdwI2BVVJOsTooRnLUwVSSnZRIaN0vOb4wj4oZwOJ9sUc0FIqMztP+ZW9rSTaMOAXusq2lt17uwU5MIIBQSSM4wNLUxYjq68FfhBnAz4hzRN4+eMw8o4pX4iJ88WPm7wDaRbRK/BGlNnSVFkFxUZZeQzLYQPGUupZskqmDblU3oMqLGKdntgAAjnfhMGHavnWFJDatB0yVhqhpRvQ/wYvopsA4xeCxU/40AanU2gtlGkrUnCjlpaaygZyRYBuHkCvhX/ihUQSGOU2y5m2QNp/SH8z5tsqUt3SCq336E5gFwiHztDYGhpsgMEJnRAyPCQAKuyA9uTHOAAJoEomLh/Ek4hAcv+fL5cv/l4h8eNxMbJ+WXIPDNxVrCfGwzVSZdNW18rySL9dyL0iTVUtLBmoSkKtZ0acoUU+qhDvOJ36xaEqkR4NF4H5hLVF2X1j8bFT76OiG8rNsnosKbKkFytdAi17dSoqiGYjmdJt8FJuCVpFZDgeOCmTTehr4t3UxSWFsPdaFjrmialLL9CM7UFYYb9Zq5YIkMksKFJr+/bjX7JcjAprZ8cbh49uWT5cu7+09u3zo+erg7vZa+JS27f+zVESRFUiFlqoRLJWwXlW3J1zJSCpmVo4Fx0R0UowJNq0cSrptWmhVRrpv0NFPschNY6G+aBCRacQp8wDnkOfoVF50hjQms9LKMFTN9Pk+UCMj4ybCsy52JCKnC6L6dYM/9howi1RdOZz1kS1u6CbTeaXsg3NEFzRQV1/7D13dBZKVhkDFmfJEx04CC852LnUMe3Q0CbOBmGtRUkt/mHaVnirtnd5/4QbwgnynRun8XuJfRVtEqGyCqSrgS9MW+ymEXlXZK8RizmaKSMvJhB4up0rK+WTBTbZJdkU923AUGT/fvwlXcqqk58RQgOUM/qAUun5zhtHCqCHPw0lOmhaLaGW+SKXe04bZvnWOvR6RCSf/u2pq2sW9LN5RGkDcVYmYvi17r4L2qvt/hghJ3DY0pyDLeuAYWYqlfgtRINuTp2CfRA/rl7WfvfeyvIknS9TAsCD9o7ZwNZaStaKIkVSb1oG1sZSUp07QcmRRhwg+KtKNGMp+KM9XLNpUZV/V5lTzSJNUPlrwN9eSSQ2pS9PH93YbkFLcM06CcijPLJWwYL6UWXRGjSvwqfd30xSJiOOHEvEhGbbOCREw5t3V8Vn/Y0pZuHo29dwqAs0593ENemKbTQPFQ8YiCfF2EyAx0wbQV74SeBnPHNCPG8d/Biy9Vj7ClzpF90OFQFS4HN4Nzp6ESK8qSTKIpKyi45sXVsJ0pkzKkYTTxaUklapupyuivtZqSsqPLi8vDnYvhQRj/QiOHnlu5KhKhxPUzIDL6S1Ab+dw2xrBk3PNFobxu/gYnriFAkbh+V1hU/WFLW7pp1GNZlY3mlzVzba9pdHjiL+PDcAM8YKYItHLCw2tBNevIRillxJO0p85CdRNESzlqiGktlbBXutGURaS8MqXKurGYJNcta5WepkJ5tdRS3EaKnPw6C6VRJT5VlTsrfgs3hT8oOKyOOnHMVAENUZMqr5NlazeUiYrAyJj5zDmCIhDoq1Pp1ki48MWLrVXCbr8JsqUbS9eGttljXX3WzzeNY8VdEpFGiMeDR0obbRM2uNjhJZ6ry+GN0M4m7BO5/izI0nRjBZvcBGkBQorowl+Zt1R1imSDRstapmUjNQdm1lbBFqFJbZ6a/WarUieNFldVRRe8CUFHs0jhSYfZM3Gd4OtMcFqKAtS1JGF/2vGfp/yCC2kMI3Jj8+LqbPamrmtRGZU7xJa2dANJ/++rbJlIAW/eqWd48JzgeMZtEkKfMQTUwAbDbRp8/HTrUtfBbShPQ97QJkVxSqPO+VDrc4AR9lTaDX6qtnqqVYmyiVQ63jRN5KSpwEZMCVrCUgV51UbN9anaqXi9XdJBfRWuA0COdQKTiIvUdvwD9DyjZw6gjhKtUv5tBf816r7sQK2stkSWbfYPH62l1+AEn34x6yTQvA9taUs/QLqqk56/vit3LQNEwwEUUSDBCEIpP0oQXTBieZEdoGvENGMcGYpiexpru9McYPfT6oNo4sfcKeVoiEh1iywYlZ2HCSveeQknmzVN0qCvtCY00ypddFUbLQJ/RoDTg4A6yDoJPvh1vB22ci4M6MyZMBgVzrXwyKDVQfES4QMNOtXghtObp2a6QMtmd7mCtsFwSz9Maj2Tsng69FqHHavmhQBPjQ40JECABQkyJIwVGh1dGAEOAz2gp9W6bNCFUT7WlstfDBpLxkpLI9+ThEqDMoxlPXXllLSUdBBeYXlF05aiusJgFG0azSQsu0e8EFUHdHMWEMQm4rDrDJB8KswGunFCWKiZQ61zBsk256vsouxqDGC1WILS7kugVu4WG7+FW+tCW9rSD5E0JoprXXY+/2ea7gOLbIVN4QTfEPSoggIkWpVbljwHKASYoVyjuRWjeKo1YebqBjlkyWuTi7QZ8812bbkyzetEoslRE075WiWpmw+6Wd7Shugqo4C/Hv5AYwljgmOF2XI++hmoU2J5hURT4/zGZ0e1MpVCVfHyxhOAfSViDfpccZZ6WtMhtrSlm0kb3deCdelQL/Ysl8AZWLxARKWhBFlGlSlvcPIgTxRxqppTmFabJEpd2Bt3fiNPmkTrKUVZOW/lmCetWypPmgm7NKnswlVlTOt1pzW7zZaRKK34VzK+DAHiQHPwK4zllS11JlrBSaGiUueMp5csMxMEaYHtVKUZnNy202hlk2fhBnHQ/xs8B/jtFlva0vdEOzWpp05KP21T2ms0SM2eCwNqIDAiXJipsZFKJw1azwFmPI+wZqg0sNdSqSZBUpe0pmM+JBdX6Rpn6VSZZF00Y+ZOlHpxjX5MLmwxN1e+xoxpQ8K/EkNqk46zDjswLYHp3G9+Ho5+BS/PECKezooZ1GIM2APmXHcrWrRTiqz05JFb5WaGme4WW9rSzaSd/qaDCm2m9ZntqZfXr0TO81W4+uaYOQ8NC40jTBe8w+4iCJBU5Qhz4FMMQpKWgJ9uzV+vXJE6NxkN9XlMadKhVdKVK5Cwy8XMNSM/WsFXMZp0fi111YxpHO9D7RfAPtQ60KA/yAdffOAeMJBpCWoITnl+TyVTgJQKW0wbOrM0GDASle3keRUYSU9odHiE7CBC2bhbbGlLN5NaB3bRe/Ps/S8z6v2dgeChoiGTx8pCqjKYTJc7F7pyu7x45WFMBJrwzpg7pTYJRl1pRonTUIlu3WJiu34wWauMqRsOFp2f1Ouadb4S2ZUma8wVTavw7d/ZBTCHHAjX4lLOgKfrJPYTfsh8j2Q4P4TBtGL2FivP9zmcSWK7dg4jCtpTOxVuWJ9ATQB9k7vAW9rSD5XUsTs3RLcqOzXB8WmDh+79GWIZLp4qEiMY6NEjEmTxvcuHHcxMI3ozDeyEfTaTdElVuTavJYJZ0jJK4SfuyhYtWbWmv7bRxI3KTcN1yawS9ZP8DKRjQB9xExhNB5xjrqTTQsTitJwXxquopbz9GiREqMOLtFb5R3AoHOKO5UoyT/QRUW2IOE5VuBV2W9rSDabhX/jUlzf+rTfVWf9ZSId9NRPlQZJrYFEfn4TAo/seyG1Ak42AR7lTtE06U5VmLVl+vZpUZUzWDMeqY9Cm1SgZ5I2zqFVS37B1qnIUb9oO1aZOUv2u7ye1rwLr6CoSOcGUNMEtc3Na/LIeG0A5V1JwPSzeoE/hsv0j880U6dvvO0zm4lZsHKkui+Kh6g9b2tKNJI2GMBMWvOoSeOjneVAmw8PwAqYQSImmAaJhK9jy4AWjuJBOinXYQ5SYydYM1ltV0dKoJi9FFfPUnYhpthH0VJqhOvJzwVq1+HBJg9ip85vMvFKi3yn+nXAB3K6Bp/jjY14IkB9x5P6sDYzVVFVKmENVL3IJfAuldYC72ingcYXbKkaA7R2AFk+AMiF0S1u6yVRdeIx/mwiwKSebGh+MNA8tZeI9OCJr5N8De+zqMo7HYvhJw1ryi2OiueQXxK4x5KO7kJBqkoVNJduuG9rMXSlnxV2Z7Zi7ktnkCEE2qWoWTFtBpRt6E5qyLJW11q4hjaCso5paZHXDGu1RPn0MeRnWcP0r4mDrUKuAg4CCnAeqPh+Zv1PVkmbIzF/UyHGRikm8lAqRUYWjnYFhTi2thznFbQDc0s2m9l981pU3u3VJuoLBEjTRYiGUcTGMKUbtia7d/BybRvflii9lOhJM6YJPnq0uLvm56xF3O3n7Z3R+pz5PU0toQaxWMuQ1C6pFb8XQBqO0wtXlaof1tjXExNu0gys2a0fbMK2BrRlqaYa/vibvgeKYzFTLX/ZSLS8QV2tM+T2MFkloIJ2D3bhJ+mNTsbITbDgsJ9jKeqQcXg5+C0O+KYHYsA44p7OCUudmOBlVGRCdb9jTWg2li9yQPsgvDezXPzDGGAsxqp4yqVj9YUtbuqGkrq2LXhDg6zqzdWfT70Q8CoI5Gplnnt2DKiQcdqhRrxhyJESmUsGHsIGcRwSTr3YuFIG0XNiemOIglTJwSWXcOG7xdpSYSG4LRRy5CBfMRdnCnNZCoLPczdgCnBx5E4lmBKfoFL/UTI0k8YZJlBUps7+4lrG3yN6Uu8Ti8kKBDbUadifeKzXQUWBT5K0MtNP4jltMaxNXPnD8oNo+899EFFBWwclYzIgMCIjAkc9kqGfrnK7pFYIN0WFQgdTztzUFWHARvoygAo+2kN7F7N/mlrZ0E0kdngf66i+iFCNFNL0bKwjEY4uZJYEHw4RMMgUthBoIFA4K/lKo4vGYAkxBPR0iqSB0SK44QWDABKDkeEBk4DsjoKtk9qG/Qk6KNkQZ5XJH2YzRSmImJgaI+FtdgMeQxRQjhSW78MZp7WyAW1TYEl/GeM1esIl4d8HW9vjLWm19Cdz1biivlam1m4rvR0FrUC6xW0tmZo2Aew5a7XlAixzgdFb451QxEdIZaSfFNvyY23d5C/BFpfOnpew8UZizLDX/0txSvM45eq+++sOWtnRTqcJesms79GRj6mPGxEBKXVwGxkBCU8AjDWkDJY3swlUNRmmgF/gxzNPAV+Bq0QPGxo4boDYEXhxYjxxjaQtnjIdWVlqb4FZWYZkMsAqnRmwBbhVviDl9DYlh9tA21QDTDpXjhEJhsvvum+j28GwKntgdrS0bjqf49qHwAYlz8c69EdpQACGHTYaOgBMBv3KEOeaBbl3EmYBLLeKEQpbhkc08R+1abHwCqXMG29mt4Goz68w5HBoK9v+IW/ohUoc0W3oNqR+nTE7tisOGaHhmhuGQMAg+EKnOsBAZA4YNKQ4QcLhedAgwrKp4QJAgShCWLFYFeGZFgkZVU1PU4VYBkYXm0ihOSIYNEaPaSCPZpaKNSiWsbQGjTJEmQDAAy6viponXID0bJDkGtCMmscl1jS0n3n5rkrfNaZuiHZHKajfw3iihDmuvAY7svaR49OrUQP5pnP0hhTrGEzbjP80Qn3zQc2JCpZwkKhFxb9f/pWzQng6U0owbWZd1KdcfU4Klk8Rw0qu/8pXQV8m29D0Q8W97Mr6VdJAS2dqxuhYHdnlGgodMBgZjJ48Eeu68D0KNXA1s5vg0kIFQhAAu7zTINfwzuB2fFFoqkgCGUNM2nAqCATV5krFaSRKXxnDxnGCi6CJPEhlcIYvaEUcLcQfoZuSWcEO7TO15DeA+WrEFrsLzjXe1ygp3jiRU3LJTPCLiIpZNwYuMvQWsAw3+aC2ht1Kh1Ne/mFxcyCbRDxtEOijxzf+OdfLh1XHPdFzOwAQBU/EZsbCprZKNWnVLSe3LAtwR1cpxJwkECpWT2VRWdTd5+yT0D5m2AfDNqPfjfrDUtTeOnOpNJNBghMA8EiPDc0U1ndTnkBqBoQyyFAoU+hj+O4cCSsx+cQUq1KSahnuLUoosEgAEFXgIljK0HfgKC0MoooTDl592qXhFM3NeG3DMcUmOCSYBWYRJK0BpdlbmMtQKvWoCD96Y/fMWO5bGi7aTBloR9zrYluwUOftlljWwc/Lo8I4ZGqnZIrZDNW+kSomwgCUyKraiyKZX1NU+FLVIpjPgcOXIFDKa4+RJGMwmKogXSCfbaq8CkVgEViq8+dzVeczSfOMoRbhyd8UL1Lb0g6Ft/Hszugry8R6QYkNTAOTLmSZhPcYHQ4KRZE7ZNGYM3jR4CU5GQh7dRDWNfqMjT8KpxhjngpChThAjAhV6ugCWEQuoe65OJZmDpuMLAYswSPwxB24D0hFgCC8KLIp8NFGolbUwVwKd0KnjqNd/GJDXnStj27xKu2ULMGArHQMdF7Um75ni4oUBY22jSpqzKawGTOf4C6qkhTX2523HGpXjICLjW46TFm14EQGvQ7SUquqYd5hH3iQOYHWVW+aYickZ6zZWFsIrnQXxXWuwJUxayGx4ZnQ71n5otEWAb0oN8K1FQvXx4QCq61NoFMDnVwUsGgYeMAhrMLWJJREA0MM3YS6QxiCOCigvMZDR7nun6Kw0TOR+LG0UgRx8pFSpBZcEimAtF76lyh+3lVUQRQyjEuvUwsGGoOiJRsc1h0f7lZLAxkyeTAl5RnMqkcsrS7wq4jqwEXElxSV74q3IPe6szDHOG+zI6jX4UjvtpGHvdAB47lDWyLzFKtXCnrRTsp5TIlgilsOSzkOCls9CgTkkPkkyjH3N+/lEkSOJTdpYStVurUOos3kK2iczYxHW65fA2+G2pZtI6sqNmxUDEGQE8QmInVN/Ho7Or8HRBk0rPDNkrYkopbEs2KNBXfhJgx+YIz4xwTFGgeHCNq47JPHcIGFAgcAxB8a5SvQnEjsK2RueFFipeg20R+FVsF5tBc2kq1CaKIiaekIPTkCKbqfYA0JT6bpv+XoVJZcpWwt6c9DCN6tUTJWxdXLqTSQMsmDFerwTbCe+2fxsskzYFKtk6hzSoVIyccQVmJQ4IRKwIGfpZwNqkliXmSjf/XVgM7lVVQB3qqrwpXU1lvL8zHeNs/T5P+XuG1va0g2njvSu6tH0dh79o8PXZzIzZGpUAQZAECSGzERgHCCQAVbFmPYEnMCXwY8HvYAVP9ogLqCMWaIEAcLPzwkgRQsIM0tMsVdHR5dGTMgsMK4jvALDvA14Y32WxcIBqFqDx7x2RaSEL+xYBO6qyNYRlsm1NagiND68kCfWZo/eAbXxYkcCtZloLHtHvX5Q2AapXCPAGhuySf5nMpIPNGdBRx3AHcwNb6jWJbFRjpVyTp0jHOetIXWc6fyFCQZsDUV+PjD+bETVSmXuDo228XBLN5TWIOBGT1Zv9ytgeCcqw0PjwUMAODH+NlQk+Shw4DsRNBKeEUIC1fjXaQx6EBMSBzvpGPH+zQal2SNZEBBltTpSK0So1ZTWsEROWsoLBvK0UkhBTqP6ORkTihZazXfGvVI2AKEiExHTjVgv29X0+fGaufDNBJ+XbIJ4b47dy3lWz3azFgKhNXGHKGsKSlSdcOzN99rkCZ9S+hDoOhj8N1wFA9Jc+ixwqFXVechB9/8m/6ZDyTGrgBzyALsA9Zw3fxxENUdCxAgN8rBVhmVrFXdVU5/Y3gTe0ltCdOfEvbV/6p348YD7PPPeNRAYLwUGyBFrjGR8hDT8d1b3nix3/ZdUnLIquuJguftFSQfWf6QpG1JK2SpPvWlSPTBPrRhkfudKCfPX9IM4qdXyZz4u2bwYVVE28hyZLcca3CRsVYohd1lbp0Pw5OEjIiGX3CFHKh9vjrMWHfggvl5yLlRalLPjTNrwkqFGyEVtvEgpSdp0hVvGhYpChlDJtgFwS28JKXo1ZspnZLTX1BlSLda5Al9jrIgZrMvD1b6GMiN6It4pFUnPRwPzZG0ZSfVBNGNTcT5add5Mq0U0UGtfVBWKiR2EobVGazUIi0iHXFmSlohbbZ0ODg4eeQ6wLoE5wA2XTcddzDkhC4FDoNGccV4EmfgTOqwzFpU0qsfqzOeumtisXSrDpZ2RoYQYSXDtP8stbenGkTuzl6t7tbq7R4T17v9BARIxTuCNEPymmEZc/n6Zoe6x7XKqULQ6ZftrmZBQTJK6sqhq1JOPlTAjvyZMXrVIJr6Lk4Vp1RlXJZzFvd7+SjG1qGxKWixr1SaIcPmCi+k6oApi/h9Th9/3YpXEt/Pgu7TKUdWJYVpQNdrQ1BAwk4VQWinHJArE3DGeDLIWV5Di1VSdY0tbuvHUezPM+vOtjnqCEecoMugYA5kCzFgAl4RloIiYyNcF8JM2sBnNHtHmJ9laWa9BnoQljqyWFh2igCtBFRaWpvGd4RJWTIBpJVbalMrNOZnvtTFNJdSah++l/Fk+18zXPSmcYm+p81cnO5cGgSZPzDU2068Nu/lMcJfW84CchkgQtjYTYaTzqoCJAbZlk6o5oGY7v4RF846PNFUlvWNLW3obiCDXmPnP3Pl8nP71n/IMBfWAgkAE8aA+Ro8WjYtGh36gj6/CMY5rbLcMdMdU11BtgiR4FcmTmrxkJW1eVEbnHGnTdGExEbqWVIVU0SqFV4ptNwgXZipt1JIzt3T0myrJWiVsDFotjNdns8iPuEcyvw1ssJZAFXgXAQhOIi06K5wdn5wKWeYKG9rYwkz8pYUoHvzAIM5FaGng1agipkCiau4dW9rS20D9//la/FNPd0EMFL4okYlJITMMphowE3EB7O8CB1UxsilUafVirssHBq5q1C1csxq4yFOPzPpiwncmRdWSLBv4LjCXSoG4Vt+oTFnXVKULk9xillfZqkZ/7SZIhSEzDmH5LLDZ4QwIq7WZQk6RWnDSzAXS+Yy5VUjCyTFZ3QXuCNDGwERmAc0IPNIZ6A9VbmlLN5mIcZS6NhrfftpynoNeCASqMOjzcNFlb8VDowotVfWIBQF6SBe+mVBOS6+RTE1Sb3IEzuatN9g5X6ZkYyunUTDxXbTWqIohSTevKS9pNWNxpQlLnjSrKKUofnm54hcrbR7QccigjErOAjGKo99OQCCeT4VS3v4nOs3Pd2KVRr61XwjeKM/4MEqTV5CEA8uEImHkzl1jS1t6K0gjoaied1apfh+Wwp9L8rOAIo0STxspaZQYHzBsXEL+zdfO6qgHjI5vnMSP1S5ckyRZPqttmo41KZu+ZHAzJibdauCG1MUlWTdv9RJNtaoki1nTdG6tea83aWT6A0nzQHknY7CJOPZeXEPXToZJEM7zglA90xz7FtZElrlJTSvCi3MFDOjAqcwi+3JGh9jSlt4WUodOn1aMS9m7OEyk56fAwD4GTIwT1WocNeLp350axz2to58mmYQRreUKDGPNkqonNVUZhOnymWn0PdkoZclmdQqW0l2TOjtxJRzqpFmx7jerjDS8KjxTzTto6qiamIYLzmv/jZwhaKeGT5gjcBCzskoawiaqMbVLRfAv9uHLnFIifwCkAUAx/qWxkrvGlrb0dpCGSnHBgHTw+kgmiv69TI0DJp6SMgLNIXcFuuTvYnWpsTzDOrO0Kbdk4ubSLnJwmDeOfBBUKquZ9bylUuOi4FHnElRK6aKryrZSF5XENS/mS1n6JnMxGW8m6/i9CPeBcxuE6GWY5jsRKnPQfeDN+C6w5Z6+g2vKlGmjk0fAQ5iT6calD2KEoywXuFMT2VsKVYfY0pbeDiKcmTk7PVucw2aaJ139vD0ewzgYSGPHg4q8LpB4C8LFBd9Im8azolahmoHvkuJ7ZRK1NMp6pdKskMHY7soGzcT5aN2Mu8CVlN1ubJDU2XmBQsZlX74jUGo2pR746CNZXXIfeLgL7MeNmM/zofbBJzUmmaoS1MnwibXcZ64iGEBPzHQy3a6zStLiwohQ+E8nVxwqIUJAYbrDlrb0tlDv0gKDxL6aDLSYuhnAQNBfu6coouoR04aQLtxWO5erNo478BkQ0NUSV9frygfRJJznTd0FnZ9k621IE+c0CEs+sFcxk4cetsaiWKeB1TJ4ED9UklAf8GKcHf8iuIh/MoZixfiw5zwoNzKEch4E5uqEEAIDHtsd3sKAjoEBfbSVT84q1e6i3e4vM2uV6A1b2tJfkf7WfaxBwGH6T+Qr4unGcAELIwiAh2eINCCMQRr5+d2V5wCnqHB9wmat3puFGdiJI79C7KVXUu+VSdqqa+KhVlwpBqM502uTcDAZ2IGr1Y4pytFEDQ75ejEv1TE5vLWoVeeAOkmnRZENETd2UQS8iRz91CZnLtROlmyU/IQg1hLbymfZZ5caLctAvli37Ko/bGlLfxWis/2Nqb3ktwdCKA98eVoQhu1qACLkwdEHFOSHd3nvyRA82pBuYKkxXTKqql3qX6o2U1JuphY5puatkjRxpCsUtYKhNlOse1CaKdxglLgWZFdsdKQ2PRjZ2KrqTeQ3ZXE/qZHDk0GajriwGafBsjoDPi9WRV8QsB5YklL/qiLiyfb22hf/6KN+M+IbKPZBFZkCX3s/tEg1M+4NW9rSX4nUwf7mnawi3/FZv+fRJgJbwUZl/HjscVGk8WOY4ErokmlADd2M4g5talRPIGfi1qBPT1r+SDbKJssuQzTV1lLs57IxdX9hrnA/VaRcsxLTa43rSqWBVZIGpbjWaLQdeS+7fiegDme/Bubge0YuxBEnHAWXO0b5ZPiUKHOokq7sEcPKXEGvnS5EMrQNskwwtkXGYWms059HC9tFwjYObumvQzMY9rcir1LZtOr69E1eBg3HkAA0MDhqODn01aNipnyF4+jEEc/juSGannoxasT3amc+mGqD7aZoLkwaJG2p1Hkx4cPMq4NpFEO6gptL3KhJkobKNWsc5Vr8KkIh6okC0whFnAVVdNgdoFJTYAvuIxiW3C0E+Pwfq0gyJZ02LBvhQLjQBXoYtNhEJj9qI8/b9wFu6a9M/Lct9m9HrNKpIb6zuhUyIUCHPg0K8IVHWOGKgBBI41VJV8EZxGPqqKcEB1+/fO/R6eXhs7v3hjcndCQE80FvM2m6waiYWWykDUFPm85Is4r5XoWZuHINu65QMptUkohGpld7SgNlfqmqDml7JUwd4+lY6xwwVUd8CsG0MNeCmy3Egt0M2pu4WeLAPnIqUxaVMZRTXqtybxguFba0pb8sfV//Y73edtejNiJhkIr6f40rDx5fEk9DJMTvF3gh8xcNBs2HNwnN/u3V4vjZy3sPv/z66f3TxXtforh3e7CA+6Bz5WjASHPFZoraeYmqmJx0kzXJkIbKqGv8xFZ9dNVlE7fmfzAuvkm0HF7qOA5zgMQojrmOPpNyTAY2Aq5Zg5AKZc6NQ5qFXM06gBnh2WaauYgFpbT2XydZvEo5dy3e3TH6v8UtbentoPRs/WNP5DttXbwzHgEaPQyUCSdQHUcSc/dH09tggmiCdMg9vL88XDz9uFWWuy9uLU6/XD5d3C0jG0t+Kwx85wZ3pC5NmtYzSAbBJrNZDU9+pfXEK15N/KiBKXntjCSjtvOprjHxyxUwc4DDj+EcvwqpccBVKFVokqQBvCp9T0NMXQmntRKnTgYRAu1qwlCyUqvqW8QiSepUY+my/jNuaUtvF6Vj14VvA4D1v56aun5GVCECzwd5gNUQ0Wj1py4uL3gO0CO5DemeJHnx7OwelfwleNxbHJ7tvEzciKEK3wRxmvsZKl3REdcoCjNVSrBpMvFjPiQXm9YTv9lECem6TMnFVfY9Se0ZwJP+W7iafvDX6eEUvgTUCE+cFSb5JPHJMEjLeQIJOmilMRpDOtekRse8oeoWSR+oaNx3WiBf7EISznWeJ6RDbGlLbx21mHesmHfFVLfhgseIxktDCFQ0MlyYeHp3xV3gEebMqu9+8qmGOFxymN1PX95+72lqzZabIOJ6w+Jnlca3YhRVGsVKs1bflmSDWbhrcxVeXIs4/FxWTKRd1/OxqnKVT+Z18mOXPuY61oSrU/8/0sK5GE4GWk6IlLLwK2F8fjCOmRvJYVrFzTSTiylssw2DDbZQdYcUW9rS20LGenXBO33+Px1deQ0AD76AP4+pGhUm4ZWTnaOjy1WNaNLEHdx++fTde7d/c/ubfVcZ6Q0IiQ557q8wk0vmAHuaI6ahsgalNjFXM3E+iSsNulm+kRo3qid+kik18byYpWtWkkSm/yIrHoIZ7wMbq4l03AF3YLgWnHxGfFZUOBDmQUC/KxpGDVS4QlubcA5NNb0BGqR0U4Kk5GKzVjFaEROErUNsaUtvFznqZbniQodhAEyoHwm4tKyDB5G/oHtx6YEMoEkRaKML3aPVkR0/pBp145aHv5iqzvwYDKmaK1XRUleEIU89laQm6CniMGt5T91mJp3SvK6oOxdUwsXENSb8Wj5Wle3y5WFdBA9TgHUfNk/jEQMJUXVB7FMynQV4aoOEKBkwZy9Nx497q20a6Fz6dNZJNsk+IVIy6XT+dCnAadzSlt4qoldzF/jY/+ADAvOv/vS8XobA4AEgeJDU/Dpsigseg9bYJSIwjsckerl4sdxd7v9yce+L5f69l8+Pjx49E+6L/uz2p/VATKHAW7O40jhhJ8OnVr8qzRCWi9S/teHYbqq2fFafK12Ogl4d0np91mCoUvDZYUPAIo55kWfxFP4K1Bm1MVPHCQKwBQaq4tMDiiPLp918DiWQovCfQiXmto1WFE/4Vh4ST2vVuTHWLxC2tKW3iNS5fRekPQQoSgBUXAQT1JDxOKjRwmikauL9TSc7vA0mgzqIJozK5eFdZcvdR/devTx+9ODp7a/v3TpdvLTNcvHw2Sdou71vgpSHxu0efPxcW/Ngv2mUdwZDM2GfLQ73R80TWpWuS1OxavQQpvFSww/iKc2KtBzbT9WJ27CYJS/LfJm9XQFzfDn+OuZ1uaqDznnIuSC3QQ9XkkwQztKaJwTwtTgH2pvOnVeALyNASVXYscyNEqWzC/pE9YotbemG0ev7btPlH7wfCSyRrooLVyhlwKnwT0n7CPIzMJeHJ0eXGcxzgKPl9sIY7+C9pw8f/cLjfHe5+97pC4S/WzzZX/iBQBaKugSePACOvs7mHP62RGW+sSotzxZHilslOtjVBfgrGXRnyMgn1SAk75IvcSQmS9e3vBdXptG8pStEa3ZLHcWdy4vpZTCJTUZ7C9+/1dlI9JLIjG/qGv9xilRweoz/ylgAjlnE3MzlZJrSPA4xtdzrsVevM81E/Ldzr2hPi25pSzeLCICvCYFSKZ1yI1hBbzbRwwAQBDAKYCB4fDByMjaK+I7FiRDgiHHgKV6tnv76Bfyzl7uvVJieLt57eevBP6yOFBzvnQ6tDvxLkPDlTVjsePHolS6lF49KGn1PNoz17t3FTu62xPDW4rIjwPJnRiUqu+ryWboLlIylU6y6bSvHtGYyk3TRTJpUxcHuCa9V1NFsz8H4IAeyGcw5TiksJeyhJUb5TPRJWhtpKdAocnvf5HWTOo1U3CQh0BaGgZAYGtCOqgxxV31iS1u6WfTa+EfUs/L8bPoX36w9AIwcAA817hgwjRXxCmNduB2telSYwZwvzw5e+gbxLV8JL++9fPmL5a3VPzy49fLlvXvCgfs7X3/RGtVd4MmDGaE6mEeL04ptXTMZqmkK5hCnagAh7Ny+qVLbTB1KinObmVaiKpS7aH6vZZyv19cZEKBSJx3zCkkcfm7MJiopz6nx2UmQCpgrcxO12IQ8cZj7wWhUeibDJziMWTkMwfBrOs8JXt+BtrSlHzx9S//NJ0BOJ/TXrQslmDxwjAU8YnoM5HVY/IrVA3wN/+wevKe4943C3JOXzw6Wnz5ZHt4/PF0++a2MGz0dvyd3C6bqlQ52Frewe/cfHqK6pc1iek4R7NGnR4ud21g9lfDotqyZA5yqj9gHNX4iZifqR09oM6lYQ3O5q9aPD5bHkpf64MkztbxHzLXVe6z40eKppA90cb/Y+UbtP23eQamLw9uzg0Dq3JqiV4tZ+Tbwzsn8lyAFAROROOip6VT45CjTqahIpiROp8hnSXXuHiMLQlRrO7OHiNrkH6lFwbjAlt8eq4ZgmiHe0pZuFr0+/gn3oe7ffoWaPWMmOEKAQWOkRtqMhAAvD3dWR7PR3bhPFy/uvauqLno/Wb5Y7DxfvPh08d7p4jdfLA++5Gcgio0LBcjW8I/rCGmpVgtHINHBgXCgSU0UhEyKgMWaE3Cr6sMY3zo4cHVxb2jTVPgcXR7tO+A29eP8S7inzelWjfuEDBRZNqBGk0OyFjUadiP8xF2RLnkf1sovl4CCy3LAA8y4L0E9qAzM184JVczMTXSWE4YMAGn01wytdVGLSCcczva1TrLt22C2dLPpdR1Y47dHyCp6LKwRAFbwoAAzgBCOeZgM3rS62Fldtq/CEQerOFh+8fXp8oFw1v7pe4vnvzt7+fTZp8vlx7eevuTOyO2zJzRZHipCVvT84oPeVDmBYvfgoUOK3RJIF093vz5lOlCI7Nbu18ZpO7J4sjp692B5l0m/qj6leiRId3dx+CKTencxdxvXcbobl4vFc2Q7ku3wC2WpHx8IEi5eCPGpJVbL26dYKfK9C0S8hbsnWMa7Gj7Ueg+1GXKcHeq7MvAj01XkqyMugMfHAAv9EagCxTgRlOgwMBcoh5VBHHjPLJWphFObWAn+OfqVpeRNYpHLFFl79YctbeltJALgrI+3R74KM3gMNMRhiYYckEJ0qBGrcbtaDcimMYojD3aPv156JvDRvuKGYiGKd48VAJeHwmSq3X1W5kr5JchUVyDRlebDg7DLg/PFe1I/XZx9A5r7ZvlK16sHwojyrLUGw306q36zFIzTimT0EIzmugJgJvkOlq+ay/PfIXsM6nvZpgjFKlCrZbc6++b/e8T9Y3m6bY1syvuLU8XI2SQky9V4L8K1A3Z54TnAdh+4IlAHYhz7RK3SWaOl4XKfLE/1Wc81cFUqCHLy6owi6JapIknr3P2nTH37MoQtvdU0BMCAv9bhAyY8FchAMGlo+LXBNXJ2Ti52Dk8uggA7viFpOXj28pe+tnxGZHj0bLmvwPHJ/vKl3x3z8oHNngpVNSzEYzBTcxeKMkywwS6f+EKW4l2DruXScI3N/YQ3awkW7jwWElOVCUPZ7OwfPGl781RhK9e4dwsrbrj8H49rztHqj3ccs7XysvoYq0+EP5fCn79j077+uP2zuJf15gK43ZXOhjd+Uzhxkq5Wfh/gdBtERzmoTAzH34c8J6JCGmoDQBC5Knl4D1XMJAqjpjRRQRMt5uAprfBpDWdyQzJJsotb2tLbSernxYVajSHgAaGRwvyQ59ihPkpEPAh4dLHKrdE5rNk9/PJrYt0nXy6X9w51Oflsdfv24X2Fm0MFinvHhktfnlGk0a0JGrWSOcBily/OHIeE8e4FowHXHCNFuWYVhquqEJyrchB6qbB2pGtct3Fz+bSvyaUC4IQALdRqpxWfqngOGLReF863JWre+3rdJlvMQsp+jalJJm7n8uhy/CgcR1kILDN+OfTFOTc88/N9p0bkblK4HIvEyDpzMJLZYQFDt5ZGbdEgskU1UW5bO/SebWlLbymdHysGhnVf7wGwgQmjDBMzRgiqKrrcOWL2PiGrUqGc5c6XXx+q4De/L5+/WO4znXd7odByXyDs9pmNbi9aO18C90r34ZsVy6cCdQZiB8snhCMwGtN/KLlZu1g8cgBU/KkqjwUe7u9+eu7gBeUxwYJ4RKqGAA8+VmhT68P/ffBFmwMUdiTeaX1aY62Y4tHiEwCkPAFOn/gSOPTkbtabNknaixHyhW+71qSufLHKU4ANAubQO5KZKgSa73npfKeK/2My5wwhU2bsXrzJdjaDU2Mp8iKYZqPWtNFy3hCiROzXlrb01pK6+PE09defCKT7axBoaIAyMhxME+uvWPBRkCBA0oRtljtfvwDmnT48WL589FABUFDwa108PvxEMehrRT7ZfL1oTXUJTF7t48Rg7LFqjxan3+zvOLw8XSiGPlus2izd8oXSanEU4CZUl+orVS9fLV8p4O0SrJgDnE/yyfvcpWQCjC8LOzJbeLALBO1WZ799pQC4iylb7tnBeFdor814xS70zV9P87r3tSo7l7oG5rnKELGpM8ZsYjgVWjosxCQzdyxoMCwjUeCiZCRkdmRFFtvrRNsqoJHo6GhLILTNNgBu6W2n3ssp2u+CNQB4kizDQ6wGhsZFPUHGwAhdXCoOahzP0A7cF6t7L4hyj57qgvds8eny/uGXv3n0aPnk+PTpwfLLR45yYMQ0nBDguAh2PdrPL0GW7y4WTw++PoNtaO4ul7y+plUdoauKYAKIXPKCAxdf68JVkM6IkDatuTazubzvKPi1FAKI+UkJLW9zu/m344o/WXziycYgQOzjPXekx1+Y9IMRxrs4VDpT7GolLO13Qhf5iOuAc7wdkRKeHLBgnZ8bwTXYJ16l/3P1wqL8RgS4h6nMfBI9dQjTfaNK4M2UIIrtYzBbettpZ3F2er7xa0+NBD9KlsHR70G63uhoh5eYXK40jD2gZ+mTp79eCJK9fMY039GtA4WgxYNvlnefU3/KjdWD3Xu8TNr2uwfCheYLBUahOAOtXqmSh/C4egWDGc0tD3hXguiegdnj9qCerkwV0RSyPk39YV0hgwgPePpl8YitGFyWIVfVaen7Gn5qZrLS2j7x2j3ZeBvECD3sDxT6qrmlCQo2XKw0cUN9d7lzdDJ/HQyBSIdbZ6BFp+nIw1qdGGUqUGg22E1ZrnpN0z3g0qguZTnqdvGo3EHT0uzZlrb01pKuo5S5pyurHk/f99gwLuCaKIPDD5U1ugwCbAPZaKZC2vLlg4NPVf7iVPw+T4ks/Yvgp2e/++Dp8kIoUEpuEWPL8kcsYKhRusIvORa3HiNe3tJ1ul/UAgYrNMc9Wd9WSYQDs7lKnMI4vwT5IjN3tFFEQ/WeMWC5FLf79fHi8jeP7HJo6ddW9xUvHykyakUCeg6A/Xcmu94MfprSdp9mDehVJcl71So9rS6P+CXI9CC0UZqRWjAbJTmTfYpMAedQzhARDys/0ZeKKGZuUjZ11zcC+/A6vLKySYIkZY1b2tLbTn7hW00DtgBYD4aJNPKUjBfa0EhxcsgM4OVqmPlraXf5dW707i++5g7Cy6cvf71cPnz62dMzRY1nuojE7sivhQ5E+qBgpP0giCfR7sHBF2HtUeDQpTFcyaw2akx1oN0movCWFj+4jB9bRl/UzWBaCXWreHdzKFs9Q3xVmWJh9ndMy7wRetUBIEGI9/YFq/WY1DKdGKPzRMOcDJmi6hX/BzvzS/3SztI6pXErF9IkJsKZbAAIjO68esWWtvQW03E+Bmf81wKgRgLjBKTQyIPEchNw5aQQoFIf4mH2F08cDvzg36eLs+eLh7cXnyzObi/fe2/xwHYvyoQlb4NRUngLY2k4U4XE1Kd2roqKGdWTturlYmDbXxGMK102WJFK0AvTxIdTGuNdFRJt7FklvgsMAhxeh9CpToAvTL0wmUfps9CRXemYpC30Lg5Vg3hlQoO0bop2OiUFPhaIrKanWwS4pbef9H/+mFlAensDgtMg04AADnhIeBw1OuG5DSGXhmOGEa1RntehLl/xc9rlk4+Xp4+Ojnd/qcviu3efvMLKz0Fj7BbtmyAowkw+/UcVx6kmKyl/jWnZVBmYrmhsQbqISkcWb1EVTdpZqb/a0HBVGdNMZn6oW3R4eXGkozmRg1CDZRxzsbn9W6fFWK5Ohn+2gwp7ZNKJx6LcCAiODcoJ9laEiUk1E9ndNgBu6UdA6ua5+3t+fJpf+Gt8cHGkJBygseJZIkZZAximkx2eA2wDeoZxDr4+218ePPzy3r1bL289Wt364utbt+4t+WXby2eOectXJ0yxxXrpt8FYbFFJ427uNxolybq0CxVOwjRZZ5xqHVNbynCt6B7IVNh0NEJdJki6fCqcZJI0k05cXCQXAhT6O7n0RGAdbpOf2dMJaKEJUIbOt3Q9xWeV1ZwcM+Icu4LmIqIgxpEpaRUlzG0WVhhwSEsVYaRyb9jSlt5m8oVOg37nZ4EaBStqqIAUStjosgBgvRG6p+Cd3YPLp8tvFjuPHj17dusRd2y/0OjH4uUzFwdPz5kJhAOH8RhMWjubIs4cUpEhCpCKsJsPQoua3JxTVSminuRDK6qRJI+NtSWILLWhPlddWZ0JGrP+PsBMufroUyHj/45qnIc6Bf//9t5mV7LjytIMRCAGVYAkRigDrCQBgUpSIFHo7OxJQoBSryBOOU6gnqDGAvJBqNID9LhHeoWMkWYEGgIETi4EFGPQIBjUqNf3rW3Hz70RpPgniqLbunbMtu0/s3Pc977bj7vfy31ASdlo+YAt6ep4APuIUutdHsCYqF5rZoMRSO17gBtXgVMGvJHI059IMYJ6z8kQMeJWsDz91HuA/Z8gl4JmgvoHb9z7H/8HXwe+f/+/vj///+MH9999642f/8o08Hv+Y/oy4IPQMG0dL/NpXSHdOs6l2mX927XVRZvDhuBE2mCdDEqFceIf7ZiHgB5yRKVmvtrw13FH7v8EeSvF3yvnl8FHLmuGsutDkuK89/QuMktGs1YeuVXARRJSfg3hoE6hh0U42gRTAkYcCu081Gr0SbGx8b0Gz/P14tfnPJVBgqP134ogGbyOGhCw/RzgCuWhrIZ+8N//7e17vt37X//LvXvv/eIX/8m/hnvvZz/sV0d+fsOn+1DGkG+CxMqS6ODebnRY3pa41Jlxt9XnXaXFnQaHfrydiMvUVmKVkp1cSA1Wi2rbmXkil6v0r+TV79Pj7+EHvc+Qq2+CStVG4WYZ18TnzAclr4MpF71f4UGnlTbDqyG6vL0PxyJT4dxb1DEmznj0Ifqc2Nj4nqNZT9JPRRMNhoc1BAG0isKGWuC7wHyD4VLVTGjbHt7//979z37ZN3jtvz9+wL+G474gb/7ef/iffjiw4nTrg9BJCS2QQpdiMoy0g0hbXMbOzv0a0Oh0hGtmkzXq5WVS4hBPe4n1eTbDbZtLmyHCO/JMUwDmd8n6Ikivb/NbRu/kpflIWJaRwaji7P06CDxU2jGPyLesxjDyaHhL0TI+7FaL6s44PsZF4VNiY+N7Dp/ovgjuU/6ICntjrPOj/CP55efpW7cqwFPNE/yIL/sOHT6T+/0bLR8++Olb/pWBNLuP0ZKaofSp1fdBnCUX0nbswOGkPsLO7MtndkzOxNEOFy9hjcul4HDWLj2cl/Hup47ma9Xrg4Bc8RzWYLRVzJmewjh+B3Xo/4hbVSLs44Grnb+1UuJ1puclOLIgPubuoi668H4JvHElmLznn0NIIkxQUDi06siRMGkJyPuPIQZPP/V/grSqmWheJU66X/hlX+kMg4f/+2c/euMX/+vnP3z1tdZkkT38wboHGIbjOKHdGiCGYTscXPpDcEiXrJKZHHM1QyxmWW1qXLLZwUy/xuVmZrfbcC6TUtNmeJj6zw8CHjhd4sBSzofiQGa0yyOEBSkLFgqWePTzyAUKT/SydkryU4xk/MnY2LgG9C2QPN8nE4oGgrEAprJY4O8Y81WQqfKaJyamO/nhr9597/89Esjq7v/s3XSiLOT/ePoPcY6IxlDikkralykxgk5usZif6Q4vNDoGjYfV4ezu0mQekxPNdNm83NKuJH35Dx7lYvJl4AsowMhEVn1TsOVRaV12eRzg82BlvDxmqGORvjxLxAVd6EGvMztcQjhBuBPgxrVgEt/KhDz/jRoCiZdHE0OJDe9BBa/wNvCDt54ngg3jF9sPP43X96DMEjDv3//f793wf35nugj+HNYwhpjxUkWdZ8M76GNybh3P9MkwRNtIb7EP+syhr6Dt0HvpdDgXqm2G1ewePuL/Ap+/CtLkk6vda819Pi+/nenpUgJmMglNFu8Qj+x97x962HeOscop+qwAtdXj5RGnw9lOgBvXgj7X/QNIVBPvUz4QEDmIBgoGQiVlA1Ej+vk1k8dLq5737r338LWbe6kCmcv82Xs3/LdJ5fCwQMBfKVDhcPKCS8i7vFttUdWj3EPxTFdrUdOUH+ud2S+bLupOf56eiftn2YXbYW2LCpA/LHFgar9gqr3etfNtXK7+8QhIqRKiqhfZLUnZ6SVwe6jztWIR731L2NfHwifFxsYVoE/2VoCEBZ8E64cmjAZvka/XZIJ79p++5T3AtFY56Y/2gzf8qN9rv7r34as//8UbP/rRa6/+6t7rr/FXYSpfRJR+SddJ2YdIzoU62i1h7Q6ireOZXu2W7XBnsB3cs7sX5mV92RYXaWdX97kHyE8vq2UZ171vRaWg4zGgpPswj4lXPwdlHZocKezmk4FTxmVI07oGAUkVul8QEaMMiTp8RDUIlbzos2Fj43rgc95IMecZR5P3phwpns43QR70ztoE862WQ7z72k9eIbH+9N9+/nby3IjTnZJAumNCO4mOyqmCmZS+Pb/dOpzoW6p3HJV4mbtwbquuuf1JeHDvEIfoRKzDlgt5fgukd+fSeBQYSHaFDwBJKjlxPRgqedevJhgvvjrpJZZB5MMaZQ1MkGPKWDc8GTY2rgLzbGcwCgIqCgJl3fcjNFaQBJ8+4F3gI5YvSUtWMyNkkTlY4ko661sJoerC2RxtHY4FlsKp3ZLZj9oxby+vxx3J3TlEqKNVMO1CndotjRfaSVoyPcTDT1v/nW4BznXnWicx+Yddph5kxm0+J1VUq7+j5JLKpMiU6+UtCC8zf5cNatm3/APWsrSMVjjR7FNiY+MawNP9/ZRq7zdMjJ8Jw5YMaTMHvmh76ylFza0S56BnPKO8ami4ZqUvcxvkMbuw225JSt/W7UTiEFzaC4yXtjsuz45uc0+CC7/EoVOO7Rbl/b/zX4MJvM6TqOZ6z0PA62AnfYAuCW2qufTOM7aKw00fPNBfZcNbroPjs58aWWGG6hNjY+MasJ7uNwmGT2jGRI6GzsJpxrfhJopvVT8zn+l0EmdxmlqSF/sZztQhDLFM7kimnSejfLSDglvJub87XUcZpc7tju3BPDgvEkNfWBwP5wbg3AMkoc11h+LOHFWa04GPwIeUgiiETtrrXcAjG2bQ6vK+L+A3WxxZFSqowZT1Xda10II5z4iNjWsAz3ef83nyJywaTY02G4HSuAn4C055Ecy/aFsBfqcMgnGLKGUiPLWLWQjpC3WnnSauedZZ9KIO2Wl64l6c3VE/M0+MW47bTrLhf870zClBL4NfJHfuAs5XdANTE2gN18dEbv/g8zxM0uvzf6dHKfNWhrFizES/KoZSaGEPsdyDPAn2P0XauC6sJ/wRBQ0LOioNqgoKjsGnD155/un7bySIG8jTclzqmyHKG8rjNHRcWfTSyrn0I7g9u0W96OU8H/pg3dHtdJhD5WCowovtMDmIM/9F4pjSPNL9zA8BXl4Dt5ibC58Hwq9nOB2ETvnHQzSlm5DTBMaj5OOVTKgzSr5oVsEF9Dxv/NbH2IEwLBJ3BbhxdZgK0PLAIgCC+0G9736KuAfPUwI+f/R/JYaJ6EtZswjC/VToGO1SCmkXKeNqL9Jnzp3ZMO7onVRO4lusTm4Lpl2YdxifoX9uLyrc4dyaZnb/3/gny1xLkZLMr+2SrCzPgtA8DDTpZDUkPjB5aKKHKKxloGrpiwu92LJAuaGhkkcRQpkROyFX+pTY2LgWzDN+hU1B1BB5xB/BQWSIV/wjxj/hq22noL6UOTlKlKWoWXFax4vBnRrp3HLcsp7JhXE0WGln1svmpzYWLzG9zCK6o3buz+3gvyiidRjZ/R/8n6/yAvjyCtgrT2c1Zj4aBrgksVR3rdeoAid9zXdAZj6PVLLlFICWfr1XyF2+lH/M+sjipvcL9coaZNk+HTY2rgUJFnoiYo5ERfq0oP2UD9Ysz9M9z/gpr+D4IMd55NaWY+mMT6E/Lc1HCSuLg2N6Ft1RW8dZ3ZX1mjJqVGrGLrr63XmO55IvXXE2j/xwfTk6zw5O58j4UlcZDxddfc6/tpP0uEhRHlyuOq9NU9JZEobdG3v8+b/Wh1UY0pJPYuBExf4N6WglDWqbZsFnSkRNhJMJ9WRGUyLL9UmxsXEt+IS/B0PFQIgQFL7X2DixJ+YuYZMiMImHrzL4oeinbz0N+VYmn/KPLhLuIZ/zObfQsMtIOij9qSZq4oV/MaIohaXME/+p7RF0fnjjFNOoViUrutJbUQpjfOaFJb6csxpzdfgzNndW0d1bTuJH1bDq2pVt3XTtZxVJN+lKa2e+tcv29Dz6VR5382N+5Bhw5QMrsflUHqRDX9eSmuZB8GFajwiTlnikzGZMLTQQcTc50xt+dJqjJaeeAiQ7AW5cG274/0gTAml87CzxkvoifcLR2sAAElQuKWQ+JbF9amljJKfcYaSySfhT+GSM1D+fQB5Aw2rIv4EyMkRDU1gyysZNJ5lpkAJOU8SUViwP3VoUJxKsFKYuA+dubPRZBd0oaMP6mrFSzNB1Abehmyhwuy6C5bX2NWaTdcHu2Ozy5nIdO8cOPS7JXeQqU4h5q45rHYq8xA26TH1B25t/KufwsUllh6xvBcu2AqSFQHKnSjzy47wGzhGWWibPcPqc2Ni4HlgBWhUkKowOYyOwJnkB5Dei/sHzZIZXkkmm5pJLlBPhVESw+COq4UTDTJjxwVvpomllZGIK/TyVZd3iDn4nzzGwboIaK0WpRKGtRaGTiEK5TF1SRMZYm9Nu4ibNjUaUweXCYebJzDbGTZynCsTiYGvv5msFHd6nbjYsxOqy7ebk6HH27AizdAurmuslNz2Fw4U378FcjwNf1o66B9MT4aOWqRkSB44gzKMhOcxrVNf+2xHTa58SGxvXg6kAyX4pBgQ1QcKhpcFiDhK+IPGcHAIS9cTzzJIeKYugRtWESbM6WurIVCNJkXmaExbbGXXY83GcF8Hppe2W92Jo1l6U3bExV5F4TgqFjoyE5XpJwJ4SfJhzMhmzs8tibOhQq3dUXIlp0l5EIVUTeKNODcKJtJ5OyOXN9U9BN/+tI0cuPBedlMRDw5sXyVo8HC3jnPuw1EaB8D+G9I7e+mDhBfFV1inpttaMXQbqxo2NawMvl4gCIyH1AeOKHWNpRckL4L/7GN6peoh1h2YMI78ZYzAUNdPUTYGvYpklL/g6lzTReR1Ajy0FXYXOyaX8XSlUUpYpQdgSLA6YrI0pCz3+9NVpeq3KD0xvrG9BVxr9JL4jl0166yYXT7v6cRmlUDnmdC6rFOsyU4jdvvBBGNRnufgdAqq3loNM0Z8jU/6KjF/oGEBO5cfjtwo/VPOo9hsndZ2Hn3zKL715SmxsXBFaLBBDBEhIYiWsCRluMp3iMiCYV3ZoHUdk34ruYZ4LNTNlyTG/VFaAZHjxoTGg9mtSCkg8FoMwFhMkyXVczPHEcGSocSi9purrFqJnFYGy8+4FL2aHrK+qHVrHRQHLi4C6JR2kKrMws6LzKnPhm41k57Vp0pOPCFKylfUgj0lNoogSRNIZQu8ARlIL3hjWc9dCM2if1IhIMaJ5RmxsXBXy5E8tQDlAXDSoIK0Hj0x4xiXoV5TDKPciGlA8ybwkhAOt626jDl5w8zLU48tVz9yDDrESojhtyVexQ4Oh0Tizb215CVDKkemLQjnQt7zcxqSg41KvL2n4txAipF3KuDwkSzEjlV9THLcJfcQED6IW6xD1csgGPNCpH+f5sLFxTeDJb0yYCYmHlAmJopDGEuQE1cY3h1ztXPhcarLRVH52Pga+FbwegSNVVd6HpGQcVMpsKjp6Kj0FciwXs6BLQbcQZAv8guutjsw3Nq4QDZpVc9AMlAYFkVJq45vGh7nmXFtT3YFw5oKvRyBjctWUbFVuzjKJSo0F8MHrI6jp4dwyvzmw3yK5bbo/B7hxnUhBkLDgHcRGhwVCwsNESIUQ8hRgG18buZq5xL3KXluuMo9ByKar3pmFtx4TAH2odEBLfvR9GOv2dONW5vJ2rHrGiHcC3LhK9DNmBAIVSaKDtxMzT1RSFjYFWm5sfFPgtp2XeSWjudjNcWHCH1kG3gzm6IOQ8s8sNr+c4KvqTcCI6hoFCj0eWx9dVMLJCpaeLQL9DMCI5/mwsXFVmOAgwoyROZiURaApstv4uvCXyxAcU61xsZOZJsfJnY8HpmpThes/DwUK9slneXyYdrJQhWD6zOMmoGcGYEi6zjwfNjauCg2i3kynKLAUyeh7kVP/WUQkRKBRYRSdpFFRaKr5ILROzrwLbjkqloNlcLh/OSaO/yJe7jbWp4xhJXXBrckC671kzZeyzw4ua6eSG/6c1PqzLFWgdKsIf5k5XxqzzvGYyBx3s76P5iyNKlbjJQIf6GWIbslMnG9sXCHy1AeJheY34quJwbhpfbFmDZo0ZgjaFuS2yrDeMCsyqtYSpHjBtFjKrnnRCXu19cM7qOBY60LGgtrp4Gk5R3oInEaIuD8udDmhE728Ymbn3sLKkOw169T3otHINawVjYllVnTsozFvwMcDiQkDfEkvP1U7NPoIqTArhNKMNWBFF76vbAVMfn1F2g8MAlTHVR9Qj3k+bGxcFbglRKVQGA2UEJYKF34LhwLmVBKdWMbYEZO9z5Qg61/bPKmF5q9v+fXjBf5WXVvsCdUYrxWGkn33Z+nEKH5tLqt9aydYlbmVuucHlXSpepH7c8BqbWgJPllM8RSt+gSwzB7Ys3dcqNFWP3XNz7xDsbDWc7Gwuya+ZDnGDSQ4NBDPrQr0K/eU9egXQhZ7beQAnyrs/oZxyEmG+3OAG9cJY4miIOFBaMxsAIUMBnGS4xLKcjNNI8CPCuOoitREKw3rE1g33KleaBfjtQI+F30XLsh4SEMxYciMrV2kFy2QGUpVEVmzf2o5LY5LuG/6WKilRY67Gzr2foCzO/OkY0keZeJ6zmV0QND152olmYXN7wzqPEs91LwuEJS5KnJ6nvaUgy0mAefR1WKhMcBtTwxiGPN82Ni4KhDbxpzxQQwaEY5GkYFSEG0pMMJJeaIRZQolB7qGZ1Qow2D57iRaugGZhG4LohEO3g69y5ro1ksmdX/nh8Ira7EJWgzwFkaLpHLb8Mx2SrnkJKgmCFYKs+CKiGqAsRwao5bNs8AiDk6QfFMr2d0Sy7jJupleb1A1dKOLeyAsTzGJNWweCK8xopjpk2vBWXm9uBpe3tEslWFypmfbdUrvBLhxlaDwsWwIWhUcMUG9Av9SMARlGTzLxqIFHebmD+9apWk01ok7qp55Tai8BsA/yXQIy8BzV7uILj8sh2zt5yh6Wu2cfK/FwmRh9cYSN7ozHbpaFGdUVyX0ajoUWhjkECUiOIg1tnl69d+0lYtxuA0s8Er0AG45up7O2je7lcj5Yj+nPX1Ml3U46NROaf2UoluuAozm+bCxcVXg+Z8wWCWdZQhhkfghla1wG0mLFMK/wbvCDTdMW5NZi7SQsYvkoAXCeA8/hr4bYGEzCEkVOTPubL0E7oDaJsiuaPBYWenilqUezEBVGhiexoORsLWDVzD1mGU9/zaXkSXRpYFDTm/5zZmtBeqneXw+xTfXJQ/GrBHfqHcvY+jQnN23dl3OClej1saoeIFQZzea+TBntrbX64/tPB82Nq4KjaAgEWFJwaxtlVi0FiAgSgcdIrLOOSRIhmHjzCpjeZlQ5UfpcqKQF2/9iRphG6keENH6sxoWLNdqTWQol/7gynI5yMtZoM8MxfJUquP0VUTKfiZR4KKsWdZ3VlGNxpx4JuOmw0y8NkO5gI57by+ruUhMEeAY0jt5l/dutYWv1jAQpkGaKfU3l0pIsTFUsFuCERVZ/v15PmxsXBUmBIyBS1DYZ06hcOY04YVuEWHcrxwRRm8wreJFXXuNy8Ypo8A9h/T8qBeevqv94ktgNGYzdCc/bMCT4oTCunVGtYpoTF0D0uwDLIaCsUbWqqwYFrBMW66Wzvg9UK+RxVlPKBy3hx6HGlW7eF6iFHj+j9L5XEsM4wQ/c1aU2rVySpcjDFooVMdpoE6mcRMhl7FnmaSbzc/zYWPjqmA8GJIg4TEhxgGMJkqHI0ccIgsQiypKlYMb9d7TiqD1EdbzKbjIYeuSSUQrsAeUMOFS+qAAp8MtqD/ewMzXiehh/Hf77QEDh3tbzJFn7XiKF427AGfSE0pT3XdwK5WcXwH99KGbCLeXpm7nTOwxlVB5rD/pX/qrn1klHWcujR+GKQjD07DSnkVmFK6qq3tM3UV2NSYn6Azwq2tj4woxIZAQ8cUToGChS+CEcfASjd7jy0jZYEu0lrSISIRhoX4NqzWMyFWliYrosK5NQlGuf+eu5qlz7vzMHtaC2Tj2y2/dRg9i0TPIinKGkBjgcCwKXXlqEZOOlpqXYEQBPSWYthF25+6Bbh0iRK4d79Tqgg89Hqv29p1Euir0FHEJqujFZ9Vm+fC4VXCsKRsDb/ONM4/TTjJEjbt+bKBboLyEv7FxhSCMiJNEVkZKhQQDjEQRQ0Mms96TCkvtwVFChAuZIwaWexBFnEKfVK2QlMc3BkN4HyutsgW83f3BGUoumF20RNNvJWxaoiutPqgO2l1IJvOp2Cj50jy1dB1R9xp4fSxOp9pK5/nWVfjo20n3WgRT0KZna/GaqfrhxbsEIlxFkNQULs6XwI2071q4HIWuYd9uTd3uTDuI2HhKuvHYCXDjKpGnfuLCysT4IBgMKT+A1yBJNLZwiUaYseEGWPRhRGXSQmLWUNJTnYUjoVrITGI9XgWqLa1CuYpr0IXBvljkBagSwRotmarIilIHMehUi9ROWWvtIyfTm3jIOOor9p5cCGdR4Eg/GWqmGTuAmPdyhKd/ZFwGebOGlZqEF/JMyC1mwbQ6Ipu6HSYe8NEoow6HZrmZMvPRhKkMx1h26SCzeT5sbFwVDIxTLUGJYdGSmHBiRZHoc7ATBFIGy68WORqg3ukUlnJQAmOeWZYKv+VREgY1EDmjMT2+1B6v09ZPaKSLqDX1o+rhpEEywKR6xUAFrTwhmMr5IW8pIy90G+57nYeFmml/5ngLze+DLqP3SxZPkp2ikqWBn1pRHc6ciKrpp9hcG4qG66XBtzhet0XDXV6rszwenag7NmjGLdhSzyF6Pu6stf8azMZ1wjpjQoVaYhJBwqNFniE14WVohzr4rSSoKiowruxgteBQkaBUjWCFV1+qBZF2TtaIfJwyTIK5/dN19J0WtVoLl2FUy0lIiYoya84K86LbuTrps70Qlm0mi6nP2LX1E1dA2zmPmjvmXLXCe3p3ykQe6mPi7nEt7RprmfC6nWqjqVEJquJZVakz15NTdjaIK3zCcBnOmj04YZZzgKrGPB82Nq4KDebEQMIlLXMiolmgsTEVBaVCo57KBoZ6GEEz3KNWQcOZBBgHQVitcrqqVVmlKaUktIeryqF9By2JAPJsA2+UNm6/sV2MKxdiXisRXrhhqBCnIdlCjqah0iBSlMYJuhrjFXu10iM8TDKWhKoKk1RyVl1lcCK9doPMO5PbmrPTlcqw8HQjmm/c0NdlDom6mavX+QX4qai+632eDxsbVwUC4YhOy4xWF+HJNlCmMAmH+sfvNYx4QighplmiNLpUJFpQcKiBNyI4HfO+lVwSsf6WjbSm3vFKC335sYsSLioT9cgQpj17wdGR1dMiQFYtEVK9pKVQ+Gd7UuNaaYcSix5k7r6kq+QGAbtYTmnDHkSPMzg2oV3onqa37Q6Raj1jTRXoGIKtByf3uuEke6LYRTtXwovh3VytM4fOuLFxhWgUpUgg+1hK9LYQmPjsPL1oQDkL96i6wm8gZUCYiZpR0LAegWluvfgcB71XtmSzPjrhp0V2/ulKN34KZDbY5V1TV2oEMmeolXE/72jXMFDXnFndfqQPGrHSYOW5EaFbUfro6WnpVGSNWylnImdU1XYejeNyBBGsk+R6HA51pHoZva/pbcxVErp8r4eXgPNQo4aMweFvRGXP82Fj46qQ4JuM1IpjQJqAPaXFRInBaE1iGPVNSZXnzpiz9mGsImR8NUXGhw6IW4ox5LWNJBQMnUQFc3zLOmE47HxRmujbXcAI8MHp6YuNqY6QaXc63uhguLInql09ZZY0rUUdtZjj6DXhSkVzZFNnnfNaKKZekChW2/27fM1sLig9VWlks6Ox55yQYJip8AFgEWdI9BVSevIjeuHPHc7Fk57nw8bGVcEIaI5IaFD5JISIGd+azOuj8IejkgyNEkZYdKJGaEsKO+9UhdBhJC1WFEzg1RG8FDOlqD7H//KrDZF//Mhh4zXXnR7XWaBB8PfkliOoaERIoVugiVxLGTncbJqnZo7qkmK8IYNEgjDXDcfq9TxVDJFN3PMCd1qxyscu1qocuRDmrSO/6QfTGI+9ol7dYIZjKx3po+mJVYO3kLkinNg4RQF3YJ4PGxtXhTz1L4WKJQogNhcdhEgMrXIEi97oiyLVA+FNM3HUqiSEU2NdKgsmIie8SaIVzspjREUiqRz2+UdGuWODFtXScpvezQK8c59rPNqhEFt060FtdUJZlaoS61kBvbGI9pAuDzD3FMFwZ3cFCkyX9/MuYjgLzaG3ro6S1xcjjouByEx3PgSHkor1Pleh665VkeOkvxBCUzbP82Fj46rQaCGoJ64yJElZxRiCi6KOUNeYS2eNAYN5iKFJUYgkQ2PljbwVoqDlC9WHIsI3c6TRm5okGilVoqGzExQvT9p0l/Npwhax3QSH7uqjlkoDk2ka3G4I9koP6mIr4U3DWhS14+RytSZBuaYUDgDngq+y08sf5a7X/QU53Rm9uxku9+/gTIeT0c3Ir66g+/CAzOFFgMA7C9pq2I0gmFW9VuF9cjPPh42Nq0Ke/pQmxAzxZ4B2hEvlUIYzdVeMBVQVrTNCpR3mwRgIag3rs1iNgRiHvdUV1K8KeDIXNUANfZs2ZkzobuaiCaDby1nZqAuXdhakS5tzr11snFvBoV27ZREt5lB6p4t0SlWAg3Dqur5k1xxHc52qUffa5zqMH08sV9TrhvJxzxE3mFSpPoen/ABzD283BhgzujbquEaDojwJdWPjCnHEIpGRssCSwPIgoZuGUGrFzwFtit7DU05+iEsDNi3TsaI+W8WOhYm5t9Ooz1oL3UDleGD99VNxfEmy53g7ND0BTurgyBrnGVKVOZn8qdoqAOGJGVogBat0y1yODkc7olDpJQJE0coJjvykqB8QAk8KUDg2sFZkzBGFSYtV7fprbLlbGnlm3MetM9n4zJVn3SjkYqkE3+ugJZjnw8bGVSHh1VihTEhBQBS1sBMZh+oIn2+PGL4tHWDxiozBwgldIxYYaxHJHXXmKGQwEaykYIFWjebHQPoW2FFUiOIsc+y1G13lnsNUlpV3HU8zLl1jPB8FaBBWtLK2LxopkDAen8vicKh2rGVnjB8dj94hlzVj5h9a6bmqGuMKmX2W5+xV0AOCdNWE9jqpPkNQV84uzuC4KN4gWHtk5sHSYc3zYWPjqmBlZhCsl5EMJypjFaY+MmpG5xYwQJOKBY0J46KGh1l8RQePFIU5olmh4VkkQBujEMdPODA55AudyQt83RifYZInUOFeHCshHRMxS6DWN0qC6rUSVpq9XWrIUcIhcKGQrN4rOcCwvmqZQ4s68kSyk5DJck10WPTD4QKFdLM4C7iWkyi5I9bAYE4z4swkh61JXZsyeUBGysBIrY7SPB82Nq4KhEFLk6MimttOTB1TO5h3yjJ05q6VmkaqRdFI8zNFEYo4GfN0ow5a4Jy+lRExMY/f9MOsC4bVOu0oTW0Vo86jHZ2kOfxwXIzQi1eSTKZ0mlct8AJ0g93TJVdKzK5Qqu+slRrRV/vjgkVkLxrNMrE3AYlM25MGP+TmX6ZZJX7SR78adrAzuNR4LofBM2zvtfTKY+8DxJtITKo4UB91V4PP9ub5sLFxVSCiLpULZQX1QJphs+oNAtF6wyAsQXqYikRg0ARR2UQ7cViDQnUKqKlg4rCTkHgsFT9+0dV9jOZ4QCESHS2JaWv8MQ+BGkftSh13ISNn4xniKcbLsFuRS1d5HWM5amyKFYPxFwUNO6vzkRxUkYti9ThLhoLggBPP9SIDhRiETstljF1aNHKZu6nZRcZuxL+/IDIej5W6XKNM+qCgReaLQpeMYGPjCmEJwJFCweChWjGYSwRTJNiFPzM0VArMP1Qx667bIdB7iBwotSCCaYqp/ixMbMYwSLSOWciynK4dUaF1rEAasqxVZoXVWfXo07KNy5o4ckuZRt7MyuzgX+TuvTtwsRCUb10FXjSj02shQxVknm42ws705zJqQgB9LM85WGUcMYvf7CA7VLb2lCFzH8Nx5mvoNq6SWvYnoBh1vhSIinvJa+2NjStEA8Aa8JJsLiDgEuaGViuFqSSKBlfj0El1RW8tOeeokgVRGuUMQerK4a+kFYk+UyWhXU5UqtUp3RLKrwReQN8VDpbrLAKbyRU9d5dSM0crrGyzZ8lRKprJdqrha9yNk7q/VRLLgKhNC7TAM861yLyavf+5qtFRj1QvwPOfyk5ZukxhnnQuBllqVuPaqt2Dt4fnTNcuZ+PQ83zY2LgqpAYgHRzVAjWHGaINVgVFS7hEDmJvXIXizVID0AgeYUbFc1i+jLGc5fFA8oArRkZKCCeUfjDUdFKXyzguj1HrHg6vSy2MYdavJiHhccxSC/pXYQ0uMRuYeQb+q8dlcwLu8HKQWlDvXqWzFBsIehZdF6UijmqjuT2XuArpJQ73PULGZy6afDaFixx9cA696qLEZKh0aYiyzXk+bGxcFRqhRMCKDwPigonkDOmj08JOZNSasskRavwpbRCGaFFy1FJhQFiGUJcc9+YOIGGYhedDhK1bknCW9tqVu46jEHlBWNtqS1cNZKzthQWZTfmP2WQtBQj04WbrPTGuk1vojpFZjtVIhIUfjt60kzvQAJF51YvBGiWPSyOUQfQy4imitmJUu4AeLmkvzMWXUDfSQ8HUCtEzmefDxsZVgWiwYICQtqSR1ylsQ6TkvPwi5LHyvdCwuftVSQRRD5GXw+YqjFLuMBzOS+egMIQ6XDI1SMdxyagoBPpC2Gn6gxoiOt40Azos0QLM4qi8w0l2lTVLDndKKNd213Ig/Chdt8O+qpEDx4cffXWqqMa6tEtaxUNvZkYlSlysWZQlWFLXXsa53TiYSwUsAFlPaXjrhFm55wXR3lubFQ/Q/pCNzvNhY+OqsAqAFjiQCa5G4RFSUIQJmi06oAy7hKXotytgEcIZ67X08covNKGrP/joVQP9FmDwiOY6DqsrVmvMD7BRBWe1rDZJIGJ3YH6tHH6O5T/AsNPDiQjnsu+5tXmpEQ/F4cucZevnVP0t/Yyep/sWKLZy9d6gCmFpWTXeBV4PiDtJC4W/UsC3ijNrNuz6euVh8SyQdzkOi925CzurzfNhY+Oq0CRigFlEtPCgcEjopBEjRBKBsgK3pY/ijIiptmo571ASeAjaLJwmm8QEThBGIg+NLHdUNOG5im5lAGXZE/nSYspiKVOtxvJwwa5sUWA72RqWkfouqZvP4JpMNFtOomBTKwrdDV1pvFS3mjkURAWttYcKYa6rlbO0IMMGVsVIPNhhpeQjDLVZWIbAS33sYa148lYfCmfGRMnB4MrXj37n+bCxcVXg17+39RoYFAPJUMQGYVFmI4fKYe4xGT+ZjripL1ay5o1eZXQ9cGHG62wsa1BpIBWexUuIjFmv/qqzupk7tZxZTmYNzsPdzt3D8THoO68zUVAfWS26bQgUBxBjvrysci2HuwGZeHnovB96ePA8OJXDKnDAH1mZPSzerATFaaASPiK9hMgDFDInob7KrSPD6pnyAGRnBw/N9Mw9hZhHsTWgRec8HzY2rgrkusZFusQbURhYVeRICdIKJlEEwuqcIFrTWsLBqhLADDudycaQCaQpak2co6Laqgej4nuuIIOR3HCG4Q0z9MZJJ4h7Gtw2Q9eFQAyO81GC/uXEMj0qNMhosIY7gLeUY0VJqTDT3mvkm3Ss1btsWciTUHktiMueWdsshXl/g4RUUKu1NWxrMt7dX23ijk8Bmj9j504O5PTDRjvoLjv3pGYKoeU8HzY2rgoJAkKxZQMgqA2aZpomSJD5JIuAmIl0bAYxk4GkTp3R4RGCMmWtlS6NgGQmoFLrdFJ3YdXfGd1IefWx3vyVB3UxqMI4YSOB0nRqcgk0hsMOcX8ozhWIgspOjj8o05040YPndmTcpR64/PgcsJI5nCUibx4LDiOtVg84jw6xWdyOtWZxakEO+VSiIZzql1XZYPdCfQy1vwq3cZ3gyU9pAhIaFDJTaAwn0ZMIOVKflU7ZqnYaMZWIvHCDOl3lDDLC0/c+C40VVHI5rFYIdT0sf7ON0bH4GrsqAoTDWlJnQWZ20V17KU9AqZmOfCC4nckkQiqm5Qif5JSIkNZbr09UqqW/blK/+gzTneoBJwxyKpOM8nybY/bXAd14Q4UrywDXtR3NyB6VuQ8THVTrv/rAuz7mpmA6tjfPh42NqwIhQKAkZibJWUDkhw/oGV4WDYq9zwSPA+EoDLg9FUbCCYMc1h0BmvoQcYRaW6Pw5HZuSNqZTTPAt5apijxHekPahdduxvtC1sOyFng7JmiOEYxS0YXNzPttspzKPoCIg+wRjKvlkIuJAlLPRstIRz1Qj/Pvhcc5tuNW8czrEqaX62b+7kwnbMDqj2tAU7H76AnMHBM7wOORzbE/V9sJcOM6QRlCDBkEzU4tSyZmibKIicSpO+Qrc2b8TXkyfpTEL1PdpJXjoTPV7MNabpk3VUqpObP1KcPQKowZtUwXlstul3cUWoRBzBxBdUYWHHXljCw6C9eoCWjYKGagqApZ95PDBmuH7mauJRZls9m1Ezp9VyZpqvImnSqsyJhJJH0I0kLoWZ6UWwmQaylbs97yixyVnrdfB+bHaxeDeTpsbFwViAzi6XZlQgiWSnnQPlDFeTJCepDYQugMpUgoHZkCUkeb4kMtlMljaSYSlRGMp74OOgUWeuVcltBXVXxhJ72SEP2wiuUsAlrZ9jFaSgr9XbAgNVP9jVFOoMnPevmyWyaenXkGVS7U2pemaycounppuf2jzr2QOcbv1I8w4nbtN7z8cqhmHeqtJjK8ZekDdX5sFCrJMU+HjY0rg5FD94mFg8WDb38aZ4YdkUTNYkGxQkxVlKNDgWFdYS4Ik8jLMHURWmMZMkMX0Z9v665AJZsyIrFj9eii6PYyr7NwyBg46oZgR048X3JMxa5TjZwHrpkoh7xcAVGnLNxeH6gvIkOqpvpRgGKXuKDcCmYy13LVY3GgkdfNe3RRC4n/sNW9tZlZwRX1KHDA/PL2eG0K3Xo9PmSNRVZFLc+LBebpsLFxXSAGWi0kICaC7EOHSnVgJYNk1R/ktYme5jgKEE0N1hWvcqg4VqmCkX7WMTYtSlywlQ2bIb/NwqYovR7OnGkeEYxjDWndr33UJRqxV895OxSWy6QimWFYalozXfwsmEXw2imMFmw5vDj6oKyL+aSy0XVQ+SYvrCPBqquMiL4Ldiv15m640dcCN1qmTVpcaSSOxMlO5s4oHjAfLQa4MpflJx/Os2Fj48rQiLlURomLsBoZIc1A6siaTEj4rTpD1uLGTVulrU6kzJU4WvryrUTCkTkOaxZMbQI0pPByxhKjXUfLEtK6KgYS3RISVLopAZWjhV0xX2JZoizWnYGkK8s+0p5LoousjJWskAVuriXfpW5G2/tvl4QlQa7SJRrpWwb3F4tG3ZanHsdW5m6nbVnOKrC8aEmWJVxEaahwWoACHNXbLgA3rhWpDHr7qm8JGi8hTkENi0mbQVRmdUat4YcQZ3jBrangokVJBIV4eiuRov48cFOmUwxJNfohiN3ruv12WIaKViS+76peiHTCMR2qGdLPGvECj21ftkAWYlgeJsccZp7ilIpAOwhLwEzMVCNgOEwzzPJdbfGrnvqwO/ZRCaJELadI03KbXsfocJUuHC5z/cFkosco4Sc7py6vqN72fwXeuF4YB4YB5UPDoqDAIPANkvLVgTk8YHGhnTJ59OhfQhQ/yyy9NM5FaysIOpRyTJoY9bgmjDPS6BReLKl40CJ1dSFmyLIMN+2Q6Sw86FE6eHXYAQvplTzCygI1Q2M2P4c6cDUCodjzZJ514jO4zfFbD3oMbxTXzpeSZ7Y2MiKdqLFW7eBisIY96Rjres+x9iMZtXkqbGxcHxIHBJEtRBJK6wNCnxAiVCgX0qxujBgCxzqMQGMa9KMVVR5duRYcR/SW1IUj86ZJ1HNAUqn0FlzzM7xVB6KMU1jLkCWzHbtV8iG0XsINEv7inxIF1JDosCrQCj8gExcTFshdMbwWZnUkWZMyAra0Jl7KWRUu11obBe6U6cibXxn8rCJ6XAN1dYuyD40yPkrN62Ws9eK5MCvGSEZUoyfJHgQ2AVbzTNjYuEoQaESHdQdjA8zwIGjWMYggkYt4fVkCiyoYpzk6c4S0gIsKLRyTzyRPRQonOHGPJK8F6zQMFqvtMBAorGHhXTym8XPE+Wy2q4Scd33pRweOu1CQrBL6fF5STMLUS+BO6BTGEbuzyebcpHukDxN1l8BLTjG07hBF3S16UVDCb7j8x7iuoWUQ7SUHXCppvCPpLiBgdIiCK9BHie8CYzN73Plv46qRSKDKSAROcdHgWB3RTbOWaYI7lR2QDcawWqpMG2dadnagah7OUJBbOm4ObUXpuobbBHP3rTPOIETKvUu2mn2vumdupLHBwxiuzdXqIY1MaB4yTQcxChW52vhBEPeVDbWAYY61sYxts1AoP5YnL8sgUZTeOg3GiVmHXnlKyWXJGi0NM1v8y2VrYZvM3mGhWuGthWTN02Bj41rRQJjwmVqI4iCM8oBxI2FCaFiFhm9FMeknShdnciZrqtyWCcuomUnqL+xXw2ayUabqo40bRcY7FH70HaL+HLK1FfTcVAvLKQVlvZuBMlNPJ3qpddNTqCxjzUeRNVpuhAoRFttwP/jyboALpLNQrMfT4IJuKZ0abtlNIZtBn07nquBZ00Mz3TBmpSqxRyyU1WQGPVUUpbDcxHDnSbCxcbUgOAwUwoMoY2LnnAYpBab0GBj8shplIzI9lI195YMEYmK4ykgOe+m0zoYZSKhc99Vj5losnLkBPUhuG2tY9ZSOu2a1X5akEVlzpMXWvWWP2mGNSG2O0CnAqMHKhT0UWLW0+TX0SSuuvBpudfGDg5oNBlFx22vDSwVe6Gb1uDpMlTh4bTnwkaMLLyCjw+d+B3hjIykwxYFx0Vhrl8MoCxabgdxl0EE6g4w1xZZVTaYIQkfWioRMpX4Ua668dJrmQzv3w4To2887LLrqUBsQsa66YI5suvvGHbpmCVYIZfGzbM1Q+pMLfWAtYg2oes9qTCwDbbAsxdwJXf3gYCE0a40j4Z5h1wNbkmKDKc48GdXrp5TOq+509jxnzRWoRng5WW9mwot5bOKCsyHJYhDuPPobG1cPc4aR1YqlZZGj7IgTOke5cfkU3uhrzN0zE52CljmBXdFMobLyC1ybHsezqFFaWDqxGxaTS01TpVVL0R8+x00zg5xgbYc6SzoaGesSfz2Ze6tuGhcXteCitvxmhSkWh6E0rXozGZTB1aWFochVlpI7Cyfz7KMOsoOLj2iwwUEoHqUhC+c5RdJoSPMdPGvtvvE+D/zGxsbXw999LO0XghsbG18WfoeU7Pd3nwHfv/nwk3sew9jY2Nj4fHxCl5SRl2POPwuffLjzysbGxvcOJL7UTd+DGnBjY2PjS2P/KaWNjY2rRcq/vL7dL3E3NjauEp+0Ctx/VnNjY+MKcXPvfceX3QfcpeFnI78x2jY2Nv6eMalvF4FfFr17cLOz4MbG3zMeTKnnB2M2vghufTSoJfTGxsbfKSaE90veL4Fcs7aNjY2/c8zruP2BwC+B/etiY+N7hJvkwOu9Ebhv5G1sXD0+62tv3/9q54Uz3BlxY+O6QBL45Iu9DP6WM+JNXp1/m6/PPz/77XeLNja+t/iCpQ/fIv7W0uCHvNnw7WXAz8tw3/9ieGPjqvF5ReBXSEIffhM5gxJwv0mzsbHxV8dN/0bMZ+AbTUJf6lPEf4X0F5c7qW5sbNzFt5cX9h21jY2N7xLIfvteV7Hz88bGVWK/OCz+Sr8KHrz6ozfffHjB28Pf2Nj4m4P3Xb8PGfDl5/BFz+yvdwUevPf2w2fPJveJd0eysbHxXcEXzgDfh2T5LeLRu0l5bz57+MejPXxjRBsbG98J9LMnXxZ/2ebb/VDzdxGv/v7NZ+8++vTm3ic3N2nvphZ8tivAjY3vHh78xWR1KCziYnFKdTvrXfBWar/fP3j66nsPPnz9veDtZ8mArQAfP378h7afPHp6mz6u3y360eslbiQeP+rP6w/COMh7j3/yXKUHjx8//dX4xK3MjY2Nz8FfTlwvaHyWyYX/t8mHf4s1X8SDHz17dv+Xb7358OGDB+89fPPhs/t5BTwV4G+eHPjg8RAB9CMVgpfSD548+fjBB6Me+t6joZ58cO/eR09+9/FS+vGwgZafiX/56RAbG1eNL543Ds2TyW3r8+yL+/228Vfd2evPUgG+9l6qvkcP/vHZw4d/5BXwVIC/e/LRJKcXEuCUeia9F+lPnjx5550Yf5SWn9/e+/jPEvmJ1zj9U/Runjz5x9+OS6DlZ+HRfxxpdmPjuvFVEsLF5rub6F6Kv/Z2f/Hw4bNnv//9/Wdvfvrhe7wX/CxV4FSArzx9/vTjJx89evrg6YPHMy56fR7npfSDJx+988FHv3k0eHrvgye/ex7it39+8uvUlcmAH3yskv6efPRx+ld08Rl48N/+aSfAjY3BXycrfPVXwlh+SduL+l87xX0+3sjL3vyk9nvlk/f+KJHj8i7weln76ydPHj96/uj5K48ePQh9pKMzvXQp7j7+nx999OvnTx/lJ4zf/ebHvI9189GTf0kF+KcPKALzsvgdtXmN/BfwL6//w34JvLFx4Gtljc9PPl/GdTPfl9tMtD9/Awtfzu1XROo96r4MT2/eSzUY6qgAQV7JmtRS3flC9c+p3l4fHvjJiaYClKC4y6vb6IJ/4BbgHxR88ORfUwF+fO+d3+TV8EcrAX70W8fPxus/fmVXgBsbZ3zp9HAr8Zxwm8nsCye1Q+nm/S9m8N3D70l5qfnefPjW+/+YgfeA33x2qQD/MFXd4+S/uaX3mW+CHNVgKr2PP1FXk3c+fvKk7/z+6aPfUAHeu/fvfwr/C1eAP/7nBzsBbmzcxtdJOV/A9gumwBfUvmxF+LfFuxR/3vjjXeBnD+8/+2MqwB+OlApwEmDS1a8fP057/Oiz7gFSDc49wOS2m8e/fj0GKSE//u2TP//mo/48ufnNEwq+m49/lzJR7SgwfDZe/49/+I//+Nf9P582Nu7gi6aav6B3W8zsa+awr2n+DTj4ovglJd8feef3rZtXoXxF/OpI7334h4/6zu6vk6YePX/66Pnzp8+TDD9+6tsbz59e6EfSD4Kbd1L13UDcPLhJ6fjb/5tyz4Lwz08+/N1Hv9T1cQ+Qt4n/Eh78074HuLHxIr56prhl+Y0lnC/q6KL3jS39lfCTh971e/PhH39682prwfyMMFgVYIq63gR88uSDvMIN7D54MHSGD/JiduGj5/86VOjHv01mFB88+SgV4P/U800SYCvAv/wmyL3n/7BfAm9svBzfTAr52l6+8K3Dz8W3nA8f/MI3PpL5fv7+zQ/ffeNtyNdGGKQCbOr5rRUcP/900H9O0vvtsMN//6Lzp5s/HXR0/vwbfZBOP/zdn38snTS6KsB/cdzY2PhK+MaTxpd0eKS+dN9yAvvaePQmr3r/+PDZ2zef3Nz76bsP33x2/mNYr/w//z63+F7nlh739X4dI8d0SY7/LJ0W+vE7f/jDO/kJ+Ugi81/d3Pvnd/69Pp7+4XFs+4bIzeNf91qtcWNj4yviO/HOw2whw99TRL/6Nu8C8+bvj95+mw/CvHt8teMr4O6/FZj5MXyJfzuwsbHxJfC3zTqu/pfy8HcyN/7kf82tv2f3H95/9uYv99sNGxt/l/gb14Hfvdz2BfHe294F5FOAb/zb8DY2NjauBO/9t9///v7v3/7lTn8bGxtfD31P5FY5+p187buxsbHxDeLBvfdv/enqnfQ2NjauCXxj632+HJy2sbGxsbGxsbGxsbGxsbGx8RVw797/D/yQDVGWNwL2AAAAAElFTkSuQmCC"/>
  <p:tag name="PPTPRODUCTIVITY_GALLERY_NAME" val="MBsP/GKSlw9ZGDJ3brhVTBixmabEEXDYAN1xXlfDXq7qqmSzKSA/bZYtCYz83ZK4EfgwUU5jYhpzCmZ5q+7pvQ=="/>
  <p:tag name="PPTPRODUCTIVITY_GALLERY_TYPE" val="_who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wAQSvf3997e3u/v7+bm5hkxAAAAAAAASu/v997e5lpaWnN7c73FxZycnL3FtYSce+bm7wgQCM7FxaWlpSkpKZStvUpaQrW1tUpCUnt75q17va1CvXtCvQgACBlKGRl771q1pRlC7xnvGRlCnBl7xVq1exlCxRnFGRl7e1q1zhl7GRnmznt7tRkQWkpCc61ahBm173Nzc0pze3t7jBk6c0pClK1770p771rmpa1C70pC7xnvSq3vGZSt73tC70rvGXvvGUp7xVrme0pCxRnFSq3FGUrFGXvFGVrmzhl7Sq17GUp7GXt7Gd7v77WEhEpCQubea+beKRl7nFq17xmcGebeSubeCNbenBnm77XFjEpSGTo6OoyEhK3vSkrvSkoQ5kqcSq0QjBkQhHvvShkQ5nsQjIzvjHucSkoQta0QWhkQtXsQWq0QvUoQWnsQva3FSkrFSnvFSq17SrXe5hkxSozm77XmxYzmxXsQEBkQEEpznBlSSlrm7+al7xmcSq2cGeZC761SGUqcGXucGXtSGeZz7+YQ70oxGa0xGXsxGdalxdalUtZCxdZCUtaljNalGdZCjNZCGdZzxdZzUtYQxdYQUtZzjNZzGdYQjNYQGXtzSkpzSmNaWr2t3q2le60Q70oQjHsQ760QEEIQECEQKffenIyMlK1SSq2cSntSSq0xSnsxSnNjlM7W1im1pXsQMSm1e606lCm1zmtjawi1pQi1e606cwi1zvelxebexfelUvdCxfdCUveljPelGfdCjPdCGfdzxfdzUvcQxfcQUvdzjPdzGfcQjPcQGbXve4zOe/fv/60QMSnmpUIQMSnme3s6lAjmpQjme3s6c+b/vbXvnIzOnAgQKRAxGYSlnO/O7+b/Wub/GQAQ1gAQexlKANbO7+/O1s7Wxe/v1u/v5rWtxUJaWtbm797e1ub///fm7wgQAO/399be9/fv5ikpAN7O1ggpAM7e5gAZSv/v9+/35ggAAFpaY1pjUgAISvfv9xkpAO/v/1paUgAAACR33sA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zXIcR5YuikIZkQUZjKQaBaqLmlQ/QUlmfVj9GDCO9yZHd3JGPTo90X2U3do9atNIHPEtLobX7JZqsuuYYJIR1oONjZPYlFkn7X4/a7l7REYCCfBHIBkfPMOXL1/+F0j/cnn87n32QeEb4PGfHv/p56P/a2/GjBkz3hDBLB8K/h/8MXz++Wd//uGv/z0GMWPGjBm3QRDLB4rP//x//OkgRjJjxowZN0QwyQeD/2EPsMWfv585cMaMGbdBkMj/+EA2yX1DDvz8z7MfOGPGjJsD9CFyufvQ4T9R38gDNP78p0UMacaMGTN2A7mD1HL3/wRGdAT/R6sMfP3XGNOMGTNm7IQgjw8C4rtKepue67/8fYxqxowZM3YAecOckofZ7uiGZz+8wcdBsmPj88//5ecY14wZM2ZcCzMHiOWu/wEt1wHUkhoLGxKf//l5jGzGjBkzrsGIP+4w3Ekd/Rv1WV5iSX/+OIY2Y8aMGVdjTB93FOqfHUF8tCQOBZIOMRJgdgJnzJixE8QYog84V6CTO/pR99RLoiG9BDJhGYnP55MhM2bM2AGgC9MLN3cX0b3KcYK9wAiCufKzz+Zl8IwZM66H+SI8qLuLOPJnJ9CEp8A+h2dIkR/h8/8jxjdjxltH//PfP/7hn775l893wr9EqYq/+8/f/W6H8J9/B9ORbjLQcK+k/+BGtuIPpVgotuGLYsj6N/CHyC0NfvFraraE0uDTcU4bSmulgXuhaFE697tHN9qhY4AswCvmE3zu6l+BO9vAXZeuboAfYoAzZrxNrO//6ZvPyGt/+fzzrxFRvurz+ef/HCUrOF93AQlwJ1NO7BB/97tf3chWgKYCodiGL8LM9W+g1BMN3ovkFbDh3stIbkEOoHb0D0ehqqid++JGO3QMckVyxl2GSS56ysOBcTo43D9lWeaWn/93jHDGjLeFk7//waQGmP2u/fvss6+jcMXfxXy8BvYAd4A8m5B38ADDbncC3OoBGm5wB/7LBv9/kdyGMKsd/d3fHoSuYEiAIV6DLR4gIG6ha5XscZc+QBAfENJAEUtjSU3OfCZkxlvFwZ++gdsXvKb46798/vVfrt58/vmfo3jFjvP1lh7gv7qRrfjD38LwDT3AUo8afBSJK6Fy13MlKI2oHQXunVqZuA0BbvEAgzIYtavOO/RnfsM2+yggCqnqhJTn56XOeHv4vx/8mfSHte/XJDdGTssX3Lr5euIY4IPf/fi7XQLm64OxbjIUAkTqWg/QK0tahmIbvhjUvwHWw1rUYE+yEmFRte3jgunaQTMZsrlYAlMDjJbBIEBm4AMCvMEOHUNOVkMldxTqHjZDj7DtehzHdMLbzW/ejBm3Q/9YlAanD5sgPpBbOHn8bN1MHAP0lL4WWPftZsoFouY4KehaD9BlgFBsQ3WyNhaghOtBi2zwIWWSTOu1bcAFT+nVwnYr4iAgG2jM/te/WW3Uzt2/0Q4dI8jCPlYQx92CWU5H/AjJiiFJF6RoMBGW84mQGW8LP38DNsOiV/SHDV1AROQ4s5zcwakNKDPqqIj5mk7Ttk85BjiV2X6qB0hc5wH+K2zMU6HYhiPalPo3wHoENvhfQw787UcWRPgHbf82aDBWyzbYDIDtogGoUAvx67EziPtUqNa6BGbqqs+0BwgUxjCv3LU/98t9s5gXxERCGQjhBRZG/H8uYpQzZrwB1n/6lzjiJ/Yz/iJvkExoKN7YfP35Z292DDDEqzEgwP/mRraiLkBDsQ3XHQM0qdgDRFSctaCrsZNXGuQhwCg6AZb6SXalgYL/GkcHgdo5LI25l7bXWLGNAEUi9LFIHXftQ4DVAlWi2KSASEnv44b/FKOcMeP26HTqN2lNvp+8QGzjnDBoEFJswIyf/3tJfjaxBH6AuZgscRUwX2l6PYIAXecuHqARim3QMUAy0v+cJMD2MpifLF03KBf81zE1jvGjF7v1MhiCdf+veh43CBA16RjgDpgehwlD2CCUu4FCa7oAsH0WAjnOYl4bGJEgufGZZ8y4FX7+M9exXNLiQ6+PDGeNdBbkCf47JXuFOk9Cwpw4FP3o7x60f/Wk6L82WvzRtylnge/921/bvMEfHaMw+4drrwOsjlUotuFaDzCABqvp7+61HRv9uWAYAk0W/n41f6J3PoxZD1baLxT+0CuP7BzDwOC/aKu5YodWB7KALFGOrwFeT96lP/SpdnDEcEyCBqW1rSNJxHwUcMYb4u//2eRmnnvx8/lib0GsTlbc7jEsFnuRWCxpW4Gim8cARziSd8PP5kH68G3+4Xc/TkzeAWwI7HYWmM2FYhvEaiKlSQKkJ8ncv6FBOovmo/8auduhQ4vE356GJtBcH630r65RPRDEgn97pMxSCwlwhKt26BhkCdJFoYy7hmYVrD5iE4f6hIipjZQLhMmfL2OcM2bcCvD/uJIlmX39+TfdSX+56lcrfC77xWp1uup7yAt8sOXmCKZf0z+kF8hSn20ugUe4ytOqxwA3b4YYIszSfdqO6liFYhtqv644Cwy0HuCPk1w5QB3S+Ba3UAMdk2zA7OdtOq4qFi0iZ5MAr9qhYwSFyI1Kj+suwUSWJz3UO3dRLGjSs6JsFWz/2ef3Y5wzZtwG97/x6lZH+b7vSXd9f8k/CoiVCB3D88916I/UJ/dv6k6QEa4jQE//XTxAWV7nAf43Ggmh2Iajsu6c5JFSDxqs/tjUfbtDyANFT3/8z/8SmgSXrh6sGLccrPxR55jdG27/K/ix7rQ3JUDA3EHOIBGCWu7Kp4KsFqSW/SVCclTPDUsj+z/FOGfMuAX+uy5/oQ8IPN5bgeLOzHxrUt56hVjkR08QSRKgD/3x4KCIcOIs8Ah1vm56WtVdevDFdtBhKofJdvAAzTJv6xggGgxT1vtv0acRohBgU0J+XoP/UhhXNFpd1bNYDSf+4VHTuavuE95tCUyAcEK6Q/DBP4dAHA8cq0mYEgYZUH4T45wx4+Y4eMX73sIB/JrERw9wfbkm4e31J5eQVxBWVEEGJZ6DKeUuYsvN1FngEa7ytHY6v9neC/y3nc8C/7gbAf7D736cPguMekh4arAO4Xf/K+Ixfo172So7bXS0s/5vP/pIYuuq6kJr4m8i+v/8P3kxoXl84hjgFTt0DNBE8bRIIinfNYjV1DlsqqMnP7H02YJyU3ftz++MGVvxA72/f/cRvb8cndDxu+wf/fz3+HsE149u4Pr+3//8gApE3H4vZ9HnTegGQorKtoKU4Lm8OV/jLHC4bNvQEKAOyV2J6liFYhvQr2h3kkdKPWjwFNE1ffzdH8yA/waG3Dbap8XRWyI1cFV/qiniP4v847QHuK2JMUwVLfGZBu/CXwnNYjilkguEU5jEp4CEqvgsxjljxo3x82d0AEVj2ML92+v7nyljafsDD/it4P+RJLnU9WE/Lpd1AoTFHL3xMcBr0XqA1x8DtAdIggjFNtQDe5M8Ui7TY4MhAtUXHMOHB/+1GPh0boty/YpueyvHANXRy3pxyxBv4Rgg0F4Kc6cQ3p6XvsFx7CrFyCOoSjVRRhPjnDHjpui/AZ0FjX3++WMe7ev/lDz3w+UJ3EG4gCLABHKDLm3H0tfekh4XHANXHQOkjewmNiyHyF7Pez8LzAYz0Thpm9AlGdUiruhrUB4p8w8ky3FH/8uXSqACjFljV3NTBOjcXY8BmlEocD2ZzPIbf9gPdKsEoYpFz86Hjij6oMyZAGfcFg9AYEljn33+96t+tX6IFL3Czz7/YXXGQ3/9+nEovIkCkLghC15/Ftj33HJ2bzosOgZozhieBxigeoAwvc4D3Pks8DWOlE9MoEGuuQeeqvlpFADS0bkkYmKpfgm1doQOAm64qj/9wXtiiIljgFRv2aFjiDWAYA2Lv/2f+9Gg9o8EOcgizHYbaiDGOWPGDfH8/2UGC/y8uuw70py8u89+0FUvq55LYLmJvDWEOZC1RREqb3Qd4FUeoGEmqXC6EiBw/b3ASaWh2IbqSE3ySHHQyGRHtK1EPfWxq/hvFGQ4VanqRO6P9BbrrXCRO3ySYJDhlmOAxk4EGFePaHNXECSYtJbMlin1dZhFFPPiPc4EOOO2+CHO5dKTg2P3sL9cP0r6+/wvP6wvfe73sW+Ay5Uyfb+kP+r+8vUOS2Bj6nl1eRa4uD6kEibyI2oZEOB1HuAEr0zD/brqLLChBusBuy1AZ+nWVQrb9NxavkfuVEe/eCpF2R3AWzgGGLQRf3cF2ReyHU+DNKdCMi+yIDsIVIYMMcY5Y8bNcEFGE5NxXfuXr3/u16sfxG96EtZjnQTu1zoGqKcEkiuDHpXgltjhJAg9Lc7pzfk6eCJ0O+0HiGOAxk7HAFVVKLbhGh5BParlb1rLdls718ClhH/43a9/2MR/LR4uaG3y0dUvB0zLRqcIMHfobscARzAN/tZ/gcptUtWk2K3IiSY/4hjnjBk3w0P6eSIwR3/fXy4QyS2E4gfQ36JfgADrUwIN8WDEsN7pThCzx4Sn9XeYyj4qdhVYDpFr2e0sMBGKbTjKGqcJsL0TBDgqS+JJiNlg9q9Zp5zXYcCmoHiANFcDCS2iG0x6gG5k6iUgI8iDSrKQQ3VXPtGnIZhjVJJEXMdQDUKKcc6YcTP8k/y6rz/jAvdrkOEPi77Tc2B4XSCPAa4XfQ8OhFeomz6ktwSCLGePv/78q6hwK67ytOqa8OHR/aMv8InIH6a/OPKdIAIm/m9yFph4eXT0E8J9bO834V7ymq68vpomK462d/S+2K3w6FtYAhsb3tdviehEObmhbtUQ7OaUPoXxwiLimQBn3Arn/0IiE4npYN5ffuh73eVBDQA+7C9Xlz09QPuFyLF7CMELYF4SCDlq3Iorrrdb+BggJvvbexoMPLcgj1BswzU8MjwGeAV82I5AQm5dIa9NMOsfwJUYbnUWXU/BIo4OMluWI1xzAeMAZoz28BqQRPjb/akT1ZtrYS1Nmk5DVGhUgRjnjBk3wp/IYqK+z0yDhBhNB/p4FhgUCC+QxwXJfcimXXp+gFjws4m3wo1wladVPcCdnwYzcXnJAHasSB6h2Ab3i4aTPIJ6kIdw3WlnjIGVAEjs6gGC1rZ5gEB7h+BbuBdYbDJNN78RTGRBa+hZfMRwDv6kugXzqVeYCXDGrfDKR/4C5EH8MYjrsCK+7FdnvDXuB9Ik1WRBkx8i8yC3u58FnjhkFR4gcZ0zE2Ygm9ELJMeoxwCvcSrrLbVTnLqMvOs9wPq+ECTysQZBiVuBvsnP0wFQ19PiZbAjqtkcxRU7dAPmDLMJ/uKUapLhbxizRwn3bgTbZhY+COq+Mop5jHPGjJvgUIQWHp+ojxIDktRwCbziE2B0J0g5/RsHAQkT6F+ufxgCT1qaDzbna3Md4H95FA9W2UQ9Bkj8+sUXNJ38wLA6Vk+nbfTpW0fqd/ekbsMXldb+dW/vFIptuOczIBzhoHVq2qBPQT0GCDX3xAi1c1MEuH2HjgGKaBaOFJJY/JiB3ypWF5R2QqBkRQkG+9ySpgXxeIxzxoyb4L7Ii4f07NDF0+4JXhZID9DPf+kfy+8D2yU3Ilenf8mKVOzuAV5JgMUd20S9F3jAIVOA4bVX7AmglYYArwQ8wC9+95/oBhPbHgYj7NB6MiE9wHJWmHtihHqc7woPcDcCHHhMppXCJL8xTMboTvZJitASpbvKJYI9zX4QY5wzZtwEf9I5YJGa/LqQ9YH8l88fw/8jA8oD9HWAgA77pXkIb3QniOb5tbTGeV4vG74KMCSnXlujaKU4UpMojPzfduZK1Am37vrGUfkVZ4GF2uLmM4+v2qFjmDrMFnC97gjQEfWm9M2wRpkpVQy8RcaWY5wzZtwEj8leQWfgPLhzdAaVlscnD3DVL9bwAMmQXCzrWKDdPpm42I73AosWNh2WXnmA6GaLFygP8O92IhYY1icORDwJEmCzXJ0GakBA69cRoJrSFdO+epDpX//111//26/tFhvlEmj/ypuW9V5gVbvpAV61Q8cQSRCmC3MIQq5Hf5O/BkzwsJ4OTzZggswYNFnyxIwNZ84EOOM2+KegMPl7FMRtCL7A7zM9HEbXQv8g/09cSYGXCpoLVQSfG5wFnpivlRLMftiOAsByhddSOQkY9qKN60Ba8fob5psl2ibKA+pLl0YhMTwCicQG6q5A+9VZjNwW1fLNzwK3BBKItCimiu8r7Q413cp4qC9CIK8ZJBhJjHHOmHETvBDr0aUjmaUrGKthUuAPPAm80jFAu4QiSFKeE4Sl648BBkdM3nNbTsW2t0kMEfcQmypBGbRkqakPDR/EuVVo9HzlyUACXDXENzIFMpNProI/ZuUU0lAvgbv6PpT03eI6wETktshjgFPXAeYOvcFZYECuF3yn8WlUIDiq4F2nW0UlNDuBmZX9o8qf1AQiGeOcMeMm+LOcN57ICCKTL1jIDR6gH48fZ4GZDft/53JYVnAG7QF+vdMxwOCIifm6+G/MjPykkjHk6MTLyQVy4NRHVHLKK5NLVZNmcWTt34ashiyHNCKevoRh+lyZ134C/2Cmqh4tU2MM/LorTeNRNRjGBAGW4e1GgF5GDkjH7MH4t/jLYDaWpiBz0V2L5UNQVUpoJRzjnDHjJvj/ktTEd2UTXiC5DjSnx2GtL094JwhdQ+aKLxtzO47XeoDpzEzP18vxkbgf+dIMznA5ZZSj3KPBXcPJXcNYhi+3EWkD08q2pzBX/M//D+1EXKyVrYw/xn/+n6pRrLbl4r44sieg/eLSThNgktwmAV69Q4cwaRhkj5okLd4ZDLsmMBGkTbHJrjmQYpwzZtwE3+i6Zx/xKxTIWKtiUNsP+XY4XgjtXJqm0xjnhRF9du17uarbM3nIqm8ZEKQ3gZjn5c1BgWSfJrbh0YgBk6rwYWAbQStXM+A//O6pX21ZhzAJNvdMhvmIF2icHmJAa1ceLqwtvoU7QZI+0gkkg/AzQmYn3na6KNibPKAnb44Zkek8RpEIUbAva0Qc45wx4yb4J7l/duHo2pHe6Oqlj/f5D2C/PZ8FBpQr+PQHTEiHsrwBAU47LP3f1btpp5Hljn697tExYXhqYhvxYIv0q/4Ln8LsMIFfg31iQToJlfxDvgDk6iVw9d3Q/r+WViO3xcByBO1Q7YidPUCxi9kDQeSDT7k2uUrvI04eLCgdY7dCURK0HuZCqAYxzhkzboIfvKQ13yUPktboFCLjsx8u9+gB+l5g55IewzK4Tx7k/GbWu4wB9wnFvSrYIKT3AHeIYdh69f5M05Sdtp1UEqNgjHPGjJvgT8FicXhPnh+v9hMjUkkPkDeClLPApj6zINOFDx9HlTPuIsgUwSAmj0iAPkK7iSElvfV06U/oS7dMacwsJgAkuI3Kl5zK2MY4Z8y4CX7Oo3jJbjy2Vz083glC9++EZ4FBizzpK98wUMXPPv85qpxxFyGiEMwZRsqgFJ9TfZ9/0XINDTIFmlMeqW+EUsbbGOeMGTfBS7AaqE/sZ7cPpCdSs3v3OV+LCf7z8wCZSVZkDt1D0B9voaMP+Pnnm7dqzbg7EFHoAByZzq4UmaPQSEYbjtrbTjfJWL0SkNyt8PKajiWsYZBx6CRAEeOcMeMm4DuBSWdkNAY/9dmLW214J8iC50F+iExm+3BgOH8y/fzzbzZffzvj7kB0sYEgoAEPBSy97XSACTt1XoI7KO1IsFNaQyiBSDBCWqkY54wZN8JjX94XbFbIz/JfdAyQj8TvL3+2SrSIDyP6gDIiI/4QFc64kzBdtCFcLYUgmnf9hybrn3vUIFLqSdAjkcxZ+yugigGnxjhnzLgR/rs4LI77ybEDSILxgOjH/eV6dbnu1z8rlznO8PE/+YSIv/7LvAK+0wiaqCgEU9DwyYBagLeTHjWppCgtuI2bsGGkhELJN9pUGs0EOON2+MaERg9Q3KaDe+JEkhw8wDVfjH7ZwwOMe4XFgjocCBupEP95HfXNuJMACZEpcsFp7mAIV6uq3zGCG9XYsMVIRYc2AX1hQtZS2FJVxjhnzLgZ/iTHLplMDGeaE8/RAzzpz7AG/jkpUTD72VAe4PdR3Yy7CTGFAb4wERKMmtWkRDKL/iS+cbokzVkhMsGelOBuKYvlHILxHPRx/6ucYoxzxoyb4aW8OXl9heH4rGdpPvv8z7wKcIW/58wMU2SR/vARSZICj06ivhl3EqAIU4WJQxH5JqEcK2xRxTdNG0oHIKupJjtAzaYWiOLIa7KDSaWLcc6YcUN8Y69Px/K0ApZnR69O54UXfBYMHwnIUx6pzQUwoWOB820gdxwmCqPwRhBKQynvFi3jqm37fNXhSygx8P4UsCm5tTJrY5wzZtwQR1/bjQONeUMuJL1J+zmfBbNa9/3eI/qEQXqAish7ZGK+CvqOg0RR14slBYQrJirSH0QLsn7ztKhMqUwrIxCC2cwZVCW7jaRSjGBC62gixjljxk3x2Hwnxy4YTr4fie0vXx/xkdC8FGb1AN6encS4KwT2sEKJz+bb4O46zBKAeS+JBDFCYZ9NVPoxbpMuFUtICzUdWZKdGGSPAyAyBccqaZW2Mc4ZM26KA14M7aOA+MirMw1y+5c/9SeXJ7wSsF8tj34GHp2f7JEZxZA6VPjZPz+PqmbcVZgnTBjJSpFqRRFMQmKTeat0QVmyVgOikCDss3TVucyQFEsySyiOcc6YcWPQtSOX+eie1rTh3n32+ddf84mo4MBLeILCol+sTH4+/AfLv0ZFM+4sxBfEYAHqdW9AeqUYWSyGt04rLpmpd8uVyZTlHCD0RcmQK3ahzXFyJsAZtwYfd+9jeUIsbSnh85ef4QCuzkh8lys+Hh+r4YUz7Sd+/vk37/IawF9ePwFFv34yfObnhuKOQr1vcO+X1/nEwNvg0esnfDWJMK76aoAi6JCZMICUuZFM0hHxSN1Skxy5orhpOsQmjQQt4kNZaQFCBndpgNAXayFSMc4ZM26Ojq6clr70AAlE9O70qJjncPv4WOgVz4f0cAjvfyPfT94fi2xfAHcPXrz+6vW9zYcZ744nr1+R716PCXCkmMBbaPxKPHjy+heEZw8jPQX1vsG9715fc8vMPVQZXX7A7lsM3H/9qiiefPc6pF0QREFOEY2E3MBq5WhTUhZvnmZEIfRKyOkLpVBkkuAm50lZQ8lnMs7phGsY45wx4xa4/8+iPfp9vjc4LwyUJ/gznwaDD9zA1fr87//FK2Zk/zulK84AH714Dbx6/ZonSY7u3YvHxd8IKA0uu3+/i7SxodhEr8Zfv/7ljV3FLT1/gK4hvH59b3tXjo6GD3I+Onp0zUMj7qHKaI0DGBLg0auqODq6yd2HyRqISCKmG2+CSBKFo0Q26ZxF5HLA9WlFZeEa0UAoYtUidigVFc5rdY0yEeOcMeM2AKvJ+9OxPzmAcSJYVz1/8/fPD3k19NH/9UBPj7HDaIr857+PKiaAGfz45y9IFPCS7psHbwqQTEg3xAt4Sz/fh6v41ZssOolHjd/VAFV/f3T/wXevkrDeCu6BVF9I6sivw122pSc7IGiCqDRSYD4pGdw6YaloLQSuSzdJC3kcrzG0ONQmARNWliCAB0dqhJkAZ7wRftail+RHkPokWyU/0DDriSHhJMJV/FNUMIEOE5j+jhduR9+M3JndIA/wFnj4+vULNv7z6+9uyRkFrd/VAMRO57J79eqNjuuNAA8w6nv4C8Y+bHhLT3YAKKKSRUmET+VAFI9tCNqZJWWqYg1pTqW9UbL4lIINmauPdCVX9iGlrhg5t6pLBqMY54wZt8P34jcdCiTp0f2TC2h3D5LfH6ckGZHECMsr+G/v6JfwZR48eAhPjngAx+yroxc8ynX07PUvT55xqncPXvzy5MUz0tWT1/d+fvGHr54dL5+9/uoFj4XJA3zw+qsHcH++uvfoxetfnkH94CtU1SrkkL168OAPX8Wa89mr11qbL0GEiB7de/3Vaxk+ePIaiQds6iEY5sExrTaz9x7e+wqLUah+0UqXXPfwxS9/+O5BrmHzOOSD16/oAmIUf/jqng4IHt3DUJ9dQEJZbFHhLz4YiQwuXKVQc09e/3KOxItCofdef/filU6rv3j9zA7fEcbyywvWDA8QLuHD11/9euSq0cdHz9C/bPare0evf5niSDNFopBMC9EYBcbgFCcr4zhtIXBFuioNkhR0oWZk0TovwyvROa/txoiaQ5thJsAZb4qHPOxHz84MqCv8eGKEnCjmY8gFsg4RIufqZyBwCcxZTpD+6DI9fv0r1D/BmQGrIDwqB+tedLCChp97XAn++hqaV19hnotrjlCS2SS0DcUeyILSqzzJ8Pj1L6bCo/vQPGQufCvwDIrC6iFcS5VV4Yls0Arx6kh9krMHFda7QeoiPhGg3TKOghWCC7HYV+UYOhR0Qpnx6g8gZPh3aEPNQQOR9VHmUIXHaOr1dxCwAn6kmn+SsWo+okvYI42S0IhQsdSHCAZEPyC+mPZ4zW/mOBJGkI3po2itSbJKB8v5IUpnhU9AhPE4zY1Yix/nB0pTqcxmlJZKGna2mhLOdvlaCIAixjljxm3x8zckObNd8QBjVRxuIBLy/5T6+vNvrrkDDg4LJugDc+B9H9Aisz3GFMXUfXYfHPKCdHDv6OixJjGm8LNH0L7+7uHPsATBQAOuIQFhJf0amZr+G4pHIIEH91EJaYdA/cm9Xow/OPoedfXkLfDrc/IaOgCmekiuGWeDTV7cv/9XeVz3v5IjhtG8evToH9VPIgnQBzdJnI/AWK+6HvWoK9B+9QosBd484ijBnBjTkQ7usblXaA7ivZ8fggPzpwQWyMeORfVHav4xq4On+/q5DyagZrb7+tVXynv18BE02qOv7j1iVdMEaJ4QcZg8gojGTKKN4pDSINWRVzCdLtpWQGWRZCRRWgTHgFy9SFnTKGrfS4gaY5wzZtwaS7783I9FDfqjGCSIHERiyODIz3+49gYQ0BrdE50mPfI1HZispM3nXt0hFTRlfoQ55H+Uc2T/B+WDa0A0LCJ5oCAZPnils733Xn0VHiB8rXqWFNzm3F8f0lwnLVQxeevZ3vesYZRtwA2l36W+YiGKXgWPA/JCAWjYz1ev19I9xMKa5mCiaMRO44MHsH72DXoVzWHsOjKAJbWHKkDLxS/Lfx8DFDRKci2oXgc3tatA8+hTTzKkY8iqXn9TyjQQSQyIo00H6WCTBOVUSAjSg3ykdLIEfqxo0rYLWEgmLRzWWFiLZKMhKmVmG1SFokWMc8aMN8CD0cWAmdCBP2rEkCbHf/7rLtc/d3/FgvIV3B57L5qyJKaHmPnCq/t7R9//KhHE4mNmIC8VECWW6wCDhyRvKMLhq35ftGMEG8ILC+4EVLHXr/CdNrL7v373+ivYoD/uCMlMUKOAKAnQqVksTpWH0lHDc16mokbAaS8ePNQaV/0ruwB28uNyJAQymUPV/aNwPbUcZ2v4EaGgH56omruWNJq9REcaAi8ARVRKM5AaMkmmzDNDyVAiNW3hgRURJRtOtKDAP5b2p8mQpk3HJo0KnOR6PDNinDNmvAkO/ZIkPvlKVCfeM+mZ9kSCdAy/2fn+3wv4QpiaMclNbuSZ19/wSNkvR5i5rx8/Bk8iGwpkgjHAEPasXv8CjTgl6EDyhuKxXb/q94UC9HH0KCp0jclbaJoRuWMim+vYF88ey4OLc6+kHvh5TgBqF9DAuBz334NsgFAj3WOez33Nszzivugaxn3PLmIMVYCPuNfB1/wr3EarQfCv7j1+oRG7CTh94VwGl0KXdajWTYg2CnEoDKkHAZ8QxEQ63FcoJnLEXK2GgYaIq4eGrcsaRWiQtgPUpIu4InXLQgQhWg0pxjljxpvh0Q8+3udlb/h+6Ql6i8XwD5qD1+DhvXsy4yE2zUx6KMXbUooA9WFR7Gy5NWEDd4caEEJd/yFT8oZCrlVLgPCafISSVaJC5qLRcB6p/0qnGr569WIq+3uf2lV/7qsjYBz1vCArQvw9lvTmU6cLAb5+TQdv7+gB1s9ka9F/9NUeoAYcIyHu/QEO3uPX379AJfDmHnN9+/ogaoXdC/Duq7oE9ngpe3fBRL8KY5ArGh6q5BGAoqSrvxVxUxAodkLNs76kXbY4aYUdGQagqm2y+nVSBGQRtSdRKz/iGOeMGW+KRz8Ey8XRv/QAnSB+uObkR+BhHE7rMGUxM+2hwKkiKz6HA8NpvNeHE+QjZzrni/lPF8mOl8hTHBeOWEOAoSA1gLDIOv/4XR4DfPTq9a9sQJ34/pVOMsDT+xnmdtxEIG5WFDbMhgySQpMgsCOfWAWHqaC6DYRlD68Qptiq5X7vZx8l1DFANtI94GkgHqJDtewfOs/mQF4P9+AbQoyhEaJIntJ53XmAud/YGuTH7Brrx2o4u6kjB3AbR4cTW1SqqEykaLi6HMkZI6iYWagWKnVJHUqHglYOAmvJcJAdiUZngzDDBoF1uB4ipRjnjBlvju6HfyHZ6U5geIB676UV8A2f/pBXbFwH+i6PHx3FOU54KN/9XNyfvX989frFw6OH9+S8fc/bRei5mJXu8bSpj61ZI65Jh4+yNnKQghEhv3rwiNfCqHYATPKPD3Wa95FP897nBXO9zQEkHrNvr36mGzjORgMveOqVrcOp+u7nL9j+6++Pfn7wXTAgLL+/f4RtdOv1dw/vP3x2j6tn1MYK1Ai79uJC55A5MvTPZ4HRV50F5oA9VOHed18dkS1ZWiPuv3r96iGtPcp7Ggx+Q9S18KflJkPWWeAtHmCgIZeEOITkUqjFTFPjEhFVbJSjBIC0QyOWMEDSqdovmUwxEaRbchr3T8HxTIAz3ir++4N/+mcfBPSylyJo8Ic/Hd3g0S/PQX3EK522xFIXztizODZ3rsNpPEEKqkAMviLdiQ+8sLPjhTyxy9DhGyroiel8M+rMJfBeD4oVyGe6FE9c6KKAWgVYBQiIYpONJS3z8EGCw4ASXqa05TKYgC7hZnNqA46b7HSuAtu9vb86SdbyyOAjUvOdaEwnQarbZgt4m7yyTzfPQIYxusLfALIbvFZSJ6u2r+zdBqcali+++yqraiHmKBTTMEcJxDjRxk2e4oYpRwmmsd2AjLRFLi3sCYZp6rmxMjIEypOVJmKcM2a8LVze/+GHb/75X7QC/vrrf/7mh50O/A3QPyQvPX4on+knrNfKwTrkPYCz8uIB3EkKD+A3fbf2rA6/BrMdrhXmPizC/SkO30AhAmR1Lx6ZPgIPyUnPnL6PjrzSzRkqCqDiRy9evfpefVP29zyvk9k/o6rHPUgb5Z9D5qL1Ea0e516AJf5qms7Xi+/Z3PPH36GxA0hiJt74gTRz7n2n0T/iIcHvKWl4GOpXHAnh45FgZOyYLzTA/tmrVy9+huZxHo1k11zSvnLsNl5L+Vh2mwiaaEDCMSUlGn4hDSFTa13GTZ5IVEKjDLWyIl9FYeE6KDShfGxc9d5kE4BaSeKOpFQMtdqZAGe8Kxw8P49F393Hd69fn4d4HXz07aPDw22XwRR3S4w0CshEXJKUvYkYBORioWjygoRSXULFIFFA7dhYUlGa4IzMUU8oV460FOOcMePTxKN7Dx48gPuUN6pdi9c63/Ix4d5j7AI4g1OOukjiGgSnOErGKcwjBFGKhazMrGKSMNlGRhEzYNMiOTk2ASvUWElxwx5CaMNMgDM+beiIHBaWXl/vAC8bPyZwD2BUUw5gHgPcDIV6TFh28/jxJmPmpSozwj9LveMSxgh6BSiZ1TKkuWq0sjp/yoU3aMHZNTMR45wx49PE/e/zkOKO+OgIMA64Th+oFUkE8wgZAxRbRkmeCbLJRIukoKSpsjx2vdhkOVEq45pi4GfYldADbX8arlOJkgIgR30oEeO8G+h3/xrOmDHj3SP4IgJ5CyEiBLFOis7QJ+TMIx1ZMhdRKEfqam1KZ3mKjhrQQoa1kIxK9RKj4tKCtjYoukSMczsePXo/rNQ9fPHlvs6jzfgA0H8w5zdmvAmCJgZoGMSsMhaLDLrBNnlsk88GhYQotjVsYqAfWjAVruAwg0mHawmw29//NsR3i2/3gZkAPxT03cyAnwJasgjKaFWRKl5V44k5cpJrTUmZ7xCAVB26MVoGBYpdCUL6lbHWpRcovUEdWyitNJkxzq24B1q68WVct8GPMwHOmHHXAIoItkjSCJfKMKNYGq4tmWg0g7xEoUvnRgvWTQSyW8trQBIfAnMQNVvpnVAUIqEsdS/GuRV0zG7yHtFb499nApwx464hyaIGEY2IJ/htQHPBSNLFJ7KtVyQmC3XAdlU9IrqCLB5BkG0kENWilAZtWcyUEOPchoekpf33sdqZPcAZM+4czBLJKYwLfVCAQunWl6sElFCu1DJOsAgrEKFVNAQXdMWQygp3plhYJpSu+sRIjtwY5zY8EQFO3ST4tjEfA5zxNnCDW45nXI+WLIIySsyIQiQCzi0hvS+nmowApfgM9FuQZhueHFFIsuFga2wasnLTJMa5Bcfiv/0vI/ku8SUbmglwxu44O1mEFOjxtyiPnZrxFhA00cBcQrSSCGnoyolipGj4qCZAngP7asSqSoBanwxDoOGS1WQyPXIZ2cGmadtAjnFuAU+BEPEciwm8tUv3Zg9wxpUAt52chQycrcB1QxTnb+AFLtYixtkzvBVEFwx1NZpkZ1DRopg5cFP4ptaBEHBmsBUMMqfwIRVWUjWogmp+ElQNSTjNpGtEgxXGOLdArARsv/b9xbc730N0NeZjgDO2gJ7ejm7dBicugJArTiKecS2CJgptIBFi0lr1tSJNBH1FNAYrcUUImzZZVZCdkUoii2Ssytp6ijE9xLBz0ShTDK4mwEdiP+IwNMbZsydcsX754ujB/v7vq3vYP3gN9bdP7zVE9vDp06dIHt57iiJP9ZrmFo9YYv/L10ftWeDuwdOnSP349MXMiJ8wwFNw3zZZ7UpMMZ5qabBYnWm1TCKcyfBKmCyIyhmpKQTUYuSi2bSQWQmxIVo1QmGsgOsomta0cLA2qbOGYKFGlaJZMRDjnIZOgWgzuFH64f+mqiJJ7WE6jGC04heCIve/PatF/EDzwEMd+asw37FI4sv3chHijLsFuHyrM/PYjdhviPVk2b6/pF+4iuSMKyGSiHVlQxtmJdIJlEEso4NuibwxbQpTBZLVShgpx3AHjNLDxilNDIrW3BjnJHoy0LedeChUhHy2Bkl2LyJt3AuiE5u1PNesmZ+FqsAEqBYLdn5O0YyPAWdgpiFxpUeHaMxalyvekofPzU58LBaT9vNhwk2YL0QVSRrpQFGX0YAbG3cv4ETrBXIThdI9jOwBaDIk0LBK4xJZQBhVE/qsSDncZI9jnJMQP73w+dnqiLX+GZHHB33FTEXox+ZYBztjgv9yCTz0C+dl8IwbYsL1W+CvYbjFZQgVk/7ipw5QhMilQMRRGSSyEDHYUwwdLFg0Uykk8xBmvQaugJs25CfqD0UaD5GqTYc05CHvXkmA4qEvfCq4nAYJ9+z1w6O/esUbOXHC+MWzR4/DFfQrwJIAv7z38F5kxJI5jjB++/TesxdBecF1L/Zf33t2/9k9a9/PvcgzfkPoaNx2kLwCi/VN3b3d4CtoEvOBwYTJouGTpJGSGPKjEVnBdoXmrEYYeGlFG5qS0aDhSUistRq7+lplEQD22jlUhbo1uIoARVC/39s7Fw3lt84kJoewN0Ep50jil74o5pSnMPa/VUYQoEnPN5bEetr8+dRFbBYEWB410jQ24xPD+GzGor/9E2h2de4WQX2wv3VbHxfAFaCbyhdCSdqZCj6KEH6ZShVDgLLtq0h7xpnjEiyanwxSp5h0xq0LWt/EFBwGyN5RdG6McwqvSD58CbSuUMnTIOK28PrsDYrbvpKYFwX2f2RKN5CY2TLDfqJEk2G5z1hkurHaVWuTj6qd8QmicOLibIWfyRuQVONEXoPLYjn7gY0HyFB8qXC3HKyqsCp0yAviSv6SPmOiViaEmB8jlCFWWC8VNqyp5TjC2dGG0wOTGOcEdApE3tc/UsjTINImUSnB916ZCustc4+ZFE2KAMs5FNuJDn3MMJlxy4XQw+X3jBm7QJcNBjv2/cSFgNeCRW5R7IPF4bbfEpEEfbGtSCqhUaGZnZCMWgCxaUkZpCrxGkFrGjBN1h11K80AVewOEY6GzAgwGeOcgE5R/JGSl7deiFZaJOS2kfbs59WrBb9gUrSnnHoYjyn7jGK8eop3dCH0g2e/PP12/0s1UM6azPjIcNN15m6cNKp1Z+ev75qHHF7aF7zm6OTHgq1PdwyawCdCobkgL5OQOIofAjbKs2cosQZYWqiIvKA2BednDDgjJGzUrJUlWF9kxyGn1rGC+nwFAYp7TFB/qaIZLBelSpC1fGnM0wqlaTL0AE17JECzamW89kLo/pmPDwZmAnxnOOl/Mz+nHy0xeWMvdItFvwL56Ahg2zfod3PldHr3FqNagP8Ohjyge43VrU8W5AjBRAeINkpkLslEEFCAXFmKBZQb7KWijX2ViJLasDFztWCFbM0pIgu5D5HhaNilGOcmTFA+d+Ejd/4atD6ZD+Pxur7xNTAG17cjD7A4evcpNOc3/mdm7O39pCOIFfNp4HeGxft/sLN8qtoqUkjoFGzLWisf7tv90B1x+7MkRN8dtC7gEB+gJ3jQvdn+EMgRJhMHIgioKoCGBCMj0pTSLWtUhYbEW0lpzsE2P9QQka6apE9mlDAQiRAYWSzmqpyIcW7CJ2Atmwzt9vniPclxFphXV9njG4P7f+QBFkfP5Lm0FpCXKQI8kNjgRxnMeBe4Cb+8dYj02ANN1JLaO3MUKUT15Effb17AB40q6Lv2Uub+pmeN+4PTg4NRoWhWaOUPAHBo38KvG8ii8ZjqAtP8MWQ2M1TmABYD1PATSlrW6hg11ikqDhvJ0ZfMl1D6V7RE+n2uNxofWmhoMc5NiHr+5+N7z+49vmcP0CzWe3X65N7DvPKP2kkPUJ7byAMsjp4J8MJaQGQqAjSZfvngEf59auPfZTDjQ0czHcliIJSG/pwEkMUbPir7OdqO6pvBqt/r1+awDafSYIX441nk8sdATDDmVQ3fbcihDfn2CKqoIdINd41JqTplGTcBG31aOE1+amoNJaKoXyqFmgWkknDL0b4QsTSSnRdqIsa5AfHWCL6HzWvXAnObiOrLR0ft332xmyqqPlxx9JpLaIRyFtjuZpxQVun/aXnGBwvd2xtyHKXjjbpiN1MMqacknOFtaHYDvb7CYqK2CvFekceQ6eS9cLXUhwUS4Cah3xRmicJBQPJIIBiFFiFaD1hqywo2LcaySlYbIrIcWgNUwWRwIAGxMSi9UeMlI4XSAyDGuYGpNW1cjtI88wD856N4Iz+vgXKqD1cdPQrNJX4l4+8o5HkPlf5LJGZ8qGgoRHNSTluyHCAlJCaQJ10kL1dbztNMa6eBpnxOhZsiFGxnP5N1ApT65pTy3hCe8JtBVKEQ3pkopWgrnEjCYQqyJYTwymqadoGkschRlAvYIWzB7EilSmKTiDQAqfTDySI7jnGOYTdsjMjUFdLGk9jHdgvrYw4qRj5ccfQs1RO8JeM7Cnl5jI441iOIMz44+AvSshXZL/gnuAhWuWBt+clhEvmsmF1QLWud/qBvDvhEw2P4OFqUIjyeTwZmigbkj6AsMktltowlMoKQPBe6gmLpYAdSYCoSVKoWBTIiM9JUxSy2KBVFcQpKAipqA9ZrKcY5hk+BPL73LIIvc/krs3o5h0+fPnn6h8flJK4vD5w6WzHy4aoH6MOGxQUsp4dVfV5SLaP5LPCHjc3LV6Qw4fBzKV8lU/gw8uZ2aFa/rjHoLYOVLbBypgLFhgy3fhtnEj5giCxKaOhFwQhtySx0VkpqQ64MvhRoVcsUfXKexGolTdk4n3FhYLSaIoMyQ8LGnI2NA6uUZgsBXsofaz0vpq0QQdVjdwGfEUmHcO9hucVNBFhrqh5gPAvhmY8N+eY5VivuDc8wbJyY8aFhfKnfJhomQuRQoAsCb4J6/K/BgPmUrkpsUMKEKO0UotYPa/37tmCuSAwIpE0rFBEbE45RbJ0n2DBD6FEoJCCkNGnBVGEwoulioKmJQn6GoCbGOYJP0dY729IlxBo3Tl7c/+LZ4ydP79VnP+v6FqxdH95/9OgxHLekSBFg9eGaGz5+oQhyvPfg0cMXvvSPGToGqMcJ9vm8rDc/mTXjvYMP9tsBSTrT5DMNMFa5MGYEO3IFwW3YZMiNPhuC5E0E+fHCuk+MBE0T9q4qqDJ/JAoFVWIqRiNaG9Bcwq6coSKOG6iUQ7bBIptBFbE/pc7sXJhwMM4AYpwj+BRIyzv2xV5sHh38NpgunLWCdPpGHqB40kX8lJkBSIAT6nq59IwPEBOeEznIf2SXEwmZvg480Rte2SY23x7iSlX/UCoZKnJN2/3lYccXgKH+4YOmP3JCDJoQGgoqKJo2xIZI7jFXUe0sc1gJAUpOmXEHDGdkhY1qCKmdxy3X49nxAaBkXTHOIezlDe9A09qVi1HFLXRkMJiuQRDjyANsbvjYKBEZA7WaLevpGe8L/ds49EWa6nlBLtHWZwrRlpv4lLTue2M8iSvoz6UrRIeumTnxaRVFuBZ9XlbHStk+t29hJ91tiCkcTD3aOo1tpSMiUqIaZspMSama/OKCUdUcvLPPFrI3gsysLiFj67V1A5kXCImtND1KxDiH8AG9eokKYR0YysvjFue26Nqrob8dPBJ/4jpAoqsX23xbDw5GU8JDn17OAjPeF7ZSzM7gowUKVY0ZMKknyKdEFIhr/LErMFFONbvKCAteax1EhvR1YO/pADb3Cpf98+Y76k4jaIIo5BE8I0gzSU0WhJCsrOoJPrLY1A/NBGsJoRjqGy/TgrOxtVDqdu4WAnz99An+hkfenkvHy1O6F0+/3Id87/ETu4XlWOHD1+bAH58k/WFpjGJPvorE3t53rKYuaR/o9XL7T5+dqc3IOHhtx4+18DjgqCsz7jbwX+v7FXxI4pJX2MkNHDOFmKelJWk3sU1fcbnFEysXt0TtKWFzqYOIhaDHGOrRexbHODCm08gqJtM1fCQARQQBtbDG7NKylUD74oqlXIiJKYvcBnRYLhQWkO1VcIPkQm5caduMgxuQvpSPqBrpFA0/QIzztpALN3heX8c72G6E6QJHhfRuXOGM3w6rs9Xl3glXvkTXr1f9Zb/o++Przgdvw1v45yfvleiKs8vss1ftiEIH3nveRRlo17LhddPcsL6PGEkfZigQCyOlC6wpHMZcRRSI0JUS4DF9JGau4OqHKCY1J4pK4aipuwRlqylsrZxCjPNGaK53/isJcHiwcManCp327fk8gdUZNv0xPLDFGSisX157Rpj2wCU3b51TgvciMqZv/ACCASUCVDwHH2J4CzJ5AHkISNNK5T5OkCMa9ojYGoXMMQoTCbYJyLS1bmTnWJFkpSjcNMMZDkDr4TEM2waK5dCuCUCM8yZ4Vt/tu9ICdn5i8wzwAD6X69N+GU7byV63BGmQQK49oRKsIu/qVnSyXrQ3rd2qioJBF/rueJnLd999Is5TjxfBh+vpt2x+FBBJCEkZhXeA4BxnNcExc+0XZhloMlMKxQ3JpX7AZlSyYKNKM8ZVjarVQISERbZi07bAbQhQ17vce9RhsRuvbRueLZnxyeJsb7U+CJl81B1gu9rhmSTVsyIuq5/WgDnYiIuuJRxYhrQLxu0NniKA/nccFA9rypF1gpJAImQ6+nWTdj8AiCZMUSSO8PiwsZYpfCqnFJj5ImEMU2Y0lxyzoLcONqHAdK12GEt0Skg7BJR3t4vGwU3HOHdH9x8ivQY/3vbwzoyPCKQEHu/DslcsxuTlGsvJa90/wkUCoQMv4c8KHZULHF3vUU5Apz6m4DMlRsRsDSv5DktcOHeiXQzkMi4A7E91/E99oAZL9lv05wOBSEIwa0gydRjJYAjBiJUaS04ExyKkmgyRUeFBb6OZalFRupA59jGjXClROrcB2ksf49wd9cqVwLf1oaYzPlWIDnjwjt7eySUPB0q16pa+1VFkJmkrdPwP/pSPzq2cIuP1ixNxXn8CBQ8vDgiQmqNkzTZjjOzAwIaJ0i/RGbdoVP1HX2JlLSaPh7HmAwe1hTUF9MyVfWQARRQ6ESRapeC4IpkpLVKDbdohpq4p1thBjswSrK0aGQ4Exo6C1iRFiJQThaQTMc7dsf41iC/wZX0T0oxPEvSQGIlHwE2KeSPcJVwpc0JzfI6gW0eO2Y5cE4tt+lM/lAX+JTK6vjvkPRkAsuQQLllbnNW4loRcbQP1l14cBMkwcXseUg/iXbBBllRhbaRQ5Phmq+4PBcFL6bYl5SRbJQqttGEjR8nIUBQ5qjxkabk13E6kS6OZb8ssXvIhpwXQpho1wIZjnDdB98KX/xGv57vUPnXExOcGLHJsFuhXdOQOu2OuI9v3aYA7uJxckbKuIAwSDSywEj3tu/NOJ5WpRlHrz5cW0J7ykHDJCWy0M+JjWoDqgrpjON7mm9JB7PT72JLYm9m2UG5Yx9/HBNKEyULbmmiC1q2FnArKgjaRT0gIghvlDlE9NVqz8kZRUkCtxapMZwXqFzeRESaFZGOcN8TR9/dePHmsh9bP+JRBTlDMLZlIrEaeYHQOhqL/FpBbl0+GvpL/ZAn263RRDUy5IGZl61OfoDgm+ZFr1NyaTdA1jCoHLCQLi1cg2M+GOtiHFqUwK174Gh9p2ZfI1AdBfZHM+COCWSLIQnGhjhHIKvXUw5iHFKyJONJtPkN7MK+BiQwILhyg6ZIEbBS7jFNUuFPaEBJinDNm3Ab98kyEoGkv6VwccQne49IU6e78wsSkFWU6X8uriYJVmvL6/vD4ANJxv1iDd3SdDP+iTnwuV3uHZ+DV7jxWxreGuE6HCs16HBYvcQEfv5SCcM8Uu31eDVipV4U+HiRPYBOcFgxkjiv85jwjuMpZRJKX7KhLJiq0Vk0I5uITlZsSuXEgom3VRlUyL8CciItOqCJNMhXjnDHjhiDdYSG6gnPmpHFMzkLyoF+L7M7owCGNDQlNNpDqG0ImQVNWpHi5XJ0tsGg+ZRvQYVXKGvmheHKJFTcTl2sa7IR07AqC9HyiJBLppuJzOnhjMPqANHcAHFSnNUbl6QMNEx8+RBLiKTOGCSzRygCSbRiqgscICZli5cXEktmwGMQnIZOhynBxICwCTlHBqPEwRYIxzhkzbgTOd3JUznhuBLlmZCKS09lqb3FI1jOfBf+tIB+WhfEQYBIsJ2mr2vgEgp5XIiPSWQ6ouKV40i1BUz1ft4Q18IJtSF9AjroC5riESM8qxaJItC4WN9816Dv4o/D96PyhVY5a+XGBjGRsHD5kkCgAEQa2oiY7f6mq3phg8iJC0YKZUkeeS1XDlEp2zaMcHJpNIOGOpCMYCqOqQhFIg4hjnDM+EfChTm9lTpKelljRnuHDdSlmvTmABOazwMSCNIl4zdO3bviSK9r2lWVJPCxLFtOWCfT1WE9V4A0lxEl/KkZxUZEk4hXbJAWVGm8DNeEnxLQd0uP//Mbh9txJJxM0iEYxlPQFC96oK3cIohRzBbfJHoZSVW02qsHrUvBPo8RGErdmJiecW+OG7DIn4GRLnRsMZ5OiZtJ9UchKLcc4Z3wiWJ+CVkJ+Q2jGg5/Wp6Seha/fO6HLp7zLvQVJ8PJcXEDKYyzAnjxn8ZRMaD+LGlGgrkMG+YQ2Orzoz6BhotN1hrQjIWIJ3O+trxpV8hnQstgIXheT/dSwccCnv/CSaCbcZwLdpwq9pAo/K4ghhw61aDnOz4cNcgQRbJUkgjDwtco2ERxD0DZEQuVcOCzqKZOhJfMzozDYCKEsTmlYuHlpQ1MxVMU4Z3wigFv1FgiQ05xuzzHXuXIApeMNuYi60wNfQQfQd6I/F2xGmCqgIYGZ6qTu9FxJeH3OCL5kOXWY3EJGRXSJD0rB7To4PqQGbHPFoGiZIin6KqDf4f/lCM4P0DXEUYUiN0dnkSyM6mGsRnR7sPvWYy8kiX+4MKWIMcQoBRbTUWstSqhxo1S62ZDxJDUUVgJBqdIiRWsa2szYmKJKF3Gx0LiimQA/Mazf/HXZKn5wur4UlXjRiDlP4vAVf820B3UsyGiDNnUa4xDeGx8UKMIjnXQv9SJ9CGCUPOcgijxeonIpuAEx9seU+57X4Nv5WrQEqA61ICWFCCSzXQnYy03d6y/QA7mNcYrlcr13ueoOj08xSlIcB6EMMZ8kFYdHLJ9YiTfE4BTMe4XIIklKnBE8FaqyMRvR0hvnuGTNIrJEbCNphZCWQXCuI0JsEo2SgfyW+aFiCFXmhAYfVB3jnPGpAC5KSLeDSvcHMblXfhYp6+QqWLrDnterUGLEp8P4/IUBtxF+3CW5C54jGSQYuT/vXpLLBrOdPhSvevbC1XZowZ4g/S5IKqQzxLfD4EEyFWB2NN3zFAx6AYcOn0NJfP5LOSdTOuUtcyUDfEoCRrkT4V6Nwe/He4X5IrmjUAiYA1QYCjpTgg1LqHFRVg8MKOUSMgpLhZoWssHMZkJ1jCqKLIN5/FjDrIF1jHPGjJ0B2pJDpouaNem5Nf3luQ45T8u9s270svxOi2MakUzAMM9hCW+Qpzt4xSDLjdF39PhAdsqCq0ePDNUzSQk4OKhHGLfgSh6apEAROKoPsqMiOodR5kraPMyYoqTgQOwQ7CYtqKPYB4igCaC4TQ5WJaquoqxQixBgOnTYxlJW1RdqslA1smPgpqlPypLpEKBVKNz1NrPyaoxzxoxd0cuz4eW//SlpQNM9pjgdJVMDyA2cBD6jk5cE4KXtJZe9h11/eoA8HgTkMT/eNXJ5Uhw5HXYLdHtLKC73Oj2Qj7UiWZvl5/TAHLkVV9Jfktkm3HMRoXASQtM9mNiIwyzZKigGdNuR8cEh6AJh4DcV/kieMSyXUDRVVdODLT6qH3EbGqnCKaqHXcoUyA2irLJOgbFdUEppHeOcMeMa5BQWnTEBAZ6RnMGT8KDy4B3Jkc4cN0Q8MMh0glXh6WH3cnl2wvxD1sZPOe0hpCkAskFqtT7wpYOnYh+feHE/kDpAE4uTq2nmysytcEfcmiRt5RpKApKMua3O4sGpSJcnSCywQCnzoQAUUWhGzALyqB5YulaMfKevjb0tZk0dAjNcdMBhti+aQVYQV9gnHUuXkYM7x43TxsBtFDI3xjljxi6gaxNXiWBWp+/DDcGnAfqaQCC4zyxIpb0iVbFe8VY4PtaF3IClLbKP83kuY9DfY8lwug54CDAeTEW1aj49OLzGy5sASk8VGR0ljeGwcxLUpvpS7CBY5nHQUuUZ+sWdFGbF+oMCacJcUQjEQqNBXMnK+pJbXC4GWDktRBll2CDtaihiCyWrWqSYHRiZIl0Na1fMhioT45wx40qUSZwzPZLWYSOIHgO84nrFY3x+p0bSn7ijh0sYz1cGbSoLZaePxLkRxzzLfKjmpAJ4vgXSAa8MnAI7tx3Th/44mpAEJBdaBIvK2XhZAaedciUtfL7agBvoHOnkHTe5HwLIEUAlq4gL6UhlYsGHW9tyG/5aRS1fw7VQTQjJX0SJsg8OkSppgKogXSsCaRDjnDFjOzxpwQNy78A4ushNzh1l8AOvRe55BXTAVAEgxgqZjlCQR8/L6pAVHLO6POTKl7dTdOXEQosTVYqNm+JjFDq6j2ufpT3VmrMQkuGqiSptwaTX2XKY0B8uT3UqBF1nPzw2IST2LJWNiAZOMWAn0e2q/0DQkIXpLIkjdJCkBqRuMpiuCVhREcksk+mICsmFeUY2NcBvUZpqc24ibJ3PuqyQiTaIWh4FYpwzZlwD0o/dO85iXv1WJvrlat3rHhClaNrlk6DNg1pVijGVh8QSlHVJIjlxNasBqzTwY2OOg/9ou+y61ZnYDzqeYhnzn7oaIjBZ7VYUD3YAPokmvDmADRPKyqaUGaKudCxIY3Tzg6PAoAkDtNFwj1BZRlmRPYSVlXMKyxVzJGrJgXlEsUZuqC9FIPIiBQxThJMtW6ZNjHPGjC3QjPXlxhWgwvWpj4vpZlmtJQsjgCBiRSqa6l52R8eUzAI81tdfvFQOFLp1GBjyXybIbaiL9Bgsooq6JdJWdfGIwBay3IZV3qc8icF9cAGPogtXDhu97WnNUz1gYHYlz3XHT4RGKoSHCfrkjwGlK3p2B0GqSPZJ2jD3VKXhrNBlaFM2qjLgZLJaJUYGEiGjTAaqqEN5TU5TnGBe03Nt3ZI10WqMc8aMCcRsFddYii0fQYUprUmf2r0Os9++ntMAiMH3toEBeNKY9AUrkdjemnpoZHk88OLibLKopO8vV/QkWddp37+8YGeoFg55gDF6tyMWe4srOXADHIE6wgU8IKEe7SydsQ072fWn/SrfD68tKgievllnf2OYJcYwoyRMNC1ELsEwCVs1FFTzlRxhwG1pIlXGAfFmMB3AWiENGy9M6ThsxLwxzhkzNkCa0gE6MQymLWeupi+Xt4c5kZMIVnz+KeLBETQ+DeagX694M9vlCY/boQZ6f1gjilc6PxoQsewTUUe3XlzywCN7YM7iE/J5WaDACwh1M/EGqVzNcJW7JrCRyUZCTK5Fw6flNSRANH/MnlE4O9TZGcAHDYH16XNe8gNsdPYOg6xR2EL0EUzCZPpc1lh0VELjg/FTEpIsR7KmKqEq4WaA4C1GVClzjFA2dWdx9V+wPhDjnDFjEwfw3mL1iznLaau5CyrChPZVeZUtLpc+XNfObk77cJXEIatjMgIY5Xmnp9iL2HRHLyRaNWBTam7hW+as1cllLpv5DBoUDnbhTSntKV3Q35YzvFuxlRR1t0rKi3h3Ox1b9j70UHjLiB/+CviJsLYnDk3WFENz9wGKIFk03JPsUTkEUua1fh0RRqnMMtWs1DiyBLJOoVpUiagEy9CU3kAUGnArEOOcMWMDnOB8dgKhtDbxgiLzFjWCzg8j9hMSDGriJZekPW75ZGW9Esklz3j1CshFTCZNAQtTybeBnB6D8+Qo8imk8UwsOX7RO0PltmMyP5WIt5Sny5n3AKNDXNwe6MV0bLqhQAu6XU+3/9YnvsLOsbxBJrHZ1twdg0ko2cICNE45HaxTbELKdIhZKNTFgWPEGmozJSgKL1ONqJCR2U5V2Ng5o1DjEgExzhkzNoH5nfSXQStRLi/pE5U5TIsTvhCuaKgrq1C+zxJb1OZHp5SztqKPjlxK9QbAF3xZ8KHIVg3SSo+/R0n1LDposMxVaE5/gFf9oOnuqPdDC4CJCkB/Ly/MW3zEH/lbT3lBy+zNQg5pmEogPetJiH54zMCv7PhiY/WTvYZCJncaoIhCFgMBn0xXMVamYittiBBkYiYrWVmu1lBQbYTIDjq0KDitYH1i2BCAbKZph9jMOhPgjKtwAGdHTpunM2kgJ7pP3uKTN04s+HQrScAC695Yg0KKO+U890VehohwwSeiFlXAyb5bL/pl3HK86nijCbWnPAF7gMVoXIwYYFbtwSbiljRD3PecdyCb5aGaWgMj76JbrnQckmluMSAoUCad2zoebvzIBlTmY6HNuZI9Pr7V11Kypix1p0GOAMwxrWAkjZhZapZl5YYotQhJKaata+Kgt+LAZcwQ6YB0mQGwYrLaZmjqJIYREOOcMWMDPEu7OMCM1SymR4dl6ML39ZK7SEvNPPaDXghOfauDBCQHhVSuO4GIvwM6RqGq4IoX6p4+oDVZcn0AegFnLtA/KH0OZKKGCRQy0lP+Srm+e87nPkeqBdmRsbzO7As/Ot5p8/64UKDJT4tfSOEC14OR3GnRDg3zTPddBigiyUJUIgozrSSnUF0JBWKTaDAgLAB1FM0wZwO2ZNM0VD8Ea+qCN3VbkD3TNkvEOGfMGIMLP5IOpzImLefxSbh7Z3wVHJ910k5hMQWg5zVr1jObtXArjqDPxgxDJ0J4rUjyxwhuG6WU4hlYxVx88kGESD93GxW7PnxvyUcPaoAuv9YTuYhaH6SeHCucmc0O9WzU5VmaqTgPU+YQFEVexP6lIPTYflarZrmQtv4OgxwBpgiSkVyFJoU4fC3JUyHRpkhXhUiraQQTn0NsAtlWq0sFQ1syE0GNipEGKMU4Z8xogIm57k/5KFPOYm6tXfhE7+Uqlp5SBpIDsBVj+RgYKQWb5113frHEgpq6gN80BI1WwpvgEwMVO4UEi/NKGnaJHQShOBEdXADlzesFHMIY7D78zsNjFLc9R0RnsnCg6BBQLiBDZNFmSTc4ao22sw+KzP+Xi3xGl46BQh0jXvg+Giij0N1F0EQgecOxt4pTNKPFR7AglezCsrptVICUUj+IqLSobFs7JAa6KAY0Fm1CUm4UxzhnzCjQFOY1v3aRrCR6XsQcL4EzTXCiywCpA62TQ+F7wWClY2zgFt4PMnDP1iJMEoqEDaCcnC5nuhvkXz1ylavRg+4QFGinSsRSQdvEVOWoWy3Drev7JRaufXfopT2Jm/2FgFh9t5oVkTMhnHS8ka8uqLO9PqiUHzt9TU8oLbwH2DIb100n1eJOolBFEkYTYwPGgSDecYZCIw6CEYU20Hh1JRApaVMoztp064zQKTDphpywVLk7C8Y4Z8xoQVeqPw4qkUN3cnkiLsDMRpbvPsulnadxMhkmt4mKTFWfBNOeDSBOWdsavlF9S3qtj+8O9ps4zBDJJKyYDMebbcFOg5vgrA+ELjBK7i3P0Sxi63mtD8iorcoU2K3OhgzIlT9oTCPs+pPLPKmcDcZBP+wwn/dpuZ3+Y/wEsHH8kQCbRu8kgiaM4qdFBFAStUxgQE4A7aSrhRSKuIGBw5hWDlm7U3WJnhlqKVSlGoHm2koZ45wxo0LTuesPc7pqo8lMWUR3enwiDwicdQY3iiZmCrIPWYPgWZS9/vxC2QXMZnWgCR1ENElgY8IjZOJS2p6Kgwm0wRaUWRmXXbG6gBlbcfGSF1MDrl1XExaeE9R1do3jCB1WtjwlpEZ15Q79W+cwFQJBWelVNdhbwXcNkcSHP0cMdxbBGPUooLkjNKHgltmVVxxFaOjGWdtQ7MuWlVsrTaBqlRFRaSb12gR3Zv8jwzoixjljRmLBOxjk6xD2ckgEmqzkLEb9EpzDC0v4JwXYANv+kALpC4tUzf6zfB60UdgReYslKu+10oU9/T8WILMsz4IWVLVuwA3Qq1yGor6ZA0ANQ4R+AnAv81wtq4MlxpaMmxDvYcO+WgPAKJ7ar+1lOUkCtOXh3fkY6OBUbyVZUZ87CW73nr2TCJooCNIrBKJ0k2qjglSHB4kNA1OsqKGmQnEF1Ja4GKYWiMVsowlQE0xXPFci2oBGjBrjnDEjYH67PPByzjMTLIG5C1kumzRI20Fc8KpfaXWuo7o8Mj3ZW5rgyCPHXDhywj/34+95rsCHAsPagklFaZ7VLTlGdwj3Dch1eEJ8wrtMAlHDFC5RcG0SRX/Du+SzXtC0WuOVLbpJWaTejIk3R9s+b/RoiVOtRn6PfaW46X6tCDFYz5eFazdWo7sFcUXrW0kxiIzMFa1BjjKOqA/rSGkrVAXtNwI2lTcbKNeVmuZMxbLNDEFpR9EnpRMxzhkzjJzDxVkR62Hmcqo201SHs+j+rRbxovLuYLnkKy8NnVJdwDuk/3dJPiHoN4IV2chaLcV55QpxEHR+/RA2MiMWuo8CHiapKuqLLIKu6QChn8AZ+VfvFoa3GkwW9lExX9HU+V4R5UVlZjtd7RcOHmBfzvJZbXYRQ/AV4wT3YiYY+SRI6BxRulMwS7SMIQSJcCNKCbTcEpJNlKiaNtS4QSHIzCB5IVE8xg2DTYRpi5KseTHOGTMAzuR+dUmnRNxi5wT01Z+dtPQHCZMZuZjDl7w7N5iiQprnWDmrkGY+4BRPh/AkR+Y0WJ/6wmYeVjSxgHIOu0O9RQ6EWpgPQDrPngi05p1ziVBvAFnnyDw9cXeCyWy/oJfmypE6oUR1ZENtQR8VIJzKtK+YxA8BIqp4HbkyUJzbNEPA3nOF1IX+jiHYwlv5V375kby8ZBGpC9vQkJuQAbEVRekLdw2R/llEkuxMKsSmREBkMJLjxw60QZ8wSJWTseUnxjljBuagpzHvmD3DZPWUFAcxUqogjmeRccgX4pJiwktJqA9+OyCRkD32Dg8uVbDvjrmQ7flg0RYHXdgu+VQ9dac9e1zoL3rTZAGgR12hEwhtC3ER7wIm77hv0gIHurIbAh/ZQoVQbLhvmlHmxwgJJnKA5duSm019ZU8WMi1btMeeQHRI/d1BsteQtZI9iIyNmgpGNBc2RhAjxHI1iUufGhmZUFwNHIjasVCkxv0emkWfkqqJGOeMGSQNTkasaemhBTWJyibuVQOP8UUgfBhAHETbOxic7djrsY60BMY66J/rjAWrU2Hd51v5xeCDVgBUKHeTvWlA+qMi29sEvNd1f7nWccBQTYEVHZRuoxls1FURKg8AMuZ5IF+6TMAbBAVSkjk3tYlSVzZsG/3JjuncG1LYQlmW8ZHmjqFyjeOkjogdFZKb8tgA54J2Ko82QthtRA6KTGbcFkYjzJy2s7rICqFzn8qnbBTHOGd88gjnKaah5yddMnpVQ0/LeG5SiBTBd7Y16LrysnJanedpV5QBFcDJq4wQiGuv7RjJ1nqBxxERRS+3QctkGkyb+HkwPdbm7eOqaDzoiwz6i3P4ozaTvwjeVMJ1I13baA8PqHvxkyFZpTDo5mQ2tGbTHCo25VkSEd0JkCMIkEVwVqGghpaqUxV2TraMF4B+FKx0pGIRDTCym7ShPpsbxjRtMgtYR4xzxicOTudTekUx+y49a+WQTdAftDxWFimBr34boOEHoL+QA0gdaZNOmAtUK10R7TpJKKPyJlv2Z5jRgjXyfjintqLvDkHtkVB/xnWuuEpeIOP8gsmg4uT73LbjH5RHdTy+x73Jipl34rtHAjxHHP5kFEWfMehBLXcBoIlKNoiQoBR+W2wiu6SrInLBg0NthUsHmXITUZZgjiysdvtBZWGh/pUa2oBP07vQepOeZ4xzxicOLkd57Kock+OClbwwnJLSdHz2/dA9m0brEepqQBbp+yU9w3K6uAA1QhkNggsah6lwj9of9WmI68iP6F+ipeKekltB9JFIQLlAp8/Qbl5uo58DSXFv72AXjCrIjpLnltyX/rkoPyekxmyUsVj77jGgSIJoiCTEkgZEKuLJ1Ma5koQTNCvMJrnABoioy8aS1ALKjKKt3hinqyZJT4mmTSLGOeNTBmaivKCgLE1CTPY45EYgkw/f63s/8ZkFrp2qffeyGtEeDcDvgYjk4PwtgRr18IMTr5T7rrnOpO+Ojk2maHh6Qb4VaHjtsxsVGmwODm7a2Jk12OXlcgW7eL4CbaJXfurMsFjpb2KlvaQuy1QGHKNAF5AJKfgRA0Z2Gv3mIEeIPQS5WpLKtiHGRDFyZnG2qiFJyEQkneswuVUrCA6SgyxLbqDlUyYZopfmUqI25wzKtpkJcAbBqcipR/8vn14q+qNap2Pj0fYCLQfu2QRIMEJMZc1/taGVX+8n51X061NTsGuGZIOop1qPytGCiMQESJgjyjzo+CjnZRkDuuT16AhuOusOk+iXq0RNDSZ6ga513XJJ/ov8pq9T/b5yLO8f5AgiOKOBPDzRSiEchMbvg5SsA4h1WssIWaIhUgolAVTui5wITVtC2AWYIG8W+6ZAUzDGOePTBaYoFnmiwAQSnPqbC8OYoJN00QLFeZsDCSTSrpiuEJKrWEMW0B2KBSY3pF7yMCp43sEzlM0E3IIe7ByaaYwokGzMawuhVdXs02QNqj53Qho4bWW4dYFWrlAlfuDDyAB7RVHZEN4LG7a/EUgklUJSBLk0SaEln8yP7GLl7RDSZWEUVNpKbB2cnkYaFR4dhAaRKvooEuOc8elC5MQVLwkqgBnLx82HRUVMzmv8v1oymQkach9vsEBqY/3LQ5AkGlXfPUcHOP/XsPYtwtNgL4/wWS6PwYKh3AXsxBKsX2gRnbssF7wMwFfSEWwtVPUmFWzU0YpBogB9jFfFj/LTqaS6Zil5RyCuSJAwzFWUzCOKRyE2RpCbPbxi4iAwR3IqWKQ6hKVBMRZjsqTIK4wKfXLjRKoAlQykgPIhzQT4qUPclzMwjnCdLclX0IiVKjJRqGASfT3fKd4jEK/JAxfM2jhfDPCyQG5VBg2hGI++Re4USH9psELqKtsh2AKaUC+zeyLBFiV1GhTY5msBrDQ2w10UcYO8DJwY5wcDVu6FpPtDJtn4NwA5Ihw6RkwpGK0MJKtIZ28uQkNILTu1q1hLsh8oHVpKCxRtNapiBmystwIbO5lFEeOc8WmCThdfh0EfjFNPOt4DK4kyZ26IOXmLMIXm6uZLPlFeiR4LWZ0R4YMTppBPygN4zlV/LeNMAJzSskTpcsJkU3tdoU6JjhJwBv20wwZl2SzfmN2Rfe4jbvBRoVrRUAZ4VTXfFtV1PyEHvzbxMBlAh1UPXMDKegXkzU70vEOQM4I6FIdEQeQFBrJUQsNpDaiUWdAiZVvGhlQmMTkNn8qbSDs0bVkfAtGIDVRJfCYsYpwzPk1gVq91RpbXoJmc9EAVrzvh+8SRPLOJIQdqCxr6A0ecXMbFv6zjvF53solaCnXzJUk8JxKqgoaxaDjMH5vHqZwBzxnuPzpWc6DZHFVyEJ+DinHRXo2IGVUtgt6C2eyckcxdp33JW/z4ck+WHHQ19myo1Carr09A/G1BjiBtBO8YzQpyg1OchrkKtHTlnIpMx3E/bE1RTpUWikZoxJKghStxc9koq2M10RcG02+QMMNMgJ8yOBXNApzPogwThqejZYCHA4sjuNeNHnDaAHblchVsFvmsK+IqpyZWgiynDa9L2WSAIXEM+IrPawixQjVEtxvwcTK+ESSzSH5jQm3AhxNGbrIXxsJKILsbbStF1l6LNHZI7kKqqiNIYmXsdHE7eU3mXQAJpgGJzdQk/iCDBJME61gRQguqbOIgJDVZKHorFagpvMhEEdkgk4Upnd2CioFykHDBGOeMTxCYY36a88ki2CQv8+NGt5RRyBksEjyALzS85beAJzIslYnO+b/9JEYBuUEX25Ai8Feuy4sOTGDIV7CfOC+zhXHNlbKP/mJk3ECabO9wtYgbntlHdVJeGiJ0NsY36I53RpcvCeGo2EGWdrYYTl5e0UhrsOM2/c0BigBrJFGZQIpAhBSRuUqwFYOUlacM5wUGmVWdKJp0Fksz2mLDYOUgkSj6RgxFjHPGpwdOMF2PsgIRaApiOUwhycdHopqJ2PPW2MEtXQ3KOYsowIpQwRYWGgAFz0AIYJa+Xx7ynG60QYWlMcgvFvr+uDsf0OF2rPYWC17+Qv6RQlvyL6Kow2vnBlzWd7yCW90RMLDCgHlPsUsLqI9n0SNlww5/vEHYhVKPlIZBjbXaXxTX9WjhbwhyRmBIYSAP+mCVaEQoISs3REBa5ufaM7w3QGmmgmOVE95kkb21ZLOQhjQ3APXJ2wVVLr2Lcc745IDpdXK5xvxb7HUxnUV/MRExN6VUSnMe/ISF6XDpWdH78TEiCgIRGaXM56lTv4H+nIVWx2nR8XF9Rta2AT18GjG6xGtr8sKaDfYa4gxNmO2iYjl2fXfBw586zLfhsPLuPLeEEmQs7AelaN2v8JuRJbJKmOdvQQOyu/bOWrcIF6hKRApSOEJGvRfmtwMoIljJXEJOsaRPSOmZAcwkuzC2WLIKpGGlxTGkpnBSFFBkmdtMygxx0SFyK+5ZkmwF9FSaQEs+A8rFON8fHr7+ll+niO4KHu1/eZe68x4gurNDotPAFpkR026Bia9Hqxx4YYocTuwtBGi15rIF818kIG3nv73Ti+5lKZkMdQ361RmIT1wTpxkESNcUNpuFlxuHAsOZjGiESz4UQddMcxc1/aQIj7UqtA+1j2J3tDi0r8efFeZbKeiqH9YSNWmL3bU+vW4s7wHJSwNGoYofMU5IiG2TyQDF5EyGrC5MrG1EpbCRHRPFtGRlmohkqFy5YMLTJzRAmLWIcU6i//ZJSDfEi/0W90IrdPv7f8S/NaJb4ejpw5AS/bMv0c7Te+Nf793xZNTNjxw8u4vN6QknJfnGU1L/Ef9bMCPJL1rqBfr+ede3pzUqTIvVY+FUDkNTgsQt4PXOzRqWz2HZCeSlDc660gU85SV5di+zDfY5CbBSdgEVGLKpSSSF+GylZk72+G5iINrUSONgoQ1bcA/peRB+0E2TXQ4vZvO5y++CDwiKAGuEp0apCNwYFrRNqhMakaWSiDZKbvpswEgVhVLF3HA7C78xRb2ySrJV05Zx4wReRYDd0/1bEuA9M19gSIDf7u/jv3qA6KrLIq4AuOpBiAF0NDDK2B1ffVoECNC3w8zjQ5t5xpGzUnrOdi93h5OPD2fBD4ze5jtGt+yOMV0LV7Kki4MTXl7Df2C87qUeOiUMrDdvGRlg3Efiqh9B0NVLXYrNcQc49qxmqj4pYcTBkbYu8zk2Hm2PCmVA8hvcOjiuCi0q2781DXNnIe14yVkUqbbG3wKgCIMMJK5p+KskrGn1xfWyJ9YGI+oLVTCWTMOesMgtoYgaVSwov+hkIBSJwoS6IsY5gYfgqF9CviGGHuDj0Ard7/d/j/8pom9v96/tQYBDDxDeZMHYN9wVX3z7ZfxyfwLAjud7z3mQHZNOsyxEMFnvR4aOJl5JTiwTMfe1Si6grFMAZAVurN4CvXkoTyzDuFTEDo26cTtc5n0V/flxPoWh1os2+PhT4bh9zyYAPUhpAWfThBfuHUQIZkB6r+DAPOdR621FgntBe2KDAYuknx7xKRLBuBBHFb1XkCNAGwNCESiYEkMlRaW0IjhRIZugsMybMg1dIJqKchSYn0kijWu5EVU75ZjBHmSMcwOdSOyWHqAAX+/LEBvQ9cM/lFGePrshfhnTHBhRmkeoc79+rWZshShP3NItD88o6sEHUMR1vdy23lfhIT1KdAjy18BzorHcJuiRHD4wZRMqH14VitTfIfZLnXpzxMloscsSf3Rx4w41XqGM9mO0yB+2qCU/n/1vRhJ9UlCNZEvUGXc4G03xGFRAu0WZ3P0smJa1hLP77qBcpWgy/O1AzggUPhm4fYS4xGRUlRXQRag2zYcRIYaLUIguQ2xKKuBkuIhMRMGB2wixadnIBrYRIP0s4HUkbwM4eU/jn/eQh+heH1GEuyYP8D/2/4iv+rNYeSIG1/pQnuy612peRZ7tf3lEOn6qDOqBL8v34hFS/v6hRTBhWSIjgwTeN62zvX9kaagaI1ZhVm2M0aRM+if+Gci+fujwROz1vFFM7+WS933koTMdpRpPuUaB2b4crktFIW0JWZNUrL3G/xMp2XTRv3xejfP9bpF8E5yY/rItPeahqbjny8+TrGqOjBcexMlCv9bYS87VBhyoq/30DuHDetFKEYbcpZKluEI0lS0CIa7Fjug1+a/Jfv8ARZBXEEQZkimRXxiPvSxF5ENlVB5KVPukIMSybLJCVjLMnMWtFM610hE2acpYOvNyWKWdFCVs9QD/sP8iCOS2gJNnD3CZh+jIH8fVA0T0IEjloZqKQ4dkIvPv/v59yDAKgJB4DJFIblWpJCZYPtm7n91GHSCyLquiUVb15GhghJSbbY2/CJOD3+8/YvyVqvsoIGZZrPvlwelCPk3uzH61Od3IRCHu7Z1jtVcvUgHAAHxnZaTIYopACRY2T4eOwDdv6JoWInSEXgJ8o7l/hXl4gHT2uFrXwba01SXKpWlzo8hPOPUtu7xu2r4pcvVrgQp9sTMKn/NF76zUFpVd2/5YyZ8d6SNI2Yy7FnUtOj5LGvyNAIoIXjGcEJVgy7ghFG0G5gR18ZENthYryxWYngxUFHZNo9YUhK/YZFGMpCJDiabuihjnBl50ZJJbHgMU4KuJpRZBWQA4Jk7/wlljBELSEULEvxTnjoXyNAoptBIgsooHyGLECTgrH4UEdnyaxKf2z/b6QetZ1VExgpt6xpEqe2gcJvAEn9HyP97IH74r4M4lA/A+BMehJCI5ADTtuUhP+YSJgkvKUERVRVHfqrYVnN6mwKZiIDu3K/gquBC3wLyHrRf82VV8mlvpdG6ZB/UAXgKEbJJnWMP7lUTnjIOnTh6kzv5CJUU9GZIxITlbLYHphgDTgDtdh2n7fl2urfwNAIoAa6TbpA2D1SOYqAqtFV+rfDaR9MWiaVHKNUVUteunoNzgMxNdaxsxQbuiYaRUcLHqi3FOoXhJtwN8PbEUSIfX2HFRjXXrtAeI+AnbK7R2n5zDlSlcQLIWkkzRS8PimFHBj6ZMAs7a/jHdSVYKDjXlldbXqspthBHYTZUhe8PYJkuS4rHybn2O+e6AdISpvzzmzFrsremQ6KyHsDnRNKPlPQUartvr4fuRBEgAoY0aCuuNSG0rCh81GL1k7npM1DEA+EnEJwoMaw2QUhkC/UReYtjzSfiy1A6AXZwA1qXPyHh5vPKBUmTxW6Py2j+VsZoHX4eO7QFIkOIoOSooZRnzR0o3CVr1/iHmSCQBgT3MKYyDTCKdaJa+lbYQGl+QFo7EbiXVwArpcqO46YgBhfOkyJV35hKtXABljHMKYJw3OgYYHqCpzsIRtXEWmBFYhUzH+HUcwmtROEz9iLWuuaoAXlu9ohBN4EspzVre4Kh1VBVJGKED2NIoKx11Vd7hg/0vnzIPFtc6M3ceugpXfpDeD7nggSu9BliZG2y16Xo0q1Q6QJ6ZJADpN8ztEU2iZdV3geb9TgkRn8CTrTrrEx1kv+XsCb2eRg1yO1mR3y3H2EiBqIVj1xhWe5drmDC3b2/9zV1xWb800VRkMPKFQ+wQ40SxcGxvdcSS7w0iic2Q9FGYyAwEDExKojKmP0S7IrXU8FqQZGqqpWXn0oULyVmASihpHTPZUpg23iUCEOOcwht6gHCdvsQ3Ig/aCUfbPcCv5JUFIYJ9QTiECVD9QMz18lcjmvwyWascYEQ9D2ndHDIURIDJ6Y0RoFPLI2My7hG48B44cIVV8h9k+SED+2bRH2o+cSJrcZs0gSmWBJAYzkugoUhySRqQAEgUSnKuJk7K9SVj8KDcu6bAvZPh6RqMthIgcIxtDpmesMbQ4KQ/Bc8hZwGaW/g4APq8WEPNQVKWIYtxqb/KZ/ezhdxVcVAUCCHvEWYU+2r4O4HSFtCkGuBhy+bO4vcKkcQI5Jjq4RWy0iYZi4lBEoqSYIYKUHLAJ2WmAqmSKEl1NBaAqy3dcKYtay9HZWrHYpxTeAvHADHNuv8IRiGeU8sLADePAZJedCHLl6Cedbm0GfyITPUDMdlx5AHyGCAP1RHwWeGz0YF7ymWs26m4YBUiXCKMPElU6ciYvwD38KHpEcjwJg9dv5OQY2Jw8vKc5jLmFXWjOQZNSInKf47TgNNX3KJUc0H0iFFavGv+u6znfgvg0Ir5Yrtin5Mj0fc6vDWziOceASta9Lyb+XK95IXdcbYaCoRYRdPIPyxEZcB8zGLZGdkK49hnue+M4u2l1n22/J5BjrCjVfnFgRzSspWkklv0kUyWQmCWsrWpVGQoKbvCXmqo5LRVMZliwcAgCit/PAKEd30MEHOsnAw26KQdb/EAATp+8BuxDYAfkZkeII3/MCRA+ml5qTVEWSKOUxej1lFF2jZGgAhwZLy39xcuf9Gxe/tPkHXTQ1J3DZhFnFvhuOkGWqqAS+pWA7Za5eSryDmYGcVCZzbLjK/8d8WkfQ/+30QLcsxEJgISq2V4bf2a7yKRuMfbRQgeCcyuxq3A0NIIhaVDONF+WOwdXmKzWB1HHTBmKxTz2srcv+WHhrFNdDswBQHiqTtflOptyO8V5IigCsLcIiT5JZPUPAtcbJZyjVlACSsVNtamxCBd1BSajgRoGKvqYgkp5SoN+xnjnMJbOAaI6AxU1xBW979HxwBFfIizKVDROb1GlgFHgaAyM9hLXNWAJ0e8jsvTJGwa4Jdn1DqqCMaD0R/TCHClQ2OZ7+//pN42BT9Q0MvgHOaznz35kOhiAmP+pzMoNNPRwAJ5MAFZU4heOp9fjOnut3JargBYhKcVDkR+5jIRFaJTrjRNd/35y+7i5YG8Q/3qUbngiwJU4kw67UVlmbt63cwinmSKS2IeYpCvbTYr+68IKpebxgGHFIk01VMpBv+A9wRyRJLKKBimk/DE2mwEZYQDGVDCPIVPcBGjYgFEWiqZVGZLM2c3vBlVJbIvlodSG96hB9jBaeK/ESymA23dC2qHxwDRBCnnGaJoqsfi9yFzsQTlVSleAidL0gNEffDTHuWyVwcBvyRvPYB5eHBs067esPWowmBWpnx7ydDYZ4DFvchOqvxQ4YmpmUV/QyK8nsJSLV217kig7w61WvTNYFjVwXNKI07MvlsdNjUQo+SdgNwyfbruuIxSY4+TICSs7oJPZ9CboZDEr6uu+DNRigzJi0hQgiAJUSTr82LJftyXbqjynpIEBaa0V9kL717qw0ZPKgN6XWhYdvl7QyGpiqIgyZhGimrDWCDRBN+URIglcFPWqEpLVcQiVR0bo+hGrY8e1X5UAyKlqolxTuFNjwH+3mdY7WkR5KzhMcDmACGIRg4XwDMPCS+Bdf4BMb2wsKoESMcvEctUns6A50Zp0DrKliWwjM4truwB8jIaI2pPbxNE/SbO8B1ATDpuTW++vau6dfU5pxOrX574ZJQ5lwN2Q0ldSjN4jsvldbfAvWcEO5HHggDPj/OAHfQHB32nLwN8uL3+JflOQNaJ2U+D1wBREUPIcbPIwk/VViNlN/hwQPhudX9UiZYwjxLkWJeg/xg6bfkkG522ft8gR5BSwBh2w9qQNAIxNBHJnHxmITFIVGkSUYtFJiRZ43pS2UoFTLvDkc3OWBqE9+AB7h0lnam2uAntL6YW+lwGnLywA0XpfLDRk7VaDzDO1fIekYDOnRD1mX5PCmENWo8qAk8qwQfTDbtK+3Ap/2IivAvAdLzFPEARhzKzuJXro0SRIPKAwuDN5WhSMZ8LYMAdrOwBx8SJw+as72+yYLsKhQGTAAHnGKfxnBjiEKZhooWvh+V8ZDmQ3ighigdIuAn/tBiX3jELLq9r9Ww/VrzcIhkFyv9Walfn9+XxIaq8Ltv/wvcHEohAsqgIaipqRFRVoyJRaHw7frgN681AS8RuwCpDGaEpSoqRkJpGNkx1pCbBRmKcU3jTY4B/jGvs9o7vkVeePtPzrx78cf8J/okP/0MRk/tfPgMxwcl7xHO/T3XfmcWHT3hOGJnqB2K5bwdgq/0n7Ze3f0HXzSWN+9VDbFtHFc2hvKNqlK7e8T16jNFV4NtwGB8Mz478hsDUucUlESjhQBYrSUxZ7UYRgjIp120gyHGVJsgtFw8SSRDIOM/13/RzA39DmE0AstpznuEgw1llNCk+BR/7hE85iMGJihyXoJz46WD1kU9lrSp2A8mr7hHVaxERm3IC8pEOPSpz+K/o17qI04n3BvKEqCVicIaTClTXd/s6rk6fTFKqnEmwKBX5KREtVagpnJ5n0QC1I4L60NbA/MZAUqpKUWbGOGd8KNBTTG44DThtHMhWC96oUZOYtPVNwP1SB6H0qMACk0Dz6t72MalAnvkEQCopVOUdA+kPQazf9rL0XSLZTyeDxTliPJ/RMMl5B9BJw0hXTq5PEZ/4xMnGsxH6PZ56sYz6D8oRAuTDO3R9RKezUS7lFwWzWSaw19/77wrZw8QSIGlsIMgktnVDiIrCYuyitVoHoaHUpm0pbWuJEJlFTqgyChQXsUqMsuIY54wPBZhvt+O/mFL2IRBFWldgYML7FEfUHFGAh8uSIYHx4nbQH9rJGxoZ/YbYuCdk5bTHjb7zsB/R+GhdxxGDBC/OjzE+GZWjfhqgFdAgm/Vp0PjZUB4ANjRyn3Z6xJVT/cFpdeNVh1/HJyz5bAnbuUXuUQAEyJMxpdx7ATkCfKHgmNxBSVuwUagI8ZXSBs0cJUbJMaqvVwQ366N55tLQDawzyiznZHZjWDsYqhjnjA8GN78pQNM0noLfTizhgspDPZG0OX/ZoueDCuQxeR6O+S/qjLmPKQo+YAErJ7A4GTHSu0DpFdH6swXkuyGh1JcrHbH3uvBFLqA5UExE3oMYEdUeKFNyASnajc5W3YLuu1a/kB78E11HVay47zLJOIbCfvARFkq8J5gszHCin2QYwaKpxN4aNfbS9FF+tUgkN22GyAaytgGqUZNln7BmpZPYtB6IzrdjiHHO+GjBCcOL3zAxseEdXZftHFpibi8441ax0toAj4TxCDxY4Cc9PnQwBZFY6YhplianiDgg1xMlDQbU9K6gLrgdbqeGpi6e8VXu6QLWxwIeu2zfHYkl+T43/gJIibocCCt5kwgVHHObF5Hi04NCiIDZMNDn7cQJNWbu0yd+mfAvWGd17wmgCJBFG4hBokHNbsRqFpxWFZtIX092lVER0tkkgtqkt9b0ixhRmDEyF1MY6KNiKmKcMz5eiLw4a/TB9Bz4Qzy1USf3BPqLdtFNeuPK0eA1xSvoYtpjQ9+OJCn2WcChmqh2qq1+PTjv/MZgF8/Led1gpAFoAWJZ1fe8c2wpnkdRd7XnFTP8BYiBqkIvdodKHstzEFgJdy0rOcAKVkqiNmVn0etjigb+K9l3aZ1ARajCzPieAIoItjGCR1IHUsr1ZXpX1dwalSANORBUsRi1mWPiG0GqVi9j1RvNCWmWceZKHCaKKscQ45zxsQKTL6agpg1vKZB+XSYpHcDRgrWdYYt+KQ9FOCkUQQfqALN/ufQjkY0DMKL5r1MDcZHcEIMzLED0cKR9M3RHZytezhfJCbC39PiqTWE9IK9pjEN5K5+ZQBnGGFlZC/M0kkWmUIGU2gC591EKWXlYEFBVqlP/mgMRIdP+DaGBU0b80xypyHuCuGIUgJAr2VVJFsUQKAJRuDAwyETKmYVVtWHdmSwtRZTEqQ10YdR0qGigg8w+ZwnGMc4ZHykwV2IC5tzx5MkZCmjFmqcaN6ES4SK2XhpPZEZlvl0BE3eh5zijOgAaaMPiarAQEcm3gW55eLm3ri7dJpjHXp4Wm+6isc63k/jEBvpIMwbVSY20MEC/ITLFg58SF+WNKjkyXwbYLHxR37o/OI1LW2L/Q8KPjHfE+kgRHXbU68OmtirP5noPIFWM0PpeySMZnOMtEIrMbVDTiKoXKBTugpJyabBwZ9qHXgUzD1vG3CKfIjmy5DpOeSbAjxycejkDlZzgOXpCRJ1U7fRyUUxXbE+ajJ7nSZG+RDbdo3q4T+dMzq9yvkZwD7cy8G0gEgZ5XNELZml5/zxpqXs5GF8kuEJW16CxThwIVWi5iwB3n42WBME9RwP3pDbgQrovGXuYN7opbSW3e5fNfyRL+oRw3/4j3i1EEmSPXLIiiKDGrpwQRGTOYX5RSLS75iAkV1WUfAdrXF+kaxxQsugoyLpikBdwhehTjHPGRwmwCs9/cIo5ucky6bAdbeEKFNSRssOh/0eVJigv3zjkw0vg82hd6OuHLzr4Qj5KttHkBtTFmPZvB313qAvtriDAJf09nedFzObR78gi+otYsPoSPTlg+KGITtoP1HCP8YEHTCvuC5njU38QyIAsQbkZZDbGQ4vuAs9OKT+sgm8pxcfbFbblwOU7BrjCbtgADZMUIjS7WVVBuWHKklVVhFONgiBjjnRp5FiB6aqTLxiwhTPZBcKuYEuQMc4ZHyMwkfgUkd4H/BBv0IHv8sdEw2pxkisw4TQdMX833A7pJbCoZzyWdCA/TNCYvGaGq8Euxpx/awheu4IAe1/685x2sIbf2twLByQdnjVcw52UIzIHnnQrkCN9SOl1GxziwaB10RFGqMN85UinLoRxSlXRCoWpDaz7syU5lZUxkzoZsJXtA3urCJoQbzQhPTIEYkA7SjTZYYM4k6Ip8ps/NnAxappgsGRlrShc4IKNziwXcuZC4rYWDJsY54yPEaQVMSDnDqeQ5lBFen/K1nYMvtPCU01r4BaXQQx8dYfL8ol4Z6dr3f8q5tmF/QTeT/t2YaeKhFVSYziPw4IdvdbhA8HKRYHy6TDIqJBG0Vsko+ZlHakHPhw5FrpQy7KeCHHXBNXLS2PQm6YT8LrjjhJuQ3Jver7VRYp3C1NFsAkQBBIKpMwjGai3HJDUalxBarjhpzqJ3haiattGiixo0+p5KlRGxgZwz4SMAYoyqsoY54yPD+Q9kh8oEEyEeWMiDECrG/1jSu91WMppnTcAs5JDFBXwgkIET/XCLys9ZxUKXV0H5CV27xskpj6e6MzdYO0A7KPAK73zpEUB9ktkr5KzsP9IYxwsqV3jO/VTDRb4NcDeg0N3osMMymtwqgONp3T4yomQZoeCR1XxWm5gKC3FfpdoQU/rWZWHeb9bFCoaEY5VKU0hzIuD52Tyl5DxSGgbYutMh2KM5MlBXpJhVuQkhZEdEzHOGR8f5E2QARkxra2wWJ9STfa7CEeom3oJG6eaPnuXIyeq3Euiqc5ZyssL+6VZb93pkcZBEoOC7wsaFsb3PPaBoFdBJXJEPby/Rg0FcNCdF18tzgczQ2zHgh6eFrL0A4POxIvcF85s4Hcnq8HoS/3VoMi30ytCquoprTES1pf/nn7vrO9Oz9jJ1vQdARTRckYBCMXkI3IpISgHEbZBRdAETxW6srFiRaEI1RCtUlbTQZHb46dGtVkrbFQajnHO+NiA+bH2+lfTEjPIjytRluce6GF9ek7XT7NxNGUBT0cyyBrT96JlCbo5PPrlSZ9uCuzV2GlcPOKwgct6FeKVaCj7xvBrO0BO59wHrkfdqzD156mNFd99xDFgtxzxl6H8IMS1gDzylhWB6DW2uECSHBieHa9rmRh1NMK8PAwYdQE6CaxsxLArOT7K4Ec18h9EPTqz2usPeQdPqeDdwSxBBhNrKKRTB0AorDagN0MCN+KbNjRItqQYcZi51bRnchqDjKgrypQgm6YKSrSJcc742IDpsTD/mUXAf55j1ZXTlD3WSu+gHppqIEOUWongTj3ZiUs9AEXLRk11Xh/dzHy9S00ya9hcWE8QxCSmpjhJMf8YRgBzkRnWYByxyvr0gukwRLNNbzpTeu+fAOSeYWAvL879RpCm7uICrvvl3omqwA7jGLBjwjUjB4JDoYQLyK20iRPsO+9+VJX7mvtTXXMOilio1MYYfeyf06EOXZ6Loplipd4asulA0IQ3DdOQBDNj43BcSNjoMwLzWSA/AmIFxwmKStrOmVluMgioBo2ostpjZ1ZDp2cC/EiB7zFmlKcX0z7H2LBfQhd/bGgFzwUeG7R3U62wDNMU59zXpGeWmmRLHRlFjiFUxY9qAN2QH6bB/rYdc/1DjDSiLoIXOYv56NANaqno47q/8ATZJVi/7HSorkUtD4lmMOCDqeBTMyfGwisjkRSNjYfXk/TkJLJEOItqlnWrFtXjnnDkrgEZl+DME/GxQxlyh86G+Bbh364Cs8SIPBxCtYFgxoKwdlRC+XArTpQMeIkqBktIiiQjiyrRFAOQUby8iKmKEi4mlHSMc8ZHBpAFQ3KGbtU44GSrkC9EfgCkGMFvM8Oc9CtxaZvCmZ+Ahw80qvr0MCoX4YDiqCX/SMfNAMzdAcMOEwNFJKoOjWOteX5x3vWLQ57aZQ9EhGEwRIzbu6BbLmF3cT5lmgPn3hA0uu7g9AA7UTKVK+5xmPIDGqRKgBQ+JPqhneg89Yp9q7u/dFQVnchQOvQPkrPy7DQvXrL47gCKCO+rME2BiAuZo1Dy7M+5nEkuSam1o+SCIQWcSndPiEoIqDYDQANKqbNWCE5FUIVRWYxzxkcFznvMFk5IpzEfT+NA3QjL7qI8xnmI0C7rlRuq4XJ9CpJ5yceABsAAfN6xjuOTbsh+0GEzdUL0dkgmp1RDbGKrxhkv4NuR+PhqtyDAsBgiCBAWxjnC5L6oxTv+bvDhL0qUpb5wJjO3aE2i7HpY8EQKI5hE83n4kCgle76Gzj85rtaV6uM9z7Sy3iVEGIbJAzQSQugqSCg+PpifQJInVCUo2dgIyVGuhYr4ZGROTdUYkRu2AdVZKmQnSy6FGOeMjwqeX2Xag/uwjkpHzjjjQpRz9by9AaxBTLO+P6wrQjIG2A9MwevmQCxkOs5/JJYXYEUqgxGCFuLheG8DHFKILaTTBl1jhNQFOS+oTx2dLAgP0QL8RpphBO3twA3KUUA2gJF51CzDm3SRkk+8iFcFQH3aLIPh4tVafeec3piZ6vr0aGZkglYcQSQbBux9Sw5GRROK7w5BFMUJM0xo0olbmO0gVeTb1bJVyUyUZLLWKB+KrEU2NSHUFt26OtjYlGzLGW+KMc4ZHxEwKTjjcy6t9ZJaTNPRXOH0JYY3QCTSeuA3oiYUIAVevDy/8LvTSDG8/RekCA1LJUFkKExwW7QdhzwKATi5hS4W6Iioj1tHzghQqeFHGhoXHbzrpIGO4REuQSt84PfWwwrSnZ7trfDTwtcPl87gx6aKqgEpveg3ypYHBRLWcUMredZUENlfsKeS+gePRva2YZYIspAzVQLpJjIK0jkrVpmKiIGVsKw+UDA2wiBDfhgRMJaGFVhTyiptU4fISM/PylakAeMY54yPCJgTCp4aB3n2djhVVpz/gPy2iUmU1nE0PtCfhvGKj0t+LuZ7eUF3EG4Jt+skB258i+yggtsCjTpMIDIuz4v71nc8ntfHJTDHOhYYWYLID2MvyunDAw3SBSz1cFTaFaBODjMG6utjvKgV81rgNgEdtPoHKXd4IE+ZzKMInOppCQYq1GFBpUXZCNf1/M0QNIFNRA1SoyAXTKiElrkWBmylDGcxGhJhRVgMjfNTAhERgYqkjy5FjrgwrSyyxRjnjI8K9cIyuwlCmUeErg6RBN+NN++OkMbFSeL1G6zvnHPbF8Cs6FyBAtEUFtiiFLGAAv7EBfHZaOAGGJRlYvwhTtiDkMkU6FRsGQ8HuOouiv/KdLh/VyH3R92J9Dh9MBAtcJSUT8JxLnuNVLzXXmetDqHXqkhmxbs08K/DVtn8cHeDw+N4BB8xEf9R+fUcnFLvCmSLwkxBH2YPJuTJFYikagjviyZeFJesikj744TLFTdPQjQDRUhEFSs7l5AIMZWlboGqGOeMjwaaX6v+ECQlz6OsrzwpNZNIDYtD0AAnzzHPaFDbIhT1DKVcvAOsfi+6g1Nf8CbEZXDwDMGFSQTMJP9liuk3ArrDHpVuphCxG2mf7WwP0IcC+z5udzFWZ8vuJUZwCAOsVLG3duGQsBExBajyyHpQHCX2w6RWzVbc2SET7A9f70udLrgpxxcF/pgwKxnQJ0j4RH4JrAsVQIIGkU6pKOfdQDQh+hBrFLeq4ZASWnYKREZubZJU1yKSTQ3URJuDzzhEEYhETTlAg621YQJkHhDjnPHRgLOiPz7FxMs5FNB80ftAMHdO+u6lTmQgY7V5FLBO98iip0GPg8f65DCK1cimFKA+4JEvJR3wl6K0tR83RC0oCRtrUm8FWkEnQsWjZXrVp6+DoXh+4XtnlbTnt1x1HB04fcBAW6CdCdRdBRrLkTKhiEEOXTXjziQHRnn2QCp1nJ/WlLmnzX0yZLsUXYXeVkIhhsZHNaTJO0DQhEDOEG+QUxSCRSptheOWUWq9sSaVrca6TEWQxjFQBKI2CMiIDZZGW1vK2VArhTwT4McGOhDd8jA9hmZuYKL1azgYnI1YLmLy/CQi2Os3r32Lwog4Pcl+me6XetC8pihvBqEADsFM9RMAGeJ5AJm08AZgsyEOMdCSAN2O+IbsHiQB8EjnObModz9hC1etv1x0cN7W9aHQgV5vuhwieKrS1ahQr9ufAZ1tr2bojbZBYBSVFAMia0iAzGl/LXpeiB4407+B9SiiKUfIrFrgtsjOjSCiILcEawBVAuwSKlgfuY4ib8BXTLoU1fnJckarcRUuNQ6sRXCcKWc4NLA16w5/lohxzvhIwAPyXZdP4xtMDNADpz9nEV+vCE284WOpBz4BmpOE56TmmQrU2s5Q9lC0lvSmRwr2IBFVJoUvjyFs8iYo3hlrZ4dKRCliNVc6AEY/Rjcb+qNVd8GLAwm4q4ywYD6Eb8haaK3qDGRu3qwcO6HQ1Zi49k7yYJ73m2XANbPFthXu1TVri2qw1yzADBvLwPBdpSh1shID8leo56Nohua3hPZWyAOAIpIrSChBhOYWulwVSCQJjiLZcjOiJcaRVFU1W6ElXYAJNVhbVX6SmY1V0rKqzFQqi4AOqVyMc8bHAc4GfpfjBrTBd5pXoHES9n5WwV555npdOgY8F+VjHCy58rWGR/hWcC9FMiIIbPRGJUxJTiDTHp9rHLnMpzQAOxHiDpA7ZPsoNVWYrbAXea4ArBGngIXQBiM6xoYjz8caWhFgfogV3ktlX00QxloPi2HxsGMyidJVqnErDvpT6sqvT20SQpH1vgHBg1ufHoutUA22VCuPmzeADu+GPEBDGQU15ayBgZ27GmUW2KY1ciI0rVzpjXA1qkoWNTSsZ01sKh2mWiworZNACIxinDM+CnBaYD3HqVTmRoEIkGQXt3uSCqGJeUSFI6/hqOZktZIukda1/UsWFrVxlcgj/JzRXe+nr1CvV3cn+SEMwRaz1sAoOUCWD4salcCPGuqO+l5L8hjlBfmFcBk+41nJODLI4ZGw6lUoDQVO9ci7Ka03HEAB9TrSA5/ZTCHKyKLgZwjyOYTnYDMpSz4i3oOYxkBIvrGb6A91LeaB943uWKzWtwMvBK9r7QZmCnIFKYecEgTjVAVdPCkachGiWKTacmPLsGtDqmuiwu0NjJplcqKmHDHNIaRJjHPGxwDe0aBw6cv3hgf3SYBgBhgxRXbjhgSmbMISJ9qC1/iGrEjXd/DKOpFNgOU5L7GW5pP37AHaoA0tYE5EShinBxjXMLaMNHzTiyV9pEW/OuMw4QEyszHPk8IZyYgZlcr6QyyTQ96E7DK/2WsD9HqKvVemGlmpvXkfs5vnOfXB3peIPD6Hmx+Bv1N6yDYri0jlwuBErmGmbgsdxp0AKCKpYkgkiuyghX8V/APkVnmRKhI3RVtIs2iIqA5C6BA13OYA2I7JoDSrB8ZGtNPUl5kxzhkfAch/mFQHmB+eKlYH+kNfSxFfdF5GhmmUd4MByTOaYeIQJRRBQPZpPOeFdHPGa95Qgevret4dFw+BIWQUoQUrBwbUTEWIY1CPGhCRy2ylRIkAP5BAPYYf2PH0Njh+cOkLgHzdHyLuYER/UTXEw24Mjn3U5wRGus4dMu0ACj2Pr+oE896lLrOZBPthDEfPvvH50uza6mxxspDBMTx70SX2MkAxaZAPPbP5u4BIQq/TaLgDyUglWoUsLNYosxVTTV3EaZbuoUJpsnCkIVtunF/It8SRkWi6rthNcGO6jnHO+AjAOeEb6Dm9N+58Q+7pSZmQXaepFU8WqaAZZlQ9cuWYL7CVk0cny7TGCRieDrmhu4ijg9jUW0CkaMD5DYzUV83egWkxDAGZcbhz71KEhz7x7hSI7F7mEdSy6e58Se7gPWar6P2Izbj3QhyCZ5ljh4yfoT/oJYujJYrLyYUlCq+xYjelEecX5y8ZIimcx83VBGhPJ27o3rIC/S/Uit9rAHE4hrcFckUiWS63wS1ORjZ1ITaBSrAbI6cc4qOt+Ytii0grwqYNiaE6MxoGDahnYVBpcybAjweYxiIvzQRJUic46zntI6VpM7RwKVmUnBB4whLTUJ4b5joDX4t55kP0l3vHSGgaBvMlAw54AdAk3mh2K2otpQgFJewQKvOEW7ZvMogWOMRSTATIDEX4MEEts9bNs14NWGxeCBPERmnsAI5HymOianz4sP3ECiv1JGl2CD9b/eXJ5ZrXbupfAI/vkkthenc9djsfCthCBeOGO/aJK9jWj31roMsk5jBjpP9EpEADyDIomZEeY0PpAtwmeTXLV6lZJJptS1dvcYTIIGgvG5BfYyhReiDGOeODh5hLj39yUpOk4RomC/8FHUhMGzkkLFhVKWHLcwe5xFVABXsr8h+n3yEK8s0apAHmAhI2gVbHvunVKLWwqYgjyieuaNvDf6ILJY3AG0DSmCcOxBpyskQzGlqMdN31qyHFrA7bnRdA5Su6dJebvDaiQOxLeG1bnrRNU3A1GrQPiHZWoLzI5EkkydzwDUgTL4DzeMCilBmwOt9g8bcBcoSpwp8gD/NhkgjRCNUzrCFobaCLAg2G2uC7VDrOlKNkQWvtfirDCqcD7jw/YafiMc4ZHzo4n/EBdI2LZzN9nZzHmmuShKQGTCSoaaiJBMmfgERuQB2nXlFyosPh+ungEpWogRPeAAZJGch2ZRAGnHALuJbkuQr1Txu2Fw3pMKSUgeVLp094n975Bbuq53hpMRkEyFdPYnxOt4UBDmOoYnXinJFldqOClx2SayPZQr9UvHrIuxWIf1bbmiSyJ7uW6QoMgd6ue+R/vJJvHaSJpIuIzUupTGJxTKnmGMFjFUUBS4XcGKl1CLUZNxA+J4GIOcqlyv5qNUaqBCcbkUKMc8aHjh6eCecBZwPmly6fk54zg4Tk7RjdS7JGM/WwkGIliZzuffdS1z8n3bjWrjsM0+6k58lnkgCPk6Ep270pShXsQwYnAS5T3c6CxwLPvGz16Vb1MIXzi+78WOcPAO4lbpiJATIJSD3ucX/ctTeFsMySNUZ6Oy79yES3MYKU6gfiwe9SXzzGQ7bl65FW5OgYcAIVH6rPe4vDA54eWWIF/C6eDy2uCM4grQRbEdimKxVx8o5Npl1BB/JUEld+0rzWY0iVJYsNIwlWWJfbqmurUkMyKfw5E+DHAsxJrqLMVZwug3WmWfAgD8j3cCAsgcE4E50gmNHOI1WIWI86oGC+Iaskn0C/4DNXfcqBmdDxGpoxmwCs4WYw5w7KRaL4oxnUXvTRHSRHoOPo+mlvn4vH1qTOPUCVoVwrW/QHvmpP6M64dxrFVmjPXHGbsTsDgf+aWl+eNuZVf7nyPdUJl0GbMOJLCLBM9wjOSMv6Z71lmElEI0EpRvAIP6EMTXBhYshlozRMHcrH+VRCiEgKZUpV4jRNWGwUBJJmWwoDEzcwE+DHgX65wgczgd6PJvdoMnCaxYEriSI5TPoR/3GaDfwIOkiM+fJcmiJBekFNZyhdz13CCZGdmIjX40x5gJrUN8Fo8cvC7g0+IjzyixuyYeFgDVLH+8SDEtBDdIAUQ7ajpQzZK4JnIqb7h+KhXy25RwZ7aAonPVxHYLgkD8QOzSx3rIFuTcY/iL3RT1be36KtAQv6iBwXk8uTWC1PNPdmEFcAJg2CTCLu4QYJEwkdurTZdP2UlkEbCijHp/pmESNKry0ZL5JVUAhC87Z0YYxUlXZinDM+bOCLr5ms5RonxWgqiAGsIi/w0aGc1RvLNFQSj54T+pUePkIcy9bPfCbD2P/SFAQFvuQVgvbBRD8ba0mCE3TYrR0g7w+1uWApLsHeobIVlHJAv3g5DJ/VClNfGkM2OeOJVuypcsq0EqD0E09BIDhO1MPRggI3zoAk6Ledai9x5yK6iBvtGrAhRnHrDIWhn4hsttODRcNUg81I0H+Yivj39ToUAd5k4m1CXMGQnCYWCiU2I9hICENi045Q+aZARVUyqvmlRfWCsrlRkCSLojQntoEwOVqaCfDjAAjnjLOXEym9B+cIq66/yMclY8bo/jU9AQZztbXj4i4JD1XAihMx0piVF3yCFsXKNdTDEno9Tb5RZ9Rg2Ktd4DqiJhfGVoKa4sdBn6rAgNn3tfhM7mvjja2xrySwrhbQb12zMpf7I94kPwIK6xoc+MI8xwJNHHJ0dgtnlx19wqfotHC+drzFGHiJQZAveUW21rxw4ekH2ysN+7eIAZFJrkxCNCxWtK0mlG16wjdrfcakp8pTA7nklk0eTwRKX5HjMAQUpSLKiGKcMz5kwJ9ZnXI+UMYsIBdGjjZYSeo1PZQ7PrcFs4tP9evXvFqlAUsqNvmRRECUzePpNC3NMY6cdcY2rA2Nt2Oo8u2YmL9sAW22+iqzEXwUYlOSWNAWR+2YK3SshyOJ/KQLIi4xFrBfZDANrvm5XyKJelQmEcxn8JUDeVxgBFmhmFP8vRrAtXBXiwMhp0FWhjax1dEJ/twtOdD+MFbBNHh7SK4YuWshRaoyT7Uo8NK3IhIoQT8uPwYF5XOTQitXIRBidE8bhgK3zmCeVF7acBPjnPEhgxNBT1In+3GTHo6ga5V9dz5nG6GFGacuabMCiiNteVjvOTOPX16YWDjZefEaNuaYjLDBX3BNEhD8LuXdELwSMcSAalEf8VEg5fAx1DrjnO3RLKISN0C1AQzggM9IQDusTYDaAsFElJpA91JvQDldw5CmwjGL18v4AsfdETTLydcMC93zEMRzErLffpgPtCver1IJ0HuCJYIA9065R/jUfWTx+sH19ccnb4agiQbhbpG4TFiFYpSkviEdghXQ8bLeOUXKTwmCCwJFUA43+Kge1ZgZDVgCXYlcoVRSEV2ZCfBjAOafZsNev+KjqKAJHqGoGUGt18c8IxpvPCf4dNTCljxopWP3vIsBOmae06/gxEQVPLxFO1GMeUYxJurl3lmI3Pj44Bju2hVAc6NnMqHAuAz7EaLaUieqVFUVSVV8PtahRyjowKBxzPUrckSVbGICx0ss9XkUwOdWQKW1J7qFI2SBDiDjMZ/WVHeed9PFGhg1DLod/0M+vVYSEbUpIt2ty+8d20cFvjH47UEkEexFziBtOKKU20C6YA0apqswIQ11haZcRQZtYtka1EtdbAJuRKYREq1OoW6cOxPgRwB8501iceUYmSungecDtzHLQE66rqxCbg8q0J2nXOLFaRAmeK+wssUMPIyW1Fc+sXUS2yDCDcBBuW5y8oq2TRNoeG4bEfNciy77c5NbQ0L9f85LAUMB90x7zDjAsHT4zsfwGlYcYgkc84QPbDYHgoq4Ld1HZb5RLX6LAo2Dliflgfy9GlZbqqq1pokUvJUZf/C2xYC8Z4RL8ok9+AYImiAyrkgWUahulpPWF4RZqJ1T5CaUamp9RGTApABy0wjFUsTq4M0N2CwyY5wzPlzgi9/5klkCsaaBszwbpC1Tb2qCsIQhW4IyPBndKRKIRycEv1S6QzjhxnmxGSOOl021nhhccmdEVVkjslEHGHrQeAkDUU9mZZvPTd/NC+C5L6InMAClHXaHeo0SoEsYTdeCrBJo/Bw+4OHp5o237Bof8OcUvGmVPKuOHtFU14cFRfdl7L1Fip3g8cVIcCt7OPKItNEPoJPtM/TfAswSJhQJlcGosVZIx6pRATIq680WEyrDdTCAqUqiRLG+DhXZLOyscIhERG1oJTJhjHPGhwtNU3/3+cojsAISXEvmxR7M9KQnTovjMUAQYKR4ixyr5Hy/OJdblOdHk2JIMikXVUTTWKBXUy7elag1RkHeBbuUghtlj6KQTjwiYIXRcFkPvRA7xGnSiwaf+1HZThgyC3Q/8XQKVFPjUGPOWMAFpIClMLszhRVcTwloInZ8dD6Q/wx1IU0on/jwoS9+5obdMROq44zfEswYhghDkOANyWREcOYXB2dRcDrUqkpOW/NxgMyNwGRNtQit7CMKmVkpmq9t7U/muAKkYpwzPlTw+67HC/BwkElKh5J4tN+UFcf8Yjptu87DJwrK3MF8Q33QwD3KJ83DzeOLcHOWcpPJjP3ZBjLNput0Fdgf18qtxwF/7TQ0GRrRARv1/nn33Nf/YIGYd+2hCqyfEbxHfELjwA6gj17y6F4LKY0T7CfzVrhtDXg1UDjOTGHNvdjrX/JVTFsA35Nbou56dt3IZ5WpB7SJi/3QkPQgwEMFqtl/CXqc6ltDMkVQBzajMABVSTaOWotRknL7AdxWEzJZ+bEEfOo20GS2jRU1ApsoCSDGOeNDBdjpGBvegKuJUlAmYkyIC22nL1EGMHHhn0WCyfD7RCVZscjFoW4YSmZNTgHssXll8DVgdbXKy73VcdediBqirch0qlF0L3m77FpPUxYKx8RvQflNAJctaVv2HxQDhFrol4WYRhRoFsM2xqhV9/hKywFWL+kfooETsrUuVKILn/CNwekfsu6D0xOaI81yqAB7ZKX31PNJ+sGAw/6+GUwXgSoVFC4BEYm+BqqJtKlUopCSlQM6AwapqL+QWEln2aIJA2uLmTBuIcY54wMFpycojt4fQwVmjd1BTQrONaW2zQ1OwGY+I3nx8jys0YKnPCadZid4LkRH5L1QeLMVW9vfChRgmYjooYnQK/nmxoJlbvyA1BZ2nLjDlEwFYyqbvpESW4RayELEsAkR1dkJH5RoBXYpNnyKxDagCGzVgP4B/Dc4h5CI5pv/DM9vuYyf5upAjofCzuDoi/BmEEmYXYI4CoNVFSGaGao204Fq69wRKSknfL5IldAulZVpiTUO+iW1qa/RWp3uoRIxzhkfJhbwcNa69kVH/EMLcApr2iQBnnE20YJcMYYmWZ1lBCsoYskpRDPknBKwuSWG3QfaVFSrKJ2/9lOCPt6szzcY0DukPMEGNmGBpgdHRrk/2KGEV8ZGS4CkrRAArWj505C7EjsV2wGnNdBtd3xBc6Qh+hR06Z6Zk2v0qlOtPtrLHUZ9RkAkRrvyDSDCMJGINcwg1nDT0mGqFHzwDaBQaKvhL1da7LKiUrOjyJ1AITkVK4ZRNPJTO4b0Mo1xzvgwwe+8bhrNWRDQhCGFKYNYcRaWVIWoj1NvIycxODlpByued6pNDW8Cz96KmnDFuc0/h4xLqJu9U16up1IFwV2NNjQjwmBnBgzY3iA8JEDt5MDyZWSZ+Ar1cf+OWiBQL8m86eVBUKBtdY0fgb4MjpzqnDCgbHwYcczSScWHw7wdmCxKML20GiJIJymHSeeEiRNAEZwFQ2dHBQIzamCOWNO2bQjjBuNcITQsH2TpXOtnAvygoVmw6JfYnsRsIXK2cSKmlvO2zLSCFW/60NG+WvpaYLKZZiLhtD+3BSfvuAuRZlMU26NjFKPJGlHKpAYPH3BYp5KDdiIx2jPqTcOArQe4sRcLBSbvSfIPi304SsB4gHFyicaZt+ZDZ6PXILSoD5lto6hKhXTBC03xYYTdtICKxDhu6tYQVzQoPmDANBJkYoSEqPJaMbBgeRArpDvYoDRYslQrN6LHLFrzBaaoHHSBkAJyZsQ4Z3yI4Nzc48sj8JvvA0FC/fZrmhh8ZnOIBZ6kmHxbzgxPwMRntmlkKwa42RzkGBpwEg+hNBvyX7TrsCESWFHqFLZThhhl+DAXG4w6yx3bMmBUKYw8QCKIr4/LWgDtV14x7SSvRdRdxMPesGJUHQ9uCC1w0On0RyFA0F+TSy2SfB0SU4NPv7fc03sydX/wW4BppAnEOF2QqmAtJwuFDejNeSEN4JwSDAljNzA2hc1qHg2tzJQSka0cizMBfsjoeVOq55FngNDwH+dQpFYbDgim0GhG7obCMopC3kS/y2NDr0AtrUYUT4T8DEQKvPxnwwdkqrCUIQO96aNCrNcyYOhhWPdoC+1cX9VioGXQmm7DNlBOy9vRGRH1dAFbXVyYOPSp42xYlUsiRLf81/JCR/cmM3l+iCyIAqNR3hagCNGF2YQwjTHNj2lEvlt6W8yHKLMsiDylaUsxTMOW2gxSDNA6nVUClHApBPZLJUtx5QuUajWIa1aMc8YHiP5grXOBmiZT/h9CuSvusvKRhVvSn5Asw+BoAtPamyMbyM0wTIkFGOPF+bI9gtfxJ2MIeYRDvuA+JYIBSwVKYbdt7jfuZuREClhOXHDU89l/ea+IoV6zPj6+JnRYGp/68drBy7zMs7SpfyhX5YsF2jgIOvTmUv9z5PaXzQ3fbwKRhBnDJBbUUVQDvkrV0MgJoEpA5hSl67GatbTtKR1yaEtDpVxEJQxEo6YosWSM8z3h0f7+oxrNeDMc9JerM08IfveNuPqZkCeQ07LeUc9j6NRe8bz2TYwnM9P+bEzzt4HB7GUL6LGlNuRnKA66xBucW1eU9BViwTH23YjTxHSAGTD3kxKhC1UF9Odb7/ooQPuDx0Srs1aU1xijdqzfJcaVgIXkGCunZ466oZPazNTHAjPK//uNYKoYYHCozoziEJCETbWi5ERIkYAQLFb1prM0UVIqZ0XbNpIJNmGKOKVErYzFVFSpBKQY5xgPn+zv7z99GKkbomfhgiehJcB8RzUa4OiprL99xn/hjB2ABbC/6/ntZ9TsPYhKac4vTjseFHPSYN7O0MxuKg+8K/7zoArcCNieAj5tcDRIthgNFYmNUZwg308ITHi3Ejzhmr8tqdrCgO3dvVegP345dAILSj/dCCU/3MLvd3Hd/r3Tc2BMj1CgQxw1M3q+I1lvTOKNIm+OyhQK4pAgEOsaiICk4iY+qWolYNM2YLUVKTfMFoJzzJ9EpKuoELGI0x+nqm4bAT4QGe3vv470DbGVAI/MfBENcPxt2H95s5n5yUJPY8KfJoQnB2aOr1gm4LeEljbwCAjY8x1BUzRwNUgxq/GqbtFjATwinLeCaYJhU9GepJKmahhVnJ0PTnF3RxPMT6eq1XKfsgtCKexH1KcHONXByVeAbII/QVOG0Bcpn10jFnNbVvitpzxFjD5KRGaUZJKmPV8Pw6vj3xzJFkNURiLB2LdiFKpin4KslbBhyZFMWJ8+GtGIRGmyYUMAMpOloRAYpa7CBdvtFgLsv91/jT36bH//lj4gMcVy9/f3eUdWRAN04Rx+O2DMGVuhWcp5ygVcqJqvPGQ7DgQdGcy654iOUObG9AdSAa2MJ/00C7wNoOLh8lzPeAhuS4kJXpCYIkPILXgmpHYTY5+4G5mnyJuhcE/x+mOjsFKATiEw7CARzz/YAdMM2JBt/1P81sTpYMncLmpJPQEVcP/4G0dXFeWgJQO+lUVwMAU2bSCC9AhGopvqItZQTn84DcAm8qRHsN6R9WNRaA0V2uRU24OADXrJbRTUJsY5wvELRV+9CRlNEeAVHmD3rXX39p/mf3jGFdBkAZnpAJf3WDOHdfFyTYr0OOti+tScm4B3H7QgDYT41jGmMYI6cRw/mUgGLKoNdIPbcbEPQhqga+lCl6ygJl+KXG8XMdIDHF9ooj0c8nXAPyKkBqi6sFvm6xJE7eYFPFAWrG54dkFljlGEC1/6jCuZAcp+I5AjgjoCEEwiksPdQ0qKioH/VZ3CkRXhClp7yqVqQE8RDNjQFkwWo4pWU+SwFqz0NsY5jXv7v4R0CxQ3b3kPC1sfT4yDf8hi9Gz/S/2LXjDufv9HmT/Y/5KRDkLmAcGHX1LWV6J7USr7tKGvNzbcK3ZGyuQBeIy8JmEKp+aAbmBjcyNMEItWYe8P6EFhv0zgLzVWTWEJPgsxHoUacgv4dSFRHl5DvbJIRhGCAfPQoEFKa6+DuRoN1TUgA4ZYeslI+/myv0QEdd3rcZWNtise5+U5YR4ZvtRr06ep/maoFGKOc0gmUVQcMcYKGddQJPJao5JHxoTSlkuwMslPtkFjrclUc5NBn4GGihjnNJ7s3wvpFkg375gH9oAn+D9VD/A+ogfh7N3b/3LFY4DhAbLNkx9dSAcE44gk9d1/WGZlnzT8rD9OxpgADd9B5oGiouCTM+WeTM6622Oab94dKs8VsjML5qbEA6wuGneL0uReaH8bLl7iDzsLsEJ5TBJ8TwcxWAP7H3HVs68GOEHtpZ+V0fz/FPLBieywDbjk7fNFIoL1JzbUls9bXJxRxq/dafMs/dsiKYNckVTY0JA+jkJqzAo2NTC30qVq8dbULUiQ5Ch0QlQyVX9F5EYNY8Q4JwFHbdd/6ATC21t9u/8CXvmDb0lg4RVGVjh78ACfXuYxQKyApbtHJw92KMQjklyVIxtirewTRjgQmBD4ivMZfdAoI8CZ4WkBrJZ8hiiQb8b88JDLvkJwipSyWD/eDNDlPbqxmwrJDNCy5Hm35BtAgdiNoreECPCyEpj5DFHfXWy5AWOjxfZQJGoLifo8jRW/VtzAbQVWappSwgV1RUw2wVPCelQ+wLNkbwqzhDiE5APBHNRQSRVLFr02hSJkzJC85QS3kS7WEYwiVDQW3FBmz+QjRl6mI4GthtF0ifLVBPjkjc5HhLd3b/8PSj7c3+8bDzAIUP8heIAn5Szwvfafppy9H/cflLTX5PAJr3jG0CcAMR+/5ZhGWopt8p/2I+cMZhLvGcDyyDNlczZOYrjCm8R4Qr4rlNv8CfBOCSVZ0qJF5xT09UkPvg0OyQluaK4U7172J8fdEc+Xx25QkQAJkN6Yc4CyoG0fu5+A4aLdT6bILEHAovJmPO2aj+85JxmimT5u3uP/Mi4VNNyH/ti+qCqEKsh4rctjqHsTBL2QPoSUSFlJa6KUskBVBpGpRKZdFEFmuSnuXlsQNUf+iLYSzJVFiQrG6YEiqoAqxjmFB/v/sXmma3fA2/sJ0bf79tq730OIg3/hCGIJrKz0AAPNAT4w5eXeyZP9p9GRWCaXMyafKvpeV5Lhy+7v/dD/45qo7445FTAFaLmgMxMuzo7/0x3MWP/EKdW3D8zqmMoN1ymynDFht3CAwk+5n9jxloEEnTcKOJe30ZSrxaFQN4ALR9bDbNnxccxU+HXzBZeqgKjqSz++9OK8XqZ32R5PXNZblY9VHQkwslGbhQCahMGqd1Vek/ON6TRDf+SpKuv2MFEAyXYSHcgiDRkJxahahYpRuGRMEipcvTPblBAZ022IbyOfsMgcZTodyQxDTZSOcU4AJPNG60y7eQe/D1oDHl7jAVLHkxzy97p/dCF+Bf64r8ty2KWCT/o8SHyxSYC8ILaZjN5wDnBSMsF8TkF4BMzc8I+2YIJIxlgc0MmIxJvgummaE5k9woddU1TDAOP0Xn0ogWNeGTO4OhAgTVXS757bl+OeC/Y5Xqof/fpUxAJYD5NI9+PHP+s9e3rEVdsaCI5v4Gst21+b5pnZbB2+/Sp907IiD6DFE/Quf/6c5/8+L4bRwUrpbo9CGslCZJcCZTk/xdCnlGjJCmgKMCOiBtFKY2TKGtUTWimbnCqW3iYpjhHjnMCT214GHYCbB9/vUfAVcZReYTiCeRIEHuBir/vfv7er6Otggv72/0iLnqd+0RuUK2AFnyb4DdcBAHzFVzzjV7/lmAp9z3dLHpSb7pEHlsLaaeglXocNEpkC5udb8QCvr0XdMddZ7FdDEqwYJAzyiIWIOj4DrDllC1IjRzXPiUFC2XrggDTcjUbEqS38B9SjjQRpltSnY7DnF7pOhWCq0twI2VcwJWYFSp/pCCRAhi7/aoKWVES+j0rSK1SfsPDG12EHT/4qkCNIIiQPfGoUiQ1Ux621s6qVWx5NMNNE1Vq2sGarwUBbEiVgw+rDD7UmxrmJB3K+3gB28/LkrrHVA6xngZnZs3X6fJKJ/h5vKfnUV74Gvtd+2BG+6CS/5lce8wWuHnU5izDP+kNO0npV9I6YIJINNE2/c5joFPCnOe/09cjnVOVe6bqXLy+6l7FePbnkjRfn+JX4qXHLuCtVOXepNIUBHUmFnxVfFh2o7AXw9DOIWoftkEN3kCwLoPXa0hjpcvqpz3qviJJoF+Nty+nCGIZYQjuPXUPD6CVPCbf2t4CJhEBUSCuFJJLihUVGMTSUVL6RxSLKpEtRXSGPLw2EQX40jEi0VvvFjExVbW4axDg30L3xIjPcvG/beuwVpiM4Ogb4R+qCeZ/sf0X5/v5/5D9QZ44HlX2iwJSLU4WYcJfr5tAV/AzI0FZiQrw81YUbOavuBEqXdwTsk/xEeen9ZXQ1eARUQp5hJRH5Negdb40z0Aq2tWclxVjc1h8zDgK0TVkOBwYECH9QZu7hGTLP6Qi+pC9Y29lA8Yfjyue4RjuejxAnsgQdAKHRgc+NRKX6ApA72VWrbg2RRK5osR0FIOlFLFRyxEhDf87xiKewzU+xazw0JvkpzSgx9OFKJJj7LI0CqkDcZLHOGOcGdOnJGyHcPLh3ThPQ8QLA4gHu63/6pDkGyNTTxcmPZjr4ffkfVP6gsk8UWJQde63GBS/8O2mZ0vTTjMidBnEJh5AzeHD68J2DZBDiNG4yMcPWZEc2iU9Lg3uXB1jGgtWWGOvoNliMf6kzD8lOJKICrIYvnK+3cqikN8iUIL+NRXR1dN8/z6ty+u6YZ4MblKONAB8AyFjdTNBm4x6SISo7whjbc/cbXMvIj0cwOp25gSIvyXEedWwGFZGfpbstTBhJPy2oCgfMYQPUVX1jUe0tlZC6QLRaWmGOuE9abSPRWjg5AWmzFgFijHOMF/v7b3jwgC4bT/V2f9TVzP2DZ0z8Xid0EZHIEL1e73VP9+UB/lHHAHkSBNwHFsQP3xMfA3zA1fCL/d/DFgVZ2V9Z2SeKRd8tRXp+FYi/3yenviVOp0Q0D5ix8iL5bRwMvxn6/viKy5SiL7t1yVbYYo63QR/LfiUoycz4SdtSPXJ8OWvZCXKieRCQvli37E/LzwPUxzSUKR+fI+4BS768eAka5HOdkYx66F/x4rwWUYLr1yytjt4AJK4Utbng8cL+eUzIbBwxpwKius6NthHhi4BaSINW3RYgCVOOiMP+G4UMDZSqGZkJrklNFZVKi4o0ZG6mqEhYSTR5hfYSTLq7CFFP8KY2mSU5xjnCF3GmYT+O0t0G4ebtHeWpW9bEu+KgbSLgW3qA9Qwvzz2jsMQvmYqHy0jfVvaJAtNM8fr0TN9/rK5Ol54dkcWNZgZfBYdJwMNU1L839H1zNccU2Lkbd6pSHkLdAKwL3MVTGz7M5ofMu/7uZZybDXoAwH/EqH1RFlC7xhSlfrnkSfXlkoR56HKwxpbvIxggFtUHBzwDMmpgR7Afde8xRTLOusIF7FdnGpC6V/ZkxFZ2C3r/qbsdRBImC1DJBpJKTGamFBlSDBKS1oXDICIJJaiKpg0mjWISusp44mNJYYBKFEnnKG0lUdO0AcQ4h+jr5Sa3fzJBHAPE4vUFq3vtR6A++FJaRPT3sAjef93d01nguF7mV39NH4H1nj6CewgXkPL+lz76d/yCdq9/VuKTRL/0UXV8w73UW4QG8E0BPPPHnFNlYwJxYjJjgNv9Y3c7mDjVXgNlTnZqBBiU0DCeSK+I0KKqQ6w+u9P1pR5ahYXwxbkdQSBOdpQVMImNTFbTxEq2pJtmf4lKKVMFrOLQIWuTST4jqy6FbQBciMXaG0Z2BK8evCjH+ngG+XDRdNY5PENSjn6UPanYSwB4gFgit6O+DUQSySGII4BELFUoUR2uIdHIOMwZBVE1cFJ2EWpayLVvpjNPn2gv8xCTTx1CQUmRmmZQB2OcMz4Y+MuOVQ+PdnGZO3jxhLaW+KCYfnWMCUwwo8WEahfcstgEpjp1BUx2EbVMyA8r67qT7qA8aXSxOuYqV25hUED1x2BLIotUgKdmeQiPhBO31wLmM/7aBJTmEjpMQl3AhTPZ9eL8FD6a8tXDm4Ct6HgjcYrK2gdtnfjGOBjRA3TdZU/6Qfjshhh6ubdEVTfazyOYNcwbLSIFEilnHUx4aYbYQUaBsA0bp/JT1GHtFplQI4IiqIbLZ8r4SIVN2wQw6l9CFeMT45zxocC/6PR5NCmwNJNa0J1x/vkHkO35qnk5woRqJ9y23ASurQgGJWiqJ9/FR8ExbJ53GPHA3+m1Es5LjrVvjDg7MQD3FD+WQkloF/pHBFACcJ2A1ZdY89cd3RwYVL4Mr0d7R5xW37o0W0cia3s8BhxSrbjcK6K3PyPJD/9Y8uB01w5MQGQBiD1AGCVQ54hItTROGPXYmxarTGRVBoWSoKSgqm0fmcnARUNardkGE1URuVYoUTUhzQT4oSGmEyKu7EbHuOUT5GlCnhXhDOAM3JyDZNAQE4P37m7DRFXvA43LN/b+QoX9AdYY7xGMP6SGLqDdvAwZu4r7k6dLuNesNPgqo7jbDTx3gR0PReRpj/ieOaA+fkDGidBdh6Flf6CjmfifCqEF8K/3Ed91vSQmL53h81J51steaMdXYvGMT5w/uQVAESCjYA2TVxCY0oVHNuAcZ4aJosJC5LjIAKhuCFXIZFGPDCJlB9HBqLL62uQQ1SElYpwzPhB4jtgBrO8RExPQUcI8CR0jTAHOP8C6BjvPyt8M7GB+CHOeBppiibGFu7fQA/JaBiR9SCC3SRAGfJLQFSx+nIt+N6wVTvpzLUmx0yAJ9XIX7+BzvtgSeQNlIHTXYsOW/SjXKcLFPD3oT2GDBE37JfgWXh4yDuh/pq08Px4fUQr0h15HhTdHkoe2JhaFYEGj6qEuDDdin4gSNZnmQtBi6kqsikvMNqTf4MSwk9yEQrfBfjUjxjnjw0CcDPSXe/S1puvHK8Mo991L3v/B774ggyshLyrknVAPg71LuAk5p4XuFOcHQQPEiCGSgCq7aSkI34jrw3YfYM+E1OCQynicy+XB0XBwl0vRW8+7O15edAftU/bP0Dx2NahJy2Cq2KMCGe2ETeP+mP/oOLXN51v1hz0P650usbLFf1gNEN1pHLdUB/z1sDfcH9/mRExCdCEEdRSQPZJFmJXMEmbOCZ4K784pqmlUs4H04looCUvFmdfYZGlsUWFDyla0sGF0ooA2Mc4ZHwbwrcZWE27wZjF+w52jaYB8eSrWhPIa3HCSoIn6/Kh3ANQd1TtC9xwirmm6wyRArl5FbIdBb3b6tFn73rkA9k5IDUQa57rmDljTnWp33Gp58bLrfgLPkggvmuderfggZriEAFaeOoxHuUJWO2HKFJU+P8S/k7VHfv9cK94D7Q3DjwcCfAQEHUKspvk865v0YQjyBIgmuaUN2FDNj6gotRJa/mnkcjojIeIqJUtZK4MVlc5cwnmB0AGFTp3nehDEe1Q4smE2GuOc8WHAv+mcqhuHsfQdj1eEMD9uN919Cu5mldDFxCG/M5QuNXRXBQdfBr3oL7rFCXpFa7s+Z7kDrOLWgOlUz+VnVWLzXm4tl7q6EDgHFRa7XBWzF8fnPhtBuYHMdsTEVUb579TvnmprqD1wgH2lrIW+F4dcCFO14i14N+xCCzNGQx4F0ohFBnmZUE7STAmEddwUEiOqQcbDpNvBR0mlUFOrIyyHhp9oI3oZGU3DMc4ZHwQ07WJmWhMgCyBHF4kxn9s4pVi+/Ys3WAltAgT4JmcXr4HGGYKD+i724yciffYu14j6ly+Z8m7h7F/k+fExWZCwImsA7dc2o3+ui2gaFc8rc1F6UR62AyDJGuV6+d9C0mtA1ZuA/TrvVku0garFgWq+GRMU/cmlznWoOViRBPmtgIMKdrxtJ0AYdqQI0gdT0lS1YGqRBvmR0xqIddIkQFqyKrVVVFSS2rIGodER0gfFjQCdQ0t6rTrGOeODACcj5ymnwd4J5eIw8BuOyXZwiAlaL/hoce1UtHexK0YvxbgJdmlm08bsl/ynQIWU+AGw85We3sGp7xcEvNMigeSVj2IZ7gLua7iFzUCX2PFYBrfuN5zxeMgC5SkGVBd3xMnGo2jB5t36cm+ZLi17pW42BMg072CBuJIRyrA3KMVT1OgDlbdAsAU+2AbR1A83DkAwjBPp3jUEFxkp58I0wXSpQnlpgGS0vFlMVwQ6RBUlLVWFe0JuHmTEOGd8CBCz8dvMu9sw63vduQr4/AVvh+Dpyukv+7WTQFf33nqm7A72P8RtcD638YmFb74DM0Lo9eFPApGscFCfHg9VaZGUdl4vH2mxYl7r2hFe32ZpuFNsJtsS8E84LU2d6EE9HGF7c0hk7gSe0W6rz+UsamVb2LAxdrWpd623APqe4DONrt/jJTn9Mc8G4+tSd8ANETRhbgpWKQQSArLs9DEk72mTlkFsYZOiQR1rsBxH7IqiOpO1YlOZNxVNw4BSaVMPAyaqMsY540MAv/4xo/ThuUHnMHkC74R3M2z5qqvYVcA842MTInVT7F7OA9gJtLOtGE8MaDEVJa+/8ONC48wM3aa8rJhPww4RxLH1Dl3uToRIFYDguuemTOzu575apnn0PZbFzfNdYAKZQ+xXl7pZkYjMnREFHOF/YgLkpv7DxYFOIHkIMbLyNpYODMwBw/b2/1azheij4ZBglmS9IWwuNWmodcmClkxHtIMQOn8SlCdIKyJV65TSCm62phuTQLD0UB3jnPEBgN9ifqcZ43vNZ9Hlapffb3zX6QRs/apHxlYDTKh6Ie9NcbBBHNuwAyMg2yFAiSwnBzDJj0FJi+WVlOpID//vsvBDmf8ks60dxf5Drh9LPgBvqpOnjT0EC+zyLk8WEyhX79ylDf5Fl4PHZEXWTeGSZC/32S9Jj1Ed9Dyyh9aU0r+9LP8d8WGFUqKeg+sejLotW1RCyiCjOJKULKJY3MOAVNgBoYtUYEQ/QGtDIdO5EV8Guw1JLhithZLRBI1pUBk4UfoLOcY54wOAvs+eFvjm8wLXvbzPX9maGtdOt+0TkpeZXVd6K3YvOGzkmhYjNykvPMBIR6SAPXIpc+0FbfgrIZSHq8BNLMdHNxvmGz1a366APEM1i6v3h4NH35NWa7U6xMg9Caz9sJjIuilQEv3GT0uSnhv1qIIVS9e4dD/wEeFs74C/Sifd8pg1XcOA0cIGkjG8FX2ZdQqFOC+ghFhHScE2QUOZVKh8mZRU07lpELWmOk2T5KzBx0HIWGiyavdinDPuPviNx2TShMrvfU6GIlpGhE8cmh/OQLomIW6CpPJ+kXO7BTX5yS0v9pOzF4wXUQlcwNIOAn4ZstIQ0jXCPkqJu4GuVRgKfFHH6LVGAb4ZhHE+RR+UR2HBFS7T8BHrqQteKQh9g8i4MfToHXYxe22/072OrrN+fhdkEnbZoL4j3aJb9afH1/RiWzY5wixSfDcmraowsYRWUetlKTmMB1yGiMn8uCnlYeMQG0SRl0lHhESVJ9R+SAolhwgdpBjnjLsPfkcZ+FXVd56XuukrTzGnNmUagRTs9nCGNCcWr1gj3x6Ld3BNtGqM0YDiOAxSXct6TeDDrHx+AEJwAyCuwM6K34JKgNgNNGxMZddYDBCMVy4/96229ZBreecywesM0dv6qMDQ74paAP849Sd7GTl8Oj47K1C16DseBMx88SRE3QVnHIbHeFMkX5AragwUCtF5WLKLmckG2gblVMdNWsWZgFHEVU0FPgM/snp4jqLGMHVQiQguGPqAUsURlQk+Mc4Zdx78cutCMH3TTQ0nWHzpq4750F49cbkuTzbQ1z9kgotIoU6zG2NcklySa8DoWUssNwRKtoUtaxiSkvIi6IP8CzCU6JEnKuq+OIM7CDpK14ndOjsRLUCtVyEpR+iPGl4ZAaSGLco4CTcPMlo69+HAw3jtkgE2RgN5GDCUO4POboiAdmypPHM0KMjV8FRXBthQVuyqCBBG6yWd3abWnQGSIF8E4QimkOCPgHU0oI4xQVWUlMqL51qO+TUawaqGsqJmyYqpyKoI5RhssG0lWxaQofLSxThn3HmA0/SVH3yNNQ+oHRKOnpQqB1BTcPKrP63dCeOiaD1eoVZwawL0vSye2diUakAL5DezXhNigx0Rl0SSmKAsWPIqZRMDRGxXctyIi9PuqOkn+bHfchURXEBsUcZJXpzCc/CoGQteJIfXFpIutd91EDCULa7c94MiqrcyeuacoHnKJQM86bUwwS2/EvzHoLQSsWNvCDEGiSIIhFFlIgd9EuI68k0qR3HwmQOBaFBhZbxaBzBIJKR0EE9LlDROAIVLqwqIcc646+Cc1vdaqYTmrL/sLfTYZp4TSFjdYlK5GzYqRC9ydiG6db0EqmomsUAXJpG0p91RNjoFAqMzUiHEwbV8/cXLc+8fXrBCDSjrnDf20gUc3FLNC1oumrt8W3Q/QY8ikURtfpFI9LfNQYdennvv+6rkEeR9hjwF7t4sZ+rmcx4MZikv6qgZ2q5PO94h7GdR6+wJxscCZMCr2tyGoAlyhgkk15kBe1OAtTWDCEVw4siAiuKYVXURa46DIArLLqSydqJgkBx1mbCCuhjnjA8A+ubnzAh47cnTfWUqVJCpjFA0qMqp3Cthp7NFf1wY+KaVjXDgW4xVCzdRnZ0/cR1DflLFFSn4iBKflzPwAFegugN7Qd1LecX0//jgFt7nNngsAk/n5vNTx0DHcm8PEFyGyttjEDpFD4RXOngUA0zrBZyTWKyjHKrX4r25Nif/nahFlx7lULNjyKU/TgmN9izPc8nU3sYFNFkQJKzKI5VBIkWkiXIa3wuoxpYUrHEsck3FqHBTb0gFEBtt4cbMUFB6oIkaiRjnjDsOfumnvr/8lmMSQmonvaGDUJ1eZhuaBkWnGq5Fa7P71YLpruwO9Ld9xH/ECYxRIWOr8AnfbgG6Q5mBrwM2OAbdgRbzIX7dS64XOzuBrSmVg4N5DUQqGzeK1ErP29Mge6uhI4nCJQlZ3BvJbTCd+p8zHI//nVpjN/+6Wj9NdC6b9yeTAE9zMXBdmxMQSdjDcqixwRTzq1tWycU52gaagoHIZIarComtuijVoSoS1c4San7AtbpqI9oJqIBYNsY5444D83ySS/ilXvCLLTYY4pL8Y4RmErvc03tdHVugtm9WsD/QjWUolOW4HtR5YF0HHSPFRsHxJY/cKWFKaF1A+qs93xkfZAceIFf153YHh9jqAIrDTjafwYNKXeB0SGlFL5DzMgn2QwrkG+kt8MkqX1/uB93nF8B7FKp+sa6sW3azsrtTNLg+XYh5D3TbOOnymjYnILJoyMUiuYn00WS0cI4ybeGUCCcW0tZQMY3WbxPEX5lwLj5tJ0yeqSiiAlUUsuMVMc4ZdxzbfCnOIzsCzZxPnJQrMUIxAWROlBzh6iq2gaWISN4ApUgtC4n9DMrThkEfXhciy1xqNm2edbxYb3WpR+ohzbWvTl9MX/E35gieksX+JWs+x6Y+CNrgotlSdiGBBpCOF5GwySNRMCtCwxKVNQBa8+LXVB//2b1L1ZJ7UpE3xUKysT7FD9pJD/8fq/JT3iNHs709XgizsYC/FkETphHxSImF8MNGYeB7JaiPDIkGCwRzUVuSIUsIiW0NcgPsQtsg0yFGg22uEBVCinHOuNvA972Z1A3oImBWTT1GDsiXNmo2TePq3ASsQroJ1PaNS8biLz65ZRzX9uSGsaOejhviLl/aWdkFC2r8DEATbwcGLZxzoXtxPnm2Y6wDUZ3zrDGfNr+HzdhrhONnUoQTOuROs53Gz2t0SHmEr6fZW4/NjdHeCjqOW5kzU8OhqGQMlUrn6x/qLLKszoNgnyITnaD6JjBZFAop3pPpg9rUCDZzphiNVwkqst45Nmm8t4jGSWLssTXI6pRfxFCM0qNQBjQT4IcBHvEJMRDp7phOwCivgNOPiGRgkNzIncJORmOoZSLSu6EWUJQb+TFA9QAtSCKrIbu+Lw21hBCrR2jCVQMZmYmmXDDWUx5tJXQXLy/4DGg6gNi054wN+oCseeMNAWyA5cSgyIP7iL/zHglmX24jwKaWkUNb8lBShZ12RZQjn2l+OBp2i8ctnTsx5GtAjqDPVamDXCYKoZwS88KPSxWQJCNUtUWnaUKJhcPcGYU3nVQqtRE3GKYCg+aBJp21zAT4YQDf3fhyF3iyX/LurbjTY2wBcD4RkWq27wPR+M0ajBIThUh7A+LLsNg70UVx3CW6NAXIqV6m/MHLC8UgIL3WQ4kxSFfDlk9Bb+rSUu9YaR1AarnjWYh3bIyqBNuhxEs6mxCp4VUxaDhOlxyMl9MC6gwJ8PoW6+I48liylvEEfC9p/QvITBfWlh8NpuuW3lFUj0Z3PUwWQ1AR9CGJLlpDLkGE1cEzNTpVlIBkp7Rt0oMqoRxyGVNmTBVRGUXRZiNMhVIZhRjnjDuNTf6LlWJ/0J+EA7ieWMpyjuqiaCccT5HLOwFbByK1G9oSiB2yx57IEZWADdwpuligJ6WBrKSwEjw15YGU+MzEl1KO0B8c+JayCjBWKkbkqJ5KAS8LGPOZlYf9KV/Zhjyv7OELHkMLCR2RZoS2FrfHhbSSFf2hh5p6kTTiGDW3JFn1iZf84KthF/rGa2ARBViDG7OKEqagzBCUGaGiuGqMWAEjpIITDYmZZtUpIw7RUstsVgIsUCNXH6KgjDYXqLXEOGfcafgZJBPgFz8IcOpYHqcoIHl4h9V7QW18d+j5AhxJLUgp3L+pgM0ZHz8AmriUSjBpVOrgetCCDsdNPPUK4DsmFdNKGvhrXT5kZXS3R4Ci3kfZZhJ8on7LN6qFZrC1yO0VSOLbJEC9/5NNZ0aOzixLNQNP+/I5DguMKx5ZeNP/h+hixCgiteAPZRSWC9Rsoc0sem7NZqLF+AS/KeE40w2HCWnlUHnRIeOxvoRSWYxzxl1GvHBiE313tgr+y3cfDgw9RSPDdvYE3g/W/WUuSW+K6Ouws+I7UVxEueHNtyOW8Ggrx3TxwrZrQEfSSAWP8bk3+SwYQaeHCaXo60losbpoOc57gpd5x+HIfPLWVq8sS2toTdPUnPIqT44v9AeD4aFbaz4FFjGHghwyJE2jvzsDFCGCSiYZslBDJDVf5qkENzmmy4eckpGbAYomBEQIUXQUYiNUqUF0pUE0bkQtMc4Zdxllno3BSzwKAXo7tGTJUNz0q/9bgY6SeC1AGV2/pJBhEGMD5yz4L84CA1RUUiSP1bwrQI/pvGtv1TgGu2En862/7TkQ7VrAqWx/iKGSCRARuZjJvHtmTIBoWhmV0jfq7kB/+ofyiQvSkOgkCNDC60syX7LlM1ZLPgwncUeYLBqYN5rgmBC/UM4saSLTKDlGSSZxYhMpiowyo0KZ1rYOo0JzVBCh6scBm0CMc8YdRrf5NEtPmmP8xg8nB/ySkIjFYNmb0sDkDqHtK4jsxCwXG8EappsPA5wzzvR8AqLQH2C6h0wm2MkB5HWCvkOueeYzCqN6hdAQJD8ikxELTcsjkIHYU4rn46uqhf6g84uNK6ciHlaP/NMz3Wd8mh0g11Wj0359qttdMG7f92dgn7Q3rFwPckRShgMRHGSYpgb5CSe53cgzV1UgMajVmaWYqa6saClkBaOKBFdV9YOqlWI1jGOcM+4wcpY1k8Aq/cY3WlJBkyRDbKLO2TuGYBMsFRfhpXAA6iw2J3TuGs5rZORjbpO26llggNeAuDSyL7a8CWmM/iUPmaHw8JnPFy8vuuf4tMdZYxEcqQo2B2xmCGTqWPuWxxQOoOKMeROjVe5KrVB1dxr6QbqAKNd6iqgFu4J+L0/BwCFcIZc+Z1yavStEGEaSSrBQel8RJQb5kWUxTbMgFSbOoCc7ZsmMMAurEm+CpTN2XaV+BG5qSqFpHIAU45xxdzE5ywg6AqN5Njje10zWBttquy0wp0J6M3CYqgndZs+9tmUGlYG6+h3IvMaOHtqgJyahoKN2gXgVuNplDOpo2WnVLdE7fNhwgh1u0wDvPdNl1rzPOHRDKCvEYX8DqEFPLSBvmc69WxpblbeTGfsMYNKncAgfGVFd1Gn1Dw1vCbzRGtgsUchlwB3gmqKo2aFRVDeOw/UqXFoA0anUNbFEx8OAjQFeCwko2kKsgUEqaXYmwLuPmGWeas00EPmNCDAQs2JL3s2OAm1F1E4asDTCFvVWRD0YJ4faMgtlTGE/7qX9cBNhdaa3cbRtkkK0dOW1z9ODZudPLldnK0kwh6UzLjZu+tAJ6uGYxiMU056/hPt4+HzMxwEypJa+OkIn1RgqRtc+Hl47PgOmTpz0fi995rlnZUGAGJXDizQRi0lhghGOhnANQBEtcSQREjWSJDNtkGRsLbc0KRonnahSAFapaLSN6BYSaRtC2I2llr5LSMQ4Z9xd5FeWs6H98vKnPa7aGE8kl/D0GaNUcbOZIDTeXpLBBikkONND3BFZT1Ca/qxcyRuz3uowSKWC3uEr7wld0mkAcB9v5GieL5NAr5E7BB8SWC51aU/5hi1f9RaaacDsOZfiMtOi3PopaIF6RX6TN27UXey9mMXKfs39UC+KZsTdAKGD0yo/2HWIAG/2XwFFTDFHrFZLmkIJSmZcIbkpElymLZQKmekYaTOiGWyDx1S2WSqnTStsQ9QwE+CdByczY33L2xmIL/aJv8zjeVmOBI70Q2xjrh1xLQEe6BF6N0ehNA8ZW8VgDKkjYzPofO2Sr0Tyww6E8245OtA2oL7zCzhsdBB/0rmPo+q1ITMkFAGvIn3t7uJtdpVsl1jreg07Ab7iU9fEbEFx5YChEbqfAk3SPSz/hSUaPYYJs/tVF69VVy4J8Cj4c0eILFqYOKofRhdPbl5BJnzADXESV+Y4Jd4qQVRWMk17AuOUE2EsU6OKjIbaJmRnEQC1F+OccWdR+S+/xwbnwemWZ1yKDmByxVd9K3FdhaYHWb5WM6oQhHGjqdbAhKbgkSz2VpKUCmEj4C9Pd55fwJvjGz82CIbkB0fvOd29eCx0AQ/zlR4jHRLgE6nXjoaUd3665g8Q6ztvXhc8hlqCVSQ30DY2bLfZqyqNFIbPZ58FYMAMfm+OUQ+fBos8Zq/6Sz48o1jugJY/Ki1JIXrLjyMHZIQKqFKQlmgnti1ctkG2J9PCom0QMm7adeWRES1lg8UCAuUY54w7CxMgv+ND8Ft9zQGdK3NHfHVjbBYfMQTvww/xZmhITamQQnBqFPThuYr+gIfxulMw1nJz5XumF7nxVjjyWY6AvLfhqvVx77AAB/AApBmprejpRvJsNME2tjuAbBP1bttDg9+OoQ2yyvFME50G3xwo7F/qouz+cG9J6obFcfyK9nxe9sijvBqii2QPEoZoL5Gy16qVZQAzlqQIjktSH7tjlTGLKlP41PSgAWmVoaZKv6RVqaipDcWgIMY5466CyxbGmvkN+CvfvAF3CmWGT+LKzG24TZlbwKyG4PYsh8C1I1OOKGEjCRv4VP3oeS4VCz7ZgLy07MAIFSajEQZvR2K1KBepK9CjCXmeOtl7xd5ym/3R5uNlhLat7BwjFmuuxVEdzq5DoAdoWxRhJ5BY+hpJFobuBmfBxDkNf3BTnTHxkfShcAgNUcUBdwHMaQyJqqr0WQHFKIQ2QdFEXLDZaLGPKmKcM+4q4re7fOcT/I7raUf+hk+hmRNV/AAgNitD1p3BCtqQAlJR9U4Zq9HzDBJalnbHoADTWeM+TxRYtHf+ynzL++LGWJ+qkesuu1bjqNepEQbq6Cb/hzq8mWlu+PDTzFbEspB0KTXfBqoXgWAlridFsD2NXoY7wUwBFCopDEI4MVAJxfkSkY1dMXtryZ4ZqKROmYQzHBVl6YjcPsY2kwE3lqG1wBCM7WazQNQT45xxR8GbOiXweR4N6ADig3kJfyMfA7oF5IwbfOfvAExv1enNdBlLVfgTCQK75OXEk6bIYTo5gr12tgQd8IUZTG7bM37dpQHL5/Dp3vpORL1Tq+ShXx8yxs3+wrt00hFv95CQ4yjZZjoEZCAslMLo+TxqmewEs0RhElFIJBTsclWf0GlmVLSpkivrgZ0YKTTKJdyiSwVzMUDBjFENFVvURGRFLTMB3nno27rxle07z19edXbNL3pwxoeFQm/+KyEOntW05UjXo3zDAa+4r7Qy7fZWvkXCa09URuXU/qFtg9X61HeovVVM/+/8JpBEJnhMlc5lvMs4CiJy0ungRQp89CqfJU0L0iwH2nUHpyDAKLsDgivGEFkFSCWMU6eElZk1TJUISO+sZhZBOUBRtKgaZyukb4fPMAPBeUnP0VdIMc4ZdxTl53r0neW5ve7gAGuc4/NjLbe2PniFlLH7N/43B/tqOhOjCZRC57dmREJSEYilDvJ1B3wTXA4aJPeTvT+dA/XzSGs2dxAz830cgf7i5dZzGG8LfIxXiIBHwB6mJJjS0MWej13VxT7JcgBEpbTmhhFlwaeDoGYLp+scI1cUTZvXQSTR+F74pByUIiYhUu8P0dIk4GQUCdPAgDyZzOxqY00JoUo0TVlb8kadkD4HAcQ4Z9xR+DaQwYQg+E3ntWn4Kud6aTvJ5Sq6Pirl6iXzbwv5MBgwx8zjf3EMMDQChUhLFzIhF4kQD3r/mPwOeVcY0vARZclHaEkwggXL/bc8C7L9KpYzX5bzxmj7gAqdGPTL+wOdwzdhsadlOTuqHG5Af4rF3sOSHA+0ax8q5m7YW3OcRJhcC5FEIRNIIz4BxCVh4tzhithUWTmUNvLEGl0JqTMohI+YNQcGNKpQxMBE5QgbiHHOuJvwV9VTo/3SYg4g8HpXfs2p2X6XQpmpaXGX6a8AvS4dlyBFqhhLYV2qyWqELvAbXA5NBlno9OdJeehz/nRUYHfTfKk9hWqsnQBbLY3eEM0/avj64Kiw8eII3dSRRBnMZ2a3Cn4hBUaj8WAk4HxtkceHzKCI2G/3uyEr55jHKAz5zUBclaFrMdBFInWF1VyJAQGhZBFWMVitKD+J6Bw2ShjVoGRKAGKcM+4mYrmyMdd09nfVLfdO+u7MJrGA285u+ObH9/4knxz8HjCckzeBBh1MU2lu4VuCU8GQF8YQ2C/2/Uh5R7wuD0kQwAF3l/vC0yCB5JUBkgWPrzrte3v+AxeFgH/W4BmrHsWYxshYqVrFqek1iZBMRpzqYWl87HNbELKGQbpj0uTH88ESbHQ9Ws4gMi6AYuC0CVWZnlkkoFUCW8bOa0OJzVlFT5WhDCQZD7KbbozzFIK/s3wgxjnjTsLfcU6L0UlgfrU5ffkdtyYfeb6d2nLCALeevDcEmtx5qo2BPibLSIyATxVAfQxKCtgdcSGy2uV5gItu4WVv8gN2nAUA+y+kEUQe2zJLX26Hep3i4GXC8S8eN9p245K+LIVTRMXn1+1A6HCtKsBdgcZAkP6eiPlEgDt3PmiCvGEiadjErqCVjBvPsCinMZFrwjPaiiro8LX6YW5NFoNNRMVsi5UxjnHOuJNY+OhdM8PzSw7Hj99pfIZP1YxHx0whs/zKjfeDN2bAGLx6rLhKOiNMDT1AIVgLa9/ivGnQ8o0KP3S8R6Jg+LZwvkjZ9Ryv9q5yAZt/yRugf7nxSMDGPxSGxMaeMXkCbiu7VsJGV5Fexo5QKdfb4SvFkmPrbQBFDAlliltai0Jk0MjnUqYtIshEvmA4bU1wXOBkmLU5Eq12KEmj6MdNlEzK+MQ4Z9xJ+FHQnGqbE44rOk73wVf5qm92ydGjhIGdZ8GtcYOZNgVyV8QtDTJiirWDAaUlFtgbWv/yuQahA1ZK1MfZd6vGBUQL7S5EhdqnoqXhOz2uxeqy99mG3ceMroaUGK5j0Z9hF3jk18OJWGhXAg36/pxnhJiJSvmB73eoJnZ2AUUYZCzTh8kr5AjYGFVXXUN8WCQ/hq0SVU+0DUQp2qZR5IRY4RZlHSVKTUQWJwblZgK8y8AU5zYD0Cxw8ZM+mi1EfrM3MirOkpUy3gG7GZKQBpbj9G1QqM+fut0D4bh6pTDFX150qzNzoDWEd9KyOspID/dbzyfGrER6LFrzhhVdAfSDtgGefZl4AtcGpmhr8C8VdbUV8X9OjtWFjXQCrV53cFaHY6KtoGeEKQsbngQ+RQYi2VwPUAQIo6WRIX9YRfoZ6JuEi7chMVKbNh0CmVBMSc1xE84lo/QPbeW4yCllkNIJyzHOGXcR+KVWhK3neMx0PR8P3+rNx03F9xrUYGEK+aLgKXbaUmx4Ze42sMJxnVf0YwfEeBFRKr5fyoPGFrwEkJl8e1FlA10Jstc1i16MZbzOPHx5yDL8tFVCcdWJkIK+ew6auThn0KOpSYF6kdLEHgZ3BTfRVR1daTN4cCvMhlzdY8HMnz09mnDVn+c55MXpAZoeNKUm2IU9/CJEL7DleTA+I5qX1OwEcoRh1jBxiHPAQ6EgTE1WSGc6k7pFKSWjgrFd8eMGKCWbrBSzKaUtm1IDpYVQRRTjnHEXkQRYp2udUJhGJ1vfc3ayOfEqclZOzM6t2GrZVsL53qbfBhb5LpDw+kKamL6V9ngxXxBJOFSDezioGhP6qnvZnfPymEs/ezXQN27WVUDTvs+k71dwsMmBDlKVCiCWkzQAV+rDyhv/jzf6MDHRc5KbaqV359q7l+vTi1JWhdkjaSDHw1JX+CBWoWp8JcwUPm8QmGASSukDBvdoCzg3Ql2o8uPkZpB3R8FpK826FdAnvdmgjVPitpIyR6GReDguHuOccQeBbym+pgt/YT3lY4KsFvhaL+psGWN0U8MQnjKMx2eMkbG1ymm0fAdZiORbRZCf6E+JDQ48Lf4QWKTfsxxvnhzew8YeDned1qIXg9cgJaj3sHg1zenmPhN4tnlwWE1MpyetEucX5z/JSZRriORLOotocLxQritilFde3zwuRj+EskAljPQ6UFTMdvq96qyiMHWR7M+QKwr0F4o7yMIOIIuQLRoWqYEIboxUk9fQ0AjVBjAVFUBURluwZpeSNbtIKUxkFUiTG2fHOGfcSXgOYNooRdaTQOBLje/xyfT3uHy9d/yaJ25ozobqTBJNAJF8ixDpmfkc9Bmgvhl4b3kCXiFDgAekGC14aVdVcpbQa/prU13v/MZNX1XN7RRP9vEqpQFIguBA/KEMq9dNysBST16deF5Mny590h8rcUxIZ2cu8xd+9ha9vb1jNEStXgXglb/Q+/JwZCFc0guEvMg3710Dc8U0wucr+ZEGgrIY2XPLj0OgpNuQOfhEgcig1JJh0dmwCG40sxyypqouiHHOuIMIMgHTnR8v8MW91PFv4hJfYnzdfT3Ydvgkyo1wwwKcyCG+QwI0Ggbc5L9z7COLmPrcSSC12Dcj/jOnWEeOor9IEdbxGs0hevprIjAGPkd6wsj/mM1rkOgz8uk0WPiCo1DBVbundrj2o3lajC7324uTOfFFYJvuHIBVvOLuJ3wiGxDl0ZFFDL6HhoS/sQunYZawNwdq0cdBVORlZDp7ZqfIzxCqFI2a1UDFI8ftZAOjqplpRcaIbBcmksKkwhllK4MY5xjPvtzf33/6MFI3xiOURvl78W/onpZ/aKkamk5WQvP/mhHQFxafQ00IiH7YcWRCwtf5AD6JFVO43Pl7fnvU/6zpr6bfI7AETVoCi3ipmE+aSlopUBdhw104zttQADoQqLuEe91nPHVeBGpWDEzu8BNfsz2+5m8E/yv53KraQP3vxjhCMezoGX4S+YtIJ1ML7zaTriD7DR1HzRS/Ubt9MwphEJQmU0k1YMIx64RFGCPAG6u6GsRgCIaFSDqj5AGUU1WzIgKKS5i+HwN7Rj1bYuxkjHOE/lvz0pftjrwBTIDAPSVf7B8pBi4ig5qGAG/ZzkeNOFCDLy4nNf2/Jd+6EzMA32FtePJv29677i1mbxkigJDfK7gbkikwtXnMn1Nc6U3+Y86ZzvpOdLbvDjeXpgOuQPnKSgl4oLy66DY7QB2ku2oBHYsMovFeczzacpwhJOgBog45gaFq4NPJ+iIxRV93JwYMciN7kDSSONLzc0qbkQ/WMFrhG8Iiq2PFqnyIWNHabli0spnVg9KqrxqYA7VJIFHJL7sb4xzj4TNsHiSB3RhHorTuSVTwbamn+9/7Xz5C/OgFfg2Pv63EOGMC/LZqSvGH2/MDP/H59cYXmF927Mj4Vkvbos7G3X7u3xi1wfeJdTvnRST46HZZ9Ch4o+CExl23HOsTq+6KVxkJdAhDNE74z2GjRmh3BkqQVMXYB93wUVi1tqRCPgOaWI5X4qqCJTY6QEW/p0dAxM/CKXfTht0UQBEmiqSScsTNQFLbRJsHFFZkjFBIiupQxUehrTvFyAwU0pPWWWHAT6CKkIYVGCUd45zGi/127XoD3A+fzhWASMPF65/sP5UgdPu/fx7ijE2stdzRb3a3xhJHHqGua3U+AG9nye88RO/gEWIy3WxW3sT2HeFGXcCakYdDjYO+P8NeOaQao+/HT1zu+5fPxQKNbzXC8rpr/4aLYF122HXPfWYDCP1N0PMtdR2fbxaKRPOvDuIrl342D6wWnnfTxzBRuz4aMHuKHrKS3fopkkivSdvcMIiNWkVI6f0pDaPi7Q08OkEmFgtUMos5s63SoYBGCXCdLcOKklJRU2hcRBkxzmk82H8S0g1hDzDjJ/vP9h+kvvH5DmYP8GrgK9vzh/sMwrpb+Bkgz7vywHc6DpCvnnOkgRvMSs6z283it4obdEBrv5C5y/JBf9xbQ0YIrjrX+zGQuwXNGeVJNItgmKlKgLcRC5F1E0QVG10yS7PGg9P4NSv1j3zYEyZVxf+fvX/JjWVJsgVRws0cGyBORoF5MlCRnRzERY2DiAFETiTmUs3C6+1WDIMDePd1g6gEiWw8gnDWuw0G3vqIqIqamTs/m/sc7h2+qDQVFf2YmprJclH73qxONUIZBMi3YvFSGl+Q9aqOiinEFyYxkYZgpcSEeWUFcU4p63TVREKhKwElBg2RPVkFLAKSsj/OTlDs2bGd2/jly/8R0hvxpy9/1fDCE/wViX9cf/mH9PAIy96Z/vXL2QM8it1uxxP1vPw7081rFtJOA8puEOlQPnJEH2CRT8+nbgtcYOd3DPwmOEIXb1r7YXzug4YeKQg9AxvFckiT3qjxRdVtcGBPvA6aLqf3h/Crb0PZzRzst4+degb0/dqgxtgk2etGDNjb/zuLt2d+0Ah/KddtsAp+1WYzPgqggl4TeOLFQR3kiMYYSSPJXs6gAC5JVffVUuhggv+dKVUiynS+MrtJreJKLgPRGuotllxK4Q8y5U72tSgntnMT//leB3D0AH/58m8X//6FNync/M/hpOLZAzwNHPU4Wp92F7xfVnNfGTQO3jh0YXewjrDUML1uIMR7zsy/ucK7cXRNsPiQXsT1Xfl8GxgPfJjJJjXyEw7BEYiOXgngaN8eyQN8qQFL3R54TR8U69LmvLrjDWyHF7dAzL7eDCft1hNq72+06TdesXRfAT+KSjjlsrzjb93tG70GUCWR/+gm+f8yGlnEAkvHC2wqDWS1gH/TkIip+5OtAFlqQEmPWb1KhuBJQOuwqCgyukjJiO3cwN++fPlbiG9GngP8Mzy+6ct/PGEyzasqh7+CCzvgAQp/jPQZBTxE9QwT3/RLBY/1Rz3gkIZ9SxUMVYm0DBcO7OyT5JEOVzCko+DdGq8zjQ9A6VrFm9YO+ujl5fO1AdA42b8amowCo3IB+FJf6wPEI9Am3b6kLp3AQ6sY3+XdJetLyivM2K3s493D4+0N3Ei+44EuGqeqbhm4As/GDdSGXdruNs6PvkMQuvU6r2/4m4ISrMOTh5c8vI4TfAc5gmwR5JNi8/IQxDapahlF6Khyg0rUnKgoSUJTMHh1CB2u3FTOXigXVZgtRWznBn4hNb1wQewY7AFOf/kCwhP3/ao7avYLAoybbd55peWnB47WHQ/TYInrC37Y23opaADT5WU+9hqjWCc2YSyNZl5zXyBK/Fb7o3ZtROtwxMcB4ggJpeWHJSOADcUhq0cuWgG2f3QNMz+4dyz3egJHzYd7rjKeEtksyxv0XoRoTI0smjhg2sTfsMuJP0rz1S0/bOKTeMADHzNp13+meBBQL8CSVKH7/1wN2ZcXtyTArQ4vYaoAV5hVCMoWzTFOROYCKmFXr81jM3bYmN4KJKhonwiRUZRYVgQo9DrZS6jkd1LjSlFVi9jOTfzhr1/+PcQ3ot4H6Hmulk//75EA/+M8BT4KHJ26qIdZ2tQmajj0edR+ja9cw2gub/NNLXE418NaZkMEBUCy8BH4iKZOt8Geh3gcMOiQ4p3wUYfMtEUFaDMrbORW8O6aly4I81qE8fC44exRdeJcYkIzX5Dgw378fcpHhbMTbEpviBRmvrAV1eykhOM3T8M5UePAm2egYy/ZV3qYJ6i/QiQhsghKsiw4Z0OxwU0ZnYZpiivqFSzWgEXvRyO8VNRybklQnAnBrBjbuQ04cv8S4tuAisQ/cKj96usev4hL/7+aCSfO9wGexE5vOxh/qX1sYzqEJdjwYX6+XJzMr05eI0AX4XwYUSa/DWab74vW8xPAZNQC/T3GVxwxWDltfN1HNpnfOjp1GUTQXZcn3+yHEeYUWE9gbDjXO3DPhnqJWVNg0OBiUIOpB2UZkfl2uniC7yhNPPwLcuMbA4dmWCUeASHP7q/5oSUeJ0OpbZgrgIE7kApXi8t06joZjYiqLoSw4fTVEAvFKW0Beb0l94PpAtd3gb5oQYjt3Mb9OGV9Pf7ly5ecif3NXPjly39juP99uKwy/fd/HP/u1j85nuOBVx67czmTpEPb78GXxUhZMFAGrd1Q8n7eTxeH++Es4bvx8unEb0Xp+QnAphXf8jV3gDw/yKq4fo8hm8y3ML88ECj7eHfsVOAOBCTwFYCYLod6wCvYj3A73JK6R6N/Yze7B3gxX/J+Pv4Mwjn0MMx7/Mr5Pp5S7pq/CUr7sT7+Mrw8sgI5Iugiea7RUiYJE9AYoLPEhSKV69LAmFUuFVnB5xNdVSFy+W+09qNAm+S2ZpEa1xAFYjuP4I/vJMC8CozdE+f5ADT1h/N9gK8Fxo9DiEN3OP71mJduf+aRP2QZeWCrMtHem0xAeKVN/t7gD2jt+TGINjBIvGWoXfDY5ZdSNn8h2nXS+vbRI9hhlO8W310BYk1c6rUUdBU3u7rx4oYN8G0yaEpi36fJWUPDZUSwKWJA/g5yAChzxG49L28F5/38fHHruwXA08xhORZ9EWKKgTmYMBcl8npHJHoUuvDLeiFLJRSf0GJZI9KBkEpeVLLG8jLfWmUoEe1LQcR2buNPA1+9AX+Sv0f8IR/98Bz4r3nJ90/In/77TIDHgINTv/WexvWbJ23uegA4eHBEvumXB7cvAT9zYSXxg/Dfq/sp3sD0V6+1ivt7O2eYFir4Ip0QMYcM4RTm/fh2AYyq6EXrgZ5vSGABfXnuneBPWU5cS+fFz2XVRNmXuksKuGJv5Kdi05DP30h4rs1xRWb7hhwkpFSjNnUU5AgTSA353xVEVTik22aImYqvZlS+KmAD/UwfU4jcGiVxWM+NTMkZWm1m5FpCRTg/tnOJv9Hz+xPoanVX+avQPcD2GDBUYDss/4imr37hXPjsAZ6ALIyfhYNZFTLQIT/zHCBp7fglRl74yJsAgdAK34MCX2NLL2LRzVedo7rABFRXg3xe1ANkXhCK2NB1r6Ss20aBQX46JfEMwkXEB08w80SH382AmJiy17GO++ifiXq5AX2QnqeLW5+IgAPpuqiBiL4e74fMEyfsdDbE5eV0+wgWxE/syx6wuQLYYpFMi29CXIJ6EFT38YCeWIShFEBhyXOWAhDCmcPSYYHUt8yiIGI7F8iruH/sJ5/ehH/58h8a7uJD3v9Vj5X8W9z7R17M+wABlz6jQQconcCFUdnIplsc1XAZjh7A4jx5gGhneD/096G/kbveiTL7Uz9f01UREq937KKypsIWia2vmfT8WvIkyCFaVXwwjqrgK+2pa4nvZUCfxuNcNtIkVrc5jAnRRxrSZRwe88PE2wDFbkxK2XqjziNN+SsseppueLkFY/byCJPlkjJ6ICIBErSCghMZKWxA2kaeBaV4b1fo7hyimCFDGgsRddUOFSbLXLUSsZ0LzH/4C1jpL/WS7ZvQPMB/9Lucf7E7Of+NZwV5fZgeYGK5m//ZwYmKYtj1cCHRtvGV74LWeSdd892tb++jnfSLwK+4FeN1YGMhspOJQf1+jG28jv/yduXgsnvMC4eLFmuO029Cio5fAKaPpNnbetkYihSwiAa3HsN4BaKtJ/iZSrtffpnDsvt9oCG1aeys2wD5+J5qhq5xtZrhv4T58tZnTF8xxGKKiuCeJBHTiKgmBEJRlAydhdFdq9zqBptWYiSiEgAhy1FnPWVILXSGo1BzmNkl58d2nvG5sLt41vmpefXVCKV59YNn5786uxtFAzWLu2A+AKWt2uZHruJtaBeCksow9Ru70vyghnmyv0a8eBkEWya/jzWeOx2l+0eJQm5/eRP968FHQfS7NrTKB8C36LtpwG+gelVUBRfmiYAo0x6R4WzBI+EVTLx36ipfrHUSpouVF4j/LjfGcaJElpLSnO501lBJLbAq1HgQy3U5tZDNKCAxlsxOGrlFZwL8rNAxC+uDWH+nbc8wyZ2ex/c9zlvflyBITEKkCdvye1Ebq+fovqnR94Mn/0KKEdgvLwx10krM075199RlkHgBdB2+w/UDKzzBHUyi8xy7lbl6xZXlFXgRhd3kbc3ZkO4/XPW9rIl+3oFOIICNzzkDNz/K7GNsmImWsAqsRrMwfRlzo/E1TBcLBJUk4RSiCZpqbNWoT4zEKBbrIJSU2ygK6VLKzL7IdCISzYeM0JgvENt5xudC/KDrIB18Ch+1nPzewQrNZvD0qFyDdEVEEtDncUJ+B2pjR9b5W4Ib426kA3iIdMFqe2/Kb8Dz9mDY7Ru4L/BMba6VsNiJ9PRXWraRpxfRcn+zIfqdW1XRusRMJhD5CNGKD+J/l6kUB57mSuwvI2PPbXzdFLgxR3GrajCCmyKdcmZHOtXFG0sJmRQjySjrGkiByIqcEpS9pFsZ87eRHB3becbngg59mpqTHWFv9BnyyiSSa0MVcg4cSeCJT5JuF34V6u3P7zrd9TaMnV+CFu1svjCR2LoQu/Z0apvLTJ/uExmFZgnmdy8vPuT2HDNR4Ort44sa8wOcWay0nwbcz5sttX5JwD8juXXKeNISbSAevpsKWdsViWnWhL4U2IbIwiBfrAilMRUFU8qiDJSlZpZAKG6ZskoqFMs0EDwpqdBkLRNCMJxz1kFAHNt5xueCzACmhgP0HvOchjyxPT/eIeQBfuwzwCZA5eVlkuvlObLPDHU/5DX4GmXf+nKx97yXk1sJA1akeFsH9DovEHGw/F6rdqF3C9wpySNkXjdeu6m7NN+CZ+7U+/3D4zTft7anGd66pBFtTcrEggpsQ/i+cV/MzJtIB+pHY3N7cogEyNF16hRIE8OsMT2siBRGjktiatmhgRiR0EoTps4CtyiwUidLAiun1Mow0jqzGZFkyBVavyJkOj+284zPBV/s5fmlw/ArPee5LthJN5DjRzIOcnsrebTzOXgJ3wMf3TI6fWLT4ALH9d5wlGHV1eQTK2Udgb0un2I1dI/AfaE+BhTjnmk0dUhnMHcFMX99zQ3WHU9+Nu+W+5RumigZ8Z5u2xKti1ojExR2cSNOZnvgavX7Op9A/7XNr/IAk0iSbyKd6oTSQXuUg2yU4eDY7JMpBtNWppIMRXJBfBVjEgWo6MVqhLwg72inhY7YzjM+F3wc64AtD39C87V87LHZQrgsLQ0s5qcniOTjsJ6wfyNsxtuA/9fOl9nQOSSbPVh6UqVRPsemz+medvsS/W2rpBAgmx43PT7I9FpEZX6uCZEnwdgYerdxd3dBdt6VVJSafMtr5krbvp1AkOAt3bB1uIqvOShEEiSN4LMkD8WNVlILNN5TTj0/10VxoFJZelkq0i2CkFymf6edXLYSnNgQuYvIjZwJ8LOChyaPT8xfx4vAcRRvkU09oBfH9nciwAVDveol62/C0W7rJSz0j3kBVGOhn4SNUXFORZQPr++h39v8AprfJzDVFeOK38aAhVSxr91o7ud+JTeQI+KNUqLeLxPFtV/G7e6nF4Hplo8R5fTgBEARwSacwFLEP9mj6c0oSJh3JEhqcFqVLFJCtZ5gDlsvDafaUSLoy2hFIDhkxOW4vjFgAaix2M4zPhd0ZG5ZP19FTPWGhVUyGokJP/rrW6W/HVgJQXEwtd8AeosyfxvwA+GzX7L2rRED4N8VS+dZAL+AlBcC0M5wD9HRDUGdxdmDS74WOuR8w0xgvBpzpFuJNnhmvWl6PGBlVi1YrLfl6boWV7sL3TRItGr8H6smpxJ6f4L+XkAyBSmD/yQN0wchNnGaGd3fS2/NYawk1OTCYwPsbyajepmhNJ1RQrUCkX0cUTe284zPBfGVju7FbzQsQx7CtgcYAsUXD+1vh/lPK9J87bfDzIsVId/f6t5fGbtGZr3llxgz+lYAhw8D2ApBMZTf9iF5cWFREMh9QSzf68bbZUJ0t06gZcc6uHG9yoLGsufeBj/jc6unRoQsy81YcWffNqwARW8uTnz3xOhMIYQAUupkB5QiXex0FIp6Ki5j+pU1FdxHyTlc2DFMINGbFqhh1QjZ5qhdhkBs5xmfCzpyebzW1ylJOT/e8XJh+TVviMNdhjEe+q/Fm6qRT4hI/nYgjflc6JPOZ0EKW9epffWIryJtkNtMtiJroEa/ZwXoT4wRPsO6AmuHWDDxnfR+oOJuWbH6gKcnmgte8spqnwYei/HGBlNwqr8Ut+0NZbaKg49LYDiQj0PrdNfCAyRIGaKN6q+lO5akpRwmpHVI9ooo4JTqUayMFs04amurjp9iKsiWYswoBGSTWVRozYcQVVggtvOMzwUduUuvShc9nw68V+PUq9q/hZNONLuGyAaI5G+Gy7vHh/7QLbscpg6r7h16utjxU730/oj+9Ed7b0Lg5CufBTLSXN5JlpAfeqmXw2w8Ald9wFOYp12yZ/CsVldQyTfE3BpFlUIjZn578ytPFIzAbwjfFkTn8TRAFmIKUIb4BItCMYmeGvUBM1XksT2RopNFSo7rcEJaikFfFVSrlApFaKjK9AZzLdFYbOcZnws8rvmAWz1yaR36wdYF0COuCquFbRi6F3BtnUcwVH0BbJiI5GrN3wkchgc98KUxkCsTfIH13/MVOPjnaT7icp6f4YzpfVOJwhfEIrmC5s2ovnKjwgs77B9vb7baeCUDXpW68VJA/MDlST2hdDHOZqaC8XNfT98DEC4HP3IAtumSD9Llo8RHYZYINAICf2TskKnCjlwUSvPSseUNOguwUjqOA5jBkPGI3qAyo4XQLguzCLNiO8/4XOBxzI+OVejCpw5wngJjRHmNkYZwqH8vYiL71baHxPcC2Civ2+pEKUakvfkOWxpvqZ/217MfihBQKSRhSCC5orYK0R82bH22rDVKitzYcmpfMSCo2tvGyrBt2sjQCH02G2ft2qrxX3ZwXx+EvtGriS5qIBPhpQ4GVXjRRBFbIZhIhZNl3QpJaYpcch1UKDlLs9yeySygNJ45seIIvUDTDYlIA5BiO8/4XMBhiYkaX7PZAdvIhz8wt+NNDFKvEOon5eNI5wdwjhT9NrDd0vKY+j4AM/QHYAjYsRg+vhV5eQVZ/u7CQ64e1dLlO+UC8oUIRzaskxIYZnhVlsFe+Yb206ibg5SZjxtT9W1lbnDOV36RwzTxd7KvDpp+C82KvKcr/XKg46tujxBPFMqxSAoJGglCiZRgVSGl5ghaqmB7arM37DoShFaEcFajvFpLaAqHhNmztNKyYzvP+FTQa/4mvvK+HJ/TEx9+yEN82+mokFHIeAmrtPwwtHYFTj5D/G7IJ6B3Wtter2sB9iT5gciWJu/5cqCUE5bpBlCYnmvbpAm/ByagKXfIAY7OSrkEez00nlUu+WywNIFIBQGinjgwtjpdzXJKj55xiAXRJLIQQNov7TKxhUJnMREH0a9wAMVZc9IQ6dRSXmwG5zVBkiMGtKRzkQmlQ9VLKSTXJU1KZZlJ5lBDxHae8anAo/IJltC/NbuLA70ZBXK/6ug9dgSLjmiERlN9P+RqTuKbesAhieu5j6C926s9EpFHEgphA+0zScDK4xuZpoNrOn4abaiFLX++Hfw9jgawYiHoQooyiwL82i9j/toN526tdmksXS++C5KNlg6I4o4BleQ4717aY0ETHeSSRiWhGB27ICTCpZRQHNLAQB21mRDIeg2pKyEVxKJoL6AochG5G5kd23nGp4IP9Yfpbpi4PWPB+810xE/8GCMO8aNHsGyCBmY01asA+wjpLcj1nMZ7WjZISHwajb2TiwcfuZr8qZb7t+DIDSNWjChwbSdaHOlFG/6MzjlJcDS2fEAosyv+aEEkEuR4xvy4pRQJuZxWtYyg4WTjMhrwAHOeXHCvn1QWx4qx6pd2dKOKJIygEi1CAUhqpSJV/bVBylJlluw8RlAialzozEggTknIHMctdGRC9UpmLxTbecangg5KGHqzACgmPrbP0zrz16sdUlcwlHZZZAOcttG+AtB4+f0wfIBzG9/UgWdsbSDamS7rxdLGClso9+WtXwK4HER4Xhz8U3d3J+UEInXoFMjBEBY0RlWIktc7cIqznPQBpUjwlkVpSgtRwlGdqs+bb6Ux9eqEAH9JyIPSHEPQRPJXIRJxyCB2kiuElyWi2ILBGkh4ynG2ig5+JeVMejbck/iv63bFqB5lO3qCWWcC/JSY+L2uGUd7MYB4eosCIgrzHTjQ8+BjoIUFnLL6RbD1EN+AV7X/PueSoDd1wzkfSYU332EUyiq3/biGkn0XccOChK4uta6T/VzSWkuiYkjsHLp3ggEprq+THLCjRVS3Sx/wMB3k1V21BrKTbjKWXKAjj0dv8lNvr7nyVvoIQC0kEwVKlWgsh8Y8E9wTFZLtWhEnM1OBSp+j2wRytFqVUDuSXKHl4F9BCmUVsEAvMoj4j+0841OhmVAKsAe+LESn5OEX/H36qnP69BFcpPNABQ0swOTJ2z0WOG0Xx7C632KJ9zUrzNPd4+EJmyvy3/NkIK/5thZPnQIkfs38xY3QxKghwZ6mv848gfJ0CStbyN59HZovu4oFNlbUWriEoy8h8eSMbI+/AClqgWVrbqvlgHL0U/JcbhbaAgkjIPJwnGEUF0gmKoWOww0EfwaZKrR/RwjJozWnY+gUCFEF5Ou5R0wzzt7Fdp7xqaADXC6OkgF+/hXLu2vQXk798iWXxaoKZIJGaF6JNxZ/C97d9MRToiSasGzMNkFT/ZN3x+3d6ISwem5trAv+efGdpstPkg4fF0EDqp/OLn67jrQ3g8g3fpa8p4Hpga8rrFBLeVhw81Nsi8QJAvQHl1ji1ecACdJJEsgaLodAP8wBi7GsGam5faWgq4UcGiCrB5MRLqbSBHJMm845glZgWTa284xPBR7ImgQNRzQNC6rp4bqc3rnTeaIjDEfmC4TmxwVp6d5EL9PmYOB/aswzjtUG2pTwMS9CNJRfGrp/q1npEqtvj4zPF6M9fqe34xgD3h/GRz4SV3n6b3ocGRBcys95OMFGc73SqU6WnzFcR8CKOpZ4YJz02oMmgmQC5A8TSdBJYyOiyBRVoIdtDBlOVIKkhlTYezFGgrhSCiwqKRbyHCBtbOcZnwppjqMHGAc50U/Pw9SgfU6bWMDkRxw1hh8F01fTHuV54gujuMl9troYqw3oOjpxtyJAO1aA6O/lJwevl8/+lo+CGIeR8476gJfbJ+qwVW4RguIAZqzoofuvLR74f1jH9dHHJe9/nXlRaCYBjm8cX0E80amlxAuIaIIIJTM0968JVLbsxlLOsHfohJUVXec40lzgvwX9F3DN+E+Ps5VDUKdiO8/4VKC18CAfjBqHKo/VZ90M3P0GPRaXr41e8CCZTwteMvixQdpHFBtI+sux4ZuqaMwvnn+8yVHbePYtTiA2Oj2Nw+oOk/ZCvg72MUTgWLvHVpfEN7ai7Y8t9xS3ES8zhrb2i3cUduxRU+3qs4JDpSXIEUEciEhYYpMSksSS4yASTkYZB7tv/K9gQWR1ZCI5i0LWsiLXpZJBuoFszQVb2AYzYjvP+FRI414cnpIP8zWvBzd9vdvhfjQBNpAIxY+KZKZ4dcvcX05PvOKqBZFnxTZe3aIRf10rwO3qxB0vzqwwkNf21/iaV7rCtgvIHekLJ7ExnQD5UxcygckyfkNrPzMbOWqWLMha1m4jaCIxcEnQkGGiQUhCRAgM5YCW30LEwa/SSJsYEkymwnGhSmus7uvNLPWNZaM8ENt5xqdCGk5E/RDVDWqcXvH4nW/4tkAKkcsba0MyMDMOhGIbL+V/DL5pJXzuRbGXfAsVhQ6S19QuiGwjvxO5RToYRfLVq/q48cb7zdfBqFetxaTfAfX+7BGoqtMWz8MVGXTwGb0kg8W2aEnUm+JvNBwQypmPtpdnzBl89808Xb9IgMWdMmUgLiTXQoBSMk/NjhC+HEsM/NRjL5xZajDBZHp8TR+5QFltRC0EKOV/ILbzjE8F2wrILZL1GFWClwn1DccH3irWrGzFZP4wZn/0YBsoENL3BPsR4oDXrLvdEyyKutYFzJFPoLcfeLQ5jEHUGWsa8+X01e82fRkbrLVxa41RKLCQYcPqmx8dfukX4rvH/lo0FOdG9BdONw/w4orv9xOe+YG5J/VyV1zAOBGiHrWRwFBSOIagiRW7jEAm9JFlCUFVsl6ChVoJB2tMbFykyrFg3hvbakWxqEGaoMmo0jIEivh3kdjOMz4XfHiWmXAAHo5l3hbND5pNdw/XFw+P+YLUKNgqBAFGagPMOl3io7DdkdeteM7Hw0iAfEcEB2j0AXMAjnEgyQC5One3Ih02Wr26ZxQNcQPjBz8CG6pAp8B5+Eyb4KzNlV3naqoLCL7b8zRAe/tMzzrEeUgNAYXF2rCR4lFtqV9CyJ+RcZq8hLjC/BEzSGk2nEBlJO8YNduchDBA/CR3b5ljZN1Epjs7Il7yItKRm8Wlih5HVsaxnWd8Lujw3sW3XvuZveZ4wGB5nD9MX+/4BZ27OziCKBS/6zzWFQMQS2oNZp0s8FE40g3oXl75dbvfG5vpDUWinlUrj7dxYOq3zwP6uIC/q1zqCXptdHu6AuA4H5tNx2spFui69flF9siNr55Ou7ci3om6GKAkPrC/YgISCX6+zI0ofeEYif3CkWW6HTGAPw3lzrTxRGMbPW4QSSTDkDMGimNGZIrFJDi0mauQmcA2dRKdaSX1xkuNSAuxypaHoN7xHwtFRO2KqmSScWznGZ8LNgUe0IiWZ/YAX/Wdn3BE0yBBhZgn8bC2qdWvoL1wkodYt/8dcJSHX165rDokyDzjpnNbyffASEpktMWb7sl/+NOF4F5NYPMggtoCSlbq6CB9BHmMKLqNiTSrKV48nhb3Ex7MQYtnWdArLS/uOm9q8q++xnugy/PKGpw2yHxyaCBAHEZcTbTqYqhyufGu/44kCodAS9fAhaKCmt/CCjUnGQ8IHmxZQnKhSQ0FggxdpxQkwueUtouson9Vie0843NBh3F+7HqDAG/i+NXxPU0392kscbfcCyf9Ol5Bj98Tr1v9NLXH2LydefNcnwWvhkiT2lHJMZnvYO4D0bCcXic4lD42fii8bNbInugnaaN6UGBMwhMLZ3LR8B1v8Xy6ueBjf6HSlY4gfg3FbU5glxuMVBs1wz+LKnT4GioS5otT4IZkpA2Ets10nW70ZARJuVAUdBEvrUHQf0FmpLpkSx9tZRILahqKnGLGsZ1nfC7IntOoM17NVeIxMBrCgU9E4Effc8VWI+NjeCn/d0TbBpFOiJ5Ddtpo7zndurBrSkguMi3dP2CcinNo1tBPTHvLMrDJYQDfPL28/izcpxKeI/62vF1T4PPwZEfbsE207b7LZ1PQLH1Abiz6x3FwhjZ1aGxBh8TTM7dJ2hxBXs/e6GqHWQJsYZIJ2IEqQfw1emPQ98xeUvlESj0rqrt4LLI285zvwo5cpIAKFXNOYUbGbS5cotjOMz4XNF/UkYl/v9yeWB6qeVZ7z8vCqPBwjeNeOcYJT/DUUf+b4lhHGs8UU95P+v5usezY3IUn1WAOrKvgp9L6y1SukNuo8+iTEwVkwBBHtLuOSYDefyugM3TfSgNlSzYQ76PmVuZ2YoOykhlQx4lHqDZG1eo34YAqPuuo8aLnxy6VaisEn5h7EIMzkmBSJ5hSsGyhFGCqJRbOWoUV0okNzXDx30KDi5TQFRIcEyDCkHpuILbzjM8FHvHzZbJXHsnLQ9Xp3XT3gOP44XG/10kgZQnbZkicOua/HbDJkD4A2KSv4f9g43hrx8B2ZoZTRkwuKD6fvh6ipIhDOqMO3VHE9HOF1hB3Ggc+d94A7Z++0mONJVr/IMR2YgiijlbEPR6bc1++/IkK9Tt4HQdX1+KeY7mY+i8BimienGmDSdEH0+CVcNFSm7AqQhGVsgIwZY05CaSj6QXkyZUKS3IzyRos5nxXEBVGrqLYzjM+F6bLSxzakWhYmbmZ8fZxepQZINC6pRRO8kLE3wFHefc96Cx1Nd1wTBbjotyNq74V4I2H6JMIg02m39SxHvANHOOs8dbAEz892k8SefnqhX5PbYrvzrLTvYo2oZ3QPMzlsZDykogBqMLoum0qB+JEJ8QUJ0ASCT4BypSzXnpNVCbKGKERWGocJwpBivoMVeoZCk1jIaSiJCjJkbUqtvOMz4XL261zTUeOVBztD7z6we/f8hxVN8WjVqjwvUDr/7DmuXFqDAIXMNlF29Q/vjh7Db7D8hGDZSzniHerSeMaQV4rLNQntp8d0aYAp945TfSXmqr0DQ6LaFnbow1yGiXKzYvICmkB1GLUPWK2cKKzQR1YZGA6BcoGko3HspTL0eMSb7UAiIEkEVKbkKzs7ObipWzoI5QMSE1BAQurlBAywQX/WTa284xPhWcc3hskwvdEr3FDW+CTITy693ABQw+cOLI/HH1dH0qAdG4Z38hMYe5rP02ub8gngXLX08MdR+vr1qkv6DYnrgXrtQfWD4ccB/qBPt+RiV/o9/wQLuDNPX/k8PM239xDzXch2vWDzx9toGdtmzZOABqzP6LSb3pElVM7i3wRvlLjGlFdpMyDTlBiaAUN1nYLRshZuqCpSoZWznSSaG3dGiodRYpQsZClTc4NHSAptvOMTwUdku24zFe9HAOyYQ8P1zdyE4B5cUPZx+EotQ3aD+Q/PgPH+9TCTQH/bHAGueGVa3wAof4qj3mDyURMIW9D7xHYxPHPx21BpyrQicVHP9aAC6hXnfF0nQlzvkWt4sG1k3hsKi5kY0MsrOHC9Tp4P9A2kDwRLJJclykniiAoRWqsRYKjyI/NsQOccuaCOXO+2wsLKhohsChR89UIGo4ijJwVitjOMz4VdEg2Fjt2gNa3meOQv/WsKHHiqP4GkAGPtfwd1njz1R8IymkaVr42bT4od/z7FxW7+ZEPUAM6aQo3jJtz8KfSQA6ExSM4Pl3ceMXWKcChu3vk8zsn1/dEFzBHfMd3YIADL+ddIVvk3XuIuIjWjndz52sjhQBvb07tOJEEKKpzU+cOEZY8NEDqdMS8aFyZ2qYCrAt1wIogQ7Mk/9P3c/uEmwm9Ei0bIUsBvZGUxy6cCfBzoh7MkdrAqOebX2TBdBT4lPCJw/q9oC0CkSqAGxHSx4Lbg6gZtJMLwEssz0psgr1mW2CQx4fHO31SdPaIYTZ55/OC/NQolsL23cHxSY4NoOJbGJDvc33EZBwUGJoNsBsXfMaRsWbY19OjX2ige20E5ul5Eu0WLRAdJ0DfhljyQaAnei6mEEAXDkOCaTPLSCzNe2tqF1ZwFsDMohdaZmJUqHYLXdXBxFgACFFK9qn1K7bzjE8FHceFALfPL8XRnpg5r/o68VUg0x3s/JgNfAPEDYvVNrx2fUdupFttD0DSgpIv8EzF1lrkz4U8gr1Fnk6eAVckO75Dh6ooQux2+qZnZBBgpl/FhwJWa2LE6ufdM+lelN8DSz1Far542vGT4w2szTmv8ahX+MS5yHyLxRZI0PryCSIcASS9/YO+aFeOBw8aWtH2xBDut++BAeKNYHUKrC05BlBE+FWUuCiskiChtBCkpiVj/BeXzKBi0SwRxZzhoKpVMaCrlvlq010JfXFinXYU23nGpwKP4+d8x3C/D3qBhX7mR2mnBy5gMvE2uQ+FzXm7OyeMaIEjm7PRMjaCT3MVrtr+WgcZYqRVtsVxAC7nWU9AmKREOpgH64nBJZ7BTukNHeAYqUsEGCwJLEiRUf6jl/K5VQRi4VFDDGg8zwc9ZYxp+51LHR84PU9ywyk7y7DWbgcXUN5fu+LrMXueZl9QtnZwRwf/Ls4g5FpJflM8UbkJswRhwlAqXKjUSLdA1VpqM9RMBlJpqrPnuKREKVLpFbMLSmQhZ5duRRAis6u0pDa284xPBR6m/TtjRxhDB/tTPbxpavKGHmntofxI2IiP9ecbsW54j23hVkUS2KYLacWAbEO0AoztSbPTKwJOXH89epFXaK9v5pVZTBx59uzmaT7cY+Xy5SgeRXlBBSfTD+wG/MxQbEH9fyJPmv7wTznEC60sv4oXzxi7/8PO9+NCgYEA8VvJV6dCK+UWgiySSEAaEntacIkaCHKRxVAQnbFUsOQYVCgHQbSVCYdeg7G1R5jVCEKM7GzRSwqxnWd8KuigTHu5eTXhPN7B+mEvPHFevhryYSClEJH8WKxb5hXg8UGFwbAbMFqsS2ojls2ALpRnLU/0nXC9trWBh03/U5j+/sI9fexhaRs9gs9498KpWuXBL+V2y+1jvZgPA1zk+ZG9nT4+UbIAAM0JSURBVD6vo45T/24okQQInaYK6lc/27KCuIK8ES6XyCMX0olTEplQzGL26JaOWSyI1qxCUycWCrfv0g1Flti76lCQiq6N7TzjU4GHqd7n69RxG+FNYR2kvju4gHePoo6Ph6z4ezRMrJrGdoDWCunI+jvwyzDf8mleWjJ4r90RN2LmWb/OTlccHo7vZukgiE1cn7rXr75OcAPcOCASe+we7CJQ8dfFNlVwbfoV5ERbSb36DL9szHny0ZFtTnF2j8OFQhQDw6hGzoTJtKbr7BgX0m4AFLEgjc4dABPMJ7+lH2bHrxQrouHZrjOUGbyZtMngVno6g/6JtkLJCtGMtTXRAqG+tnRs5xmfCjLQkHEER7yB0SJ5P4hOSj3AvbgZ8z4G3Yi/P+TJVnaAiU83urgg50V+HF9k1coMdm/IMUShdqaApT0y28yzbiIx9GWFk5keOIDiLebLfGkF8bgnWx2ruot3y6Cr2jSIrMf+26vDVsX+YKR2eOJk7OkwBY57q0iAGj9WfIEADbGFeANysBMTUmxDJbAwFTEFSUqASjdnTej536hLSRdMMB9LKprY60Bq1EsZWqWcG5UiP5SxnWd8KvAAxhF/9LDsGFmOVxaNu2k3D+cHfziYIjwEIo/w9IgrJJ+bXXfOWl5gVo1Z1UNTSXKTebZ0xga9FrxwFwy7IKhHjCxxL69e3Neg6x0Az1x65jvPvrwfHPiU3KWIfeeZkxNUHRsBzkOTfNU4w/Pxj6GQKBqjSBD5ABElpyxCKxYKqixnnGIi6Kmfz3OBlJu75+70BZF5QDQTgLRskCjp2M4zPhVwAHeTfT1oV1fhGd2+p4HPhHbBNWOY9aZl11nrbXkEzAzDCmKeVJYWyCorHKO5xbp38RbnxAsX3dWFmc7ffM8EZ+zczVzbPF1v9gQrIefxNZAkyXuIqLnnreHSixxjw9RrjQTSR1ojnDNPTzq3oNkvWiiPjy9gmmgEFqkhdCrsoDqzAyjFVPPKMj8UDiM6iRpMqlAp2etZcgKs1zMENVWnzYHYzjM+FXi7xNFj+ARQCUbPc1yXkE9dkvz0uAeP09Erz2lgm7bYaXjuLz/Ypvvu0rGRkRujG7fFFFaN7EYsHMDSpvDSfdAoLkKWzFk5OoqUGgEdZtYSyUwocMc1oBn8HrTrIDduAKvXks+EQDrhq3otKMBzB+iS6kNQ5gaCJsAfpI2BOoBgpAgqIwfNnJYxxU6hkSwoCYgKdvN6uoe2YJEo5kgUByBhNZA8WHVAalAltvOMTwX9MIf8BvCVvzi2+VFYzftC/UPiMC0ekiD5bRLgyBz8HHjhGqMNxdKF3KCd6z2K5Um2jmVN0keIwrqhAepRlplJ7SSqGZNbK561z5Ygx+GffWED4D2slQ2Z/5jtXiTVHzCtPRx/XiW2Ak3wtpnbh+dbHSYn3gFhuhB5mNqSO3owgn6YTrJzNjPClbPCMDVBT033AjsKZRZI16oxkTpGDkZn0YYowc64Q0Bs5xmfCTjIZSDvwD2v7OkIf80ZxG/Dd6XY+W40Y5nu1qCU78EJfuZis2dPQQAF1+vTb1FkwQlLUlkR4FEOAURavCPbqa+sjBko1+S3vfBrdZerU4HmOAc+FcwuwA3kSQ6UJNHnXfJt7QedYFy00+EBZHWtG53gZiw2pSJoovNKoBHISIkNTa6CKjFOuWcrlgvpoBQFle3qvl4hWFILgtkguJbOeg5ZuSmA2M4zPhOeb2khkXgjaGo4zo/fsfZhYB/f2clXgK8wDVGAweJvgwBHnRyko6e0+AmMBdZDhTXd6Oprxfx14RIuN/4o6dzzHQZ1JfyuCbw0lOfkPVqZ+SAdyi1aMfm5K/1E4f5Rr4hQD1SfbBrg9q8/P5zQrdz8ebzhpwBMgM/4PzZg9gA7WSkMlIdQIIVV+kYwxfTNtLBCSG2LMhaLRYJLS+4E5O7rKaNNzlsQWor1FhtguGJs52+FP3358qcQtzH/5Y8bB/k/G3hcvpPCbjh1POEDfBxew3/v78Y8vuDFNLf09oiyqc92/sgBoVmA47K09RXpYFWNdBIv31d+xANUZ4Y1eN9oS/ZcRFdnXkVh4VrW/VDLT3DumKfb/3gbkBw3LpBZd8TxrQc0jKo7geOna59rObEfzRWFNgo6rSQlWjN4YA3W9ToAEjFRxb/jdAKJiADrerrAymhWUMlQZHMIat+wwojtPIK//TmENwI8B/zll9WeQMb62Z/5byqtDBT4Nyn/qfHOc4DC4e7h6cgtwR+MF/soC30nJnmAc57c8gbNGzSUx1ihmqP8v0kN83LmuVHo5V+UrQL37tKQEx6n3kagOpyzUuMP3KFGK47ZLrkP/088DXjPJ9eEnRiQw0vvDYraYw/cJuxCYxUsxRQY+P5AAjxWI84BBkRPZo8a9N8QCUXBZyY6iRnwH0KgiEBQqcu0rMKzJs4kTzdWyTPETDUpCFeShNjObfzhyzsJ8FcRIPBLKBLIWBHg059d1uv6yx+P7ox/HtAD3DBDHsIvY5ow0ysF309CL+AlekP+q9a9WUbfwgVbeEviBr8NAvQ4eebbn56u298BdfDpgOuFe7ce+vtjN+p1rHfXzLN2ywdEomdP7jWXM691O8VLzzfXD20GK+9P/p9w+Do9gQiVK2JlRdUtK8dAnJg7cI0kyHsRIG9D5BdBT+wmO1edNhYIniKXmJ1YjII4qqGIQFYiVMmapEQXptAKNi1AZSSarsPrLRkl1ai0N3yaAOGN/VeIbwRqYkinv6wY8F++fNGHDSvg/2FaPP3t9Nz4nwoTX4UUcsX867ZlD9jzpope7MTR/b0hC30NNkpNd9OzvuDGvKSk/oKIBuaT/UZHa5sB04NaorlWxpoANVc9jcUK5+u4VDEizzj6BIfz0wVEps4z8iE1KXjjH9O6Csx7YJLbqDYD8rIwKvb1YCjaC202wK+ncmNxjKDWHls6z0/1FOIS5IikDYegmMY0kLDUP1G4pZUYxAwmTIHMFGIgU2qcTfJ/ZMgeRUstJAs6EiJDoOD18T+2cwt/+mt6ZW8GHD3tk1++LPy5DQ/w5n9++T9CPCMAArzdsDke3RtWtQBK1ELfToCwlZDeiFcR4JHWwR/ICQ8wNmd3ubZUbiycxaVnd9h6I94xAiSbhCQsh9ifYz+N+HaHwHtaNvdT42XHZtpGgEj79kPuP3t/yqIXuCMb4udA5MfFjI1mJv/RTDaB9d4evf2TA6qOwTflWjQgqBmPEW+BjFHIg0DCdJQICdEiCCwbKGJi8CzNZFaVFixmiki+7LrSdFdScnvOhlRqWB3buYGJ09J/ROKNgKOn2ERIT/DLX3RqL84B/mcQ49++/PHw9H/1s35aJ3L+88uv93AM//pvPj/4Szm4/inAH+a1rfPo9b0QJyEC7KVeQ0Kn8C21tyacW9hYB59r5pJZ4ZJhnrskOt/zsuXybPiAR9/EytI1b+kCvjzmKJO3Tm+d+Au0K86xAidLT8MH5Bo1D8a+yzwSH3xDXsTx5nof3+99L2GUgzI+C3IEfBkiJ/0ojvqIuAZ0B4soMYJUIdIgd5ighB5JMmklgo2KlzjIY6IvFAuU1MigLfWYzQgaK2ooUqAronzPi+3cwF+//OVv3+oByuED6QmcDUPxL4j+8OUvyoeHeI8V/e+UiQlOJ2v+25c/+8TgL/+7ond244fFNQ/K1RGJo/v5duMd6ouCOLCvq8mu2nk7PqCJE9huHXPgyMihIAHWsmKa9TAF7h+W76c6xWNXQ+bY6MauWCOoiy962Wa/2k4USB7UUsgHWdjZ6aAXP/Cyr84EIlzrFMi9LgX7ovBu1sMgwZTDL98mUAIcSgdwupqvWJgV+Xje9kiSI0Qa4iMh6CNdNYLCxlTUi0DIbscJypB6+4ijWJdSVrLqap8EJ8tyoOyOYVWxnSvMf/nyX3DQvukcoDzBe3h1f8FA/6LLu1D8Hfo/fPkjs7GCvxyQ+PJ/KkWgAGpC9eVPFzNJ8E+qur50/DNDx/ZwPM5Pz7u9DtH1/RjjU1s8g+Qpzkdhyy4+EGx+axX0dkOydY8EGOx34vt3GMWQjNM8dltf9je0ihEN6RTIXLoUc/SO6Ob/XVw8eJYaBFjX1qujrX3wGrmP/wft3Cjw5Anx7fMFjggX5Or7ZGnzVCDLket8wzTXr/dlH3iyYWszgyuCL5I1UuWlBaFQUoosYHctEq1CSE5FArXsLhqhJULHpoJ5nXki6N9ILhR7d/VxAvzzlz8fwDzf6AH+GQT3P6q3J5dQBJg6mO+/g+f+EaPvmiBAFrv+q2bH8AuXV5N/csARKPfs6pAlMDL3L52OYlEs1m/npI28UPcY3lntG5GnO0ETITQK83gwsWW0DaNJbxp4R/Wag5mMPDN3GtPMb7FkBzdQ+DcvZsdqht1SVk2i0tMjYCgHqpRPmtvxvTA3826H1vT5EF8579jqNsqxm3po2KvSG/ov5svby60fk6CJBtJQoyfSSgrroEUtC0WikZjQxCogqEwy3khdpbW+igWYkRUXaFPnYwRo3+9v7z8H+K8YzK9/oddnEhO1HS7+ty9fvkLGFFg6eICMeLnlyz/0q5ge4L/yZA+cR5YGj/6TXSahH9AvTfJVn9PX6SvP7ugDYAMWXzVkyeVTFADZTzg2PzuKNxb/OOheN6BsscTOfpQVHUPlvNMOIIB2QxrWWRy3o9BbqqYT3ui4+hSz98NG9F488V3QKNr4D0Gag8jQR8ik68C+GPxwV04Abp9/5eB9nfZ7/6iGEsBWbnZfbLEMXIBdECk3eCpAoXBS1hFMZJkCeiKlQlcWWjKRJQnLDGa0ulQwqqLr1cvYzgV++fK/HL3fAzR+ofvm+auEtQfoUf8XzHa1ruYBUn8Zdf/rn88DxAGq1wAzoR/tuPox351+xQvdAn5yNpIdpj9dNNg60I/jjcU/EHqsefgOkt4ZULfgpc4VG6/mvo3CgIMfFsJRRJ9OXvGp/NdabAQ4bEVZId9/utdUNhnw+S7fBxhnAW/Ffdi96gaL5i/c5oGivs57zpqHexRRPaQRwRPiikJrgFgkqCRYZTMEgvso4T9z1Tak4FAXUJZXJgWTJQgsm7Kb3ASK9BWzWG831LGdI/5fQV/Eu6gnrnv8n9gh078mAVKAgxceoMY7PEACnEdPsZ0DZD6qhAf4n4z+eYDDlN940wUP0hbctifZ1/xrt44t7DAPu+ZXFyOdEPkR+KF/2aGpeN42jN8C8cLkSAHBNJEilMBmObWBNhIvOoAAfnNC6hd1X6jnz41g/5zeL0Mrrbt5WXrR/2Hv5SOBYDw+sov13cVEl2/+ub64fM57I2NocjQ8tV2C3b1x/bthNREvMbBFCVgE71izicgvFAQwUQmLOc7VEouWm4oG5iDtEHzW0mPIlfLfCIWlhtjOEb+Yv4R3EaD9OOE6PUC5c8c8QODftapND/DP/4Qe4OUTvxrBY5QOoNU6fHUT6zFcP0xX/Nb38kqJyE+gsYZK0Zvx2npcWYjvwr0vqLaNDaaJVMDjc2pN+VRg+6LbUaAc1hGXDtqKphP1OJrZp6PXPoiRRVuLjTX1M99xLf09Z7q7C37MWG/092bSv7/jbYJYH8gQZBZNc88qboOxugrCDDjUtzo6noc+VbkiaGIDngm3BEJwjsPIeoDSqWFidOIkySVUQafZiFNJdIUenTyNxpiNc7nOwppHL4IIv3zDfYC5k2/++uX/lvAnntdDhgmwnQNsh5dX5rOHf/jy39pZzQP8JzsHOE/Xh+uZ1/xwfI8EyBs2Vg9YJfjwVS9dwFYMvpE4NIrfitGWj0MrC/k9OOzj9f5McAj4HtDllknxwprcwsZ7YBZwW1kMm6lWj24u/DF1L7JPeoBjI71ok5b7U0+ekFHFqlgRb/9jh3a7yc+YuACH5NJzXd83qX4d6bGArsQ5hdsyEzicIsBGFhHseCVMdD0dgDbiVlHoRBYo2X1hWBwad3OlEQsZ1Bn2rwcsElYlotXYzm38j2+9CkzkicT/4u1+zQP8or315y9/bD+cdvNc899GD/Cf7hzgxfQg6+B9X88krVDDnZnvdPxvH7AzJr8yDt5CETqCtpNIvwBiSN8HXBcjp94MXlP11gTToN8rltEw3MeajkE+4O1JD424URsgSk9+gwBH3mxtBPn11W69pyaxcD77vmvbc1jW5mPNO1/r4P/8d1Rih/jMxhW5zrfLyNl3sXhjNMpuDoZ1OlEY2b0bR04XCmaJoIvgDLJI/CehWERICmppZTOqtBVSJAQ5e1IwQ2WzABUM0VZDsFtfRcC1miZ40QmgczILxHZu43+81wP8kz04AU7f/7q/mP6ss3/w6XgHIKJ/POsJkb88XfzpH8xw/vkcoMH7WPbzdOA74PjOjgDMkZ4Qv+sdmhEyS+bxCurDdZsD0XYamsrC94JX4Nnc2/Esmuc/kVuybMzMwuf5F2hMRfAH5BWXcg0whGIOPPhCP8ABTTsRrdgP2B3fzgVtl2QXV7Uv4fNhbVrljXhZjMyfNazqNnxA9kTdaALE4zsWA8GfUMnDETQM1wASRpkxOgimuUFVMnvcQgcSSVdsRf9MUNkLmhK1NIo3ydCaWAW2VBINubIEc2M7t/EhHiDZrJ9N5OlFHFRxlvGvpEPeBkjobpnzOUCDxycPch7Y7VgFLcZTnNvfEeNZw696iArcAS+h3whG40l0VUgvoVR6C1zpPTUBeznTFTen+U9LD3CZLoiv5hqc9726H+AalSXhHOr9lD7tFuwXuobjXYlV73Iryt0mvdL6FhTUCsL1UhQHPxbK/f3FwT4geRH57pPKAjN+EULskEblUmx3zBxnP8BM0SH6CFpJgiGtBF91JePgGkfOAIkx6UTz+vzflQ6JMWVEm0mPsSYjPEPDlR1igWWn1djObbz7SZB/+fIfZR/Qu9PTIMQf/iivjqz4j+kXXg2+/du/IvE358MDxA/eH1wfHmAQ4D/d6xJoNg+Pd3BdJt8ACBx48s/mtHWns45vOIcsADfxjlR577M7pLAGlX09WqVjd0p8F2BbHq7lAGpxfTvPz0+LeeZ8fey512VH0VpIrwAKk6x8Haq2BE+TfRl0iaMeYKwZQxhEUwp2AtzYK/k+BBKUFliz3VjeR33LHwheyQVPs0/t0R/+6K3p3mmWjL1Y+HJrcxrIEY1AWrASAPGEhv+NVhCPrKfsxlNOZHQMqtXKoG3KoE/pI1CzCH0dDsmN7irgJSIJsZ1nfDZM+50O631QGsCTgWEz99OD4gE8vn1vAySeD5RWEInxcQHibUSWlSSEbsBpC3ollm3PYP/947R/uHvkeq8u9dYD4FLfQucX7/Iq+SbG28MxHm/opEprffXd8vOeX9s7trHHPMC+76JmLVjkdf/IYuRM8V9otPrdBfb9JTceP4+PiP8Od3845YuehzQCIwbngyxa7u7erdZcIa4gkkcAcpDpJLjEUCKdq2VmakKfeUo2dQ0CV1pP4aX+CNxHFsJ/dNh1HZxM0YjtPOOzAcc/J8AzfuRv03T4F4d2nd8mZswXnS8CBHve2IOg9c28PCio7BLHDJs5ruXlBta2ewzkFD6+q+e7RowEghL0YEHnxbdhIXVCzUwPoqj9rO+nPI3n8Zc94jtiX91LQBegv5JjvPJY5/FBWvS/oa2VnZRQ+1EJcDUi/GyHuU8UiL2I9X9VdSw8DDwZqFMFQZHc8mc9JVzW0jFN97wDWpI1wImNAsgRdKrEIMFEA4mkiunUdWRuc8waotEOFWil7PANBZwbbTmThWq3HDr3mYyBppGWC4jKje0849NBz0HgQL591m+2bIjHumRaw/IhOPOLZoUoOE+P9iAE2l+iawuOvyoqa0W0gbXtLhE1p/UDKtsQ0wu867d1bVj9E03/1+YcPkwYML4Vmqf5BTBBFCX7ocFIvQLPvAIN+qPLx1czEid5AjVCqOBOCuguZqBtDLelEODT8s5NQB9OiikwwNSNOuLt24PWddl/uVfKYTLgedrziNGKe/72Pk2IN0QcFUpjwVjcEgQTOjBUzTRqltTMV3JBYJE0ir7pWnZpvSaG0kqEaigfJWI7z/hM8PEeBAiQAA+wFj4dF0cuD2EYgRMBsF9k0wKmO+TSfHRWSHjSJFglGmBOIW1DFTtC+zZkzenO6ddAV0F0GrDfY7xv8zZipo8YssC1XMK/1NYTcI/oy+1BFXoIUP2oIC1xAPgnpkm47oMuJU1f0Wboj2LjXdXYhFrNPJYqvYO0EOD6OjDwbDdfNdkYf2mwdXyPAXA/3YHQdhfD9++5Hdr2SBfs+OvItfLEcuiA09vWmSJoBCSitBbjCTmpOlySIeskSE+LwmuMtcRdUU/aWHVfSQmBSKhqQISL0LkwtvOMTwe+sMP2ormQ3t/B2xicq6McVhApAZQXL0Gg4fLUYTNpz38PXNBI3gLVRLWI3oWouXXi8iiCx/Yg+tzmxeqR63uAecpPGLq44wd/hGl/zbeduMEN8HcFlEePEi7ngybAf8cA3ok/X7XRm++vHSuyJyPPVQLcfBUBX5Bq4lRZcvSBm82zCIfd/ODnVnb9FVjEJWfu9QXVAQzogddP5F5LYXVendlEo54GivgXk4xYeXMNlBeuXVEgLJxABi96hmHi6vwZcfJZdtZEl4kMFamJ7TzjM8FH5OEaNs6DVJ9G472yPLDTZiQPRoPDWm/6DfmRHiCbegY92PcTXKBj7QIu0qwEotms/Dpk1S2/5Djm+fHu8olDkFu13F7HMPWc6+aKxqLtZr7t9ZMqbp4unne88e7+IN7U/JceJn5GPNLZ8BFsjOvYW/dtpLlKgMsGnNYLUhGesigPDfaIpz0vwM/UDE/9urvtQOiYp7/rJ5TThEKPL2xXY4pwyEQa5BnpVmGA3bUVUzb26vqQksY6lGF1NIT/KJ2S4x5qK0gn1OdWqiG284zPhbyFWcfxPc3m9jqO7Txe95qeRULQWfuQ/VERWw/tAy7gEy3wObniOFYmAW9D/TltKivU0q768NpzgIacWA6B3lxMxdCBRibF/rmJISgS+i1D+WDwS5gfeQ7w7jFfPIBW6T/SU2xrGFG5TFiRLSsuSHGoxBcFd6g0YuxFbt48PeckXWc0fBhwaq9dW0aAt8C3u6UqeAGdEH1K44MMnVK8DbOEOCVoI1mkQZlBUgoLTw9ozh4jFtXcVZooaIm58e9QMmIBuIFAtFSRVdhMl5gQonoQamznGZ8LeVpHrw4+8DIwf7RhgF+7DzHfkQLLgc6fdpAGmKedz0LkYIvaOthXloJSIX0LNtqY33IOkBYrEuEGx1aOVr22cayCrzdeoH7SaIMYtrDjNWh6gH4jV+IGQyMWwY7Ij1kGFmN2s+I/74BROyTH54FVmt67znmg20p6t2I+ABa74qwAq9lxnk81wQvAj4f9fHhcXVTBoYL14zDCwhodZLy5UaltiDIafWiSKymUnaocIkMsg1gcw3TNslxmsdVHpNRSA7VltQhNbgJdv6YCLAxtZMlIEbGdZ3wuJINprvIMDtAxjuM9L3MwCUKBph38YMTHSol5+ogt4Z/WW0zlOF5X6jVYNLN7fNs5QN/zwc6EjQ79Omm3FQMXvZIB9zz9x/v+Novz3CIvDT/o5CGG62ZxFf1pvFwjcFgXtDhswrg9LO1V6ySoTsFyN4q0dvzoHbvGWQCmx21c+GTIhPS0vt7kdfOGmTYEOsTuXyTAoItOHCGN1CIsikZS6Fldj1heGsXGgoySWbWIQHVfJfOdcpYQYvh+FBCXMFZHgCK284zPB8xQfGzubp998lyTXh29cVaOvsivvhJAJWZtsFq/RamTX0uUiyIn0Czvm7A+swhsv6LuCGjLjDUG3uq0XOGk3RbM4wcyX8WAepQaf6DA0GxCF1ni2srsG7R1cm3zpkPmLlob0zXBwmhD44WmITKNpHculAfs/D0G6a5MyqGaMGe4umCGVQ1ohJ4jzwYMvTuAykPcQhAG2SKikEIcAvhkJLLIMR9hqRiLRaGMEC8UgFmLTUvA0kGyWma65Qf3tbgCzbtc5DGK7TzjUyIshKbFuHh88YY4eB445mO6M/Oc1QNvnZDhYKHAhOVX4uX7+l6Hamdvht7sJYFj4IFoVE9MzxdP/Vz+Uaw+aXRTH+/Yxn7itVaw38MrvogugF74cwT8XUuSUnv6N0B9iIGRAPvJDYANIOLeu1e1TBNY8nIu35TB074sy0xdx8ZxAf+PHVLRhsuv3B86bMYsu4bHAIowcZV5aic5wxSVYJayTUGRmRUcq0zLUYrBmlZkEbjoXlzjygBToevF1VF3Vxopa3QmwE8MHuY+NvPuCbolPlz7eW+bHY9t/JTDZ3H+QHv9n8vfCgsDfCN4G2C0EE/mYvFQ+j9PfAfAyyuZp+UdeitKXGBn1mPrILWNG5QJUO9zHU7/QgF6e5l3in6vLvWoCjKkcZnESIAulrAvCRz2V7mZWF/bsbw4gtWABHV1407rvONPBJrB33Jo6C4iD9K4Vn4PLsQtFKqg2JiEPOREhGAZLFpmpB0sK08xETkNLrbpvCEjqW8gYAjMKDVSZFzUJsMiRX9iO8/4lNCxuuMJ90hOX3Gg0zTK4e3b2OgLXE76kMh9GInsRf8KlL+Rln47YIvyhKFMWQZdLRcKWv6L27O8I45DGT8SGpA1mtfHW1BWRELo7GobV/33YqUGPTPMkeml/0qW+jpd6eLJ/GzfdXxX2Dw8eizwnTZgrqcHHQBtbVx6LcG0PgTE2MiB+5rb2MBe4ZeAv5sjAd5vbmEDOSLJggwU3FaYbgVlb4PUpryIVZ8eZrJTshxSLBvlgxG5jBUTXXRGVmAyc0JOjWJJreuxnWd8NvAgx2HMxT4PWT4LujyAAc2D9NwWjvp5vqGh0A9hXtIgmwsOfB/Q3ilD+WDAsNupO28IlrPv+zUu5xlsMg7FRgeX5k3GIDvo9F3oBpSvCf9drueiAQ6ixrONqzrVSi2IpwNrfpjmdjv2HThr74vJBEiV+VG2QO3Nj7e8vO0A+PFuCDwTmPiquTAYE5VW/eA4XCGSaJWBFjbHIUCO8LxTzJFMQkQyXL8I+gdMXaFgcBMNkXQIpKSYi1C0dCoYx2RYksAoROcUPzGLJiAiiC1jO8/4dNCh7oMzD1Ef2osjGHjaP9IHAA36/VCoqnthg/HCbiS/2wWkiYX4G2B6uNu7v+ix5rD3Dxe7ehshyBDGP2yNnp1ZYOkAhte4F1lsjMVT2coY/KHVGEj1zTGvzLZ7tdElxVvgL1SImD7zsRz6g+IuzZZ536Fxeak3PAhoGMtL3sqT6/N932hrx3OivFoOYOdDBgFyqxAW3zLhVWq+QQfiePjsXibAJUwfZhXDIpbkucgORSsnnfJMjhVWR0ywDqUopggLNaVESNl2xFQh24GIVW2mHMV2nvHJ4CM9bZALnl4KccWAviPMhMBqmDbv/VJ8c6Bb82PB78MMq1yt9bvhmnezhZxPmWFmWu6i0RAsLHfrPaBL676OafN+ilNzI4by8XPSqUQvn8+ARU/yRGXQ1VGsXeh6ieV5RxZkG8BlcewSoDmeU+R/g+56vtT9n/kFQU3cIS+6om3xpfkxgwR4otPBFIVXOutshYaaDDnSqbbWIdKGVJkKR65m8t9Bshw5/1sViCJDbyOJRRaN7Tzjs8GGJQu5CTvRb7sO1jUD8tC/2D/yKp9sE4TlA93tOBCjQ/R6TPO07xdhT5jMR2D/+NAvXeSLVtADC8R+44WwG1hOYC8OeUWB7xWUUDGyRl4AyU/FyeHqgzn417y/bumRjljvs4Vq4xwgC9ADxHwfbS+Qs2dkPTz6ejUSOmQwOEsCZMovgxlvC0LB0VccAYowgwSPEMklW3BeZoudkMgmMktxUpHTETV6BbqWSjEh5J7vdMJirkOsCDhFRU1h4dSZAD8pbGAXF3qKNd4HqEM7fq1X1vRM6ksPECFOcfHfCoQnnb2H8B4Mj7Ge9HQ+APBoygpiFgulYuF1Hdi6wpnbv7ENC1UbZK04f1r47xAKhsPfWfxkpzYyw8VM3OSOTqAD+s0RzQ1PivAKNDrVBoagOB+eUOyGlzuG9c13Op/J46G8PFAAgY6KAeaJHvLEWp9NRujsZrJpJY3MLPSVSpTM0oWlnB64ynC2g9FkNtQjoBXpZRoiGdt5xmcDzereHuC1P06uV/cGAXbjTMxPtsCwyO6shSJSXXgXwKuKoxffC7xcECKQciHA1eZv4/KUbWO4QgosKbGthCXj7spGeSHqnwWeOfrt3pU1Nno889tvFc8jXft6v5rEsLN3kJ/xhwir5QUP3WuoFyHmxmgH8XLHsDFBj/xbbCRLahu2YZYwkrw6k1CTWiJZMEtkKtKZTPpcoCrJii3FuGb2Vbam3WIUFFoqFZmwWl2HGNt5xieDDOzi8MgD/eCb/sw93SjHiQsPbVtBVEW4DxuV8dH/i7x3w27l94euATcOT5MtHPI6Anzpjj9n44dFY7Kihq4IrvTQaUhbhP/4KNElH7VwkTXWvEPd0j8duhvb2FpkE1gZ32xG5a69glBrz4ktK3Ev8ZGQjiDAg94HIw0QLZ/cp5U2WuBioWoh2SlSBT3ZJBdqoekqqQ6pul6yLbOYn5UNFwCyL9U9Ne81RWznGZ8Kmm7xaOcTnTh2dYj6OG02svzhJiPi6Fa9qC4gaoe4VO+/EkICPGUtHwZeDvDtJUSy3W0/e7VBJxt4gf9YgKOjcHG7avOpX3TRR6g0pn3RRDQDoLZTm9hk7NUaqUhd/4V7ineeYo9zldgHsVr8M9Y9AHHSVJMF8FxQdiLWdE0ClEtZsexFBTmieFyE+IOxI6Dkm1eyhEQtC+mwNCNqRji/S6Q7F3N6o4qQRfDvggRJT6lYnxTrFmI7z/hU0K3MCPpgdhhFUE8/rkenQhYWZthCmir+edhH4i0YCe83I0C/ByGQ5JEvggDWVryFFwmQJfgmQAzL5calgHK5YBzZInHBS7TxypkjV9q5r9btDzuQwOjmCC8Y88B2uT3kP5bgav3qG14L5msLNSTKYzND25nCJP2BLxIUVPkliDsY6uw2fK4xkFsQAmPKCJ4UL/mf7fS2nO90SIbS6gDjKB3BrWUGIy6cGwipRcrMErGdZ3wu4ODk8TnDA+QhHUc1ERFRD/K97Hee/n5w1WigJBoZbljicQx2qNNcIX9XwKFSd43sw7zPqwYLdjiCkQS2wUugO4zv5jMlVdeca3arSe6lpsD80WJiE9sdLu/pCkx8Zw+Fse/ZLi/1kgC9pmc5fWj6wPef8ulgNMDFExy9fhsR0AjQnuobIM5oGClpC+aVzG6pGiqYxH+0W4pELBlonlvErSNCJ0EKxc9TqseprvVjO8/4bJB10W54SPOgDROqDNQfjUhfZ2pTNYRdzqQZCEm6me3VqOYiOw/5++Lr+ExEbtycG/wqK17MAo9gvuNmbRNUNqC1mTo0hB5RB/yDXuSbOXvTNyVBhViwuCEF0L0uiIf+6NEeN8x2XIK94BSdX06aDyQ/VuE1YP7CLbY9muOWXrcv8rG/sW3HIa4wf9QAhDxkm1e0tGbBVNka/iM/garr4mPJMW5BVdxsrF/omYg6zJX+F0/Gdp7xueBD/uKej7Yhxn8S3/D5sfhlhwegJBQPOjPo6vAULDj4Oma5PvxWzJfT5cbNc98BdlR02VtJC1dzPj0bitN4jQMIkBWOUGVR7/ioWl5jl8IS/rkeuF+RQhi+UiRs8+uFPlowgOwG5fIKF1plmyA9+KHarVzbBW/MvLpEcfGeKqpFtDFueyRF9b6iRjThBIItFqAqyWbIRsIBCFKC0LQOnahSRWVJsoK9uMZoUSLnwQCztApqUovYwTVDbXZVUK1QC7GdZ3w20JB4DlCTznZoA4MtPU338In6K0vuw0r5D0vR6R6KCi0R8psBT2ewq++FZz4oayoQYq2IDvpO2hE+WeAIqy2hryl/jcQIrwcr16ilm8fxU2SJI+47+FK5wpGPEm+MJoiU7LXseawLS14I0Rp4shFF+TQ0P3lPFURX5KWOOgPONaHhPqivg1lCFCa2SVctRMmMkmIaejIiMVIFq1e02hRa3SFhqdOZ023p2MjMXAsji1ZngdjOMz4X4oiHBeqIxX+7Y2I0jptpuq0vFbnSS1RUnYaRIgLYMR/lejfCeN5mQ+9Ae81dJhXx2T49F/cqApxffu+fgBHUc7QbmOMycIxaMmCkKfHZYVLN5VVX8izDiGP93eBF7vDt3sQa3RYlYJp58ZfTYqbg3PEGQDZSmlAe02gX0XKV0dIxNMYoMZgkREYD7+S1kGCdXqwEl8CC/0xY0coFWrtaGf+Tv3qZhlRm6wEJVrSwQGznGZ8MPC51dikIMLkAx/I4O5ofHsvzBDs6JDYV1M4pm4KtUiIW3wD6nN8b8+P4pmNF4gsuNohjhSM0sgHQwvoLGkJz0TyGblPDpxHEQiUwEVXB1F/cO2o40t+4cDuAvI8QqQ63zXbRh5AoX+JoSAK838eKRgKkizo98MWBDxsPxmx3rSE4I7nDscQWEVKKqQwRkpKmpuKG9UIAE6kIX80MZmXPLl6f0ZIsGzW1JNAGc1arI6JKOK1nAvyciOOdn3bjwV3P6SysY9IH0Dv4K98MJBuK/2673wCemRu78B2w1wu+0oorAUIeToMeQxmx0yDRHkgSa7iN8jMCMtHwKYWFq1FALKX0iCqOOYBbj2DQ/yPzr3MAryHWRbAslnwMCBDV8YfusnwIj1q9N5Uvm2FvF9hQVSRnGJ1iTFG5bIBYUuSyIKEWIhkTacPNlBIEK0apUpRA8dYRCyxgVhsLS25qB6FvSGznGZ8NOtj5AG4QYKgph2BUomAl27Jq2xIlpmSRwruhK7FPz9/XDdSTDTZoJeX1OkUXifELKD7QKSRPpvM0IpUxgHxRPukwkvC24cJFp1yqZVGZ2Gwa2NqO4L/NGtF2b0+FeUDYsbvSeMEfvX0uL7Lm67IexIK10dbBI31LgCJMFjG1HHkEMBcN6oGKQtdQ0lFOGvtshHTVDRSUVmiUR8k6pjulQRNFnRjRJslRILbzjM+FONZpnkGA/UAdzGaaHx9QjHTECvgPPoxUCV3zbdjt7tGhuMLynQCHhRucFDjx7sa4+7nT4inMixcNHEEf1zrCDbxPBcGjpiux4W+zO+iIBSzoy5UgbeIoX9/nB9s7bq7Nf9sMSKDp1lW/8Qdhr5HZa9BQYPws8I1+Iheb13o4qlcQZSCQK4zgQyqTixiHmuUkaqFaqt9CzmUBVynIFjtcxcUTPRVSKhD3orF+ROBGt6F/ZSaQiu0845NBdoSj1gSIA70dqLtqTzis6RDpgNcxrYuV7XYNRyHhv6e/CfoUbbuf7Hug+SuzngnBFA4UryvAzGtjcRyvcwArN20x4J3y26hx4NroZnmO6kFyL+SFcdxfXefsbvsroo1NJoyKQWtIMI068dvHV4i3ahJ6coXjOUIwBQH6KL4VQqSLhqn4j5QXpp1GPhSiqSCmxrDLNQSYRC1xmZI93yTnZPyz0dB4IVhqWQ5nAvyskCnxt5sWh/9+oJYzR7aE+Z63wya93U/6DJATGbDQf8v4Ngw22rCleyfuHttWktDnPT8DGtcMjjNKxxabrTGypL43MGI/3WC9MWS8qjTTnxIDMqJO3WSXspB1/QzB8e6ucy71WyaEBpLWMEI1eQ1ld4kS6AyTnCa4xTZhiFY23gqW7b8EUwYZZUFggJQLUNf1lDobKTSxIWWvpKwGOVHZSKFNd5M2WwmLPSkJi9D0jL6W2M4zPhd40NvJ4HFNEuxHbBfDgHd6DiAu/h5gyA/5LLGDyljGQtVD+07oedTSI2ND9V7M0115mUl6NndWIan4FE6+5DNwsyLJVcNXvKAUgyj+wyA/kfrUBzukLCDiaeX037p/vCfL1XnDTIDWHB1T3pGp7k86/4d6KMglJ/6HfbkxCsVeM2DHIJKoPOIoEiEsdIJT/VpHpzUjp8KZL8GMFhmlhrw/CRFTVH7N6CsDrIhcxZTGvlIT23nGZwPtqL0iGAzQf8O7dei4ng98RIJluEQ1+ChkREgZZMSRoqXQKiC9H7RLtjNgQ/Ve3C/uzIMJ8yZou1WvuB17/S3MNdBK59iAx7BjvotR0whq4u/OZDl+tg3AnijlMmaGaOkIFlk7N1oJ0L80lkdMcWzc6qK8/tUc/5/m/KIeKNofYXLyHRB5AOQKRp2VRD09KZG6POM2cFOG7g4WgJVKOz2vlh1qmMy0CL3rIxG8GmpFUlSUlZ0J8JPCZiR7pJXyHGA7itNuHNNGdNgjHTc63/JJWrdQgyO/KlrG8w2gXbLJAWr5Q3CYHvkisAY4a9NduDXY7AVzrPEKB3CbRRcMOD/Iy9OWwveLDRQdQ4q7+EDL6lCMh0bZ4Cht344t5WJdkcTmtd0jAgx5BEhNGc98NpFPwsUro1n8prp80/Q4vF32jQB5JJENfOKgiPkrf45QYq0x7IsNbVMVTNb1wWmCylRyVYa0WjjhJrIFN8mU/11QQS3Fdp7x2QAjgknwcKbrQYuT3RFJBDJymYit5PCos1MXF7rhi5JSWCg4ZgVqR2zpTgKmGVLBWxs5ivnuIdy9ALcfFEgdyeYFi75fv2ZliW3+W+o1xjl4gJ5Cew6XSiqO+L3exBLFXNRLDPWCURPaCcNHPduKh4Hl3tV6lkgPUAcDq6SriWX/scSxM++PdKHhZK45BAzSvKo1hgxRC4KUuXBwIpxAgMwEKakqJSW4sJxJ1mMNQUqiKg1oFFhE7GeFc9aI7Tzjc0HWhMOY9rXjfa6aAYc56ehOg7GJ+IDXG5B3Fze3D3yTtIyQ1lP+GcrtK83XeNGn+m1xP01/H8yWCWw9fxEsnvTwtm/qKzjoqvImBpeNs1KPmv7BJzzft+e80iqUxXDubnnfsQpyINvAY9egx5QW4E7zRiU68Q67QuW20D4awNIqNBBgvw868KJHfARBE4bYZO1JCUPCUEILcZQrGVS04lmu5XbJFdsiSqXC3l0o1LxyBoSmZbl024AzAX5WwGxEgAQPZx/eIIH9Pa2iGIySkbL6mXerye5siWmRDgXdQcnWPhrvbJdkVx8Uo3XfcO4bp9/q1zQOy2fzUCqkYzhVYKh9R/rKoGH0iJEBdV+gvtPBR4HRB44tdgQjL+QAbo2A9lklQG+V08f71sj0Zn8dAzHrAWlKWQ2jNK88YNQ7xvinYc4I1hBjmDcIsRNRicdFY546emCKnAoFIMlMFjmq68ih8aBkAVLoAlVga4yCcEsWxdZrI7bzjM8F2RKO8Jmn9XR85yE97x/mx8k3niktW2qHPyvp9hlbbIQW85+fhjNgn9/1Y79LM3wD0LVKRCRAuTjPt5d0hp+7C4iV5PYE9pU6N2DqOIqbvuIgwxg8LMholMyDh6Q9Jhi7Ixp4/ssB3FyX91lmsRy2ybUHx3AA2goWu2W3NB4iWE0P8irZxK8qh9zgLm3j2OoE8ceCMwDySwTxFVUoxX+WtkrLyEWckoGUQ+gj0TAkkGrpXGNUUI7WqyzFyghE2aZh6RLOBPhJsbu5uH088BY/GLQ07Tjd7e/SDAkz4JyTHs7QsHiQs4B/hRLHUuDHg1e28qFoc+xXQzdyMH54rH2D6Dne5bznKU5RwE6+HzanzOqBF7bpBf4D+vCyKQ+exi2qcq0u84Tt46sCKcfAurhE3jN4Yl3DWlp9k+MWuKdVJF9/j2qXHJlbJFutmWf9Qq4Yx+i1aKwRftmSx4RCO/hXAZeTaFdOZeyUmcCiEiOlCZVUkZ5AaURClZZoK4wsS9Kxse6NElq3FmcC/LzgYYwDfqfb/JDUkoAbsvfbUpRy1L2eaXrCP4rTWMIW+z+XCbpTx6zt90Jjheu7evUSYmwnGOdqmviKPV/QrhskbJp/x8v8xyaijNrCGjRuu735TFTSfEFgN+mTHVksAxnqxLqyI3H7i6sAeuPXBsh/Ktm2QIcAesgKfaOx75drjZbfAXKEWCT+g5rshuVSilZiga4LyRGWLYiemvsoUNtTQiMyhFYBUfShgcWCcBORHVqXj1qxnWd8MuCQ5WHMI9lHfUaEmIEnmHSsO8MfiJB1wkAwS4Z2sEcaAf9DNHqb3wdv9wA7pvr6Em4nbdxuICJQUzACtmeY8gYB2j1c4TX810sx9gBqnfg90uuemWkGRAqZE5VRsAXvweOI16RiFard0blshDe39Q0gISPA+/dBIKBjIX0ASBgNSR8DuYwQrbCI+QWh6yLZomyoJVUwQpGw8FflItnBZKpQAqIDQSnoMlKOFQWw/tjOMz4bdnQMDjqhF5p+WLdrmLAIsyAO/5Z9QxOZ4qsaNMSwx6BDmebvhGKmr0B9USlmxiZAu8MyczpAsX0FvnjC7dzY0sOLF4gDuhh8c3GtO4o1buadMpEk0dxoLQfetOi11hBkfQx+qLvTWevwkS7a4R2yuQYoMSZlVSLmFbbbfBFgCdGICaTwWCoipDsWoER2C6WITh6cW2jM5ID/EASV7mj6KOrgODAkFkmvtSAUUSi284xPB97q4TtcU9GOYT0Z2xAs6BcmhC8kVpRFxcL/XVgj3ItvcNlexpF3wx+BNqvJ3v7egHJ9TmxAOoD4W7mAu/ry7NMgvZn1sAoErIsn/HgFiddfNFZcFTuAznF1LtjCCw6g2vZC0B3tQt/RI548ArEJ3NPzHrPf6YZnfbMOhyXEj4AoA+ikJDLRohBVkAr9tO6rOfSYKHVGDLQEfusUGVUgD3AFe5pZRJUCWd0qxZmWJhDbecbnAg5nOzw6tMOQ89zQvE83qAPWsycjTPsgMtsB7dD22BcMG2j2dwKvKXMK/pzFqzH/2rwZjAbFgyebAggfG7ns0BzvjNnaTjHWa6GLweIntBM1daFWwyhojJXrNEQXUEjtMTB/5L+g82MnAYVsVa8ju9zxfO8OPmAOE34GH1Y3AX4DQBGmjYjEHVo0hTnIOucFBxolo1MQgqspgL8srdDIj5kq4/KR1L+gvJDcdtYluIaaBmKlZwL8tND7gnFcdzN6jvnXrO+lr6GzYiRBAJag51Pxb3v0IuWO9gkzkxv+0yS3sOKbN+Ad5MkHWYP9sXHghYFU+Do9bO/Q7C4fmu401dDZ5nVg0/Ixn29ZU851NMtxRPpqumWSveq/Lo5fHivUKoQsAowa27tXyG1AWTiit/CpteOmndxS5r5qK19RxDBbJLuIRyQOHBdIFWP8O6BOCImRiJSK7M6JESkwqVJaOwWC2ohT7CUB61vumFTvJZ0J8LPiSbbOjyBePOWrRZp9bHNJamlJZsFmlAhFLOifFk7ze7VtvBHs1WLlL+Px4THYwDf+DsZtNpynX8u7WU+Y/6uYYQDvNsY6xCseQna/URz+Tb/YsEjnP8oMXL0FtH0JP7Ofzm179XjN+9gGl+bH4NC3aT5Ieyvy/9g7O8EToBRxhdnDtNEUzmSyqRg3mL8ojKf9FArhtZgEJoetoBWrITKiBoLjIV/tYC2RJKJ0Q2znGZ8L+D2XVekiH9w0a2919y80xVgqJl75TI9u0qclZYzFLiVVpFsJbDX5cWCf84O2r8Y83YXJT3rmYeSwSD1zQyXVm5gX2F2NdV+F9Kc57tlxxhpHKfQrI2e96SwvurqBIM8Y/3jVjKCPbG6iveqeg2minJ6nJ2pnfSAJ8fo902u8eijIEeKLwkmVPzLBqHmFiMVtUaedo6uNbIKVmrByHSuYyfazCFseyjqjqSwH43JBiZViO8/4XIAF2TxGb0A3CfMk17Z1HWAIqIm52bPucQYFwsqqx5LicbzaNN4KG/jpla+BDfBzXfMlCHDhVbUkJ/wstdNcdQuvuvy7+lU5XE9wQfkrotb1p03QZjDFe51jbzSdwssO4KV/zwJPz3kKkIwewhKN3j2YTqEHl6Tq6PzRnwBBhaLka0C2EEwdDuaR4B9nJrWZtlLf88ew4Q1GxShdsSydyYqusdQ7BFE5lSEzJmI7z/h0wBF+7zsfbi6e0gWkiZAFpV9jr3IwQpoD3ZdfSYHyj5plquDvATmAbybYvBtQFr5klWLspMB5KncODnjan6SFgGmlAoN3xwFE2wD7r5AL4qsuzxSd/8t7uzfRGStQLxAd6WzZXPY0OsuWSmMqtD0KwNGMIyBHxEUFk0gFtZkZPNOAlBRR9QTYarSclRwj9NrLdQN24xQMcCPgkkNWkyywRBJubOcZnwu78OYWFnmTt7wu9A08+HnzxsQj/UAv8NEfmAzLdPj98PaVY1vuNAWljS/p7b6dwQR47+ORT5zPeoC4YmsAoVtosfKHxzueA9Qgmg2n+dYl4YmjOFerWm14d3D/oGoOHRpuc/SAmlz3IMHa6w4ua2BTn3nthF0KFYfk1NegNrb6NJI5gjoWITIaIqM7c6VQy7NkL9LLFkxgEDuL1ezu/TkExGdWrDhRFdxYU9b8MwF+WoizZM/9LJ1uedUNYEcOZE2jaCjKR2lax9/1WG0Yp4r9bnjH6vVQMHjucTqsp4YD3x0e4QFuvShrzTU8Q7AaQtNag5iF6DqVAJtGhn5b9vI9gV07xSl13rcMjBRFsN/rDjSw/GoXayuedK4QFMwbP4OQv9ZRODzokaAjba9bfQGgiEJnQJBJEJSiFetQCmqLXJZb0NAWep2TxdwUFkmIq8KFKDMmvTLq3VBmbOcZnw44UjGRmvEjf9Xfh38z7/zI24oKArAcGxv+7+lF8qCXnfBGi9+b/96FJ8yC77Bl9MRC1VFZ5MmUtDLxDdX1FgEO9CD247m1ttZ8W0viWVQ0z/trFk2IknjmkLdlRgmsDKuDt4a9wlZEZRs3hTOLf5zKZ93by+Rhwu48OnbpXNYiEaq6oFclrjfNQJdDei1EFkLSyBD0HyiElGgzWGt7Xk3XkJmKOouJTQuptVCwcCapkV7igMwXYjv/mfCnL1/+FOJnhg5qHtqD/wA7iljREjtYDhkSpoTwhNqyWtsQeOSHpEBOMjGnn9pbAwoGTuQmgj3AHaEgoNiqtl+/NLTj2QOGevxyEkKc5CMiKm0eUJQxqUu4w16YzIu/+kpU89ZiKWXi7vEBgTk+ZQuQ6Fzm8hIUSEyIDvf6Sp0RW35gXy0SW1vbwN/AtwEUYb4Ix0moMvIWrEd0BT2uIc90RgzNCFkt626VqRqXZ7Go0XNbluPCnkLQ5TECnP/6xfjjWwfMAMcAf/mlHp3fjl/VqvC+bhno3GvuFPi9Ia7Cob2bLssdHGnwR47k3d3DY9ywS3Diq4J6jTvM6tcynX49vmW0PwLq/PzwtGXbhcforTmuL1Ot7NAAPrkqpw9HgMGwOq+MpJucQg7EuHLR5tn3SHF9V8xJcKRRTSsAdaUP91WchsSzPqycPh547el5x6vA8Nmfbp6eL6b+rp+G2Iy+lsx/ut7XX4GpPCuzwrsI0BBhjF5WUhsW4p3MSTaKqWkuGFjOuaGQrrl4hKiKC0RAFDoSApS6OvtlkKAbSj8jFdu5RBLgX946YEajql9C8SG4zl59+fItzIrO/RAESAbks6s0n74bcss3T3XL0lBWZgr7Uxu7ZybS54iSbwHneiH+TuAzcZhEbnW+38ldqO75NocMjpPi18Nj2BwpNqqExhTgwlS4u/cNmugXX8EdAPXCv9wYsOeLA58eyV5ubo2xJ4GOLezbC2cSrcA03/S20PuQNtEvzAQ2+jmg8sUKTb0qEmSW6CkXG0ipozWTjSmuRVOO2MzZCqTAavhnVhdbcLmUYzsXmP/nl38L8V2Ak4WRnf7ysQw4fQxz/cuXL48hfmZc41g96JbYyj9N3jrO6VR8bWQJizlMvIIik5VdH71N5CS+P/+92L6mk9vvLuz3Btdte74F4y90r4GG6R6T2vCj9JkVupkYRAQ60J1DpMOvFH6MeLfi7JfD6MztMfQOnXovw3yNMZ/n5sbewKX1ux3ayvsFIXXQIgS17ydD1uA3NN8GcgQZo9FH+FcOSiompAsnkQvSnBw5L1zR5bSwMgQFZ1DAvx1JZ2wHE15ZRQYiWG6FLBmI7Vzi//o2AoSTpaH+5b1z6E3AA/wIAvxxPMCL+XnmW+0KAbXH4DZISQd/+C62RH2VW2YKy+PV1If8YuxbQFsM8fvh9Bpmnf3fLpPq5QXgdIdfD4ydfj84hEk+9qioNfdgd3hsNb7S8d0U97Eq6k74doWQh2/CLYEm6qi37XAfiJKJ/0yFA/hxOyx5yIQiKN1SSpJSqBnLtCjgkiozZiSC0QyXDgyNd2w3AzUynNeJMZk5monU8XOA30SAcLIUkwjpDf4Bs1aQDl3CL3+Jluf//CNS/xAXTX/rGf8G9V//k/uxS8b05V+/hti8QbPZv/0Z9f/6n9rr//nl13s099d/u5jZ6i88kv/zyx/VmNbQzgHWtX4+8Bj2Q57lzA0lD8jqEO+TPRWwdermXYn2AOECnjhFdAQvmhPyXyhxGq+ojo4fu5c5+GbD2dO8OeQXcY8R0ksUEaNSUg0Z5WZ30BQXOoyeR5b5iuTwHVhLiYvd09adOELQk3GyZwefIPQZ2/KoH1dgtJb4QHBLmilR87V7+VQnCJEFqMJ8kawREjglkkIrIGVjs2AeKYEmskDLMkEh6rLQK/dgrzFcT3chcjIEy1ESOndSFWWsje1c4n9++cdfv4Ec0gMkPeH/HyAauIK+NBLT4ulfnaCLOP235T9DJlcCKNOlwFQ9wD/YufwH82/+p4v+kYfBv335M+kQFf93RX9W4QAT6NC/IBrW+gmBY353jQMUh3wnIEqRKrZEFPsPRpB5QlR8MdP/e5zu7g7tnNmHQcYa8nvxQn10/hZstrkaEtD1QC4GXwtANit1jlLtTB9TtGHOBJd5nDCYJB0+7ruDWxg/J9Jl5JHHmphid1RojZGih8QKJkAz6S3fcSapI18Azp5z6dbwC8foqX096ZthvkiIMio/EUFIkSIaNyFUfefEVoDo9ERESpWH2huIbPQIS1UcanM12TkF5kIgglmPeYD/l7nhvX6gzwHSE/yPe/ANSWqi0/YX7J9f1Cp8zD/+CdEvlv+GWcQf/opykP+Bye7ffr14blJi+o8vzQO8uPizSfIvlNkKV0qyJNn96WImCWIFWBsagA5ZMxKI4J6yzbrWzwge2Le213746/i2pXuZ8E9/QFk2T5kvgu8FxP9jKfdBKLb6Tiy2cgPwAK+v6MKSpxYl5+kJ7LO82vEcJweZFeWPemYs40IkTMaNwUgpSNzT/zSxxX8Lh4mf7kPVRw02f36YXGF8Tnnrnp4CE6BE3QCzLNy9TGfplGB2vlV9Aa8oZLYgU5gwQmrpSAjWhN4L8xFVlRSbGNFm6GRWOQy6nlBuWYdDrEmJWDQ4xVISgNjOJf78v3A4/QlO4KsGcoX0AP/85Y8H8M3/IeUvcU1ZJwbBRa3pX778l2LQ1Azf8w9K0AtNKZBXgf+YqV8vw5kz0DDmu2iF/IZssiK8RvEkc1TiPmbNda2nHh76/TDtnq94jDLkWMnInRqO8WnvOU/oZA2U4+ZnGTjPARL1yZIPAe3tlSZ3AqebmO4eZr15AN6NN6MUn654o91Yu7hbz/P01aMRw7kAGwxtr5VenDRI3OTbp7GsgXdb+kLTjl9j44SYfKiciud4WUuiXL3ewpUug7DIJv+Vn7+QEGE7/CNwciSFl/IbQBGimJFHWjIJqZFOQClmWAwqq4UoouWiWcBVV/lWRIOqfryU4fxaSrVDEdu5DUxT3+cC/suXf8UQf/0Lnb3gG95a48bEjn/98p9KEDmz1RT3z1/+EgdKlwJwIYW4Nwes9pfSihrGofiHL//Kaigsd/HPpF84ijoiUeLh4n/TVWA4mGWtnxF7spc3NY/XOLB1zJf3BuPIDylwhQkSymKbZ0i6Aoxavge3XVr8MNBU9Qzet0BthLwBbwLZQMcEympjQIPa2SDA8Rrxgg9Z2oplN/kimRy9Q6/VipkSkdRpQDHbIviMAwSt9PZS9wZSVTFOf4H59MnY2ytsIn+pnuULLn+zylCFNO+x+tiQkyP5NpAqzBSd68wkG6SnaWXkD9RGvdVZyiwkjfPs5jVnTxwViHS2nEUiFahK6vUZJc/Aoy1XpyqKCLGdR/DvOmn2doBoDJCP+A64/NfCOC0BIN3wbxfzf3z58g/tyC4FllT1X+kMIut/uD7WJD8Sq4vC/xUeoPqAFpKR98NaPyN0GPNWCHVdaAc4l21oqnGFBDYII5hurqcH+YcgAcwf60tHPgo00W+2udNN8BSmhNt224uqmNVn+IBD5Y2LH/QR9ZtQIWLMn1kkQioID/Bidx9zW7bgKBL8JSJBQY6rLpHRgZ+gZX/iRO0xPO9N7boNZ/jN0iiVyinSxQ/x23dGAyhCXEESCdJQlASC2KGDCSmc0ZkwiChg9VEncFmZghO1mSSzdU6DcoN0axEkqY3tPIKcJr4Vcbnjf3HnYAqs37p2Bg9+5VcwUTudhwINYKZrXpv9P5mxp/QPlRFQcbiBD0wW1BX09+U/sOODALkWZv2ZTmKcKrQX6nOAeUWGGGj184APtdlkb8Ke8mCX89eP/H64N7vrt8uAIkKCgccZwOVjrd8GUtfb7zBb4gWr5X0wEp6nxUNspEGxIGCq2GQyqXMovByeokXuZgf4eThTmgpLygjhENcfuItYBPNVlyjY6g88xZOIGsuamBXA165DlQVq/0v2Jpz/UinClJH0YRFYKCE13w0JsQxYx5EX66B/L1bun7SRGdquc7qX0orwH3qGILzoQwW0zvH/CwT45/d7gG10U2538dE3W3iAIwPxYoXX2yUinboEfTg1Dc6jq+g1LTzAuFZiDxCrTQ/wg24q/J6YYM+eWYZB9eOeR71TzbhGAklL941tlufOlQsL/WZ8O/+9gN21P5BEr2iDqnSBGHRGf5BCqJeYr5hNZ1CvEK3NHK1EvciNg2ohprhc7O5RM66uIK3VL0/urd0/4PKFE88+RbjuFGm+fQMJyL3Ox6AtHcVL+VtInnAsh8zzSkEcFF5aU7YpZmhaBmFCClpyzdIeEXmNPznzDZjYKhpnKljTAblmx4rUYCsW23kEcp/eAThZOa+4+N++/D8a+UOeA/wTT9JlgqiyAfcs2KlL2Mf/PXDW37788c9f/p1SRD7z+Icv/831LT1AHbJqDZ37O47W9Vo/Gy4nWBeNTX0HOsXRfbjnXLDf/SfL6KDRycabCUGDNKWNc1SfH3y1YZ4LW7JVe/aMT+1hI+WIDcNBzAdURzYdPxYJNQHtsnTC5TBgvJeS46ax0xDu9IZU1fSQat2L9T5t8l/+Qh2FPm53hP/qGiRro/upgQ+EWcIEYv4Qd5BLqtI5iEaGal5a8ckyZuioWgcuFEkybbV0Ib4BTdtCRWmiZcZ2bsO+0juw5QG2+fR/0anT9dgA5JAS3T2DI9eu844eIGeycak3uMxXlk+dA/z3L38pV4GXa/1s2F9hEuyxk9G12Q5AEf/FuAaL3z0jl7YeFgKQCaGRvMWAa8J4FaLSur334AQPYXP1buhY0chf/HpRVtRZuKBBoAxLiMz6dVxPjssWMosrhozI5Ick2oOfpk5Zg9WBXccrFnmBfoGxA2uwq/EAcIW2oe4pDgOH7dTIGc0lCbxUXhBXNHcJcuOUqvSikR9iBy+WbpuB+q3cRoGugqR1SRPM24FEhqbvXavZEbhQ5H7Fdi7xCx/A+NO/ki/egz/ZCxP+RWfmJPDU3vRnXYTFvPePD9h9v8A/g7PGW5jnP9Dd/AMns3/jecM//AM792/y6ozpX/+jnwOcvti1I5n9+ctfHtWwzwFqfd0D1FVgUiRLMMLqXEBr/f+8z8n9DQDj5bn9xlZzmTXRBq6Go56m0SdfPB0VphtMoavGetQBiBYL6DSF+AbIHhEpfDvonYW4Ad0DGPLAlWS/eLJsN5UvbTR/cJqu/BZnddaa3uHT5NF+MxhQUEOnlL9jtPP9z9SgH1xhpeZZpxDX2HYLC/Sdj3UZrbKMUf6s9ZnAUaibb4WYwtzRvblkEGoldvdMKmLBj8qw37bw3qLgIg9aSSZPKwOuYJW0fVXNzUQIWer4J3phZ8Z2LpA3nHQ/7m3Y9ABJQ4IY51/yKiwyfy2yn+JgmZD6bcogzcSMXLmQirAK4pc/2tvT+vo5QPOkocbgKTKvrvVTgpOpm8tbWxsg801gwgNjiwRB0+gFaOWRikKaJMaJog1b4GuOa/uvRKz0HTU3APdp4/Jtw8w35/VsbGJwnThKFdtngQewk5e+D/LqGpupl0IgtqtG/jiBNsgcNHJSunu8FoGNn+8ijxc2qKnjeHRMh123ieLUVnCNTa+VaR3t+8knsLHXX4SIIngkIgAsEtrOJw2d4LJCr7hAFkTYKhONZ1anQ0bMVD8YmOHMBSrdKpRYiO1c4k9knz++2zdqXh8Axy9lumB6GoS4/hsfRfv/KXX9N5LRP/ieUq+ZU9ouBRoto0VQmh7rv/5/SHAs+pc/XUx/wWr/YJ8RDl4QoKfA/4k1oIjwhz/KO4y1/t9Wfj7Qn8AxDs7yoTvYzDz7RSUN9kcMGMU03yj7Ju2FFkK9Eh1RZZ5uL48+w3ocfZ256m/CdHny4ugOPmA51e/vlbPvjHhj3Wm/at5P054vakaEsWWM8T3KUQGOWLjW2A0mLu4PJrjx0EAkKzKP9660FtG2hTVeQYBH+9WGHIiLXCfW1OCDSMBmh/QSgiYAM4YJpYGy+AShLwKkKDNNc+gyBC0Fw0W0yOwh8iz2tEMkLDbHr4UtcH3u0UsXQX4WgABD+pFA88Rf+6LjeIxjdjx8V7GTUb4jWEaGw171lIiMEa40X8LXfDve/pL1kyh3d2/h8Nhu6hH4iAepQok9yO1UZ7DxV7GtZA5eVBEHzjfz7gT1k1T5vpcAn/gV4SWh5CjHDTOEuevI1Q/jxc+Xn6icVbkV8UGmU47zN8GOle4qJms4Mqs5gYX5S0uLhcKsUGIDWUrZZMktsDHkK5flgOgHEbXUgKQCZEHXgmq1VCC28yfHH957MvN3BaZz5jT9vnNCXEADGTVPz5rT3fOLEjZO5NNaZTAmQFjMOBClhbf7f789+K7mwdYxNEkVh1PTQDLe4mEVcqDgJ2SoGi9fGGo+ajLS2iAoYIE0Vguhv9/q/oEXQk561MNGbACO6rESuZpgcRZ73vhdQ4GIl5D+hfUngiYM00aQB6PkEcSRDKnAbEiQgBbuXYcSJUuFMxgWuiYl87GlDI37OpgoCtQid8Z2/uSAB/jyKZJPB5oAOIxWCStcGv483Sx8Qvkx/EBFK2hJPBni+m6J2urnx0y3begyb+1jTDaQYg194mPcTjlP8AH1p49xwH+bt/zZ5NcE08l/BLP5o8L90YDVLaotcDqX9Te6YjQCZCG3s9y6F/Hq4mIKB5GHFs0BSzYTMo7iNWuQA2SfXsp+XI8XwBpZqnmUA+cNMaAykUYkzk1d59VQxHb+5IAHuPXj/slBp62ZwUiAmuzt8wJvwfx3FZNv4hYAtmOJdv/qg/9TglyWFCBQccVo/dlgY81+Un2dpoe76e4O/7o8QmLdZJ11ZSySAvnyA6sd81ZDYNxbGzidzdqxx1aILsqlnf1lhO21HVtD6E92oMFEITRuInuIgYJGJIRs163CeUlACiMLISvTTZ9hLAmgTHiUcvLYLFP8N0m2QEREdMo0MhXb+ZMDHuDHvwPgu0MmwONdUykf8IYpYG2vKBOcaO8krAgLCJ77LugDORH/KLglXYVMIIHNFgXMi1vwgJ1zKg58rRYdyf3hHgPI3HneP/JTbtsEuFTrxX8cYA1y9MUjHecXZr6cweI2TvqHOz/YvNhPCavn6ZqHxo7+fHmHw4jj6zix9hGgCDOOAhfBg46gEOEp1agvtMFeqUqxoJboiDW0mGCp1n6AydQHK/YqwcSxBmWG5OKpi+084xNCl3Ev8xowDTGO9CSAy9FIyAPLI1uUAEtBM3ES4PHuiGUBsaZvwatN663gU7ASrnntQhI/uGYqCeJfbv7GiIgs2cKyo5wTP46XlQSWByIl1LrhqB2swxgjJoGdviwRtbaRe1mJJTQI2AjvTaX2j6daW0DVLb4GIokFTCgO+R+pjPOfCJXFTkiDWqET7RjS5VPZQbUGM11UBYZSyd1UM0PJ2M4zPiN0XONoFS/p7SCiwH4FcbAjWGn/jE6DSky02WC3E6fX32AYJ/AxraxAAsRGYAs1fYUmHml7Bvtc39xSdV83bYv9RH/y9UJTQWJcnSrGSh64vjrSddhDzuvE+L2BQ0bp+DADpwgwyW27CFrVQRAp/M93cc3rTbDr+yLEFggmrqCvY8is9K/wzxpMp5gILoKqajsaVyVYrExjW3KxEGplZSBo7U4YIcd2nvEZoeM87SD8H5qwBII+YYrSry1Brwq+gsG1rNGYOz7iFTGvMqr3gfwXpzaxBQ+Pt6QmuLNgA43TM08FtiuxpLrLcYPEfo+o0h4pXgLZ/fOWBngVdAnfMJ+hEcoImsrK5Lu5fqcYEA0cy2yP0m1eRMZRUNuldGw9RTuK28W3YbJYweyRjJgp/IcXR5mIWFkpBot2L45CKruwCElqubbEgimzA61jxLJM6onYzjM+IzzdieM1D9tJp78zAd9EhcgDVKxJjPU7TwLr6yC90iLjHXilZ/EOgACf0FN2FpM+zmKJNh/WVsa5tTYcDdTwQRIQ5vH+3fOOmMhmY3wHNZjvq+tZb/RGvHtautyQMgz6Asc/Cde/bZc7fgC7xZGIJJq5zm+RvAlbbW8BFLGmJGo6q0hYcAzAMo5TqmIg2j6O3i5LlrWI6dQRNxHSABRvmRGCdft6YzvP+IyQd5EHe5iMTG2Gm6HY9s8n8Mcjus7kWHHIfrxbnKCPVYR/9VmRnSQwj+eVW7psYKjmfenLRmI/s8gMt5Z8oaJfxZknN3GWf4jhcw204+iOnmMd034Rw/sj+Wz47gcqh7QCipWCHajSOrhBgHy3N0i2ESBiHAKb/uxQuSUgOLwWyRPAyHFmkCGE88UgrtJ/K81/NuECLRCZSKpdEldvJ9vNpDPYrPhQyRqWvR7BvNjOMz4laEBpKrEMB4FGfU174fms8fl74qlwGSfBg13G0wMNnFyG+O0YWvrAdhtiw/LUnB5rs4rgWNyCITB15c19vsmZJ/1Y9uX39s8PfOXMNWtk85hn42+6GyfHjfK48rZTFox3dYwBj14ErhXaKhKkP9bj/nJ9RFa1Yak4so7A6dwEeaIyyosum2glS7CChEpZA7bV1FbmYhr/Khw1MrmQRjgrQuPn5FkuzgT4qSETiINdch7uxHz1sMfc7OHxpTfBwdxGw1qa3wZPvc48AihMml7W+VBiXQJbIW4SR5HbEro0Asajh8gzfnD8+JdO4ZHTfwk4VHdfUVzEGc3v70CIy2vnOegcyxjPNa2tRjpwhAAXBDqucQdOjxOOgFQXeq2rxRXqGrpMCf818yRMJI2NSBlCcIjJbh2iiCMzDZuQxNDqHWlCZWsxwA0YEfc5dUhYZKWBc1l3G7GdZ3xK6EO1ZhYd8zSAeuzOd3RuNkzgZjB0uoshAovLwGKNDYPYUG1jaCxiY7vhj4EIEDxFcgJNNSYU6L3Bl3u4uyP1TY/5BmV+2fcFzPD94jLxvV4/o+ssbPJ23BYPIt1r0xI/X854wBEGXDl3wpLMakqTcg8nRzVandoKDq/aX6pu8ZUARZBNMnABB4ok0xmpsEuKKhpLIatniVJPU9dMlOwSJ3FKlEAvzmg5DT3pvBKa89caiO0841Nippsx+6WXOHDlOAwHMA3z4cV3ocNYCxPBkkICZE0rmhrM9mTrkdnLQGoJNJxn9D8eOUMleJECFPhVf/D94BRjunt4uj88XfD/LRDTxPk+/HLcwcUGBT76PdLlPKBJ7AlLjdb41d+G4eJxw+arEJb8p/f3eGa7uwUto30X6Dtsmh/i5Mf4hPcLQO3Nzm4AFBGcBHSJMJFkbI8rA0oiVqb5zVCey7RkF0pwfQSuFFE0IQVBofKwYEWUQeTssvoCleIitvOMzwmanA9XUMlq4sQzQPBWlrduFLT7RnQ3jO0JdiyZoC0JkQ7oyz5Fd2wFoXdUq2TG9/gGXeBSfp6A/sfZPmK/+ijH2/DUtoIEqKm0vkr8DAp8xLoi7+KawwgaFBMee50sv5a+xtZLb2Y+0Ddgf/+kPXO4Rg84GYh1t93F7gXzvWqcUW27l8dhmsgwiifAXPpYIp9WL6iIUW8g4xGhbcVYnTW5CBVhtTw7a7m0oxepzRB57Ehs5xmfE3uQng/b2zX/QUMP8O6hfCNnCRkGat7KQGmrqNSKk/oCoVljfW5vQGT2JiP+/iAdaa77Ju/nTSDD8A6YhzjjN9/SHczB4jjOV3wJwhH3j0ALIRVsFMc+WpIYvFjuGF7Pcflgu7az6q4sONoXAbmnCwwwWQBbfhTZxI5fdf8kS2zLjiij9ii42dBmW4yAoDFnhuQFVa0YYKF1MfQtG2Ce81nPXVR+bOcZnxO7eDE6psHPq5erz1+niz2fYV1TYwI2hQDeu7SfAmvk27K6CfEFKEZoEsdaHBCFeiTJcSi/I3yybv3wxseBr9bh3Pe6z6IPmgqLrG4w7Br7k18T2CKptWqLJ2cyIGg+zyPUTyII6EpIFade0dhyTnR4gHmih2S6YDlnJxoDhVJLLlq1NTb0Si98zDqRDjC/1GYFJlUuatsXXARnJGI7z/ikwBF+D/djBoHtF5au21lmOIB6FXIol7AHiBkXTzvJdPXMa7g0MDA9YUYwvY0jPqCVkTWUQGMnmvs4YFtOOL8fgL3vpVnw1cwpKTkQo04n7PR7DzYYcP2DpRfaLHE1PfAF/nndxm/4Llh1zDiyL6GUfjPzKEQSC+5hkgwS5OLUIljphZNCY8KkK6vRYskJDcFbVmJGm7lcsLwLuG5JNrFT9AJBjtFGbOcZnxS8DAI7h52Vs0/CXtc+6CIo3rQFgAyoPFIfT5ph+cCLx8qdZ55mMqR4B1BRdbGgw/lMC1RzIt8fGbM8TM6Al4PD/THdckThHi4zl+gPdwTmu4Vik8l4V3fd6XN/Y7e005HbDF/elW/4fRJhRBi8qVgwDrIqEG2pBPNMbWtCcj1ltCzqTHISlshVKadx5qh25BIKQ78RnBNCbOcZnxXTDd8xB0vjcVsQNsP3udsMjjEgoCzRH98EBfH6wY/DwVZuxFaEir4aKL6yI/Ifovc09xkxw/t7eOTDJisKA+ZLXYMBS4XiKLTzKhb+ur79t4LIFZPgSGIvRowsDi9/ybYG+djYU/l2z9wsIQRjVCShMA42CrYRJ+E/Ugkn8yrFkcxAz2oZDG50hPVYmnmDa1nUmQXSWaVlbOcZnxW3Pmj58KjuCjTawY/ZcVqGNFtel+xN9qQpm3R+hRKNZZ6f4QXif131iCkNYAn/m/4Q3Crrvlz9E2DebXeTI3Y9zfTzjrAcfkhIjpE6jhz0xOIumC3vnSu/e3woO2AQOSmYt6/+t9eGVUhjNZab9bZhnogzcJIcRB6mkxAXaG6c5JJwUz2ZmZlu/IVy1FoflQgqFif3hIwNpUKFiMWzSmuLQmznGZ8VzyAtRDSSQ6OoblHMjQN+njhHWtMYMlQDZsx3SfmZ1oMe7aIlzbO+J3eztgqqQ1whMjLfsfkvWpXmB8Ar+sqfjq0yN3t5gNuZFQuKG1LYM6vqes0/M3pOOQPIHiN/+rp5V7c2ZzgK5vXHiVdrPIagCTJHsEnQh3wtM0pEW6REFHkswKgQW83OWNmduCwQEUWJptcyu8qlK7X/RG8rtvOMTwuyF0J1Gjr/IQuZcY/GMzyLrSMbxsKXJ9hXybsGp4drLGlLiXVdKo+jVXCkWw4doj1mnGrgcyD6ehLT37f8PLDQ5d2jTgR+rVy1gZHkamL9PSN+vdNCbbPJiPkujIv7h+2v+MEDXPAfSFpxCa8GyaJxR9IGGalj4LACFVXJRo0VUc0ZarEXqEWrbNgfhb6FAKWg1N7Fnt3Kq5xVZwL89OClRnhsxRgq/xUChPQ82FmCZ4sYAawb1jXBH3x6bldBaDdLDBZYUfoSsWwu/nd+d+kJnMz8jXGirzc7DDvP/mGwLr15HRzU3bSfbmd+epnv6T99M0w/i1j9Qe+aAihabulYnOgVXGThVTas7j3nfU84gCL1RgRNDDwiIJ1eFANop0hOGcFIQhSJ4Jhsxoj/rWZrT1qLPegfiJZZ1uWlyAL4j/qmX4pRw1BebOcZnxcTH2B96i5gtRmYCG3BpsAjP62iWkFwHglQgIxS0yNPLxoiwaXhvIBmfuyAUmjAIUFlKzaiVfr9gU0PqQK0wceMJ51X4AXZxcvC9ODGAT6gnppBGn7bCQ4cdloVuwzwcyVuQbPb0rEU2QtPjacHazYwdhXr0Ep4Bhn12FBv9yWYJ+RPhRfnYH1BT1HCP4vbD8OCweSjZeEhlSjIdNMnCRpZkw2WUBctKmUBpCC0kNmxnWd8Xoiani+u46AebAaijCGSgAwIuu4IpKswkwK/8uEpmgScFlqsQPorxvYKqPDIYFhfhl3L2G7U2jeu8jfGDhNHTHwfHnmDnp2oNqKAL9xiaIsjpslwMtgSZbfV37JaGEX2sQ5TWC+ojx8ZXCdqnbj7cEHVmACgPJXhBW53cBsiCfGFFg1O1dN+TqckSC4KZ5ewIMh02ByFykTVXMJQLlA0FqNsS2ckqK3Iju084xODZvCUc+CB/3gsP8FZqN8CgdVwCtossVVAA/ye0GGn+RrMIt4dQJlwKeJNvhmKRmmRXxpfV2+2tdvpEZRIfRCGy7mdhd8HcB6vcNyZAPndjU4rGFORiQmwrEdfIMZ4ru+aYdmQ2kXgYV8i0RsKAmx3R/d18PETopZeoPdTYH8QWfu2F0O0iyCiD1NGEIcXhkvI5ZOURQJOVk3BUh0kiAXbMrY0nXmV2zW1GGRpcsGw4M/YzjM+MchH+NMBDzOpxgUDuuEx3R0EFiG1YDYm65rbu6BYeAdbOMQbTtAUDNyv+0SFhdmcAhp00D8RSbTh0JElBqjsxxNgnVtG/H7s+YjN3vdAP2OkCnU0LhMBFhIToAFfrretUVbE9eIsmxlI02OYTXdmz4+P8DHII1g4gOyO2gv92z79AopYz0HJIaa6HvTfI0IZWLgKFSKfCClHIlOChCRShEZaTdPghuM/SjKUFrFoDQSYbVVs5xmfGCQK/uHIxdFcj1/du8L/wRpklnxkFTnTXX9hchTi5eCneC30zb1envzwONgr5Jo8iVJWRqZ/X4d8oZmtyy7fiKFBDtk3QMSxj7fN3j0WfurO13yNbdhgItZFqcX6kyqjev9wJoovysZOzqZbblI8amw4mYGoHGDjjKV1pXFdJ0GOIJYO14JQhGBKkg2Kh7yoZlVBJJ0tf43/C8KyuquyN0F3vY1epIvIldwo1ynmYBHbecZnBo7/+eKGbkC3PUGGof/xmEax6ZpPEbB8+wRSTpT38E/4LR2n6Ij9fflKrTG1BHJZoBcKBWysuR/dCnux3xKvW+spkuSLofHbwAJwmitbhRRUNu6ShN9MPVwUuXFN+4+H/GGCI7jdAhBramcA26r7cfCiGx2r867x3xtQ6EJUQiQV2csyGYm6qFMQWDplwXkMhYrSz4sC9s26Iqgu4VRRGH39gAoo6crO6fmAEtbEdp7xmYFj/PmJywX/UYUFpW6UxHwNBnzgvAoW3rKaqejM38PXNIZnXRAZW34ZKo9Fq8e2bFxqN7Ja9m+PV6z6FH2QwACSzy2cZiuDTwLTvLspA7wAxx/o5c2dKv/UziKeGvhw9/MFh60oajnnAh78iU0gxMH33CNR5U1oTIGFg2GhJYmecEFTT8pKLBCEaqZsFBaUNZRfMqETLYy6aDb1KTFz4VkCsZ1nfGroDN2a/2zisr/rsJGAbE9We1Pss0kyTKRsEmwbZU/bUcGyINNsSbw3ehgq+uqG34n3z3XJHsfqzld81/7fNSzwBV1sNw6Th3D4XtwI7Yfu4fmcIdp4ni7vnXts9UKQpMt06oUrGaIe4rF4DMpmO7Fzxh30EkQSA22kS9V0JBYFEI+dwgFBR4Dz1qH990hw7uDdeRVO94ajGATrKKuM9IIdS8HKbCa284xPDd2mDHNZHutiNCmfx8cCYBYxe7PDYRQprNK2sLtffyruJMLs8B+V2E60xaArsG9o79vxvpVxO7ZqmqbIVLoR+kp3wVDfHEEBQ8uNvq2XoNaY+QYKvdFZDQAPX2/RDtnv+Ik8wdevood9Ot1OX/hK0svbrp2ivvL/LTBhcCnCEI9QEilRoUxDctf3EBUgdtYaCCliSViobC8AsJVWoqQjjDrLXqCVUDpCGBo+E+APAXuAo/URUli7yPOXbSkVYiumMs83U3s6gIwVpV+HanUU8M9IzkUxscjS//dDrPxd2GYP3iHE8385JNODT5Euf4Hit6X8xBwBCJUnGXg+Ak3z/hreL/Nyr9U7d7Gs+9B3FXfEy80A2jH59waIJDrxAEUkxDBtfqoFGcYsM3IN4HIlhHcXkQk25Mh1AKIxpVvDFEzNTgshqxBlCCWbha2hMrbzjM8NHuY47BfH+rNNQ/LSDkiA8hnCcLgcLfV+SM13L39bKYByMjuHRnlJf4yhl5b5KvM98eErAF3xGRDMgJ1EgtePVlde9c0q4BVUhhETo/LGI5Hrq2470qsG1XjddYULX8l/uWMsvgUj74gymihHzSohMjN7GfRPRIsN5ldxX0OWDbgFh2U6VJkyl0Y3KCvNKOg0UgDXGNt5xqfGfEXnYXWua6d5b5hGRHGA20huL+8H17DKo1Eh78jD9VtYml1aFeOQ32ho34bXkMAbMD/e8WNUoEAlQVgYmo1HL5KILvleiVeAV4ZJrPh7XY85BdZQD+759GsI4r9XtIR90cIbd4y4onhcnUIGkFpYZjPTcBYLrkKDkqlzbGdtIEdnV6DQSldgIhTUWiS1jO0841ODp/84g1p6IEqHBchJAXSAp5MwP/Bsk0X8L/yOYoa7i8vpa8ivA+qyOllZphURV+Alc1qhHwq8KI7ldKfHbekAbnySD0jV4a48iXMK8Pz0teKHiR9nng8vjcsBLibLDOuep863r+E/7ZYWuGfeADFFkEZ6UI5KwMKFxFOp7fNXBGXYORNYMlhNnNRLWV2KUnK2eE45+F81Hwr8966aloFeOpBSbOcZnxskQN7CPx7uPvrjJok0BR7hxVqHl28OjgTQkmyar4d5DWofUrZZaRk2xkU8jVYr/BCgB+gpK1Mgrf1uOXJC022Q4yZ4bvGOb1l45KsT/o7/X0GE+7k+yliBOTZ268C96Fa7sROpl1eMowP7ooU3ImiiI5nLxGKy0j8ZRRTjnEAU7dw38FYLRjhyXVUzA5l2nOvKgqMn6JUW/8/watgrJGI7z/jcoANIOhmPdxtgGoFTPMbr+XW9Oy6xdGPKJHj3DHN8hT0RKIWwS39UlJdBNhaRy31OnNpUeoD8GNLfOTxinE2G66M3nkw4Cl0K+XrHJVJ8i9Y8X+uMoD9qvJ7Q6n239dQjSvHZxjcM6/2wg7xjXg/yBYnipYBFAuKS5VLf5IZgsMaPrQiajLxYf7QphXKcbtoeD+q2rEoipNjOMz43LkVvOOyHI99mdx+6NNLDdTVX2FQ5eRWtNDSDg13cftV5/9eyYBiUCzuRgXotmZn/b8WbrPytINUcb573PU/86DCHS6ft1mWh6bR3v/1tztVjt2gL01/6l6EQ7g9xhUTAWvd8D7+yyIltLYDLXR/mV7/U4ID9wLZy37wR5AjRTbDRCXSG6SwTCEXk2QNbBC5S6pE9umHdvWxDtme1idN1XCrqW++iLg3Edp7xubGTH8dT8aEQwjRSF8lxtsYrwd2BWT1BWiwXLiA/Am68xIJhTCoVZ/96ALxc9PdNOElR34yTrZNmMGYuIvlySTikJX5tNLDBkAB+BMbxtrtX57AjsEZ9cpPvp6APeskdUQrfuz6Uy/14Cjv+GGmHtN3zapgnIiyIqyQbgmugGrxAKZy1jTZzZqP2B7UQ3IZDpLn0+rUcW3fJIMnkVYcBrBPbecYnB4wQFAWh2o6Z7pBXb50M/ksLEeU1J5DWNFhf3slBzJguP97FK7K42LZTu2YLW3IyAwvg3wW2W3kJpJ/31XwN3tA66IhvUFyUvscPR/keZrvUNCBopwNj+vjweHd5+s5p+4T2CumL0mWcLukV6pZq4IXOj5l+M2SQ4KJDL8JMscJAZkyQZhrlkWhMNqXcSER00/SfIf8ZET2ZGiJqbSDKusmCsXTvRM6oYzvP+OTwTAhHdj24w+rSEZFVNP8vDvV8nDQseGWoS8uW3T2A/uhr/HrM0KCWXxE9YjKDV6wFEPUjegteT1HvwesbBweB7DAqke4oQ3ezcq2FHIUA2pinW+yRdVub4P2I+2m+uuX9M/IKvVteIsAFvKfarnkTRBo1DI5dJhGLXwZEke7SAaUYVfzvqijkqKkhQNNX63jRDSwClELLNWcy/ERh6Gts5xmfHfPEh0fh7+mRKiGtoBkD7Gplp5kOC+ZiNINlBZa8JAvK4PrbBBdAiZajBm1j3c2IS8BcHmniNL4n/b0FD3d3HPK6vYE6cnpz/hIahw5wGSNUWzW1hXvuBHBdu0J8f7BD+PA2B9D/LbwNQRMDZ2wjWGfNNw01j9lRpOmS7Lig0gsG/QeKOPYLjWTmoI6YEotQ0cKZAH8Y6KYxHtpz+zpmmkEzRHpvISbm/v5AOYHVdDiNG0oInC7L2NGaLgRsWCs0Mk7U9GsKqWEz+sdCPOiCnx+nOwnO8XnS5efLF1cnQuigC1vfM5tOOBz2jdJLcF+SAedyvQMe4S1nxccJcFOv/RHhrQBFpLOVxBVuX0+aVBImHypaPkPlpIbqukXBWAgjj0U/JC9C8CcXhTalA3rFHhtIxXae8fnBgxv/8y4tIs2gnYvfeFihmNr9YY8pWDGRsIfBrmFzN3ybVij1pZ8lBTKFVZUXeropz4nTOtPgVFrLz4kXera7e8hfiMXPy8hiXxdzYI6DEOmLOS596PnFlwgQZDnB99ZbbZsHOO/pAWLYj/PfOiN+irw3YkPegCVlbEJFsBhJcSQw6FpeJ7PBIxPIlGJLKiIr+C1AvltA2VEmMh2pNUlulDFDUDgQ23nG5wcPbv3nUZ5CO+rnq9XdEd2/oxtDu3KKsG3A1WgNxHuWDldTM9H5QddDItUxX96CbdUA/tmUV2SbzwvDVknZVvLpcJKeb+7iTTDA8/BTcDXU8pujG7TFhsehPb+hgTjtApJp2R53TV8jE/FrNKy5gGvbgndG7o+3oFFGIY5FUjwCYYRZqwUhKChgWsO/1VleUJwJS8rlCovI0HkN/1724IUERhTGTpwJ8MeCWCx9gjzaM6ZvYKljqeFH4RpsETAzxRe7dHF4wbGbKLSLdxYr4TcxSG5eBiKZvMCEi1K37trnwEvO6W56uAsRKHy0OJE3Upq3OCBF+w1xeig9QD9IXo8IMEpKwzMSw1pHxLoGxE9T7KA3I2jiNERClRvNU0bkldwe9F+ShpUmKkY9R1gkpcAqKY2Fa8rkF2V7OBPgjwQc3fLw8jBPFyTS83RY3+fX7TKcw3m/vgfj8pa2AVtrDc6XpSbE+rbAZtSUI7ah2cSkC040VGPDOD8F0K1TPZunO78SwehEtrySMSRjiw2eFO3VPA7HeIw7gfynBPxAcGC/BLO/ztUfq73WY90OdYe8HuaMJbktQiwGjPkNprVtqG0V74uUiz/ZxeiK0WQLmVSLLEhsrD2284wfBDzC8zBPI9KnkWAjiFYWsDaJfVyMrNANt/0Z+2t96acU4+WQlpJRy5ykoui8tLIgv3Y7oGtsGOdvghfX+0I+yD8kAsMUI3GoaqB+/iM2OIDR6PwXvt/oMAbSBY81oOf4jdvP+f0Q1IkC4zYpT8KgDsRecXgzRBpr+qDYk87HkmGYyhqNhCIUNgu5r6QIFEsiV1hVBlvoIpBdY6o3rdZ60JrPBPgjAce3DvY40PN410cTPWmSeYVaaLx1fxET54mflq1FAJ5sbyX1FiaWKBq/H8WwVY+rYSqtzHbmXC3Zmqv8HihbcQQnC/BdMCEiQcTFn6euFma9OsZQuQ7wX/fM45UT6zdPkFsVZ4+Rup25t2Ls4eFbVJsLULE1xLlXYre8FaaOkTlKaD6YFp0SI7+4aBE1tLLO4FKFqUe1JjNSoodBRSnKKW8oHAuCHBvoEhDbecaPANiMDvE4ztvxTsIKq1naQDN/PhMqsESzsQBfgVw0tDQmi4nPf18woCWFtK4eK9dFFPUavz2+cb28GTm3XM9nzPTTwGflQTijv1BWxeb58OR4HO5obLEH2Kg1bZxv4JHrlpnMQKSW+El5aYwmj2rD+yT3zNsBirAbNrBGotELYc5poVRAyqj5LVhfKlgHlMzEshvMxL/L2KcrcOnIV57l8DgZxXae8UMAtuRIaMf7/PTc7InmU64FbzyhoHOA1eGjjQ2fBOEzXmynztOuuw9oq64I3nPopjYWeju+tf6HQDcfW0xC0+it2KY8DudyBDlzGOskwHEO3MoUruQKrpjhkoomfkt965PySq/3tXdN7pl3gKTReWPpXymCzhkN5J1WSi6aRDthJiXBIvKUmxWEcNicbFkKGQ+rbKmaqxB6AmKuvWljO8/4ITA/VQZMK6CNNIOY55t6pA9mZoSq8xnqj0YqU6M1VSstk2TZn8lYAo3LS1kZ/kNdFm/G+2p9PHY8PeBxIPF40DFeD2VqLDy3NEs90U9DhP86tP3h67LLbtv9m8OA43/PNftHTBdDtA/YLjUByjU9oO8SRm/HwBoJpelukUYKwUBuvJOo2Zm1CAsqC2Usct2lD0V02ajRyG7Z3/T4KGWIxJkAfyzMfr+In7vKpwxgjeXmlm6GXCwe8yDSep5/pXCYpz0rp/myPK3Mj8CllfKE1ST3o4FypB2FkSExrLPWeSPC4f3e6O7zNvRmCG6TOS10mBqP1XaF0iraL43QPt+Xu6H89gxUiYKRNbOKs9QW2qT8OmivDDvkTQie2AyJVBRVLRI+W2Wlgc1aMfJUJBznIkNn16ZhiYqNEogkDzzbehvbecaPgSlYTxawYUJAfXYKWSF0HJ6uQrq4rq5fFj1wLWjFSXkf/Po2C+Q8mWaNpWTblpZchKkxL//fi2+p+ya8yCfNB+zUo1e0tHo+OdiYTql0Akf+6yvTAPOT9O23a64XksF42DVXvPHz/oF5Vj6gNL+R+kpgd8SuiR3zVpglDLFNoRwSTD3tpiwqpVeiZpNzIpeh+IpORynErt3pLeOCpiptsalVWSgLB3LhkOrYzjN+EFyaF7wIO3geXjBXZmL4Z4LnjKQIFIucyvclfFshvxGMAkmAimTflB9FlzxjqIsm8tBsW1qmmbGh/P8mfHMDI7wZ74BejzNU1asTc+Ia5wbhwPmpYa3IpDj+OAG9B6sTD0NB5/k9hNdz7NTnBZuuseS5tm/eieSMtfMVXAMh8vDPZVBQ0JfKRT5FR1tohbiM4gNjbofSphitBa6V/1GKkMDi/A9tbOcZPwj4jnRA7xpOW4IlFdspMzGaERdDfrFBGll5jYkf+kfLqhTNsAUbOOQHvyKG3s/DY1p7WllEXHZ8yyz2/TW3EVvxHsD7fRzPJpCfgr9mT43BZ+0NgaFY81+hOYxjyVucKZwup0s437c6/XfIkrt2QfoIFitj2jvmvSQIitgkLZINKKRxS3P1rFQiCDEyInZmhKAs82tmO8ZaUx7RuyNJDUSoYLKo2tcye/AitvOMHwTz3u/D4pEeRzuMYzjuw3cTbPC0xHL8JwvswZyH+bm5j/5Q8C5u8c1mbpEtW5aO38sFQAfTnXqiyx/h//Wgwqw9IFr53ZCb0fHq/lzzux3YsIaJW2/WUrMEeCram+dn/Wqs+C/XiJzhc1VDgrlXqho+5mX8SkFv4bXgyrxH3okFaSg0thKsNTx3FWoZyKpjRtwkVBVSnRIDrMcwenc1BEyYCrV/S5ruoBLp2M4zfhSEC0g7si2RqCQk6g1qyhTKiUHPgWWuymivdYmHG+JCZdra5Xxxw4JKHG7JfeZAWGV/OyFtzKbWra10y13NVn4nrFbPV6uE+BJuxxeD3Vuev/IFOw2NAFM5rd5dz1ENYuzNDe7fPT+ZCX7kZajYIZlNAjzUPbnAkuhQre2QZd7rYLJINAIxlXVu6TzjOMXieTUwu/JZysTIrVYX1kqxqSS4umq2AkUXULKpRdXMju0840dBfvEIS1sb04vPKiZ1ZRHZotIGEzTWAPgtGvWl39nnBVsrtlnLgF+XTwq0dWHRHwNhkN1dRo1WD4JW9pmgCw0hv4RZn7CMBH8rdnqfIj9h1MAxdb5OvF4/9DOsiekZ6/TMdo6rURh+CwLpj7868vr22rHopnewd9q4s0+BnYl98k6YJjqfOAiIySKNs5AIMcmlFQVAPk29iVhHE8KTy8SpENhQAa3dBUIX23nGj4JDGCGWEpy0LtHtKXJHs6ErQyuTmkCJaS8rUXkZsfXCYJ+0X0OPB3fbsqE5oIrMOFtI4ZPxH3tZ3OUXwO+GejwB3ZoiUJno+URz3Aq4yuYUelyHYtlEDLkiaOLk4v6hUOyrEPvDi3dAJFH5gyzWFMEt8S+tY10CEeNRVU4QBgkyUNvIjsFYC4FoLVGS1Yc0nGYHpFY8EKvUXMR2nvHDIO2FBMaUEv1KhtAYS2eq6GPQbtIIgp3UgmDKUsSanALzvP5XyAJdm4gTcALzNhA+ZDeeBGRrfL+CsgND4rNg+Gjyi+BjwXkb8yV+ULSlGhQPIwBJSgI/KiEldE91yMTqZnM2pR+qbEa7A4s4OTFN11jJiTnwGu5kRm8GeQIAVQxcxUQyUCRTtERRS8V9EcsFVAk5WSQp06ohJNm1gHVjOZQWss2q691rutjOM34YwIoUzxcHMFgY8MKPaclrvUmfBlUMfQZ7yfQStihdEKa1cSLMGVwnB855g/xQmLfBEA/3sKvdxb2Ni0v8O/B1qay9PAP22VBG5RUor4TIWIPYGbA4lGX4BBXT+DbM093ldNtOo6KA7vsDympcwxdgPN+m9Hqo4rsBojAZdQ4JkHcGbrFolbVlSWcs5PDL1qFz1gqdt5bI4p2Sh/YbmqYF03Zs5xk/DmhHxHw/xxQXsqOGbkBPkUVWsnBFAqNZ2GaB5zA7+kOwLzUK9RTnqCCRAZFrPrvhZRBqku7ctrzATD9fkgCl+Ikw/T3HPgfYo4ixYGSOCwy+nnI8rFYIqIbycW4CJa5zvFoptOG7o92uVvP6U4Ad794RIg+jMUf6e4muLTnhl3XmcqkUO1oJFTBRuqwnq/wfQ9fE+mJd1GX1QHJ01xjmSCK284wfCOkCHmBWkiA3N8JIPT/wEWJANup6tlngSbcVEiC5q7RUtY6F3pU1vCxBUzm9Jm/HLzR168qZ8PsN7rPC1M/tltAJMO4BFDUxDjUUIQG3GMLYQXUYZ376POXhbGSry1eiSvDLt7QWpX8rgCLIHzEl7fSy5BwnDSpDhKCU05Wd1rzWYNHNVn3TAaWpKJEFFSMbsVWuRM04ffYitvOMHwj7eCYX5tasYWkWYUKMGhlRiCoyIz+rsHi3SOM6aGnvALLrC1EJfqgWbUddnwO0B4h/C787wPMhfTuwQTxPQFfYPw19yJikxgyYw9T5j9TWO1KG+uaaY2tRo9lw0xJTY1RdB56+1l31anzD7iBPEOSK5I2MgvpS6XwsqBbfRIaKKZOhx0FNAstbjf9OjkQkVif/MrNFqc5Y/XAiKRjIlYYitvOMHwj5YECxQr/jquMp3IlqVgBct6jCjHhhCSHdjWI/5Brsd5n3sR26zyNMsN4w/vhMJ5f5j8U3GN2HoA/NhyA2RzcDAhiYXIHGAOBVHyylzvO0ZL8ccaOP4nzLTEn7xQMevksGIK2mCIFPY0fyt4KZorFHMlXySOSRClsZ65yssiDSVN2W1UJoK0xcXtcCuU7VLeuPWOqmFJoqMtSX2M4zfiSE4VTbWhkGFfDcnAjAnrDUJQ9l2HIFJvnswvPFLayMbqAMnepAe8xLmHxBgGV49ViE1+Ogi98bQ4+/BbzQrVNvV3waGqiDQ1HgLFa/E7s5ru8u2A/oV9ZVhD81sTcLWhr7Ie8k5NPA2WB9rOc7Q8xBpAdG5oiYYnKTCIVhk6zSESMsRcINuI74iPGiTE2Xe1gcRXWJLSfyBSlLJSHWRF1s5xk/FB4fbDjXvnMZWNm6XMDRbbst5ijz5dk/2650kOM7wFOcUxyqD8bMN3XSJLNy8l+Lfm985AT4wpe7AT4Pwk3WIlcgmSA9cZQYO7VE7pDcFfN8tbpZpv/U8HJ9W4sbdtMbA7xe14dANBFnABPJVCIQhciWPnVWJ29GroQG57TguDXOGscIFRmtgkIsWFwtcJE5HV3rfgGxnWf8UKAhwBKmPSZe8VTBygBkaoXBMG1jyZvZJ/SVo2eBn3gukCcE1ep0BfvTaxHQYjl5BVSDvg0Dp92HqvHfz4tnfR1Km07k2yDyVAJ/lEBx88TZ7TB0DR72yzhDcY/xzkY62k7jHmnDS0GfLtCaVjiyvm8lxuYtBW+0RIqBtZc1QplRjWGD25gr7opsKSIORai5qhFSKI9SpiKKoNWFtiO284wfC9Mj38bJD2HK6KBZHeg0o+IBttPzYT2aWsmYADp+j3dxl5meQRWPHfIemkAxsktyAZMfR3jjuj4lQH1yAS89bO2O5H4hiZQ1XPUYoVK5V+b9w36Dtxq9YZeR7iK14+WXm2m6x09VqAq2CHej2JtBjjCBEOYnJvifLCVqiRJNEf9RIvIWnNcyo0hEBYvkiLH5sahSyq+rpDaI2uFMgD8obqcH25IO8hnM1akuAS8jTAXLbiCpc835ls+0kfrk9FGrlsCAfIhk0Sq0sD9KsP7pYfH8yevBaVz0o2Gt+SB84GQYBPjIhzHshq1edEDM+/5xpIK4eW9/1X6J6N5hufG0cPqEZtr2C4PkPfaj/PUV1Nh3ADmC6LSRKKLlmk0h/4M2W3BTymkoLNVK2s+jXIguQ8s05E6WbKkiUmATShdopbGdZ/xYgCfwSDtIY4gJ6QBYRL5/HbkWiLAo2BOshuy3b2cSCVOplrv27fUAtDR8SFjbcOfaW4D6bGVhxyvFB+ED20VLegIwCXCr3fUDcAI/jg7QPZSQ+2v9w5WUyBf1D+vgjemHv/MrI6tn4dCj5RdKAt+66eQIc0iDCUyEk9RSgLQUXaniG6CelZNbk+YCknpyIEnpXYCrUw6TrYj5McoMgKaGMwH+oJhhiBeHi/uLS30khDZAmxqOd97iJ2FFjipM0ML6uSwh36Ylg8K8a8DBNdjCBagztG+HWln0dpH+KLDdLVftHWBTvE0yx22jv8jbIkDQnxgw9gRvmQmfcHUOMBUsSaZ1ikAOrx1vbA33Zv0scVl+I8waQFIGSaMjGUf3/CFEZB2lSFCfRMdQyazBZbOo0ivfr67AYMoaZ/USWjLVW3FGXXts5xk/Gq4wCYYncLiYwh+gvcAQus9Gq2AC2mILMFtRH8/WR3r0KNLk7BYuOc7Ozz1dQ7QRyreCrg0vHETS+D70p+37qJbZFK+C8GEZItQFHJ7NUSH98du/iG5ugwaFwfsGslU1M64DtfhxJjHpkME9vNgZi1bfDXKECcS0oYXcLumSWAJN6FLz63oekexYQ4slC5AGrnSOO8HQSjaxa1jKzmFHo8LWrdjOM344wBLhCux2zxNMAu5EGg7fJyd59pc7YBrhMiT10XyRDPXSkptxShjzADEgXJH9xf7rYHPLgiexegDlO+KVd829pjfoMjxAvknbCHWDHp+Od/etwPvXeQphvESy5Mto1OphDfwdGybQLXd3OV30j7tQW+t9E8wbQBCHWcOLWBqQOy9R6g5fgkWKcsFNRLaA/yzlOFMh8S+q9xy7jUWjpVMMpvElYjvP+OHAB3Jh2mQ4OQXtW2+0MRoIl5yvySAa93XzS/uhIZdHibtB+hpzJFp50ycIED5or7bBBidB+ljVeFsTH4slEQnqZe8nZV0ul3aj/3p9hAZ8BfwwsQHsgjLWxGK9TnqvjXl8Ltg7M77M0nJFjcNaN7vwHpAjTCAFkWqEF9TSy6VUSYoKZw/UxQBFc8kQElSHqDorCissGBkWVDjSC/RTjggsF9t5xg+IB72/CpYBS/CXyTtkqQ+PnLA17hNxlbfApwFB309EVSLg7Fpty4fKmjbCqwvM5Eq1DT54AVvl39rGB6KuGr8eihqktQI/Kg/SrTzL+MDUFpVi9os2uCdC0bFgLqek3D3XMYWcBPhwp2+z5DUoNIv/6nd+0DlPwLQBdNpwSlQj2WhiFRyCpYRUYkE0AqtgFZdzosmZI0kxs9gG/ikm9WWeloXxpCmAIrbzjB8Q8/TVU1+ZlW9PqeAVS7sKPGtnXE9X3XBQg6GaWVqgcL9XmsbO1sItsWe4hx2WGz7GRt6FYJ3fH9ENbnaDVdTtdcckhjRUDfhtiVhRBUfuHj8YW/cH0jNsiLrmOcRKGZDBdKQ27gns2Mf8+ZEDuHnt+dtBlhC7iKpiAd6QBDgz8s0x6cs1MMli1YHLahFqylnWWWDbLSFJmqJYITrkckAIKFkDENt5xo+IKzIfbQXx7n7DIvUBo+FmFTohrWCYNv67M9NzgcPEN5O4GGt6mv2EqTc8wHnizdiJ1dp/aHBrtNkN1lOJnxW/Imzc5Px5GGmLsIdG9suzsRUDX3o9TVWytKP0S4e9fc22eAKEmPlyoEVnoI34GyGSIFUseAMIoUWZ0fUOBgX8N9euZXQ0tgIiezkxLrVEcZnlmH1ITV/WEOCaYm2xnWf8kNA9F+Am3jO2OtlPG72DscJsmv2i1FWnO86Kadu14mi9cPT06AEKzZft043PMGisePge++fH6z1MltPIdLTJPmS+DJZXscmBrcnOfwsymm8vWVS3vYyDG6gnBVUg+A97pZSn+CQCZGPIbWvhz5KeCfoeAEV03giIS6hdk146eXK9RDGFpQqUzrkpK4UYAQvmMkpA9uw3V52LFgWjEbXkgFxlhjMB/uCgLdAQ5rvD4iwgzGS3f/SFYJ6Br7c0J+HBaIVIAk+Hx5ACty6hMr3cPO0mXoYuBgplbeiT4g099GY39FuF5vZm/MKBGMp2Em706S4vzVjEMF6JxmQozEu5lUojhpI658y/crc1BzBI0YkPh2hj5KeEOQ4K040VhJIu6+B0SyY9EVGnkdfQRlZgwtSKf5YIEQuXh+yQDNegpJXLbhqxnWf8mIAdYEF/YHq66YZEPSett7xe6PsjaLatQNjOmgDXlgTz1aOukQyw/cUkcNnSZwP69obu5fsNGuq1W4xqa4rDcPsMf6wwZBtD3vmHUcqJ7zZN0ZkOKL+Mai9P3bUHnE0S0mtPUJeN9MofguCLYRFckg5W8EpnOBUZkNwjNDnLr4JWRMlgsiVSSqV74Rq9GGJkUJs5AWVkYF5s5xk/KC5hCDrmp+n5th38s1jv9lLGss/pkWZi1UAwczYiDTRrbDpbWq1GyLIv6x3Uy5Y+Hd7UN92mWFGnmDwLGCLxzDOCaL2NRr7078AxKqvdHp6n9gzHgYNf+K+XZw/4k0OZr5AB/CNGz3Oa+W5pJT8cC8pQEBznMjgrQK2LKrgQSTCIcFneKCrXVPEQQzDz5pnBwLKYCqm1ltHCCChiO8/4UUHTk52AzORp3JCcaK7P0/PFFZ80sOMgjBxIoxJyTtzND8r0WzZtC+0s3k7sliLxwyMIUM+rWIwMguwfogD/b56+8kuZhgdRt6QrnVgkE+0kIIW6oi7r/ds3Xitc+f5yWu3+Pd/m4/T2Gt6PYIoBI5WkaO2YRxbif2iVE9lWHQtZJIisqQaICGtOmyYTm1WkZkCzLhDbecYPCxz6M50PkhnntqQ4ZXDCNWkWhSxpDJqvKY93py2sO+2IaBNlxwPQxtKcNWsM+ceHRsDPqxihF8aNJ/+Bnnh52MUYgRLHd2gDWwMJtKfh4AAOgx3vRcBu2pNbYzfWVt2PjZ3xUeiUUQIBNysTXIQ2CEvUNDhmASTMUoS5LaOKPGHn6llpERIbOvNiyVBf1CkXkFqI7TzjR8U9+Mw2ASPdXez6g6aM7R3yFtp2ip4IRxDmfeuTXaFv9idlatcMiLmdLq6MQHMhfU+Ew/udsZoCh96Ypsd+4q78vPC3hXNSIj/xW3CEAPO0A4gwPoAemPfYo3LTlVyznLO0VivqOYkPQdAEeUPcwUVzn1K7YCulKlLNjMhMVQY32YhzAWm4pgFRzwih9a1jrMdKUUSL2M4zflgc5ukZVoAJK83hUt4H9fOvWMAumIABL42PHIiyCEJo+eUJYlCSYkdMj2+4BebVBV+Pl5t8B01yg1Ep+Mwj0KEiCT6LESKGbHgtosYVPw+RrNh0pYk4CTiVe1uIePNMOz8x7gZ3FUvx7di/jwMoontyDkBblikoeSa5xgVbWFFQ57iW1TSEqmmR+paI3rQWnGwhFliKTDdCW6ej2M4zflzwE2Q5+eXHPPwp4HvZBK2EZWDaG9ZHY/XLjUMBTcZ0gSzD8haVMdnTx3qWvLCF15R5G17TXt2m14DljWx/4QJK1/F4l1cunjbcMj9/s6p0tEseXZ6tHUqwEWnsS8LtVtwwP+7RJF9pu/qF+jAEZ1SEoumDqrSIMCLU3btziVBnGFQBcVT7vCbRC/ailV+d3xzDmtXgelE7tvOMHxlpbDA9pYkDTYdqqSSozADfzcvqcjPoEEovlPs6Bj1aiofgtqgB2pGitop8K15scbtnR4Eud8TFHzAgSTCI0LoGjpkE3YJOtBOmAJ+/wZgyrlUXb5ftcBvTbizAplQ9tNoJ/D5dQO8Bny95g/q4ez4SS8IgZ3jRk0uEk6aQ5LVkoj53DQxTX4rRimFZlZjlSIgchmggmi4ZVKWMBdFWH9t5xg8MXcugCU6X08VNGIi5kAsbx952trAUUhsgU2PiiCXxRSQhEtN0R6eENVfUsMQrirwVr2jvbWtl6Y5kmEiSA0PTMT36McD8ZXjWCyM0jtRh8Cnt4ktTaIOFjgwu6vFpxXnutzExxVauWTPvMNQe7bcj5kqwONrwtyNoIkDaiH/wjVRiFHJOMowUWTBQ86IstY2WWFQ6sxhFJRWn1BE6118g6q4zAPfKuQpQxHae8UPDDAgLu4UZ2oBtFJwc2zpYIF/2XBAMSLM1Qj8C9aqRTXd+XkQ1iz7ANYVIrAv8Bsh7eF4Hb0hDaJs6kgXxAub2/vtkP246xpynDJA2c92bBZfnESqYA2fOCa5XnKZdgyi02jfcuTOvmqCI/qEvtxoOl7o+AqAMk1IQU5/vShClRMIILiuhZSWoKOrGfgUuwuDcce1CjxBaPosbTRNCMl8FkrGdZ/zYoOkdrq9gG0jQSG5tbbSpsNEwziX8hTPLttNuTg3UdQZkKUvb7AB9xD8GuBUDQg/slq8ZCzw83mEJhnISTXDkJE33GCrJV33IosT26GJEn4PMCEgq9OyftazQVqZVsdDVNN1cPLUntInvdRV4yRwdJYN0uCYZcpi1LXSMquS3TBNd7twGBNUh1wzZ4frUDBUSzKv9jO084wcHbWXa3dB65QHGl2dpHGlzim1FN+XBrvAzBJgWn1xd2ynb6Qb4tTx4tSj4XfGd1iXSqwj9ccx6FCTe/0emCs7itacDR8q/NEllhlzD/fWvmtmGLoDJ736vffLcq8RlqEzmi73RKF9KfbX32HcSBt7m974GpgzClBHEUakqpEJEobFj1rSNkNIroz50VkUiWrLPZjFD+nPWU2iJmsU2nHKILASjCWcC/DkAP8VGJ6PQfMwU100IaRml7UUkGeCV40BarE26fH1H7TAPRvkVedb+xpCtfzzlivMGRMZx6Msg8f4/D5XUvPTEk6OcnDpd6SkLYQWoUipBhZ8dVETGvuwZFcgbOO9j0FHX11go83HHNnEG6m79GCQdiTI6g3W5IGils4skLrrPVXmy6Szlv0JrnsoOp6K57MTAhIwdiCzQkXmm3DMB/jQwd80HnrHfYfYV2rATAAYWBstlMZXyJtVirmGnYaX8GplqHq55j4d0H46y8m28WOB9EOkFfNE3Mo6A4/Kw92t2KPex9D0xNxifHCLvFmF8Gypv2Wzjyx+cWtRQMlVzrIaVJr4BUFlz3rj5vWDKIMwcIjD+W7ay+V5JlKELLdGELBgFRgylHLLxSGERa9fSWtOcE9m/yEIoiSgINCm284wfHjQXnrGiSbUbam0okYjTgWlKDd2GRhsF7KwEFSKy/X38TItrIiJxHN9hzu01c+ASkXEEGgJBwxJa4VIjwx+Krp/zlvENqsK61A6n1GNLBCvkNem8CVDlo6i6vNHqR0IkIUKTBCTrBKCPhKNItwLNW6Nc9bFgcBFnLa9VhKjV9zlxiYygXkkRAqbpAIuNjBrbecYPDpjE9PwkioM46zYVq9sSCNvutqaT5t3it60J/gmnvaQGRA+P7UaR4yCfhPhasPmXuOfbsdUvr7kg9NswBflm57HkTRITokJMT1HuKFU93z4+2KcbQVWqb+MF+Fq1z8DOPOW7+ARdnpv9MIg0vAjGCAyKEkm0EA5XaNPjy7kn4HygZaVk0QUrZfVFto08kR9JtFIdxUgxGvMKYjvP+PFBm7sHOT3NF+01+Da6bnqwzXtY0vj0Vs8/aqPzw6P8nWs+BTt+SH0LL9PICqryvQlwu/lYdUOojwA/Bvw54DenQpMwzz09T7ec30plYOS4lkitcHXF5vpX/QKqEEP9nKSnNZv05t1t+SkjhgsiHwOzROcOkUlVQJSOJDV6aIQzLWlJnrIUmQ6uG6SmZpIcldmglFVYjnkB65nFJnoHCMmtgAg6tvOMnwBkQFrNgY8n7OSmmauK7V3bopqpKMr8EyeUbmnDzzC+B1j3ix7ga4hkCdd5sdIbW11ip2+tGaFqqyb08EeoN8EHdOkGk4hCFfCQor4eLxy5CE7gEXJCSb7Mive0LAqwg3lbyxz3FPKjfjkZhss/ToDBji/75m9EZY3gJy7EUQ4LWDPk1ooCpOQ3C0lTpU4EZKfIkN6jl9kL/A9kCrQswpSajQG5dqRiO8/44YFjnyZEK9KHxkyANqpiWnGZcbTHsKPdwqQDfhKCHiA/iXb6XttolVxSV7CJscSrqvRHz94HVNZ6AqkdEMoj0ANuxEP7KpuhjqkBnyyoV2dZbfN76fP1HkV58hVz88WmlZ48pX+IZi7jHC6LDzW4f0L8ODSicEzm4D8VIUPUNJRSlGvFCOmcVVjJQgupC3Spil4ZoPYhRl66jomYMRPMCjHAus63PrbzjB8HJ0x0OoDL7mEKpD+aSZStp4bCS4i3axpR7EjLtOdneyhTfwvKEWRLgKTjWBWBbxbSCZRXz78L6llDKNHrULzY6wu/6QAYz7eJfJ7UgghQ180LtugJHvWBO4sr53IsUhg0L+pjNZBUap739wsHcEx+DEARmtwmYSimZEXq2rJxoQPrZVZGLW4QJ1GL/2BRSQsxUowklhhgAbLdIosRsxisioxAbOcZPwxgettGyqcW9rxsuOsfqAh7Hsw65f6FdDIk/ZMjFkTzxEpR+uZu8Rro43iZScgSIX4QXtEcV1oQWuv1+ucXgaF4BAc+jr8FQUpCEODYFtKLObPvo9aYY9qtvKESNMGhZY9TElnyxsFhFd/FAQQBVr4YucMYdEyM7lgmGxUipCcowoqQUHG5eJbDvYtWesHw5BCrPhZRBJAmskaEQgWcG9t5xg+D6bIyVwVcO+Qgj2S10/nzeKfweHUw7bCY261OGR6xf9EfqqHBl4zsTRd/wRIhfRDIOyEeAUsMCD2x82nTF4HRAG45LKHhiGMRTV5vEyCSHL3UIp/3n9tRRENuq7Z5FWWhu83ps7LBfdwjeiS4g1+H+XiYLkQYDF1qQUQkKgu+KcUVHCsjOS2EClQ2HzobC4ciKhW8B0SUiDJuo6Gp1LleuSG284wfBTCH4QpjBW3sQMu84Bfi6AXmG4bT7IRm9t1I/UW5TXbDCmXQYcJscIsoVOT3xctdYIkFIucNIPloWK/bHZG+fzJa9HAtCVDJ5LfDfvLlqRufkIA2dpRIUkDXlMfxl4KwCP/zDqvmL1LDcn0fhKAJolGWhE5gI6WU1FDBeiyrwIDMpgUktNQgAiqpGtIH2zXubZCm6iy7NOurJpOxnWf8MLiChxHiGvA/LmELMh8h7Go09J5qzqQmzWmEgjLywz6qwWaDANcUKKMP+RvwJhdygVf0QL2sCP0bgCGY+PYCi2rgWncVRYvzdBUxlQ2RYo1D34NxcfcSUqry8glacLKcTDTL8bNwD7cXV7ftEUYgq38wgjXMFghkmmWi5kdqKOYg4hFGauqJEFSuNaGFAhWGhWgmtSrjkCuiaJ1kx0ATUDC284wfB+PFxwVgIjcyPRgE7SOtcLSPbvg2KZgYIxTuGSgD46tftrDmXvy3YkDZ/LiWt2PLtXwDXly9Ozkgcl6Pxwe970UypqIQ5ivOUNvdNeEBjj8n7Q6jebpuH0FKr4296KWf4R4iYhNQDxNbJ/Cj9HW65wN33x9iiU4pjTqITDRmA6AbygwQByG4fGGnFJKkvCSi7VhD89tSITl1BUtVTzQejCKxnWf8JKBTYrOab8gnefPFwtLLvW40KhakiP90N2DIaGpkJOTHt0A2mMpW/6048vqpj4I6OSAyXkC/9Ly/4/AGc+kpj3D14tXRhQBr27ki3fWXo5clmFl7oj3I/6dJnx5I3Ez84jDvRMReYH7bDexfdxQ/ECaLZIsmDYmmJCvxP5LSVEFwgUwRXY7KXobaUguha4lgQq8hiDSK1bUzE/+UKEcJILbzjJ8FoC2Yxg4mIYuKOdZgX4SNVtB9ZbRYWXLYFPlv9WQwXZ/BI6mQ0S/x1hntBrF+JNjHEZHxAvArEvTCnwVEzYnrAxINzldxyhQKZwjmOjAbnW0nOkOyhaE01sLc8m4sdICv/GEaa9S7aPpUQH37PkNHjki2GFksWCQJKATSjYSeMSILqIVsMiXEveWWO7TEoiFGE/jrs+OOlWpUkAqpie0842eBHDdL/H5Es6slb1V7QwV+ILOXMf2t6WEv0zyK7+KDfCuGjRA3NV8NCP0LALkEv1zaBe4EyPEOyZj2XCrHegEyfUMn5ge+/K+TGwsOpXWBhTuhFXEfqID24Y40azUjMeH3I0AxheiDC8sInX9awILojhiDWEyh3JfSyi5gbWNaRvhvobFhJhtaEa9ca2oSEwJXS+qzTMR2nvHTAAZJa4Ok/zSh8cPAwGCeEx/2bTYVNr2mhwm22+uFoZ8C8l8q8j3BHgqRLprXvPeqoZ/zjKG5yjtQwFtXOVrzfMC/HEDllRFGsXoxAzNnfbQqwIKLvmCei7lyJADm7i74Iv5Z3yNh7exTn59/PBpTBGsAXWooqko32+glLK1mro6gDMnQOqJgri+SCoEuLVBKiQZDju084+cBbPRSFrObOWsK7ZqIinmhmKBKg98xAq3d+YNwAk39aNnfD7vn2Fj1LyAFEMlAKF+Nefq76uSwKsaIUfZjICTAmJuWcYQ6pICu9bI4ZZUbC8TeGAHevJivH5CxbO47+X9xEcTkoUXnqlD0pBJGpLvvx2r8Z+oEXDwjwmKGRrRWVOZNTUqLoJX30oJ4NLbzjJ8HetMmjMfXE5qlLE0m7C7AC4usdor+ADgy/YvosvdXTHvfzjPfhHTX1L0O6UIbk+BQvR6Yg/qqUtyDHDwUg+brwH388hwqd8hyXXouRH04xPigqT6WcMhrDcjcJrR9qdl347/vxXsNIgoujkDE0oCUWW8D1CoHCxUi/wyMGvwUEcviX6lQAY12vTLJsUo216RYZkXXyLKIWy9jO8/4iaBnEWRyMK3Gexv2XjSwxwdTYL25bAUSZGdSWfyLNshC63W/hHdU6VCftN4C5RCRfscK2tabgRoPQe8zDINvRmdQeetfH+4d/tzMB54MlOqx9Ah1VsMKt5I8KvdyxaffDWYJMgdIw5GlSC8zDRMRQwoNncuq3tqokxmoPKi0UqMJDaFhpKIltMZ77ASXsZ1n/EzQ2SPdnTs/3za3Ym00ug2aj8Dq7eygQFjY1eEko41PtL6KRljorQZLpnmvkYMkuAlabYVzhfmd12tar/SEzcB12d1y6RzKr3GxoowZYeX1w169UibZMqo+xVnFxI18Wr7jApumClEwcPIn6xuRPGEuCnT6yLyeCcGyaYdwvjN6zEAM6VYpyHUDbT4dtUyxbR1HoBzXyJW4cGznGT8V+CwC3xwFo+mGPxrhM7NEe3s6Kn7rMy+EiHtgadsn1+f942B+r3h+FuspvRht9xhmPvEc8ttxKe5fwZnfAA6NpSfEhf+AZMC+Gr49caUUmtbNcXEoBHjdzzIIGmKQIMhU78sZV/x9IZJINgoCEcw4XgwxYbkGw9TTWC4Yq6R7GFNmPcSt7BLKZtyczx6wKIya1OmmYjvP+Kkw3z3vMVWa97wsmTqZ3eEJDh8t826aruEpdluC/ACtnSe4hFer68YCCo3muYmBbkg+kXxFVYEv/nxt2UQvL/dOaw3ccxze2t4at/oQktA//JYIsmtaDPOv+Rq/cVtainvCdyo9QcwO+kGQDuwRuoA7/lC198cQ+dsT11y+C8wYWgSDtNevMB26DuZtkRQvYKiei2QpLCKpYDCnJYBsL9w8BxagItP81yoCWcmx9VHeiFqxnWf8VJgfbv3eP5iVzQX2z7co4P9WroZtDLpubJd3j/AC5T0BqtCMsgPKhYFuYuCbXB3xirpEPs/yMrCmVrJWoT4g+ltvypvx0G9l2XgjBQYGa7X6HoN3uM6xHJ3vYcPC8eOvEn+ypBlfNEiQA/fT7kpfDon6LG0pifB7oJGFomSVDrOhI/KPSlhnr83ByhIBlHqKFZFyINTcEGKRYGJQpKatOKJsuyz7hsR2nvFzYboGAcigRHu/Yrm/fpieVueLaH68XYaGd3X3MPFVCjIr6O8PT76iXLlDtBjycRyjm5drJqITL1ZAEZepLEsog4uGyHg3eHNyiBjWEArIgHz/GMlMBed4p2l1FtsH+wIYzyd31nqkFSfk/CG6nTBLZta1vcp+fuJ78h8IMNyqpA7EDhkRGQtDQjCXSWoRJaUsh8Zo3iaw5two2zMaVS6QmmjOUdscRJRiO8/4uUCTu59kJROfOhCWnxAz4m4MmfS8420tMftMw0IuTLs5g/ASX+SSZs7fBjbz/lWp9vwct+cBoX83yux/+b5nA+O017NwkU7Pr1+IgmrVDX3a/OkQr27c8Hy5Iy6xQt/fqTbd4Pe8AzpAshBTNA4jQD5SKZLecaOa7vtRMoKAGDXyYoEQAZZ1+aS0DK09/LlCzSHcpeo2Ak0gVE/J1FET23nGT4bpZndxgEndwGzConxf4Br08IAoxlnb8/ItCEBjwXl8QH8TajDk90OtvNxOK/A8djqqN2xR1lvAr4E0cU1TBBkQOa0fQZPhCAJL/4+I2b43dH0CEI3tLm6p3oNQ9elNKWNzeB/NdwR5opIG6QdiprQ0IzVEnrVORI1aUCopnBlF+P8ykvVa+ag9YChj9vV/2wQmYzvP+NnAz4LoZo3ury0niQkxYH6Y1t/lWPgh+bEOvu6YH8h06jhEOFulXqw5wM28rU4BSb1gxelvRGc9eGFbY+DfiHpJwgm44omNatg+jzZLoQUpE+wz/lUAOdPFLQRvyE5fMYjEdwMoovGNI8uMKeFfQrho+B/oxSUIcp1KKmBhBYNlgglmWh9tRqBv1xpJVU8TpSSCI5eJkgW5ytjOM3423NIfotXDbsLqjhEgeaK7NGGBg49D/rC05/Vji6cgxgm5g5q19jjUylsqjHB1gFe+v326CNfXfeFM9HrRLZHfJUZyMW5cXqVmy/9TmSS4Jf+Z33bKZrmJrxWEKvzC3wDkCBKHKCU5hIkgkIhCv+AZU5E0DiNKQYQo28GkGkyuoirKZNFWBUI4lEsUgoxiVjmcCfCnhUwJVsO42V0TKmi8D41omlBMWTSigvu93kn3IlR+jbVys1jD/XYzr4X67WvAofkG5B2QWvbXwWhY7vQqiXl/WX9KkKOdEF8ijZpLqMgzmA8CXzcrZEHxnLxzbQEf8fkt6S/PAQZIGPhPnkkeicSwDDUi+nGNmZgTDhpLNCHh/FQpu4eExEKu6aFGMYXuPUaOpA2GjO0846eDbR4GmSKxvsOCkNW2Mu2MVfkGrzgEpW7ElaF8F8bK39TUa+COfwhdTH4Rjgflqt0tpI/EafSeLsVm9YeD6fa15U3+MwGy1nTxeKcpc+ssykPme2PgwlKx5/5jNv5Fg98d5AgSSWclp4ek6cU0JFlEU6kNkkIyUGUiykM+q60dQupZphVpsRZZvrYcic6PEBQKPcZ2nvHzwfY264ti+YYSf/xoCRgxz5ZFyt9BFzT3ssQyiKf5ejVNM0Q078C7Kn0oXkklOQBKzJdXHhOMXNbONygWBmSNQ6S6tqINGs8txPnDVpA92+kLInpoOJv4zehPBGgWIVkkcQSCc0p+oJQqIuFkhoWbBizElp8cRjCZ+uhDcK11Y8BCqC0Y7nds5xk/IWwu8cUy2A9NptlWxTxdzrDeSNUyMHFNyhArH00epsd6nj9B/tts/CTeXuPj8Uoumae/wzcOCiLxXWJIypXl8qHezoAUYrbcdCPkJIJKL3OoG/iZTtThicODPPfDHm7n4Z69VZ9/CwokR5hLLJg2rJHSFNO19tCUKk4cszZ8uoSYMPJXRc12oQ+xZZdyTcweBFTamRTUdgtnAvyZIVcteIkuIIRNF1D+nxmOeM4HGIjDnk99hfXKWqe7zYm0GHCr9Yp3cOT78do7REAkr+iWBkHjwMHieyOsT2DT2uXedpqAhTxay+IBtHqpptoYd5iZ6YWjbSSmx7zw+1tQnyHeEMg+yRqV5BSFXknLkFQycwynFJyzzu9x5KUu2g4oQ8lGab18CdlVppqcgCK284yfEaaboCUuYDiV3ALkPhp1M8B+3xqxb6bpIrdf084HqI2Qj+EVRT4QG8+UCcsbIl9HKPPXiW4yGQuLx+WJAA5NvzKSQ4bNfaL0tPq+CnHzRCZVDtuVrkNnLneHx1u2guSt2nBX2eXfhAULmcTCcTpjTWf0lKVID1S2oiGg57eGvczCgxvneLulALOUzbKmSCciJGmeCfCnhkwGDoRY70nW87y+i/ly4tVWmGCkYb8RA/RMkhsd2WPZwMvs9pvyH1zAiBcgc7ydPXS+rxFbvQpMSP9gmZh8XyXGVJu8wX+kvKv946T9IWKVumDHBxdvpxu28Az6A5+j28l9b9+C90C8YaIhXQRrEJFsAkguJPt1AaUTmz4aQ6BRlpeZ3QuIH4FoyHkMx7xAlTEyHhHbecbPCRoV/Lln+nQ3Nhm6RYM58uTVBe8V6VPfdm6L9Ifo+ZYvKL6WicJpaW8rPnZn4XF86+MYgbevuOOd3tN4+bv8WhAapUHn5wlJgFyOvQWl8WcFUhApvERwqx9UzM7xRWMHXolnQT56p0agZPY7+v8+gCLEJIXSQgOQjCjk/wKFuSA4BExjBeH4ZZUydRVadv+PaFEu4gYrsBRzMpYYAlSxnWf8nKDx0CzFbbI1X5SsPGRe0x13zVExFQb9ETcQbaGY/bUb22CcsuOPwyuZ7cPX+zLAUCEResimgcMUDNWw1xODE99IWx8cJvf1061xgpBXVx6y/UZuJLt52l3xVaheBzXO6KW+L8QfAfAFeTAoJ50vpQu7FCcM2kadrtWyFFSSbIRY/4a4yiUY3EDPjpW5wV4sCtR0qAJMRSXBcmznGT8pYDkyNr9JkxJV5U4XGFeZKaZlwiKXX0eag/fgASrNwsQrrzR8KLjeEH8rzNPXemp08PbUmV273y+wn/QVUSDJiuQ3Toa9Gax4HwSbZU1yO77OTB+QixVC7fAbgTzR2USM0pgvoaQVlWA6sgbLbJVoOhZwQ1pK7zRRuZWLlLK+PTuiNwipOXxaLMKZAH92xEko345r4+ONa5xgOTWee2oMuKA/5FzN0+2OrmDL4OXJOW9z+xCgrdc199sT4Pgi2PJ8b3LTwInErV7A+CgCPPD+yXWnqYkL8xxW7pj7+D3SVNjXp/RSn/nihlks4gK/CUgbgUpHKZcv/SalZECORaAT0pBfk9SwgBa9qKUQtuBirSTWFZpgQy4kxLJ0RojtPONnBUzMdievTxIMVTakxNJs05gX9CcL5BkpejRxeZVuGO1TiY/Ckda+5aTfh6C+DBAoU+B869+S/6DhS7YxtdVXBzavyLBOvCwr2y/0RifcNeE7KqeF3wqgCLJJBHEIF1YYIbdJ6RKuxlKtwJGSKiikEDTGZbyJugXqe4vBt8rbgJpJT5Ah5TMB/vSYMJ+1xdDaZGR0KahiYnXxkSbH/0gmwjznOxJgr7S7eRote1nvI/E9234J4DLfEm7K50dBjPwFWTmAF9fgvkc+Jnz0RQy8wRmt8cUuMy+xFHKTAyj+47VgX1Jxdpb4TZD8kSBneNEoREi9Q3BV8pcTjo6FTmCK1AQRUYO7oiWz8O/Q0VTt5f0MsahQI7GdZ/y8oO3IaGi4tCMseEXYuvRrmicH9uN5qkwGupnr45kr2iwYK34Ufm8XEJu8N/sJzd9rvJcD2YCBfHy4w3jZXy5op2DRjsd5h/bvy/f4tHvkbSObjmDoRIu92PcHKMIEEjQC0gi3q/GJWM46giUsRdSynO4lhUi21ohsIskwBPzXgGJcuoUokYS7hvTrifeZAH9+7HgOSkbDe3JpjTzrFFZ0qfs0AFk1wfNWjEeKa+bNWR1JMNNLHNP/6MCo8J0HDTE83e+jAL0TxJW+PIXR8u0tHaxuKU7QYl/gh2j4wJ5UxMWhvSQVOrjbtdT3B2mjI0gDC0YD3aSnZU3olXaOPDqle0g2aiToFhGUMvI0Y6YTTdsyKOi/tYL/WEdkrRHbecZPjG6kN5iN0Zh4l4vvN0vb2tEqIccEmLrKgL0JPQTxgEWkC9zUz0qBM11fjZLg7e+ERwX1kQT2+J34ioFanPxT7SjWzjTs9hP8v8ZtFHbiv+cn7I4b7yw+HPxbAxQhCqFTFjw1wvwS5OISSojNToANhgj0Jgw3UcuoMbNZ47SWaZIc12d2Dn30BimFaIGZsZ1n/MzoLyzhjJc259OCu+c+A5Zh0uNQitrypH/nP8h3osDNNyJ8PH73ix8N8/XD3eOD2IvwiPQ7/DiwQqQ5aLoAsux/KRQCdsXqU3AxAdbF+GBGn2z9jTkQFGGQLBptgE0sVLRcQmSUySyevGNuYkYGIRvNdErpREYywVRvyiUQCrkJKyF4MqLYzjN+Zsx73YlBEQzHmyloeVDBy1ABgGbZZ2uyzM56gxVfcWY33UWq4POQ1XeAxgeeL2OAr2auvwvpANYRIINhTCNlpKctxJOK4DZ+ZLNdKmEZ1yas0jLvkPkNQY4IOmlM0kFO6qwWoNTISvImKp9FE06ooWS2TnBGK9nXh9RYpiNysoAb7YFNxHae8VMDtguT0lXM6+mQpwJJgDQ/g75Gt19KLVUdQKbo2Ix23dDb+xCwFyH+vhBv3T5OdxLmWbdVljHQWDHDSYL0NmG0xmvAtQzqY58g2Rxxgc1fzI8816pbZDz/la959Hry94KIIyG2ayxC5guYsxRC8jJUTUIYHDS1pcqms8xjbv4DyHSO5Vw2HWB5DOZIiCyvaAkoYzvP+Lkx0fWTH8H3eMKTgBXCrrrhgSL5qpNuhxQzNZgnXZNq5wNqCx+Dj27vneDY0EWOCyF68UEdFnHh4AIrF+px8ODdhXRxz+eAdeW3fZGKYPNQHqb5fqZDrke4yYDafb81giYcBijd6czZZscRpqxAyU19q7+qSUgfOcPaEILgTHR9IXRJRSNaBCC284yfHPPzrc/G30I+zL4WIlYkYNokRsIKgsYrQQ7gs7OB6e5R6k18OAFWYOUhvQVvnZlvlb+JTZ+ma8aHi93jwGyjj0wolw8gTvVJ4AK+aJHArtBbFuziaSPd8C5fjtDDbw9QBKlE/0EajTsyCrSUCjRHMUJjxlSJ1kKXyAn14CYKW8zaS1jK0Dua3eA/I6ASIxHbecZPDrh9/mA3bZImRivTDBh2FSf/aHq2PSEKcX4Gw+d5v6/T1wfMzPxtjN8eY/deizdW2S6uoQHsAVJzN7wQazUiLsTlOL3t2PMuaF7XvdHPUNCbz/8hhT+q4l8hivymIEeYPYJAOo9IanlMJeclyyzJprNYyXEVhmXxWImD0FJdt64ViPyC2hyrqURs5xk/O+ZDTHj5z2/s8DwTFLAq3WdG65KNs3BAXypDqQc4fQ+gP537A2qZ3xBj596CN9XbKuxrF/N895gEOA7CkgDDI+Tyfn0jNHA/P/lLxTf3t3AR49EcYMa8l2f6xHcKGfv/N4aYIxCUIhqzzKUJKPlEgDSG9Mm0qAnFjcKsqKFlZhKoxSNahwRTzZ9MvVqIRGznGT89posDJ7p+Zwms+BIcKH77la9tkm3RxBk38EMhupcNZv+bn3//MLyJ/raRBEgPUIqR/9qXfwM5I1YUU90R+xtn7g7bvyfmQO8Wc9/vwH4AOSL5QxzS6KeJNRuBdHMKmY2YDeCf1RxVqHVmOdepxmWha6SmFBcuitxSD+hSa8HZsZ1n/Pzgk1x37QQXHTnMvfCvyyFha7Bx5SbmPR9oXd7L+/vh+UPo7D0IArzzy2D5lqqCBcVlpgdzYw58wzOx1PLkgnMrv90oeJ/0fVNL/GYQZyTEIskeXVzBeoXCWFyU7LXSilqjYUy5J1CUDtUQWi8ptGjBzkjFdp7x8wMWN1/wTl6nNJflB7kNm9fz0spUKuRPgN+FBIwbDh9cQI4G389srbD81ci8fM/Lag7M8twd+vmJdAc5jycAF+F3gWgCPKN/sYiQghlIec52qB5XF1ns+FlAIpUt01nOlbIpqIsOlaYEsBz1bVU9smQhtLGdZ/wT4J4mfJ2mi6ntdEv7ezrs+JDV7mJmnJM9GCfM83Ka9GLj3wQjDRzBqwp9N8z6GNI1mTA0RJVRpiVDWM2BRYz2vjnVXVwlJtf1GbCY7/eiv/QASRaVPIJdFJjkP2koqCizagjHLv+TLfVPFPpsQc113vO6FmiFa4gMLrJ6di40XEgb23nGPwPkAzZ3ZXqANQN8+4Fxe3l7OV/vgwB5uyAfSI3i78ZAWWw3xAWofpHdfismQEe2+/KA8ZDXVoZl3KLOf/mNFX7Qo+I6LrnH0MrhkxTYjfz3W23zJsgRJIpglYZlWpoIZhqgCQt0vZpxtY3CnRRLZuPSFR/WFpTFRZZynGoHIrbzjH8KiAFzSutJsOWjmL+GFb8fI+WRAY+s9KW+/Pbgz8XY2xyz/j5AXdDo0DNyRnuYehrG0BPinP2izILh+HbAEHr4vdBphQyiGWycR0saSdeuILNaqJTVA1tmTqxhyMu1BKxdKFHPU+qyghAAL4lWS/FCH9t5xj8HyIDtpDxs8OvVXK9gLiZjxEP9EsZ7sGCQ4/z3icDfCXdVsFL4O3iLFHfTTwwM+XP7AEhxEvmkb2LnV0On+wdyW9Ib0/n+lwy/G0gU4AlSxcrBKgpyUQnWbGLQq2itpews0jIiT3GjuqbdgshVdOhS+U4tt13rx3ae8U8CmN1Nm6Q9y52Z44Oz6XiMuH7RSXwRiwbMLp8eQX5CqACM2MX1A59UCwULhkDU0WpF6hzY+YX/1gTX5sR98btBJEHaEF005uinAHvo5FW0A1+VEPqKkptZao1A2hQ2ZLhgeoFDKMiUMphorRKxnWf8s+BKFhtmGvOweU8jhqUhrO54+b2e+0ic5MsTWd+IoD4jdMDDBI8YvyD+1rxQxme446VUa2rrMOxH/erku/AAf1/6GzxAL4wUBy6JgqXYAmNpI6bFpLfNxqAMd64jsiKV6NUl5XzbMpEFpE8Gju08458GsFeEsMg9H3KlINOlya2+cjm3z6D/Phj4Z43v1DnxXkdoLy50FRh+YH4JiSVDACr/1VODzedm/tM8+1PM27D/J+Lj4ndmQFMGQbYwaVDqYgYsAun1DefnUtn1ERqq8v/f3rkkOXIjaTibjNyU2SzK2qxv0aZFt3QMnaZ3mrPMDUYnqRPMujaqnayUtUuz8f/hgCP4SDIfVUwSn8CAw+FARLCEPz34CCLawGIrFS279iV+WWJjvfNMpa8QIT7Pyc2ABauCxv23XMHL/edHLLf1itv8cWS1vj2D/Kw42PFSKHoFuwNcAgflhYH+7Czb4a9HedosgJjoy/Lx0/iUlhvEEP0bXEwGOOoGVCUeaxnRpofS9RQ5VypZB409btN35UYl25zC1SpGbnf6PCe3Q6y3e92GDg38t9w9cOnGpfCe73z8ys/+/jiO7f2Njsy6F/AmOPYCXgIH+RoeRc2MX5gZhv2djdgs9xGk21KYcQfWPQrfjxY/EBJB+YhNzdzC0Wx78DDVvyrrYVEStLCLHbliBwLbYDTY5ZIdg2a6RiVvFE4z7MHnObkhQuX4W7NsbO8euVa12jZ7NPBh+/USluJ3BJoE/KFwe8lXJ2/4WjVpuRxv71cYxkHxwqHJyn24uavh2Y1GKxdASERTj8qqyTYyLWnQmqY4ra9oUPhUkuYY3YONXdmUVUUtFFLNejDwoNWupNXp85zcEve4IWAsPjaWu293D1yEequyf0wmwTeIL5mjb5M8B6hSwV4QF68Svo9+llrvp5X+1SvgCItWm6p+M+TbOL9kD5vL0L/yGmDqBgqUw29cyGVs0ceeTMlkt76hAPRlGiePWPnLS4lo9p2n182ANltDx06C6fOc3BS/6p5LXHu8pPsWV8Gx5rzqFv0Od+Pvw2K+fiBVpv2Er8E3QcB2+cTnKJ+ZzedV4KhrCz5wZE/9AxN7sEXi+b+Q1/4SqUQXENFEJGUlHJabVWSJbSErCYJTpdE8K/+IetYpZ+xknfh5j3mEsW1lCuBtgo/+seaD2xBErjq9DzzkgSs9fEVeJXmLKV73+KR9wi7z8NVPRXTgGWr9/H2jyjgSn7i02V8+DNbz85+ACuh/jR8N9MKC1VO+MC0fuW0N1j1nWxWGZIFMcUb6g+xKZ3agiY5MJ3kIRO2sVdrRqjR/FHRFFbR9TgG8UbB6cckbC/DjhvqBL24NmUeEaHkifaHx6uwqzGUQh/WIFwB3RGjJ92+hg3Fdm8/L7l+I8Rk7oH+i7eTS3gEJpBLQD2kG9EMaAmiFHo2q0vs72deVpxPxKqBM0v3uE2q073ZEu006HsGefbEjNq1MAbxVlsflMxYZFjJL5IBedH3tSQNj9foV/xezzviggKPnQqD87bL9PQUQm/Z9jl39GwQQf0HcbkPq9w6r2IVdmz+aFI1eq8rLzN5JGbQYxkOJ3Fi6Z+hL9jrN4E/FTQ/qTA/d5+NLXzteNoT00ec5uTligePXfaBJi356DEse9bAAQwO3X/f8CPDzGcTiQvXvEE3IVLm1R//6aX36jPtq5ycB21dAHvLM69jMwC9HAikSRe5QFS0JEUmfHLaG5CsbHhV0i0SzC1QC527XKm7YTyMjXLegOFTY8cC06vd5Tm4P/Ojir1ibWM1chht/ImP1QZjtn/t+1eKZ7GrFXr6DMD6xgziCnYjI3+TTPV82H6hre/SvJ4DL/RfuaYtPG+GFB4F3f/cMCy7nDRBA2RBDnQ1RWxTELKukTjVEqDktSqQ65VEXGp6pNfpusnYhzdzJKrsVxPQ+z8kNch8rDfkfl6VW42dlH+P34XLVf0cOysOrgemP7GLPRwCDEEB9v02/rBKbbWjgnmk8crMgnj/vu/2M6+AM3Z09nnaVy0IqYdWIBwRFCqJcrElVl6QDNJlTIIDLbg/NIPXIyWBukqHR56VFbWy+IbKQBz8F8KbBKsYyxBrWcsTPxa1Z7t/uXeDDfP89jkiiVoLUroApgJ+wgazRNaCnUffG0kutX3Hj2TwpTO2YNRcmgRALSob0ZY+gNCmpqrOvqKaCwqq5mXxuWmPta3BEcdbx1Qa2fcRRGKDxKg2f5+QmSQVEkoeVTFYL83H7LV/ruir2yk+H+reOiWdHhp40GF/zd+IG0PVZL/cx/8PPyYUC0sG5PUUSsifluzD9y9cAi27QWGnJSvtM8xar9w5YqgAqmbF1qS/8+Vcuu+MYjtoXzFmmAN44XMNYwbEm9akY5CnL9j42XqC478ney7yrZ+ec20uAVC/e8f6+aeIAfvBD7/Ky139d6DjGpclfZoBdwILSsG6xUJPggEBJpOhpljKysIp4Zg+2TeVcAc4XDwVptmSV+GXx7O7Dox+lpDS6YPNopgDeOFjQeGsyVrRucRepIBd5CGAs2Q9+3f4aU8DzWba/28KTgqcEtd/gLUAo+SSGyS1+gOrg6wgH3JcBRcLyMSZ+rVTs6d6VlU2Jj7HTAWo1IXMRaQwpodGU3A6zY5SDhzHRQNvnOblRtHqxYBe+AIh2fk0EQAAjKfz4e67oW6YncXim4gmRptU73oPl6/ZPv42kZ00JIB32jGTid3kJIN8E2dEakiojIUF2V+PkLRbCUdMrXxTMzYns1qTN20nJszDKREFsLa1DJQ9e2efQJXyek1tFC1IKGA1u6yp13tIu/t4Q7vyS6TdyDjXb3j3mczI+N7gq9geJfEIQwHxjfX2OpXmB+hcCKKk4cL2JYq2ClT7YaPZETT0kNSmG0cqutqERDHskWa89XS3bvgUb8kRPEVWa6PB5Tm4WrchYojAe8aHdQQEzcWEGU1brWyD93cvjBVwp4srW5jaOdfMBt9QhXQH5G1OZETbvh3arwMNneIny50vgqikSkSYllLjs7wID7UILlR+g53E5xpUC6sYdSTRbfqi+Nmcv3r+baoXljepaEOHznNwuWpFQOKxdit9y98nrNF/g+tgu4VQ9wWlRK/T1271sLkEe8FauTXwLuPz+Wz5L+fopG00H46+LjeBZz8yPQ6ox6saqqJs2N12ZbGQ9Vi0gNqqlmFaxgB2YraVu9DCY29TTBjsRrAFtB9F0YO8M4PN5Tm4YqY4UkCuYOiQxyqV7dgYIFT2XwwLIBOn8CV+XT1v9IkgQ6XLP+gIqYLp8Etmvp+6dQqFISWvKYdhm36onfB7iinWTqypcNU62ZKsFkGhVR7PDoEKqSlcrbZfYNi8LPMDnOblpuFY/xELdMA0Mx+dYt39uv7Rff2yrGN25tF+bEEBbl8km38sIqSu/dAnwGqoPfsP3kPJrhZbFy7zAfRpoBLSCSuISatcbCkA1+git9HjTemEwt7NKqcNb+MNsJY/Afqke/QLm4GjoaFGNxBTw+zwntw3XLpZqrG/aj/wUTH/RywKozwqexqlx74nt3/l2UejfStHKm0QSwmzy0y9HMtsLR2KxUha2UlGoSfChtjMCrEaZmDkqSCkNB/sUaGVTuOycDNBNukWi6Uh0VJlGyc3gdDE+z8lt4/X5+0MkfWrEJSzWemaAd+0jcAGWtM1b41f+WQjqE7Asv/Zfm79jAuj8z383enr43qhCNYpHadhTfZCkNlJKxh46QDHNbhdGYBKOt5zZjeLMkZ60tGfSjEb3YFZZPs/JjeO0ZbnH3VGXuw3fdf3AxEZLd1zywTtd0QaS9CxVQg643f5eng2/9JceTmo1dNfz9nQRpFBgS/3AZhAvmrFpTomLiqmNYvsqtEkb/eq0R1aaQJkmgVfXwm7KjpLedGQdxV1RJKw+z8nNoyWKlasbIX+Ly11c61kB22d7n+ZyFvuBd2KofcSO01lwTwN8sTeHtkkyBdzGs2eXota/rPmugLJILlRZO9q1JtUojKpKCDBs9bZzQSmU/djKjW2PFS0uNnmFTLN5TRHG9PbO0rfG5zmZcJEyZ1n4qZNNCCGv+Lh+T84ANc3B7u/OzoFAjxr2nQyejz+/br9q4MYpHvnM22bHlJ/4ncJ4KimJB97aPnvPP4aQiNCR0I+qYxV5Y8vimGwmva/3sGlpokt+SCss12JH3YamZFG2TVdM93jwQylZ4BTASQMLVatVCvjwjb/+uPz59Y9IeV7ttvgn8hx5OgFMW7D3ZLb4KMwfW77EF8NRtbeDmSNv8Qt7AV5BRe3n8r1CHYFWWHJSOrCRskRNJZEq4RHNEp1ebBToTpCyN9IDch8ws9huCpkb1oyHZZEDrtqsarvp85xMgliy+I7D3d2nb/jqQhj8ZOCyMBNc3Sh6L1j0HGb7CZgpHtChZwnUk3DWjr0ng6tfSVsb3PQNF8HLwo+Q8w2kI7Ofvd8fRUiE9SNqitmOkoCwssBJA2F4lL7a6G9hVC+daXu0tSx3HmbiI8lOxcHOGNfqiGKtbu0pgJNKLFks4rC+cRv69MB1jdZ5n9I7PfagUJy1v9OAKhXsPYcY9Uekeni3aAf+rYhJKX/al3veLSER0pOVchSP6o5VaYhqZCdxfscQdnBTR6xsBzeLBR43iOp0DMdnT8XnOZkQLlku20d80/X+7tcQQ+R+WO8PJ61nKEAaZ/OcMedAVRIb3gHxfJY/efdYvDjAaewG2wdoYLv43at/b32Gr0tIxCgYRkLmlDBytQhSiYeNpHVlTyvaNBVM58puZqKdJhpOKyOz7cfqcpg5JAv8Ps/JRHQF1B1S8cNx/SMeqg7z0tX90vFPIc0y9p3LF70YEBNQCPmecGjeBzh+xefHF75fjj08T2EvCckG9ULC0eUDJR6jHMFnehAZ4oZGGRPkjNiWwZyq62wtoFuq1Vb6R0dMN7aMz3MyMVbAx7tv0L4Nbw74Jb/4INU4Lh3R28r58FXBNwOqFMTV/J4r2BO53w4/krcsUL3QvY/bBXfC8uFjN7IG9JtK74eQCOkGjRGpSHhVoE50SagaK80szdxUH4XKRT29UeCO2gF4f81Sh4AjHqjsVss+n+dk0sDC5eLFEtY6ftj61k+o9q5sc6TrIqAuHTuBJ9k0javEtMgD/VnAfNrKOyTvFEmGZSmgbAyJWEKzu0LZoGqDFA7CJHvHo3ibaLT5DhY+qhVVk9SO2s3lPfs8J5MO1i4zMa5iLmr9EG5yXEE0nNUF8Vqp5SoBbNK33d5/ZKu+WV7070v1vxugFE02mngU0Emx6d2su7IhYtTMWuIxNKvtOeR2o887gExRhsPNjhD2XFNen+dkUrCEaaOfyuzfdQ2OCGAb9hTnCdKL5AuDQ5kCO14AXuOzGaT4tZkP7+R95oJFPGA0HeuCNgBXSNGOqB0E3VXTxnCPH0VrrabcH6MlxG67S6AHDnVVfJ6TSQWrmJoDIxb4502s/LKyw41W8ezlWP+ZcgRlOWtAwoENO59PKJ6tuwd8K24958v3cFFAI6QdEJO1egSWlZ4m7uAIlype1qfi2WnJsQ8O5gYBSvwY2jesVIJUw+bjKfk8J5ORWMit4CfNgg+RDY55zD5BoWuP/4UcVa+DPRg14o5nE8+D3shYtl974ne1SDMqg4LFNnUFhrOxVcmQFplmZmWELmx6NHrRatnbOhV0qbBpn6o2Qx6efcLnOZmseIzFzfW9uXvYPoaU+M5O2CQHBOUlsvDMa90DwyR65kXHlSy//8Hn4QOy4pN41++DhESEZEj0cmMkInS6qBlYX1Ad0KwojbCbqmaNImR0xdol00pERlxU2MIHGxVxe1DwKYCTwyx43T5EY7n7lr+GFgwq8hqS8mZY9xJ7X8pHJMPB+/+M3ylAOSgUIFVolJBOtmp3+naISdDnFG9EO+oJW6CpUuvGI8DD2CyeoMp2M30yPs/JZJcHfvuN34rb99GP4KKvAS18ib0vhvJ3xmzvPAOkUIRqqMSjiEkAd2Z53ECbgAVGEalYqGxmn2z5VoUP5nI0VnAH3ouvxj1G0TEqDyyiZLCnmWj5PCeTffiyMTZPCMjJgpAXoq9zQXoM656wb3ImFozEZtOP0uWGPa3bbYGGHRK1ppJi1RxxQrhTKHsMcE2GBtDcO3vweU4me1n4UuCyfLk/KiKnS8wQ+La6ROUT9kzORSrRMjjnUk1Iyit88NC7ztc8tDublR09IsrQaPLGrczcd0HB2PQjZVNtHlGW2OQuMJHPczLZzwa3twsFedh+1X0+93KCxrx9yrcDpe8193ryXJv477uf7ltgHemwYQFhsRxlOzZBkRg5gJxoU5Sajimiz2PoQNPB7olqt6xBeJt/zRDv85xMDgFtWz5+e1jKOyE73EqSdcoLeg/v+2W/AWiE0zyqVtCUJRUqyiA2ELoEJvoVJmzIxUYxZfVXFRM0lN4J7LHtVdMrRKXazWyj1WTL5zmZHOTT8onpzI1o3EtA3od7wWxCBa8Cy0WHjSYg2UXFcduPmv1lLS8qbsmgndbYpOmgvazkWpUA+yuT0Zl7Y02PtDVwqM9zMjnCZ1xJxn+jBF7JGj/CORfQ5aqXN47w3SPeOVIJiUwU5lASECN/o6do8qeiKUyeXrXMTUWDW5OtwO4UtyJyQUqco2GkxMlJW45uyw/L5zmZHEOv8T1uVnoQi3ytEKcrxsVzzqkgFhe+y90Dqqv5kKAVw6IDxRCQI0sIm3jIlf7sSgGD4RpUO0ATYah7V4qjoFH0shaSNeh200/V2JRd+Dwnk6MsvC9g5Dg7qvDcGys/k9d9V+MkYodP7JOv+WXY5pMd3/9IXx+pRKhGCkoz7YC84IGmXYlfstPDMSh5YdtKjse2OeWQVJU8UnQBE+UIVCKg2QYWW60Do3yek8kT6HYw+97uPeVnz36Abn0veGJ5dpET41r4agi9oIpBNyQqgY10ZH9WYWS+xZin8MBiUOA0BSZrjdxlFuqej8J4f/T0fVtB6Wheunyek8mTSPv2KOCJ1IEvEcTnj3wDeDBQPJwRkr/rgkqRAoOqZ2tBMyQrlJmqOt6W4uHVbjHFTEd6ycozCFk86tTyZGG72yrG5zmZPI3Sv+XDKRnORanUW6GTHE5V+d/V5IDQCKhFqAtFI5UjRUQ1OtEMTUqHcj845R8pDuiWaGmjCYl0HSU2OWjnEppkHZR5MEaP0g/y14x9npPJSeDHQvCm8C43oXgD5Ywj+ZP2XY3yGYrEIB5hRykK1lhJjNoKP1IU02Sw53GBDO8rO9RVSFcGkD5P8/VmmdHnOZmcRiz15e7DXrW7Ngk8epmurhJCBbw6rBPaZNYUQDtUQkxSUOCg1+rjTWNHNeEocTlKNHN0g/FSGuSRcRfNWwgH+3wM2f+zz3MyOZFNpID73grZ5TsJ4vd6f6XuZ9wj8r/r1D++CWK5kGZIe0jREgvfiC5hdWHrbTWydNUiUWMPHBrFO7Hicd94GPQ60r2tU3Yr6xa2MfInn+dkcjL4NOBpb4Ug0OabEWJ8mh6/jLIHmdbDJovXKH81A0wlAql3UjMFSIkGgUOT232U+Ryd+qUHtkDObLVxzT10AhypPeM+CmrF9n99npPJOSx3j4dviXew4wAvTOGkgC+a4hyGHblxfa/9JRSKphdRyyzKQlbZV0AVgkP+sTgYRRIKsg5klr4AwSi5GY8he7PRHdgXHqMHNfgv/oj9ZHIm+Ej0QdF5LTWKaU6baVn9VsmLeFqPM8Jx1yp+ACIBzUjFgOqsha0oUWqkyi6DaHUyHPWgesE+n45iKDl1F0c50MLD7dioBRkM6zbu6z15ffDF1yMS6PraiPNqpyaD7/9eLxILqQq1w/LhSsgNl0RHW2kMtQs5157CvigI5ZYVHamknRY9eIEH9a4c7Gaw8rSOf/k0J5PzCQXE7VJP4eoE0Sd0dee1JkSCV4xBKNBQ7xEkms3bOmR4WKs7GZ5juAeGUUGbv4FQOZssmjy4hJ29m7Ap7//4NCeTZ/Dp25Ek8NI597gjPgrfA8+x7/XUzwBa0aCaZE0rZcopnjcFt9VdS08KV5JFws0HcI3gVcpYRnI6H0wvLaCLdWzUCv6a7wFPXghk4T3pAI4XZc8x73Um7orLXV/xHom9JqgTEg6JBpuGHb0t/YktnUUTW0SnuNiPkiPZh01P57oVWL8Y24uA0WM1teYN0IFHa/3DZzmZPJeHL8cUsPYcFZiB0yNPJ2Z8/rQeB+3rr/i9/jFeIJSKlBSpWtaSEaBGCh22HoAGTce7opzR1HwZ70YhxdHhreVtofZEGQ4QhtrNy4l/8UlOJi/guATuoQhRH9edUZ813Zl4bu3lpB0xSMHMAN9Cny8ViQVVo4laIzzoKx1Sl0BjMvmyu/VWHJm9UK54sC0P9pMWD8IdDGHp/bXmYZW+gg75r68+ycnkRTwc+UiMUXeTjkHuKq35yhfWMRsn9KZM/tR+xv6eAN4G1AuQuVjL/lTc11s0skOgZU+O5gbmiEbiYVFteysWaLLmOPbQta5JWLtHPS+AJ6/GZnnqp8KzeyesaOFbv5o4TB8Nt5/M6BQahQngTRE6UYUnKGY0QoDsgBQps2ri5SIO5GLZUUMD+ffQNVIqmAXBcAyDWj8fDfr+mhfAk1fk8dScLaOq7JSRxfmkMJ3F3r2tGjtErwOOx10tloxBo1Cnw48mks3bpQhCln14oEdh9BoJWLiKv0W1AjgaLbdF9qNeSbaOJBzw40F+mt8BmbwyZ2dwu/GvoTMxx4FpUlJVH45bcVrUVQKpqHKSqraXjGrRHtnaBm1N1KSzFTM0Au93pXqBAtNbeynC2Y2OfND789S/yetzmgTuCequITM8NwnEi5HCjl12etKxd1C4Dk91A0AvRCZ9sZGspLi0ZBBBtuCD0fRyGNLjdmkhwVoeUzSjxMbbJo1suY6R9K7IiJn/Td6K8+SiCxzvtGoGDUxRc/swjiN2TV5KV5ROtTshRxQdbhzSxu4dkpeqK53jFJJVUbTMGhhgCANV7G9jbLpLVemc+jd5K87XH+vdkd9Woqg9PW1EVO0Ey+bUb+tN9hFi0bVFpdpduUa/G0TjsytG9JCBYT/FrEW1I+0RUlGonI9JBwdqpb7ffHaTyVtwglYFO0GbLoFVx154p5cDo6csnkSKRtOcJiugmyUgkMzktbFKChwIM3VwtxCYw5Qa3rszVoHd37HNShGSyL/97Z8+ucnkzThNA113iqebz7zdHlT06YHrnLFwyilcOVAPAu2IB+XEts1myY4i5bLftE6VZBQ5NEt/i5bE0Z016daqX4fHQ2oVCevn+fnnyffgJAk8xvPH64qZ2PMkq8AjsnhTWDSgIFYRVmy3xCvkxpYULRpO31D1ViGcLUFETGv0fpvD0PCxjT5OmjuAE81e2bRSx9YH+W+f2WTy1pyhP09yhiJJ+QCbO0nglLbToXqkBuV7q73dBIadVBnJTLOGVo3gRhRTMd5BnVIla2lvOlzVJoBZmuCv3+Y//uQ78iVV6DsDuXzUXauX5Zudk/OBaLhIT9J0PtWcK+zZWyFpo8RFW0V1vc5Na6SorbHB+Tyv57EHW0xHKf3lg09rMvlu/AgNlPIty2Yp+V8cRj2SeZV7AlQQIC3ZgyRob6qGMZKe3lKnq72TOiD6FF1Lr4sjdyB/IEOeos7/mi/+TX4IU2reLVXaJCa1rStR9hhJmv19A5oUFaOVYlbLcFYLaDEGE3CU2sVL/vrpPz6lyeR9EUlc5nFK4mo5gc0nJINuiNMGTnoGCEnpcpMWHkzAYNViN63QpFRKXpjScB9nSme1gIK64kZRhUNh5gePHDZFummg95d/zF8/mrxbqID79Q7J5fo/s9nwKjjgi4Dt44QOmBp4CpKR0KWqL+lL252Deg3xlVQthmMixUojUaxt9K53vFLIoHbn1TCCaKHxt1C/+b2PyRUB6crHXvDxvy53y/IYInjkeyaTw0hFJDNOtKwsdoqapaV4MbJ2qIaINWdSzNbIrNGhLKq7EaTmudn72fPzL/+Yf+km10P/v/mgBNLJpLF8tWTyPJqmjLlXeOhsedsBxpE0FGyfBnt8baQhKQN9/+lpvXak8pr//uXf/5kXvpPrJ6VwryTuOCbnEEICTcmUCxrDlAuwViO2LNagMSEbeopL16oA4dHOJoJKjR5E25MyCjspzV9++tcvv/3fP3+f2jeZTF7C3d3/A5rsMoGgBQlgAAAAAElFTkSuQmCC"/>
  <p:tag name="PPTPRODUCTIVITY_GALLERY_NAME" val="pNLsvxuSnmIRJ08BeB3+Td/A9Ev1hr+Q8rttF3scz1o="/>
  <p:tag name="PPTPRODUCTIVITY_GALLERY_TYPE" val="_who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+/37+bv7/f39+/v7wAAAAAQShAQEJyUlM7Wzt7v5iEhIYyUlBkZGQAACCEpKUpCQr21vdbe3mtrY2t7c7W1tXt7ezExMTpKewAQUt7e5mtrc717UqWcnDpCQoyUrb3FxRAhWnuEpVJSUhAxAN7e1r2t3kpSe87FzikxawghUr3FzmOlrXNznGPmrWPmSpzerWOtSmOte2Pme8UQtYQQtcXW1lpjWqWtvZyctQAAQjE6IaWtpTprOs5zcxDm5hCt5sUQ5oQQ5lJapcVCtYRCtTprEBBza2uEnNbW1u/3987mrcXF1pTm5kLm5kKt5pSt5tZztWvm5mut5q1ztRlarRla5hkQ5hDmGRkQrRCtGe/WxVJrhMVC5oRC5s7eWsVCY4RCY5zeWsUQY4QQY7XF1lJ7pbW1vYxrOrVrOmshOrUhOmtrELVrEGshELUhEDFza5SchL3m5pylWs6le5R7hNatnNZz5ntz7zoZEK1z5ntzxUpa5koQ5s7mEBDmShDmrUoQrRCtSs6tEBCtrZzmEBDme5ytEBCtexl7rRl75hkx5jHmGRkxrTGtGXPmGXOtGVLmGVKtGUopa87ee8VChIRChJzee8UQhIQQhNbe1vdaGfcZGfecGUoIazpCa2NrOtZrOghrOowhOtYhOoxrENZrEIwhENYhEAhrEM6lWpxzYxlCa2trjEp75vdazkox5s7mMTHmSjHmrfdaWkoxrTGtSs6tMTGtrfcZWveczvcZzvecWpzmMTHme5ytMTGte/felPfeGfdalPeclPcZlIycnCEQayExWkIQOsWcrcXW3vfeWvc69++t79615ggIcwAQEAgpcwg6KQgQAM7FpQghMdZzUoyclHN7Wvf/QiEQOvf/xff376WctQghCPfv79a1vbXmzpyllNbv7yEIENbe5t731ggQIXuEc+/v9yEpOrW1nN739//39yEpCL1rUtbFxc7vzhAQQhkhCBAACO///xAAAPf3/9735t7v9wAQOiEpId7v7wAIAAAAAN6t5x8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XY9dRbL3i3pKs6btKrpVLjc2xfLGGIT8Jl9jjMXNc8PSwzfAtwjtSySar8O+fgQf4khHVuv4CskttKSupVoLLXl1+ah6o92rlnweSjr/3/8fmWPMevELGLCbESNHZmRkRGRkzswYMcaYNevEBBNMMMEEv3WY65hgggkm+E3C5AAnmGCC3yrg/yYPOMEEE/w2YfJ/E0wwwQS/MZjc/gQTTPBbhSnwnWCCCX6rMD36nGCCCX67MPm/CSaY4DcLk/ubYIIJJphgggkmmGCCCSaYYIIJJphgggkmmGCCCSaYYIIJJphgggkmmGCCCSaYYIIJJphgggkmmGCCCSaYYIIJJphgggkmmGCCCSaYYIIJJphgggkmmGCCCSaYYIIJJphgggkmmGCCCSaYYIIJJphgggkmmGCCCSaYYIIJJphgggkmmGCCCSaYYIIJJphgggkmmGCCCSaYYIIJJpjgJYWP//zB/3nhwrfPcF74vy98/sX0n/4nmGCClx7+/MG3Fz648O0FZU9Vit3HBx+XggkmmOAgTPHBSwJ/xrV9/sUXX/xZ2eNKQRWAwsBvvy8VE0wwwTJM/u8lgT9/++2FHxXK4Ti3t6oywQQTTPDywfYHFz54p/BnhD8rcix0ggkmmOAlhM+/vfDnQp8ZforsBBNMMMGvDR9f+PbzQn8EXPj22+1CJ5hgggleNlAQ9yNvgIGPL1z4otAJJpjghYZDr2VE2HIyjB/n/2Ye7W9fuEAA+NZCcEvp0p2P0rAEry1uvVboAfjgwreFTTDBBC8MLDk7VQ45v2NdXGPeda0V/6jwRd4AX5Tz26zjZlrG8NpicbnQA/DFhenLgBNM8ELBIWf3DHC07E/R+ELD1gcXPsDFv4XnwwfqvHU9bSO4vFgcEwGeuHDhQmETTDDBrwstevs54B/SCX584Vu/xuUW+MbFty6+dVXIVTeN4bXF5jERoELAC9NrkAkmeDlhx+nxYM8X90f+D+UI/3wh34G+KL/3CcjsqsLAQ0N8TATYXOgEE0zwYgP7euvHeLB/KJ+3BB98m28yfygHmDtfYkG7wjEc/wzwxNa3H/yEr9FMMMEEzwt+Vj91tPKX2zVu1TtgIsDNW3F7YLjC+Xtfv/baW/VKuEWA19965UOXFz+8sQEi+F/TX4NMMMFLDUe6sSfdGv8jhIX9AR5xXyLAD3ULLOwm70MEd0xszwBvyDu6vNXY/R75L//gr8onmOClhPnP7KVeeh/4xYX6Q4635O/i0RIBfpRvxCjdgNgiQB4VphzeFb9z4dt/K3SCCSb45eGwn/u5Pd+RoC5fNo/4wYUP8n3IHgHuX5LT2zlxWc7v0uWvbql4XdT2DPAtNVJ+KNfYHODWt9Mfg0wwwQsH3RkZeVaX+LK5sh8H7REgod3mnbc+fOutL+XivjpxQhHeV5qCG3KAF9XcIkD8pNl7wCj4fPpjkAkm+AeBHx07vowec96DN578yakJ7NpeV4nj2xfhLZXtGWBzgMNLY8EHw1ehfxuXjQkm+MeB+l7MeOs+wzaWv1zifrk8wMf1LcCEdPaBKm+cOHFdNb/uVR0HODwDzC3w+BngiT9f+Lb/nMLLNf4JJngsvBDLWUYcbcexDb+c3UfEi79Y388BPv+2xW481JPTE9zh2zDXb2361veECJTtGSCRH6Uiwf4M8MTHP/IHpSeY4EWHX283H9+zWpIC+KAfZ+Zz+MUXd35c7z/Oql8S+ktgh3bdo8kBbibywwEeFQG+pQiwf1t6Pv0tyAT/mPAibWHZknQ0HNHwBOsPNP84NxqpHyP5IsBSBDj++w8iwHKAm0c9A+wvjYHd6TcBJ5jgZ4Fn82HljAbqEeIitcgvrePvOx/B/yT4cX7zBYEP2kvgwxFgIj8iQJ4FDm+Bj3gGeOIn/ab0BBNM0OEYb3KQTP0o2jOCvdeyPzwEIh+XjoPHt75AMHiupde6fgnit8BzObzxM8BRBDg8A+TbhIVNMMEEPxoOeo2qH0MOqEL9IM9Tw2MeBJbqnwzPRcnPAcO3YE5c3ByHdCdOKALkj+B4G+xngJu3voLM1wX5vdTlO+bPJwc4wQTPF8prdOcRb/R4X3Js6+PFjoCnEjjWnkPUZ+7/l4H58PDuhjzb6BngCf4G5K3rNy/JEUJWBLi4o1DwpiLC167P37sm+uAvv5h+E3WCCX4haM6E8udxLNH6JN2j9kOs83ozPDQ8SduvAh9f+LZ9f2X5oR4RoVyenOJicclVYfwMwg7E/Hr+iP2L6U9BJpjgp8GxHkINva2QJd5jBZ8edo7TIupxKa09PwiNenTrCwLvfHvh+0LrN2AG4HdR7f/uUZtfw/MJuYHvWywuq22KACeY4KeDXMRP9hK8zPgRSo4UehY9j+VtjT/CsF8IliLApZcggov8KsKi/Y+4j+6oBsI3pq/dJGAc7pinCHCCCV5ceKwHWv7Vv7AqB/npnssafrqanwvObd66XehRcO/6skssOEz94+ZmYRNMMMGPhafzFM/mTxzkPSY8/JF/DWKlTwM9Nn2MDb8a3Nhc/H8K/UlwLt+NmWCC3wwc+/dfzw7xDw1MOgZ+XJ/HSz3x3yEhe2R6elgaEbjrz6TiZ4M/Lo76H8DPDudydzzBBL8deD5bWHFRj5FS7fhTwuMFntlKBCyk7JmFl4GRZUAjRQP6E7U/D3hlsfjXQgs+/vjffsTvGtyYIsAJJng2YP/rtBsYeYXHh4DPBVqvh+Ep+n68v12CxnrACT6Dhp8bbi5HgH/+4NsLF5Q+ry8Hfv/tU77cuHhregY4wQRPD3YBZDoH7+DKT4KfKD7AYUWPMy4D8A38mGfkzd1OQNhgzPerwfXNW/7NK8P25/J9+D+5vQ/86y4fq+6mJ8EUAU4wwbOBHYCypCIEewKUw6ziZwV38zS94Nua92tmud5kO6YiqRF+Tbh+y3/wG/hAnu+DC59/Tpn/FPLx//nB0znAO5MDnGCCp4JyAOUEihIYxUePgTA9FesvCUsG2fU5pVZgssvQUvsV4ZP82qnhz/J7n/v53zuf19cD3/n446d7IPj19BJkggmeHoZ9H19A/endX/MiTxY4nmOpRZUf+W2YMRxQ2ezr5KV2gesHib8szOt374EP+v9HkudrfyH8lNNyeXKAE0zwDLDkG+L6ntIVjP3KcT5Q9NyQtuxngCOU0tGIPPRMcRR/5Uc0/UKwVz9zClz4Cf/d96vF1cImmGCCY0Fb3fudLc/Zvodnf/X0EJ8xlojWqIkqKDrCugyHKUfC8WxHt6THZA3G4yp03FrlEvEXhc38zCnwbf//SB0+/qLeB3/+xRcfn/j48w8+zy/ff/H5B6qP4FJ+LHCCCSY4Ho7c74e3/iHKUd5h7GaCux7iyOvQOKrFIw5uadz0OHgqPrSGcQkZTC1sTPiV4bXh7YUiwHbj2+DjC9/mazAXvr3w8ecXdJP87Qcfn5jlyzIfDMbPF5v8duAEE0xwHNR2KQ9QUI+YllzUCOyqjmtcBph8KrOEvQyZiyLgjEJ5Oq0F8B7Ff4BuzSNQLYR0GcoyDMRDTb8IjBzg5/JpB0LAf5OnM8JrYbk/4IO/FDI8MTzx0WLzRqETTDDBYTiwvatad8D2SSIlBURoPuoJzsrCYS+0gFqRDrS5GOO9CCxVfgQM8gc1HWpJsVT5JeHGYvF6oX+WT/v286Vb2/49QAV/3/6vL774wr5PTF98oaL/kAwvk5/LX9RNMME/JLRd7jK+yIihe6dUgQOVJ8OgAR9n3BWTTB1pabTuD5/iT4KPgJHGEVSXrXEowQZ7UgAdHdF+Ofhw9MP2eDeFev/3B/kyjEC3wOUAFe/x7zO3xPOBI7+PxdnvmC8u/UO5CSaYYARt848gbipNvQx6gPNQ9TCMVIBVISTkI8Bcje1IOL5lCY5mMzVNYwbwsrDVh4phjP8ycH2x+UqhJ7a+8FM+ubj6GuDux0Ld9G17Pvj/UnPc4+ejf4R0efPWRqG/LszfXjt5BuTcybWTZ0E21v5jfe/f/v6frhwFZ04VcuLU737X5+IxMAgchse1CY7tYePtk2vrj/thsmcDm/FUwzmzfnJt7dQvv+5+QxC/dmiKReABYHdCnYd8CNg68hhAB3wudTRayiH1s+VD+XTw1NyD+mUR1UIYGgobqr8szG8N34PBBcqt+S73gl/3/rn9LbAo7xj5N2FG+BHo/hDwxfkWzJm1Ne/6s2trD9eZzCtrP5w9ceXh2jEOcPuVv3cv8WnJPhbGAgfhcW2G43rYW19bW3sq7/s0UGY8xXDmr6yt/aCu164UYYLnDmMfUFvdpMINKRKw2V8WPS29chDC6SN8rRIlgUG6Y73JYmM4WH82GHXVNKs4oJNqSFhapesFqizVf2a4euinTD/+4n8RCHLHy32uaT3u+1hNRvgR6OYA9269MN+CubJmVzd/Q7v6PPN4e+3hqRNX/rb2T24+BOcU/xQq1gE/FsYCB+FxbYbjevi3362dX1tz6PocoMx4iuHc/o+1h2vvP1z7wVM1gWDkOn4yeIdbHyqtdtBe1F4fuaPOhPixBrkxhasRW+YuvBVDI5ycVX0OsKxq1E/PAx03smTEQbZx/WeDO4sjfsdFkZ8f8P3b8Azw2+/9xr67xBNffNtvga/f2ux/T/Irw/z8GoGfiofv/0Bco1Dw9GMiQIVAzxZ4PU7gmZU1uPfD2tuFPgd4ajNeP//D2me6aMj5/ji7/xFh2YM8N2BRLmue8+ZhoFSrijEX1C5XaPE5p1rEUFqLAXSoHhAfGsZwNPXZYdzZMsTSdqZ6BNsvBRcXi/cKHcHn3/pVR4/35AgdAW59PLoF7hHgxfG/B/l1YXb+4fmZA0GBQqq982vnVf3bw2Mc4BODtoPwkyLA40DB2rHPKJ8dntoMdXuuyrcJ+Ccob/Jc4PD2LkoDRRSjt6/QfQ4MgWpYCgWDmESTD1N6NiqD6TzA9zhojAILPgkOqwX3WA4Id1KQVjUWAzNQiL8EvJ7/f34A6gEfkaDrRIBG+nvh8TPAy5uL/UJ/dXjlfR5oKQj6P87jVObnH67PFAH+7iy083nPsKsdf3Lt7PzEhgJFOcqKvm6v/QeB0JW31VicBZ3UBa6snXzl9sOT61eOVMY7jabB7zc2zom/9+B3NYgU8MByzZHr7u11Sb7ilqGLJX0j2d61YGyiIrr/PFudoUV8v/vdEeZoRvztpQqbJxBkD/5kiIqlneyyKtXcmgRC2fpjkoE6HsH0VsLoEspQSXurBKiVTK+kCPUx8ESGY8GSB00JsZfY2tuXGIHO9NzgWFVX839/l+HzhHc93usR4PfDLfCFdgu8t/kC/SHc7d8R+L27dn6+ji/63tEQEeC7v6ug0CESTuLh9jvKBQ6DcE8/iPc7k5ZCslMS5V3B2RNd4MrfH549v/b+w9lRytRdYe3x3vlEZenB+sTRHrzN5QClStbKudmJ2h29KQ3Qt5b0jWXpWvhD4adgEJSJOP/baw+5v/37wz++chKaXe9gzh+pBq6snX+Od+AvN/xMmy7YOHfZUeMH+x45NjI8SrF0zsGHAJ0j1KU2QZMZ5YaDfD8FpEuGJh91CEa9HQfBlCXyYZ6fBMeru9O+Cv25v+ln+PiDby/8eXcU713oL0GGCPDbFgHeXCzeCvYCwJXzPNZaX1vfk1uZywvg8z5aW/sdgdFDuxbdH+MQHv7tVYU+74tYvs5vkHkha9YWMgnWf3ho2n+esQDe5R7eBn9zQBltisEE59fQsHpesgE5oLyj3neM9n6PPBUBIrG+Qygo8vkfbKZ8N3D2xOsjfWNZ7vOFra2Jvi4P7aab8/Muz1ZneRiAODpH5tytzgXq1t5xgucKfc81pBMMrsWBkS03AkUpjvAUJz5mcDDLcIBs7pQFZljiERysPwUcK9IsIB9MNknQkCqPLH4GOFbz9c38JOCfL3z7bf4MZFvB3YUP8IY93rvw7Qf5HuD4GWCLAC8vXpw74BMnzq+9vSsXdE43eA/fUfbDRlyePMYZRVKq/dXRWGKyV353npjMIGd5Clb84bm1d/tLWXkSSH/84d1XuwAaz56Yb3Abqfofx8pe+R0Vcby9e+Jf1eX3ifFEcw/0/Pb8xE1paN8+EZ3wTiIPI4nXvrL2/vl/GrqIvkF2Q+OA261XfvcDr7lltU2Evzq7svbDD5JQ5fw/nzhgToFq01vg5w3xbOy7NrUue6UjWyd2tkb1BkWImxNOaTSICCkOQacOrWFvhQFVT4bH8TxW3o1H9zGiLTdXbSx1lPxzh/mtzWuU+YWDbz/nb36V7O8OR4D9r4OHlyDza5tfGnkx4KxuCeUsXsFj3GZzaxbfUQDEM0xFd/icm/IIJ171M0J5rh78yEnctfc5t/yt7tO6/e2kErii0EsORXAbZZ/aR1abAjo+OXmmOf3jaRQd0iTHpfz8w/f9fnro5rZtwVv7xvTVhz+sz06cVqzmB6+lT3e582XZVz0Ouj49tjoOE7+tKO+0ho6hGXo3x3FyQOx5MjDBcwM+r/HZ8oIdqo2yYwR/dpTHgJYGYyZBWeY8XLNAKsuNRT+g4Ah4IsPjWKrliF6WKakdsLGN0xXDstBzhq8Xm34Uzh/6KuEG29999L8Flmdst8DtR/K7A3xr8wW6A3b8s/HK3xTuvCOvorvHCq18uylXku9zn9g4J5ekoKmchSEhE98gXFv/tGgGuYtOKgFpPL9rgmDj3A9rvGZOW+6AgfMfKR5VqCZQz2pyD7Lr/IF3rrd/p3CS4DXMW+tr5/d48nee2kjfP/OGY0l2g+eAGsfY6sS2PQLsQ984sT2YYxbg9n8M+ATPFYZtfGAD12/AiLwlH7GFQ0sqvu4QQFIZyqqMYVwTXjxjaNQGBzU8fyj9vZtxfYmYyoAZCh3MHLU9b7jXfhR164vPcX4XLvyv/3d1p3gvt7kiHvsM8Ori0gt0B0xE9Oq7D4n71tfe1vYnJlOA9DbfONC+J3668jbuwkGbfBYMhjw0+/58npINjwBP/HO5IEgl8M7aw/U4QCsTQ1emaI8DeJXAy3P5iv/QQ7ad8jtXSw5w8/zvcICNOeGabPfLEDnx5gJ5zjiSvfIuREeP/3zeTwNtogJRHvCpM3Wp8NWG/pOHPpjTh73+cPJ/zxmas2pQ+EByc6uGG99XmI5qOSBRYM7joLc0ZKzQoGrRkp4Njpc50M0Sn9Fkh5kGyrhtYGzIuPW5wtXFZvtFmBMfP/6/gLRL1wg+WbxYP4aqIOmPcn3a9DySy92dfAkO5sS7D9/X7WBeqp530JaHd4GETCfmf43DGd0W8idjRarwqgVWIAZCuChLxGavdebE+R8SsaXJPcihRXSAf/2bv6co5hnVmZCN3kW91uUVzhnhg+yVk+nIf+Uy/yMvhG2ijMXEFgE+/BeY33Xspztou+0//o7Hh8D3f1/7Q7AJngNokyaNIDXyOJ5lT8HtsE6TcxdcrSUWuQZFdH4kNPYDjINEaxgoy3Ac/WngoKzqRWrubOAY847xESDUmo5heS5wczH8LPQzw/zqYvFR4S8GrK+t55GaQqC3195n5hQB2gEmAlQYtH57I682RqFQPTQTzE8RTzn8aiCSPI2irwqvrqz9kHYpe3tZmaK0wUmtn/ffo9CzmhxjzhViInruXL5aKbhdEeB5B6hoEMc7P+TryWN9aSnZN95fW3+1uqbtM5u43cakBjm5Q0MfmQNcediwCX4ajJZL3Fg5tVYlVdsAugmuanMRAqPhG/MOPPaUR0InV58jBDweFsz14+Dxrc8A7nwwozo/Aop+iKFkKz/Q+Nzgq8WP/0uOtxaLF+y3UN8lFKq4r3yHMIc5ujXeIEKDqACJZ4B/e9i/EKc47I8nrpxbx2HwnrVN95mQ5FBEqvBKDtCaN1LezjNAv37dlR/iQdvbvJXQTSrs6pMv5SUoe3eNOHRb3qoFmbd/dz4vcc0sNt5Z9yBzrO+sX+ZadiPf3vM4rvyhm7h36Bkgqiv4HcxJT2r/28NRqDvBj4XaqUfv4AapDKSdrZ32xyDdt/m0GmWuuSX0ZIc66VD01kxZWpS3LgQDFjhe40+HsW5w1YrQ6Mt9H7AFq01Y5nqu8Prm4tqPjOJuXlpc2yv8BQF5gTW/KiVcSvgzCoO+N/kd/wGsaPISZ9vU+gmdHMbD2/iN8/U8zj6EZ2u6mRSpBHiqSLuUPfz+gDLdd69vUFG09aqd8evqGI8j0xQ+Kohc/+cTtx/+0HrYfTUR4PdifmVmba9idAWZ8Dd98r+WVSDIOK5U193q96XT77dtqTq7Z8taBHhb3J+emPPscIr7nj+0FdPBhEPUBjst+hPENWi3V2YahSm4L+MNBmwJilwyVVGJgkYv/BAcSRzgCc3HtDvkpFtwiiTjHR1OoJUDRD5WH259HnBjsbh0vfBngouXFrdetN+CljM4f97X1bNyWQ50ehh0Pg/CtP8FPLZT6CaXEhcujyFufJXBf3hhQA/wfhdAo8OzLd1U+gelBmX1EFAgDVv1ciKWpAecpmm2DfjX/8jfKve+0d264MvPAenzA0FAsn45rZ4ZW5NEz23+5mW9Oquh7/ot8GjsrXO1u+sJfiT0HekNOmzSoo/wMUX51viJ+ny+tWNH0f1CbXgVlKGkaC0delVIcQyHtRYxaaA8PTxJ4Oj2dO7uimHAAgzlME9HGoQtaIrnDHdubS4uv3XxGeGtq4vFC/M7MB2IjPKGVuFSHnktPwh71X8/8fZ5uGBu714VASpkEkW0/DFGQZhEklstgdM/JAL0XedYGVHiGUj50wvdI68p1FvPc7m8mHWMKhje54oeL/SutUfy9NrD4hjrMx7XKDUP319b94vhWB1JvuW39nCuZnX2TqnOW+AT/+yxlznA5AB/EtTWDTJAx4/YzKBj3gG2qsmtTW9Y5Uq632ocA1TVDbDB2WnRENLOCflZmqp1gEOEI+AJPIebuxUDZjuOVATRreHIICpXyyB0pPRPhQ8Xm4uCW04HYTPkgy2X/FckLxTM1x0HCRQD+Zt02uWm7PoZoPyNvMW5E2dd0S3k+bP5QoufAQo+E+nAzzPzfuHtxExXzr8vZT08467y/CvbXZndyRV5WvVgeF33m6/wXO5MiwDVLtr45xZEd4Qq7O3e99DFkj7Jnn//PQcPdK1x5C9K/jhYbTP4pYQhAqy3wDZHMq/8xw/15K+1T/DjgA065GNQ7citeiRRZO3wPA8Mg8XZ/1RToXBTlQehk0ft8I7Sllwg1DQuw5HEnwD22Q1igJEa00FYph3BIamj5J4TvHd5Ex9IpqOK0TFGerp0Z/pXII+HV87G0fzRj/V+dWjmKAJc+qr3BD8S4pa8M/vmNFKETiwQZ0j17qOg+T4ztNyMqQfrlEbqMPAv44VSG4o6B80/BR6jY6mLoNUz6bDgkaoGFZYrriNZJ3gBgedxhIa6V3UA9ivDv/7N4aLCvvOnizTBT4HsZjZk9mTtzLZBl4iCARvBErFJuFTWG0eETluCcg8RLZbG6VKZjeVBjqlPhiP40kM1HK9HLDUz7bCBQcxgewMD1hqNLgO0Enc2wcsAeWQI+Dt9vza84z+Z8/PMokzw04DduCWf4g1Zu3LYnMvbNDXyEX2E9pci5ctaBsRdeO8fgqI1x1Ccjd7ztPPTC0pU0vIkGLgkASTv4kdqgYmsqktcHUXJMhypq4EaB9HHs07wwsAff8AFvl9P4H51eOV39sh+Gz7B8wD/HUfhgtqZh7Zn37Eqltg7gA7V1JbrB3kOQDVW+yA80HvqN+DCnx7Kp0Vm8IBHgNrS3M6AMWWdMnjAgSlwsC6AZMWBIzgmeAHhn9/lvevwyy+/Mvh9yotjzssO3uZKjqmGTVnlkZt1hA/omKHVDgvR2zLnCGg4LOKyNWHPPP6auDVA7emgdV9GqGglxRIMtCoPurrePDQYXCMr8ri14U35uG2CCSb4pcE78bAr6RsTxBwj6JXhNYhJdgT4lDAs+4VeWaIuQWsZykMUI6327IDGHB24FcbikbVpXza/wZK0ESZhmXJYsFGss1dG+QQTTPALw7ABD23Fhi5t9wLVD/K3+hahmZ0JmYkd4k/IDjR0EH3cNGINmvYkeeyle2DOMRTXISivZis7gCKA1SFg/mgEQUMp3HRBQzoBOJI4gMhLyieY4DDsDuHFBD8X1JbmHE13+QHnnWMEQ7VeRQDSgAeUD1zyHQ0aU1N+GI4QGsRcUqiPYnPQ2m6GG+fjoTxcWJWTlrptLlBEpxG0yhI/MDQchhHN6JLKQ5ommKADq2NaHz8ftLn1LFcFlzLU0tYrYxjIozAM9+e8KMsw6DlSI/LVsFykVJYSvwTSoJsMdanlSDDrwHhAmSFmhGu5NbXeMjQ2bGA4QDoEg71L3BNM0GD3qMU5wfOE2n8HpnkIUg5sc0OqPRcLaT7nT+CoH2AXmDR4lWTAmBXhcX1UAdPZCK2HeF7CTRWmNY7HwEHzVBfloGAsTuu4zeRqCwOlYcAaFGWp4bA+V5d4JpjA4KdJhU/ws8GBKVa1fEpvOuJD6F6Aj6jdNcYjHeRWY4/a0lboiEKtsCWmBqo0FQdafAdukts707FQ3IVVrSgDhODWoa16GIEoo3rQQ4QlnmV5Q6Mcbpngtw2z6SHgzwjZ2kfsxyL1ljGL8WTImzc3vAfE3EqpDL4iC0Zoh/AmMxzgqfbAchtLRBQTD0gdAePOB6WR7000uAJxbHqjG2swaj5QaXAMRzDlB0kTTDDBzwzHbbqj3dNhEN8Sa8NNVOxux9Gdx3JR0EWWNQEH66KEFL3LQL1OHBTH8WDpnIcVWbkTSDGHPRBqUOdAgtBlaIQqR+1j847CJphggl8AvOWUZes5x2+p0IbOr60UhAMo9niHJcBpIJKGype5Uj0sGlI7nRvBU6iJ1DI65hhDsR8kHwmdN2cXaaWQdJJKQxoD9U4aAUHoMF8DB5hrI6FBZ4HqRaI42DrBBBP8DLC87Rrw/rY/ABygNm3lqh1kgGhqGviWSqoD41FShsZY8v0Yc9N8ZL+AAzC3WC7osWC9B5lCa1iHEVs4WvUIXsHB9mUo2pEFJegB6gQTTPD8wRu1b7KO8NP2R2+9gRcvVPURa9AuzTdhitOuy2W4QhwD7VBbwyEGdB1FPgBDP0dCqQjXiCloJ8SWDku4Kq6PmDv0+K/RhrZjZQ5CNT2GY4IJJvjpwBYbtlnDHEgds//SUD6t4CAjv4VfsMVvtbSayTpbeQBoyU1kNR5kKc92iL4Ebjzk3Y4Cu7jH6ypLKQbG0AYY44LhbV23V0Vh4zOkDq62xgkmmOBnhmy20Zarwn9PMWzjZVDTE7zGCT8BHMOgvnXXgkKyBm4uCNcSlMhjfgC6oB5aPo7FcNgBiXBQynVxDh7fyEHZ43uryTrcvkQ5zFOUww2/LXjt1q3FrZ/9fEnSkw7SdD79OZ67Xq2iHZXaKVJSZUcfTeyxR0N6evwhASOt3o7DqdM7cuh0GqlKOkyAlLx6dyV5VatYPkaoZRt7TwfkBnWHjoaQXqDTB6kc1QQTTPCyw5P/He5z/Ie5L9j/3p1ggt8YzE5sHdiE1OeiHwdqebq7se0lxSOFx+ueH98kmD229cfB3hwnNFK8tT07enhzz4ump9/bH5g44Mkzk+mO6N7WwecEwM8wygkmmOAoOHLDtmdb7NIDDGzOvaf6Lwh+ZDZwHq9yBLTQQzhm457mw/M3gZoKexY4yrNsqQuZOdJ9xNd+Atvz2d7YiKO45E+fCP4baR6RjqZnCZ5CxwQTTPCTYY8f6+MZ+1IUKIqCIO3ChCfjJruQo6KWg+A9LCXdIcwVEOafV4ayHB4G0isIWZNEzZL3OxK297blnZ7EdQQg0vo1hHA0bG9rHIUfPQ9PaYGc4FKnYzhqao723hNMMMGPhvkukU8duI+97dmufc2RO7PCsVn+2/Rjocv3GEe6XczlQY6B+kNvq9/xfk9Px5gzBozedhz3zC5w7oBv3Ac9H+dt5JrEGN5liWeGx3jr7WMUHiswwQQTPDsc9SWXCtn8X9bG0H/T77hvxoxgtFGbBzRpV2726PAG2FWbXN6MDnCTcUpLN51Hw5IreSL3AfA4l61CxWPUVHMPBDvEbT2lAeoRtx32Qw7vKZVMMMEEPxLYe4du4hQAFiaG0S4cUas8FnhXUKAuij17XS0VPh7lBceaGz7bPuxnDsDYTMHTPIQbg9m3x+5sR6QDSoE2V3JccFdI22Dgf6LBANE2QoiVEzwKJsc4wQQ/D2gr9YilbSvdQ/b7W/Y7Xov9PNp2u8fcnXUYeMG6I5GiI5zKEow8Bz7BX8R+gojgkNbjRY5qifhyC5NwvBYB8WL3Xw0IXB8rNQDz6nKMueyw9Bo+l4unCL0nmGCCpwG2W3vC1gEPVKHZLjejgDboeGvOCI+Oh1H4BTZ+ubocMB0By6L2wIecG3DgmzIHWY4NGY/SVVREhmbdpssHHhWjBtxBsc+3ejDbo+kjOhqTms8DmNxeW/J5jXpI2SHCBBNM8IygXVQ7fNhPeQwWv7ejsgUchCnFpg362P03OJ/G9lj2JehP4Qqh02d73GjQvWVhR8Bha+KNlkVMepzhy+28GB6cos5qOtIOXjU1lMyVRhGM/GGFfOVXB8YRwwQTTPAjQHuzthHF6N6tCu3NZQLPBr03W/0I6K6nxX3zZ3ket7dNF/6nL36Zi75qKnVHw/KjuPEXD58KojpCrRvrGJ4FHAXyef46dPmrJlkOu8/DCGzmyFgjUhMNnD38C1fTeQQsh8ATTDDBs4F3n3/oL1vWm63vTUFtsb4JvaUVkMlBHQe9ZcRyPPchaKwp7aGfSlH7Wg2vJuKjnwniMJek5glBH6NJ/cj7NQ8pj4254Vc+G2ZyrMOx33iOae1CnGOX6/fhRYpQv8NeZpxgggmeCby9t+36+H+9hnqSlf1Y/3elxRnyKo7JapseDe1udbz3yzUJoC7t/UOgLtAwSJRDAZZivAMgNnPqPrRi1GeB+fJNdqQrkB0ZsAQYEzExuMeybzBz9PywsJrDw1Amk+005oKjR4MffNyETDDBBI8F7Z72vM0baRtX56BitOHmO7vegbwQCOxsPc7BJD7pz/EMI+blhqNgZ5ZIqsOxXR2Ccn1PLzBAySyJztuTTFOP0qoAcEQevNEMbm7jB5JQvu+Xa8ERukQa3dCO5MLt/6ncHd4QBB6haYIJXhBgP76oYMvYT0L4xvHoxqqBthsDWH7QxJ+vHr/vEhGNtq8Y2yTkL0yCHw/zraW768e+yjgE8hLHWXYs4DXbBzUIg/XaUToxS6NJ4Ni5dflot6WyZWf0S4jM5eMG3/pIeVSPIh6l4EjWCSZ4IUCb3qW3ywt0xipHdUK9r3h25nu2RHzavYoID+0u3gqLZ/mOsYHciHb8WAY8dXwTf6MG9F7HeZqkYvT70RIK+YnAoMzvcgzccT5eiaTqS42DNNjIjsLUC8GpTyUzFa9bNTdO5QW3NBS342GXfT/8AsxuphcxY1j6rmRHtZx4WKEUklSO2CaY4IUCVj+rXmuU7fIiJVvlvbO1i48uH6Fih18tqF2VbbxbpZoT0MhDwpCd2JM8JvQSFSeOVOQQPBVPiP/ULPlyurHHeExWk5+eyVUdzpcVux9EOQPl6g8n9dGNdlmqqjXuyf5eDUvdhMNMqdFqDl1G/PXJOX9Q7dfmAf/eVoMIDEpVb7GvKXNUZOabPNAnGZOAwfoJJnhxgFXJ2nwRV6e2ocxq+2gbb7W9x9++2dhhQ7LJvAUlIOowlEM/ci/Y4v99ZFemtTY7UuUDSv3ICxwEed/hDnjwHABh17h+GBLFPUb7MUA39VHJTecvc1Vz3hxUvRFuALmCe+c1O/DY9TFrVBT4LQ9Cp7tZBrPW2RWVYOiaUlfjEWnzJIelFRNM8GJAW5BLi//FgfE2zM4X6n0uiPfqhmsrZkMXBRdX93Nw9nNHUVIXskjule1JrHt5MtTGLudsuFi2twkk3RmSJhroUGlJxRKU+WEbIHqPgNK0c2LLTmpne6++i9fEK2YM8GKmdDlMVek2ZUnBS1ZzJOldx8RotU9PW1gBT2EBqFuapubnUoykgvrj4G8EBe2HxZSODI6fNZ9ggucLWt0vVNI611m7eJc7Tm2kCnC8sxTD0KYK+0ESdnr2c8LYbtrW3Z1BVoPCv/xujO//SMSW9n7lOJpHccGPDuQY43g9OSR0+9tygHKqysrk5bTjkAsLByfdW617z2kgViKj0GDlpLbCYQJt6hG2vIJRk7+UXCwYaKduLR5e7niFcBXQLFjCt+w8BlT3VgRD+jCHJSlNMLn+CE44VfncxNQRKSrzUtQhDgzHcwGpkhGTK5zgx8ERSzFb6gXJvXG1m72V97brf6Z5txHk9M2UPJuznrwXJ4L8He5uBTH8lGp+1lMyvAnAGZU4vRj2nvxrLlKMQbOd7Zm8RgjOAWEV8hwNGplby6bAEM8dhqiW4/NEEKz54afIknFJYp4AvOSufHLAhkL2TGraNGb1Xv5IoHCywl6x2nP2maAMBjkfS7qkopz5U6HEgPzdpHFwHbDTL1U76dvPDJ/DOcDkBCf4UeDV6rWZxLVexQuSY5IDr4qLvHvU5KUvjBe91NVg7nypTXub/WhUpzKqyvCged2pQ5t915wVU5k5vQnzBo8d0Fu7cbXVfsMEXnZqO7qNv4WYlUoIBHW7CPAlFL6Vg49ojgqdoLZGB3pFcyBo8pDCjPfOXST33+4mqUqNyyGkUUNCUyG0SwUGMGijykUH0K8+0Zy/BBRftHK6EVIZRmZHSXf+RMKkYifTEBE04Klp8HygTpOgOY8LlLBfRP9I3ACJY4IJng1YtoaOeN2q8IJ9QXJ2KNEedTao9xGGeosK3BJ3RHSzNBjzeXtLjj2yRVwUae9tbyK3Vw9GafEGFyQXobdzCm8hZUAV+x2dtRftsQPxaw3Sbit89jZVhEZtaG4mB6HBLqUd+FMaPEC7mYrkyCqWA8QFC/I4sh1cCDMm9+W/ZMYgVDCfUWMx9JZ3Gw0AJY1Dkw25fdvS4vJwbgyHAA6PqYz1YRFPRPNffBJVPjW9LiR72Ee99znBBE8FfcUIyfrUUjIxS/vXz/10TQtd9QpJfJB4AWFGxwNge7v4v3AI8dncg3aIiH7M7ypJTTzxUvuOHWdO2IwaJ8dtxKBkSu4zHihH344V+VSE1FF5nNQIQxMfquC066Sl9wMe5moQNB+iEFC2grTRMEALK1Nwu4sW6qj1BQQh5baH361nVv39SWBnN/Ym6XB1bzu/Nu2/o8kIPFNiatY65GYgdj2Wzs9x0whf+lbOhwe/AmXo/u5kNHgepCZRrUNnK3wcXbY77ARzbxjnWQtMt8ITPAV4JbayVWop1RuAXzvXHpH3o4J93jPZNt5ztYnsV+x6JAYjTY3dd7vBd/fkrVxx5Aaq7SvthJdicG5O99zRUNlrQVP19qcrpguCzp7b/LLDYaBRZUJlhbb0zOGjmlsntJDZlDSMSr7WYqU6MFzGzihO7OQ5X7HlvlZV/iraFHktaQyP55Ufr5EluQk3WVJuwcuoqmHZozAFENFkNteUKGyL/IyZ+TjcMjqqjpCGhZuUiD61dsFAJ1x8kB61TeOqYl0OTuXl3M9BOux8FwosecCjh3mCCZ4NWEQsSzY5QUOtvKzcXy9Xue196iMRCftGtz9a+GAzbRvuhbRX4JBviz+0gIeQCEYlG43SD5/ogZhSJG9uJd22BdHJ3zVUlQ3csJRKGGMrHYM0TpPaI0UlNqf2o9ksbl4ewCX8qpQ2K4UjaoR7Drodng7KjBy/oxZ14iE0HrPzGteOwXgD1ZAnegKTjYC/9lxTg9loJMMKtzj+Mm8ZxmWjpg1eteVq5KTZz9XJlx1RPBK7VGI283FghgT9RcwtjxmukEXy33MjbaUH6TxvdQSoUTjw54BDBvoe2T1PMMHjwCvEq8xonaw1r0ZugETIpvuVcoU5GKLlXWvcRCF72zu2jk1Gnd0OmiBuFJCI1Hj8uGx3Z77l/Yqy0uoY0G2lBxJ5VWjlrKoz3JoKuxHl7tYU1fZKkRKOxRsbSs1nbn/FM+ov8qVWKR1691eHztRMuaPYb6aR4D92XcNhw+CvNoKmRwbfwRo4pFopNGzpLbYGzFrCZaw1ZGWgAYN5Eici7+VhStdbu4rxamDod3c5trd8aQpVM4BGx7XUeC9ECYZwm5HhGNETvyLQ2HxW1KvmCSZ4RtDC0epuS01ndvivenj7lfsTki99NKKso9Y2kHbF7kxbtvZuO0gESv3wTV4/2DyGgZSjU6K9T42OjvRjsMG1Ec4eLbuN4TGgHbAyMy4t435GxwiFD3dXP3FTIJpxGOThjajf7X2IQMn2o2hSInvI29Emq4mUrSpbxzoqLM/XcOSY2hWIQ+qMJOtj59ub8x3EpC+kIK5kzuipzcwwi3mfvkxvrQOXJ0l1Fz6TTTDBkdCXyGj9tOXk/VwR4K94KMmGBICp1o7Jpgk67IEthSQtiugHHC1+4dhp97Y+SIGBxnGw7mDoeRw1p1vHTi2DPXyMUI5tBX+KAckMinzm2x66IEMqmfn8HVeBIhEr9qqmZpc/+yCWdCNfB2Qq+avgHZsZKfWg3KjcrT8WqjUMvpeT+FH66sfHyOKKXVNRPkx8yjMDgdBzlJYwHDVNR9F0MHw1KfGMYLgTnmCCx0FdJe3/2pFNuK1lLpyl/osfNqDiCzDvlJRGB3xna0fsbGHBLo+UxodoPIqi5F0IGxyJEkaG3LIKg5oQ9RhRtoSnyhxqoWxCB2lNrJUt+eWtAkHRd2cl3HtqQ3XiGFWUlhgM+LLXQfbUoeegtRg1u2DDuaC1AorIRNjp36dWYl6kcjt1KLvbMtJyeUAalLboxnwheEe1ezRqp2qQRNwtbhaX6q+Le4LxoTbB4LmAq2nRrDBFTM42VbWZwXNQHBwijQ4/PWh3wIqJRZpggqPAKyPLY1g/KeyBtMy40rLMKX5C0lo/RHtykgHePJI3wZZVElDjd0u070B3eRMK0l8x1gErexLU9SobXid5byBA0f60Ec0eZqTJOOUYwhXhncNEV+QJXHo+bZzilNRNb0fraTiSCmuHOGAU5jEJ/AKYGE9hl+Mr8+HxitVzdAKW7gUFuPVd2aN75BOaRjkbuZjMnRyjjNtVJn+II8R3oQKvpqTThhpTymFP1Kq4RWmjaj2A+3MrviypuA3N+DbRHPjMms12eN4OhM8jVIcVGLMvnGCCx4GdXjvbutRmZb8+nxQ4QHxy4vofOeKRgCo+CfuExQewS3dn22KTG0lbCw0AV0DyZRghZmyu1S3lJoo5ammtSSBA4xshjezUFFipeRS8oAdn0LpX1KSu8ooCbpF3S92ecIRm2JLRSgtZJDumrAiRrAZl+D2Ff1Xs0H8aAlI621FkBS67HCgaZJ1/hJ+eFWLNd7ABV7fTbqotJUVbYmNqmNc4tCQba3B0VhMLZESqhmD/Z5QRGtHHZhfoKYxrLV4EdTve5gJPBpYu5FHhiJoh0EeWGffMokleT35v9C1AlvYEEyyDV0WWhnJSVo8OrUstWpa8QBsie+LH56s6Cn+mtO+8slYx1qrKpbroIKDkOQT0bEbXIFoyfENT0iqqI7oPXxiSks2cJVlLkNZcFLLW2upD1YReDwRrpKEJLCh5R2ObYJ8BrrruOR7EWl0o/ObRB9G4ihGouWnQKx3pDH1MrX93HyJkabd+IEifxGKtSk7LkczVdBYtSBWVIPT5G+haso4el4LH+oLlBBM8AVglWTN1kBGzsNR87M/mj35C7l0hdKaN9CxplcUtBfvzRygBne/PoEoZraKh+xGmiskMQep4RDtbH6EYJNRYO70v06RGb0PkodLtI/WoZKqZrLUSLSTT3H0UVR6ModiacZNz9SWysEYKL1i4oMJHxRwWsDUpYyemumQqJNQsTc8kmj0THPtK1qvZcekBzOYPxPfA/WlOrJyLgFhoFJHPz/NAWhXR/XtidGBQrBCqESHN9IvJNjwoI8s4kdOBK2qQQuxSpWzzENK5eTlNpB8YrESUIREcEzdu8Q0cvhtYX2rIGp9gggNA2OfCSFxfzkD2idabcoofl2vps++Eao2zTEWQ4ifmODgLSkZqhKQKQzCcF2SRUKzu5vsPwp6jJCxKz1ZjF4ox7Cgpswf12TpUKyWKvK9jkvWmFLO3ZZRkiswsRG3ocmfuArYYkyZrsMroUItVe1zW4b1uLfgBZdZfugQa42rYPTKSZoDCzVGnmkgISVHn22gogDap4aKCYLwJhrhdM6aOUGRaPrya53wAknVEaXuYr5o9969GyHTmep9c98XJ6CCgT2UJo9xEqWEKPM4ah4lKcISIb2QKVeNuWUFfiwDzXYAJJjgG2uKIF+ThFE9TeJKSq+2jWnqqsep9DfeWeHbcy16Yt0KWOxyPzcVPKVHVOR7Eouw+jLJat9iJsFnsL1LQMSrqIEPeG1Osyp3Y35LQJvJ2s4S0lxRdoVKJ0XgeHCPhk6io1eIi2LpiZldmFtOLkqyJCJk1RKUpcTApTRez6jCpI9moWrhlA1b03s1MBWvJ7BD64NUAgzC3Fk8I9K0UzR6AOrI6yA+wN4qV6UQXzaLGEOh0gqUS0JlcRAZvLh1049G4I3tNqpLE13uMsJhZiRbPHhpqpsRpnQLTWwhrwzkLmeu+hZ8lw/Pt7PqPtNtL4QkmGEO8X/N9Dv3aO7itLCbWpRaoXUQ2pmMTrVHVvGeVPw0O5mXvnYEeyLV9avkfwL3q6di7yZnA+4VMW0GY6NlyADueHWLJiNuEgScYePS6WSDV5QqsfcypfeetJ23oxghOoaiQkGpK8kjWZZbsTHMyVuyIWmnARBQXUUKogBSGzHINow/EjgxzxKiEfTNU+2GAyXxG5hAVBhrpAZo1Ft2UYlARtcwkDLR6XptjFMii8HkVRJlqIoeeTjCSafJshwkyXGEyo6Ws0HRGHL/m0WYIzWcjLykueYioSiYNyKuhezzVzQTCvPGdmraM62FgvgpjZIIJjgC7QA7eYHpV1d6LS9FiY8WlpnUqVOsUUnMLLM5j8LgGrWkUQFVCs7eHkMfgSNdusX9QPJLN5NWv+IQqHLIFzaEir8ylcreHW22t7kPkfRVitx7L0p3KxlMJlbHbSYaYBxpnBqsGQjWxGkdbEuPhhNtUIcxQlOJy4hkHEWtkGgGhzRyThYQr7DXOOEmG7nZxig5JED1UXM2YlKQgBXrjflJ3sz9EYXz66A2bdMFlY9MjkyE2NXpawM2UDyq9ol+nhx71ak3AHAKt9IWIh4Q3JUWN61ZTDZ47TWEGb4IlM1QBLhD/x9+P+AsxE0xwCMrzOWPJ8CWvnea/sgyzpHL5LtSNWa/CWK9kx+LeOFyeWaPZBo4CiwWtR+JsE5LkRcCHRJnJajeLObxzRx6bkCBlmDmRxndECaCKpUF8yAU0lMMuBVbYJIrG2McpjIFlVPZI1VcqKsWRRM0SaLBRaBWOAlKRTIHNoRT6pN5lM0mp8ylXk6Of1EYjoT64M7WJyXU7H48qjS2FTz0lD4WiXzagmqj2dBa7qmN/1JhERU0DO3k+CPI4sVLP4D0nCJeJYhSXiIwtzX2EUo41LAfbSSVMabBtkvCzP2WKAHfy9yC5BZ684AQjGJZD838n+OKLF6SXXe1kPxpSySJkv2sT4SO1BHMZZ9nRciTukoR0rWWUWQ95+A7gcVU5DJJgW1nJA3Uf5nJRtZnItAGyV9OXu7UaeESgyLAsa4KClMJG6Z0H9bLAWxo1StboTZkEjZ4wS51a0N5SJog3yfFimavcOtJ/JNFhknmqPW2RqbmIbhg9uXwmdkVtOotHAsLEQ5MESmfIlJkvtRZ7ycX+5KFKh23j0xSmLrDZfUJHrmm1l2sjgKKqnzDmQAaRzLrsdVzohSCyQmN1a618ciJKWjnDUt0crVmFI2lmOCVJLG4IX0H+tE8HD3a8yCeYoEOWQ3m+wQXyzVg7vCyqtsd0siVZ3iqUWKm1bM3SWo7AVXplZz+ZarK4XHj/HsjFLl42AmGDN593mBncACOqvNOcpA199GIPnI1jOXK7Ag1CrQ4hQktr9wI9KcP/FYuSDbNlyEqVCoyxeRmj2Kw3FpdIRtRSTRvzO2pr1wujbXKwHV61NTM4G2dydVU+pDEVt+0TFSysSmmgBT+mQskTC9mNEVLeqBXKFYVcZhdPpJg7VRKpChk1gLBsrFrNVkWjaL3UCT2eOjOImMpMdqzPJbimzAbUuEWoOUO+ffrzmbzejr99rWMrzwAnmOBoaN5vPt+Ly2qJxa3lif9iQYrBV3BXs95rxx2PJzYQSWQl66tMPdX2s1CJlAJaXDcYszU0O2RwjVzRGv4Pe6IPoHCPFskRrHhiYg4kRfDdXiIkHWmCoCTlGbWhz4WJAIx4qggaIqGKhwnmGmbCwffjvMWtAsV0J9TtwdCoMgSxjArILe8yoBTFMGDpn8PeIlgawFXJnW44SCqVZDoeiM8OJs96jBUFS0RMxZLVYFl14zLqjSi3BkyijeevIgildwlaQQvIPZ8Q4WAdZQiZOFXU5IyqCi9bGQpfFu/OVvm//MZhu+JPMEGDIfLD+5ETAGpNcveb1ZX4I6usL9JhoeeSS8oaPIxrK+TiTiU7qCc247jehQBpt4+jA3cmnLufhBR0MltdXX1nrhRutdgYRQXKhadqJ2CGbHRrkEKlaghTACo0a3X/xSsmJc9Baowp9jggoZf0JBaPMxIQ+zBlUTMxClpDMzm1jqSQ0tJt/PCsIayElNiwIaVlmi4ztLp1YUFRkUFLnIyGVazYaXDNXDFdIwRxlzTkQ9HAPb1QYC4pjnQKUag+BWNQHMmhrD5mZWUUpVIWDRoycLrw7Nr88Ii51qsvuc5n/DaO/4S4/iJucn4TjKAth/KCukhmHWppaqGxQP2IT8vLK9CRQ4vjWHMs3XY1VgGrl+ESTqEkVKvVF3uglHSunlKVdq//yqA4LCiOtjdc+gRNDTA/NRPsM+pVJFI2wrvOFO9MI3QU/xxVg0j8hNRGs4Nk15o94BFUBSZIYc+LTtUtoDKaXKrvNNSJVGMzVq3iesfDKIPcR/a7kZRuRdK8w9FNR4EIfI5RPJB9hD6q20R9li1uU91Jw09rmR8py3UdamKOMyXViIa6GErKhAhl4qGxoDAwQ4BUs0FmtPqrtpQeFPYIl2QqXq/8FmLFf5P7m+AgZFV4dfgPz7d48OxruNaYV2AtOUAYazfXY4cLkOQkvdy89GBQu+jB7TaFwotErs0h+OmNhA8nKdBSZwtIk5mrswiGoqqPFPMHFbA19RUTOdIqMF+ssuXOXNqwKmu4VC1gZ0OtbrulGAb7tXEKEJA0kocHb9mSJEKcr01prC24iXUdyRSGS1a0v+Gwd7BAn8LwiY12cnmeDFiAAflYMiQ+M2ZTn7Ilim47oqJxusakACJICeZYV9DwcURnREg+XVQnneph5QM2HfuAvuxQDNIWjwfa0EpFcEPZI2CYmRB1wi/ueHHzs/l8IdrX+gkmELSFkAXC699EgFlbLCevr7YGWZsszyy0RB9pMCnrMxtCe0/rD5yTTMk7y61wV1Nqh1PiSlBKsypPB0nm46gXtWQJNsxuEXPSIMehNkyNQlmLhXYRGFb6zGqX4qoO9QgHLkDbifZAqakunDQ3fgWzRDUXWadIpTiF6FYRBjLIAvGlciB5K1efZHEPpTXEoin2YxBhegeOVIaZ98dVpwlFDxId2FjEkDlwNKrJEiXp0zBypTFLKe4aMrMItYZkISovPmFUyz73UKeIZMVa53JqalSiQZ8iHwC1cn923PzSTa1wUlb8BBMAw4KoHytin+MZ8AKsShZYX3KsreF7Gf0pmlYru5hWoqK6mNtvCqeqJCnx8GCRBFFiaToyZfEnmHC3klYZbV774VDc13GBI5t0mvhSNG84gfmiPuYqt37Am9kWVX/ChJR3NVf17X1fc2Qpxq9mOJREyww1P+GJMBMGpefqhQYy65H66At3ECcP3QJKjKZjnkwmySkRlU7Vor+xeuZxPzwwrVm1orq4geowxTaUVEhByopCXQuURRBKMYNMjYnqn5YTnJ7B9FOCnlxw+DyMVJS8jjLKCsFJbY7dlqsxQJkJswvcn8+8rvkWzPRN6AmOgFwafZWsLwBqjWl1sfiMDHd67BYWmFtYn158vuQqESUNyzC0gKg9mZwW8uWmUU6jYwuj6l45EYLq6TtnYSBVkAwulSW6S0QSARHk3+K1BIzC28qtfgBaJoTdKjIH0NOaUMfNyijDERekts7Z8bLAfXXHY81hGWeDEs6wSr60tMN8I1ZD/I7bzTPIVGGuMHXJ0gOxrgvdDZGV1Tai+XUS17OIc9jxVEbCLfGWN4pVJEedeMBQ6hnIdKZX00PMQRPcrVA9yaeJ4pYhWaoQVXrxsl50WecnrOv3YCYnOEHBsBK4OrJO+NFLfF8iNK+u0YpLJb5CqS/MbOZUcCa5ZlOYdbRhxnGNyYmpxC8ddYeNBinKvnEpBrQPFOWiDXUYKEuJqlJu/X6iVI6u+M0WcGcIB9IHnaPCPWRHMjTHGA4vldycnmKuhcImSqSVGouMwYYoxorkYpaVSwEjtjWVIcokPD7n6vwvEqHkEEu3JYmp10GT6r0fDDI5Um6VnmhE0pewKEkcxkjcKk4PzUoF7j7CA472sJtiWrVKmwp377r0eUpM8Dihhrm6UMU2lAZL1l1HVovQPvXK7fREM2/6Zq79udonCkYR4JL7U8sEv2nQAvCaINNq8M8AV5jHlwgSJXnxdW9Wq8zNblBS3YikEfUOgq+tSLI0jFG3ALU9nLXWorCWRaLou9idOUuNp17ZhMlaHy1SVE5WRZL8WVSbU+MkyGuNykTsMt5RKhAoQtpThoi/YoZUFlU5LOCRaorFV3duTDSSxWex8ETCyHDMV1/f8EDrHa95CpBVrU8KhbiEhifyLTEWPr/RJ8XRDKgq2lIoE6GmOY6r5V4s5tYpASbBS8W8lVueigB+m1kmS6qJS86JqjUI4YCTM1m4jVap04vUa9TXDD4GX1FV+uer+YUjVnpf9RNM0CBrQ4fWix/MJwBpyyxnq+USLEwE5UnVyA7IdTkLUrkqdg7Gm8/M0zm2kLdL2t1pnkB5p4nkpa5SRfVIlYKnO6Znj5sRifQ+St6UNMe24PZTJnqPWBUAuxSpIO4xblNSYFkljc4DzDCgiAfQPNWYzC31YQofJIoAItTU2MxeMj5TGDvKGlXfsaDrZsszR/VBN/UpmDfPL3EuQChJEgqX9ZdpqqlqW6zA7TDQ6DkoaTDXlGfm+Ajc0Nqpty7IjdQ8GvMJ7nqYGr/AjWgoGZmFmV4nGqaaa/Y9ycKLvcT94bJg1Kjlyu/u7/rfRNXlfoIJgCwFLwn/dwUWjlOFOlyNs4gKYe15ydMIWnGEUu16rz8BGoYF6Y2CYKgmV1PVzStSF6hCiJocIWR3EKVpMyAlVF2rvjr3exBVrI0sqTILITyg8lNdZyz3EIuEVDWaaqkGUW05+FKljhbNR7Gm6LkR6YJXZfOSEBo1eenTKRHniOp8xxaVWaGG1dUU0hf3VY4jFVp5IZxEf8k9i02T8ny2ZGoMvSguTLG+8IrJF5JiHi4vaqbV3JlXVOks86RNyc1KOrSGGuqqGUoFJ9QkDBESDVQKsS0kHkrCzsegqlfkbHuv/kvI5P0mWAYvCJbGtv+Hwq7WnfZlW01teTWMtVdLOsSsSyoU5MQiXq/aG16GUhdlWs6+iLfor7dUu3nhwgBUuAuR6gJvWsrQASgP8qK29TlShV3e5WmMeNtWOpJc9yDC4iNU5/RfG8vfcrHqpZQADDb4CZGHkSFYw1UfzIAYMSzcbNCwRRF5Zjj44PF6yiGXocMzWtrhjubSbcwHBE6z6NRQbG/mIoa2BqGlRGJqiour2TNTUCvwjUHuDgDrU6sEKKM+Eu6BKkg3O+yoKpHwqNUgc0wg1ZUWUwtVqqFn9m02pyhCVJUaf6eBf5PsnwX0TyJMXnCCEXhF5N/8a6k4aQFp9Si17e4AydvSSxJSa/JulZSa/TiaVmtg0VpJAIS2dqZl1DwQzeKOKl4beQGR2yaVa6k9Vs0Sjj7hxrIBZVma+Ya3JLu+PEkznnvEMEI2UYehnqT3HlDtjsa4JyO71PUqUNHVZFaEMIrMlzrR5AlG2sNDakborKHmazlKDggrLXHX7FRfGoxLM4JoSkUyg/ny/5/Snh40TxbqkjBYvRlyMEVx1MXmz98NqpBTmreWDML+LmXaTCrMuJWXiIuhMUkm2NRWaTWVZYuvL55P9yUC/fG0epffhdE638rvYmXZT/CbBlZALof8/1T+/Rs3wawWrRnvAS+evswALzWtrVp+rTV71pgv7ND7RZ7wyAvRmyWhEaltn7r7DJ5q1Dlj96TG/hATZN5ggOTAJYhYwQAa6Jp+Q4wM2BAgOXODlLYvEir17xSmESeBLixsI7C57qMNAB6GjIQyM2JgsaGGUcFjgfQREDOBpYhN/1KyKZX88C9HT1x7MHDg1uFBcJr1AALIYslgq51OjY22dnFRxTKaE+agPrVIp8FtZs1lwzjjzWGvxyExSukwYlrIphYp3s42DAyWKQuLIEuxpU1x/wxgAijisY2qwb8KM9/JPwbRYt9xKi84wQT8SNA2EaD/B4iWjBYVy5hVVKvLexjcV9W21kTx1dYttYUsKFCeNMqsL2B0mUYR1ILsCRT6gKAuwMZWuMlZYraAlDSyTxGolLxSospBtxvyctVVqP6ysGWsTvSyL9rNFQR6YPBDJo62YZVK1uAYtqYUHmduOZjE6s5bcqXeAFeN010pQahWpY70hHV1G6+aBNwzbdVZv5BForcUmFpBOQVIjoorGbub3Vi1VhU0H79EVWEsBNesrGwqAkmEWBO8qEXuvpDPwc8dPM6cO1s72zt1Azz5vgkKEgPWX4lv72zpPkHLRokwjwttVleWmQFE0QMLdLQC2xr0MqQp98ROcolek1zsvf79osDr04zKiQ6gNEeKQPRmQ1aFvCM4PA7/+a/qG+Sl3NsHhWJwT1HAw6Bgko2HQyillZBUbWGgwPaNRhADm+EgdFBeuVye2hpDzzs/4rIr2gGRTOkMmfmMo9kI3fiSsc2TZ65lRS4CEQN1eyVYggiYpgSB/B8R2W39SiptLINxosHtSdDIKOpTap158ObvNH98Nf+eFDOxSnSY7Ntwc7eyFZYtYnVVH6YGqlxNPfkjgRXdJZLcs61xtn8R0tb8BBMY2lJgbfCf97W4uHNkwQm0drRQ6/Y1+7zdoLLSauv1S6+cgUqvwc5TTsHqTGnVaujQOYKQez+zjqXXXbDncQvZUhz4PStzIY2pkFFYJulgRmm86r2sraTEjsViHAV1W9xKt1BCAItAnkCNwDwF4QpnhqSZZXpLqZP1KUvyJ5FhOEjVKdOLoEyFTisejsoKJdlZJkqz7zPQbvNgQLPyWOEmJGiodkBI69yCQl3L0Z6+DbRCSAjIABZUWkRTs6DaUzP7IEUZUqP0s0zNR4Sro/eskzhELU/T1Yxde+2LgLXmdR88wQQt/uPfYPKkOD6ttonWT9bakAmyvLywOs2s1IgSlh/TkHs5JlfCgYVi59qfAeJJpYM9rgKP5gAhO7N3pjybIrvIVePoNbt1CrH5cZYmG2v8CvOsOKmVpg9sUUfNWqMYlT2Zo8KRmoM2Kr8Rt1xGiE2ZOzo0szLmUVka2kyoasPnq45s6UBEYd262MdEZeijY5yc1QQ68yzG9cqeUqoMF9FGKVPNzNk7VkOWBtw6YJL5StVLDtc9ISaS6pPMkBuJ5PkYWJksY/lYQXt3qdIiklNWVswlRSlAN80ypYoAt7a5/y3/1677E/yWYVgFcYGKAH3/mr3AMvKS83U7USA5oUSWV11s/YDQjVqeyDZRl6UouYVItVQBL1KIIYPX8kdrBLPWlWof9EKguGioDdprK7oFDmquyv6SdG4GcWTvOddJnq0fdTKg9JL1BNFn8tiI1NDa5MCtV4hDE7FlSj2BnSMIOHyqK5VGi+fmvahGUnPKG9+xB3EF3nw29KRSpNZbasL88Znszi2OdUqyN/qsUSnTRNGkU3CI1eNpvDFAaHksp1IV9ZH1eyDhJdTyFMHNYBGkurgzTyiLV0jHyTXJVPfmJ/zfrr3q/Y+vJ5gA1+dvR/kF8E59DwY357VD+FJrrZaaCy6pSdTUprxaVfNC9uornoajTVvDrfEAXPHVFIqTFnrtDpNBxaDDXViYGlvCPGA6S8Yq1FF0FqXxUUIFhHMjCRXXILL0o8Q3lU0iXcoAWuwEhLiPcfLg/IY302BNbsF0j/8ALo4oJ0HqDPRQE2c2zDQzTDaJR54mHTyScYoX3EUTMxSb6wmcFAXaiOJ3ns7FAwG+sERdxFAQAeNIu3DVuNrQ0Vo8LtGiSik81jGeD6bIFRtSh1D3KUyfR2bHKdJBSnsH4/HnvNITbM+2WeZ7u34TIv83vQuZoEFugx0B8jxKCyZrxx4riZUmp5XLe0+pV3J8aDGyxlNLkZQsjcJaCwi4zmKq3WUvqXpf7mrOprC8CcZgcooKUypS7dzFX9uusgZgjeTXqODa7aE36xoI7UmtxSQJuy9NQZrSdgSuE2ZmTeNyyFIMQEeaD6hArIV3bm9MZK3mZ4QKAxuTTg9FNQXANo9ORZG+5CKFrqrq5M6KiwZ/c09IJxaDEK8VU5sSoSTb20RMBSLKDFGGGLZYxefsI0mHUp8EZ7G0J0u3peorBx+iX4S1AQuPD9zb3tve3tvd2pHny48jTPAbB+4Ctu38HAXOZ9u4PtZO4hxuJ/pa62A/kVTrb5nJTqAcVkss7fHLzWwpr9ZCQsyaj7IqaDeS7VP0RozTAqg5/GtbWgS3mSuHkp1TUJJM84aRfWKoF8pmbZh0xFrxZUqiPkhxh2SwqGqdUakP1Elq1NjtYMrVRVrz6I/kubVyNNpCs5OJkbMT2kFK0eJE2w/ES1ipSJlwmUJdGZ8zkwc5/Zek2oSaozr0UDLdIVQyp2XcYFa35FBDtIbBxJkYPPui+YMQcciKr/+Rj07R1Y3yUWJRoaRMhbGVolDmLni+Pc9lnrcfKSeYQMC/CuRrgHxRnmWkBcWeZPUAbaH1i6tjFic//1lK9mJ9JYbNZ1+SHQlujNI428IZWweFKtzOhlXdTRB7RgF90AAM2ouHkyEUzkgiC4+hsQ2H+WWDleU0x7J6ayoOOS07suasw1i8wX0CDAhedzCEzTrFDL9VxVAIOcYFyVljoWzHkMhMYVL59DKtaVK9+Wn3PIhWM9MOhz91y8JoFWVbkCSaQSxsbfpwYpbE4FNTMVu0ABdIhV6CkobvZjpDeaanJiopuEAasbeNx2Zjslvx7nZ7OEHd+4o03QNPQOTX7391U4Drcwzlta6yRQEsolp5Kr0RhpZxUtZaW0LdMmWcxN4ZsmXqIX8tejX3XdGKbB5l/gsOQoRsFGtzhqu7fX5lZeXtN+dvqCg4O/vM5fvnNjBVcmffmO2vjjj+Zf7XwlbOsOdvr99fWfnbudP7s3dX1v2q9rsfRDhFP4/m++8W78opbbzTdHj+Oqa0brAsuODMTLbdXltZ+fsp/zjg6vzsukc/n5etS6aeXVHrKysM8cHqeVkmidvv/zfmXJGMevm/YPzb+hk1DONanb+9sj5f/asFV1fXJYgTstl3RdI4ZsoEf3/7urqWpF80y2t3S1+d335fxfr1XDGA5tTds1FaPAqgf/opa+XwWearOuIqTZaGxyR+6LBa++HEZywVG/mMVauD/vP55gKS9+ya2OgmGS1QVT5RrLoFrr+F4z+DTDBBh22tB34pl4ckW7pD9GoZVhF/7cF1te4D2dJtkXmNwi9SW46tNSl8HTq9NelkiQJG29EKUV2hX282HXF2iLg0Rq7uBWil1nbzZ/P1IMC5+d3C1ryl5vfua7PPRhx/mJ8qbOWMot3WcmoefzR/VJR19yNiwan92Rm5SuCsDO3dqI+Gr/xZMk1cnc/mp79Z+dQml63fjQ2hw305wL/Z0PWVf5q/MzLHg2y9f7bavezaO5DfmM1OqW/NiET+APNgtloHuyUp8+RlPGfd0k+bQZ5UxVDDHbr4xOlUGEdaW/SlzMAnJZb8aYr9mvO4uBTDMaAHUspgIAOL5tMfg4uY4JSwtp5W+Ns+GL7t3zva1Srf1dV+ggn6MlDwp7S1vT3nISABlKOpvoayAnXWcqv1JacHgbbK3a79n5U4LEDujK0udBiEc+kuHHdQC9tX/PSnTaHWKHNTWvLNuOwqU0wdeHGaq6sn5WXmp9c3pHk2/3Rl5U0Vdosb833tf/kQMat6Tp3LyTcOkdYYyGymeE1u45zGdFuxnxzHuoLFUG6v/OBepEjM6kDw/f2Vh1dmp8Wg8FB6ZQ/dzPZfEY9ZdHFRiHduf4Y4NtK7/zpFtsodrm/MxNcNcaj2ilgYzbqcd3WuqJQJU3D87spDGfcNQxKfpkUdfjdftatGN5OG4KP9ZrasRa3tpidZKUmZijlCazSePI2Flxmee0C4GPkM4W1HMhpdBsO+avaHODzHqzxVM1Tm86jUIkhVOjYEgPq0levjUbc9wUtR1Sy82c5WbnV2ewg4vQaZQHcESbou6trYVhUbsIHdGJdV5cQCvPoDyN2SxnbZdaNXHpiQcHtBZmWGkNbgAiFZ3AKpTM27B1ElLfL+J7/FXK6wnXTBOw43nf6vle+0f3X7Iz81e1VRjRkU5PC7eOsr6wjhGBJhySmFY/8uYZu1QfsMLvml+SMCstkZe87Z/O457oFn8jhipk9ukVce4DzWITms2hcuJyyPWsEKZjh4u3uOqcK/uq/TJ+W35AlxkfCcgXn+BzyV/Bhhmgw9u6/OMQewhXv0vj/HJvg0LrFpXA4dieaa4Hzo9xFqH9nu/dmbkJH0R0wYiT4dVzDIF0IM4cUMHPE5opkZLEetgXhlmPxRmcmf30a/dPmCVSjZCB94WvIZLT7GyZnnFFAuPvVqO3zH4mRrRPBzwNnO7sx/DMzPHmnlTw8AJyjgHyXsbe/Ot3fqLTBLyo4u67kWmhYd4NWWJy9Q0ji0s+y0FBP9tVQvUISH3h7cqKs04UAj3Q41KteZqrhc4vMo3FRJWW5oeaBUhNUr94mDbJd0y5W9KY2OdxRSKMJR4PeAkOiNlVMIrMqNvOnt+srKeRM0qHVFWP6PPkzH2ZW3uSX+QSOQy3pTnPIUZ1fOw0kvUgll9tnKfQdkGHFy5a+4IvMw8DckTkRs8Qdn3LuMPK170z2E0RNT1YsDOSmyxQrkZm8oQFPnvo9kLAr13td0vHlfbmwY1xABYoMFy+wH89Pfo/ZtHPd5daY5+q5Mpe9VDR275qun2+Rp4jGKU+CR8sHAo0+CXDRRioHCJCyUqXWBql+nAU1rw60LVFl7BQ/RH5W5OOqvvektiSxcWhbxe+7aVqjbYgPItYRn80e85fOXHdq/Bp5gAgFPAHkqws2B3wJrxfsRvUFLysvUqb0xrNU+eLMRBw4TGeTF15ZlVxfEGpSZL2xCI6UzSzxZkH6koC/5PDD1SzkODU1QpLOy9iZ8qhDrKKwSNZGSNv1dcc3Orpw7tfKG6KtEe69aUGGQ79g0zL+vnDUJlbN/Iq6Sg5GtjNFUKVAI504UxSnIUkU3lmfcDQ4FmiPAGBpxg2bNva/TEFvF001VuFiB3Np55BXIIe0eShu+jABSrvtMRYDq8DN7TkJdede/rRIBriKJUFfr2HG+KlM/JVR8R3SmCUutX4OVQVoErIP2oZNjtlkF9YVDJdoS/yUhJSSNSoeyA3gppF4phKFqDqd6ikiz+qVkRnViIUs3JjjFLq5KcHN99yL3L8IAUxD4G4esA+4HvDK8THy5ZD1VkEZOPRs3ude6GqilKSlrVCtOSiTGBhqWZN8hFfyJPlqtXtPDVb7VSGCuVhH2xqNU4Z9TlClfnfvF6hUY56u6B2Q/Dy8LdAurCPfkypunCdjUAoe7kBMBzszmV75Z+Y6vqnHs+9mZIqNTM3pnkxO01ssExX4Ebn4qKp7vfAPqBgV8XSFNfn3ske279/u/l9HzVWxd//eRqVJEIDdTUKb70X9R7PjX0zIHW2IQx7srClZv31ec2qzGRVpwH0Gqb8iG6/TL54XJ9RZYUWmXxAS6bpaWQW9/rw+IufRn6wC1Enpy1GCQDgus+SjU/BdfSgbOoSmfkw83CAGn4msWmT9F2twojGsenaXitSpWGZMbXSCWxkoTBGrjSStLfEsx4Myrfnr+N0EHrw0fbUnp4iloSyiOqjkwPwOsJhOaIytn5+WpdpU+hatWAi5SjRYInMWdhBIIqYJlJ7S/dYDQd44ptX1CMP98dvuhdvGnhAG627x/2y3lmT5zp6dW1nhOpxBJfiQc3UV+Op85qFudy4+oSuSUh3XNbA1SRMPZBG7uXTx3m5K78HWFjhJ1SWCadJHgPS29Mz0n/D2YVyXuZ4BShG4/QPyBEO+u7mTH5sTU6p3QtTr5bL6K4BvcAq8h+Bmho02qWeEZ4D4RniGSRHL6dJurflVWzF715PG5yrx8zFzQytmI2e927eAGDpiGS54miFbOB8Vpr2YMl2bMFchC/ImOoNHpLS3KnZQR/2kyTaDsq7AHgraFpcyl3Vd23vdxybcTnHzgBFoN8/weqtzfDsvE4RuIVroWkS72LC6dXm1JvhNKKBdCLcHkPFyLZJAoKn5torY/enIsqTXtZd2WN5lvpioS0Gm6QCpBi007Q5uLx0RpQwSTVmez2V9XeN8qcHymRgVGKxs8HmRrriqs8r1i47DevAqdKXQTnwLF1e/5esubcitvP1JMeE6RLAEQicdtecO77+dp9g1SdEaB20o9haRL8YwU1pTp5lSVu7zI9WRJRB3zXPI+jyt5Xfs24eP5OV9ePL9yDmnNU8yxqXGAb19RUNo6RLUEHQHamT9c+esMSaYL9+X4sFzn26dnM8K+itOkpN5XC5/xhUgmj+ApNoeJdSBdwhDzwZgyKtWSgVPy+YkjzwA9LHKkUGGH54o/1Vb4Ips2fyUg7P0g6ZQep3wc1X8HVYozfvDRbv7+Y17vgKfb3wka+NegWwSI+3vA7aoWT61or7Fab3ivLDTy3Oz6TlebQEJyDl5zAIiYwudCWbWGUE2A6Pt/Ua7SCb7gBvWR53w+nLmWXULmigwsPIKKsohn9h8pFnrVXX228t/3CAMVKs11RxognlIE1yLAvAqdP1J49oaGPpvdO5kIkFe8isrEhKuTXhF5vgfz/O9+vrdPlxv0sAF2Vw1EeuGJQuZREzrqHVjlC4ivisvPAAmp/iBm3LOsWRfbH+hcBj4ioNOgBOldnhW+/75Hh6dEsCCPMkuQLy++YYPh1jhs9z5OWQQJnVb3wvYVbm50b8NXCW0QBH+0RqlxkOoDMc5CSOTFEghvuS6g8bnKB5WqS6gO8KpQnwXmNke4jMTrgTLfZJpNf/YyoGwwIju8Yvm4BDNd4f09QD/znmACObyc8X5brBLtYEUjAi8zLyZqo/BPIH+XtqxDr0vKnAnpIu/ENT+K7EfZIMQileC0vDY6ubJsDMTkUN1XtfgVcG2aCivSEETmuR9IHPIV9wmWeLV6XxGglCkmEp/8gsKXdgeJZzOHlbRXodImZt+yomXmgEyO7U26W30lHeYtML4Bb0Qgt3qSt6wEZP6SjVo+Mw8JhbyXUZi51LsfKjxSnEaUyvcAHSY6VPts5X3J7Z/kcZ469xtrGNEnFQ/jY/jCdO9Q5PXZPu+emyCSZ6RRgaK/JLPnZ4CMULS7K/f36V+CDB3Mkez8kYddTe6HcpR0OnYUsz8TIIUY0eBK+ziUFJ6POYvmwgSAuWCFZAm5Sxh01q1AyZHccagCDSbQEKjg0taeAerwl193cYH+M6gJJvBTkbwc89LXNtb1k7XjnVFeBb/IcnN0mGb/fUBcW0vaPAVNw6jC2nWxlESqZe1TaorekLS3zGR1FExFE4iJrZ/53X9RZ/Iyp1Xj+3t5BqioZsPP6c76naz2hQKd+6fncLxqRfUq1KGF3ceDfQmdSVwF5dSD+TvnpY7BJgaDna8VK0Djz+Hka+TpdFNON3wnEJ5MzX/68aOYbo96V8AoW6WL17E2RDU/A/RbYAlDtMErYnxEZOYhqne/iBXqDglVxSbBRIBSY0HeXvOlQPWbZ5kajNRKTCkRoMBfhPZFRfaf0+UIg/BA1cWhVFR/pkpyXVzaWC76SMJjFnwcJyC+PKUYVBorb8e68/WEMo3k6Fvl+4RdAH3p1hmfFp+/Iz9SbFFyUOkLimB7z/c6O1MAOMEAfg7oCJCHgCwZFxXDEee11ZiyLWGjXnytAONqy1fdLOzwjbAosV5DCA/GSUIqsrI5qqhuxB8apbiV10MrZSrqh52Noy0bdrXuMHWDqdrtlZXrDKwiQBzjm37qpxslv13lazD9m4KBN+ePNng1YeAZoOIqXowYfnCP0qMYLIbWnxmrR43d3diF+Hlg4IwjUoPfbKT3+wrrSultwk0MYch+lCdr6ADl52b78rsFhIr0/n5dPPwkzzIrb/KUj4eH77sJQbm+byInt8db4EeW9GwyI4F32ltgGSJHDXznjzRduBwn05xJjfroDIIsnuJwA4c/J/qF5Mk2mkajkSJpeJ1cDEEqOZMOf6WURXIYzKgsqyj/FM4vQabgb4IOrIft/C2wDoUkWqD+8wkD65+1LEfGWmoXWJYVGf4tF9xKXPzTrOT40XwHEzw91aqGXKdSfBonDk31tvZ1Bul4Sn89GOPj/+RI8Bbnv882krs5I/P2E+/I8L+vrPlPNjDXiB+9SWxwCDybm536Qdj5v2pgOEBRNv4gb7XGt00kK6/4N1uA4PwMPb59hWiEZ4DQ1M2g8Iy26cY5i1enmjrdtq7ldxuwdf5AMdt9vw3261r5LzqQwetn5S13PuPdrMzRWASKANWLrwbqUMEbX11c4xaYYTiaW5UgE/DOObnetXOaHKu1JJaPHP7pAT3j30I4z28loIMiZVKe4b0jI1z3Z8h8OOASrmscdTDw9lkyPNC6OnKaA+2Fcbl1zCbe1m7eNJcPJaVqPoOflXhGpYMrsHGJekEXU34MoW6DWfcT/KbBF0NfDbf9GtiQ/1zNJdw3t1o+tci84AxaXEp1p+PW4jIDi46VyrKTfPADKY/+Kq+1TOb1LZoJKrWSCyvt7dmSkwlVggb3F3QfbEixwI+UdAj1H3Xwtoa6G7MvHrnNBBoEvAqiKvcEkdOYN5Sb7WkR2lOdSVKD3yoIQGGykS6bwkTToCKR0RQEopoliDkYYotU3xFOAKOerNYYnfLMVODRCGw8LghD3OQ/YhHR14AwC5Ne395TobkasAJFVIXv0HtNVanJp+MPQLBMFKfpnZsPtrMEHWFK/XOVvD/1cHMXaxqkOptIMbm16OnXuqAFxhWaWITtLfDuzhY//TE5vwkM/gaMTkeAujLusVq0ibyqSGBKzY/wZMWP7Gvj8NyHvHiCez06F09bilHXUqjOUVuplSGVsE5jkKgbSb3nRhqh4ZZrNWXBctgImvGwZmTc9uvQacYtaVTgRUmAGRTEmtw24qUJNK3yQdGXwwIqnakHrg7QzUeVqKX0YhAVGwI/sRSsxqNLY6pvRuIKzFUWwqO8f1PFBE9BawpedY3MbC3DGFpYCf3lw5BXnxZvpYB1IDGxx+bi8xUOtepFbRBF8iJze+N0RQXXCZWQTA413MapGSXRYl0O+JjRJKpQMMVelZd8XPMJAO3+/HWYCX7T4IWgReEAMCGgYgyWS9aUkOwmUK88rz5WVdugpgpJm3JHhj2xFL0sx0QnggQlNXFkuSPfFZEgmlytyqqJa3+1pFrJN35Fz7ZWhWI4wm0bjMa1pXflSYnq8Cy4ILOyhTV2O5vhsJxaGY9PFxUfqwnEyWosbctpShY9qTMfsGEZiLxB3FPama2wuyC1v45uVlEjT1G0pFZL3rIY2iimctaFzgCLP6G0ZjJq6EEcutloS0EqREX4miTcZvMUCxm5ueRB8+lZtjSQRaRTBl2WMI3UwJ+guPhJ/CxyL3z+NUhW/wQvI/TP8SeDbwf2iP0IAf0HYlosXvxaTvg47Tk2ZU89xtOyyldaWIXafsZ9+bZkEoxCOjFIMFO6Xp1evW2TVTVoW+9uNs5GoApimoMCeHQHDKddeJToSEEKIgel7h0jWFLgeCdGoddlbWMowQPd95piRZoGzkINFohKg2pCmxI6ZncOmmQHE+8JphELze9PgEk2PhypkTx4M4J6OlwvvqSOFc0FA0XGZvSA0u7K5rnWMl9dGm/+FNj9GFxR8lroQx3EJQlLxha31NpNCZpCI7VEYwh1kBhI7khT5n5hqOQA0PT6XHYdAHKw3rP6J3g5IZ/jTwbf/ToC9Osx6RR4RzqUsUNj/WidZetVtKAsyw2oVejcOJLcFWqJZ5VLV5yjqgQKSuLR2jRS67gyEq2h6si2h+ocJBlNFbykjlyEkpRhubZrvTR2ZUhjsEMz0ZGbb4xjo0YuxIPwjOQACnNr6jqJg1I4PpZcVFYMLIWaBKqiJ0ls0GkQUVVy8TOLEmzNYS0BZ3ZVgjBFTkgVB7mX8ZQeZrPFAaWBijKCJ1lg9ZCUWzBJGbNrf+vb5t5vs0dJWSOAwgKuMn46ca7bikkoGNJdLEVarc3VxORLk0aWPszCJ/do/mhHISC7pt/4Tj7w5YXn5AAH8OO/+D8tHW7TsryySL3CqLPqfAlnfdGYyAFHZh/ppSayRZPaShwoJMi1rJ1L0A2ocCe9VhUhdm94jxGbwN6U7YeefgdcBvGqMjs6rZUQwWj7Jb62I7AzZvQZHRml8QLhuYclvIgqZaJal9Rgk5QxQxiINrtAd6rSdXJXbbezpksaPOYHHmdeCKgJcJdqNV+oOSFlomySEMadnjQdTXnalOlsaIRtGCMoCodwHUpaCHnS4TaoleDOn4IooUFV9cXoaWQB9T4wL1LWoQquzW4vqgUilAUoUNFWUbUh4dRs0Gkre9dJDKR/c1VrwNdpTi1xvgbo132cE7zM8Nz8nwNAh4D+liiLhSXDXmT5eKllgWlxCfd+bt8RVBJ4pQqcK7MfGKUEP9oSpHGTqxIYFrVVcMlWa+0aVchjhVmEqFngLxwGNcCZLRE9aCjSoI+kWoyWKhXK+d6EZcQkTN5U4YzYnOIlq1oCTdaDMqERTe0UndboObA8euImuoiShKAYGllQDrJGCU168PFKzoAg+KlGZKRitpSrlbshRzLOtAKFWcyZWTUxqmBCk8IZhSN/jYNWDTDDiOEpPOM6kye1AwYk2u/ttIPkvnSUQPT01JoNFFaWVNTqP43yif6DZha6/zVwg+ktyMsKfJTPwQOyALwICAC3T2zPt33Lq+WiHcrq0TLz8iekoXRIoqXelpu2dgKZCme0082a1uIBVFpdqzhleeZQ8irXRR0L0pBMvGpK6GcdMLQ1L+A2UYzRk0PJ9pj94CmyVdoNqa6UaCPBw4g5XUAy2bgymlCfUnn6qknwhhMiOlbYr9qmJWVW451Z0mJAzFGLo1mdNZfk0oOLlnYFtFbtEwdpYeRU5CNIM9J9OtpIU+t4ofSFWLXZLLM0VvqmIjT05psgVOkPCS0ZReLhNClzTjLF1PAKic0hYocNd7tJlcGTUeTAaEok6Lg9rQ5bLUyqqkgZfwsXF8gzQG+f6Sb4Nw4sAL4SwDNhrY1EgLlYsge9PrP9tIgovcC8nrS+lNIWMM66ZRmyF1pqipwqjqrlWUsdnSVsGOrGemNWs7ryjSg1h0aJfPCA/k0YlaH6bBqGkn7VP5hzb31pa202zA63pwwluG+Bo74EBKqZ0Km2SSIqHS9LqoZsPSGVBELxP8JE7FrbPHmmPQAacyjBA623BNAoe0HFYU7XMDyoZ9HyrbQNuQyUWvsv14sROc1v9W0eV8CVV62GA9GDSasRF4XpsDMtXtDWIPD8pJYPfLAVpFCzakytvyJH6YDUJD4a3oFMr0AmWAJ8oK+N822tFi2bunizgJR0aXWcgmNj2bGNstTkCbQ0WV4OXIJUW1IVUZT1aIQmIaXIGRd3nY4+s/yTlJXrAIcJLSoD8Qx4P2gjBr+QRmnpaQUkatEZ5jQJ1RgEZKJQ2Npqb21psqz1tziO3Ka2hwC2xlIggKVDgSRxJs7BWlczyGb3h7OSUD/YK5dQCHlmwNVQ3JH5SZwYNxLkaCOoD9kkNcYgf75dgbmdIFjc7C0zRaritJU8nOrPPVIj+Yw5WVLwN01YXZB6xMwTYimMdpIkMvFOMjtxtJNDYy7p852tHfvAyf1N0IG1oPuBfEXKEWDdjugS3LcjVSctJVVZgVpVWZbVWCvRCEEOMVhPUeRc2gc6S9MrWTiQQnUUqhKdPVIIiWbclLrPToMUziqU6rUiYuITU9cmJDtUiJVaWywUgR0DqiSanwwSN7UBlfkq1BrxegzpSimsLFFe5Jw3da5DEpOtUglvpJL8KXBTF3t6A7OekQjUgFR5CDIoZgyPqkwfnwloMTlRqZzQ0DDQUgFzh/m03aRkVTn8CLDxNqIgxoKmicz37sXmjIG3urgpdGr5MGRRU+/MSe6cYTKzjQ7aOqWebBDRZ+xfg8nfA1ea/OAEAq+EigC36xlgXp3VgvJqhO5MC4o2rzHlg/dwqr2U1i6/lNTW8L6uORIBUOAXq9YSmpFVxc2JUECUlZKkWJLGMd6rwQXyLtkYVHXKnvI6lcIXfqOuqYHdmdKuGACtiGMIRkrMLMooIZSIIGxKmbRsVZJICMQ2+GFzbGUVfFlPzKm5D5c2rn0aPaJSEkHQL1tFHhwMZ6x2VTfc5ajRZrCnSivKVMih/aUU9Q+rDhRjhifEk+VMZ4nAVJlb4CJJULX0FfryYZ0uU5ONKqBhMpeLdv2qrlHP3LaTVe6ngIHpJchvHNoCqGeACgF1k9DfArOA8oRFZ2097/hEJQphzNibObtk+QOzRdEQC0kpeS1pJ7BsOfDQK2rJQbNyo+aK3mwZziRnavJmsEXWkkR7eQE/voxIum2+BYZyYFITm0kMK10iaR1Nf3nB0gYa9eIQn5+8aaIsGwWJBS2kTEmDSKeC6KArzSOywdyXpd1F/sStphon4qqDoqgUqAJryUBz1Yw63NyE3DK6JJFsmNjso3RWo+glGpWIQ6fJ5MbnqiDycV12bqa6dEMq6Q1mT5YHZUpR6zC/TLYJMRgsKzGp7CpEmD+5/B6g/yA4f/1ea3+C3zJkFSgCzJ+CbM9mLCWtLnIvyX5NdWInqvTqEnj1txZvdFMkWEuvQV3UC4wrc6p13S7t/hOUBDdA+iqexCy0udrfDPQkJbEmcrLWbqZOmlRQE263lyQKwjq8qYUXV8Ay+MxCHXaAJFSjMpqiluhZTS1ZshQYg0cKWqxllWqwLJcgIMKWEKVeSxSx5iSqBK65KV7RLoH5MCNuGLo6iLzS6wrHUCkdatVHp2q4VdimfqcfobRYBFYXqdgwJciFYAKOCYahJZg/p/AVXZ20FZAaINEy3w1hhtMVaE4tM7uHmGkkr1uSms8EgEMIODnBCVgPeECQuS6PWrZsSy6yCdS82rTqWJRefMq0qrzCewtYFqJwb35vnx4qooUdMap6w8Gf3LSKy4Rp5w2Xdyuuwz0MVbdX8mlTOKVfhPLf9GkbIdtwdKSku9rnzSvGc5qOJKoghyaldlrB4RVi8TqT6FkNTrjMuITUJdTjLk6xa0qt3UpExNt1eYtHcevXXwYsU1CtUzV1JcZS0fKOmW4sKmsebZSIrliVK8Wq8SkVA43oKZPMxPDAXCEz3uJDlQ7XjCaZMYgPZscsUU8vSvt81LDWaTnR2rVEA2UOrUEH8vRYYxwPlpmtZ4Be7YLRdwEn+M1DvhXFwe9laCVpsWhN20UA9mUsSe0UllXbBcK0FbwbyLXjSWItQdaeEUDsSHhZGmfVwuDSKuMerMBstR1MDKdTNoa3QjvEkiMJ+82EQiEFCQmCu1AtQzKz3VJ1baWFu4ArtMFdkCKcOage1Ds4FtDsFOYm4ZNcPCXoZvYptbyED1NKsxRf6aqRV00ZfwENM2xlED6RZkdcRRtNXDKfhZJVi4z252mdNlToRtONpsanLJpDaw0caIDZ4V3I1mODzNFZU0ZPlLbTlOJMiV4KW1Ekx5s1fXySfAr97RanDWGZ85XXWvYTTAD46/Hzbf5nTN/hjnJ09Wb/qUpRS6/2A4srYBaBmkh2AD16qbDPurhkSyrrlHXrIgnFtZ38RyhqKg0+4RYxf9Wrc/iPIOE0SLrMRZ8jC0obUFyuqt1hXtjzIsQjFVOMc2L0XTLBYN2h0+69xa6Lra1vehcSuzyJmRBRGHrtUnQNUkrRgnJrqUeoPCv0DBoomi6djgH9aeEiRIIa8ZRG3QJUd43TicPyMk1TAg1ut8EvxL1BdFsQWW8WNbo5XQVtKYeSw3pa+fQFXZto/l5hImQs8KGSekm77nyoGOljHjJSjbFw17gijSLAfAtw8n4TCPgOtLO8BibyY7dV5JQ1FI/gjRefghPwqlayF+jbOineshgQqKLAqzWFkNr3vb+qI4MeU3tTz4OaLHYVtR3oP+aaqSkI4EpSdTxCK/zFog4lKow2LOYsKG8pEDEb2ggpqmBQarOg7aay9R6PqBks2w2WNrOS57XNZouxIDV+/9Ufj+SsK6Nt2soIqi1MtB1s/MSASnys6PdUNcmIWUPhENFuA6yrxjLuUnrTaFk10xsSqsPXk+tK7XulbvWhDyJBIVk4ncwOaprK0pehJXdV1PowUzNrTV0lcF8gHAgC+TUE+T+e+QhyPzzBbxlyN2D3N5/v+j8De7noIu915E3smIkV5LAkOy6rDHzwMq7YfXrzseOEaEcl4EkwyG6XFgTafgASsaGS/lW6QmYN5lMAWM++Uk+/tlQ9eI9z2iLRHKC5pOeYGYotcwl/1ChJhe3G6ERexj0stjEmYk+NrnUhXRHntAHG2tehneAoT0JNCrwp4bawaGopaZU1/UnSRgNKVfc4XfUMiIJjExa2xtlyCrB6wJrIuc2ddTDxrYq6okeXhUrUjToTk45PFxFVrmRmqzV4JkMeUdMt/jSqoeWDSosTUq2xZWrOgPsKcmaQOUnJdEqa1aV7HK/z6QngBEvgV8BxgXu5YNoPZAVpf1diDatkOeXS73O45tYDF7F48YmllQZXXIri1EqjLqTDu1lFtNTmSNZ+6aUkSOrPMqXctsTQ0CzakNhpsMsKv4aq4ZA8uuq3JaCwrq8IqjdSnyPvyPKbNIYHjK6bkLIMABExtwjF5rvW6pWaapLnT+bWb0EzIusrnSIMT8Okyx4CCZIyofwdyepfmoxSeGHUkR9TJGuOvjfyC4AllA6YO5rrMUMxWzhKVITRRpqhWjCtM3kYVZPxoGZU3vUJkUCTMpXDEDQWWUNmgPUoRAzMp0r/4hEuMOu+ygl+szBaCl4Z/CmcForWmp/Ha9mwwrLiwGqnCViOFUMJsrhT1kZl+4RDSYpYjEMsKK7S6sK+x5q9/Im/THclGwgmESp8QUc2BzJwqANiE3M6tyuvDI1qZBtSx0zf1RqD36CKmJYTGwp3GjUhueMkR7gqY1RpagpFT9ekKG9PN2kyW+NlWtipGGQ7JeApIzXVpptSGT/0JQttmZnivs0Os1ErCEEnKLP4umbeH0h0q9GGpT1EJ+twqxINNZlGTbZSwKxLNjuDbs0aEiytJaygtPpS20zwsigePlyLVB0pOPvhceiIAZ21EYRozkbPALXo51MQOEGBYz+WxM6Wjt3+DFDrJws3SauzEgtSW9Nrq1xb7XBzskPdygIMpKK8ZFwXRfxZwwJlTmoz2WetfXCO+llTKJgHqOSxmCC6u8+wIDTOyODBbBwEs4tqAbVYi+RE78mnJTtmJMWY1LrFb4NjuJWJAZ46xWkJQTUhhadTqRpmtXk0Z7pJ3WaG3uzJEVZjzmRDkxCeEdusWNlFgoTmapGqSYV1OA4sghjDIPBQxcEH7nDOAr66xOYm5OWSD9IKSW4QWXmhLoonghxwQ3QrLSIx9qgrakPD0lPmARs9pQL+1t2Pe1rw1wKACX7bwJpojwHjDQRZRVnObScnQamYSBgEzmIVPjz7It5qOCkP3rQya70qqd7CEEpWq2nkqBVfsfooUuX0B6N3GKpNiSGOQBOtoJBG1PDHuaKGHT1IRLmw/AiiN0z5dVLTrtTaVJK8x6QlXTYUsLLI9FT6rCJddvb0bHpoDoqRUaUnNYqOvBqjAx5OYU64KCGdP0QzQ3HFh7QrEPQkF08VIUVl6ehtPhiDKYI2i5z6FOhBFBPdgc2LNRZpRjkTtEoKfwbVtUffFBa7GasoHSbHaEv3ZCbEmXeml78D5gdRy/1Nr4GfAeYf3fzw8tWrlxabi0tXX7t8473r1fCPAH4TzOrgpxDyDbr2FwBK9i3j5AdX8T2ssU5Iey64TbhB1YriNVuYSleVSdoMbHkafDQOM83brzG5L8dD6s9CLXM85UYkIkcbJ1LmqzbYmt3WK8n0U/qEOJUUVEuq2pp02o7oLkQ0+8ew9mTTOYWnS/uy4ndjptKP1FwfuJPKwtA8PWBmFr2lhKHDZ2dG9CacciQNWIgAzohYoTdNEUWsUZxaluGCqGoe4XQoY2xP+FzjGoL2FCVli9wnsuSmi6IyPBL1xQ0OVTDFHwat4cvROGigD1+Zol2rUUgu1fOdef77q7/1EDc4wRNhfv3G1WuLA3Dr1uUb/wBOsG4BKvrb4yfD4/20XLTwlLKcx8mrjbWV7dUIafRiZNE5NOAJGQ5JVYcNSrU3tV59k+h1yyXfqhyYicJKTxMAh9qzW6BxVl+2Z3wPDtgUkVRVUn9qUjIvPXgftnu1xm516IlU2z4kQXvK75RgsNUiP+iqOiaPB17zVeqxRhz0WfwietobNXXbU5YmZdaV0oMyES2CSbK6/kp4LFOTCVPhdnk+yEoRqD+aVErUc96TOq4huB0FFqgMFm67NUVds4YeP+1WMHhdUaqROJnMx5N2zzEEN6ZLoVVEPfkwmLS0dnfFGPyB+xkg1/mdyfc9A1y/sXkLj7dJ8Hft6pdXr9oBbpLd+vofIRDc5f8DntjVytie75YPsvNgKak4lLSeEnNkVec1Qei1zyMbHoPKnnR68xsbkUItUmUc0l21egYYX6he45PUX8hAJym3SjdUuxptHBW1mCZdDNZdFVszpRTwkqFaLNXONJI1S5xr/8Zi5oiyJWUWI4sPFl/CGYtYkZ0/E6paybv0iMIXPe7Qb2zRIqIGAij3WIR2AabLJPdmpvq/eWEuYkhhVqrBhAzVxYaqBtmAmN2c/wYFZDiUqlPPZQvkMlElGKy4q/BUFw7UUiGTAA1cuWxiHH7jzX8n8TyxIivBqj6Yb4FyLfMtucG69k/PAB8P8xu4O/m+1y5f/GSjPzTY/+Str7+KC9y8UbSXFWodKPpLzq/BsGSaF2GhJyXjZDX6ryf6M8C011LEY9gVeoHrOt7xouTA0dbqVaaaGkNpB00iFkvjhO4OjaiUIC5D3XS/RSFJDSGjqH5JvkdPPQMdveGo2MbahkSjMQ0ZyfJz3soemfgFtVXJpRC5mgeS5S3mvPqjY4CKDFWBWNRYOGKmlJFSIIo6Fyok0xRFnlle8CoVPdeaVa4cHj+kUuiUw+Y0EuKFmXFo6YKJhrEh3rH4yJJ8bPCOus2kwPMFM3Klyz1zxj6OURLTI82wyjQCzsmi1JzV2qSLPtSYKBSxwnXs6GqvKHCCJ8H8hp3ctTs37xVlDHs3byw2xXDr642ivLTAauAHYbgBrrfA7QYxT1N8B2lvUhtYq7ItMDyM1/YomOmLTxraKm/6hLfFLDBfWl1rixiGxlZUfkouDdVfWUJ/jXGwQmalXyX3S03MdSec/pSXgzSjEOhWJiRJ1UYwMvJz1abUDNI0xabi7skA0ZUwp2vfv0cAK6Kpx5zWwxjNVBNvE8QGC3xiLiNdDVlHvzsFFLrVAwhz2EkaG46RI1FhI4KFpmSMnmWXCaVFWav7EWMJdt66XAj8+ZRCcXgOitdFVU3I6C1WlDRKvC4iYVMA2tAEfY7+zAWjZk7L2oVucewBt1j2U/j3WJh/bfd3+WLVj4Kbr/lm+OWNAlkDOre0JrQy/Agw3k6g1aPlqUVVa8tEIVmVXlvalb0huetpyJrPCqdaySGJFWibZEH7Ws+STktIZEUkaVHH9Th4cHdJosU3WEeBiKprFySlKa3KbZPaEUFFkQW4GpyMNIrJiY0jYyBaUTprOaNULjp6YqrPejPdU1wAPYreDM8IMi61SDmYLareJMJMZGogQ0yTaBCLjIE+/JcynGowpb04GuUpmfwqSlM7lGxO4S4KDUmtHh4BZzW6uZKaRC+slpMM9q/jdChWGoPWYvBpkj+NTJ0pFas2mXKkptDYDlcF4kpi1ekDy69Bc5zYiwuc4Hi47md9l4+K/cZw7wZsl96r6ksKCgFrdex6Z2t1K9PW/vpLVyt5zc2+ZsSLO9dZhawtmlpoaD8BPUtQsH9bV4ibVHvSmbwRpMDrtBN0Qk6l9kU9AFQmiHeKTex820JGPGXHi86ou7y47ib3oCypQLywSxmqS5E7qtQagqt94FFZDAb32+dDkI7g5iyukMISM5UqYOXLcHbZZijmdO/DIZ1oVkUXUFFQzowJSzSUvxIxCi9ZKvhVquD1tsSln6Apo99Qq6zMHaShJgA8VaWOjKtFFHdWTuRYKp4p7AOx6U1MnDlEJje40WxuQEjLzdrCVfZbLu1eGEmWNCKovwTZ5qG3YAoCj4H5ZUK7y59U9XFw70v8weWqvXzgS+F2QkAWiEBLRWtUe/nfN69dFybImicvB7hYaLnVbjK9nAuU+j8YdkUXb20urm2wCnvyOoWF7UzRctNIKkFM+PTL68KpuU0U7yThsUmYH+vZ84RkQ3An0D66trjs+3pJ2q9HQyM0AeLFtDQWGmWsEPc/bmFstjLtqIuJUmS7vc8brwNFK2hCsT1mWsQCAiYnKoh8aKCNzGVYVdAIrU1mZCO6mn+bGVgSc3DoZF4o1HQWyztyhiaJISJpDhLcSurmGhMgIdS7bwqxSMRMMeOF7jIsjSuWux6EQxiUGWuos8Y0JFxkEhrFhKaSblqjslyV/E0v3QML9nZJExwHG69tLja/etzN7xg+IVi8+vI+Cdw9sdV+DWabW+D4BtbOe7q919rJJdU+5tH80Q0cyidqYa3pwlqtlfLKNEtQja9/tfhwRowGIYlKO7PaIac0SVpAiGfm+6evLd40X2PVKSWtP9kk84BsrngaeT7tOyubzxQBRtIM7YRAKS12dK4EhCU1mnixaUy2vmpPLg6bPraptYW7SpHosUUlFolApNyiBpHFj+k9+PWR5MMNhUuWmccl5Y+EcwCWfiBuKK4Y01GBU9XRYXpjqKIMcdmaOKqbDmYpkudC+lDpgWZZ+eNRKpVxpF0sMWlpbMqbSmbHYkJ8yWttDhtVOEHX9OYzTcoKZUYFvs73CHCCI+H6pWe8q714TWHOy/iVGF0Od07saTHUNwFnO/wkqh0dl3QFt19l3dRSVq4I8I781SU5NtaVSK21OFh0FfTMV+/9P5u0ZN37/jhLHEkRzV6LV6TSVwzgq1eubcp/9a2HljSmT2989wdRy95szvMMUPfx/m535/F2IDqTRtFLT1OTveIe1CcGQ4HNTsl9IByNrepwzT2jyhZwW50e4QpL2H3zVnwVNkdApSOekE1tU+WUYnyY5nZlSHieyn8liUL/OBfafJhc7d3nOOnov7cDoffdCA0b6kHpo2qR4TSRVFFcqBkuZFO7pnYIR1XmwfXS2GctkDlPr8pG4k5qTBIe99ueAfqRT9IER8HFS5uLq/tGd+/dvPmRscfD/muLzVtPGzG+cMA3AflBmK2d7T0tFl9hgeuLr15b3C0n0CITRYCv6cZ0QWB2jy+If3ldrua0fOWfLort0dei+a5VEnKWvEm6tzq/x43zV9e1HC8vvv76fy+uauF/fe3W4o037f7uKoiW+Pz0tf+9+N9fXVFvPFn408VVRZqCP22sXvnyf9/6012sEv/GHRG/vK51fXlx+8vF5p/cH+s9dmDpxahUBJlY9UMMuKKteHlxU0xXZbWEikv4h7JUdkuJbTdiDARP6ZqpI6zqQPafODVdmT9VD3KhR6f6G8co/vUX3qa4PTQuL6rFRbVIjWZjIZlW1ITe3MYWqSdBezKoHE1SP7RHdbGqhSKKU3FKZkLVcygRf4lZY1RgB0bJIUoSirx6MmjWExM0UgRH/6mf0gEn16DqFLmQhFiTW5WH1h8DRltLut7gKcWoxG9Ba5Xni4DA9AzwMMy/vrVYXPZ3/j66ce2WtsW14VHg/Fgnd1n766V8G7w1xH+7e7oFFrBa2Lt3Fh++x/2u9y8Zi609A/yUYE6h8mKxeX3+7/g5s8q3ALe1QiVh3mur89MmirxPVAkyXzWyuSksKI8K961wcb0ELs/kaAVfza/4b3HUgVb1TFGhydKW1/CSwDc/mJ925Y7MbCrv/T8LYtWq8zqGTwrAaX5l7NrGkt3epdo4Fdawf2r/1f5145AqpNSsScD7UbOlCcweTMRI5Nf3PzNzIKFSgpE2iTL6xqe1ZsOTlGXbY2RraI206wxDGpX7OaA0R7dSHvvVoVYlD1dHmFyu/kWO2LI+ySJisFlYYMEGfuur6XFD5GKlEgM0p4oo4ngHPejQbIjVnE0mmfUPRCcOXjvz2zjgaksCImSX6zW+S+Cn+9/mAydYhp3L2lE3cmXQpuMPQBa3broquHzrtcIOwVvaPlcLf3nAT0Lw9qyN2fbO1o4dQHbq1cX105eu3WsrUmtTSRGgYfO2ltZMcFnT9R4u6JO3Hs1vLK5dn80+XGxKSryz65sLVuDlxbWPZhuXFfg9kv+5qbvSfXMSl93Dpd6cza9/yJLV/aoUzu6i8MyH85mCTMWNs4utA5ayPqIrs3tokze7KlT3417pexaTolL5ichyclKjUPQKdi3uyZaI3PD7HNnyqdsXbrfd2bLtFLArhaoHCCoOJCAuq2ZJmVAnJAa+1OBJsKhUInY6OHHPfSXBhooWu0VHZY3mXHqLwWSSak5uQoNDpGIBXAXfoCnaaVThh4vR3Ro8PjW6arLrriTSdW9VMG41Ng3tJsK4aB40qFUpo6TO7w2WUs0NdGl2jBlu+jGLjiQd1skphHqt3/6iiwBQPc74W2C/Bva/xpzgSNDmao//5publy6/9ZY2/LUQTpz4akAPwSeKHI91jy8oyPVx/0sEWC+CeQao5aO1M7+4+HJf7kLxExuXdSXiI0V1d2aze7rn35itfvoafyd4R3fEm2+xlxWBye/MFcjd9OMsRXAKr1Z1HyryTPez1+WyLhMUKKS7iVJxSkh95A7wU4V0RHpivbi6L0d5+poCzFVuudWBl3M6mVmbIkDesXwtCbYL72beYo+oQ5utXcTTSurYJfy27pojcocXLOKSKiLYm1gla/o+TWfJCxse4h9IxG/NddG/I8KBdQgnjZjDO9ZJ1aJQTyW07O+kjit7kBe9SuIiV2cMl4q9gbsOAjbWQkZJL8XE2Z4FJgDkSLuli95bktIMbiQmo1YnAXHdqdKJobeWeDW5JoN7xykK9zFC/YQzaJKPJptvJSq5J+eqqBtcoW59Web8LZxAtzveAhMsgSKN4Y53/4rvhL/avPW66yeuX9ocosFDoKjiJfw6jGLAXQ2TXwWcbc/35Pq0ldjzclUKki4qzvKF1Dd+oucZ4Oz6YvHJrILBP+3v31Zxxw5o4T+dltPxMlQEqJgKZhb+nxYX8ajS7XvbcN5Qa54Zzh+UwqurhHyLOxurc03qGbnWR4oxefmCXeoEbfvSpmjxw0dzxYtX2fLyoRK7hR2bxI3enfM/aRjYFbiBiBgRccdowsCCG4wxu4eip9pUSiNiEXTGoaTuFx0ZUBFTae1AHAPTynUjEREOgwtPnsGqTVLZ4FQEVW/JhdnKp8CVv9U1VVkL7NrzsUGJg82QijIKEIu9zAUtnhZGtmplpCwQKc0yKcccDRoRwyPx/hYpDRRzm4IU3QvrqMbhIPlMzZSUYEObCdLtC5B7xCqZttUCQK33igCnQPAAvHdr8xL+76O3Pg0B0K6MT7zoJ0zHe8Arj219EcEXQUeA/I3Q7s6WnwFqyWid+g0HICfRthgNip1UVRh2+yNFUPicr9SuO9Jbiw3cWp7P3WTV4ecuaT2KjItTAHZTbvVDLU1IBTcVJV7PcrVCRZ68elaMuVhszHkLrLb5IzrY1Ip/oGhQ/LKmtG3PH13czMtq7SuxScwd4kvm+35f3XvbtMjWfJ9OFLdatwPMAgWKco/NBSk1JDvWL3fT0AhVNdK3dQVAUqa6VfSngqKoxC/odO/OTFGBvCtMOYcIDr9wHDSGWklZyeBEqwE6Jxr9UbpeL3eTdNjBNQ9p0kb/KRlCKVrSaJdlGR/9Nrg0OWl0wZxlTgh2hWBGDc7taDWWmahOIo+NRl1N1wITQxsmodLw1rodcDQHTK751wczq79318Gyn+K/I0AbcMFrDt0KbQ4XBznAuLWri8WXm4971fHJYvPW07w0/vXgiEveDuGf4kD/LXAiQC7l84rGFNWyoHrie4C6pBPU6dyYK/hT+KUlxpO4e5fkUgysPK16sdyj6Ra3lqqc0R3oDZYlz/bCObt3bfNu2FG4n3hOdSk7t3/6ksI9q6KDr93RtVu35YjOEAjKm833d2yCowzd0JYdtxUZsu0UAX5IHNnseoQB+3NERL2dvTRYgxqGQ49JGUg2lBUaDtSHhsyTB6CzmGgGbXzqpNwnCU9p6xWVwRBM/Ij4Ba7RAwlJ/A6llZlsjxEFlDwHA+S/oqjUgusQZm5IcOlUiEcU2eM/CUhygwyqnw5GPlkQY2LNFUBpBFhhS5PkjsyJx+6KLK+uVfrbhUrtaIX1jqsDXhkpdBkOe4xRBReY//eA+9MNzxT6HQXzS5uLDynl6Ub3spcXm/5SzEe85713/XFfH7qzubhWt8svIvjzXwZu8v1DCDwh4SfDWSlaNo8cOQku+iXpa4RmbInZ/A4vY+U7vtx3BHX60uaXq6tfg4jn8uLq9dn8U3klr1exXGNVKiz7CIavuLHW3bFWrDn3xcl3WTYVeH16R4Ha5vX5lVL4YOPS4q3Z6WuLuzibO1fcgffz5c3NT/BzYkObn1bSi3bAYMfmTYWZd7TzLum2t9slBycRDVG39jbr5v6DT+/MV19r7eiX4bZ+KXEvpUEp5RY3VHBvs9bIDTXJDqixaa87wQm/O8l8OnnntsKNYBL1zq7CCdpfIlFEGPAp6FYtb0J9NkVN2mepNbEdQOG4xPrGIPbH1OJJYTaVWBE21ZTE7tb0y6u0zIwvppCLT6kMcxeI9YaiVdaLaiOFPUS3tmozpBrhczdkskPpkRb5ifkWz/4c/U0+8CDsXN5cfIl70774anBzewoHgywWl570bWeJvsCvgnMDMAZFfnkk3BrL/Tlck0sg3tq8O1O0tdhIVNEe/HGP+SfKzcWt63W7fJ2XtoY3a+lJi+6mHshbGXTrennzHAs13yEUfOrQzrARhYJPr1zzE8LrvIURckZeTbDpL+91foWGCuce7PtBJQu/dX+F+3c/YVQw8yf5Q9/PW+GqRD6cP5LInwYb3pnL2RrOyNi2cZKq8Lbq0OIj2kcI4NlzAIxINblGMu5AL65B3IqGyGV9BVBs1jg1uzT3XJmR3BsHd04PUtEI0dm0+VOz8JDl9PM8KM15QHLuqkC5lIWFAzxtlnNbklA5yxblqePWxASEjFmkZhiXh7JcydwcjjRHcWZvQK5oQ4o1CR0bUZl7pVV55MSxVY8AcX+1vScnOIYP5bwIiC7K0Y3+sE0bnrBQcJXnW4//st+egsc7hb9wcNj/abjd9elgpSQRE32Z27zLitsqbNK6ejBXlCtXpIhs38/prl587drt+Q25ktdOq3mDr/5dVViWux7FdNqw8nGQX7vyCL1+P7I6P40nFaeW5j2+PX31tgJLFN59TXHZjWub4lfA5meB1x+lA+5QWyfqzhHgVj019C3V13Jkr10RsvG1FFy9KUQB4fZ8JhHVZdcQNEoVHW9evSks1lzcx+/YAynzPtUWShJuv6QwL3vWadVb0GjFgpjo7Z5NH19mBiUJ0wqYzeNxDkJDJt0tIQkdJdd10q0webrSvU/0VlTA3IB7sKAYwuw2Wv3MLZxF82Gqh1uibg6GkjwErHoyMdfQlOhDM1aBb8gZolKxaJwqxOeqFaYnZxkKidkOg4p2hMaZlCKfhduL3GosjUc77f8C+/3v9D3Ag/DRpU3/Odsn2t71IniPH0e5tLhUd7X78m5PetE71z57cR8D8vGPgZWAzx87Qd+78O0QryHFV6yeVpVXaMAqbFjI9pymsOxZgBKGpmsw4NVeBKVHViFSyWTrc/Ok/g1sqmApyqISYFNQ2FZrXDV5tk9QBMrPq5ih9wFhW3KPhJpYsnJ5NBujzknRscRZyQxgrqlRJagFKupSSVXkyHd2hiQj7Cs1FHyrqk5QhCQHUelfQVQ5+ANmVpzC2+nuwStwktrmc0s5R8Kk4nBO5jYhbozyEA31m4D+LiIslrELbEzOk8jSnYPoRqde1pBGV4PMSFD0mJ2sI41eFjq1xvb+JjkmevyupsvMsRMrenu+s7XDGteq1zbQlX+CMSjScHSnsv0d8PbuzigAFHzCH0zlr+SOg7cUSBT64sERIb9Xg6+K8925fw+alHWnleNV6mftur5S4Bu94wiKKMTHOtYphBDNrV53sKOofAwpijlURasO8XoDKyuJ1ALaQqXThVpcd7PJUWZjMaXpbwyQ8bPaeTYrJPspHal7oNZZ20qZU393S/IfSPOcz3/iwIXCk4Aa182PJhF8G6xKGqTFiggS6cUGu2cw29FMEVJ0KA/mr5vomnRB40y0E0F3JDR0SAJJDWqKl8AuH2JIJJOiR0f9IbDxmkFzmUEnFvyFx4yNKIJLVT01bhCMomQIaIpF46TG+kj9wUhbPcG0vvTmBBJzOFFYBoXDY/EZ80Nt7DqZdX0MXugcJF34ufxP0OCmbnwJhq4sbn3V/MT8xAxyf60h+o3NW49/DjhTmPgS/jwgL0JYG3Zv2lBaRHFwQpSyvATCtZpMFEmpUFcrs5AXnhFT2XbFUYu3VjleIoTlZL09gDGpiJ0HlzMiN1t7D+RicA+tPcxBwTxWmWofHwZ7YLYM5BCGs4FxtaaT4NCo+27QDSE2NCCEjpu1tqDhLXRLjl0WbkcvrEwcQsjHXBbTqJm56qOpcasqQ+xkquNGT2Rjcul58WdHVrxKmh5/dqkVFlspUWWH006rQRMXB9uT4bHOXEaBtUVZkI5npVBV0WwhSZNr9FJvj2F04aHTj59kqCAClAG8A2Z7b3uP5+5nAgFvft8CUQA4fJdv/pEivu7Obm5+eeNPi2tPmLWbtx7z5yIvHvBWrF8bAV3H8Rgsz3yThPXDMuUH9oxnXZuaFefcq767Ea09bkATFQjpW6jOcaQhD9AyC9eiVjIL/UBqRKk2p5Jq3s000FEYmhAtVggtsZnCtmJx7NGYy+xQJOCERnccnKpyDZNcWXdcktFM2WrVUWUjmwjTqdxPDwmjy3BBxbFIpOuDFe7mRZC0ihwtA4LUzEGytYbOI0Weef5IYhCVKXDqtJhpyvWpmMJlA5KkI+NPK2ZwNkWdKCQTU5Zr+G3qBkCWZpXO8wFBJZ4trdAsKbyV/Q9fRqkHys4pczKWpGaMtRCs1yrf9u2OF/8UAzbY/kR3rkzKvaU72J0vx289+GuExeYT/9jjq82XJwTMOhBwXeTb0HliJk/n1allxOLJonUWF1jP+9kewljtvpzb5amW9d2k2KFidi2rvCPO3M8B3PtHNpRov/9RFQyaTrwJdPOV06nNm87rxtcBgMgYD7eoYlQPGYb3rfVGg7l0CjClUEEwcptoq0xTZopA5WjoAmZmqV0Veie6FbGHKgyuvwl28pxmOkxp/sDEVFQLLU/4nNHoHJGDU6+q792BWGWqBXA0ofg7g+0YcSVT4gUy6lMjfFSSPpXSrS5tOwVLJZdOrNHwcHydiYQaS/pUXqNIGrIgOczijxHc/bemVsCjlO8b6pzV1wDzGnhyfgdAns6/9HLz1ubwyO+jPy02vypcMP8fcoBD63EgP/kyhYB5COgwcMcbA+fn9ZUNUl6uhzde5g0JiQUXTMubJc/Co9Fy8UG8DFajWsIqnLOWbCdJNH6gt9sAJe9lqPgrt1ujY7owgnFKmfWpd9XjAuxViDTcEr4u4zbbrmTlsaH8UtWdZIJITmn1vIjFX/4QSWjqnjLXSGbGGXhe3BG9owwTqt80hKSkzswEkcwFVBNrXqyvWsHVJRXXo0bJirDFTMrsBT2lrheZwxTLpz4ywR2RUk8FxDYo+cJCj/kUM+mGcEVNMvFlTZFpLMLcFRTKMMkeu2VanXQOWsJWeWdhlFYlS0xhsPpEdne24gFJEyyBAkA/AVx6xvcJX85Y+l7zpc1jXNv8+oevXd2se+cvX6IQEGDgWyeyOrZrW3vhON5qfsdAEwtXWyeMfsTCcsflmVFEyKOwRzm7krItyapmMVNJYcy5FzFexQrTxEZ2FqIMUFIdo5TKrsZOl/g7tFmSRgAuNyPE7rAWR6/iKIOQcl5uJqToUV4P74sCwlmMrrS6IKy53zUDcZEtoDnW92lvwyhjI2BWR12pg3FQWrupZJg7HE2zMEJEP+2rwcNOciN61G4RU9pRD9bSU7W5HmuMkckIRscpOqa7AZCslXtg9JxPTwlu5Rlo+Euhy4bpJPO1K2aYrCxXmITSB8JWtbo/kq869GLvt83bj738Afz0Jrhg9/Kt8l43Fov6R0jzi5dubb62/Mr3y8WXhQ0wv37xtav8bmD/BuAnt16WH0XIxZDor/4nSIJA+TQvNRabM983cZ2uVavMK6wQFTCrgiRX9VHyhs6KzXU8DZBcuC0srPGSFhQT2luzGmu1t66NxxADLXaCaaaG9ujFRDNWY4SUy0nQn4poR4Txxg8haQyD46lC5dauOEx2QwIfSg8Vx9rdbTF7N8oAYeq8J5+ASrVKwar/skNsVgKNZjLRpDLvL9KapEPJ70L7kzOp01iqosRpC9M/VRRhonI+QhP93A9qHgzSiCWcQqOqlSJmihFWVxpgFEIDojS9iV+IUsWIUKKIPy9hGk3Mhy6CTsqIN6oEQic3sfBWp0w3mf392c5wC8z973QPPMDOtcWlhMUf1q3wnP/0sXn5QKx87/KBHzuY37h6iz8xsP/rjwu/2ly8wH8Qdxi4EMoH7iojstNm1gJm5WS3Kw9kvZpYO9lrtSctNDcIkPbyywXeYQZLknVJG/VU27J1K2Axu1O0euNymh1EvdgQ9eSFjz1c5Ose1KFcbnxz6+P+BFiifW8m2YKa6h0GqRCoElJASBlizABflwrdWAWF4bLV4TQNqrlCtythPoYJxW4Z6AG4FU7EqiwtSHrShdWf57ohXeD8ypnRKIX1OZnRrZk3mwrR8+RG5Y6hqoa4kxVRKMsgbJr9D7LYKjSjU81TL3lUQORDYJgV9MKe2wqY1C4e81PxNzgNtsodMx6JRVxZqC5tgwUjz2G9FQy2nhwCzne5xUkEOL39PQAXF+3J3/XF5qUb12++Jb+22Hzyj9xfFNfm5uLS5Rs3/0f70RiHkU8WfVFAPj6/BKjVoWskoC1I8KO1pOVI8sKtpRmSllchVSqx4sjtQr0T2H5+lFYrWipNVEm9LdocFomXkkg6txBtSiK6MT0BMBSaMoyNnLN8HtYUS0fcb/Ph4sEyH/Ti1NqyYxupRmZf0ulC611wqJmzkcawBcnY/I/oajg5bVQaUSAVFjUanoAdrIjQzVZR2ujdenkHkjSIQhsVg62TwemeSmRA2ofjVIUJusRoDMv0lDYQRxfBNHD4szfFVUHjYS7oiCIsYWBhqVTFJholtQxLsdJHK5LH7LANiK1jTXqZ63AEyB/DTXfADS4vFu3JH/9uIvDEfwos+ESx37Wb97ii3Fncan9AtycvWugLDolwt0By8D3A7G1WD2ViBC1b9owjllGqeIqNruQoCu6SJs9Jg2WppzHV/b80LtXcoMx7pJmhelazkeoBQ1CQoCKYfIXNVW6XgWFUEfQ5mG+bSSa7QyUqOBwhtsAAxo5M2TJxKQlNHlKIRtNiNIcI5iPjxNJwxJ5ypeVZMyAL9pTDg5QC254jmUidWQGQA7YKc/FLrvEc0KpFLkNEt2AeD1IrEJr5gYg11YvJSvXnIcUIn2u6VjafL0FT4G4DpOdCokkmcHnN4QwFdOEqKf2kiYrRIldDFRmEOVw3k+8I6I0/64r/cwDI38BPkWBgfm2z/5bzzh1+Bn/zOPe3c+De9rpCwNwW/2nk9C4tFi/N3OpSuMfPQmtt+PegcWpaKlpsvnqzfCrucbXtnCQWWRpgs6y5VXqR63rtJc+Gg7d7HsuQvZ4FjDgLHwFkVUEmnsDNaCO5ywa0GqJe0Ld25XnOJJvSjkqRe/IOqf7o0hROSN5vfvpplD5cunkYizm8cZV6sx2PSguZ4KpjUQxTRh8xo+zOQKm699rv0htaBhGtGbA4YMvRCprdVknnWLfxmmYlc0fSh+ryGcrFqw5LqLXmEw4trjG9qYlEBeWqOBrVEVJO5/mEaGMqLF8DhZQ0sFhHQ92zWD0RsbEdvdIKeGKr41bZ3SJAx4DA9BSw4JPNW6NfMHj94o2Lnxzz924bB38PcE/Bo9943FuMfhD/w5frr0F27f5YGHt+C1zvRFk92dVejywpvFk2LlXnXnukOLpwZ61aiZdkXdCzIEkOF2vztswiRloutcbGCeHc0zq0aY5FLSaXNbLKhg3+shwS9bCQukGm23+5oYjLOSy9rlT13uhEjTP1oYzDMi+kGJ22Fph6dn3d8RMAQR7KOXPu0hPMQFwvN1MMfjer6M8UJylEOQwhQJIKKrYnbr0+xUYEXKuXvfn48gk3zrQIav5Tc+6ncIUL6lOpYSoZ82SLoRlgOdFMco9pV2pnlhxYPimTyGvkqalMYXYPXVKzbb4J6GWO65veAI/gxmLzSb9zFfiIX03yH4wUzC/f2rzkWPH6+AuEqrywvwkzBq0Fp/w1yB6/GckC4+TFpjYKq8ebQ4vYqCnLOeu1drYYWdz2mlyhvc/jTd1YsVSXzCby4VZ8W+sZNl27aTRfPazrRkWllbc9ZDOwBlmjxRIZNzc+W2xnUEkyJqu54qNymZoO9iyq1Fa+K87KFtHatAj3dm8EBJQan1LhQD0sFcQY8ybziCKcXivZSj6fETHP/3LkDUi1ozuVaAH3tOb5QII20x2u+Q5SpidZRmCqOwgrLTY31Rjp2ZGO4mkSPsKPSAu+aUuDeog9RQJplsZ47K0miMokFlxjoOgNnccja1QWoT+yFgBqsev2bPJ/I7izeLq3tv4hunEMuHN5c/Nanvy9tbjV/5nIiZ3F4iV5CGjQrQCrY9t/CeK/f1Py4mGBsq2zeLNd60qe3C4rziCBBVQkWXl2JkDVs3ZVwC35theKrfo0hH15p5sjKty1+6uuaeVib82i80wSC4WWWjaHWu20ykd1/+RUp7/haHzIuwol0zwyMFsUm5zgTEYrp7pTAcm8KTN9RbQ5ng6GxQBMQZ91KinDL5SmuGLhIdWgHHZxyGW5NUGUHbb7LT5LpePwd6/FYU6BQyy74TqSodFtwttXAdPuxqFuAReaZMblQeVRsVo8VlmW4XBAiJAzfXBFd6ohC6c06yBZZeyJUU5mzCL0khCwzH34Lch0Dxy49HQ/4EL8d5l/f9liwPnlTf904M6dS28JHd02f3XrpXGA3BH0CNBA6OL1iCfwPskazu7gHDKdWYFJujMt99KTF2BWLYEZHioCQFZurekwOO/BU2u2uDdlkg2oTUAaPYsKPR2olCqLWDhckrK8mNxUiZey6lWSHkE3ppqt2GgfIFt6WUesL1omsuRQJH5E7DJlQ4gZQwC6Ky1LQpfVJ49QiJkiM/sgHHQt1AbiLb6xfSVQL4j9Klmt8c1ijjU53Gq5zK2NSbzJUf9NxEe0keo5IL2SNbIr1pMAvLMry5yUVEpQVwsnCyuoZ8EirjYGTiWUecBaPKxxHxMsw+vjx3dj+OTG6IdRHf+9tnfivc32hb+dywr0dP+7c8e/Pjx2ea89ZUz5a4MXww5vxLb3tu0FHQDV5V+JaIrtAIiWzaH1JKTcAKvYiJPdmyUtxClq80cCr0svW1SB5ghv5cUvSeluazlZFDtGpRkdg7Uqh1RWlVCUCLGgZCpv+nL2flxJXpnlewuFkwWG6jKuRgyQHQVNiQxnZgXx6p5OPEFSRiDO4kfCBFIUh6iTDlwhsxtKU3kyX7wkEqbYQnNXk5pg+M51QQSGHiwsMeXhs3A9djShhFUv032yYqzFeY0Q21SOmJSDG9xWESxVMLoXC1wyAvM9PpU6q8FBMMwQott8+RN3/x7g9t6JWZb81vQSOHD9mN95vnFrsTl4QOI/+8mLugsmBuR/Uzj+U8mL4/FTvxvDlwJfAtg6sTvT7cB8vqtVEr/GmmXBag15yTu0awuqkFqG44qEWacscrsjb2wYoOamtFJlrFOQPOqxL8tukQrps2QTF4tIamoLv9yPslgbG5QKjPnOXNI6SdVq7VbrVhjgcbhYnj1KkUsYYTNoV7WxkHgf07Q3xOZkTJz0I7bwOFkZm9wWwZUiCdvEjaCHn+G68ExIt/W6AxwX2BCjiYt6U6Uku6Aat+3YAoEQzUi5zQyFvqkVE0qrGVJ0IrfqoJGGtDsVZpvRouST3GZUrdB05cTB6FQRo6D3b4aBkBJTVBoPOZoiUBgfv3RqClr8tz09/zsAN8e/gDUAN7uLzfbzzvZ/iZ75VZgP/S9ELqmV98DX+De2Yyf6yUvzVWiuhbt7fgaoY0/ugJQt5jXm3S6oR1RenyBZq16LbhJOpEE9y7x2Casw1SxLNRZba0pzhGiqUjuDtatKybslbIJmT/wbNJ3e3PXUC9ybyULiQnez1myIppUm8cQtutqe7AWCK9nsEJLGbBkvxDBnfpCCRr2fnkTL0TxKanDCtHrIRkKRlZQM4thC1VjNUbhpUWmNS5NIxtFU2e1FZsAAMYSQ+gb/Kq4qmtdMM6+gu88ZUpr87oSkEzvaHUNyzKqPofiMqLRprththWYW84cCjYpIaTZJqb0LVr2ROL00mdF4QP8k4PQMsMPFW+038MfwoXza1dzjCvz8r4XM/INgHvq1+O/SJ4oil/5h0vVbSy+LX1TwP0RiLdQzQP4pnFeqVo0WmJJ3Sj2zcg2sCkHzGAahXrRtjWeXw6TDHrLyxGp8Pctr1IcbvfWbUDIve++GaPMtXeuVIl7Hf1SBXFqcO8OTWAO9EghFJlBvQ8kT4lZ42Tdn36idIka/VRZq2YR1w3Y2XUQPUx1UV2MtkvPocHPsyxiVRINOpqSXEnEpxFvbegEHP6t+igdTuNKUy5Y7N6Gy4fA3bUS1xtYErQ/JzdXUNHjmhaG4rpFuqNOpXicnYVYbGUIipQrmUkhjFRYDImdKml1VWYGncn9kjVw8FO0voGmijhCuT+eJuX/vY49/hD3BCN7aPCICJKa7OXtNHpAY0M//dNnYv3oLVjyg/B++keeAkOZLX5y+d8xd9QsJuMH2a5FeKbpekrM8tRrxSqyu2uNeW0pUWXZ5euUKQqxMFl0t1ixBEOPJlFo442dI6Bu1qQkPUzFDaDaGBtgEZVe5FaGtSxxPM7Hk1dC2uyXTVGwilmq5FzC4qhdVC2vUdikwmnOJkiTITqUD25iNSEa7CnWVMbul2VSIX7yrrAds4KKo2bolgVD2uJs9C2AtKROr+mgThAYdyRMcRZTHd6Hz30ea+c5MTWYpH75GoU4TWJ2FbnPM7Hp8NejQINE2RKFucgMyxS2gb07WlPLOg9XjYHZkZJHyHqbV5EspEh5Ll6bUv3nuCJD/iVRX/wmOfGAnGn/hMf9K/u2fe/y38adbcZY8ByT+83vgI75D+PoL/M/hxsANsO4F5id2d7Z4AKhlojAJR+Y1kzXmhQSoGoryUMY5pRZ4wh+WnVK5IId+ria6iALoLYnofeWwIgyockPbQrRRuBuakCtOcbA1i2aqEpXYoqqVwJ02MIKDpttgMx2k2nPE/OCjhCUIZkiFZL7cXoOkd3pR2SckiWlSkyxOvbENlrnifawDQp3qXIeSpexHwFBZd8LMNSRhyeJ30+R/+iGstFZD3tu+TlWSMs6G0YiM9Zuz9IOWg2/13qXFePk7PFyM7WYIszt2g9sK9yevzlR6LZg5PEplRLCS0EQ3XemdToUrNQN80qp1vbW9vbPFv7/Ore8ufwGVXfBbhzuLQ//Ijed/jgp3FQNu3qz473X+MeamY8D3FlcV8vH876jbZ/4a+CX5RSxA64AXY4kAWUsztoBXT2482b/NCwyuAVdEYVLdVLkxki0JN61WI5BtAqHWMuudVu8rKmp0j3YVAmjdTUWp+vXKZ8GXJLqyebEYw1SzRssrk1K7LPPgyJpqHf1OX8RqSOp4O2EABVI2hzDQ6cQ0TV8bY08yIp27YtfZzCJJQEntOTpdyRR3VI2Je1AjCI+R8sbJmQzlkcstKkSLgqesENAkYSEVZ/AYSTDmA61KFG5QEoSYpDPrA43+RJqOtJhLWaYIAQ/FLTGPSudnJQbJkNNn2orsDBBKjeceuf70AFDrfXf6O+ABFO2Nv+4i4Pmf/Z+CI/8vzMVlxUmv4wfFnCYF0X4PfOTfkGy8JH8K4qvgHr+NEe/nBcaV1csvF+XsCSBLM0goWlaC4AJCH3ZJ3iWOF3F+ZIu6H8QNamkMOdokQP/uC0CR1EYhjGUXgQmy8MlzVSSnFNnsDxhKNgqsNRxulSopT99NhTdoGoqiJNOjoSWMaJSyveGh2wgMprfWv3Rbffp3j4mKMSZ2WS6JKMaBTG9Rgs4RL1SszEg+JXMXZ7IqxIwujmSAeq6qCwgZi6xUVYiSOzVKF5zdA6aBAi50+AN3cjWZIKZ01GxubFwmqYs2VZB6G1NEawlxgkiTuw2JuG/+l9eNNxq5eDQcfhOf8E93Ozr3uOpPAWDgxmb/LZiAn/+pvE6299qm/B7+T67w6r6cY2JAzZ/uf4/5tsvG5kvhAH0P4CfCfguiY7uu0DhCgTe6Fp/XpJaTFyHOoPmDcnUONPADbesIym0qa96IOlhzWG6qRapcTdJjkH4aqg+3JhPeq0O32NbbEFEqpyRKk1Vr390tMoqitn1xHS56D9FpqimtDowIJeQMsitC1McwDa2VwtcCMDeaMRNY5jkZPOtR5QYLZtraM0InZqE+mXxmlrK7avzJyFVkBlIfFW0C0FEysdVgPfRZXSOnRneorPPlVYQjQ/flDymPAG1fzYQ1uJ0Eoejk6pYmnagIvRihcbhHWxdxxcN9wC5joxr5KbXtve0dfvp3G+9n5zdFgQbFe0tujO//4eIu3vJfiCgG5Pmf4z/+2OOG7oNp9vdgjvkb4o9empcgLAQ832x3vse/jRFoWbH4sgCHXdq9QAqlXFnNUWy8S9XVuu8GrXyRg5iiRlVFMLt0eOXipoSwL/yFOTeJYL1sriFTs1e1VQWwKa7SHkJKmnIQb1+JYpGJohXQGgFM9PjQ0pJfsyBH4nAnUZX+ewxYAg0Rg3CJZ+dZqFi6NnUoSlksEzCrxTRJ7rMVMRwx4W1nU1WWPhsDyTykHL2wtLjzgEwC0aNPxC6LppbQxhA8CncgIkrewb3BCr9lYq4wG2CSTxfqK40AWG+24UKqzvz7mQezVJpI2KJJi9qmCiKU1IcDcNmSSZr9+f7Wzna96/M1f/oaTIf3WkgXeKsc3MXF5mb+Ro4XvPtXVcmdMjHgeyf25P/8/O/A7bPhZXGAfhTCdbD9pfiMt41ef0paZb5gx4l4NWXDF5F11aIw1e3HvDQBVl5brpQWbgBxtE6dxQEB9qAqpdneQlCbq1T1TnCWwv1Kcmg3Rbk9ZgTU5DFoZB5MXJdQmi1Mq6s9AZbjzNFo1WoA7wKFwKky6kOoFpqUEn8BELHHBiwnz4JTHSSQd5yEcIq1uug8DR9qQ8Qm9ojyOUvM1HqBSmPs9Ieh6aHIJ9x7iIwR/mXI2PCsAlrMUPxKrBiPOOMmxXAzdC10ohMF1UohHlPU5I+1hKDppK26gZEJSkMx0o8WtDo4MeP/HuYrgFPsN4JPbo1/+7k9/+OrLoL6JyAbf7qV+A8gBrzY4r8bl474Q+Kbyz8a8wID34uv+98EgO0+kQVYy56UqIzFBa2IIQS8xS2kncWSbkudFfjZivYKvkx1LWIck2W1isnT4EQ0dOX+qZnOR+xPNxMrISNZ7TEpAFs9+YeywB17PxOlqLltIjK3RLvookAUw//8/XtC3SAluHwqq5jqriqOReO/r5yCB1peCnWE1ljkVPFdm8BEgQPl9Mp3YnOT4dHq/XM07tOCTRjhzPgbKyvYpuSILYdShW/Gjamb9vG0A49mqZFo+6sN4ZblxBKxBBMJk+uDm63yOTSbNBCZ2tQ5Ky0oiu1VCZJhfrYyeGrzJA8iFd9r4GllBJky+kdIJ+ZZVOpMNFvMtjw0yPBqGP6rGBHVbjaPLGpYNVnnJ7YI/abor8HWJ2NvJddV8d9i8SFf/7N7e13x31fDX/cqBtThG+e3FotbuqgcAEmPg8oXFbII/PNA9QV5+xntY614ZsDwplfQ7PTKZ1pN5FSdtLF1Se/fqcNh1TuOrPCsV8HdlTwVytpPYFTL9/46ixemtErlvW9OzU5/w85APKpcWpbCTu53Z12LTwGohY3t6n3Msi8qZ1nNZv7om88wOCqRJH5Vu0w1wXqscfb9SUberBZ0pPGMTicLB6QyVLm5b3CkJ99wo9zlXEPwHMw37t+Nj8zu92/ynF2jpYRhcwzn/9M2P3ub/LOVlTXtdekpDtr6szlOso5TLAdeDNloPKabmt2aRNnLAwf5enwfyZEiKX3lYDpHyV2kk/n+Zyun7ckGhnZdzFczT98/VVcHj8twcl2ZWJugtKFKxJKFsZYc/SsZ8wlBtXGV6M/ubzsvgusnoadvAjaYj7+0d0MuTyGy4r9N3cRuXNskBvTzv7i5m5dxe3xN0PEf8eLm4Xj6zuZL87fAGL8UAuIWtOBPJwIWXNfa0z4//d+3taBO37/t6nA611rDFbD0lNknVQzI1Vj7QCtRSoUree1mha5unFyf4TPbb+MpzdWHosD3ZAdLWN44mrwPHZ1lZZ/8K/vSPUs4urXYHW2ah4ZRyEZpi8Ux3z99/z18h2j9r0hoXMVUc9megRVoj6geVJjI1oqs8dLTqzE7cSDEKxqXzNaA0SPUQ1CjYy2MtdWxffUkzKBkRnySv7vypvTdXjkzW1/37lazUruRLRlnB/DIF0WgzqtuGqHyZyv3/HRDFzvsNdh3wWA2AiueBCYU7Q0NC0iTKq9o/npLkmeXCWa4TIkfgQLMqmiaID/TcLKAQKU0RrBTbYwr+EpPsitFNp8zL+n5bJeFzr/F1JV/ugke4NJis7ATJ3b56vMO0Y8f4m0QA+7z/rce9V3KPw7+cHENDwff5hER4GtHEV9M0FqQqfmCQD0D5Oo6nxnu/UkOkIX1gPhF5Hu/P6VFmK3tizhPdXJtp6ZKlqhPoeSz+SkFAiaKkl2e5SlsptUeck8bvz/16PTJz+I1wgVZhZI42J5qyi1wmET1qQyfVcQyKS3k+K99BXmyZuP+KbM17UqqPZKp3tcRJB58ML8Hq60pXTuMR0hMK2IUGT1QLXR277/vyiaB6u5tfvIcbQrbFBsKRMJqT+fpk2fcZGEXla3O11dWzshUOb9Hp1buhVjN9WsoXWZcOC5zZgkuLGmtsJEktad8AWG4+sRxTvl4kXQn3GdagQXyIXk0Sf1+AI79zGZvdPLHh4Qa7t2/K42q4fL8uagzLcJ0IP3tOkJULX6b4rWGVnMUY4p2GFoFBVqzO7vtq4Be9tP3YDq8tlgUJtjR3a484qJ+39k/glrvfwE5PAd3iqgVCN5SIHjU//+QQGEvNOzxlShB+7/A+UVAu5fsY43+zub1bOPTK9+p5X/+lyLAN1a0BWeK63QPZhGtstuqEI7IAYHspy5BkPOEVWFXDHnmvpogfzZ/c2XlDxKOTNNBWHBFt8Fn1yS+qn1OaEW08NlJFLwbrtWTb6MH9lMzP0WzWahacTw1n39//9OT1ZVu5soAFyunTq+c+rsZZ6tnVbfpZeqqPMzKGX4Ztlj/u1hj4KPSwJN17c4Yvf8/V06dXPkB/+tReqv/+woWF023wPe/k50r50rPbL8NgUBIwVdENR01I0yaB6uRWFM29r98+ubKmwz73Gz+qZ+h3f6bn/kh964UPNhYX48GJP6/aHigubiLBob2qvjcicz//v4ZUU7Jq/1f8BFAU2c2mFhNn58D1px/f/92++xOqbu/qlxThHzyVab50wjW2OYzkPP3ZdkrYfMyytzO5p5zdzHjowNJz5ogrYj6kFf/5++1Qpjq+khiNRnaahA+PHqA3NeDkYvUcGZzXgPPHf1VcDIFgQU3EtUVbL3G8z3ivzmejhhwcfV1ecb3eAhIW/vaoP9e5M5iUfM5wL3Nl+Vfo7MYMB/3x0OSXW5FtbG9dmanLy2u31xc1z2cqKdPKvabfaRY5TMFILpKn1WotXeWp9zcMr29MTv9zdn5o7M0rn82e1u3SKrLh5yazdb/+x7ss5my0yeF3GU7ndUVf3ZSPJZ5Axl0zE7/192ZepvdIwg67cdjWshq0s6xivn872/M52trCqruv5FHVcps1qOZIhiu+bJYYWR1hZAss733FOTJknsnf78xO7Py6dzj2P+7fMRdOYLZ+spGxufwyMo2vrl/T6xn5g9k4L375/bpw5Erm60G+s/fyCu5ozJRJnx/slusjk8rzhPx72fnDPSeZGoI6346uNPYcv3Z+L3cwoOyTXfhWJptvS/X8irTIW2nv+Hx5Jk1nlvyumH+Dretp++fevCuBqqe33m0vjHfWPmDJlQD2PPQHswS8RFPnT75A2yn2yzsZ3aImRBZ9RR5BLOTmmpRNE3rprRx9U801tdC0CrJbMp5Zp1oWXHtkAH7Ft3Xh7jxja4JGrxH455nmqBVL439k+vzeyfXzGwxDY8QPvNjh6dBMA7y3P9z4SkyRz0U8M3AfDtPALkFluvjazBTBBg48ONV86/yb4I/2bxFHPfRJcd/88uLa6rJ59XrD96XbN48cXlzwVwuge6MX4qXwHUx3OUXoXlHZjeohcZykVc7vXnpyuyiboF9rc3TP/LPtNV5c8kTotWT5/A2vsjOzz7Ulfy2v3RAmp/9odrv3vfTHnmFk+f8ZAk2R3lqVxj4nbZcdSsdeQYoLgV/s1daTCTSObHRMNv/dOVNNM/nZ1bePP3NdzvIvEJclOeNtkgO8Bt7A7JvFFpgAI/d/JjP5H//7+8UgEihQqnrKJzt66b3rscnnv2wukvCtwxSwcxnv08fcpJcHfY9cJkj63h0qVHyWzfa1ZiYkUu7e3IbiiSTIdxeefOKlP/775t9KnhLfRt1se3N7+V2ZRF+S3o1aMW8ahODvODq7fc9Xm/69XWFXGvz0/+leF0hpsR00yibPXvzzFFYBfqM0SJ9MVw9yUV5bBqF2zTuWUagRk+aa0yoqerCBA1BNn3DXUIfG7Pp55tm8xUla8cSq+r2e3WriqPjvVfcszjVfkp3I54YMapj2e3RySqMx+ftMwKdpB7sUTWNW2Ree6cmAx7xk7/c6OD+8vZvgoJ5vevtcIP/6XaF0M93sp/gJfizD3m6zcVXNxaJGN+z3/zkiLvdy5u3Rr+P/6KDboS3HAPa/eWNA89+Tl+6dn2GA2Q7zOb3Vu6qUHQmx8Sr4LvcsQh0sfcq013Qyg+rd4lUvEypr2mRq07E5Bscwb/wJIwLvoI7st+dJSqgi5L52yo9nf7m7vzBXYUN6+f8EsERICGoIjEx8lhOG4Uo5Syh6eye7MIsIpg8SZKMH95JTGM5+d2p9K8bLDhWHY4pe4SFutm/f+pVNDuARJE3jgapwMVjPv37u2LLoNKHN50gNFunoQSYFMmcPKXp7CPfMAuPLmug8zWFv/ONk39AuNknl8VjQAbk8AvncDeRXgKa/f0/KwLk88gUoks9loM4pZB8/dzo03G77eNDzRzFS3iKNNdy7nfPoFKzcFeSGpsjrA0+cck9+nTlU12gNEU8AeZz8P1A74InmPogND9g++nv0zabffjSvz///60rMHwghbJAgap0PdCCkOvUcP2dmVVN0EzCfOAnP1M75p2S3VoPWF2T7gtUkk+F4RX8qWYeBeEqTPS1dVshoH8Py3fBfgd8KHL5rYJc3SGH9Ym/6dK8m+I/1RQ5Q7kjVLfDF/NF6NcPPUqYK2Ys9MUHLYb6W+CtnS1ddnWxVNK6Ob25eVorhwjQl9fT9/8P7ZjTumTLJfx+ZfUVHuXo0K0gLuqkohBFfLrC+yH4/v3zuk96yFVcHvWzlY3GviNf5MiFYO47bc+/IiMRHZKZnz3v+MBxw/7J706flJhWOwY5BL19/031p2CKSEFWrdx2BEHAZLPmRGfYL4VEJY6i9sWmIIL+1aCwRBELjzRpk0IRpVyBhsQIgBSUKCe+4y1mOibeWfX94sNEgGw7XSlCex9Vsk6+nCkR4G0cFRVNI6c3ApxZDZQAbcbL4VP31NImCMMF2vWzR5o9Br5y6vTvifTawaTOFRSCSWh++7xjSsmp8eR3V04Sx0VbfTAPxc7TQnkV5kiHO9FEMjuy00GlTPnO80fjvkUc6Ks/ETTFnok2ob0Lng77E6WpLQRs9LcqT7Xh+1MRt+ZWjerkyjf6eL/bsQk4Ob4sJbIm5fb9TzX5ikoxaP/0728/Uid8FBgmFi8XFoU0hpSUSJB/UALeDiV6rn/64Ed/h55a/bbh4ubhH3C+uti8c7393S9/9pbXvQ4Wb/hH8Y/9sp9uqV+SP4TLOtCKcPzHM0C/nuNe9PSlBYtn9t61694p8/l//ot2+Kcrn7HiZv/5L+xQ7TvR2CxEcbN1LvxEGAQiZ+b7qitCkxYtbQUHeLK8C03wR9Aw/88/6H5WUYi0Ssf8kWRg5buAcizrd9d95wQQDRAHfqZeeSJ3kthQyIZiMwdMoiueJIJRP4xDihzlOXM4iAG8miR0FFkq6UkbRHr85MrvLR/N92Q2o1cE47eh6kDBjzz1nEGKTATooUObM1CYZh99o2jGvav7ilk/ImISpd4C/8cf2mRtaAhqeVNDUIuYzebg9YH6k/chZpwrRpVtp/IVQH6+T7esr66u7p9cTyi6Ojvj1yP6uCj+sP7ZunxaaeOD8AcjDXyeovCMDWYdGhafxjvyRPfVzGz6Dbf6b+bzYWwo/nygXs84endgeO/kqYxLSTgz/N38geLJ9PeDPlyWi+bvnoS5Gvgbojbg5LkNvllJb/6oUXpFET/BqzjkAJFZ1cS8KhO4sdYszGcKl2VxXF6SIe+myeorkK3ZWFCtZ4WA/XuALPsp+huB7oF5vjcGkS73v+jwz/7JIzoC/LL9FxG5TT8LPASvHfcbCS8i1C2BPSApi0U3PJezfC5eV8SnVftgfvb3b85XtbRZyqf/+9zOWW391c+0CfCXBAl33z7J7aMitLNnCKdOvatgQ1x5XyJEflIbXRd8Pxhy0LD6H7qRXSdIOPupZGZ33/5GfkFez98G+3TlBwUXfJtFjoFoQHCWCEatcgB7RlZPvg31O7m20yvndPskTNtLrNfVlTKJEbXIAIUk2ry3ea2YuIPngk3hzKa+SwApfsVpGv6rK6f2COS4D7uNC5h9hoH04TtzTFS49e7vN2Di68sMhU40ZVHPQ/w3FTTyvBNvrsCVgUrGvbaxMEnFZmHsQ11s42oz/MadI7JVRVfEz5qZ2++L6P0u1/npysPvpKO06fZV9snm0/8lfTBd+Yanrn9TOKVZffB94vH3Zmfvb2DgngSY5mY+0WGmCBt11fAra4eDfVwOCaUDo/+VyE9jw4Azs30EMyWyn4UiZ6S5FU1RWht4Bn9qps8FE4nsWTmr99XhikNO/k6Gj+TK/TUHwh6r3B0er3yiSUk6/fzPtRws4axxHb7tmb4HPYarm7cO/Be3Pd/95o9E+Nm/S/fk1ogAN79qId5xEeCGuBNavTwwP8GPReouRaC1koXFypnNCP7YD7zJW/HXGXiq84MiGj8E4mGO0t6pFTmf9bPs2ZWVN07PxPSH+fq/4Fb4bon2m9lvz9/5PcGfI0AijL8r1BrJWMfGN3/j/d/q/uztlQ22onp3PKeO9m2G3NVs7ZyQP8xm8437kuMtsM2in79l2RP8OdRL2GkDXt2fYfjaFeIYGNI77taa31h5x1/bYALk48T6g6IpBYuKANHwh731fzGylrtIZuMPO+t+wCdDFRwKbrMpFToqxBXSaLMNjYlHXJZhoH+jq3Mai1p4twybRoCww8Vum0wY3dW9uXJbNV2BVtbF7QAn5hJg8eZVeUb7aeyTzTze69+NOX2SyBHrZTbR22cZPN/RzthwVZqdzGFv9Nf2TPlnDZfPXF006mc8if2OUTAf+ZzOK552pxq++sva4YNtvTElG9/48+MLmnxyiuLbuOmLuPI9i+0/Os0EcmiwmX1/1RMCwXEhPCx1kQxODYsrYv4WmJ+ErlU/QUCR3v8otGB+a1MOUPfAujd+b8G/f5MXdAQo8hX+K1JFgDf5i5EluPHS/EckLwD/U+D6Sfw9eT92rBJrR6gWDxQlbTUe+OQ+FpYi+O6Va6yqPBCkjUdgLLhHO9CpNzGCS7WwaVmX7FjdRKGlOEAiAds6r0nTP4Jc/gXuh68UwygpCh4yUVitnzfRUrrmD9pXHEWgLPU0EWGaR/0bq3b0AuGFIz0JZLEFeBYFrg55egrah1vjhWK9sz30q66zGVZM1qua505IjdGjRoX/as6Rj/+eV8WDLRsPl/e42mvDK73Be2TrULM/FmEef4iUZ35QZuPVD5MrFXTurqBZo0qMpxbLwKWkRhCqi5jKNGOwP3iYPWp6BfWLFdSJAfn0Zq3IuOO55MwajlZGg3OPwgPhUc0w6hzO1A0MhXQ0S1xH7ngmGIHivQM/ipoI8CN7urd8S5u/7vAzwE82cwvMA8I7B/8WeH5pce0lml4tBn4fzUtj5j+G07LznyJ5UeLdvDazepUaYVRXvKCacBNytMzJO4b7WCVwblC9Yr0+aTA3GwKFQt2L34K2fnAv9EKzCe6xyZtoc91XUp4JxWQVD+AQjTGpNZqDp9+m0R2g1hssbZypYQgl8hR4uKbFKo1loNFqEohOu5gM1GSdidwsRVJF/Ure1eqXjFcErgHK5VoawfEQmJ+sqbTl/mkUa+7NkNR6lmC6zaYSfYXT4xZ5mB6f5rKG+tCgxOw2DWTOjXUEbiPiQy60ahSkByyl47YETBmNvVR5yGKF0IQ9+HzU0RIec1Wmrrk+7tRXAf0eZIIxfLhYfF1oYH6LZ4DXHczJAV73k70DzwAXmyInMBzBIVUvNMj2bd0T+P3Y7s6WL/leL7VuvJVwBSYbD4GF59T+brPVcJzBtUrxjOK3x4PmAMJNrNNKKIuEammXGjHcX0HOSsLVolELSq9VqwpKH2KxPGxGLaqkrQQJK8wjfpWljeGRe2Dq2qokDKftdqGm6k3+SXUYRLPrYD9Gl0gWF25tTtDFlKmIDhGQtDMOC2NQJUmgXHKa3b6NfVih/94sVJhFC8f8wcbJ+6uEfe68iD0zQsO736nzwWjINWn+ZE2t0YMMPqUflmggrF2e2lTFL7ZuBUyTptZRZ5H8DA9TXQ/J8qkWtZD04QpZ+7T859kQ38kjUn7YUEVPXmYCda3l7eu8vwaoNL0GGYNCwKWngHubfga4eeut5gDl6YgAN4kA7QDf8zPAOwf+7Hf3UvtXmi8F+HGwQNfFvZ2tnW0tJ61A70SVhDFZQAItYVZx8rwZUaKZvZuaCZCqpVCt1Nwsqs7GqEXro9ojXUio3PCYJDx/d5xWEEs6VbyaBJM5LNDcmBKiqq3WnmeAeD3A/J0xeso0pBRf0F014VFVcjKIMJlq+b57rdS5MXdqDpX+01erQb9/BsKAXvVm+TIRtB35840G5gqBHqTJkvWBmW5CZKsQQpcyM8GVbbP5wRwjMwaqdqPFMRwDIhWyU0k8ShTjqbJU52aG0EVDSL4umJA6CkxLtR1VTx+qehbMBSEqzQfr6OFfT9joNi7xCQD7qp+gg5zc0o/Y5y3wlcVmHCC3wONngPypSJ4BXt5cjgC/9s/IvBxgz50vR+nYUiC4xw5hG3uJ+erspetN7mQPYpcjRBvJPGZWs0MiXJ2QkqFRy1QNvnmk5tAHDCXERarrCm3NnKZoH+GBIUWDb4LcqtLSsQi8fiiGiqD8sfhCthJ6KAba0IShHi1hlWxzvxKuPruJ5rYmtUjYLPgnjxNAo+fCVojmpLozW46cO+oAzjiVe+zoQhFMbbDYQEwDOTWiJh9JttZTUjRnHoln20cVpUV0d5ODmaKFSaMwrWZBfdksMypxD24X88DvoyFnAGV5PHl4c6+tw9/t0wEXn4dHlZNbfZijKjqYhWrHht5aAzUZmmt8dj746p/JbidZjVHIYtQ9cG50vO73eAc8+cEB9g78NcjO6C2wPN2V5WeAo7fAByLA1xUALt8SvxSQX4Tenm9rDWofeFewuLLkWJhtYdXm8dlXf/wBlZYHyodan9i0nO1ErDWHqVYaOSGF68SbqIp7cye1dS0OBZYRoiSXVJZk4Qc3vUiOMxyuUAJmUJZ+W83M4sWRsLHTZJqyVqE6XBIsoyRNUUYvQuwUPZ2QfP+KTgva9y1zCpQlolo+SPZVVdH8tV4QK3rQ0l9E6s7RynQK5TuFZsdHgybPR9ZMMkDgLy16xTmIj44I7RVn+WEZm2TvWJI64qGNJmlUuYaYZnq92B2EML6TbF/o9sqp+NuSldJ5kPnO1nb/a+AJDsNH/qG/Dnw18DoP++QA809Dlp8BJgK8fuKTS7fGvwc4F1f9VMLLAb4e8iO5yndmJ2pDtgdULJ4QtKxUU6615JQl7dXmdRkq129Ysy6tIAc8aqPwwm3k0lLS7stZAgX2CVKRV9ZeieLlqi+RjTgzq90xWUhK7lzCMAjQxSBNhNWRhFJpYbRg6DZ3uGJqOCTgJNxTdaAF26KZ2aBZzqXcuADFYoToDspiGqTMQxRIcahwYRK1mreiwGVngg1U05RPRh3YHTk8ImGi2EGTRdngtDiUUOmecz3hqNfPZgii5EDwmGPUrUVkYsXppUEpHYP4SPKwlHSCZFb6gbMrVJrUmMqQyDq5FDCrD3yN1z1w7nn4IYTJET4OdGt760ZFgEvPAPkeYN4CLxbv3bi0/B+A33qp/iHwADhBIkCWvtaQF6FXTq1XoCE4hBSmZLd4NwPVGmlODjNoO2v9enOKltXZHu6UlBU6A7RbXdGpxuZutfCFor9kcEAgZKImcgqkpXk+qMQdqksDD7sGVhRTFSQXiFbxoqtRFqQEKjE8iKOGIAEhzXjrkDo/0lTdylFvZtcy/0oite3urIpkRH4DQdxdJLYoqa0xgcNhOpw2AqI/h+Wjeg5zQWtLcqMz5YrSZKSISe3vMQJdIh8BZDPZWlfJ3KMLzaTZVQmWilMCVqHDX3ywpByahid0/zmJJkSE0EE8rV7jigIFu/J+0x3wY+HrTd3u+i3wh7c2P3IEuNOfAeZrMItri8Xizuht0vXNxaWj/knSCwoshXm+CKhjL38J4peIcT1eWdx5Ko5JvMVO1v5yoOOal5cTBCTNVxvdDVVkIYbb5Lyv06G+hoRYbhK9h2GMu8h2jDwq1Fdk6E9i9mlmKgNjUnMH1hFFiCONsIn0RgNSGaf3mruJVt9+u8UDr8lQErlY0+u4IUak2u0CpQJrmRZbTVayOhDe84JahRD+ukGUkMI31m7RnnKMU0qfsCe2cgyHkyVcU+5ne1bZxiK20pXc7YWF3PAWEA4UcFApUlH6jMsENyvDjF4WRwScFz/n0ENFgc6oO5WCRjOWZEbd3rR3IHaBExyG60uvL+TgBO1elwjQDnD0FnhT/m78nWf+i7oixpcM+FpUvgi4rV3nS6U2pLdk/MsA3mR9cbGP2LpKWbfZg40uaJtHFRfOcJLsupB09JQSoNCCRh5tqeGpQhXatpKlqmMFNr7NEopUZMNmLZWVYkpRlBBQzc2NJqLvnKrPpqQaW4mkWmv8BdXQ2iltsjkwMFq7tHwluBv8FgZPiYfowRS7O2WShNyg0r1YZRFoyDFOzhiOFKs/WwExTT6D4walE7WCGoPJ8Eg/waZJJozEnQFpajTKXKxCMKkdKLQ+SplXjUPSHAyDJwexrLMQoXvkifs61UXK9K7oz//6Bh84/RjgYdhc/Gl8cbgnf8Zfghx6C3w9b4HlHl8bPzicv3ZrcWNWlZcEPF6FgHvbu1of29wVtminuUAo9Z4y69gIHPYZXmoqtXFDggkiiy+tXoguCqsWcRPWWKyJKxEq2Cn07ZdnXCUklAZJNIESqz0tE3u9xtLqGYzlKcgyVrU6a1I2poISOvN9sxQnYaDthQgDZsmnHJwppzxPLf2eGNf8GoQO1KCOGC8NzjtigIl5G71/dd3AWNEgPZlb8rSFj9Q0hN7xpOCVt0ISjvuxC5sr9HIrVXO26jgrJInMk1/VkdMSIeR++i195pKJV5EcgJYyx0YMesfLRwjJZ6bC6vl8VPTe+WMnLXIiQN3zGKZI8ADIxy29CibIU+wnB3jUW+B7m9cujqdwRzHiVy/jnMrm3AXL/1UEyFLy5s4irB2clRREeRBxOKltxETSzvFSZA3GH/rxTByFWfqfb1pw6Eeneqi46oGR8hf2RELsSgCxJllNt6QRWlurg0rUew3H1FnspQLBzGxTHRJR7ynVFLYrLl/1riV1cykrZxeS+6cq5sSsBrSkuzZ1h18SOIOhk+kwMqrVtLrBhd1Po+nkkWu4mcXipCEcyfqHSwax8xlJil7BuAMnZdUY5zewjHWRie5UdA9epYVMwcTMgVSFknawcf7/Z+/veuwosvxfvLaUu6r2LrDqwdiY1mDTluWCEtc8+e5/w2h4B8e3yNe+mNfTb6B5G1ZLvrJUN0hTo5qxkKHQv1qcQxfy+bGl8/18vysis4yhoYfGMFRkZGTEeooVkStWrszcD3WN6/zFnYqqpqxfg7EP9EPAi/RMGt7yx5+fTXKAr959r/0azJvvvq3IUBHgM2m4+/61V39bcbW9NdZgu8gzQO6QEu84gMGKtBptXnmIM1YC91LRzpplcYtJ0LYWKerBTS90QARksBgSoZIhVxFvoSyp0LgiOpX01VxwQhSxEGeRmzbNjQSqbuTyopVhZs7jdqIO4OgupOShV3iQ0TutBdazIzyTmAiawD0sXGyTg/gSYy2UwyJSSxCmiyK5wzZNKsxvHglrdfamk6bLPAkOzaA9W0QE2DmrBx1MEA6QtUNm3Y2gbSfUhQTh/q2SwWOug1HUdHBXkQF7CAJXphZoBk6DntmVYiJKrR8/PDbhRKAFURSYIijXhyenJ/lBQDu+i2+BPD8Nb6z7Z/DPp3fX+XHUa3kLXOk7j/pO7p776+DfStKQ8icJJ6enw+lwolVpU8NkKLQ0u2k5taMqQsdZEaIJ3hdCiGKdbqsIcqjPaTXbTt2IJlG72CcZX4W7Ek/P9TbD1K0XGKWuPRucY+8kARoQETQTASmZcpKMzO5cIZrhLi3IB8lQn1YnWKeI60I1woR8BqlvA0YyHRGKG7QnVO5r11TR2hXXdbC4qKJcHsqYKp2oRmCK4g8sKhTIBx/zThcORBeuv2oFkT4rlWzglpo6UOoV7CpH0K4lmCCkvJGXjpZnKmU3CFY59WZoInzOYKutmDQSnwfTNAaVk5clw8nsmE/62wnWp6DrTvgijekj+bY3v3Mbe103t+vr1/jNwD+/L0f4xu3v/NzLcPv9a298VI3fVpIZKPQ74vbg7Fim7btgf0TE5qfCkY0MlVLNqmBlIrK1kmDAFmOO2ZyrEbONVQoqQrWpIs4hp6T27G7zuM18IqSndAiXMIlUrQhZztgoP1FTdp9qiVKVrA+JjcbW3Z1AquCsxhXi6gdK7ZNo0wQwdTIro6RoEi1D2chwak0tJDNKJ/x6kXX9C5Uel/lwb+dRHM3RE+ECDlDZoEho5E2CxciIfTIsp/oo7+ZOEsSpVu4otNotJSdOVBVatlwq59KEHBjdQVFEkCo1PRlQ/Z6hkKHqaO+zfCDKJ8SyIybkaiCjZoKpCKExY8O7cxCFRjVVjuofQS7c3g+lj/npZ34D+UQ3hJP02sfXb/Prfx/dfftg+lVfJljpIf+k+dxfB/xNpKOzU5kG/4wu7yej9lJW4TVfCWttFhZTNUSWJxpHLuYyusVWPlBRMf3XhrpW2//FB7qJxJaLq1W1W6PKeL4kIzqXxCaYCFjJLZKbBkuAnVLWkwhKx06KdHmPZIkUNTgRdZKqNOeFsynppGBTmgtXGJDJ1WBVlpCSqz2CasH2DIDD2GpMmU3Dg2xHkznFoyBfx06UWWwKhlQYkxg9brjVCcDEUZ1aDUxwTjr6NyGZGj/hzIBuGd8/zte2sVJlybZIykbkY+CuIsgA96FzhBGmj1HoriC0JfR0dsyjHiI/mftv7GXlL5EOPnnzrfeJ9LQrzlP12l9uv+1/RHpeGt7945tiuPa+KN/PLbJiw7d/S98D0dCcT/B+3B4oAmT9xXbLlhxoqSlTV4mdVZMKa8j2RYJB60pgN7BPgoNmi9nStpWLILFF3IzgjviEQQXCC6tSnHZXLXcuwD1HbHRQy1iUtMMbA0bTCWj57lqwioHov/qsbE0jJ/3A4XockAmgScvhZ0ktFZSVrJSyVYTNMp1NyKQap5TFbmnKaQSQXkxfNcgDh7ooLMuqUNEOfehCUHVer0OrTnQoEeMrX/Xju8gAwurhiEw5n2hkdjWCllQrJ9h6NBGsuy36n25jJaUbZu0SCuwGqrZqgCaij0qCMWfKPpjMx3zfE3N38teBL1JLw11cmP2Yiqrq8P76G3evP3tv+/D63Tfxd0UlcjOQ129/n8f89Sb+IIsPCPTPAWrh+BJeZq4UA1M5WlqrceEtp2Drc4r10dLOqtLBbQqDUtHmNnvZa2tafmiQoBI/lAZLLCSAWxbSLxqAR/GSoeRa6kIhxn7JuGigNCEyFVnDiizDjaJBRTo4FkWvkmnktOSAi6A3mi2qlMug6dQqdtM4/nwCsPrNFFgMkNZsIGaa3DAmEZ+dX50a1y09c9woo3hXoCHZowG7O3IT2nGUym12gFBXX9hN8ILbt+dcZVNuXw9OaVBh2tHbeBC9HxzjxQhlgSd7y9xX/+oum7tRzCnX7ab2NZ0BO0Ce+pxcfA7wfDp4A//1xp9evT3Z3nzLHg53ePuPf3z344OPdt999/rbr77xvl3etfU3Xv3zlP72Wwi59mJvhXWyq/ajkkNAf0TeHxKQ5fqbIHaBCplq3UxjmkRUXvduYsu2+Aq0FHmUeVLWoSCSAQkw2i2yQCiVyEwzNi2oKnDXWqWeu+L23KpnqQ0hRymCwgL6/YR6tGhXpaky/fRozqVH2L4Womro0uEowwtS5CFIh2SSMcqZl1BbeIjUasQ1rhZbmzz9KWdOTCpUWuarVkVogQhGXZTFliPgeF0nzlkUDj6bGyLTbPmEwiZAoXxUF/UmwQ/eEKtdWTxobAlpVtLQPOw2FrJSon0+t2fxzxSpSI6PdaBSgIwYgGkKXRWPK2Mb8YWkJpgPcX/EgZUufGBP13XD+8a7z/kdv4//yAsQR3jr7+tOl3cgbr91+48H3/0o0epjRYb5J7kXlXKaf1xqdHw6XhGgbCRuxlbkNSPD1iEeJyUJa1PdGKhZX+G0HRrlAtNTUAAG3nr+46LbaoVCjSmUwJSJNwpF0wTK4vSKC1HLQdClmu7TiMKDTkUYxmZfS2qxWNEGqgrC8IpxI8GADLXRle08pZEwILvcyg7HRKgq2jFZlmlB4aFqD1wuzeEO6BpyreGq9DrJTCRIM9ngc7Y0tnj2SFfXXZI29SI9mso1b6m6Xyr4nvjA6gYqZwiI+Kpt2b5yCUGW6IwbSDYJS0WwttFyNrxqrqRWCPtPFHTLbJJbDV9t2tiKRw3rXvrMhqPh6MRvgGX2Kk/ziZiLpLSrKO+T752Oj67fdWjHnbGPuin+/t88fVvO8QV+HOan+D+SPR/PANf4rHyWpcxWGRNSqz0na/lcNOTcbA54p1UbSIpnQxkVZZ4h8DqoD+UJ277jISVMnM2AqvBHE4nczuUsRdd17PGVl6F19Q0oOMAUTaIoazzhzi8uVCK0tYzKDpciJ5kx6GCUZ6AFkgFZhJUxrepk363HSXThEGhvNNFOlRxZ7hVCaYPcPovMvFkACbTqbRoh8Ay3Kxj4sQiRx0/F1SKq6E8AzpV7mM6DqQXOUIX28Og48xhI1FMjkWuLAXtSK2jXg4IiVNmn7apR+E15MZDpX4caAMq3kBMA66IWx4XrO58U5Z37GvB30+rg43ev//HtD6+/9/FHf+cHnz/01+VeXPppDtDpbO347OjkVNfI/Jw6XgKbsTej3gw5LXZhWy6f55s4DA28TQ5DNIUN3Bk8wCIpfJpko5Xogj1QZZaHAFprobVwKFK49OKMD28FZXIJVpE1LK0LgWgna0MqJnwZg1OnI9C5yZm6A9WFaTJShpoJwF0HGWrL1J7cxEoGiAQ2FBGndp7JueEsEXA0jyRQ2wjhis4yK0gLdY+TTJt+hEh2XfJGaS7y7kKNJmaSFfdhMGZBjxpZIHWF8tCVSgq7KiLLK5jQelc5jQtrKNlSE4IPExSxS23mc25Acq9wjA5aGvkwzOmZ7n8vPhBT6d1r1978GV+L//n7/jH9F0k/wf+FEAZHgDINmS8WEztUuBSALEvmKvOnxK6baTuzYlgZWBkGbRcqOJbHQXuwHcxlWccEAxFv2Y6c1AIgtFWxCCqKIgxQU71TSQjloE46KCyzHoRrUsJuK5ItkSBEi83SyF7nJhEPAV4P2do9Y+gytsZPtscp5Yztufo0f0SHQwBoxeiRQKpDhCSHznCLjWyOEsP6VnYjGQh9wOG+PSOm4ZSZy3NqAgDnGtkpIiq9K+dUwp6tf1WxbRlSJigZrE5EpgxVTEVWg27o1MxNRgmExiqpIWoPyWAnKJDIrmLCZ/3cgwBhNI5+kFZkZFfcYJ+dnh37b0Ec/108/5skBYDnfg31f5iGFxwC/qTUnKDiP34tg3U9y7MWm1jdNcWgnHtVNM3oWBL1Ay2hplJXY6U8HsKWG3tMunKvJ1luwE1GkwwEORw7Tc9KgkqVJCClfkAuVUgbE3GDSYpnSH2sqaMal6pmHbE66oCzwV9WKb2KTDjV3CgOB5LQqTOV4vQUI8Q5hEZ4zPwGiuBsfLq5qhPyRL/4HtyPKkBd0pOxIVU/dWagiB4IbyDxmDo5vVhOoxiDT4AkH0MfPx9EnCBeLUg3MjvkCPBjD+hLRZiDVFbV2aAQGep72ZJQ7C562+j0r76CMtCHegyoxGWewE8R4MVt8CS9dY1vuf186drPLO+fm2wUKoaBz8H4ramtiTKXWmK6bsjOrLlphtj0XhBqG2IDVbPwblKnmYPyRCqO0v6GunBhhdoNojrUqqPJ0l9UhLwohUextgo7SdxPEVHPU7YpCURGRlhb55Hlp3+ZFHKp1sr4SvskVZBlUeqUVD9pY/KSOREl+cRfJVGHFtnQFN4lYHcLPEq7agpDgRgASA1kktwopJLJq6x+GHNVC1jfRcn3S4quTalGlslCmofrGVMhKb4YtMuKKGrc9fba/IabuYum4ZR5gDAT5GYoVLQQz4Jcd4Pszl2Nx6NqsiDj/7IyuQO+CAIrrZ79EZj/aVJE+dv4Vtyx/yJQCbvwfyKxWOvjVBUg2bBtVVRpxbCnOSvAXGC7fdL2ciHyMGWK8RgjVops1VsPho/kBrmNip3HFXBU7J4kMe3QFGORWI6WlX2SgzD7IafOBVHzeNLaXh14yYpcqg43uRq0EijokDS1dYwwySG7Hs/rZD7XcYmeReOUy1O8Vse200By6Ye8BgaiJoRKEHFmTOxGAsJQTw7IoxyBXWbQ5gkeQa4xc0847UAquCRD1CHqm5NSoayYSggVw0d9pXreNnk+IQFqwjBpr7cxVcCaGv255U8AGh8e4kfXOM3lAutTgBcxYFL+/vxnTG//vLfU/+TUrGI4Hvg9wFy5ZUR4AZlj1lfPbiZeGjOGVlxu0W5LKouP1Gltm5KTR4EOPey4Wq4oq3xwssAOsFTEnWjh2ZNNtQml1xtrU6XFmy6ZZiRCmQP9iDmOqcGdrDp1i49almMFBAxdUQuGmJqvSAuZkkSJLDn1KBOOXkdUZsakdf+rnA2ZyKMPe9ygJdK8qhqmFoMCqAyoXlxTrd1Sne0fzKykEVqUw7UOD6UP1lPCQmaWDKBLrpmk5qJfBiYbCpK9d1/oZD7T56RVP40DbsS3egMpi7OoVDRsUADqb4FzyefrIBcvQUgH1+Wv3rz+4fUP//j239k/fB5wsif/8Y+vXlv/5MPfxk/j119kxTb4V0xbtm+cyiIpZFktG+Y0AeaaHaN3RIDlluFqt8MQSnVagfvJDpbf4JHkfXG4CVfRuvDifTBfGGYWpdX2fP6QY3a7JXVPs5UkC0gGKHUt1OtYWlq1jMw+e3F4X53bj9nnmuBZaZU8cEr50FEM1AIHNPrEnt0vyjBQy1PBYBYirQFD6YqPBrIjsSCqtN5VGtQ6ouW+VTCGYubZwWwxv0/NcyAX+x+CO2szu1J3Rk/uzOfzPSMbRSVVPEjNN3qr4bnSyOrOQZI0GA/d2sGuigVZHxqWCSyYyaRTM6136mk92Z/fb1yBOC+H+5q88drGlSoSyoMuZeCOAOX18nMwFynpDT7Zx1fe/l46R0Hjh1iurb9R8n/tyS+AszkClLkQB674wWunA0GUF1oK8/mmVpD9TIA9O8n647Vs2La6YL0WY8TdOIsAEq+kWi6y/qfD/uEdwRq5aZQwcjVEZDJJeecD/jzdPrv6hip9JvcwaJJVQIZSy+XGtrjouuGH5f7hexIWrWvnr0IiqItrL4tNkiRI06XxzuhBytLoOU2Y9x89xmNY4N63DEYdt9kDrBJIiwnTMzXTkCSJMaCXwQJUXaV6Tpd+mpuuF55cJWbK0xA+7VUuh68413uz4RVO+Hbp84FgW0LGEoSVSMG73paPiExOmJyiULYE/vAuD7d9Lg2VfozMMtoOUawm2YWuGeI6D9O+fEm2QSVAb56zfJSb3Ozc1/yL6K+lV7XG/fFm+0ESx2d3yvoY9KQ1tp9Jgv4GHGAzgjM+FjWzdeANbHgP+cMnp4PY5eLR5my2M9+2KSV1Q1XhZQ9qpUtxt0NXwNb9mhdCe5BjAgdJJgrl/fktBSmPNu1dsPRiYbXONhFNPbSzzzc5lC8DlGBITSB1OLk/3x0hBV05YhDPy7gnHS0E/JPh1iPFGHaxJRA6J/B1TFXOxlcLEeGYJUWFUPLFT+mB+tfbHoRddpPqihg1UEtC4NcaswWc+/BJj96UqELtKaF+X/GvJt5jMNwEOoGFdxa1XUtqy+HhpU1hu5d14UxBqan4ens227uxmu1tCVjdaRwCzu80SwCl68vwNUPwxSuXBJ9RJQ+YWUE5BGhc6SomIk7NjJpGJlnXdvegAlHmMYlO5JNhsUHQrJZpUqG9OceqUhdw+rnJqvBNJ9k4L4H9ewgXYWDSwcfr67c//ujjjw4otO0/Z3f50UFraFP9XLttyrfX19/9jTwE9AtgBYGn/hCgkow4q0mR1Yyf+Vo/8Lcinigq04q9M38sI2PJ56lSlr+yF4EXmsy0GR1hh9cBKZYZOE+38pRJCUvOvajXxq4Co8PHgk9uaCxJTutSRLCpr682buB0/bYwbtupnlv2iM2xgd1YgPnxEqJJydQg8dyNlgG1CLCn5rGcuce2KHgS+bjQyKMIOEPQVsfZ/z/TQw5dWlAt5E+QJ8D+hiY64S1Ze0rtmi5VoIcWAaqDzxgcgGXlm6yFgJoTdHRvOkp7a/CVJtdKhN49ONeu8s78wGN7svelQPdxdcM7CvR02P5SEXKzBMTsP9JJcH/mB+Yp0NG9COihGl/PGzkjas9m/JGJuUThhxydxUWfEPalTqRsY6F+DTAiWLqX4aAfyb7Pj1iML8Jh5g9B1wd+L16ATFJ+7f5nS8Of/dupv/7UB+2/yuIZ4FHiB1k0JrS69cYbd9cPVJVd7hKVzWbbrIY93QK9LgJVF4c31FBMoeBgrvhQHkzpfkxv8c0DKDZ5vKWlLguez/9al+b9b17ZEAMPme5LPmwS/UCH+aZiDOH8qCpdycLvqXJV4SGiXkE7s8xvLeai3VquQvh0cbiD2B21ElyVSPMr4gjbdqm5OJzvFej1QVGND4sN9Sw/gzv0oJ4MD+cP6CQLNAPVnedNVbbkYyzsr4qt5vehipg2FJ6htcmZZbbuD3If0CxvPdLMeaqsj+Kid4zQMpcoTZUlc6WgonvRV4xeDczCjnno4bLiIguWMI1eKJ8bns7N70mUrmSXNMmW8XRxSWPJgzRyqfJkeF3HV+KgduYPcPXMyCur4Q9bOmWLwyt4pKeb81ccnwulc1un+2FNypIHjJ4o680Mus/WSTR6BTOomVkcMiLN9yp6q6eZpGzc4SQGVcIyF2LbsPrqe8ZcbWOqEF7V7DGEOwxAPbXxKfXKEVaOFzzy3c/FD+NXuru+/urP98G9k7vvX7tb9V9/cghIDKjb31Ncn25WK8hYLa6t71+/RmAiB6SojGBp73BXi1R3SRvbM0EVGF5leS87UAtfl2KZn2xuQbChgOGl+Y2Z0jtg9riMK/qT78G0t88M6aj789dms8WlR8thZ34DfyBJSL0/35wN24927wPFuBXQLBSKyKfMDxQCte73H0Usd2tl+MQGfpK1OLyMREU3rz+OmmK5Mlu9M9+R7McmmV8hLGMCYG1S1clX6sSBInKBLTeuSuzGB6915ReHlzTOwT1dwaer39mw8cVM3nlXpNKuZmt5c1f1K55Ux5ezlQcjVTQ7h9uzf7vEOJGMb2F+pKK0jmyJFnblMaADOlvw7lLjGba3Z5qdpYKiHaG5zea55jLDlAeZrzS58jUMcRmRn1qkwi0BtG1rAjUHuawobS1fmW86hFTgpxhMlgC9ROiKI711amuiHuVsXKrTuTfqva9OXsI1+4wQtkrvPiGlN6eEE/sIIp/E0TZWBI6aNpWyjeXynW/K4rCN1fYjBZaYGeNiEAyFi632/+B81jPAi4d/301n/Ljfm6/+LOn2m29cW3/jt3JtadYQ2zgZKgL0DcyweOOtj57ecQSoFep1NAyXtc5VG2Y3ZMuiUmA4rLScDBwEXPEwBuNTBvhk99KDTcK/4eEh4c7w+acdp8BE9zMSsXik42x4eW/Y5IEdz3lEcB8iEd+Y3xs2LutOXEhECSQr92NJCi2dcIjwxmJDkh4eKjp5aF4NRVwiFtHsD1tLunUjUC3ClcIwXHtI9kLimziP2YP6VxxaVlGDSSXBFAjJo1j5jSsLrWiEK/PwjB7U/FzxGTzMmCorschlDMNZdaUqsqVF3gqb8CNEhW+laUFF9JO3s+wH8x3WeI3ss8t5mCi38Aoe5sEhT2G5Dohqtf/osQVrisT9VOGV+uRVApPzZInPGfa+lEjCP+aWQo5vW6GVJFjPQS5HXPI/N+abDzc2l7NXHARrSh46ym8DfHjos0FzONGMRG/dy3Lt/FKXL3VCnH9Lis0+/3QlgpWC8x30nsmfczWQbaiH2IZO4r6FyWw03MUwU+/q4FC2Uaf8lZVsY8VcSDoaKbWvr7g63MpfhuYJIDc7/CT0xSPASfqoft70Z0rn/i34V5zs/uL7tCn+W5MV56G1Dotrb+3PBkWA+AKFg98QF632vlQQcEPof7ukOOCJH9dpOT2+14EEPjI3LO4rXjjyyGh7/nglRJKWtgzSb3r9RlIifLsIauYHZ44c6fAVSeX2S+J3ZOT350vdAhN/SMTMkhVgssa6Tgp1UEoOd/FNCOFSuTyU/KuKQfzcEG0EfUIUolhGEkSx5DbsKvowAAHonvjo8b6ch53pbJWeBCN4VC/zL7ryqIIYevpWMVKeWH72hbVbod1DHm4uHsmHQ/Nlgk2eXzIfm7NlhEuBeI4+Y6jISWh8utl7LNkeA9ETEznMDg435QO5V1yKcli+tq3QaKl5UNz06PEmUSMae+J1xYmviMitQedo/EiOJogAbOWYjAeB0uwxdsFx8Y11UpQJBFfq8+Sni7aS3BdD47ASs3EnH6A3Xksmwhl0BKiTJBEyH+uNQjPNhaYpBvLN49Fs7it0td1oOJu6q65TrsuvTilRpWwjA8iGM02c2xLOL49+Lr4Gcj7lf49+jvTW7T/+fLfT//TUHgNyVZR5yKJYIxwevvXW/nI1u77OrZhMiahqtpxtbzv6qWeCDgxlprZCMQHc5JGQogcFUQ8vKTogtJntPprfUtjCmsNHKAss3CWikUebm9iwNu7qFBwI4jCOZ1AivnUJByhehQgDohbSJwEakZMCnNkOLm/20aPNiLVSqvmdgUU+/WyLl5pam0iUNyGckEgFnQ+IT9H3s61lC8sIbp5opMIQISoQaW83CTlwYpvDFh+QW2xclvLoroFsPNDMzdTTcMURIO9zZ4pPzmunSHglmpNPtzwJomG6rLOfuTGuRMsPmGnco6eOG87wqXZLs6CojR4UHTsOk7THT7/eG1av86qebfbwcL6gD8I+CdNkZF4oFJYRJXli/vDBrkKuQ4tT9h3A5fn+6uvXFb1pSiRKnchVzzRYnWTpJAomROdY/tVnP3rzZFDqekaoRKI70ZxYI8+9gESAGzlTq68lXnpLZgTp3prQUspLhmXllFl9CKpPTaorjvMtHcl2fy5ahaod4EwukF+DsdFfpN970vUQq/B2PBwrBCTMwa7/n2sOI66/deA7GK7Fsk4FADOu2om5BNAlf3iq+IKgjfjgIDGckyLDf5kpRBOGe00q7eMXDnP8fFAi5nd4G8rizOOhBEZfKZaTVHUiqQvdWtVrQIn6QoWcQAUKCvnUEwIUiPCAyl1KTYUKdGaR96XZsE34KonokHe0y40vFEpwV00AcqA46NuEHhI/KLy4o6FrpLfwhAp4FFBItjyHIhZYrRsQlF/5BaVCEfX0+gfEQVqSic+I+dDOoiU12tAVwjxwhW8OfaQdw/B4IlnnQVqjT8m+6hX92ZXMB1FsbmkPvsm7ni0E+rf8fGPOZErePQeNDo8t2Q5sJi1RRRGgpmPjioade0cme7nUhOn++Fuae4SVitq+zOcBBOH1j85VhsR5Qm9Zic+tZ8SzvdLpIRKkE4HQlpmRCTAzc80w5wy9v9QplgK6qlhlBanExUTNCOPpsjpFcx6YalefnJzF4RdRlynipKjijxh4MMgDYycqM6+nUxcR4EVqib8FxjSOz2QiGBq3Ng9v+8Mss+sHanBbrPBGVuTnXpe5En+9bUtzYKjr+OwP81urYUvAHb+5i6N7eZtH3NzNLQ4vq/aKDBWsBC/+BiMRkK7yZ0Lpju/+Uy3gTfVVV3nCEHUVKbrH2/NnvRR0+b7KFLroi0zhhQhXX2/7maSjqchmCUjk8FQh5HCfx+nbFnSPh3esi5cvD2cB7dybvzLbfGf+cLbBG27W3MnluSIjSV1olJoH1u/siiJcekIt6SLdLhOo3d/kqZQuForiZps3RaQe0PIzabtXM+Yx/auDlkFdLWafb4sEqrwQlijNIsPgw3rD0z1JXkmytL6n1o74kC2lNMZPeTOh2IcoVveEBM4PZq+LWGfQc1xz9bJOik7CChkaJjr4uae6ExVB9oObjv14vaKDOLeXun5sc4/9Cm/C5b5nCmwlcFuebJcoz6cX/yJNpULTW3JxNZmRBzPprVhw756mdnig8fqk7a3u8RZ3SQTImfLpRm+8lY0PKaB8itU/wu7zjJNBYoe+c8DiZrENhYBMcca7+Oavui54IMytKlH29Jh/fcgH/x0BXqTfeWq3APWL0MPxCZdJf2qL15cxIsI8IPn8P0HFikfkvL6F0lEPAZzMUMCZPMB9YpBcyxeH8/mVR37Ed1Uy/LRMxsrmQMQvFP3ozKgDP5ubb+kqD46oK11JLypXD3d5IqRwxW4jgYLI8CClk5pPFU2J1bKhi0IqrgzbV4pwweeU57q3UxTSQdLhskgUTn3rMYu5Sb0kgTyrI+gJbLXcuOqKoCg133nqVznDU3qaqSfk0QPxateO+HTj8ZloqqsvPVXL4QbP0jrhDY1A15BMy72nTUWGwij4IAlP5moMXyQCJjjikyB8DoWT9wVVTcQjTsImr1Ql42HNOQNiPIj8dNi+XCLRxR9aUT+KPYWcX9nU4HRe+QjLtxqtn1bC7V7oeRygz6rg8JnpnN5fAFZsDPqvu8SwxIoOIhGO3p52BpLPK1p6zEaTIDbZhubJ3VSf1cloG4tHsjWPDQPFDLXpIPeHnZ8l+rv4RfyL5MT1MBGgro4K6nB8+amSMnLMXOGQXCJOkTZukveRdhECCpd7FOoAdQyXKVWjIFZxI0KfUkXkajjjUxvgxBQx5uID2LqJDQ39ixCoKtjzE/eTHdlG8MHmjAEGdegFJQx4wdicAqVXq+4Pe6sRoBEsICAWY908AncE4fD1FQsyVFRmQpgaKiLPwqy9j6bRbolurbEyJYP56sNXrSajyJCgIxIggdj0tKGh06rTEy/aEWFeOQ62MIMFJpx4eKy5ssoRw+24W1T53wHkeiZRxrxMi06D75OFhw8Bkb2aIVjTb4mcVdSmQkdMC/RNbegQ6E7QilBWjSdA65P2kS4RqkdRCNm5K6HWxZ2VGHfJDCHXsjO7/rk3jJy7YF/7Lz4R87tPFQM6ADzjDkG2Y7Oz55DZ4GgSE8qUlA2yJTpGynphx9i9QeKS70UUiMJWiLH65thEXmAIN7+KgLNlGU141YIBlhQsKDCUFkIFuKuNIpoZloGBNEHW52RAiIoeluuDEYyfIjnsDh7NKCL1w6alVxqYrHVdE1EgVymo0gv9qz9V+d4DGAtRYc2sQ+ACKqNbTaIP4MGBXO3xCPUbgjJQxgSpPOk755R6SbCDoSqduxLGRA4Xlc5rVuBmpuoJIIWvzh3I4kgM1hpBcBDEsyO9E+7BCFnnbWJcafNgvCu5UkRU5hsaOeicrFSElf66yZGhH118AuYiJfBrtTwW0XZ8JPuRvfjr+TItSgwPIEtbhi0QqQUh2JxAQFkirgrlL5Ko4jDE0rxWC+PvwEFhWu/qRpYcCYYk53uzXmbJSu7RytF2jyrwPq4XD9jmjdTIYLQK482EwDcaZAq6ENAAEdPAq3nYXvrCQIieQBCycUWq9DlBGdj4la4QM1QrkdWMd6tOVdNBdVOAnvTu7DYdtoa3HAzznkddylxs6G628BcqePhZJP2sGKCD91aUwJplSvo0Mhj2ELGhN6OLiwmGs9vOI1smh3FmL8sRHn8V0qJUgV+kdku36dJb4aiYI7pMy56zjnBNZfRqZZCBVlJbqZCDP+ig+I/3IP5TkIv0u03N/7nkZ1EFIHP7gOVhOTIaxQl2AwbooFLewVaHU7FJJ4vHxqlsetmnlx5tQWO8NsNWc4G7GJsxb3ZWDQtHye5DODUlLkoogWzi0dvErUkLLfwTI1SMNomVEViNdKSa6l5nrefiJhnlGIWFnXjDanIDFtnmwg9kLOT4W0ux4BqmUS4b1gTaRlyDZCufl800qVXhI7LEqYYAnMAZN59xS6GKipSeP09bwsESYWB551C0XhBeDcaeGS8fBxheICLkfW8ISpjGTIJLZEx1l2bhObrHUtzQqJGKKZBYVWWoLTB8JjXOp7r64DOK2KeyLZNziH3b7hUAXnwL7veesIT4wGM+HX+sG2D7P690G04WNJZV9mdjywqgxtEA5Vo78VogYpMmyQoV+62AYrxe2eVOMNr01iWpNCrBmDI8ldwjvYlIutrGhZbjZN2X4nbi9E/yaHBKOuoQ3QVCApwl3qtEoNZ//QarVQgGOmTZS5cUcK4pqW6K0Fl8zaFnwTl6tMtMdyPKDuKojVtawU5rkgNxQAzPNQpGbbkkAB48qmTsRmTgncdaIsmMpigsyVpN2nabEOkgYE5SCS5w7Uw346QJRnt+LdCfglEl7IzGFJkMOHzUdNnl2qmF2kf3BKx7N2XPqY46YBImDKYy6VgeUNZewV+7B7pIv7/U/Z9fhREAao8LlGFVPKXSq8cWqBq2heHZwOwbDFAWeUr2/IIHm0gRY5dhZMQa50ILD+oGTdGFA6idFULHMXAIJ9GLdpt8xxjqO+/EATQD9AEM0YqqEkhFNenBsMOcrHqydVHhbHqltIUNdUSq2p2z6hqHBx/CZOCuePBqLf1hPh2RY8fAlly1NE2GeIlLyyhjcuKaloxF6tQcubecC59KKu6wpBLm4RvN66N4wQhRzsSkNUiR+fyEvcREZuaTM4ogHeDNVv1PGYPQJmg7EW5LfpqWUCcF+miNKByne5AqQbp/ClOr3nJYwfHf11h7+yeIi/T7TeX/sARVaM1OjrJwbTMySN/VYTeUtlxlAholG5nKeKqUlYulGWVCADXGTVTNli1GfiBuouSpCMak4aGztg4aHUqOK04i1GxuBZCZzKvOoC1v3lIhPbQMFSXiAtJRy4iEThmGqEtbYKuSIBD34mOYrQPcgiGgi9P6Ln9V8+TPXIowu+vJkBdCOhrglHGYBl0YXXXiZEQq7s5qWQODM7wQ1enQLhJkUHAIgmRNoSicqZKzicB+sS41KkLCOWm0Sk8y6qBUGMoh2ltIBJok0X+aE3IoMw7tGlrjUVXdCWttTKadg+jMO+Trnjb6ixchv/PU3Z9SeUBtWiN8jCBLl6RQwvYdG7JB4aCIGUIz2lmyEr7N9E0I/s2tWCqV+qR+6CI/zCnlPLx2OtZcAFyBTIRmdiPHwhZYPkIMzggtKLR4D3yocaopk7y2LIu211gAjoKyeHlyVoLiaNPS+NykHs2VBXXXWpnKTXqymUSDwp4LtXthOLmWvRRGnBIVtCkJReZmCSPuyynzWSoiUryTmK1MdRbB9tWqmUtlSI3lTDfibHj5GlGyChToCDXMCo1RdvLIoeHZEaDehNXwBcTunCxR2VWoPYup+ojcpq97Bljw6kP1NqRue8Nw4i+CtA9BXzwH/L2nMgT7vyP+GFi3wDYyFViPn+1gODZtHredtzm5EF+9x4x1wwDazg0IAK8BG+LkeAuoHYNZze2owRBTlgZpiVLio8SYJ51rBVTdMqKqK8KYPIuUhEhQkS6fYoxdATXBUCkNJUPQy207z3C6FXQbl1OciKXAJzIL6+pTgZjgT7n/gnFNj3ImjhpJLY8pOkQGPJ5ZmmbS0bUqVKpTz6h7zBO4sLDTRXMvHJKDVKk6BUIlGvCI4JhekeeZpS6MCJu3V5+mN6sFedhudvbUlDgJVtSbxTBk5BhiCVVxQc59ilQAFPacMjUbq0mUuMLL1o8V/l14v4tEwh56/HciC8KitKCVZTy2TF/S3VC2xQUamwp4zKLIRZcWpZLNjwv9f7yWxZctGZSJycgn2ZDxGCYgCqEKHbXo07NxztrHut+8ShfnTgvKa8a+yOtWWNw7PKII9xg20GBEpVOQkJqtOJSqO88OVw4LN2MnFGUJhIFxFKAfxrpT1i3jViZ1HSTBQtQSicXH1aRv3xC68wCTVIv8qjSgpaaTlkGrwiNUZIc2YHOGrjfBw1BeEJSnNN7Om+8sjOmnVVsd1IOglkgyxsQp07HbjDpnq05cYEhK32nX2bHQgjph7hffALlISfUk2C/G4gNlo1o5si3bG/Zrg/OSir1psdjAqLdHd+ezUTFiMbZ/A6G565Wko43SOYEPYujA4nDAaphATVdVOgAJhZTJ4kIFE303Z5W5a5JHAK3KqC98KZZKJMW7J9fRC9dLrkE60A2zWGVTlNzetyhUs39StfSuG/AsT3OGl6bhHFRR1QhkwUMjc94CZtNGPHWBQuOdOQusnynIzQIZ56ekmr7n9BqECgkwjyVEhogMiQqAPCNMMhbUOKurcE+4KGwGI9pwifEMqAWttC6FhHNNFG6axZCS4LHVQK1LuFQaqSqJjztoP/UjwDwGukgXSa6QL4KQ8rkSXUBjz1mw2FD3G0LFRkkBYmWtEqPD3srmqIzNrKT+CV7tKi0tIhGFDTv2QFBfJcGpcKtAKgSd5jpaRWXk1GOv0AaTIciRmaRipZGbbCAJUnXIVPjpG2DaFpu2spcdkxW5riR4Nljdqz7qrYSSmghLN8YHBcoQeA+mC/RpkZQkKGg0mSVBQ+sja1ir4dyItFu4U822GCRdJYoxaImIrEavWunkrRU+snmaaVf4m1l2AXvNiZuQFXGOsbAg3Ik2aAw24cjorIblqzCCuglcf1pjiSSzKB2d8L33i3SRWqr3H1wXHQPKamSmLDYvg2RZYMy+3KENVeZlC7NBV4SROrWyux55pOXSQZ/l+ui6+5JYBJjDqREpu2g9kGX2kt2aWVvKdQPo+1HrKUaSDuGzZ3d3wbcyqHEUqorLAFdRmuyO4i3UEqYxQE4WKBJdaYTKNbKip96GD7KG6MMtIrOJt47AVIVmuF3R4opgeBAWBegeXOtWfNWBhXjSFP55eKY2wkWyk8DKZuuCjabTkTQEEpm+QgiIjho2YBXSC+ZbTYTxyk3VwMIBxliLRZw6AdnHKtqQh0A2wNk3gA5LUdLpTEbOh2BOLt6BXKQxxf0NRzIRlox24gdfXHOUHam0GeUexQGJEgbG7jLZRNDHKPPK0g01LZCwJ43Ak8vTOGldir95D5cQl/QcqtbE61C1wo7vAYlckJ0s9xiwxljRWSHNyzFULCNB1BBhXC5qNELLCCmlH50GZtHIDa7NI0mEySRDxwlQs/5MIIWR1C3SizpdhF3llGpsOnOCrLahHE1AQ3uEtLFYPc+Dp0J1QS0iUsiQRGTQZAtz2FVNHSRRWSAFlS6DC2OVdf0xQ7A6mqZORD1QMEi5NdBGWNVURLNMSNAebvCeWY/AmOJROuHvkC5iwIvU0pluf+X+jhL/rckA/YUkW+m4x3y0NGp1kCoKqZVTFkfG5NQ2VweHiXIXvMzdCJPE9t0TEHsSejV5KIKxXFRMBRn0HEW8funIcDJsCGqyssQtqYAl3gCNrTwY4rx0yMCgldSCWLg/GaOcnsp3CxmokzQRgh6duqKtC8bjV8Cp+pBaL7R5MEqS2p087JZQV4g2m57JpkG8m+ajTzUbcNrChcXPIsPjTsOaY0GMAhKRsHVdi7AC0bqyeDJC2pirlQSR9Id3l4YqCDRppsk8bTgm6NkjyhaOsVEBtycGXNCIMQFJNq7IT1Z/8QzwImEAuRjyT4GEgHYjWbOYErEL9iRvoAI0SZGRF3IMUKlsi4ZNTm0vOh1VAlPOCqQ9HlIo7MHk5WloAUV89VF+yLQROc1OPuZOiY5aG/JEIQwgfRZXD06MrEyKqk4wpHdBpAxtO9BOIx70TrZ8Fq9JPHXuKhgArR1mjjWsJWEf1Zo5Q6tOFWcbFZObACWqoabmOaiZKw6SgMJWdy0bJ7Aa0GZ+nCHT1kVkmmDy2Nods2BA2Ty4qleV6LlfIQHrwHNGq9YuCaoXk3M79uxCNBwtJdIKS7VNuGlN4pFSKW3DboI845adH138HPRFmiavXP8AAP/0SURBVCZMAvfnwgEgtyCx83b0xRXzzTtD39faHh2CyTbLtG2FmKUPmKNdqG2+WaI/AOjLclEHp1pMuQEsvtoun3FZ6ZwKnava4G7SNzJclEh0dexmcM85WJZUgN9xkdkEUNUjcjtdVNykdsbnRQ11CqeasOYwqPd4FY98/mEoC7X+ycwxjpLhTJTSqCsa5skdqriEPvKhMH0SwOqiDsqCSEScETNOA2LLN3+XYBAZtmI32LUSKTSamEgAT0ZRhrkoDUIWHfOcjrqqQZrIc53cYJXdCnsnCcpFGBp7vWEnm8pEOYPHZwO/A3PxCPAiJSkCVBx4Wg8BZSUybi8PLMkOJ36hWZOtl+uxbNj2qFwYJdX64iDbDgPktklNWkVpw0wRUlPjLLOGskDSe7axS1DsSONI2Xy1k6qlejyOxjKuS/oA1pDuDYRSHZS8jJQlTCW35poZd6FivAKEox45Rq77LUqTMZ1phhqch+62tYygwNJoTRUqBfLpyChMnC66UKXQQeRhNeikK6FTqwRMWgPPbClDLe40nN2Fz7xJmb84K7OX7OJ0o1ECtPWoHCPKaFa8PBB2j/X8s3DuBrhxVXK6ShflFptq48skGbAx3t2dzdE0LQI8vvgt6ItUqT0MPlHN8d8aVu3FU95ERWwSa8Lk8I4taS2ysoOSrfmtgU0SkI3OcRWVlvoTnPoQWAU9WqJlttrdM9CsY6oqLbRnI1gBqrSADZbERkEYQIFA6hGk7GUhaJZHYT1sVnYq0aWTiIuKO2MUTbBDut6/hxGE63RHHTEZDApbAFvysxuyoKmm8zg/XYRLO4EQNJnpmwNOv0ug6JIh9hnz5UYYFES2Eu7WdUlIjmiYC0PpSnjxsMIaWMMMHl7twlJr4iStOVuIcmFUaioym5HVgEUaHd2TRRjQyEiapTJIQ+hUaNWUZ7ziq4eAMvyLZ4AXSck/iyE7IALsCXvMQxwVsijbZBLW7JvIXNBjWja0sjYIDONYFA7FtBhhMjwk9QMAfCSQijZ1CaTJVlXJEtNSNbkhWpUK3YWmDtEygUj8BPLBCJDs1aLOwKgZMT6Eyuu0lI8Mkuoii74WaWAkKocOvrpYZLU7wToRoIMwHFLkWPgqgtBuL0M3SpHDoeh8oKwLGLl1I4djPKw6CgwmvD5j7cqlYfoUuaPuSXLuEWA/L/E1qZ5vFyXH8txs0XNm1wSahUwYnQPiCH1x2QgAFryg3iSJZgSmz8YVTIjcKxAuoiGPN7YO9UHXNX4Q5uIp4EVqiduBBIDKM9m3LF/GapuqjFWyrLCm2LONFMMC6BUfR+mrOUyYuwkQFasmCggJmIhupttqbJEttKOUkqdjlmQrHQKQK/6yXgG51TyTSxVIpe4b+yjEIklnoYrjoNQyVbWCIhf0Y+IsKWXIjLT+0qoIBEkNPs9OnENTLNPVBguZNouptopoYMGRk0MI+oSXpuXg3Gr9okFiu7Y1N2jecRTKUkwIcYCGXwdSWsATaKUhqLUKRuxKrY90sZxEzxO0WZNLAesQlhzbDI16hwI5EaFa96BF0Yv0hofNyEvdws6GY02V0trJKd98urgNvkhEf86zPATku8A2MPsYXEgqWjOYU0tZyQ6KysZdiKQaNjr2fhB9kO1QqxEClbcSDtLOZvt9gjoin9wipWzdsQdmkLt1Oy2/sEnM4YiF4ElDEdrurTmkus8GUqxKEhMq7iJ1jFJhN5GdoymUAaibRl6dljJQCBCZLathJIUlq4KgcQytkOLqPjjlHie1NHUPKkSoeM7XBQODaB3g60ZmVUwFOnmkp0eN1nPjqDNkcZ904VECj6/RziFHFaKKFqqAyBl1VqWrAHmNn6oR7AXBFzu7syhjQFAlwASuwxqIKM3TNqnDb/76Fli2bsO/+EGsi+Sk2wG+C+KngDGytnzIsUe7Cy7tBDRKhtq8wVDB3vMASAQUU/sHb3a1A2q5daNjSvNX8CXBqNK6qlL60VfJelLrXdUJWNbv1IS3lPXTO7BwajVgua/0gh8rlHBxhhB5AnxdEMBy4vRYmSHXniySik7TwnvEgQjevgfLlWDq/OuYkQRQKf01OgeUFQsGlU1qREjyuIkm+pueM2zejAzdtY/UY7uSBZhfuUmPEGGsgDKOyceiqj2eqfoBpwmkdykDgX8pPHQ8bQAOoAltGFed0o2Bvjyw02As4lJGLWgaIbndAh9fOL6L1JOuhvwQwunJ0Wm+CFI7DquMaTaD7Mi/l+C/JBQKkqS8s1i9ttIy3h12dXxtd9e702sPd7U93P1IWcXDj9gW+/sHi/2D/YPKSjvaDm74cO/g43sH9z5m+3jn3r2P31VWof256T22O++9e/3d63e0vaeNPEkPlP94/fqH3l7644cv/ZGd3NPbZG2ffPh20iefvP3J23ff/uSutk/uvn33k/8f1bt9v3v3dvbb2Sp7d3q1yleV/lT5T8qtqsafbv9JVH8SmWomr2RZtZGnSZ1bKW3STipaVacPyR9eeVvFh1c+fFuZhg4vvZ3xUlz/ozbmoc9NJebsvQfarr/HPHpO77x35102shPHe2RtSR+/e/Duwcfv7uhM7dzb2bmhjVNZiZPLidb28Uc674uPtO0/3H+4kDXs7v6rtgWHW7cWu7e02WReG3Z3bw2CabfrmiYZJC90j5/IWl23l2uvkpXsopXj9UTiio7+zweu8msnFfxdPAj8vSfuBXwXjHfj09D8lEe/BseUiHfKCNVKwuu1DZwRHfu8JCF2m/5X1+GpSnbcbEKhinf4D0gJTM+W37oAYBHlfdP5ZPNNpyLGZ5LHAjgYNCgllI6OtfF3sQY+McVMijmraCm8jYt04tWEuGyVPSwlSk1kYC3x/7ohZNxu0FQIq0TsIg2kwxNuMC25OugpIUzrU0OGH0XdadSP3BAlQ9qSqyrgdk7bPOjASZevcOBdmxJnIVGcqTuSokyjTdt5KH9CIlBNLHXr84xWOeEtFbwkcLRpxD64S7DF+CCU7cY1SiuW6JkIOSxGIvc0ok/s/U4uPg1zkSopCjzVej7KM0CbUd2s8fTH1lyWxCqomyiMyXbYML02w1jDAG/sE3khr6WnQm0bfmiztYN4irxgZjKfhGYJGGNS7ni8aL0Ciqi2ELY1SYe1cyNmXAbjZAbEsFgl1r8pYrHFDyn8rUyKxPTqRYlKdJE2KkIShUY443C79ER6lFLTYI8uFZKQFpWZ9Z8E08QLuvOIh7P9qblTyDwgqtUbAtyewFLmYsKgOboAzpmMBOqUYMOrWnJOHJpYcyMFD6VJLMBAV4s6W5rn6pWBtGpq9WxSc+iflI606r7oXNpaNHN8BNr/jCnnd5EuUpLMQRHgafs9QJY+CwrTwmaVVFVu19TJYlajjJLdFdNWo12HWdH2CcYL7aAsS9lettNT6TUtwidVpXuX1T0SG59JI6CqHLwXyCw8a7K2akiyjvmEXJwTdKho3w4EfIRZNjlrX5pDVGs4LhJJaqiMdrQoMrouTSqEUDlbOi4Qsiw9GE0vFZQzIMrZhURo5AqnsinpVtXCaKeHkFzKqDQlm5TKFgNjxucZS5dkY0TVuwft0xGkB5vxwsBOX2mrCk/Njx/TcVvhAYZ7rO3CTK8GTXIbmedWB6uCKHAuLbtPurIQ1p9dw+YPQU6PdPfszzsQBvoG6CL9flPdAnDv278JEqNiweSthexMGcMzmENszFBobYAmN4EAQMLhLHodbItGu0k1OfR+Es6vRuexj5VQaUH0OiHXhkj3rcLLqj4Ko4xfbjsoWLQjSqAI8E/mtSYOjKYLDxBiRk+dLASEIQhnZYFDH9+WJqvbBSiB1AtMNE3oMdGnwjRtbmSHznxFInYGARgJdl5WGVol85RrUEkkpK2Y1ZeJROy5ZzyWYj6VPSuhmJAIbLs9lauWqiqXDqbMLAJ4sjx7oiy4djjMkCuFCY1LTal6YoIhzkZv1e4VE0o83xLJIFTx0TjLbYRNeDqj7q+ZNPTs2N94Pzs+u3j9e5GSuAIq+JM9VPy35mVPGFiWheUo12XVC1l125ft0UcjIc9Kt8XZgNtFXw2vRYHaO9RJRgxL1y9DaZi3ymdo0y/CSgf3S6MglauNBGvt7pUcheGsGmHrJePIOOOwnVHOBPQKR++aHDAsali9yrVyPR/pzawCilBdtl5d0tAmyXRMXXQqDYRCO/1Rp1NNQhxRlEvBkY1JLB4RSxTS4DIZScLrdJJzNnJOIy1TlEmoMxp9mliaggfVpIo9YJxhKFWqiEiQyu64PmNAN548YzuLDsWVFqgg87I48sPgbx+qZsJo2vR1NjJHDVPGfXTCW2D/IEz/a6SL9LtOp872fnnIzqfmMBwvDFaF9p7TjCVjwbiDXLqzppSIkDBI9hxsk4qOis32iqwuFUg2iiwZbLyWWNGmcCdGskpRV1pWq3eAgFTMx0EOw8MxEsqUuEbpD1sLdskFJkHKiiWZ2U8HNUu1kgHikFTr/IBCbKjvniVHGHUk5f2tV61Lk4QuOU4y3HECVkNc7krVqBLqGkHIevxXkH7ylHA17s1AZTiCUtV0mstww55KPa0DL+3DjYDiN8pTx0zAFnKS+XMiqx4xzmpwhTVtK9ongZS5C0hNppApCqBqkRGQVTGUM1YYCu0cir3OoCNAbnX4CKB9oJfARfo9pzOuhDIGPgiowm5PtlTLyqZNQwvAlVqh2Fcuvv7fENq2MyMNV6HggxtTECpEZqtEvMMHr5xINcct96nLfL4e7NVkuaK1BuobRxVWY/LcLvIbee57tXN0PU81hfa4DBKl4GaIgOoCnY03ueIJsbqJEypcrbhKfQDtQ9dqZZJSWHB1kb3zW4aKEik6C6ooxkBPqJhMkIpKUyozG0g0GyRMHjmsyiLjKWWhPVlw1pwyOjVTmtiE6YFLSoZDBk5XSmr51Hl2nUBED+X+QMGyUEcHz0nwYo6+pstYo5yAmQCqu76t7nICLCeumoZQ8opTe1ebis8BHNBR8Hdw/rTrsHaEC4zxX6Tfd+L9h7b6OVSS7FQGJIOWMbHAbFg2b6zIpR9L2bAMqcfssjz7JVWDC31AMkcvCzimsVFVIkj1WHkLZVR3bKcEKW3HH6rF15hA3SK+eR/Tmsip+nDOGkYKK1d1mNSDle5MxhdISVDNRVpWPQtcY9IQVYlQ491J66IX3V+kqIHlEAEQqeL+uxLqhXlQEsojMzsZIuhqspHWqJMNjBt00Teye4AoZTrkdOeRZLpoJyn0DFV4u1yf5IJrAq2D0bQjTA1Dqld3rB1BjcSgSZV+Gx27Sj++c43cRwqbiqopuSujC2VskOUwza5Z5LMOWHq9B74IAC8SScZQ/wp3fHaUmAcPoaPsiSuqjQwHU9aOjekCK4ICleXpgGeJ2dJOPGAzLatUIyK0ngWya1DRebQJTAzomnVImICkZLsCUUkl62D2ZLpq9WyTDj2OykYZ6wOanB+hUrlBWtbDLREZR8HRbTuFkDp70hLc+OJQHbmor4BYAaFAeglLUobYevUjr7zuMbF1SJZokRpm98JWV40WAJJdOJugTWptrZJaJ3YX0YDsM2QRIuvIXGvQNwqpwFK81QGno3qFgCL0ZRBhHqClq6bxGuvfCVcWnH7ElnZ2VHBFhWeLAhHuKKS+P7DYuqQZSWafDbOjkyM+vXkqQ+ctyMWbkIukxKVQppCXwKeYWD6KFhMn2YxsRBxZAK5iVNi92rG6rK9g2O2OXO8PiuqFsNdMI6LeXJqDv1tAdPlvEY33HJJhT5dKfprUFFAWpm6CqXEMA7l4U80mnuiWDhoBGuswdhaZQFwB5MDTQsKKiNrDWm3IGrk76t9aUGYhZyOnUhI6UQabMhIE7Wyh8XarB40NWBXX3Z7Ua2uS+tGHzNC09FbFWE6Az26TGC4dp/Bp8NFtGqG2Y1NDgzQ8yOSaKJM0Aa4WoWfFBpcKmQSScwlqJv+3dsw34mz0jgEv0u87+YeBVOQX8fmxXHk/GYtXLAamhmpydO3iKpSrQKHIdVdGZ7uzMaZUNnWZtW3T1YpvbJVqO/IKqvF5MTXPoOs4oVHjcpZYp6xNslJ0SBLEdSsFa0YUVxfPDpMOpmN3qJuogvEKpADCsKaeQFED8giwgiEM+2SmaHpLzMgOZ1hwH664a+3myWSXEkUjmUVGmREnGNPurM2TTM3vgD1/JbARkdzq+/la6kX/TCVbXi+zjYfJkXxup3AYK58sssx6omLNlo79lJYQdRA6t5QtIJlInzbExlTcGCsh+wSLrE9/HjXCU3h/0ZMfROBuJ+FfexZ4kX7fSXaQF2QnMr/4iopxMJ1ccWWBXoUGuM1CFZFaT1mkJtYmUNzXSC2vI6h9D2jDDCZDJF4ZdBhZaNrrS6BF0FiSzdG8mnL8koT4ZSt9iUhMyU46BkZBrXwGQ8BF4WVCU2RF6hz5qgKsiVFWRfkZYgsoIcomaG7RIDZDpYIlBGQ2pS6iiO0V2OpQFK02wqqmqEtSqZGi34ilCLqaqY6Q1nhOxe+uqRTwXK0Dzh3LafpcCpAhxp6caqo8DSEFZwVrkioz360GDSQ6063Z6m6qlqy9UNAAeO1IRq4r/YuP/nb35vP51zf3q/kPpWF7vlnV82lTspOuFOR/nL63r2fTiQa2tVuNZ9IVZGxGKdd/DYk/yecmmBDQQSC2VZ8DlDnpKIBjnPgZjniEioxEZMOsAgutRr/Ex/YaKUeB7bsE8WOvYOwg8uynCq0C0ZSYnstDmztHkbnKMSmvf9HR0YPfVzKIkoW3dbaAVL2qWgcqu4ezXhxU96ijrjLcoZHAIlaFTug5RDTch5/b9SeAEJeoEJkprJ7tbI2cjZyDOah1aezt8Z8fHloTwVVoM5ZsmEGTTTkoM1ZxrhFFCuz2M7mEVJ1OaLBpxD6RNa+M0LPVo0BBIyVv/6MgnrxJrQ9mtbaOauUkpM9qZvYkz2ebRnDJvjbwMUDlGb8A8iK/BrJbDuqO6ne2v9cV/ABKaWc+v1nV8+nndIClwvf29UwaNtTr1Wo8m/YYbzlA14fNq88G4c8B/RNTXoMR/Wk/Iv47Lu9nO7IFscqVYkV2NliTD/YRMUplAWxvwVGJi8BuHZqFLr4VtNjLAZQA15c8B2xQCtN7T3YhOZEW1tQxfey+EakTV9NSoldq1pAMU4kYuxGi1bQra/nRUAGX/W/cox8UKgucismcqKUDCstPlx4XFWhAZ7BOHAwIbNwK6SqnBRGhMtKVHqGlaRWkZiVTNvD5BEqew8gSrtwZAsd9CDk5384FCRUsbqjGMCkFSxwYvBPHroXGq6mPPNNxyUPMyEKBNHNxulRPWbWckyLQYXq+8LeAuBe/xScdeBWc7wC8uLQ9nyv4O7gpRQ7iBp+X5HW+D+W0/T1oOcD/UWg5SV2F7+vrmfQv3xv+tVQOMGlr/h3q54D+eYnPQeVpSELAk9N81K4+qoUZybByMVUU4fjHRwOMd+EMA7ZnK6YBn1nH1BjseFS1GAkFVnwuFAzseuGQVEaU+i0FLMjCnFRzA3pVsqAsiKCv/b4NnTWVjCcwchIPHUt+HJuDlNbS0YwNFXr6c58Cd4wyjNBqArUqoRBWKQOjLH8QPYIwysgUBhg3UhQoTLQD6DmHKtikucflm0efTzT0BOC47We0R+2IpGYJcSlts1jvJAvtB1KZA2xqaVa1uckTQI9IGPTNaWdqPL19UoVipsxosjTqBLSJnKJgyNDciIB6425lZASluLIrvj74RocrvtMvGGucS4qTejz1A17uxvejXvqh0FAOcFHV/2n6ARWSnlHEgd0PpqkDPNnYePYUDN8F/TOTQ0C7PsrjGT8H4wgwKzl2SfKxrMkFAC8xfzEiNoeZ1cGml6RLtnIezyWsVCYR/pAxZMvAYvPIHGu14ZrX+tAi0zFOxnKynhz6lWQqZsVzOeqKJJIH4aSaleD7r+JWXUvNZFGJOk2qHl2vOwJxLg1MCNw5fLCmxPuhZFayt2A4ag1rwhzw0gzSBK6bygf1VKNTyaGQwbZKAzWw1IkTtJbpvpL9m3e/79FQjFLh2VYvgvZE98E1jyXPY33wQqgEdT/3k6L2ALSPUkGQgKh3zpSq0ICJstTMoYrM0R3UhVaFR6WKq8qiEHrUBnHKZQ8g/TEHW7qs/oV+CHprvlW1ul3dlOuY37k6n2/vu01s2FHyksIYVtXtjfkdniLal+wrnpy/PHE8d6YR4M4WdLBWD6+rPpE3sue+3FCe5M1v7jcVWl97880rquXRZVNk4gHlzIGV6hvutTS4uQtSvdxBUOoZqiI+k78MeSQQBJ4BvEpPA31e/SGP//dS9PielAfC+VOQ/B4gRlPPnG1Z3cvQShxGZmmZCNvC5kwcgEDhc/Q1SaIjI1FHkUeaZZDCzFOs6YJt6y5ZXTcEia7V5lBV0YheDeoZRI0AuFyxhiKspMDgXlRhGTbi6g5HS0VeIno6BobYjDl01Sy76uFT00f1QCcZ2rKG1jZycD64pkPYajcufaJ0J1FRfsf7JONKhBCPKq6ahCG2+L4hjbNSAaswZowSg9IxXamiRJn5ENTBl3DjRoGXlCIdhXhOhSelVTxJTbTp0qGryHfIb4GNLGKLAnhxWDFZKCcwnUZqMkkGLis/GrgFfoF3wfI5V3On11zM2h9S+QKckhxkR+G6nOQO7lf1qhlwgIWcPDoTY3eArwe7JWwR2pElQdXYNRu9Zz/Jw5M1Faqv0nE+l7RCnXvgp3hRieC2CZCsSJ1fwd1pLI4AUy9vd7x21skjQaDjYhNHaqr8g6k++/68lO+Dg+cvQXhAosTnAGUuLPcyqRhPmVBZEy1ZV88yOhM3i2vUgvkno/xprE6dJBxk8Tr2MW46+qsbRRas5UGcDI3JWT0RyWW+yy5CD0JNJTVTRFIkFNorJX4rycT9YFK7/mJ2uOoO4+OU6c1Z6FaHD4j9paMTDyS3Yao0YVVA3lptL1Q7ZoBxfqFxtmagDI9CjaMNTGUxCuR6tMkwomhY1EHo3SYmz2XPAA6MvpFFRkJIS00PUJpbg+WdtE9nybfbcoKjErIQbZonfvABrUNjZSjp0lWranG91F5hq+fZhCSJNT+H0DrlEeALTvYwN+2B5Qu8tglzFAtFNzUEbCj5Gh13N+TGXvsbD9l2VDVAvkRIHrv9+8RBNN8kkKqikaeRc+k9TOQ19ivvFq+INun4ytpqO57KgtOXkPJulrn7qBT58txsXgm5k3qVh71sCcO2yLbn/7m29h6C2jPFLVxppZA30BXFjO5qUE/dnf9j6YfPeK6D9n9HPANkkeV+AqupVe5SHqwv+uSYvrPogZWBkh18eeFDkcIVU1skMVm+UQoCnsac7CYqRbREJdONCZpMaKlQt1gbv7jsJ5XtCfzoqQ0oMUIJ8AHBUalGmbBPhSkMRdk+wGIuJuPMl1xaeHhhGjcDJi2m6txmMJgcimf0MROwMfC3hvg5+AmaKlHeSqkpQk8hejUWNS0JCiUPqTXCDhWTroxoJ7Nqr7FHBpq7gu9LXal1ROH/jEM+p6Dq6SRUFIDC4HriTDXH85oZ8lY8KKmDBKFQxIKv0lR5B6wtn314gZ7QH4OZv6Rae8omwOg7FEHJTTTUhgntjMohyRMN5ZQ2vvvSVW7DSZSFlfD9sYeJvO+yg5Qv+kI6ygM1FW65L0kIyVVIosg3/jBxS+eeAeLkTjfm/1rNOL16BhgHeO6B3znQRtS6PL9z+tmj/9F5yhmvxrOpPwOsbeBNMNbWlowtyqZD6ZqN1Xs9uqvSSFWwtzA7VSM+QiyJ3CrV9d2/1BIeWzQGW0YrhClN1zJyLIyy1lNV6KcYYSq2KuoQiTogxX5KcAGFTGmkkqq0Ij6pjY017/VryhoHZc/mJQ5tq7wvbGCuUEcSh/PJyPjC4qqJgbZ2s6mwAOLmEBus0hTySyVBGoXbSFygIMZNMP7lBL9iAgKqQuyIzYQLrNLBo/ULqxnGaA+GVNvRcqrm6SmdLFbZ9RAXmQ/owGYPayIfSkUPLz5YoOhnvEmQEkCbloGvg+TnsF7gHTDJt4byBXJDiovs0xLo7OaWTyFboV7LDSLpTjkkO0A7pZU90/k0PgOMjyxf13oQsKU7kj2yjz2rsuWHbuVw0UF07nZt7eZ8a1YIxXfnfMuVDGZtuOJOeM73pQGkm7A8xrdWvUeAnbyBDmg63cEJm+UfTri2702guBGO/+PXYPKMzCamzLW0xV4C5tLqksUfq3JpCuwYq6PIFd4Xb1EazjEsz0STTk2ePw9W1m1O+bGYONlxAGDtzvD0iusikyKO3yreoRTc6xIwNHaVSmKzvuFyadaJeukKFoajqnczeqqURwUzW6pQRi6JPvIJvWQG2QZqLtwNW0AJbEgmb1trpy9DlLO81aH1MgREMVh7GIC5KgWtpDFmMCpu3PzJGkpR0ISLxsjimsd7zjlTuNVz23NQ6blE7zx0RkobUghqr5fHHW7cSOtmsoFSSBmxNI3tZE6x8/rowwtOCqK02CuUIrryMm3hm+41CwVdpTu73/DwUBAFSLt/S7DmcG6aJGKR2n+VcPvNP1QP8l0tEVF29knPuDqzNu3cl3S8hIRt9V6KqATdU0WA4+ccd8b33QnxprfA7ZXv5GORBZLilYDJH49SfnpyH89Nxpzm/neNi6MXMh88la3InjB5p9iYrasKADbDRG5wiCIXXTLkJsxD94rvXHHcNIrSLkx8T1ZyngKqqVRREOCwpN4lehl5NRcQOJQQm8tFP7hCXXh8YVG3leSq96Jhr+deTnSkThz/kME3ftObJnCVFs8IOg1ID8nVAKmIgkdZeKfMpaMu7SL1sW9mDkHhVTfCL7WRgkAojM2HhkohME0X+zTlbIiVOA9VVWPMneFCgTSdKF8iPXiqTbWekaOKgYUIjQtvoJNUQ2MAqOWOs/U8FiEUTcaiGjEnAGmlYaZSSJfaRgFJa/wkwg8sil8uOSRrMVZFVwq1eCb3ckWAoBqFk6I7J8VyA1FZi/Gm6b0eAS4fBSvf9p+th35bS5qwq9p7VtpUTGbtHNK5rybh5vzq0VSRSapngNt5sKjG/nyrX23O3wIjtyLARj6CDkqLSsMVv8b5JyXuB9qlEeeXa+ns7XXS3QMbGNnwp7NP1t/EFFe312/b1mJxRjrb6rDEtpoqiSrkSlAL/eGbd7SUYrMRolT8fPCWo+GsN3hKOXEktfhPZQtflCa6SAF0AIIEKXX9Tx/WWEQBi++mWbGS2vicwwSYTizW0mByh22Xy/rkz/dmK5U3xr4BwxRlJUpr8fb/uWGUEk34KawoFx21JR0QklEhlAEgQ6WZykk5JWrsTVeCDVQaNrVqLpItzznH6i0pnanoOsAU9QxQ1mT42AS0PBZK7tU1FZFKW8NoM0yyl6WDRmS28W4gQGDWB1bQ2pWtFGhwHhpn1aBk9mNMyt6PD706/fPW1I9Kckv73R39Yf43nqZV0x8UrPru4TT+8W3qtvwFQZh8yXOeAd7vbum0PnDoO9W9ecVb30zkib0c1FeTnkn2u0279FUxJBHg2qkVeR1FJikR4G6e4NHYPfxbd5HlAB1yun664cd7E3L6N+jwEqd5PEHbz3jany3RRfsinLuUPSrLhO7aAa6vL2VVNjqSDOnu+p9VWQ1/Wr/NvyAmPsB0IWIviyVx0HU5tzvxMEQMUIN9Y/1dM9V9ZKHC31ZBiexJTW6Jz91Bt0w/6sR+x3wwdl5VxHl7/cMsObXEZPfUSMPVeJ2ARrYFaQ+TYVq8ibcWb107mA2La2/octFFiNarm/ta0nL4an39tsZ2708HGad3DqT20kJ7H3ucZCh8dJU+SfSuHsjhkgRm2/g+k6pbFFqULPSxTv4fEPeWSg3VlwrcWx9osfrjlzmZyoYZ3nP8cropDYqgC6l25kSJKuQusoeEHtIaC/D+5MwEFWWaVpKb3PDsaFJnXXauK77M/kV+EHCHj9Ktvsb5EHidrm2eVHQltyMHJNf4LY5h/uXx2iaBF05pE/+gYAkBpGWLyvjo3kuTG+ExAgS7KaQFVA9h0cHyVH/neG3t31/isVt6/jIo1eS/5CBRIZFiSbg53zqZKjJJieJubVgBh4PiUbnaO6jnfvWAsj0DJByckhdIjW8F29+LxvTfhvSzJ/8ajPajRIBcOWVgRIC3Z8PH6+tvN89llzMT/E0b1V0Wsy1NByqQqKCF6cVBCVRJlKPZ+wHh8Jf16+YuOUlqIKTAREZpqrSR907MlNwOhveuXVYF3wjjcFsDEpVv48xUXcWTQAxlWOwHxGPZpqJlnglMxcM31g+WlPcgaG4jxCo0CMiWq9tviWD/rXX8JDKKX8MSHXJRUQyGF6pXdGTgQgPBa5QK2gOmnuRaQ4msT4ZgVNqUjDNgYS6psIdd1U7CHlCDGd4zQVlAoXNusLQncI868XeFqExccNYytWxm8vBLPY8lGKtDJSnTnxnXZmNpWC7y/CYWhv8C34LkbUNcgetfHn2a52uz9oZiQ7GVUVtrQ32Y7+opAZLTlnyFojK8XpNVrkJJEeCiqg1bnwMsGj7CrIS8kf2o9Xy4W73AVCrIAfkZIDHkGRFgfXRvvvU4IivVM0B5PSfuY6szuTVHfdKag+uoBNGUvECNTTNkyHfj3J8jZT5Oz9aOZ6ezaQAoe5zJwc1WCtIImGLx7LrbW/+TbfFVIsC4jXIesbMyOdkgLKpi4wktYpHdqRABGh6QPFIeD/rbwHyEDH5VRaoqnTdArve4MCHGxRMRIXPnLkgWaxGOAJEsVajYn7onsZmzjmHh0H5zsK4MUDvUohIdFnKAw5OH8mx54KY9GYoSyNDhc7jYQzvG0RI1uEOb0Ck0yTmqy/LlLYewvDVYlcFZDhUSok2aPkhq+GR5eH1CBeoScrKUxZnJzVz0AbBbDECTeWtMlSMgReBpkzJTarSx948ANjJtnUl7TjjzCpWqyS38beIyMX4zDZ3gSrL5s2PZ/Yt9B3wDv7JVQRsfL37ntKKrfO/hnc1EPKx9B2v+1gUuY7+5qX+pN7MKJzuy0iQCDGt6aj0ojfIm7JOejd8zGhX2TvMxmJKwLX89KnLuKxqX4wDt0t55mPtWniZu7dmfEx6u7PtSN12C007uOkfYXlKcvmdlzn3a5mdMDEjGkC8I1TdBHBokAry3vn5DtsOSs+U+HZ4SAWJit9dvPx0Wf1pf/8t1NZ/wyPDP+zZNzG3xidp/OhDD7fX3Xl1ff1NBj+wxUJu8CN9Yf/Xa+vpdenuoCvTDE0S+sYntvv3W+v/5c55Bin7xlilk1n95n9tziFdvjFWFdqr/Zfl07Nosfz7Aga0evGlNn95ev/un9ff/fAMnoo4fiuL9V+WQND6TvPeEIPGcJJEtNARxDw8zXkGmOjsCHIZbKhmXZEmEwprrmirpdQcmTeO+yN9eKqhW+ovum/+0/n/+4oE6INPEMytZ11m8bJW9c+gQ3IUnEqg2ZimtXiCFrBZOw3OuNmezx15hboma2XNM9h5JyRTntHPfItOxpHV0RmK9E915DxXveCW7SKxOFFLmDXQe43kUBhuRhtio0oiSyW5KhgdXvy/DrszrkooA+XP0Zvy/yaSADL/44tOvRpH/SfIjEW9O9TXbpyx+pXtu25BsYYoMeQa41Bq/PcN9rOtIPOh0p8ztBq5H6V2eFSbJN+xW/Y5XOxFgEi88/uLawWCvcu22OmjE/myIvJWpCZ4am5zhG1ADbRq8O+gOs2qrVSiJtyLsrV15NyVxCeg4qpEMRXINl0V6d1hE+Pq7y9RuzxZu17NPHDjpQJ72GhL2Ce2cEmeurjNVf6I3yIb//n/W1z/kmqL05nBgPTXQsGh28yJEgLa0KZLVWwFVoLYDURVMTBHrPDleA5RQzhKKL6kaoed8Vhzl0IkT7UcDYu/BIChBtLWm6rgzkkUJSBxGn12aEWTvKnyAlOoIUwG7jprS6ANN4YqBL4dYZMmFhZ94gZPyvKpK2KlGJ7X9RWu4vN+qH0JQPnvBHwP8R9Ou47Y7vqV8oelXo8jPkGQPR2sn/o6QI0AsajV72+v22rUHAti6ZJu8rHyb6EUGiwN8j3X9sSjefv+t/dnsw/VrD2Nxt9ff2j/5v2+LdCWHuT9TiPQJ8d9bB0UliTwD/HA2+/gNP0xUrxL59hOLPPhwOcgBd2Lb70xJFCuxvb2CTZFor67wbO/OpD9dD+66sXw46L4d5M6HM3m3t+xDb1uDkYQQ1iTEtut38HG3168tkPSmPJl0+fiPswccDz4kQkal8L49DLs8A2SQxJ0Ek0gcNJa/LEXQxj8wYAWOkM080NnHHzJbYolHTcNb6p54inIBwbHAUxhkmNmVAAeKgwMqLOF7Yr4u1BwMxNnCYFErEHIcSYeo6otRmnWgBz/7S71QLnywb4TGZYFaMGiaJhJtcWAFF0NrkLWrf1XcGQT+VCXdA52oylWgjZzsrjkOvAHOtf7YoeBvL7VPzP0zPxXyoxKP8qIILxB+qykXQ7s//jKf34vUopARYod31+/OZg9fXX/rNR5cxbqU5Ch4BpgIUNHM9eVyNfz3tfV38Zx+qCesorB3JeNjArY/EQzJA91dAhVWcdm7XO/9DFCH6wrMZst7juDu8tpF3m8gQHqXy7lFemU1CtiEga2qD6iij9anwjBUcdfFosjtLUdk8o+JzcRMGMs4G8lHJvEXfSOJG2j0lEIHO+vrf9RiO1H9j/50cJZqacRbYJ7+UWai6EWH6+t/WikylZdn/Kul/KTAPAMUkeYOGq9NZUEc+KQwiG5SyUL3Yg/W3qEefxkgfj8DC0jZwaCQnSCJ06OuUFKFMCVOmRGFN1kS+mM1n9U4EmRpt0rKbhC/UY+0wtchFbZiCDKKATeJmure7RQ6tN0UxckBzUKgxPMatVNGWQ/ONQvKx0pFrgDwdDg55mPQfhj4W/SAw/Tx3YtMvxpF/sfJ/xF9nF9DGCPAJ4r0XlXtYH39Y8xJ1iQT1eJpb4EV2bw6e6ow5v27u4OoKikcksndgEt2+Mb6ew6Rln4cNlIpGmL1/fn9O0It3tB9dj51SFAnkQoJn8rnVMJNiKwo/rK6JTYZtPo4UAeqriT4gKALtaywu75D3Ed6k+duxGbAcU0rha7qST7Ejy4hiQzh5UPtvZb2fKwlJKHUXbk+hYI4PMD9IYFCTQV1N/IkkHnSWmTQMw86waBiR1UJWJ/kZbHuz++Il0/F1ORSc4vducIkY8+BrIBq1iO+gT3JYwBLqTMZqTioesXkZ4Cjh/ShM1VtbJNcbVuKkVd98EbfTQ7oIzUZENpmYKZlt7Y+klIJgY5xo5HMJkVhT2GI9SqWbORUSmkLyKcPirCVRIAy8Vz1B0z+Il0kJT4HKP/HF0GU/JkNGZIiQB0W13gI181LtpVngE/kJu5qjT/U/eK13dFbKfoSsd+dyBHKd9idLJeEXHn6pXTtXX8AjfhNUomIHir+wr38Wdy8cLi224l5mCeNCOKgUEwVNhEcEExWNUGX4kSHfry+fvfjLjRANKvY7AGD0DDHfiHB8Wv8IuHPocyktUcfjPP9a7u6f9VxXetpopEkLa69JV+5uOZe6MgilnazioClj8mIAI/8ypjLzIq58/NPZpY1yjRTMjeW42sOM0/N7gwcSBY550plcaoiB+JvrehojMWSTCAxqE21tQmuqLofi0y4V82U8ZTVC7sZzBQZ2kXJidcGhgQ0XCqjJFxhdFNAWuZyAUPULKjbRV2AXoAsnaNgsoYuAVFLm3IeAyrfqm888Q14IsAL/3eReANyeiaLyP8CEwE6SsCSPiQCVGDk+zU/Gwe8GhS47MqgVopm1JIL1Kp+yAeBk2yW8ivviYaoSg7wE4F4HCbKj/3cbPaUpUxsdV1yr19b3xXl7qCYKI8XI5JHgCR1K1mKx3ZXBFK7xfZAbAqp3tOq1t3wQ0Vaiq7My2dr6LoJfVM9O2iUKLmmt+Xiic1YQlMSB5Oo75gVSX7+6UHUOCWf49uwEjMWL0HdzkAoqyDSYYyVSS931eEw3LmmoWnOJEIj4+qgqUbWJ4w4WxZtK/sbUR0dvKpqDHmMhdKm0XAtc8okQmGY21RDrrqjK+Um0DsyXLQrXkodtJmSXdkijbDjk9zgKJXK3bkbHQpqjpIKvoNd6MCDuwoB1fITPmtd9OSMQbm+IWL1XLQMTPgYaxgbs5Jt3O9BvF+k33mKEfA/qcdH3AM7cWHH432iCO+JViihkqMY29Bs9REvEJaEaQez5ScHLPsPj2+vv3kwW937UKvf9qbY5gDmPAOTLcpzAX1THkJUZZninA333lJHjrYWb1wT/d2DYR9H0URi2FpnRHnD/hvXFCPaE91769rtWZdwe0Y/RwhV1/tPpVQFdftSAp927V3x3J2pRveKJL0qiuRaI3ny8d0K34S8vf7WxwxPXdY4h7v7PtqzTMQLJl1dik/Jb36kl3A8A1ypQ40/movsj/iekgmHdQmnGy41bjsXHdvlx7lWdpo136q1byw7VgzSrK6VvPI+JFcar7If99FhIs0A6dyuL2zJgotIZZqWKyaqhHrSQkizADFhtSfBmgECW4xQzU2WzkCCUDM1t6BSjGdiN3vM2iUrM0zx0auf/wFTOVsbZqe+8b24+71ILfEBw6Mz/i6f7dgrwN+BeFv3ekrXdhwErT+UFeUDgh8CVtLSVTAjCi17V5R2bJUOiZw+xp28LSY/DtNNoxOfrFNW/Ob05kNiI9K19Z36FMtOZEuFj+2MiuIamGKTQ1Qw2Kp+lYult67lakeW0u/aru/In0QdRvQsyfuK6kwi7Cip2A/ksEg3WF6r4c9uSGf04AEkfluH2YonkU7qxXpVyKmoWUuTO9/1nch8a8fzJS70sbvQrjq7e+F6lAWcJlUzUC/PoqpK5VZNTRGaQ6ogVfjpnJ0N4yu4eSzYvIYFEu8aonYUl8lafOm42tgonyS8R1P8pnOFfrS7b+omAyO0svVFP+ViAV+gGg/1EeVkZcdsxXSEypTsfAFEl3pZPPfCpIso8CIpnaytneq24BRDOmuhAEGM/MK1u4vZU8dER1qHMiNQfvn56j6hyyfyCLdVGx7yRuDN693o/Bli0SyHP71FkONnYPl49JtEkzAv37jNOwgeJfoTxm9ef3X93eXbcgyvLnSDiMhrIhYh1KZ48Oq1dxVHqXrt7keCvrGOLqquKm6Tgg8/ubZ+DfVGFsn/RGLfvDMQkGkloI5XzzMk1968wydlpCF+x4OyJMb56mLgs9lWjnlwFGzep4M/Hb5MieDZexB+Qi9xpw458xbYfAoeLVNRNGrUGqVgrVtIhTeO2nRMp1yFOJpMV6tQCiA5urW3v/NXb1KFNSTeSIYanqMciibSGZzkqEy3xaLCQBNbFUOQoNxpgkdc5wwwVuMDpiWtxWZ5eS0D1mThsWIa3/QzfPCahFSExrQxJ6eOUPfQ+K0VN8C5A67ff7tIP0va2f4l/8jy506n/mlcDSAB4NExBslKWOX5G8/0sB2OWhKUim+ceOidGgbXKrI/Gx1EvkI/EU8J4JovNlWA0xHPwYLhSBKKBc7yK0gsWUVrr/7y/rup5T0yVcxelNh9pxuF4hycUICSIooarITTcMUkrFIrTZLGS1cyKpOoH+GLgEGqRJgKqYL+DQWVKcOhIp1qMjz6WqTwabqYFdoIMbkS3kyHFpaF2oWarpECIEHT6hbUWkhgMDQ5U02Ki2QEtl4K3XAquiTVKv7D6xppgmgYDrpKH6IqAUrIjgstEDtjdX2Jhyxh7eiJaH+RUCLZbBbgIjRKc6R0n6Mo0lE9A/Qbv5j/Rfq7aci3dr8/+bdhvic9w/x3ZZ1P5/5B80ell34iR8zguNwfHwTkJYhWGwtOR9sVK5cdm48tqSwMSwqDk7lRKRv0Vzm9Xn0AYj43tQlgEUVkr1nsoUglwlVjlakIiRB59UtVIRVVEnxeWEadUypCXOuKeCdyKgJScRqro5Hk1JBMJ8Zo6PGDbPh0yIydcHQYUYoq1L3l0AqIlZP8uIwju0bDxYVWaOxTqpyISGTlnE/u8e2dgqJFnIVpp4pyMFO48WQ60Sa1iiY4Vwhpj22ZJTrZOIkZdRMkfXGM8US8oDAWmQ+dqcNK4cAoOqWm0rBiQG/kY41tAOSacZjUOUbIU+6jEz4F6B9C/9/iBHd+8N/TW/oBqh8WsD8//9N830k3f+BD2c8w/11Z59NPd4A/nSNmoL0ujqcYjAzKyz+m1C1Phaw/C8WQZO8ATQ19ctuUvVCEGeFGmCG7WqSO65RIxP3lQxbJvAWmpvSmqnaU+AoLSNzplYDoLAhrniSsdSkJQsrp61DBkWqo5UEXkeGpKntPaV4TMl1m8WtM39iFFBAF9WyT37sG4WN2r+NGmMIYBNpnTHNRsFk8MO2U5xMXsIiFOOKqwUG7eShaM4i0x4LdHdeZ9oS5VmKDd057RJqv9dhiR+reDdCuRtGEkF2RH43VfxgU3c3LKRKk6Z1DcrQIYyHR+jg+UJu//Pm/JLXfbP7h9ANUf0fAbHve/jDpucm/DfN9ScxT2c80/176ZRzg+F3g4zM+KtrWtGyoDEm7X99168IEEzTYOXH1jZlBDfrcBoprcEN0CiWLxsXwucDRMwiH9bpSPSYHlQ+6mFzVXPmDDalRcUNei/SBmsREaVHYMZnBfECjZhsHWnltmsghi1p+wKaqZVmf+C3mbUx4XnvfyKuFm8i47ubYg6hZhJCD4NbNCluARtG8xjRbDpLcU1NLlwod/Vd8canuK8fWcdvcd4mD21M+koCuicLZ6GAzyPSoRc2z4F2IOhdujMh07pPCrOkAghFVNyXDFAG54i6q1W+B64sdSSVYOWMnS0V7Zuj9UzBg4Tjio39YOp98dfrf4AX9u6V/N/0A1Q+gNn9MbLn9zB/D/XzJfyH8k9I/4ADRPfuwdpxvghAz+P98ZUReHfYK4xIEqARwNEWsX5dZrTgg2VVSNL+UOpsLS1cvOFroQ8UHF0xQNePSN0SG+9GaqHG7XuM6qluvvqyAWl20dEuPpqrpoAzWvlFJI7XWogwSsJ1GuAJX08J0AO+UWMtDYLqIhqQ7ylB1ZzWufLRNqXk+wfiMW1W9pyhCzQzN1pVWbw1GkOTgIqBIm1dqyQKVgFoljkDrqkJdRzo0a7hLYCMx2qkjIBTU5mF9I6gqZONdte1EFvNEaaxPWV2z2B3I+cx1kuDSa37SpWYv4tz2RVlHVK89GQoAsKTlkn/99w/BOAK00b/AtM9v/PGrflrn/HH4S+izJ190VbeJw/Z866aA/DMkBHzp7BzBQoD6oSzX7MJMVv92Xmnw72ktRqomYP+Q9jMC8nfpZkz1Uf9HYCnsX/A67yrfleZb9ZPU0973r35jWnqH2Vrs9ua5AeWv1j3QIutJ7kygrX+H8CXh5hvm8aD8R+kDUP95emRuXf6JDjDq8tXIbE4yVa8XW05zXhO7AppfBtYSx+lgi7SLxfarqCHL3e5MTTeEqe9l2pCRVpbvfoT2qz/nXLxVq8XCqjEqmyWaVQkPFi4LxfHogAuLbyUEKLQpOII1kqJWpUD0VlxQlbyiAGAv554bs11v1UjhUD1kpH4Dz/A0M0o1kGQVlHTsY1hxwlnkHkzEaayC5TI1LP9DsyygICH3mTDSwZv8DsxKUcQ6tN48n8UKqLo2zVjL5qw58MTXCFMBk1aXmYoKgQGgoYHxVmFANbSjZWLBJtxVace2tUAww9FYDbYopLQsBOew0WpkwxN+7MMfdsXmX+TPQZNY9SxeKdN+svS1Dr3SYPP5jmgbgWifIdiaNf8ld1A4s7SU3+zrf3Du/wUhdQH+Y2DSf54TUEC5NoA4lUJ+mcenSY3hg1Ez995pi7lpUc3nDGg+vzWS9dS08DPGERt2XHEJwhc22p/mACtJfnlAvglSxkTpxRHzIsLy+qKM9ZeVl/m7mU8lUPc3vNpWC8HmSw55YDT9Cjb1MBja6tV2NovreE7JzVewoik5DlUZPVJjMXxXvLJxjM1ynNA1robAEFkMGfGmwD1yFIOO5TMiMf1W/IeaRSc9xG2qkNbMkMeDK11atEgNYdbe0oCSQj8s0zYiqR0FpsqhzphGFLUsVUEocSiChTPISUeqGrcjY0alvaARnrn2o4B4MAl2F4IaZcNgNyCS3TJhP1XuJ5LLuNxmKz9nz1UXUQAKBlNVCkPIK0s9NIyWwRWxy7NBtzj5Y/Tj/CLqC/s4tCKXqwp1rsTXaNHuKPZJCOS/Lt+eP/rKKAE7gRZ/JyDJecgLtDtYkem4e+4vQsT0xdpw9aWR6scJ2LV6O4f8ZnT+DUTIpnBPki7Y7hY9Tnu/X7Sv+DdjrvBb+1eiRZc1HdCeIf8OoMha2rQcqZGo1Dz7/CV7/dPwniPOzfmh/1tPMoerlD8teSrybPiEx8SO5VjvsR8bU2yoHUjYPk0R66iWmIhITBSjdMV7rLaBDBCPAjyz2T2FMGwhb74lwu1dTAEmCOq6U9UBdWP8Abs+qaKjtiYibsD9hqVWk/pxgyQEDQ6phCLsOkgWPUcVa1S0JGoZmV+k+wIgAh4BFrl7MpcBonfVdZb7ZIPFuxrJS0aSXCzWHfWlpRVFPY5yUKo6RT3zVHBeErXpWG0gZjdEOaoHLbAHnxyUkK2HIo9P1jmpujbpQqtEpZFzbxh+FoxJOjRnQ7tF5AFq5ZxBJ89LrtFI9KjVuWAjp3agNnKCwBce/619Nv6hxsupyhntl0dSujkByqnwZYXzBE6fs9zb3xZtyIcoyZ2ND+7UwC3oHrFRnRfw8nkBdh7ieVw+UcRD/fFwaXkuKf7Ce/gZ4LT3z0daM3/VteiyOAFtQMh4ef4l/zRcZC3VM0Ah4rDp63H/KznNYv5ymP8S2Q7pT39qSPIFUeUMA5Ebc+hnM6LUOlcoVF/5xN/k2YsSEZLt0QnjTxTAVd2WN+yqZSNMpEBbpasGx+Ylsz2JU1BSUSJb/aAvVKLrbC5gSCuQKIx2IkWJgqhEMI0iK5YaGdkxZBKLv0ahLHBWlLnVwKUpCe6lTf8ekwAiEW3FRVn+oWSWPCVewYm8qMHhGvWAlCUtkKTCBZnFnnq5ltqSXAMVZAG0J+7ySRUg/Y9O0M0QiiJDlQTUtj6eKWbWg6pZCy6MnnFOYcEDUo8lWwmmEFSWdNF4cgGLSDVpmIbZ4rrcwJAipnKIjYynI4eg9GnWYxSVM+3YOubOtnb8wvzg7mH/N14FW64qhPEzs6z/erNKXKWoyr7lPEH9h7lCo/ozN5G1NHq4mai23uONT1H9SAHlAP0ncIraXkrxTDqrH4NG192/FasYJ4OrkA8tNplsN9XRdMT9n4ZHspbaKw2/O/YP9lsvMb6Ex5LnrsQkmfGnvgShbzP64cgpK5xVzCq3z1G2/XhXox3jB0F5lbRnVWMSOu/qile7Slml7v+wZWMo7K86yODs4wVffZlCmSa0VUVdu2MX1i9I19HTua1drxbVVGbpVFbBuiWICluV2juowisYvI4jx3ez7X7NWNNzrNCYTFNHs6nuHAmFZEyN1P7f6CKakKdWzXMbrrE32jZW29jbsR6wJtasLpSlAMlTwdWFsZT3IzvEEswtFRlwFFcyP2DtjRAIpSYYWhU6VNbJw2gQ2jlM0im0BVmNbEUKNRrYUOy3rXeVnmnI60wDOubPQBICvuCUYKdV/6WOd1o8RATob1fo5rE5o/ME8oxOuokUDf+uIXRL/rONSvYa4i+qHycAf3L1q7X9Qx75+d9AhPyOZ8nfhDhaJXprCYU7bf5OOFpomE3Wd0Z8c/6totxG1lJzZ/yD3OS/0/NH6bOJxnde27jqs/oPvAXWpdARoAxkmJ2cOsbxjZtt6XzukREmZQNXxhAxNpB+QeBKgDnYAp3P1Z2VKmC0n/NiCSUFR8DqM90VLTkBAL270C6kgxz8MYqYT+tBKy3aNREIifNMNsqSTO1wFAYYoU+oa24YSs74RCrjRVQxMgmWiFZR1amCWvbJSJsYcu293fIzRVJinGnutU7cq2PNjpvANerYRyijowZg1c1QmmcM5nXNObNnJg9Tc8YcVR+ICKUlG0HTyCCC82UWtA6+kJWAlnlMybFYlV2ImUsWsFyDSJHUBHoTHUfMRNrZ//FRGH76yBf+F+UKtZrbQlW85CrBnkKuS/6ATvtsnSNAB1HnCeSg+Cdxh2D/FafgeOp5afMRQV+7z1XE9ayA4jwnoPnHr0yqqK20nCYhegQ4ZZbCDllJLb4tLcTiaPILg+CZ/tMwMJO1NEaA+1DwXLG6UThIp+6fJMHl17+j5o9KfjlGOsFQMBysWaY0zU4ctWPuyt2WkxuREkYZu00Rg0ysJMqgs2H6uWhjqhg0DRC8Mha1fVILIsJjCrh8vXesJc9jDezvoGy6qsHvPCtVx00IxKGI2zInFMnClIOl7Ts4ewOxSpA5pS+jqxCwSCPS1GGg2R2wxufdI+gKmdQkJYmRZVMGUuIsQ7kTNkByrwbTUoelFjEJ0Q2rK03RSHU5IxrWXP2m0J7RKDMzZmD6jTLIsJonZaEMsOq03SykgY2jg1MNoiOHJVNmVM39pLNsOsV1DhOpe0uIiwCsA/93RhyI33uxYeAW/7bbqrzZzF+Xt/hMy92frXP75e8SOHiCVR6AKFH15ff+O5GIH/db4GcFSHTVzwvwDTIup/577uX+/+lj2sqzPkWrR+eYBW9/4daixOolzecMqCLerkxSPdHDu/X/Tm/h7fb8v9RpmJReDts/8AwwxnAaB3jCLx407+cr8rQcIyObIllmpd2WS9bKgiCrvRM5q9CexWzCxC9qSnbB3NZiVN08AZaAIFtDiPgrEm12qC3FR9aIynoqZbWoegQOOCszUnMzhEggVz3kNWIlODgKGc9X3s/0qESFmcrU9KlzfRyAtraGrW6jBmt0S6kVoxujVyyocw692Yps5El1V5EVtY7ujLqX9u00dY/ck6z+1JZ6Hh9T6v5N1VCqVWxtmDlLyRpeJzCOs242GL975OB6s5IaIbWS7ZYh7oJKKTKi1PD58Vk7PhtOj078p8Av1v35URz//Mi/mauqtZu/Lq8nYizvD+R8+v+ZTwj+BoHiub1Tv0qWe/C72s3TEul/O+9p/INz0Yrq7PsFHE8FtIhMSQGbtFSk9s5pFO5JDNu7uCfRqi6B/b/W9078X+sg5ZG6FnGm5wfEiBPxdrKW6i3w64SN0/9OV9p9NF9IKcLYXf6+U/rJNe7Wu5AfnTzbPBPxE2Il+UFZJveQ2I7K5NQ5YF6qyuCU29oem8Y7sUxDbzOEojkL8YSGK7QJgKQyXrPdVmeR3eIMAgDwVgpvm8+8GYnmE3Xhjhxa7RiopLim3XB/dk7A3JKxO41SooNIDKoJsr4+Wog2K+ZUrpM2IHdUlCHXXlq4piWapc5RCCoW4DeaFphMnaIcQ89GZktO3FV5QutW+e6A0jU5SZDkINs8mDGDCUA92LMQnHcPD4coTcCUwg+ZJhgRNUOC2nqsZdfQYiMYMDWyySpgZXepyQ7GIE9Vy2aqImgjFPpxq6ON219sf/rE/ZdNeQXh8Keq9ak4L0lFRCPweQT9hYW8gmm3TqZkPYUOUKj6vw93AYuSv3XWBciRvVzVTc1TgrhC8nm9nhps+mlGPifY4EOFfJ+7JS3iDzut2EqfepNs6GuIdnrPAIHkoUTopOBRzlaJN8klCNfY+vxpDrCls7VT/xiWE88AZS+Y9jQ3E4vdylQx5GbMaSZqpBSFEbZCNXx0NQbpWICKStu9+zMkD7YsQTWp0mSHPLv9LiQ0KJQh8koUPOISxcmDCIYkEIDsKWlkZFSTGoFyXuzA5PFEiUbDMZ1afz9Jo+oN8VCophTyZLkcl2bjWAdEhzpUrmSA7jTcrvphls+GCc/l8i2trRS51JtvzMRTtNDqfG4buTX62CROepTjcsmh51EgPfsUue34ObwA6kQ07SB1zawA2H2QsgYVuHpFtCQW2AfbmARJjjJ8Gl3wOajFd4HxfkoKABMCvsBAcOdLrdar/ljdpqr56/K9+YbdE8uZLzZUvDUS/IHPvCnlGx6bG/gvOwRFQWf5l6J74Ft69g/OT/4wf3RewEcNJc/1gK+kvI5OB81BOna0U/F3Q6JwT1dEdvVqokUzb+drwx7c63wO8G+Ej/ebFrfcfM6AEgGOyibdv0qnNQt4wL1/vSqF80fpHbjlV8Kubu/9ZAdI+Ic52DbYtLTsAjAk29eYy75Uy+K0f6o4QxapckI2CVxsoz7cIuiwVytzbhsAt2lUYII8NasrZfeBco2+wchalpZgeLSkRnWsuTE5djKcZPcfheoinHjqmQCQ7Ail4VUonspA2Mj4z3jRxgI4uD5VTATAqI9wk3helcRSLyFgamPtRYmzKiEh+27PWWDnaD2mftdez9XYS6ibTqnTzN42X4dUod58YbJVNoY+qyX7MKFPZgWEnmdlNfqzB45gslln8OwNE0ToM1EJCkMikCqZdLXMpBym4cmJUEcns+GUNyHxMb/qNLkFfYFJwZ+f1v2vTwomh7WTUyxESSvNBozhnMsGEn1g1rZhF84xTJF5TWRlxwKrbDlWDDjtvOjjLaCY1Wx3yWohuS1eSteAl7vAuyBIB2rlKQUVupamFoQyCzG1cc0W1i3BkB2RWURxICrjGr1S6au4SYFYe23cu+fNarErIbTPpIiyfidMLoT1CBhDYK0mvZRQ3x6xmIVFgUiwKj60tiWQIfReCsRrxBVJX2laxMaaqjbopvmZbVJBfnIDIolOyxEXv9L4mtj91clL2+cudJkjJYSQDCag80WGXXWA0GmPwVi4QbjioIvAQKbSV3g+688nAMll/r/C9KId4K5Dvc32Dvd/bcIEckPAwxF23/+yaGU2mGDMsIwx9oVNORqK5WKPLptDgtgWib3WGnPRlo6JA6gcaKGpkupGOoJVqoUZc2wKWYcWLYhPYGMQUSROWvteIEUAqtBpoWwIWveRUHI4qIeoUTyCJVPkyaUikgSvpPp8YtGIRceKvNogq6Fd3WcQAhnKRUjNPJI0EfoxFQFLOIykYtQOdwc4tzmzGGRaUgolTlAxQgyokQoaKhNyqAqpYbwlT1oTR9/EIBy/LtkQ5OjpZFxq0alZzYPzFAoxAkSGZ9Zbcn/8Coertpf0VNl6UHBuNQ/HJzOe9PBTCL/ydPOf9gsrPyrttjvgcw8U/1cnboL5W8xTv1Tg2k22iRIDyY6o+x1vGVbZrWoxble96FM2A6z1kBxPATFCY9r1NEpW7QpFLRbtXr4Q1TGsKDd5MEeh5Y2ho50WR6lZrjPxBdAaF+NoKJWlYIV9xezSkGgadwibeUqml2JWJHeUqYk12kOoXAqwQeK9bcoW5FQAFR6/FRinHHlGCWQqsboN1E1KNXtOsgKaSEYQKgrXJNmFSFThPYUxThUOshVl2D3EyuOhbX6/3AASyoHkTsgAfKoMB8B8hj5FU11l0TeUDSS1AMHrYLVF3mYNihD4qLOh4ScAPFOFPwVx+PdrXd5n2/MPqvpiUv71/Jknfv8rU2LAQRHg2fGpCtld3EDsx2bVqpWwTt/PiEo5Pk8rKEyhJ4WNBgdju/2yrMpYlQ1yxkGSBZUaVOSVCM9Gd5TXvsIocTeOD/MbxuoZ9UiBOJm6FRGboli6Hi0VY/k8i4pvDYegRkV1Q/4vHfHhBCOWlAmBcySisBTaSqrHXWSMpmiuoHipRQgKVESXiRQKemfxGlJQ+RcmrPy/RAjqWdMxpftVzeQk/1GzqD3O3Pe3JAHwWPcwT/K5g7Geh8mWXKMoFEVOaxptZ1y2DZRvLIVjUwxdYbQ5RlR44labF29YJcviPTCPAH/Ft74X6ZdN7eMAXBp1cTzm1xBkKXYpNqkKmNp6soX22KcMFNOyeXkdkm3Z42pR4UZvNZaAbK8EDm1xaIeAOiseENACp2ZFgghPlHW31h2/mBFwayTa7rHpyHoGLR4xSDJ6OO7DVUQSmQqLVT2MYRnZfbbuxcyhboG9sgV0nyolpIUvoVe/tIpdgGeKRF7Jbqq/NnigoRoDTfOV/BJbSdg2lKl4dtO4NT6z9BCVaaP0NKYytElveVJlr0GOwPGYM9yrfZtU2eiwVPEcdHgJUs5j46BKZtM6Z8ZKdBJMAElnR3wPeDjJE0DvF+kixQX6BoFfCnKgUVdMdhsROQZGqSwrk0WlFL1KBWEqQwt1VQRL2xXXYpMYt/gjwijFToVrXK4TmTiXO2meAXWaAsDFDXnTUPWqVJouElMWjhY+ynKKoipFodQdpup22LSaqmkLEveX4EnweE3DQuCiM6SpY+TC5WZwSnRvdayKSDzHQGuBK9lRM/ORZQFmMJS5s+u3hOJ5xjsA0h4pIlXNY1WTWRGQHkNe3kY7iGe3IiH3qnYjWpIA7l4F6lurRARNh5CAfFmpl71LPgpYzs+ie9au0vNDmSbycoRC0zR+DOao/hPkIl0kvhepZMuwdRC6zLwYZY09aOrG1UqMyisqq6MOLdRw1JQF3c2xalkNXqLshlN2gqp7LbCxJE1qanfjVnRLg919tnKS/aiwI6WUN3XB+IraSklGvAmSvXycuY10DOnOICNqjFpyEIAlDzzuL6LNmulJz61bIzhA5WwgfVerSvqsITqDgIoknYoKuDET9i6gUiFyNlQ0jdNy5qQWvcYdXZIMLQXYVDUHo3heajLNoq21jcjW6oFXaUDgwVFwzGECrRizA3tFqiZbx8anlhoaPOdL5h0P2P8T5OJm+CLJBnoEqHzM43I7CttbNyu1p2W7o7RD1EpV08+QQCepYuOLPapqNLwFMr8DDSqBVNlIA6lf569sx4CU9NAUcErnKpPbIcm1toY5uBI3Va6PWknuApSKgn7szgxhVRlBnWdT2hyiMD7xRTEIVIKE2Hs0aLPAJKlq8k4mgFjb9CtpviFDB7dMp+yzgFppl4D4d2Yq7pciklXRTknLPIXx+EBw7pFptcY74hCGQwkA44IgRykNKhQhcn8ZVs/Pa6jw3lpj3dVG4KYKJruyiv+Qeh6Q+yp1QFGmBpwPtfsJIGb+na+1XqTfdaoPRmEbuBIvGD8Zs+E8U8rb2NSVs+5cxM7sRlh1yg2oUqw+doOkyMoiYcGmHi/vfijVc9GaXIUgkqgYEwBoFT1ksvMmt7UfTDSzJpGpZWLvkTVsKWo0Lsp6+93cASklSGX1nmnJsOr9TUhQDe3cOzRatp41101Y0kJf5IFaJCUKUY6feVGSaLUAtLkCGh4dUsFTCQ5IhWuqT8+JuZNFUC8JjOkUSu0xBUoZo+wZATPumVkIYCvN05iAyLRMWki1iq2KhnTRs9tU+ieJnFGKX9/SfTGyGQPHoE3Y5kjzmJ/DIgKUtZ9ePAS8SJNbAD4FcxwXSAAomx+fAmpPxpDUppB1y9JYHPYYyc+k2F7gRIjwU5o4qPI3lmqjJVtWXwmmdoNFVvGinIr1sVNLcBTq83LKsUV1JcrgnO0Z7GEQ0pQwlxq0XSGlq5TBSRO1qQmaT/dQsEBFZKEIixyJNJqM8qZmTP5x5jaHCdwYiv2JOaOBOqsQEKHiLlGGKVMvkGfMdYvyDKlRWE+5mSyikbJlaG0uhLEhBF8EFmOYMA4O1YaoSrDILJilZ2sZpNsol61wrXApumKu3ODaEmYb3bAm9EAxjKbnKIFBCes/hdP9r7zg6cXt78+QdrbrN1x+0wnfx4URFyizkRXlpzpkQVoHtTaxodhfGja4WJfNnexlYy9B2GMRYGEqm6xDoK1WYoLT5tVVJII26Wrq4OSmeuOqrgQdECvGKiiNaxVXsy1qyvRG1YNSjgyw44B71pgktXo3eT0DDLoJSIbeCMoSFhoj7WjHeQCWQuCxrYMGnKFEcRIaCKNWKEttwMw6KEY2QSElDQOU6QbdVbXUUr910TlM6RNpkv7ygXqf4qI0RlQcS6j4xOxW+ISOV6cZUJLrbgZG2ZrK1UtTs/RQDYkNpswkAWcyYBoZVHBg0AoB+SlA3QD/Bj4L/dPT8Pf+dffvEvzE5O+rfK/Qf7i3vZ9Xyx9OdReA+/OmSyVmeu6mS0bFuqnNNtaeAfashQKH6ZK0kl6fz70qlFoESCEXIQ63U+UKXYCsYK8V27AwrpLsijb2ZsQoof3v+ePwW2lrVtGJ662ijCgdl9vzeX5ePeqwbuRh7gNUuzOx96zEAhJFnBH8sEdA6o5LEpyYQF0dXqEefi1hv8t0tQpRiVMThIesGaEPEM1RN3Zew4gEKkHctWhbsGanFb2SQDMRgCOY40QuBBSNWAfJJkDLeVX0p5JkBYpBGEjMJzjXD7RttwuGR6y58PWTrtpelVKb7EuEBbvwprGlq5TJmcRsJYmcBpThp61dQk3IROkKUSGgrvi4Pz8G/F8SBe5s+29ADvxbKWs7r49/ClKpCPZD8LMl/4bLd4X+o70d/edV/9bMHyb/ajJJ/+KfJ/zZEw9C2HVrcMTPoWoB8PFiYpXr65XueVEuB/8b6ZV6JqUsA18NG69XJQGPLNcVGdzeVsgmJpsQxQmJXiekIlBOpBGBWlnNnyWiUO3ry4KZdmN79tXhpoBoACqr29kjWIFoEDsaqQRGcHqp2EqVzfnDiPEQlHsgmalg/dC9uo0+qkhaiFXf9bMpVEculEJsXC6HQ1QMp3Y43DvLH6LITErNVMnqQKx+04PMjW0V4rE0eHUwDwoagEZ0oeEaJQS6NjoJ0TEdA5Vsnw/VmhMxMZ0pZXiUPJoNg5OnRUoVrUoQlgey5mXsJ+DAmS7UM9YTA29SBNEuaAdMcgzEY5xAm50IHID60VGKcwCKZSsEPD7j8d/sf1MQ2H6O+cgh13N+GrqBZv+MCPA7Qv/h3o42Dn1Snh8BDhv1Szk/Z8oV0C+Cazv1nSVebFhcK/937UCmKztaHm7PZns7s+Gl+a5MN3aOH/Lqw8ZIcQB4r43Htj4xIpIrulsOLmr58I6XyEbcNtjKEada/GktSfWp7hRXGU3Hi0ePZ6vlxs0ZMZwoaxEomReEAdoBiPRO4NVdQ92fq+mBBAJMB2quiDQqKdslOeSxAB9Vo8gmtBk3rjBtRWcPw7iqH3OYnM2TEAKHt+nJkCZBBBrOSuNUy900f09noVPRkjAmYidHYs+FdIpW2qSFeycLximybEp/z8+0vomH2U9DLd4yAWlvSKhdT08FJhngIiFguJ2D6bkk+xiswCTVTRIO+zpmTkV16WSnbioNRblsvP0WVr/9+a2nc7+iTGv6pyCk+tHonz3dnH/Qfvp5ks6r81NS/d1b/9XT86n/GdzPn+oRoDZ7gKzv1cxp98/r6wdY0pPhlfkNrX+Z/f35IqYlMmhkdRi8Q5aYLDHiYmNHJDZilVC76sIcLBqDAaWLTqnEArcABLM8jdq4Ur2p32H3EREgCjyYExlkDXQtRGEvkXhOWKmEDDWR5XWFt3m6qQExEPM29h4Fil6FOnXPUY+YKzRCWUs2nJOV4wXC1h6ECoQc5xiv5GkNtaVWleSDKS0DdLIHITV03PQ4QweRZwK0xy7Nk0MgSmfa1r1lLiXGCQNtiIXxkUxDRxE2ZUPtZKDrGj4dm9MgTwmBu2eRfgSk9DSgWomyjPCkMyUBIsPCjAYVCWGL1m1THo0oV14D+8bggWrmpKYSDpDfgTnxh6Ff3Aei83t8/JLn3hb1rfNr3j++d5OffBdOy/Nkm5+fzx8D+bfn9+ab/ADezY/8my2kO0i80lqbjVhO/jyBJSnVb12lJ0NaOhUJv596s35s8I5ItuXppqR3tqTzI0WAEaq0/7pqGsb53iCF7SWcV1Paf+sLPrVKihxJDPk/P70032JyLGwL5o7tacRprJ5E3TkrOJvPr8L6Y5Ovhkf2gMNwelLfmscsbTuLN9bvKgI04M78sSD4P6XNxfz+xvxb/vNztZhfEcX9+c5T47ZgfYomPAJ8R4ft2fDVociFQSpEAtkItp8Oi0c7G6rcUes+YeahRKifV0y1dD9b6tw8it6E3p6t9g/nl4f9wztUrpRKvudebQtr1efzvdn+Bn+et6lBaUCmWn51ON+TOjuSsymXh+Crh7uivtyhChUh3VnxO7MaleQ9LQWeuK/t2X6Nx2PQgD/Q8ZUBI7jB8EVXmkpJdXNjfp/nj/Odf7skdXs/wxeCSWsel85fMcUN5lrO4b/Bi1dO27TjOO+7mx35F04ULrlWfkucJHuNtqFO/LpKZidQoqpe16bmJBOoF6IVgIOADd/jik6lCaxHgC7GjjpIKfI7WA07eKRaonLrmYrr2Ro0RdA6sPkKEO8LwiPzgCikH+NuV3nbvcK/F/kEMD+SzJ8OXeGnT5WmixY34dT/NEN3mzpgH6wv/wR80tA8zn/C1B2g/GknPk+gAM2P2ARVl62ncz97EE6lkUCubEra6ldPIrRDtp7prQvjh54b11z1/N7M9CGhFCN5yE501MkKO/1B6lHE7sZVloTUrd6e+xDxeck3AXwyHruYrZ0cyVhkRFiMDWrxxrWDO9d2MGWFLtvz1716NnW/OVtszHdms6cnX+8Ns735rdXJ61rse7pDO1OB/T30Azogq6+3nyweQW6z3JvvDLPXN58WalgcqvJAbkSci2FrSz2//NflbHt3uPVoT1GbGW+6tRR60J3v9pPZsHFZlU1Fbht7q6aSnNXicFO9c8mfieLh4ZYVkvrS/NYj+aKniiKfLja2loI/lEuRiG0RzAJdaTAPRSHg9kw+nTDSS/nmrrrbG05K+4xHxLo5/Pp1iRG0ygQ3q61vV+rw9dni8MGwVM9Grk6Gl/fcO/2YnQLckO5g1Tb7akOK6R6/NN2V2peHlcbJBUR00gs3wCLPeFn+9ohSmPnHD9R3c5NJVQMKjToyZ8E5zc7eSb69FMZiJLsQ9jfUHW6yR0CiTzER7pnMiGgkpD8dEJFti8DWX7hIdmpGqGSPsHFzjOhjSCxDlRqZjvXNbM8LZ3GtfRTQvwfzItOe/+3i0/mXR0RCO2u69E18gaIdoYdt/i9D6HKAweEe5N0E3rMT+2K858zPL5+7Aw3xhEAuKaLyr74SIEz+1qOnM3UsR6MIRjpxgd9d27QbLdKjUnD3M9jyr3XCMqJ/vzfprSFUisF/ANKVFuDK2nD13M8Nzuopn2dEAWqLS0Ur19aw51Nw6kpKqv+9+Ttyrpv1u9l/P2EF5QO1nWIi2BOGKstZDQ/Xry2G69cOZLXK+AaCr9n9S7LbxeEVfMNqQ9GfnM7szvxAUUqesV3B8hbfPF4NNw4fC3JvvmNyrxSInmoB7z96LP5783uLS+JaHKolEL5nWO0o5IF871shzMhd+d6Xkv2F5O0QZolwX9IVrX2B62EpyWcN979Ec/W/Wn72hbjvDEvI0Qt6iYITuKLKG+pO0h/4GaCgjwS9N7/Bzb7czPKl+Q3ofZ/ICtr7UgHpHc2AnO38ytmgCE0M0vZGKO+rZP25fyZGYewNlFTMt/lgfoNJlbpnZlM/izlToCkUoxSG3etZeeXnm/uH71lT0UImH3lJqzqdqRP3xJ6cup0DTqd7CuKh6BXZyiHznSqMgpiy4X0fa2cGNDgqAjge1i5e45NoVws0tFGoWNMo/ZLZPLMyttZd8bb+hFSW6toaW9sp7RP9JfISZAaTa1MDDh0ipj8FfOHfBa6/+Fl7WYc88dqf/gCgwhga8l6Tv03r+M/xKAX2H7O1v7zMv3e0VtJnU9Bqo/ylAqR/sefIf3QUqKf6jzb1gXolbiS90xS8SXwpoUJ8XjfWSufVedl/3tFlldJnEiPk4Fno6dwzwP0wkrbnj1U+/xmg37Soq0j665c+XPnxISBO0J+M4tkIv4YlRxfDlu0s3nhrf5hdXz/g4g1gpkDt9UHFrmKLR7qxFPjzyzLdy9tne9sgkj7FYRGePdlRnMRi3nz4aFPEGPiD+T0qT4WSRMWJwspdCq8QbnP4/FPZ+uKRoh1C3K0lYug9LYdBDsVwMIuNBxLIY0GrNHtw+HC1vZe32JIt1R5+IwqCQtYDESMaSMbDSw/U98ZjuWbpujnXIvr8UwetitgevzJ/ZeVXw9vzB54MaRB11JEY1HwoVZczjUHsi0f3RXlfYJdKBCcvS8fZw799yoPKp/QMUnA72s2lriAKCpMuwy6x6k4EqOj5leQNZke384oia5y3lnL0uqG2UjiwhHBa9y3qAqgSingCVyI3h7yXxoUZGWJTQpP+jcKvGe5CdJZhB4mjUTNRp9H4xrixcuOqFzswtQxQ37gz85Poo9UZhVkLhq7GVRc6gI1U87jAPKMbfjJIvy822lOkzKeg7f/8ZWAu/s9bUb9E2qmIi6Wed543JjHY7mGCH/9jWv1RXH4gcDd3eMJO/09XUZA9Tv69o/0BpogPi7iBEpOFaRtE/+HTxpNU4aZjPsU89i3nSCs6M53/NU4q92CuOUCpI0T9C4h1lKyutEaytdk8XKUN/2PduRkZ5DTdpbDPRoAjbvebDb+NOTCANB3Oj0i5BR6O+aS8DFUFdvhw/a392VMiQBk0Zglmb75UYKQwJMHPE9YzD9LufX2HCEjuTtsJlkdYuFLoIi5FOotviPuwTMU59rJ3DoVaikpBFSQuHhPnIPzKcuMDQi76IR45vKp7xQ+I06SM4zociZhW1oC3oxK+oTtGaeuIYzkcEuk9Hp4qsJRGgkE/WyLD2is2k34asN+tfvbFiZQMkYJKniUS6PF6uSvwLUGeF6gjVo2bFsJmi0sKI116TUo/yRj+7W93qiu58X3u9Zve8oKP5U09X+pAuKU8+1xCJF0dMm4I93mZDgOMGaf8qbtJxOTClaz2OtgHqErh1xFSlFjLFRIIB7ewADO5+yYi8ygRBT1HHYQyPgCJUlW19GmxZlApkFUaMT0J4OzNDjPZr5fDpl0gCIKn5kN2U1P4MaXne6Rj1KL2RzJNhJIyOB1OjsoDvui0Xze8LPUrfmm7P/+g65U/j3TUNH0GeIJHchJzB385Iyjze9+EXHICbk2IGygE0H8lkPyaai1NPUb9K7GDveroHGlTUBFg/fWvsIaQVHdvDfEvBeyyNBYd1Hj2Wd0zEeAHx/UmJ9o9GwE2nDobNhJ//leBzg/nB5I8MBdCBYD5PoiNRdZiU3z4xrXXZDhnD946kEUKwh3GUx5C3VfA1KIpuR/uZ7eJzmYfHT7QYmahaAmZgODLcaCDNV/+780VO2lTZKSFuaNb4A1FP4p1VCjq2bgik74x39lUcDXbTgTIB1UUam1v7frdqu45FUQqjhNONr6hGBS1JG1v+8E2EYbMXlkeo8VRVn6lFjo7dkzUqVhSShHszYgLCbR2NQhdsObf+tHRTEJYYSiAOmjPEC1qtstzTsWy9zRknoamFF4xieRxs75D7KvZeqAVbuTnn6KHwuK/bUYfnJXm8HPhhjOE6GjlrDDHKEZI+WC+QJ3ZyV+hViK09eLHHY3ehAyhswpkUqhqREVUSTpZjTJ9B2Un6mBWR5VhV+lu/JTEfknZ1cCjDf7MpTcMAkEyJ3ACVP/KlthkewR2s8EaTysv2OPSSyPYioZCTej82LOe/iVbH98V2MJt6H4T/Ez88QumFgH+QQs18U6DkFrU5P+I6xHgVVY8z9kcfk3AY8jlf/CteFARG3+aa2L5hRDkPz7OtufbDgA75zPJUisCVKhpWAszSZI9iQDxcxVbOvWA1IjDIErWqDSwRxVdVho28o91kxkRqQZhj/idzwFOcLvfROJB9PrxyU+CdTtw4v8EWdMl8gQjxYVoBd7WQeZzPS+BZZvbK8Ul2zNc2FOHPcQTxCUrgXhDPNsjpLmvxQq/QIJcknXykT3ehdpCl9vzG8OTvR0RB3XAqwk/DlNktxJg+Gq+PeOx1/2bG7uOyngINrv/ziVFb9uzp/4oHXHc6rNUwKsz1PhWYqK3Q6YWRxkwfEXYZpXT3fyOlLjBq1w0IS7Mm9fh9cft5YdiUYdDTYHhdWt/j+FL5N7hQykgnRSlXSI43X8ktTzOjZs88Ns+GxjR3lyubiVkafV4WPLA073f9wWBjtSd2DVN1lJs78wfP+S55eIbMRBSvjLPNEKH92FUJJxVG3cyLqtlFQmXnAnxAtW4fK1CknVm83BpishFzEEQVdxp9WBJrsOXDmhWUT4JKZZEMkJtntvBJLyYdOuskm6CpcgcWkPoDQVhLu1CV0FWBfq4bIK/EI1wJd2XHMnAY/ROY+0XTks+4KL0Pc8At/yilxhp8gzw6uAoCqxWeQcrcOx3uA7MimpK3D4HmH/pNS6up3myZ5Klrq1dnvSPyiOpHz3igr48LaFbvBtJqp4rkN1KsDuV1Z9nNsqWegRIBLk/3zrd3bBj2zPgmQhwN1HfHhHmsBGJGs85mh+TfBk8SgQ4rPkFsEwmi1CJutYl1jTjgyDzy5A80A38Yi4/J4xCFtGu5Byh8VPAV2yAjulWZ7rxlzubKQ5CDldv3qXMX1/wdtYvVRIPEao9vLQ5bPGpAO4+76uzs+09sE9WtP6g1rClWZxfweF8/ilP8RR4qvLUKi2JRHnhSxbFy3u6JZWWRJ+MgSdxjKjFYBRW5ioh7WeXFdbJjQoqMUpb/tzMVkINqzOTAmbYXvAQUYuzxqAAUZT+fA8fxXHa4iMuuKlbutJd4S1wkESuUogXw8MJQMWPU3Z1Z3dWbJChk9QmpBTNFp8wIuD2oPBKFXQ56zJEUwKUBXClwiVK7SCCT6pKKNOCqhq0W8U4SdX8SrSSAO4jLSVwTSO7NLGKGIr+8cCAK1upAIoqRcfXWEoFIBSOCN2WnhbRrgEjDYMUStG1bq8lUYHf6ay+DvyTF8rPmvYIz3YdCrUnXh+Mb2ZkU3snoBUwKXT6wv7jKqHVO6e8nDUX0ZJiOdUfHs6vnq7dP1UYJlLFXGptinivERdI/iQOUJ6rvNmnEqnD5jk/JKlfKrYSr4ikS6ZKlU6q+rb03+LBZOJVsBrAfVWrtwpIhRDHOVl+nokch4Vj0h36v3McnwFKBH4614imfKXdbx51XIsAea9+S03+5PjHJl0FpVQ9BOQpCZbitxtYow5VqJnHVTJhVRUf5XMYqxn/IyLXY6PV6quNFZELshrcQfuVsYCsAm/BONCSTBXEng7spEAgAMxIMqFa8LptdGiqrSD1CzUkmSykuaMU49BRck1Poc5pqm4iCoYuqLFElpbB0ykTQqPlZCgk7lYtaQ6sleUEjGsTJwGZgyeuW0PxWZ0MVvASEt+hE2FGdOa9MxQ4skan2c2oEMUhuTVrEtLmPCC1eUroAtOdLNcv1XyuXLj/cDoYVTvs6rCe1Anr21qLglQRW96BFDYqlPNKUwk2SjtXjkhgDGqpBhI6aOwHgYcuhFQD9qap4AgG46HqdhVo7DPO+WHeTodTR4Av/mtw/Iu4kpZw4p2veMbXU951KPkla9LW2drXVXXcWL6E0IdPLatSj/hy8Z71lxbqwwRbPQIk9MJ5KFVPW+dmpHVPHNoiwJEU59IopHQ9EGwQEbu6dVq9NbZRlrz2idxZg46J2EYBY4uJPzgJxMCO7WmCU6RYX0mp3g7S+rFJWszWhtNZRYAyFwxbNS1Z7JGXbGpSOo+myjXWKwFz8+oKwi3bKJvt0XJ5cMQF2w5FFTMaDdRUCsTcKKq24Su8vgqDTqFDV60F6gpSd9oaN5iNWghpsUo8FmutFCKP1E7L6fLCjy+BC6pEb6FLLqDGX7B+qNzqqONKJiEeQvXMA7AQJvADy8gEdg9KORvCAEh3ngsjTW8Wj5hzRiV92fvQDqeIqcDTaGBnN5LS2VXXREclzVaF1r2F1/KNDhLJcY1QAGOS8EQNWMJTjRDVdZD68em+fhqOy4d+3MIUCQEEGq16k844w8maIX4Plas8n4duv4Rwbvn9omlX0dD8puKsinemzwCVWNy6FeKpF29+t166Cv41Pv58c3Njvjj3FtihlcKzesQHbr639pp7MHEI9k7aw0XFeP129oFvuO5VK0k9Crpl2nrYSHqA1349H5m+otuTq1aqPeXz90TyP3Lu7SyfOlSc92WT9Ye5X/Naaf/t3B7QSWLY75ybESB7D69WIMggoEsacbuHngaSZ+6lH/twAzobA5ahKJCPAnK1zDriel92aFNyNFAwjvYWfZUpC+FKcM0Qx40sSSptnGWfNttUFV7wQT+5SUEsgmSB1YGK8ghRwlV//ktpuXGIC0BltC60qqCBVNgUuSyRFolQhcowf81EafOsBiyEQwyJUInaUAJGpCiACh3qziNnR+nukZ9NxAiojn1ojaaZHyLKDzio6gOICCcdeHhGJwyLPUV8mgkghcVU6ShSfSUrIneC+tCEujayUk12iRFFhlZKaSp0jOgEhAkQ4eUoqMWUCIE0/0BMWmziMU5FcmjTXW2BcYwoNzwgF8gxQsAgaRlnrTSxmtVTPgdtp3cSq/+VJ63l5nt+2XQzbvV3k04xiuOzI/nAigAr1JIlyZB8m9Qsj1zrhayqrc/GbT+E3RvVNrddsSwA2kMWoMqyZZDcBLqmgkggAZHXlTsKc13u3QAFIB4kbicxkdFhtSwDkUZ/VMsJq3DScNyDb0Tzld3g3IVXk0H+lBAgz4wySqS/nnthbXVUUyQMx7MgQAitCeiQVGTqHoGryQjgKxqkBKuUgYqixk22j6kB9iK+MVJM5K2SwK6LMHC16Ehwo9xpZ1ZX+aQAjYYck1oS78uCxcAWINkg5RyVWquRMA5xN53AhdrM2TyDtbO5i1THH4BBCLXSdxhO+NcvbzL6F/cO+MemF+UA82Tx95HOTnkDTCh4cnR6cswf58tsWf6+bMqWbFqJGvoSoxFvoBoEgrEelMY7GNuoc9sii5rQLd4A6Ot1kbLocL1qChqhRnk10lGqBcM9NKcXHYQotgpu4kCmQEiomqkJt/zEHar1cSnLy6UPEzLsrDiHZ8xTrTQxWzlyNJLMzGImoPcLiFbCFSAWarBSY5MSEh7ZAkeEaNToHxghNXZTWfOK0txNK4pZuRSHKbNpmAnIvjs2G5NiFgtPrIZaSLQkU4KDxsjm8F1BE21mSS6nby6LsHi31YQvidNaPRdtGMzTAAbyG4Gm9FwVnQBKfuBB55omecA1BYE87M5dz+kL/BjMj0svMAI8/2zuf33SaGd+DzLjFwG9eG26ttksZfuZGBXNhEr11SM1YnYsRGxYDfNjnhSuebVbGGh1Y0TciXetOx3gdzsIFhF+xStdOK91461H6yZJlTyAItOFhaXDcFRkISrCXLOonuWSJQeLR2VlaVoI3MyBucnG1jwpS3BJMUmUgsIjApUReQIkhlYYhe9VT2zFepRo4VJZYwqJHRG19JPzU5nwMRw6WE4G6R2UYBZsnBFuuwajyQLPBHHU7kkKGE3cl6qhV1sNVVW2C0JUMBI6CytjMJeP5ghrSDIajWIcIH+mYgKKiHMZKFVAIm1NtyWjTE0pvQ/D0YnjP5n7iTalH/uo6MWkvRflAH8/EaAMQBdDPw2uz8GwBB04eCnadlQHgtUXrltbqhibSV3ACG2zxbJ6iFOO1UkGBjM181LBqWC5XgjcxMTNJCID2tYal3kvS8SMUqFGQaTgRS1KFWCWmZEqvBXOYZHrOiqDMq2kWraIoZAUDsYqlTcwEMX8WMBz5/VsrFAaz/g7Vqn0iWkQF8i2v7cAlaXOSJTMmCCjZYJkNU3GbFllxhbK4vQUWm82X74EiKLwt9k3hy9xJpVwT6FPjHvKPKZNw70I5H64cKliYZHsEzZpwYV+nq4SYlgOyILSdQtSCVm25FavIaoahBhdF5tPq8aiCSH8O/PvQcev/Lrd30X65ZIvibk4yqhlLe35jY2nTFaQJMHwCUCFs4cINKWykEq2TeOwyTRlxqyYAggrvOKB1p4cXUGWCrsKA9yNoQJmYWaxGeQjEisD8govSdH1HJGGayklInUlo8x0PqExjqmed8YnFl1EeKfambX2As5YUCiOYSwaHgTEVthiLFsdFkddZQSwg/G54Swkh6aYRh1MmGjNBDwSCxwad0Kz9cHuLNm9HxOoAGYV4rUaaTsizegWTHr3sJt0pRY4KllVKe8hgshQIFZyF006XKaqZo6RE1AaorAWCdIJi2ORZ4oB840npd/CW5CL9AukvFaO9zs5OpUt2gVy+Y2/wK6yYBLgyFZtV7FcZRubcm46qNgQg1QjFS8nACrKat1CVl2xzdxQtQICy5JIJi5Qdid2ByXPAYB1Q+SkSGmhSV73yYkaWCso4YVCA6BdnH2VeqxbM0FIVhEvotRCqBb/KltZMzk0NYN5zFc9lxQPs0YbtI5ttAhILinGm19AOhkdYTKFNUG3Ui1qOBUZ5xda1acaj7LgckfgQgsBighqQiVfA3OeI8a5nwGDQQtcFxNDPLvVqMmzjDClroRPRB8LMJAaqGIN3GDGl2zCaJYuLVUtdYTzOznC9b2YO8uL9KtL9n5Hayen9emo4cTrStaCAWFsXj72eF4hsS8e+YigZdmWzQxMKMtisVdl182WY6y2XKlJg+oddBqJR6DXJTV3k5TV3xk4NLO3VGllAHe3OgbpuKVqyl7Q7XlYdRMdfB+c/mqHgFpUzjQVmXYOdYyySdQYmXRQNcNvnWcRC+ysJQwSrwqYJFnBsgsYVxOPAXX16VZld2OomoWPCKncOszWqEVQGkcDd+KNeSsP5EKUmTtmtE5cYUsM2ZSZHrpT03CmGjpDOhaRJk+7zEogdU455lLYNXKRCaoDogobQRBIls+8fZ/yTLbtZ4B8FJo/Bj5d+9W/BrlI//zkW4H6JjBRoGw3i98rrSw6JlYhEm0l23Xt2FlFZmJzynJNNZiSo0Nfak5VY8E5u1pgCfVaI7sSB1T+CQealSVSUQjo8IdKRFi9+ArtyWBazd4bT1w+zV4iQ+wjaplOizciBbXCOgrl+aoS4gYXpbhMy9e3olNklOambA2hPMKJrMx5cpEADlFaEQmOrs0H/yiFYYpANXoxunxHFOVRWYbHHirlerhLI5XqRXvrErrglN1lyJyNdh/eorLKMBqh3MmVKOhBdL4oPJszBu0FyM8e+IdWDaTFHGRuYPAdDZaS218+Cl2P/y4eAl4k/zikDIHPAsb/sWZn9jDYopefbCk3fDY5+x2BMLnmnGy7Shy1kmzwtr7USOXcsMv2M8U8EFRFV2o4AnMTFxiigJSyOpOsmLsWELB2wVivxpZytbziEz2QrBKtUnyEQ0XTi71nA8RilBtk70rpNcIFimuKhKJUre73Ck4lmrqwAE2pMfY9VXODiqr01mSFlXnUQeT2cJwMJxSySAsys3ZxWQklV8megMIzhKpxSDdmdi4xOYCTahM5Dq2UEQmJIElIqWNmugjULllBGn4uC8I58ZmBVSDozOVsDo8xO0YWDBla7bnq5KySUJLJyfXybPCXnYYEfxfe7yI5/DvLWzFejw1HfBlEl06ZItYms2GhYWAYG2Zko1aSQWGGVeVqi+3a2MDbLLMpy3hrJbTAKeyW0KM9SJr4IIF2AzZKwiuKcIqqFiCQdFUVU3cx6aM4gjVBwOUfI5iKmyagnl4l1nGNMh5EKXKsG6Cw9ty5GkRCRa9Cwv0V/vLlNSMqRGaQGjkAOa9a86VN+5qS0tUyYTVtsk6Zjl0PUZaM9ILu1blpqucQF51Kt9NLl0MyRT8gYzz9dcUMaSiqJ2PtmlURRDo6q1U0nQGLo40Gho5baeUahVuIphHh3PC3KSsC/hTTF3kZ/Av/FPTOzef9vvs/K+1s+xeeL9LzEhfDI7nB47WjE10gMUrMJfaFCcu2MEabUCB9hauiMMpuAbiNTYnHWLZMmBrQxoqpizJWHBAlh0CEtHQDWJPgq6SLFCqxcKkgjHQNkVUkN7/WFj+xhVkmOEN1dIdOOkQBwfH8CA22iXeKOHFKDpjwTHJRT4HuT12bPG4n3A3UDkp+S97kiLeVhiLI86MMIpo4boJc9XTIXvyWRQ5XwmHL0u6pCLq1YKuDfaJQrlUIaBFMfnJpXgIqpS3KImjWEFFgOCEjs+ktGKVsMi2rqEMj7hbFoagjOQKc3W4tzEQdzoaj4Rj/x08fKeMEX5hb+Pk+4jf8iH/f/c18ru/HDEY0/onVnyfh/mQJpwr/CAFPjrAULafcYch+sB7bmayqYgVfa2VisTqbpR+i2dqIAwLOppwF0y1VNIGPOYfOksWfR2b0ifCEF9LO0ZjqlgUdKV1EJ/oHzjFNglc4gBiX20OIHOZmSKpYzVBZZjpKblGgknsSN8oaYz5yq5SKzQN3mWYxVySAq0HTKoF1UJa8TLlhZCcxo0y8HrIjQy3Hm2G0m0nVYzRhJ7Yos/vMqWYIdNRzwEd2VT1B9Gw6iEIDSxuotWrXGJTOWS/VIEi9CgEMhd9yIzvspknF9QZS4Y4EUNVfAykDiXLKUae1pBIXtBX3N954AxLzf2Hp5/uSx/65X0h5fqpfeP71p4MfGszO6/796B+k+clJhqA7YOX2gNjWo0WRxRVrInQCVgCXNkDMyqvMdhmEUtlpYp5CFcJ2WRxYv1dAkfigzUXJBN4JRoBSUwDzD5DFF3EtPjGNgVDQaooLqY313AWqkrr4RJaBWnHnsd2kqlS1i4DANVOaZ8zMakLA3ShTziUD0j7JbLCoAOkqtLToONcbpWr3eVYj5I1RpQtapbEVMa+3Qpqd+RK3ZIegchNfLYupSTCQPsbsZLr0Yxq1GS5oULkgFaB2O1fpxiNAaIqLY00YgN4lqSQjwEARe3DlpS0OieCYL9l2vgrif0bPo+8XlSa/sfI/TLPt+btV/d70m4kAj34gAmw/NH38I6LEH50IAP0kkA9InWJJshSHc2VJ2LCMKa4iLiVmVTaG6ankClx4ua4SQMKC7YCclYgRbLdFoAo0lc8da+FV3KnMZd99OMxM5zlqRVJ1Q5VITLOq1NxyKZDHUnIltPdh10LyiyDBGsbI9uIEfsv1p1byCCxzAE/5muRAzKOWGMcfLPbRilQRiEv5JkthwjR5RohGgsKVk5E22bsg7bRZ7VSdQ8hBWRD3oYOrZFVyjiIIX1PdNnRy984GwzHJqJq69HPLG7ndJaiaAhfYmKgYDG1MKXXg1MJYWY0Vvrsw4c8AXWKClhh6tADPV0HYddV/0SHgL/s13/qF519J2vwJ/9g2Sc/+fPTPlZgZXQr5LjCfBTyx4chnxZ5kNmpjzBwx+mZn5RdYplkrQStBHPsNuMHVkG1zMCtGaZIICmlxUKapUuzVsZEcwcmk6doFEBa74z7TsALseVSxaxpbzSk0aSWw10xZcUhBQWgXyISmcA1EcA2bZGQHx5VpxtQwlQqW//g6HMLIrBJguRonk9H2jBdROwtBcsqUQXCEN0Te28iZiiDoth2tTs4OJPAoAWOCQxeZYo6DUraXCRgOdhJHMTDekg679iDMhbINpKRDwO4fBCxqpeHSk5Wmi95QsphcdygN93n2BQqQskJA7nF8txPDf2FuYW8+52e9b/Izd/lzH/9An8B3ruoW72RvvikfOb+6z2/w8d8eSne+FOQlVC7szYfmmF8hOqqEj/Av89UP/iFu69H5CHDSofwK/yi+JbbW97B29go//OeeBuSjpX8H3eomnVM62oxIpWGnyxgFR7FHUvL57N8dzEhX//F0JzTqYFTyuQr8lHS25t/J5ccAsZP6CFUchRLRlewK4zKMFQGmbBdb882gM7YWy8zVvsyaCGlitC4kgKgAMdh/kXcaOQDHSpBLrtBaURKSujKUKcb7PJW+/FfLydJK2YKrhZDmC6UF3Stn0ZpA4IxVKrocqYqixpZIMZh4D1XQ1ZMVEvefMNVRldXw0MxThcu21cEiQilRkklNpfUxv39VVrhxPHGL1r4dLSAJFpfuzeqQPGuWr5ReoTJahQM4n60wGKrkLsSb0apU54mHTdnYoVKuBsnyn5bOESDh9I8JQSW8WRqHDlGqgdK2riojniLjV/JoKPKsZlY/h9VufV5cYsE6oUx+xZgfYOGnTJWujPgkfmb0/C8rJ/lvNkSu6KjSayMWplY//wxw7LARbJ2Offee5Hfzu83bk0pL31F6Pl8VijSR0QWXD+OPRJ7H/tzBdLpi/s/QPK+D+XyZvn9KYg78c4BH/Ckw1oH1yARbBORgx9bE2gisShZEs/qYWZlw3T+xczCMZCiFEY4hDOldYMJeKrAZaWpaTu1G1wL9bDJPxFiFPravUai0VNASkUUqgIlcajlEmlUrsdG+xVVO1mLMpvGo1YJGTYOLudouC+4WCpHbxKi0CB2rAAlOyRiydvGSShqF5WgYJgkpB43SJGagRkXHCDBx5oShe74VU2mHVHI8GYhh9GqRRmU5Uih77BFUm0BBFVHbPdmplOSIVN2fW1Y1yC7Akj00oGqKJeDA/IMSVevH6EqpDq29W2jIefRVVhiM+nSoD8Lwp3Av9CZYcYxW8adZyySt60Rh8921Tf4LDozKq2o6BFIpiKIjOSHB9xpk8n9s8gmSIbDK3Q2iPpFLwK2Xn/MMMB2K2H+tJmfZ++493aS4sjZcfWmsnEtd6a5NSxMZjNKCdxWI7q7tHHZlvsv+ncE4ha7dAodm2sHzFPjxCRe4dnp2enpyJO/Hp0VlN7HVXDad7A+xzxbSlG1XkqUJYAzrSynkslAD4cdNGmnOsAeZ5C6UVRhsmnx3wmEKZmyElCJDaOo6Vhk5SfRYx/KdQRle0ZHoGRJj9dpWEpEoWKQZ7JjtGS0NDEXCQys1JWy5QiKzkC29RTA5uAJ1Ib3RrHqymu5EFeTUVKgaKjoBoIO19lgyrjZtjVU7JRK1yQea3w0hRAdaTJYY6WyRwYBbEn2AArmS2UqpLBlmy2hwTJkADsldQnJQVNMlkkOVVqqpQVNwj1oDDmmQGFu12SVcprc2nOTuN99/f5EvQbSmUeTzMabyH2hkqSsFX2tevmym4ku+tCVE/0OQv86/POY/Q76Awx6A/xSq//0Q72O8CITP/X0/023k791IvW93l54kRETDAmlUnr3JbEojfWv6oPFl/sKktFWAZsE1miInnWfPYAQh1WCSPgfa/sIz/3wy7aBLeM4of1Q6PiMIPF47USG7kT3n+yDYjheSG4QFHFOAZJWBx7xsZ8G4HkADsqedLYX4goz3UbIkF/2HfVucYg6lEhV2xUyUlXGRElWrnzI6doqgCoI4CXO/JVEJKZTxWk4cQygSGojVIQyNM7jvZpDqT/LKLYUjXsGPtQLSAsZVFRLqqOhmG7wOkiE69d/ECxPXwgmiBWmRK6nWKGtoytZm6TfSobYXzO1wCm3KVqF0jBR5XGmgi0xoAmkHjkmqWACbeY3hxqJNP0MtRnDaOWcuzatKOhYplBTW2C3UqiPcrtQlKFdaTxLyPVSVnLGBz7oe6UrvDwIqvbAosN4Cf+ZoiH/9UEosEx8TvAKccoBEdPZzBk3/FDj/vaYk/3JV4xFhS3fEyeOzEE5S71DEPahrfQtm1+OeRLj1mOtFr7Q0VXrUptLuPHItw05KqTyY+hH5c9j5h7lnBjOl63/+ieymeE2HHeA/8q4bPiX8n26BdXmUnXBni0GxHG08GBcHrb1uo4VRkrVh0nA1zMxPpDBfbZilgDoCtSGPuT0CojFxpDo2kmwtEISEYJLsjpVydFU0VaSpVI3WNkGa6bmtD0qvPWUTZYhjKZJQWRSaWEARaOydIJWID9ZMEWw/4Vu5qimrCKlTAynVFA5L/vSdLhl5UXgOmCaaQqGWRPjUcfKinU+iC6DKUSRdCOBv0iIgRRrBlYvTxhXomZyN2kQ8R3pM5FznECrBQaWuhAbsjUm6VqwHRRPW6Hzam7tLUXNlmOq4NyPEELne64BwlUSA3P6yipvje2Ex4Bi0nBHsOCkYLHCryA3kD3H7fwInjCoyrfjj8Z/e5PjwMyJo6U79YRv/8VEr3WnsUMQVcY19n+sJaNquPAbh9F2lpx82FK8/rGwZTbCc1tWv1g4cdD6Xvf3HsFINZkp3kMlIBPi8Dp4Z5Y9Px/42HNdG/2IG1orXwnwwJ1Y1hiXLJnkNKamUYWaVGdwxsTtTG9qrqatQDzbqAtOZZMANRiQmzA6Rq16QIhoRMMXnKOMXu9dOpVxQfPakaf8QDRlYy+zNhSHasBQkd64c9gBIIVCjEaRubNrpflS18NNDyOouH1i8QFKBIBGIwRltoLIlp2R2spnUe5Uq0rs9VhFNDq1uyuQcUtHW87hZKQgK4LqH4vNUAHUKEBfI9JfNeIRmatxsK0RWg0zFLXLrXYk7ak+WknVogwMu4W2SDCAO5IydHNUjQDzfP7ZYfqaUsOfMsd03/hdeB2t/mF/yj5Nw2yh8YqbTonJcJo9wp7AJedp/rylSst+qqNFJLuc5EaBCqNZhnqclqW//taTQhrknjo+aM2oVpYmMc9pUanItQ2PNoJo3231mzJPBlANsg1E7r2JE918Nhmz174C4puM7IehPSLDyNTheg2AdrCMWlC7LMh5ZK/bFmrF1ZRHnEm8qUnvtFoxDE5terDVb0MDI1JUqfKIKsD2cYsuxGiOgNvE10ijYZERM6qRGVdApWYVwKNBLwUUSJj+0su/Mmh2zBXjIdqbNb/UyM2BuVZA7dq9sCdOt5IbQbXZ3kEmsAHgS+YA2K9WSbm0NZUtcxdFqiCIu1JVsypHvCrm1yONhdFPJ2Z7UowlyIN6qSIXvPpugYSdbq5BavW/kseCoXco6GLWmJNN6qpU0sORG76pLkWg2Z/wbOlv9heyLTBW0KLY7SqSlqhZ5C5aqUnd9RIBrLxMF+R/S/bYUspvEXPVnwPIExq8ty+k5KcLkcP4ZYO9QDEVA6n0bUT2Rin5SmcgYlT7XSWlrVBeMX8tLl+eyfzC0CFCDyRimdIoA3XucpEHnp2P7H34G6MQ/Zp3YZLCVxHu+jMvstIJ0lCnpgEGNu4DjazdlFabRFVipTNkHkxuGRI5uUtjB4GN85fZiDEvxV33YVRsQzVIr1o+vKB/lMPA7dfvlKRk5croWSpFmevBK0RJCHZMl07ljopDnyoDWrobrda8vLVrH/kaI7oXVbuSqSa6nwDK6CBfKADyCnJ6ADcgd7zh1OopYlZILI6e1EYwyRzaqqqTeSYDzqDK1wNjzPrbnyVaFG2RXzm918CNQp07Z6yZLOc3n1KMXHTRGZoDSzl5VTrfmSDhm3E8CZ7LuM98E64ZHBYvlhd0CKyriOSSxnUK2d9bWXpJn6M/DqDxSJdGcXJxQWuqqi0wLvz82I2jy4zbFiod1X79neWubeAvVtxVvWUBP0w4ldU+iXpKIvfk3re+xJ6Q4yuqVpPNKo+v5AGyqbYV4U4rvsuef6F5zOCtXN89FSnR7p0W3ezi/erq2eazRWFtuiNPB3uTvhr+TiOmq+pwEKn8V7U2XyPpfTNlVvIFXEEGNjv7bB5lTVkkqTqo0p1MZ/hipCwImCU3UIhiGz7KTwC6kFqsQXOa7mL6RiDrGloW3Na5U/B3IbspUVDVFUHUrpk7wi2o2uUL7YO1QovDMSJaW0CjYhwy86iFT5dw8CWKZOSS3N9zOJczqmYmlrQPATkT2kldKzdNUyYjJjacUaf2juIUVX7bkHE3IWffo8YPNF54jmx5brbL2tiWPR7BuVBmMdm0VRRaQIuPq7RxGgOuaLsaUDSWl9fQClGxCSg6a39mxrvHtn4FfcKqgxc8AvyYuIvX3mQ1fj70cAWp9OxHl9KDp2/YMsL/5UL0R8lnHqltAT38t4OFHI8E0ULsZED193mpVeS0Uo4xR6fOP4L6rLWFhYJtrzxmz3NdJvdKeDKZXde9ttbZalPi86XjeM8C4th9OmqncHZzwg2l4hjw/YcV4Gdg5EHRgTUm1VsFO1zdg9tC2HCSl615pAVZBFKMMNpsxgqu0BuyGt7BB5HZMyeWA8uwOiIbw+nzOO0MHSMmMQNpZYwF6qrHAm1CxxqR+hBJTjWhjjzIRYCBgWHlUS05BnTiuTu7PF0CtSPRT58vh/nw/Y+pylKKtIH32qbrd89I0VMCeH7znJlTCuf9hMb8PoXElCyR75rITW477rGQPGx6qT4bF4f12UszYs4pKqlmqdwJcYxtRFePeKsqwhT4teqrOCpaDNE0TBAlS+zhXOD3RVoScSuxZlePEf1oNR2f8BPqL/ChgxXAOzV5TiDS/ubkxXwhcv5KVF5v13rQCuM0vtd797jMxVYIm3xEqUqqEb4Bw/jqfg5ZzeKQg8Or52GjSoYIsiK/6c4AO5EhjT5t8d2NPlfutUmkiY6rNmEYZFaDJnx+Kh3Tnu+w4QD/fe4mHfZW+qG+ilKrU9/pDT1RrHYwx5HfS33OAuiCunfELkSI78qcAbSw+Plh3ev/aARBsavuGVtviapacnITipo1tNSpIMjTWCPXhdqtznRY5V+usAFmob/fCR3ckCTNWm72EYQ3i0hVCJ5KXrPPycNsxqnZQ1N75lpFQC4mzwwUlEUlPKxt9KZFPebitacgzQLLVBL/c+KLfwbZngCFxZnympRM3q7w/FwN8UYEjJC/Nd4dbh9vVYt0yCFIpA4/GA4Nq7jQZFxAo/tTAjFOojcw5unCk/8Wjxzh2oT1AC6RWzs/1OhmZJZ3HdiZNBlEV/3bpTuphrUNqyHNNcV2qU7JJtWVtLpiAOt9pK7uVVBQFLRnshYjS/cwrUyO1Y1zgMBy1b4K86C+C/J7Ta9OHlL9A+kH/F0M49edg2I6PZSha2n4G+PCtOMBr6zdkPFjg6us9VXbmPP8hsRJfZsVhajK8+1rTSjZBFV/bnbHbnM1k+25LT0lkwPCd5ghiOWxKVAUALavQ7j+XRLxkKktZZWmBkXuFxA3PNh4bI6l2Vc6WUHhVK6GC0lOrL5qXrTZQ7VlXqW9cAehOlMNXZMMDT0rRGuIpoPpAEaCqTZGEqSv1Jo4NDRhZJnx5u6uWIRrlgSun12plo9bH5xnRDJ6EySglRYCPNs0SMcVu4gbwroQYfGfD6uBK60828bcHxQ9L/FbvL7k4GjDgRjndOklLrRN3z3DqglLqFJJxmD3+nJSLTU2Bc0XFhlAwS7PjM/8YDP+B42v+C3wG+LtMuwSaa3cmH735JdIPOkClUweA2vgU4Ilin7hA29ZM6eFf1q8dOIBYDfuHN2VYe/MbMivFByzk5SzGZ4N7SbGO78Nkkay/GT7JZiqHGsMsya5OfJFhureTNFWFKl8K1BBx69jePALyGxdlVbVqUQXq5rAWGzdAOoWOVmQBI4QjZLX3wN0L7VBNDd5/W9uevcJWG1cYm6pIOxdlcUO76/AwwlSmrnJ5/5LEmk9HtGDP1SL30nAw5ZptI+1EUJV6UzlZCB3YIHEfE5kqZjqD6TtZNPuHd/oP8DSnQeFTYCBgKWsBmkAH05ketyEOr2Q97lx07UTNYpKNjY9TRXsnPJeKLPSMNfVCKNG7khomnHQCPic6vMpF7CO7gAFRalrJJ8f1pKdM/yL9okk360k8t/u1JNyfI0B/BMYRIG6preVhePiXa3fXP7YpPZntbG08VJAx3xvO5Mfn28OTxXx+GWej1ubJfUZ3f7gHajksDkW3OAR1H1u1LUIi3FNu51+3mzLLkkear0jYXlVfUjF/MKyg/+uT5a2IkVmDuLrc+6skPt1W8Gl/+/BS72oziluVW62f2WJ+f2O+hZvS9C+1tqkInlEMK/q8Z55NK7FrvRTsDD5puu1jBH/lMayiNPWu9bQt/Vl4I+8DDz3D+kaixMLDmavyjXTU9BA3zavzxT59vaO60p1MZQbROn6llvcMIo225suw5fIVgNLAcQ5q7Fj5Oh2abcu48fBSm7i/cv1QfjKYVfVDhvRXTeMGla1l17BOUGYILTxjM0WTEsozRXu18j80OWiP04uzAhL35wvduc2kKk3GdQCyJk51u08uJYYUVc8yUQSrTmFyX4JluXTVM5cWQTDo1XB00n4OkK+C5CehL9IvmAY/UXQY+GtJMQE+FeBfyx3Ojn2tbNHAsFxcu7Z/ff2AT9mq/c725c3ZnS/3tmfLm7uz/cMrIt64MizmVwetmF3d7CkMWuH85lckQBHT/qFRWLFsUYt9Zza8/lhBpAg3trXcgn5JQSVB0MYXs/sikQqOqESvUsQlZne4Kexye3N/QwdFNqwL6SVZX8z2H32QrlCcsEem7yb9PJofSOo789dmFrOHHtuPVxrFQqNwn7OV1Z9N1V4S9G1vn/mTFcsNARdzSdvYWQ3/PX/sVXtfqovX+i7t9z0hK7Pfn2+KX0pkTqSj9IAH8KPdmeSj7eoV4ehYt6sZxPLwymy1rXlmkTMPOni+PhiYD2DqbVfDlIIkqUG8/hzlZ18dvtdnsjxgU3S5oe6GjavLWxtXNT8b30rgJTSkQyZudXMp0KftzG0uDi+thjvzHQ1cgyes1R4nhytKgInK6SZVkWiUEIaBGtZQNGKGDJ9mCMIA1EG7+zAuOeD8H5x2u1Oqbimpt+QA3L8KngCeHetmRxf8i3SRlGQIp/weKk9DfHHkUzDc7/GJF3mkxRtvfPT0zvoB1jRTyHXlwfbJ/SsPFEspzS5v6aZ14zJhwfB0Z37PD+58N3q2t/V/a8V21I4tlJZMcZanUrN783uLjc3VTOj7inWQuXFZTtT3rnJGRFJyFIJeUWVQeLWzONyUvaOJwqlNutdqYcF8rq4i655aT1Z0tdIap58b81ce2k/wNkCiX/4UPfKDJFZ1WX2iPngFUeJGr1fmcnUPDhdZWHgrSdtR6CmPswUtT/juNV4PfSZ5tzQ+q6IZWM025wuN2R3J6XhAlzWETZ4Bqi+8xoZmdDl8vbda/M0d31Hf9VwRv8I4VoN61hiXq535K4JJIYl6KqGO2aPGavaZ53yi/Pzh4tH9YfENQ/9/eYbrc6c5Qx8mHNrNk79WZYHXrBO0kyvM7A8orjMn0/CJeHj4gIiKLGG9okSpHZXUhT1bgUKl5NLUPYLTIClMy8mk9Bs1IkMjjTFh4zBxoGbiUUaswY81kkWa0NJzxecAjwn97AN9I/wruhe7SC8oEQTi+7SdDPwrHMGOzAULW1x7a382XL92YAvXcnm82Hi4feMVhQdLbq+2BHbYomBocfhY0Zstk7fdV3VZFspRmlCO/xQQ3WDlrO4oDlIM9c3jhdArLS7dg8rV8ZSN21G8JBFVbmSVrizmj1eK+B7jqdQBN2TL5TZLlfWkrj4j7LIs+zj1SYCmfkT+1eHjxd8Ad3EOOFkiVvXLYXi9+kRJXvaiNrLuzW88GeoZHuPBBciHPXDvBnLLbtkiqln5Uj3esfeVy5anE3VD7CsYW1qtQZO1676k7jvzr5hh5gsfrd7v0DHvidFIDJq3JwLvy3N7pumrtKem7BmUjC902Xg8MLlS3hPFYPrQW+SFPt+6S+bqCjPvsdnToaEIdXZmOZlSRTMmPo9Mha3Es68KzwAJ0ayTIHZ9nAU3g/RUBQDG9xhFoGxf1VoVw5Mc25lfYwtldguk3zTgMFM4i66AK9+/6NK+Nugyf6Z7Xz/yuUgXSakZw5k8IL+H5Q9CY806Lt54S47q7ME1LWPMePFoZ7b9xcbuYuMVxyxXtCvkIFDjXeMDwjbZ3cbW6uTTLdUSAfo1pAxREh4Qk6iiWEacXz3a3OU5G+HG7OHh/CExlrpRdaGISmGX6K3PipAKOiJFW/z/+7Xuxhx65br/NVqULMcA1in9CLYLP+I8PsVk8m94no0tIjbdHdGnQzX0vzx7+I1k3br0YGaPXJ/NGT7/VCwezIYipR2FGH7GpPvrhWTzFjhDXypEcpyk/sVBcCjEcOWvhIbqTGBpzsthIjDfEXsVE8Y+UpWpVKy2dMeCP9k5fIV5ebTpzhmjoMPTz9pEs2XaJCMaqife2XMbvfgbZ0aRsUbu6ZdD+KxOH92I4dPh8z2J3L306UP17aBZHSBIfWiGdCm6p6EOT3ieuLKSdCnn5zBOyQBXyyuNoPJiJmbXZjUSvTWqIop+9SIJorrDpW6kj9lIUMhCDCc77lMW0PC8XmLsSsf+5y9tRH/5fupF+l0n3wIoBuT1x9mxvysuw5IFEWL89xvrPIcbrr/1UAYrM3zlcKmVtM1zv/vz/dly+1sejH2RMI/ghhebKva17q5KEBENoZQLJNwhLFONOG1YKsxIBEgIxWM8OFhmPNEjyBK34zl5MuKSxTd37s1Z++pk2Nt+sK07zqwCacGjL6IjXlgAQbJjJXq9IVYFARKnpgTeQw9pcJ9IdPuD1+BQ94RqRICKJumP3nmr8SVrSHn52Rc6vkI05t4NRDt4a+jCvf6B9La6CnCv6MZRKOZkuU1o+PgEPa6I8/6l3WGXAS/m22cayHLg6aHV1iDo+NsWU2Uc6pkRJLjVOUL7gYk2kcg0bejo08GMWQbc79FxZlJ8SmZ9fcsTPjgiZfZV2YeZ2K8mrhFqxuxZJIvTog7UUJeS6ed58jicirhD7IfHfVZKLXyRaiGvZGWYbcDIMkGoSBUG4vyEVU49aPlIPmrYHlUDgzqt5NBSwZtaw/aFJ375w9Z/8RbkIvlRCN9K5I+BcX9a1FoSNuTdV/F/y9l13y/KgDYVMnC7O9vb9hO/d+YyQy0hhSar2WLj/rAj//T0noKFzZv+kJtQCvEcT8kEFYBsa2nP9u7xNH41bG1XpOXwjGfyfiTG1w2urHbmCjVme8RK9zef7G880MJ/tPl0mxBw75WVFveXm/lEnT+wrEjKT/gkSytXAGLL1ewPCopmL28TjamL2WXioPsPBom5Nzzd2+FJm1TlRnPxyH2ylhTo3Xr02EHU020Fp54PlhOf0+PDjer9cOtxPiXCyoq+HnrkSVOre7aHP/7DfJfpuv8Oj+M2xc2wngLmGeBSk1IrX5539xIh3kY6tnhtS9EuhpV6Fn8iQHX9lGeBD94RxswO5HgkC57G5ux1aTGTlhvbq6d70mB1318JUYCMotJnd/h8e3i62Nj2sMSzzaAlzhPHhyvTxzcPdYd9T2duRxGgZat/ZbsmpgwFrIMAFMxMQC3Kg5aLiFBsqsqJm6IIlVPn/BFdFkR8SOMsxxcCDYdSTjZ3AfWJJnKvKPtSIQFMJk8BT/05QK76RIEXN8IXiaRA0O4vPwrNE8AWW9ltYWRY/B5ft9iWDd//8skDPrSxfdlhnmKdGWEBwc58S+HF/MpMKMIbBwt8fSD2rKU/n28vZvlYx0zox8PyxuEdHlF9SfDFW2CqBCkS9VTdzLX0CBIdGDUBq2Fb4Sgys9boCq+DFmrnOZU9qMjPHB3y6TiE+7Y6Yp5GVcWzfp4Z9XmeuI/jOpAI/jFmrttXzcBs+TUfJbkih7ga/j/2/q9HsuO620SZQFZ3V1Emmt0UJcoYkbJBsEVC1xLtvjs3emF9BN0Kfc1PpC9gfY2GgL4i0OdCgHtQMGG0VB6UoTNyCY1XBZzf8/xW7MyifGbmADMXRmdk7Ngr1r9YEbli7bV3ZmX98GvSUO7WkP3e7ciOPq0wGWWc7718BPXD/cMPTfAuiIBB+2jww/18DearLmUYkhI/veVbLWfv8jcVTE89D0lKIaM9k8H630VpwIv9H8LwvR+oI5M16x4dXFuSB7qSX/SbiVqLPRf3+WICCeh9ZupK+bx2LRyPYRmjJj88J5u8+GNW05yqoSWQyRmawSXXzom3wUgFfuVqrKIh6UBqNGu3Tw8p4BLx2lM6BZZA4WVZgm30LTEFQDptq/6RUQmP25+8kwGePgc+lVVyGeQJoC9Cn96CZ8X94t1eXdsJJXQbDz/1JMtIqMllVwoA/WgYjtsr5KIguviqBmpKSrdsoxJBGkdtRwD+CrUX494kwvZSz2egtSKK0UJ0eIMwcxAvrbrg5JF4SnjSi9pBq1yc3K9RIciztArXhJjMBzAuCzIQlOVJe0DFywuYiu0ogy8LybyhzPZFSgkQKE1HHfd/R2BgtqD4kLddl0fBK1clKDVIvOWXZ5Cujj89vqA3w6A9IUgpFotbYN9WPpgWR0MFX6kg+RKUCG0cfaEFq8napI+UkJJYpjkoB9e0LFAZm7uPyd4+VzwciWzNDinS5QditEqscUj+qlw/Hdi2lXcpJ03fz+8B+mcgp2eApxJf0A/4bkDjX6pexGV6nJVSN8fnwLAdOA4vPbt1MbIr4tgNQ/q70EFGyjT6aH1dFePCYA7+nq1UbaCe9psrcruj2xn+wBmw315EpuOBLducRAJnrMXGvBd7MrhHSaa+TuZJV7QTYXTK6NhmAaiuJCfy3tZiiI3qhVs1F3urAxHmmrnf7h+/2CUF5TNjFUiRYL9yCI0MTTrih6k6zIuDMmQ5RrryyO73EEEnc+THSBHLBBwJzbWN3izlDHawNoAnZFjI4PvmpcBppkiXgYz5SJfWZhQgH+DoyEtyDRBRAyB3HAuaB1y8slNTeO+cd30cr/f7//0mzKmcCh+D8G+y+C0Y84C4DI6ULZv62ifYZABet3VX9lTcr7VX3jiYNzh6G1UHhlkyXj993FI6ntw+l2khpGEfF5YOt5aUN+eL/Z9y/9hhfAQ4cAW6PbvNKivLcKbLfFJnSlIZN5CGQA4qIYMPeFN85MZ48Ae4/Q8fGzIKd3RDyMyRQguHOgJozwyk/sYXiSV73pYAmCeqHbhMR8+91nl1SrnzsuatGh2EPgRmXeHQ5tRbkttif/+BZzUz3WWydZNM7cu+Oopz9daSVwHY1NWLNsMfC9Xx267pl5t7YPytbxEIVLq0DjzoNRJup3GtLO1RVwyCGcl6tX4O5up0C3wqU/iPwMn/TAFvLq9wvcP+iPNQ4pK9X7MJB69xbFgtweCV7C4Ibp9hTFn/J8RQIaskqxp8/DPsRoltb0OW4CYYrozicD0qhfaKpDgJA7nJT80JC5rpUkFpDJLtLursX68IuePTerUJBaMI/ZHBEKUYwutBqcsgI8owea61Rxzd9LPJud30fnSQoNjbC5PGQ/D4Nb/EEhomRI8DUymNvof4ceOcgoK370lWSsNqoyhomjujclYwdeFinsO0TZXddy+1pYpbGQxxqmNEIm2L3ZHLtMUPWzTOE8AQ0JBC286hf9Tt331P8OPFXY/Z3+k2+C0vR/cAOMbl1SszwGwTo4Ze6CVVnxTy8aC70c2kF7o16euiwdR1x2Hj6HVtaaHSMZj5gle0BPWkWVRTALeAOhEtPsgOa+WrDovExkI9Kt2HmsYOyGkNUqKKHTpAwDQJF6Wllm82oIM5iriiYYOgCEAQU6DWnCDVTc1KWFm3zF2kPC4RI6Riu+qHZjOHEWr0D7ED5OzP+xl2PFURhLE4g7bDNJymYl193850IQs6q2pmVrJOg2Y5Vn9sskRKHaW0m4k2GeN9mFjOUsszojBuBLuhzCrD5IyqE7kCqRE5yqvVMB7pe6k7Zb7U/lOQeH2yQI9TedtLroHz5dC8qF7C2Sl6oW4I6tBtLiA6x3gkePwvlAbF5a/HDYyBwgNHsRQe8YMqAlLOZZeBuCVhqRwqxA4sg7fqEjhirTt4RdhSkgrY5f42Z5ki1i/UyKo2GgEZtj3EaXa+a4BhsgVhcE0hmmTgMqXUoJGho5FFUUAYKJESOwyZ7KS79kaDMnk7Nr7U1/6wMrUN2u68fO9SaRoagnUxpKeCyuj2Aq+JLZU8LSjxuCqQqmZXkdCzKTBsBU4N0nXqBUL+lAhvkyvfQSsaoG34DEPmBwA5w7le1dszILQ56VBidefb9WuAcflT7DuVrVyu6+FlvGM9AozTxXt6GTVUtBsQd6STTZs8Jk0zn6HoclBp6qoecHI5nxtd0X2RiJRRnelFtiQ5i6ps+6lSicrNp6TNkCUHVVW0paaGlxJbZS2PMraYMoymFASIxRR6BbqX2Vzh7H73Zgx2orjrQJ+js6iAR2i1mbEyhKkMv/Cqcsha1hWg2HUslbiCcKawlgYZOYexzVEqaDPSXeuYgKU1Ov3aMGs4lqwe+f7Iq1J563TWMsjiMRDogIPKuvR6MfRY4gDp2MjmGCxo9FVReMTPcPQFJraFKxiWseqOW94amnEPfHg9AjT8efd7+hTkVCz9Twn7/TX/FrM1boUf1/lwoOYRwZkuQcMJdUQKbsnGhiKy1ElVgPTfUHXPapVkX9F2HDNFkWnWUXUb0hYAc6KjGm3r+cDbTIKdZ4BbTtQt5L5j6yHRWrWLnA1ZBoZbsu1xbqBIKWK23nA6Mb6aogyqR2YG6nR4QTfZDExY6gpxTlmjIsJEq2SInmb2keJJoFnh+v1E0VSm71s0iMoHw6jg6TLMMo/kf0aG5gUMYIlSgoLHEBd4DSELnoNyeLmqzDou9aMmDLM+6QWdUpmwByqXnF0Tmlly2krY0uTgVDIn3rhc2vmWa9x87oBP5VT8PcCVAOobr+qITQ+MFvhm3WirPa8dSUUmCGnZCJBw0tmm7mXdN1rR3KiKmkk3AGkznsi+lMzZvdUcUrpE7LJdJqQnMR3DH3CVp2ohuynoWlcCMuUAUojvCcIxbBIXTWT5cxjo2IgOvTIPqiJBctYeZJVhSth9xDxU2RXsrCtxcfsvR2SZyxUljY1DRJP0o/+iWUgwQ4YJnmpx6A7UQdOOOWIC9M2HAQ7Wiq4n5frqeoyLlA5GfjE2qnaZ6IeyBbY2c82bMWNZVAz1AE0zdjBIJjASpuw+2BjVeW+YBefokHKUATYInj4DedtLop9/DRRniF/4T2MMd/pQ3Vjf7KMzYyO7V5+TNNXCzg6LbmqX03grUF3XvbU5s6iD+lC7qzkUlNkhRmKk2RjwHZuADpAj6F5AsX3KEpJvo60ZTddxRulcAkpJIynnrsTwoZFdlzKmyB5UE7VIu54dp/wUOB0jmEnVUFkFYQrCedLANY/YVB4u0HLlWIkZcW4+Bi7FdntC6Gg1g1Eo1eF8UpY5pedg5ulWe44AMnbwanIdqiLsDUGpzCEv4FEGexWkRmbzlYVkwLL6rgwfrzarE2At5nBThi8VlGxAAVz+ZID+6OXpGeCpbGX+FrLxL69LtjbpH1fgbvNUPTNFnxKkyYU1Xli/t8Vl2cPkFX121CbcQfW1FElDd+mWxVOavm/Tnuc0dv2vtMFhwMGMKBLNgNNJQXsQ83GgZnr3VOpiqw1plSXsqfSYkgISWBHNKRvm+biJHmKwd4BoAwSRo3bOilVu+Gbe2icEepvxqAQc3Ysh1SEGBaKE47ahtDMC4wQ7fI655hC7eN/paWQVV3/lD4MHVwTKG+2mgLDSyJbiWF4kooBK1BzOHCLTOGb4TOchzLCrrnGNuYi4nm1Rr3xrcBt6hubffuHlV2R+Pv47PQM8FaIfXwTkxY/m4j64yzxiweHBNUmzCoqvXxYAsfq4LyD+6lOgdkWBhS+qyo43V7WUskFFLFqL8gR+cpLBFuzR7CgS2UDd4iqOMYGnqC+HrGwdB+7k0pq6OBWKAU1CsOwyCEFusjmLmVab6L0ZQZcpfNFehJptKrTJ+BJHdN36h9eoSxsbpVRHTVhCJpKj9LillqMRY4xAbtJDzYO/3WFhQWTLUua12VBdvFxmWM3+S22FGsqaumom1XeI0nuA9C3TLMlURt366OgvAeW03sAWuCKZU82eDmhaoyE+cHNJ8CPqnVLAUzkUfgrm5h1+KOPyBkccd+Hq6Y45xI/xUEo9H8/F77eueUWYumMs7M52RSxAD92wuOx03A/r3Ju7tem2YsexrISq7lXiMyQ1lJPS/C/7OXaaCWY8pnI3t7Jp2EM1GxVaGTtS1S9Uc49UNiSh0Z5KyrTMag8SDAop2nnIkqS2kY3z+oe6QzyYWaYCENOute0jP4G7rQ3qB0SMxQDjiybaDfOjzsXq2HRHUBOA7XlCjhaMZJocmiYbrZNlPduF4mkmoDzULM3yJEwa1nUeGMYcGSRaj1Z0+UPf5irhDQgbXn316nL+K5zhL83pGeDbXuYrMD2TAvI/QXQj3GscLzAhwVbHIhzpfdS7/mgRK8UdZG+Y6sS8tsdWvPyQNa+pDLKiT9ruQ18GoLUvJc4hRwUwr9t37pDcChKR4QC19shUuw1XcMAEZkU4qihko7yDgKMtEMECsb1rle7YzEaUWI4tYERNjXJcpzif3JZUYLpJoAIMdyU3pqxHYFDTIMYiywxmeFgUrRi5DNcRY++B03aBEYKyLNhYhphqw+p5DWB9Su3qIzWzzSBd+I6xTsrLtVghSCwJrq5EmvRZYpEVomzS4gMAB4xNmrT9MfDpY+BTuVP4D/lkf77inlwut8tp/W3caR0bKX7Iqz6dLo2xh6p/xmv1QPfnbMdpPa0EQ1iZNaD7qdFYdfI5+iYZqgyNOIG8W02phlXG7CBlj4GDvVvTdLfAxpSCYMxhyHDODy6aPlN0ZJeri8D/Ggm5sdCgsPjTI/hsIdWcFFoUoNUvr8xHuMnXJmWj+LU+GIriQCCH4ShCs7BWm0pQGgTBV5pCp7jtL+cg1a5msDFLQ0spMcVucR5pmGhbSRuwSXpCsZyVQHDSt84emu9O222IoyoO6wrRmVWfTJx34qBiq6jGPXKBbwQ8pX6ncqf0EeDldRLAa50pXpWC4+g87+xepe52Hrvd/oZvFKRc6cp5JXj8IPX20e0P0jz6AeWR5UWb//Hi0RPq+ZO8vjh/8uTJiy+e/OuTJ198kbrK+198kgr0q1+9/6tnXzz7Fa+f/epnz56lefrsZ7xanv7s6ZcD/uzLnz39+Gdf5kj75cdPPw7w8Zcff6s8//jvPqZ+/PPU7/zdzz/+Oe00KT+h/uTnv/n5T1p+k1fqL3/yy9949PXLX/7m/5Wm5bOpvqYel+/nlfrr73//15/9+tff52wRon72/VDhgNvmuKjw6NWiDVReMSyF5icAlJ9/+JPf/Pw3H/78J9aU7/zECpBX5v2dzDmvj7/zd8/TbC/Kl32xil+yoF9mWb98ymrTttjNm/H0WWremRTeJt+tL57lPXyfN7JvZ8sT3uMnv/hF6nleL56kffLijy/OX/yPR3m9+FQfocRnqD/YP0r9NNeCXg0m/k25zOXmVTzx1avj65jAsLU7hFTzeC7OE/5I/04fBp+KhYd/heIbyQC9aMZXDILmU9y/cEsTZD0OnyIZMmWa63Iq2JbcbXifdbdUHr3R6Y/xLY9thWW0FrE5NEj65IOR9gnPEVdeIVS0Pwn4xjhtCWieWvs3o/oXL3wquN+/utxfXkbr7tXrJRMpmiM9FsRyFfBJAY/Ur3b71KJbtzKix6i/Kgei3Bl9ZXooi9bLvBc1U0Mp0FMyERffqUf2MOUsQcqo9pGGtYX5K9pXLlq0VaaUcmmCn/filirAeB1exmB8Y/zFL8lU33mvn+Rc5cS2sS8i0c+bsdn0rQI+kg5EM3COyYMPJeMdUr0FkAWuRNDsMAoZL/B1boJf8efAp8h3Ki3zTxES+7w4Xl5d4n+5aYj31NvqfGnr5ERDd4JOVTy3UQv0BUdCJyD3HyKOaZAnfnFbZg08N4SbsnX2rgoucbYYUR5Q6GNXldK6RhwEMDvS3TEojjbukpbKrBibqmKrrJaNewoU6K4PkQFMx89oxAR+KqX4ocowHPbRWSlqTwclffV7zVKFNiZDUW6+UcI8+zZFnToNDCMyx+rO5ybNtPoWd+VaI5fzdFJ5ZWWWcmjrSHTy6YFlHtP6YnJBKZFaZKjqPrxCimYn4OvQeBpT6NWnClFmgEJlTi1SjB/KR/Wu3wM0/J2+AHMqKXwPkAOXMAS+YxaGH8a5+jAmztOu/k2H5140B2dbMHzw1zf16kXJEXQ7Rq+B+4GnSITYOSX4KLDg4cFPUF7W7ZSokezl9nvtD6jRRSHXR+Ziav0kDT7JCzY8aqz6GOO2Sa1dBMSOCSaHk+GBn/9gOLr6CYCFRXC1qiyFUYGzuB2OhRWkja6g2nSIeRmvjhA8GOSLINObBj1pU2LZfDQwLfPsF5Htp4kGTtbDa5pZmHKmHjOtkwu+qjhEZoh+XMZi0d34Khggx8AR4NxDTBqV2S2u7fRtRUQR702geQtRC+aoMjBULkiscpiud3wM7Neh55uAp0zwVFK8KOaVuwML/huvwXEsumGDls4syk5Oq+JwSxIqzgdBibo9L9kIRwLQwpQ9DV+FRwCYRLQ1uA402qtsIwI7Srd/5LIFNm5R7u4A/B0tM3NfTFriDgI3MhWDAaVwigmuoS1VSnk4UhwoutVU8bYxKzg/GilKjgWGQR5qZ7U+BuZkJzUpWrEjaKW3zGDusAfDPA20fvgKVlgBhQ4VnWR/r5tbgnO6my3HzHZdY0rtTil1Yo5w8BhTiKPvt8DGn3FEbaOoIi+7xaUV1VMj/6yYOJ6m0F2HyKniWuqXYb25fGd3fdOPQE6fg5yKZS6Ck/9NBhjPakqTnaVjGyJMJeJbcdRAOFVwdTg2hR6XJuxNrkIpWUrBdo7vhz6djYfOSR4iy4X74N3zwaqMqG9nlKQrVRgIYwCQMhy0yjE8PcLYDU2vgwzzEksDLScCSU6RD6Be12FMav4xBs9eTxc1HZPGCcIUqguUOupGjqO3o5OocWlYtScHHEQaZLrYKTlFTyhpURibOIowxRJJnVP1MdihNzoAWbRBGpPI22B1JtZh7OUxp+D0lQo5zTCjMu8nios3WqfMCi8VEm1ydITCc5ugkO9aVxupbSkP1TlTIdVm2pvL/f6dq2t+Ef90B3wqW9l+DpCvCbA948H4p95mwYV0o5BCGVodqwfuqrvp2FJoygudcw4DAJQEibW7aAZSjHOFl1LKsKTjd9L8m9d0jhMCGLqjYkWlYF+1qlL91ZgtuKELWmBTplTKAWKXQa2uyh5jIytEzeTowlBkitnPGoyTw1Q9N+CTU6bbGDC5X+sBmn5Kda0FaxrUGfcOuxEogxL+qO2FtzJFUh3pMJqvQPKLWxa1ScmbFhK65kgPaodAynmIUwBw3o47isB4tStu1JQ6oqsjTRTuUwcRAWDpmK0e5Yee3jzVyQ2wXn59wz8E5snPKQt86wtuYOGPQS53V/xXkF6qexllFy0H9mlZfCrtqngw11auxjomgsYZNmH9GS8EqjDeua7KxW8PAUdyBT0jlHhtEOpxeKkGYuAOZ+lZLYAGBIOB4ytkY7yq7XCoJ71OmnNEjSnBYrJsivY7gNZwrsjaHgyEQRHEYgSG3uHCFDQfjZR7Bg5HyiPmsZYkR+sGNeeqttSY1XkzqJTRyQlW1dKRvcKrTrNhRqT/bWmj8NYJ5owiGryDGWYyZeoYtMuyyvhFAsguGc4gci2nKy3SC9xSlpoROtVoSjvXP0oU8qbEAjSmy5jEOIY9Gt8KHiyeGgcnAF5dX+v38wngqbzd5ebSn4Refw080Qe3wd/io/XH6dVtj2oaIwf7OnJlHWZOkFajM88m0u+lvJ7bvBwVkt5GpQEX83/xUhEjh4v9YIiZFJC7aOVV4UOxWpBJpoo9PhomHXqTk2TjP71gaXwUIDHV6FrOHEZt2SIhl4aEqdzBOoxnDtqKyEC3WOs6H2rZB7a/Zts3TnNcAWv1BkkACMQKpamKeb64VAF4WtA6tzOiE2nk0+BhyGgh3ckBPYDWkhVbm1gD1xjZ0XKnUjpQrU2NCVqRWsGc0ljW+5YSYKvBoyRGv7nkF3/z2vVfwhEDT/8a6VRW0Tkub+IpE3XiN0e1GyqA4IYOs14cCE/kKk90aVQYpNvDVwo+SZBaaLFzmri0ruLZT/XqLRdcenitb24sQuHpCUeZ8kvZFC0oB5RsEMYz1RMbZKZB7Bx6kGkwuZYXCDELkYnSrd00dkpL24QPzMSNEtJfafVK0BwGeM1jumIO8Ba7Ug0gyx6xKPKoyBGmNVLK0YaMqMmmOu7WvKS/7l+ZiGW2hapr3uXFX560nWqlUzf9G4+yZYZYhtJCsj9eIJpWeIpaWT/eEzrjMKy/72MXO20uDSx3DkyfL3sR+vjjp5RTEviWl70XwrpFXvwpCJu4e/S4eiwPNKy0rgjjpb/7IyWM8Oc8fu1W0I2blSAjiRZguGgpSKN9wisdd4Ws5i3A/bhUzfarKn1tMRkJMvKo4NEbqZK7YpjuFueCqhmxsjnBHkitnCpPCYtPRdsNT+NoxVSTs7fL7YvKrKiAHWSyN7azi+Msa6CnxpDWaOj1YMrcCDKxBp7RHpZV15l3NoBCAQ/XEF4dhbpGEgmLAlEYiICekYz39lWnUHrKE3aCm9SsDBq28YwcXx+SvD7fTV1cHgwnDhQsKDfWRUz9rSjpoRSNwAJDiwwPAlcEpOL4pwTwVKbgFNf8JQi+ynU0LkMW5FW2XmcdDyxXYYICux5Hi7eFf5ilxgfHLccpcdUkDePA4SiwJRKRN7OIyhDD3VGUpyl31bVd/WroCBy1omEBHdonJ6DVqaZ1jOFmYLoDqgVdlekYAbZFoU+jeMHDInWG8jklV1Yda52wTxXRCWZNQzAVdLEjUcR6K4IMIlUpaBWnlLDO01sr24hGgDMFtHia8YH9c+TJAJkPYqsymfRXdE+dAWb6844EJtkLIVenACUbR1PCMBctumhakqMZdOW0S2AtPPakL2vfMnhKW+8gFtDPmPHvFf9OnwGfylZuTAF1jOR/R386VWde7lfvBkcL5oCPMzfPIekaZFkhrBdN9zAk+xyKAHoSWF0YAdfTujAn5+OR4ehLzatpgiIqqx0zDtiegjE5grKxpIyhR9BBrp3+JjO7Fvns/IwD2holve2yt/4tScA1GVarxIXqKgQDLigDBjbZA9rIqa4upW3KonCo6qjOvJoAR+LoGyuSkUeRypbepoIygArAuWwCLirCm6qNjhXDAz6xCNwdBha94U9ZreYYesef3gBt0Mx7XVZdjOrE64Tb0loElnfSKUvfoItGP17+IBZRkOeAp/I2Fz2AZvMOd3iyixUpVs0+6lY6arM35zJsyExBChLiXJdDmit32vpxrv9bBLvTqCib5BARUhssguuLmjIfkgbTdoGFKXF/rFBRUhDTytmp3Ru2ZfCTSjeJUCQ2A8heqjeGjDj9FCep1kESYNGsJFeFaHHPHi9mEyKkVq9BR5PSd3jAqQ7rOOlqVpT58XvWpOucwlRGh0UoTWRG+ZDXxNB6twkajo6P6iHwtyd00l1KONBi+qxljhOOUFBV8UBDFEbBQdYFHbwUZepNfcuxdMT6ds/QjgoDFarAvNVVWrhr79uQVVp/fayXn8qpHJdmgXnhJ/rMsb9NtfS82vFPva57nq4FQLbNRQN4DhCw9QgOYbocK8npSCnBVfRO7Fzn1REm3mQrrdFzLs3RkxhtSdJBu6Jb48SgcTCqI1e+FS3Da8RoVUHwo5YecM53EpXYlnpU5ukddBkF6SkRxTkzVBvaIaUQ2RsQbBsHZpKBwwYwY7pQC6lZRXX1F0M6dBuK6JeLC0zwjKH9WhBcLYFYhk5tOYfUqnIdU5dAGVKlizooOzAtxgpnltJyWLe1QgODLnZwIlLjmBh2vfw89dXpW4Cn0sLvQeMSlzfGQMMf/uKO8uLZttss5OLb1SX1zjgcPuiF2/Sn1/HNI7vJwpWTqEoPzZNbaG007ZCHG2ek5frBv3A+iJTUroNR56QJRijN6Z6wBKKD+qYLNg7VyaeubHCUBRqpqll81WtNEyVowhSpM37PXTZFnECDFZb1cjMrDCw4Imlif9VaWXGWR8Mj3dF7rDZFvXQPy1KjIygulqQHzD3ovI9YVeSIHa44WAkx3VozNrnOZQoBrnYlEpLTaRdpsd96B6V2uaHUTAxysTg4RTp1tA6wvQ9jTbXJcGRemLKi63Ng7359Dnj6FPgtL+tmwNB37b+OZnuMB+Kuel79ir69hVoYN+E8IaMgV56BWtNTKX/JYV90mn9RTWiMKnIE07YG5mPAnC5+UBcf2W6R9UrV5WtK+pVxMhx9MpatYOzIHkG1IwxvdRyNGqYVbCKn8qpwOJgcynwrGIQonqeDkjlPWVEWdI7psUPpjekQVdiApHQgORx/MdWiBqFMvZraYuRRsKhMT99+UeEa8jD/y3o6B3Vj3pY2pSaFGNlD7AoOzpZCHLVKokWrJLV2cmgKtip4eV3sNNN2wINzVA6c6I5WFSnBB8Ksw4fApoAp16ePgU+l2R8XxLrG/CJ0QsXyz3UhnX3VbKQxQQzhb9KYVC74azNyFQYnoY4Z1PTKYk8Mvpp+DnzbZG5jks++tX8oAWNOfYC/XnX56sNwdbLpgugecUfIWCaqDQ8BG+xWFV22ET9S0SA600mp0gzYdYE6z6VYpQFIZlfwWugQ0otOOl2ydNJaIyBhVKT6vRuGarSpSQ6u4Kg66IDWvtPy7TFWZRnHlKiilcv3NGfnw7WqnwJ3erRCWuN6dRTGkYsKrfyyLZGxwo+UeBHXpnKMpoCBnexQcziDFNtaGE6DbdqJ8F6glvISQ5G770mKPk6lnPK/U2nZ/hqY2Bevxvl0trrsMQxUv6xrgtBX64R38EBctnFIq4yidfS7FSLaR42nnNUDwEnKnCPRP2MYYO20BJmIoq0lCrJTzdImVerekMkByxTRUb8gRY1BVZg95Ecl7SKSODH7Fi5eS5i2CgRSAgy5g29lG4ISMv0KKhJCldlfOPezcSFzGwO5ujR0tMocZfPwzWTJylK5dto5n8Km9G9dHAFE2SmeFrJnbDkGR2pNJPiJWvL41udoB2wRNT2ItMM9b0qsLWvf+65ZZxf68HKSa1BMMc5QnUP0jOz4eF48/psgeCpve+EJYC6FfDOA30q7zs4yCrKxZ7PHS/W84CbObdXra1wsTXwt/KIX17qO66P1Rc/e08i80cAYYCqRWl5TsYGGML3u28PZL63xQrdDaXRtKrpneNgUbczTzKpWHLHa9eNbuWg7eJuKUtNLB2OlbHqMS9OLHanoC8XQFbOKdI2r96if0jUcagmjAAojuvZBVtrHc9WjPcMwyJzgnprSpZpP06dXaVCB7Ip1jrFe3uGeXyoMqvOoH5SeqcUqZFiFBdW8vjaE8IjJZj/EDAfIEaRYikCXlZXopQwOADE8KmGFw3GgBeGa3eRoBJxvAp6i4Fte4gB8B4YM8IofC/cXAcly3EC4kW5bxxuopOOKw3F9zrmIjasyemKAuOLB1YMqZ7tp0w04G1n8OnmuTEF6/jWITwYBQC82ogYjbiNgXKrpWwMLcFvYlFU4XTAjRzV/Go3WYKqvvLMTCQYHNSFwWr1V2pk7YwehWYHaPkyMsUQNMot7lLFUgD1CXHlpjQWjMtm1jL7vkhVLSQE9hanBjaNvwkG35FYKXKIoALUjRUAFIHIIgJ2+IVE8fBllkvJ0xJKoMrZmFhp+/uyHWfUd870YPagPZ2r7FaLKw3lITn93eamn81kwV/zTA8BTmcLDkMRCPwmOr3Qz6dA6noCb9q9qvNgkIyL12jv0eQLDjlq15ykzCoi10RXIuVFvvUaSI7QND8pcoTT/pKEgns++xmqMoz8KuskDt818O/IaPC0SC7k4I4SSkW2vCRigp8l/11ptrfVoGatS3uzUmGnJSVvS2CFAECUcFmkzn9HasRr4apJaaDQtgPSJ8ENQMqqCixWzcNakzzA6IXiRnzMIBUEIijq8lkWSU8uXpm8HIj2XITMQQ60pUlQzqOgDwhFKo3QiaYNgwBl2C/2Z2LCnSmTR1FqfTuqXHLCOTup3egR4KhT+OPySH4TBQfxLEG8f8Gd8Lkfrdl7wBuiv8xmpiCHqjZ4L0vBquoPP2qWJ4LqHQ1j05s7dU+k6kKjhueCnZIoB1982qR3x/lWYTzOHklIJJbaq2uydNkeAVkVHaPbcAQ5Dv5TMeCqr0CpHoHD7GdbAZC8y6yleQCthj1py1DdmSaUoGri4LezeNbMRjSmv1ClFVJo+Nshq9Y+quwxR0E6q3LPgU1N6aZJWREU71GKEwls31TJaRy3szrgrl1Kp4IlWOdE/UGIGMwgwE3EaKZ7X6NPpKAgHsRh993e5wbm+mn+L3o+AzQVP5S0umwdwUeT/AsdN4is8xIl7vnn243v3fvux/hQM1c21e/Obz/QpIpNxjEZ3w6dvd7/5508g1xNT8UpdOeePf/0TvF1s8cCCbnu02s8Ovf3wt8+h2KOkvfjsf75vN7v4089+dA7i2dBypMUOvP+ze8+0N3a7E6oipRmbrRuRRGEX9i8CdlOuOqIhjRDdMP/mn99fakTZbNKOun0e4S1vq4uKFILOlPVLBxU+NJwPacsRakQgzqqow3WHSjXUIK0RnpEcLYKUULdniNSh9tUPQTQBYGLPIYjxinDmRqGnBpnn7DKtJLHNJmqqSY1Uxkd6ovtml0QHlLG8IcI7nEEtKLQshJ4mPJX12yQP6KbRmfk8/7u69sSPop7Kqcxfgfg58M3l5f7V2mvxpYQEy2e9KE8FfvH5R1/IIV9c0T0RBwSx359/noAxvJx0zP3TX7+P3s/u/XwXt2SQCFBG6YJT54K/f/Sjj362xLvzL/affI5B4i6e3fvRo/35vXu/bHde2BLuWIHlz77//sri3P+TRTRUKaXRF+cfdaJTU9Iy8MXuiZqq1RD9ReZPSpEJqNALxiZauGUDWuhGvias9VuKA2pPqUEp0V6/giwClrDnLEqDUseMkVQRGVy/exOgqMqH1Gw5fUIMpEoVhy4kRmRO8/AyFYVVWfKSW50DZs6p4WculAy0vSVloopmLot/vctyao8mOOuUnmlztKNptIcMu3RCYF7XhL5dHf/0CPBUVvEnwm8ur3f8X2B3k16U+Pfz292zez+uU7UaOL68d+8njSBuZiXYPjlxY/PiR/c+AddoERQKXhAV49EJgOOY3XBc2N1YuD8bws9eg6T55394Gmh2UQ7YyNSG/MW9e48u9r+8RwYobnFG+w7G2PL5vV95+S8RSoqjMxltc2PvPrv3KzoZItutKHZO+m8gwc8Bfyb4RSzd1KWsqDYV8UnpAGhXJjhis34utloavFZf1PoYOlW9KmKRiA0gJn1qbYMgxnSx6EmqAta3r6PGZ6fyeWpsS0Nv8SzDa5cMPVWIth8NTyc64S8G+ZHMBDpxe3gAnUZqJaaGjKjiU0qAnWefdRUXWMmsVGyEo21OQ+q6pnt1zTNA/yvcZICnn4V5y0s/BW4CmOOa/wvMpje/eHbv3tN47JuPf36UGOlgpIb/PN00ujNOBglXPf+IBKkOiy+mudifJ2jgsd9PBhjWQBJsIuyFn35rjrwe/ejez9AInYPBbneECOkx8aNHwe52cXQ4FJKVG00Zk9glG/VJWLqhbFsQc1GpSCR28AfvFMTlSI1cKOpMa+xxLkBik59URyS3yjHyVbZawlNEyyUHYXglRymJculkfRoPNqNSpxStBFyyMq+0DQaLd2leCZGTxdZPI+LHwDm0AQIddChIYXqgNSTFp3bqSguRgxPEikeBDxdzW91vJ4FETcyIne3bQ1faKBPRUxpO4XUUeohntAJVtfhaixDiyrA0w1lyVjCY3f7V1StTwGZ/pwzwVA6FPwi+mWeA42ZJe35sVvfiSVEJBN2Nu/fv/fj7954D/ujeZ5/fu/drHp796B9+mdvlX3+RfUiClEzv1+HY/ebeZ+6fJGspv719/dm9X/763r0fJ2mLk/5GaZw0LOfB//bL15H8TWjP7/320f6394L7n79kR72A+vH+RbT8JLK3H977nxAf5Q44iB2ne79O4rn/9b2fxJIfPwH/JlE8Cn6ckB1r9rc/ufdZBrrF2I8YOfsoo/0m8fxJ+r8htP+Mcb7ITN/sP/4tQ+5myE1mZwCMnouf/GiZH4O7OG1ndx/qXCGI3+7d6cLm9sUollg+CjwTFWBQsTezS1Ow3N6WnGY4W8smJUXEqo1PfF8OCYwxuPQVerjVkUAWBgWoXjYq49VExqUjtVycE/imi7a2HAFZG/K2Wo18KB0CJ+kLlgOGMowVyQVanWlb0eiicNHbmBRxrMwn4/ERyBXhj2fd1zfX/fLrqZyKXwvoQ0B/DzC+oo9d/IhULc6zS7+ljnm7++W9nz/9h88gJgDcu/fRvY+SD/0o0YGS3M8E6eN7n/PfdZrDXVwYie79+pYba8pHuT29TayhPGXPvf5FgqEPHM0RI/9jbGh59PrF/875l+gOGTWO9/nFL0Rc1JR7n1wkolF+lnvf4H9l55+1xjk9ZSOrF/ncyJb9aYI2asY6EryLWvf5ow652RISt/OJRwfz3ajdrfNMsbsQ0O4xmL1KQCg5lcCXrbrIW3YUQNaJZF19SsVmzOahViStkgyB3i2nLqFAhpU0tOG2O21YSNSIKnREDktODc+1ZV0nMxYGwq7WMpP8NcNUa5rEIE2uCZu8yrYkPChoBjc1gu/sOmpA3r2ASw/oObWRW4GKcPSWhj8F6e0vtz0ep/K2l/GCG/2Ca2Nu93CVlESE3AHHmfChSU3GAX9874sXP/r8RVzstzwl/NWPeEwYcL97JvjiRx+9v7v97b0vSRbvvYiG6AgyQYNHeB/9Yvfit/e+v9//5N7nX+x2P899bBTvnxKPvog+nhLubr+8989kgImFv/r83mf7LxMyd89CSNaZNknbz3ZXTz+692i3A5FNk0LuSAz7GR0tSjbaYX9072Os+ehF9gXG/mTZHXuee7MMe3o/fsIjvp/sYh163kd32G2WzKdkgLEB1T//CPOziYk0rtLxWjVJSz5GSMvKSooJh/twFxubms6AZ7ncvhSBUeMImyBggx08S4BzSKZZlNDVXFx6feRnbIHOX4MMZgtklGHYqiiKtgTMQGvMFGRl9PlfWn61ApVpVFTtW63w+ntpJImOObMisNORr4zpBRsQlshItM6jY5flWEDcYqKuH0PgH4Kcnv6dSssNX4/3QSA/B+P/BMl2jrucf2Tulqpf1ftwwN3HPADkw1wyqZ/F2ZJePSLV278J7fNHZoC7/W/CdvGbe7/MRmQvPEnWFKdOfPr5q506/jURBndFMhfsX/3Dvb8zoanq580A+RT443sfkUF+LNUAGMLPI/Orf8howq/3z75PNvZL8rLPMokMGfwlH4KQrCVaLWuYTPTGrOcxNqMFl+FhJwP8eWJn+PhUOKAJcEmVcYLMhc+6EyDHxuw2tl1X6Wix7IBqQ38eJYiQxSd1rlJxfPTRWBow1hISQ0R2MbVajHQ+iNza8Fh548CkDo6GV+KHN8KNK+omd0qJ2gplRpUJrAhWh6QOkFvcYbG1ZjjJAOcJY7t5JbyFp2ZTw1pdlPIo3RqQWfgShinTNKoF0VJVS2q0+fOICIxyTpFkwfe7PgLsf8U8BcFTWSVXRK+N/Z8grTzI+wmOlcttSt3PLZDY95N9IhiZkJ/SXnyS3A0wnF9wi+gjMvKo929/+xGf0KImXT4FbuS8fXrvx4++mJvme0mtGOHLQL+E46MPw/glA/zoIz4Fjr5fQf0HqBdkauchBPyVH4KA2CVfo/z44jbmsXNMT5PgYEtmVGtignsi2W04NDbsjD5pXqxLppTgeyGx3MbcyoB+P8oyLe+u/4EmCiI/D6O6RbMF025VZD+6JIanpvE5nevLGKuTVnNEUrQOHaPAGlaQpnQqK6OFnu9VMTRLLmrgftS/nLbTG1aHTYTKGzxCJTMMXFWTYzmBDPBgsRh1y4tKFA+HQPtt7EeX3yNqFguGhuWJ4WIG24GrXdtSEuo7oSaQq5JPDh9vgLkhE/KZ5c2rK37z8nJ/eADIByKn8haXOkD/RDKvnOKV3qilJDWa7eile7ko369rSXxI9hPSMx4CCt4mUftiN98DTDDJfWxU6MlERXw02Cj6+N6v+Zh5ys+IC7e7F58loJAj/l22VzjI9qJ094VBLNR79ybhm/T0GenYQiQKmpv+mnQtIz4ybJ1/9DnDGtqwpkFg2R29BuTimgFe7m/Rw6Tmbs8RNpnc957zPcBj86OgaYrVfcpBw9m18wzDCheWkO2ZgFXGGNPMZyWCkKp7q2Wf0Dh5UoPsJHNmZ4NcMmhZL94XgammV+hskB5ySrRt/DMbAqUER1qpneMm91N//8hEeNrp+SISmhZCFQ8aeXCZdbrJIznFfvBpvAg39pXPOoOPZRFwtkMxN42cLt1/f623nz7/OJUpuR3wmYghsD6Wmtuwj5PrxGv2t8/j7V5re682udY9PlD90b0vg3lOYOIhGyHo8xc8Pvwi191keQlGdUUeDPJ1PT69yM2rCSRsPKzLWHpuSlKrD5vCwTFKXyf5exG/JouLut+i4MdkoaRjZIDJGIFukyX+NvHz899EWTwf/Ay7f01W92tyvBSeAX4ZhRrbgJz9ofKMnYnGcqz7GWuBXQypDHOdCZIG1vx+rzvFlTOLm7wke7EJSDFdCGr42cggDW4tkTGwzGIML2X0HdemQErDFB1lZ+pu+HAVmZJWoTR9BnjgXV25Q+97IcKIlFrmlIlBDajwI+JIObBlVNrKU7mBtlMBwLQGwo0aLS4UDxInTaVs14CMOIauSsDDrMn6VCTW4J9awv5VImC/6qDfn74GcypTyABf8QiQ70l5ucSJ+I7L5893t+e/TuZ2+/17v/GTglDIlFJ8GAa8f/b5R5/tbge899lux/cA8dMf8WHvKLt4kmAWRyTHSneeI/445GcEoHjqxS+fcJ/8d7vf3Pvx+UU0haNKP+Ix3W++uEgS2cd/l0nzPv941wdyQfxdMs8keqH/ugOwc3Lz+3e3PHr8uBlKrPn8C3dv51Bj+5kzWRe45oPkp3w6wrPJZxka0iaTue7MZsO7mZ8tZq7B9pzSXjewrT2SpFSeOrZkV7PlY5UCcM6j+z4nS21CV32IzUm13uM5pzB1xzP30s3pGgpTxXWEFGXlHYBBwlJ8jpIcKybkRSTJCTWEXkZLrVaEZZrXZIF5IaxRHq1l3ZD2DIWFwKRZvawP+meOGZjOUUVgzZg25NgFdpBIBdpdvdrPE++kgTwAPKWBp+JHYisBfHXFzoyzvCEG7h993q+a/PgFH+Ym8cHN3gQkupGOfXn7W1NBv2tcECJP336CouSKP44fxgFxY79h8n7CBmkYORYfUFjeD9MtUYXyxUW/uoLsxShNLtgb74+Sk5LY7Zbo//6CKJlscL6k8g+/8hEiA4LPqcPmRvrn0XN7pTEhtXxxu5Odsp4BxlQfcK4hHiVhhOcwwSSX935zsCFKZuNZTc2IGtmypiZuYbNo8pMUAjKs7mXjikY1fvm8qjhagRXDJKszGKNQ6hIfMWYehvl4YgjQJkWSOdhV7WhE42XqDAVF4xVBReXlE2fXNDRDOFWQo37xlI2pT+eYNA1fAxgwr6aE8wOPEtYx8VsjxpplU1NRLFuW0udumneDP4RL8kfsw+NP6d+pUHwGeMlfR3oDzBehCX1kI3jOo59ki/+YlIjM6JX7OVAyM/ZDgCRZ309U+uUv/KSUj2F/+QJf/AlfYeFPdXm6p0fGlc9h/eKNOdatOdb+nNvpH3/sZt1fMNr3z8P6ceLT93+TbO7Rjz4Lx0e/xIVLdaC/izv7RPCze59Hsanbi2j/8fPvf/Q0d9B/xxZo3tZheYR4kcjth86xbxn7ix05X/JE7FsZYKZvfhrrEv9/zIctGXJkmGsU/ObeP8f8F7/BfEdzo7XSs+XUwCHQ4sPCaBBfgcbM4Nq1r8IueIADDTVLVbWGZpSiBlY7yxn+hqRWhOU3hjBh2Hu7aldSOx1LlDKIBB4tko6mgYifVitbqQG95y5l2ZExRchxXI977Q9uk3OOAWrenLbaYgSfa4oliHSi4PbVVcLf9VW8nZ8A5jiFwVOxXMcpiID9IrSuFo/J/ssrhWspp/qjAAwAP773tCwkZk8H4q/KIvo6SWLSRhUqCzn0HNmaaImfBsPdYyqaIQ0AvACC6IUArGm81heRcjgBqTvqosad5iRQ/+Lzz1+giSGW3ZDVvtRUGEhSChkZWD7mFhMFtkMP6CaFzdrUzPyDqYdTIHYFxc7sISZhRE2UCEeyLBo0AaAF2krhEEXBvE/rM6qy2pYOHBL18ERs8J6B1iieR2ebdL00zdegHES9GJ6iaiRZwYCcUDo61Q+w1kBQJL0tJWSkfnVwao5k3UkA5xlgpyCe2nWa+atJgNTYlW9h/Vkv56FX7N8hCXx1dZ24t33/9VTe9pIk8Ob6nWseDl+9urk0MsW7dG29rSVnrtypgdrijv1kVF7uiAsu6v75vc/mAwJ486pSSLYNHGIT0GBUvJxL0+w8jopPKY/R0z0wiIpPFZ7XxXf845VumNp9l4Ge9gjChj7ZVL3mqjnZaDDTY/exHZVVtPJgU7QfqLNtBFnjhJMYMxh7xLp07mzvWZayqLWFnneg8lV31M246cTMkio3logKhvG3L+zZo8AB1F6VlVg99nxblR+Eh7euA/pyJDkBnFMmN9NHXZg0wK/i/HXNEX4niFDrkKRGtwaKkBDOLQq2gMkph5f5G/8/cK76pwTwrS+9Al7evHOVa+LlzfX+mmtlLrH4mddT0ptJN3SmeFtI+JwYP6XN2QSJ7ywD6qa728/+wedlCtRtJedYiUVAIkh155xTd1DYlRLh0fhCp4+ItnxGklssxC1keBTZ/OQi1nz0jNzR/TJ2GzBkUoptkjHdqaDmmF3+44+eF6OMuFmpYVA4o2nbPAkcGN3lQQGla9qt3QWFwUpHxKJExjdD/RnTpTK/QUB62QboJMLmaKPBnAhTItLZIZvznMA1GFMzmMuDjKbKE1XFCFWLQQyt01fwX0ahg6Oxj0klt4QbSftwFlyVf0U3WOkK0+Rw1vyzkVqq9rTN/7KgyMxcfXwQkfoFn/Nxn5ML/vj+JIKn8raWcYBrPgTmtedTEJ0lnjbOSAikuA3YyvgTHDhhsiL2ZZBNkNi9xpiIf3bPZ3fxVzxXV4Vx1IEDag9PtQMd5TWB07YPmgIIwlWGSSaK4XWkZ508Y82bELH2NgHwZ/wjJCY79IpVXLXOS/ZwZTpmjcx8S8fM3HKuraJLqB67MiyMf6XAIo6Z4ANEPpiuE3g4WIUmgiOz9KUVUAECbP2pcIcVe6TBK7Zhz4IlTMlVJsjAFBilXQeUKgp7+yVF11LNeAst54HJ7jqHP+aXmsy0xvULQJDlW69QvMwRGv2xBgYTzRs1guA0cDtNAVRjV+IIEzHcCyQ/fB6nJwU8pX+n0sJPo/VHcnlCkltg/MdN14ob44b6UlpcH9/Lno1rbu6Gg4HBQyvap2Nwprt5K+5NoFQjeucxTdtW9eeF5nAGYwTwmO3ClqidcsoVvvTj7mxqesOr7lgTcXspPMOTAdFyJ4PoZNiflS+D9tIDWxNgFwyEWvdXwspMDDMAuqmLZOE0QLkDHq2NndFBgoc++5T/UiIVO1HZxdeg1PDBShnGzU5J2qeI+nkHD1+1Y4p0VA0t1q+MUFDO6HFywyw6HOiQftAzbQeOVokU7JHHIN9OVdDpeUVmCIviPDxhEkydECuGTSzHKCq6qFAzIyZ9c+lfgvABCAng6TehT2XK5foe9GVSwLo43pYjtZ7L7lz+BSZAt22OEOqn7t11kSZmxQmhB6Fk6BKki/ecVhZcmpeRpLlW6BBD1qPR0KFa0/ApwoZazQI7bE5hYih0Z2OhOft8WORGRRFtjALbYCnK0EejWrFookk1ORktpmdX1JyUdg0XpUd0jNrKBexMG0Y3CcqsCFLpKbA+j211gQyirel1zVa6ClZWVbRmUYKanrMpSBk1KfSz2oNYDBXYkntwG5iTQ8mYczM4+us1etbPU6exhavPJnMcTa/iGiATDGPMnO6yrMMleXUZD3/Fwx6eAZ7ufk+F4gcgfiV0/85VMsCGE/LAOp5hAr/nHKeqX5HQwWbW1I214mKkgNgnYuETa8oYwsISgQLMZ8B3nrs5iErRLlp1kHsCh64on8RnEg+Z5YO09pqJingzngiEqmqI7U0KQeyRUqaw02VW6TsSUh4WGSY5WypSJ+igSZh8BOHKlbw4qpVLDJVBtGuwSqifuGZgbgXF2PJWx0DKy4mwCsCqxpSuXcguWIkQ6I31JWhg2hjmMqYFIWt5KFGAoXTgWVzz1oClO8OU8aj2LHCEnVPhpYeCI6WKmSVzNGHXI5Rld1pwovk1mN4Dr9I/BT2Vt7bUFbYEMCmgzjK7Tq+L++i7OZMmrJAI0TON+zvAEHBVnVHXtNtm7Zm1MUrvB7kjFkR6jJIm/isSGFFNKMuxmiB08OKs6EXrQsBU1UU5eOEyZM/bn4rCjJ7DiYXYwNENF1Re5L2psx5hgmFTXFitFjDqYLpH5NQgZ6mqaYXHzBedDJiiqooK2qTrHXtZARwBeelLFcSRCGX93MzStxgCUzte2oiqJxXcHKkba3hUQUMHgRheEk3WhwYljBmu4V9MqZECGTlf0ywg1EzI6hRrdirv6Fi24VIPDwodFYqrgGdf8xRw984V/xT49Fswp2LpVZA/A3m154vQbp9uyG0n4WQclJzrkCHhs/pYznTXlfeQz6WZTSiHOJKEbAdzhYm1aeAPR6DyjVoOkqK6MjhPQmEyPAdQbP1ZKyi0b5totK0txkCVdAINaiZZU9mojBgpz9MOpJCbz4Jcb4aDybBduxV6vAyURQF4Ug8rpVwUqidYtcPmWG37WLJLOAEv2Mkt5dhYp+8wvbSMsgzUgdOmSEGh5lFcMfBZLdCBnMqslAsHmFEdfVXwh26mJYQIZ48MULNy0IY4pAOk/oA92ZS4Sa6iFavrOPRjUysl7SJQM/cY7Y/B8Hrn9PzvVI6KPsEPZPCLgE19fGQWL0ob/zFz0fPd6otCNVYqQLeNABg3T3ktbnT80QwNNex/EilfLQSruHiwKg8nFK0A3cAyAjaHhOb2+OtkYRtgWLHiIMoBJp2DjepI1TCaVqJbKplFajjS0hDTUKVwNh9zVrEqPLU7xfUQSXEkOA0wBg5IhJeuncPRVo1yNqoMfs7y3akNruElCI4euKs/PZbV9cmCoQW6+matZO86FT8noJ5806JlWpEBluSwidMa3UYKTflb+/b7IzL1BbVuf6Ey78RE/ZruHFj9wti+RgwKdwwAtkSl+Z8g3ADvvd/hoc/pMeCpbI9B+H+p+5t+D9BYg9ukNq7Ulcapctb1unHB0iyB1gkNFQIzD5/caKNEmTnWqzeqRiTKcJqjAAeUsm2TVBE07mRRxI8lGiycGkuQkYFXLMw2UT61NgZhJZAF6Zg5ygIiXf+mYtOPWmQVJEhV0da6+Ru1l8hdGmQHqZB6VHQoMlFrnnAaO9hCgV8l2zkVixfGN8txY8xCwmAIlMGBPbouAWp4Ju3dK5iaCQRvcSUFP0QwBeBZifQEvUHDkVdxaim17agV1tjVozOnAXgfMy5D8yaXgXcwoCscqovah4Bc6LcfQTjlgW95MfptDwDX9wAJgXpMPAc/ddOZA9WrUy2w6GLkGOzE8G81F2p3zyIUSQ2iCnOKTny1GyDMMNoZwbURYkM4g7SWCxh6XkAyuvEUCrB2HI3n2YrSWzGjWi0bfhLNRhgZAhYHGQOaWrUzBnkAb6cjWs79tPxAWuhZBvHBOR76HR5sjrKnFl5RxUtNbKyl1mZ8rhhXIcJXTjNWSiYCslzqnIawdlib9kZmIRARV87Fm4bCgEM7MBGK0pk3A3kg9Vhg6ke+fdUoBtOCdL2X395+3xAmJSu8qVOA+i4ts7UiqFy21v9EusLl19PvUzkVi/8V7uqa7wFy6ex2p40T4VYroWuN763gVkSR9T3El28Wzw6sRnEhCi1nX66fWg1ex1Nx9MiRoEhtCSHwCBQUKl2lr4nhCx2MVBWKzc5CKqpFO9jcULVCAcmppnTQhdv+sCEdgBHMLs2JHYquBtEGgG5bWUE62MyW6DQVAswdj4FyOrZr1eBmqDTKwrwkKGNn8SsK0fquykQTsmHG83RVyR/iVkMXZvQg5VRkdViaw0u76h7aLUMpqY5hB8C3tq87XAfklLF0wJmhiF6YDuMZ62UBxheKCbgSQF6kgP17kFN524vP/t7Zv7q+ynl3pfMc7clJgSZfcOvlnLZu1i1vHd/TPwG6T2BunyZOmpPC7En0z1jhW1nB2rvDRw8qTbOi9WCQvQprWOTqtgGTwkjytA9eKRn4qRrO7cpG64iaGMRmf6qzXj03E0A4MMV+pA7CQFtxvkO+S5khtzWECGoeFqR2dUqpitYgwStfA9zrEVDskN2lCXWDp0lf24dw+BZe+nDktHIy+wX7Cm2zQROHDsHMbCQsB7EUlMcyGGqoqBqxVCxm2/CkNo7VC+t94rIyeOEyZJWN18JYYOJrPCh+dZWXH//mOGV/p7IVLoZzdfRJfrdkQo2epE/PGW8zQuGFaQKBlmVhEYoTBmfVxaMstDAJ0AbfWHhw+zTGmRLUAnpIqlPOMqdNOhWtAJplRzydnrbq5jp6oTobzQ3GvLALtpwXaK/97rAAagIqhkhUyD06SdCqbFkJwS6a3GpIGTngdYQ0uXM4l+rDEGiUKX1VpGxnp6H24JxZZcrrrDtAOzLkTLtwOfl+CQ0ChtZBKILUjCwy/UlPDzzMRFoOSi+HQy/Js22hoyLzBk4nkIMTDLlPdj1EN26mgunc+i+RaE6/hHoqlrvPAJP+caWMs+BhHHEyMgyci6zCtgFuqEaNyRLjfMXifrrebLpyp3Q3tltKhwo2Nd1IBKHvF4xyhGAL1g1vdVfWxeUWUmt1hZRz4VYo0Tfc/fmRMLz2M4ChU5HLwbyW+c5uso+OiW0xIy9pWZIxHCsCtgCsmJnqMCltLQFDUKeBLzWlw6wwtwQ5Sl8KQamhFqWNjJXdv7hrsXweqQbBLuOo7hBq8p127QYLwGTtrndXkjwLGj/JSUxHE8wRlSAWbwJVnxaCKAqWsZTxk4FmTViWLo7YwgF482kcbDSvWtZ2HCNG5Q3iwn61u95fEf1spj2Vt7tsnwL3XngSwH4YrJ/Vk+pMFLcAPla/XOTxwsFzlp/GfeUPAaTo87PZkSTwuAnaTxvmYoytnFBSvkNtt6dSunOKGTU0Ejs2uYfSSvqtQfYZogwB2DBn5inTZlW7tsscOOmsJJelG/Et/0jtSgYxKRktHGZ1CFVzZGUMAwpHcyDegxhey9Y/0uWtOWhEYLEryykH8ShI+w2OYY5c9UJIH16+daLFqivResEwhXoKi2au/kJ37JzaDUdpvFAZzLAy4XB35L4LqRXzvJ0oAY5VO5tDI8H1RN+ogsbirMUGn85c5rfodyqnYplfgkkGyM+hujOXP+J0uru7TU/W1XA+HTD4+DN0WuhF55jd1h1VAdSGBEJO2MpcdEfgGr+6AFTAAKGuisa0y9LS4WgH/UM7Psk1rH4DhAdgfSKoSolV3Yl6JYDWQQO7HmHBJCcXxhHqAFUDHKjoAkco4RxizYeW4UF5+WjtIoJuo6wNZeK27Sy/S8i74QsSM8FuNTjepthlnYGHPbOrumIXpZ3oXiDrUULt6+ipkQY7PlSUVlRDzoTAjaPalh77GDQvf2j6WzWWO8lUJxbIEags5bxDaBpcGlC5wbn052C8Dz6VU7lbkv3hHHrPbEHd63j7rnPDmg95irfF29bTprhpUBPjuCDHadWqOkl0gl2vUd29AihChg5TKtXDtE1s5fsKxUHKkqO9tDOUWzjdo33/g38hW6IUHzuR3nS02hUEHW2BSsHk7sSsiParpNh2OTuZbX8uFoAZSgURUeWhblpQ3VBJOwOx0lEdQC3oGjN5IW4p7za50ZySUy3gWUAtcYlU4XlBGxgNsQh9jhtMJEbl8olyVjxcoaAc2nojeG01zd3OolKquZXDaU03LF2RNN6QWENhtlDAZbmySq9yj0P068cgfhX6lAa+5aXXwqZ/6+9A8G0cfNwrHoQvUedynE0a9DQlxMsCNPQhE5ou2QpTyvglrh1O+KzrbLiQs3Gt0qX2lNemr3o20jpEhZ5WDjVAQqdotQpAMAfc/6DUbJLY1doZRWIlU0cP5WKB/FGRhh2GRE5pKZ4afNZedWBaa3Eb0LE6OtgqdaDUIKvLUkVzAhuoxPmxQSTS1mT3f+7ng4Br+IM0DgeddrC8aGCNHB1BcOkU0xwNFQqBpJNjqaQn09QctKTjAvNwYcktzmoSOHSwH9eikhczr6M3YRaps0dd2kyntJktzWh9c8UDQPO/FQJP5VQscYfeB+cWYd1WjC/FyepKy508Znseto/4YRWPEx/4l4TwcvT6+NalKD3jV3I2w4qmU0I5kkb3dEddDlmmm2Ziq5tZ3tnKxkBODObwVGadDrilZMOANKWrQcGbaYzdblgvBEcVXAPotympjRrRKtNfPQPcGMlilopMx2eB6+FXRpaVRqA2e1pYDZQ5uFYoOaGdXgOXV6eSi+/syyewRZlyHR3UOcHgZIQWJqozvNoGN8eGKLgkKANx1N60VulZQOaWxuRzyGumRmUgjOb/Ynqxj8sbA0+fgZxKH4e88tJ4s+efIvXzj2wsfcld2Ys7wES+8OiOkNxYoZdC1QcnDERPQqoOSmmkUjWM5hCKXAAGgC2o4NyygcofiGae+yASUz6FLLs8wXouwldVb0xs8aEU1a+7CfppYYZxpKhyrljpWDAF6Bo4dWeU6cWaKdXiScurbGlMXb2hTLdb1FFa/AmaTtLZjsSxzMZbHL0aa0AMACZWz9tG/iSikh3OCgckwPmH5ukbxZaSVMD1arOGFacmRj/Q06HA44qnglqKaO7wH70vtqTmVVrv6hjUhvzVdkJpU9LO26aasS8182cFjH3+JQg+fyqnMp5Awx0wD4i779zcSSq8hAasJ3ngZrhWWPQ2fa90KRy65mJeZ76mVYb+YW4punw3B6XDx+tLhW9tCwhKt7JHAkB3p4YK16Qyo5YCII9TOdqBc067PgJNt9sNc9KxaEo64BSY3dezOzwiJiArISNLG5hErVGTKhV8kcMTTRlEVAXArGCVYhBQ6SafGuaFKZJSVSnHazLaZIymnB1uOHlXXDW4XIamfSkaVPGibv+FlVomdJVHH8WlGAEHhLzhggnf6qk4TY6qkmUhh0u9i2QnTes6tvWN1Swd6BTXpgSwgYuPi7/i38Ce0r9TOSr9CoweEkeJxxiC6nsrP0nthsBB65Jp0zGytfaCXS80WduEFMixBaCmKQDqSyDJsLp8hSWOENd/uHLM1luU7bReow4cXfcgWAYIwj96ONQc87sjcix0IMdpNJTM4T2Wo8OReTGHspRhTiiyCIDJYU0T3EK3d7ys6QbZTmqNGG4KcA5RLdPLoXWq8i2gh32bsuFkUN/SvstwoXy9LzNQgFDo5LAmvvDiqjPKSqXNGsw1Z1CTr6FVfCjphq1wPWJYC4CJ1JAXoQZaAepQqduKDb/MtGL9MKT91vp0//UrL/8piG5/KqcSL0hd34Z+Nd8zmw2SGhfq3iE+DTB3Gt1py80k209IyBXYUiGdlSoWrx2gENsUtnL0D23TTxdfnu3yV18ptlVw9dMjE2oGU5UDdXuKOP4XtCBo+6JigpFnjZQ6Y6TrYVhyj2EXJBcjDdVVg6XLJ7JKoybrteCpfjxexQg0NnXsGW8UNVssXABMNSqlhLowCqCdaiIKbMwgFqsaWbX0J1jlNeLYXsz885BW1AgJDwOH7Cik+IZtrOmsWFgGFQvDsano2AqNnpp7OKHJNlXp1iwk7rimdvhMKI15eJD18fVTCKfy1pd1CZyvAvaLgLjK4Q52NvDaxtk+XIX1PjxtZUWr9kIN8WjjG9E2kc3xBeQafDks0SGxB12tUt3IjcxSN7i5zxI9m1eO46YH4xZ+PX8brJKKJ6Ct7VVWK7Nf00hPow5qpsoATwsYepUqaatKGLZZIjmY5hqb1UwpaU60g6h4zwhkyV11LkDI0l+zMGoMczHzvqhNrlC3Z6LVKH8RHPLwikRZJmkrB3mffHkFdG3WB+1VXzUCqhhEKvQcDgmHzwAzhZX0EbadU7vU+oTGU5VcH0YzMXAcS+QoA+Q/Ip2C4KlQrt7xH6XWOy5v4lM+eE8x3Wgk3K65upmQHhh/bG+rNvCsve4RhE6IF0tcGZmen5iVrRqoKUr3LLTYwY7gwAIk1a7opBBhlaE4EQskaYFQDTWDI8jkBYtLPtSkjfYAzV/T1Xajbmme0+t+hHE2ckzOdpTid/TIt+Ra4ce17OakS2QqXgwq0Cx3Q/+MxyljqVSBUJv30RrvSgr+KDGqsKb1PNJmjTkfMTGoGmBtsLJxZiEDSQ3+UQlbf2MVDDYyo6mUmmQzjPI5/TJ2YUqbsrg3lIaMPS1jPFzHixDgIJoaVN+qVn7tzfh3uVLAlQCcyttd+AcJ8Qw+BcZPTPKyo1oE40q2h+vv+GMdrORWyTbjlWmfvHxg7lSXHm8nOF08PDt7FAV6ceno7cbJ0TpDwNLdMslGGhmmCZKQ1E4Y/3j2QAb7qwH9FcJLXNyQ9vt//fODzAGrz8++wXb3mtu1s7cf1pBj5aRaFFRBaZnI+E/vfVmZQS58KvwZLUP0ilMtoa6E5Xb/r5gge7AX9z8c2ZHGQDVVamzcqm9Flqyq5FllSzF9X1oyqsr6CjEn35OCAeawU67i6fmOR+8w552IPZJporqsKuY01Z7oPlukzqsXKAVixvKrXlLQvdWlKxOEe/NQjHfOhkdqfLy3OqffQT2VVV6RAHIlvLy59M+E4mskGOyoj+9NeaYr4U1fnaU8DoCP6Zcp9bS6IUzrWF6Zvfp1ogXcbJEg2BFuiZ++m8HcjG375CYu29QD2bZrgOoLZ4XSUWErTfzeDC/ZyvnXX4mHYovR+9351w+EQB823ICfvvdNVDPKp18/kEOVGZ4ZKdGspVrgSHG/ujcJGq/3938ouN/9IlzdfbfBBUk97OYn959XvOrd2iHRCW73x/sPnG/Dy58eYwmjsD5vtACCI2lKrUQTB1o5SiFWIGsVH6NevHy+zIYxaJeiJ3nAAyxU37bCjlnAwqBFWbiqFPZ+FjiMjJZKeLKXVpVlSXcGSFpeet/xHMKU4Ziqur4nK5gPqwu/DRXiq6SA8XH8nNMpDr71Zb4QnxsC3SIlbpKanCRRa8LfRx99MX+TeftD0rVnD3fZwvri3FGtHZ34+Ag3ZNuszRxUsqk/P61HUoKsD2eLvHw6sI10CDbur9U4ikzfOUu2oBa2xlIWwsVXZy8GvvhDmC6evPwSPAxlaz1/2Ri36U7TT4Ij+ASL5H7y8ptGo6BzMnrPQzPKOYzdYdBS0NDTxf2HOyYOV5SI2gcXsKuQOuQHO5MW5ld8ePsgK8Y4RugQLm7vf8jojpJzqH/+BoRwDvN2rImkxmov4tEWdCUtw9fZIo9eBvTHcTgFl3NO9FZDDYmeGJkanBkFmLFE9jNiBiIOWjWCoxYH5+KlHX2KD3OrlrQuH+uXBTb0WG8JgaVjGTQmZ2hcLtTM9T2vm9MXYP4fLazxf6uiPyzvmC2djXOxs7z47b17v+rOzab9JO3O+BfUepykK+tsz9nVui4I8c/PzpMCvJdMw1Sq6Ucu8G3vfxeugPLi3pNJ4fCqDFHl8MHYICt72ObxYfqBvzrzo0r6D84+TXi5/5WEIMBGqdXMyV2BQaO1xsXSs+eO95oMMAA7urNXCwjMu929kFF52QKZhbADWbdMPNac338ADzlbis/zGCXVdWlmbAmFPY5dM9LBmBAid/+DkQ0rk/r066SPk+WEBREsEVgq1h23qx9GYiPvXvl2L/4cFaNQ7sp1QShBdzCgEte/3rNVLLpmlMUjTYR9YViZzLJ4GGJNGcbUu68losE9NjRV43iLVDmusJpwBOm4vSg3Bl5fNwdMOX0Q8n9/aRz571OwtTbnZVnOoru9+NFHv/zoC93o1sTG5PDJy6/un73bO+J3w/00Z5OelAe7pGJBEzdeDyqZzn0oUShNL369/wPEhMyf5vTwdbQ+R2vFM4zAw93Fdz3tL36Y8/tVmFw0sGZe7P836BfVxuM9gmTKg/MzR2WzQUMl9fzsaXQ7JsEG0sP9RaeQpOsbNqVzJDvSlgSysw+TXHx19t1OMlP/p/8M2f1F+8ekcrf7GJGlyLhnHyYapzw4f+/Bn5z4k5dnH6T5BGQ4l4X/2XXJEo5arN9dXASb+ZEg7i4eB3yYAHf/719q8lrtL17+LxO4BnO7fwlLVr6871689o36y0VX+CDat+jhbntfYrhhrtcLYwxNDBVmFFHUDSXc60aT1gk40kn4ACrgyZuDkaMh8hKHZVJNq6Aoksa8GYuSZRqtwwk0TWwVDTNXEmwXC0ZXXJ8CX/UZ4H+zNOW/Teki/zcpvRngRpj/CYLh2Ry5ROP68aI3+/Mf3fvi6b1P4lrxpORE8eCAu/OvE312t49ze7t7nFTm7x8F9fg2idej/ZtgHu1vHpMAhTuo3e78/tnF7v2zp/s30MIQGmQ1yr+7//A2XNG6xM8DvL/f/fCr3cNq/4ru7U6Fwt4Tx9SHL3ZPXj7eSwGVV8BYyajPwrn/3ah0Y2RQx9zlrvTCQfY//CpTiDWPSdnYOa8jnfRLtqvfnb0IEOEfJsiMdS9IarvBUt68efjD/S6xLxKJP7u/eUwSmlm9uB/Z98/eT1L4+8cx6F1lD+vydSz8JOuyX5M2ouxzt7t7mPj0daIxlNs/Pdzv332Xh3YPb7MemHoxKSqBp+sPy+3+6j/efbT/jwBp9hk/lwmmgY7bmeVtlLK0D+Z9+a7vVBq+fvIoaySYl4GDSi/Awht0UkFQNgTrsegbNLGNpRIdv2KILp04R6QontpXES0CoIZEHz3k3gRhUmduL1LSDjURuRfztlf+KvRuSwBP5f+J8t8o/q3yyh8L31/6k9B4q5lFnOj8o8+f7D5OBuh1/unZN72c3p7/OTuUVCrst/f/kC2Wjfrv+zdfvRfX9DFaEpYPSWwSquLqZlM80XqSLR35+x/iwxdh/WZ/8Uf4bxMlTLOS2HwZbRf3/8BDOH2ZZ2fR/p2zTwIkDkZhbsa35CEBJ1v83705xnRsh6nP85LSZfhRmRb7vtHGi/2zs0/SId9jwyQs/LsEkgg+K4m5CvL0DeOfZlCEnZwaWKdMMtLPXiZIfi8B8v4fHOlGO3mKl3XiQeDFv/0hSiL89OUn0f/mOdNAK4uz+2LUamGy0U+cJ8M7CSxlQQW8l9ZUP6bW2ByP/4JZsnyDxSxpUm/eqE1H3jxF/+m9p3lzdiqPEfOw07ckTVYx3QA5WJhGGjiKly8VTObvErgUrTDYLn050co6BqM3PKlLGTLc6ocAM4i8XOAINKcLIBYBV51SBQUmE7WKo/hgEBvdmvv5p+jc/Z4+Bfl/oHSR/xuVegQXRb8nwLUSL8RRzz///Ivd7uN7v6pzvX/2nJ0WmNSEx3stjxMicsqd4oOzT4/RaOFZV4JJkpVP33uecHigxY95HPfm2dmzuGe2YbOvxfLh8yROMN3u0f4fF/uHucF9kzGSi90Gnj0STTP68yRVIhiVHJNRGWJZ9CGR7s35/efJC5+F8fzrrxwENd51/seeR3uUCL58kCDU8rtkZz/cPc6N6Ibx8VnYXI8Y+aekUy/+9AnZ3n7/+w94yFcTWC0e5SXovyDhfQSKBNFno8kZz18+P7YwqQw5YfLZF5F+Pavz9VcoYJm21WZmzB7rZwXIPN+c/+cH+3+LAbsX7/0ug2XGa4UzMIz/+Oh5EDEpHJmEb04CTFezfyjDi0pE2z75WQlgWdI4fUqZ6faqVL4iR9Wwlg2uDRHU0jW8GWhyQruj+NAvW68+5n/meoS/AweR1tsYdKfBc9ePwWwZ4OkZ4Ftetk+BdYxrXIWrrSkQ+d9HL+I3H9/7wit3nwFCe/3kPjfD3+GOlaf7ty+/lxzsH5O1vJfsIbenYr1FTS+S5k3/+uenyeKgkdPhxORotyRW0Xn+3tNwjVZGT7D8RK7X//nvZoAXuStNjpcx2D9PXpLvwXCR0cl/ohzX9/pPMsjnuOR7D95UJVqZ2PnZN7lbRXdyz6SVDvLp/X90EB/tsW9MmzoV/1ne07P3/xRSAqaYG4xl17ke2Z+PHz7/cPf8g8cPb2JAYlU/rXaC53+OHWRn9hTcmSBiQBBf/y+7tS7qutgnE7zNLTAmmLdF6Evui5NS5tKjqf9Y3cSA6K7xZJCE/A/7iXHSv1+Q+zHbLGyy79v7/06yTDKdUeZjZkbhssfArgUvG1bLwDO4IGink15XoFa7FApy1RJQgxNKF0aeriRKiSo/iiAPw7Dz+xSyyDCK4peZKoz+HwPYGjTt0VnjpQY7SIYhXdwywAa/01+CnIol7tBngPWNV9yGUF/vX/zoHm705svPv6hD7R6fPQstPsUHkAka3rel++Ds/eRkZoBJ937xMokijofIrZmOidCj5EzJNrILQqrTk8TsXpCZvOEW2FSEbugXt8+a5CVUfLfa48S//11C0DnY3f73v3PfEKVud6E7VBDgkgyafpE7PSCZQ4S4lmiMMY+SUe3Jrt5nkKB5qHj78B8f/Q8+WkXJ7vw/n/M1PmVSbx6evXubNHaeg3ZKFno8SYuG8z+ffcNA/5FMjBj82oQyJkRLTEemTR8RSjYzC7LGoYtc++zsL7d8SNu87eKTrAHz5XliYvD+TebLzDr+WgE/KIalnxgH+JSkmiETGz5B9P+934cxs+5b/OcHmahfeOQtCYYlPfy1dGRXdAt7jOvbForpoDJiaVMCbBypERyIQxbgO6eNt1OHsKloJG04dSyOUkj9smLmipGc2ArBqsnE2kF6bUnxOTevU/g7la3w9Xi+BX0TD0muE78ySJ1/prvtP/6i39AI6k+kLU95OOWjvMdn7+em8DmPtXZf/TTZ37MkV7d8rpAc7DkuCHfulk1WfNb3OLnH668SRFIu9p/8ma/JPT57sSO7TBLIKLDsv0rIenj2/sX+p98lQ/zq71/yDbU/vvwwYzyIY5MCJs3K+eK7yW8cnaHM/y4CJjh8wYAmOai8iEpSiORJSWQfn12Y0eZe+v3X+5++T5L0/O+jJDi0Z1sFylR4GkdwStCIov1FMIk4if8hv3ny8i8rB7pIxvZm/5iHoGZ7PIHj8d//+np/nqySZ4AxOSgSrsgwjf35/VxCzt/Loo2FWT3sf5iJZM8yRky4uN2/jFX/9vc7TSZ7jakXn2IBC5bZZgVYoWCy1jyJ/HsG+vs+QXy9f8zqhZilupXx4dknF/vH769nkLnrfvmXzDp1fi6na0BNl9jEAbI1DTeckwNSk+4PZfJADEsjVX05tbMW2DcDBk5QsowKF0GzXryr0jrIlAUw1HCRkPcSS11IRnrDPwS5vJ7PgCn/7Z7Vn8r/3YVPgf1xtMubd678PcA6YXzH/yWI/7zmmTtA2hu+knH2+Im5WlA+unq62+X8tzcPH+8B3r3YPRBd17xJ5y9/JOtRCI6zs2d94pTciExSrdnq/F1CSlkiXvyTq6/Ozj7YP3z8nfT4cJMx/FoLxqEF+tXD3+0Y9z/Sz2YB/MsTBuQx1zyXfAYtAzz6OjZ2zFsCTIBzOD7cPfww98J8jQQzXgTCeszlmdJDTZ45R0vI5/f5viFaL3bPk/fuXvARiF/Z44uAZ+8+uZ9A3In//oPkWt+YkmYSty6VFgaR0ToQA4T4kE7mxxhrdXbvfhjgwwBhxdQdVN8arPyA9X/3e/Lu9/8hEHv6TcJNRwYN4++4SJ2d/fD80/eS/CU/jFXRpekZ1BywluREiDPKBe4K2A4HDdMpshzg4G9WZ3fiobwgwKWZ08KQPKdtDC1Cc9pZyuiR+WlarQOdATpG4GDaHWRYs8R8yMe1nuYU/U6l5Zpb4Fd9DGghAcRr9Glv9/Te5oAh8XSPNp34XwASRx3MSAmB4Gkv/fKYQwYIwj5n9PeEDN+uDsmv4CFQZZE3HIMSrX9bBh7yfncl/xU47pD9NjITeYUSGPJae2kNQge9oyOZQswNAg2vL4GCgo+QiEEKi4Jxt3/2l3DM7u6kZOqQYYARdnDopdADLlltrJRaoylpktjb+x+KGUrHywt9SFeT93gOmN7t/T/c5JQ15HkhADLRUB3YJGcCQbQEpHVKMnZ10rdyidrIEVgRL3MtS0YmMKa/UCPe1jdGjqHz3gaqI4WqwoAbeywYTh4BBlNtAmly6gAiU3IuyJpksNSln/diq6SWTAUXz+voD0FOUfBtL9feECQILu9gg+A9+hLeGbcLKiW+xk7Ka7yt+x5erty8cMf6XHmQZB/w4kINanUR1oNx74hKK6Fn27i8gfg2dECwcXEwDoIFQedFP6+1vWREICWg+8atQwUYMxigRLZqIskwH805dZDgfbCEXmi7x3zN2oLV0hg8loGYMWhgC+g315a6GtBTJIdbtZ8mMbz/VUWnvaOO64SfzmKFOiXxKbDA/Q+3mLDeJvGyr4eh9Jz7vCigAtv1HMNY08jK05VN9RMui2rXK3DpoCM7UIB0FkxFYUHjG10ZRs00pqJ8Y7T8IDEhUz681VqSehz2wDTqsTa8LVwD/K8gud7j6NRTedtLot8134LRH/Y3R/8RBH+rI9H4Fa0ttrDj6l2zhwY/V3C9zot9SNERZtWUq1TDAMxIV4l7DZobp4MPAZ4BVMWhCTljwtAjG6nWoMBnHEezY5+zR/GLAKYDL34yu5zgWVrYU4oM0/6n39xA6nJlfUIKEWb4LLDZcMBmMGwN21qO7WBlnrzMDerZg5sZDcqBsbVTPFra0C8u7v+h6+vH0HkjWeIgZg1aPSKFqZ56Rqqdwx9G+6JiN4GNEvFNIMY6rhhZZ4nXWsWuBn8EsCY1mPCFLF3DFykVxmoEvTVSGlv58N+SXgxLrSQI8+HAXobkdjwG8VPgy3euSABzxT+VU0mpJ1wS/7g4NgPUgXRckgx9eHkTEHQjXw4drY96iqJ/xOfGxAG5XQLQnyXr+PTTmj6VxpVdve17/V+PgdLM3lomuLugSO+Iku2nO4PJNToggjjG2zTiiS/EdgoPCLEiGSMd6txVpniFwObsv84YJu8PGwBCnqXsyHDUFDXMlaL4N9HLLSuDufURGsY0nIOM8nY6NjNArHwrABRfmU0yR7E5rGmKdmlyZM2H3qVBmZy8UeXqqqTIesRv2w5K6fUiRW/BKWk40ytPa/ulZKDppGY5FhiK65jaqzKSWdp5A5UNLt3cHAeMHk7c+s8PX141AzxlgacSHzAF9OuhFO6ddLaW+BZ+hJu5ub3xEuJKq6MZKXRwdmLSjeNtLl5lpQ+14TJHK41QmOwouWEHLinnUKtqEDNIR5xhVeWf/pugKcchpQpShyIVLc7jaBsixPQUisZUhjDTkAg3mDlVpDFJVgVydklGHWDkjK4A6faGlQ8x5d2UUdTliF1Y5wO91sK8AaB4h9JxkGFhtBBYoqpuDIQmfcJr8cd1moY/isaIT3DJQkndcNMQcYB6AaXSW90wdXjXQM4ySRuKAH+TYj7qskAYUudapDZVLaeuJ2hVeGSlc3HwxwCPPwY+lbe9mADepE0O2L8FZie623PEW5eTpptm3KmQOB3OZ3L06pJDqhpad2U4h7wE/QpHJNNf0QFSL+7AfdFYV1JoA2fE1NuebXrK2+lWlzMGBAq3UaBYOeTsh55EOc03z1FvanOICRBpqC5ISEaknDJk9+BWKT4RDD1dIEUzUOCqWUotGN2guXSAyUhecMYGakVlmPdlU9KBQHbdU7oEiwP24MO02IqLIZ2LCV66j0Ipy5yQYK0z04G3eniJ4OjJOJ/i6Mx1QlfbgouXAt8o4itPrQmBOVdFAN9ZWJirXT9eqyiYsjKfcJiBu64uyFUYeqHPsTvlf6fSZ4D+fwSDXwr7w91T57Xgbsk6lsNtz2u6N+GQ1JQj3laH0yVp0tWHD4kPoUYqIjq2lZfqmoEt1AYifWB1E6Q6EK/CUxZ1cQdGwVAybqKAHPL0Dw+cHHOSi3kaYpYqpxU5kGI6xU2tw7dmtcKxIeUiIgQOmNlXl0oJbulKUaBcEKsAaNkwy+cCilQRbwtCc0EICHT4t0ABJkXH6LHm7plqGVQa9UZm0UVivTibees8ZilpXGCQOWnDdFm8UZ2TaFfTTuPyaLNuvRB9+6x9q5wHcwaHSawLyxBeVjNol9EGBBlgsj/8fP0IyKm89YXvw1+ZBxoA87rspknrR43ZV/2ubcrmcBY9K6eGxa2bo75HrjXCQRhwgpVNhgra09FJPgosTDuti0gasWgokbz4aWbMkhfJe+WggBo7pow5kkYVp5VwORwCtdw6FDoals0XLhiZkas3gW7hi+z+jnkdZdPYYZh+ZUciHaUmrGw2KEAtY8pCOpaTUyz0JQO0DSlRHX2tBvwo3UirDAvnA0jvcDZ3XB3KjFsoBYL0BW1lvVuDxwCNGOZVh5iT56ldW4YoVk0BfGcgmpx7t+4jwL54BlivP5VT4c8i5y/hcJK4SrebPuURH8InV51HOfGxtMa17Dc2MJdfNuEEGUXFhMUtpruGugnq1eP5q6OHl2WIVF0fdRkEuBUlEoVLgCdnh5VQnhxVHCvMiCTfsrGSVBhoaj9lbUHhzKiEVZ1szizS4krRhJkq0bBFxFgExChRcKQuC4KmdQxgeLc2t4EXu49ta993TExGYa1RwAgSV1V8dKIrAvJ4KNtSvEvStJEVGrRk+q0LG20zlSLwARqWydHhLd8akDYLQVXnNAso85xSo8duf7Ca2okUKE8qb2AnWeEBeC9iDh7uzQ719CDwVCi5GSANvOR/ghAD4ytsR7w3btuNmsimI3FqPT68y8kZD+VstCEwdQMdEW2Ram9uj+iKAARWvPitrrNxKmUSo5IOL5Q36yqtDecRjPLYdETuWRBhTypIz0jbW16JMqRJRYBuGFee7HoNpoxMr8sAOk0kvHtdijiEo861GAkNQGLl123k5WyiK3d6IJj7qPAw7lBKLznSAfqu+ibBLCUgWJRmiYPhm3drsArnsK6e51QNVX5jSF/1jleUTEVxAgE4pdrKe6RJ3TlVSL3pzR8qO9cuT8CwtHqAShIvMSB8sxx7v+lATQLoA/BTeetLLoX8Itb6UxC3VtwlTuZxcCn8cWr8KXW7ix0gVWkB8Goo0VCY5pgtJcrDEvd2A0CecdMXvlvT6PuULRECPeKRx1y+28wo4mFzsE2hOwdcgIuL5H9wR86dEsvhtg1OA2Ou9rMK2r9qGdDdwxAsi0OWNuhqhqmrVY2qYTnLvSSElsJwriVjRgwLJpHadVVe7AipBHz1qwYBgZ6LWQ0IhKSOTODaBgRhTmlB+eHsooF35URMdKJqXe2HhtfILrrLzQgJc6Ark2Y6ijnF4xcVthpMm3cziC5Qx0opY9cC9jdN/vzly5UCnkLgqTQFvMmBZ0wGqN9MKMO79CKL/paj7lX/W0AqLjc8K/fBwYdrI+vHATqE8tTutuXkKQschIcDcYWHYfZnjkIMJJjSTDRsHOGvEeW30ZB2PXnPGcAR7HdPqQ+2niRPhcgE5Gp1N0JCBzteHdmXqUqgiaF6FhTOTp/h+oiBKNKgGYbeAqap7m28otMG2zEim1ZlpeYoYwArkiWsV+CMo3L+qmywY1nFZsR0S+Re9PDgxLGoAABqxElEQVR+zUPTpZU6w/eUDGzhc9BCgOYQJJwiF71n5wE8so4ohNxYRA1ireeM5XPgWc8M4awu+T3oG38R2uCX8He6D37Ly/we4Ap/lgSX+preqYN2a5oeHdKWqZPXBZKJaBPWdJXlgNhcpXdZxIhBhQG/jYKcCtEiEQ3j90J25mW+xDmnYdte3bfsUgcZUSyZHq9AqYgH5sflOksIzXP7UC6oTkJrWh0yZOS9ya3uNK0pYXHDlVss5xn20EwlSKYOV1X0RAMuTAxo+mk359btfQlLOLcqJ5T2syBECZjUJREKvUCctoI4i+S4AgqLad8nhIHmo/P1cspBRGy9zWhWS2otgHOhq7YY6sY9LGuWIAh8jOjXYvo2OQ/bvh+pMaHKSkoB4F3CT2/8PRic/nJiH09/TuXtLrkO9qlIM0D2Iy4Ux6lPmYXUpepb02kdNEW/5QQawkphWspY3sWTU0dIMbiul0UA2NOExEHXtiOlPVlHxWEO7kylh+Dwi93O7MxVAvr5tWms+ydM8i0N6cnvDHpNoE131ivVkL/Rcx4lHKujGjWlYcQVz2JRg2iEHYSyM8CnyOA4Iz0oa1dVPpTmWHycsU9iO5KQ6JNMJF2nmWiaoFLSHuFsjEqei5AeeJambUbq8ixWWUBrgzxpMuei0xoYgZGqNfv1M109LKEaaGcZKpyuE5xlzBpm9OBww8v99auryxu+D03sO90An0qKV8IV/7yGjqOPi9Kvl62a3vh0Hwya1/EDMLhd+jiffMqTMk4+ZK3Mts8tDT91cJw5VLjaCxM4SvnsYt3KpIKYR1JbVRg1VINGakYMzGuZyExlHOVjXjOn2s8p82Nb2Q1vJ29lZqN9mAFcJ0dFzZxYW4VtjnS0RmaUbEMvu9nCaUzEXLUgpERmZuLtamtLgB1ZFMpyzOLkNVNjxOLClEkomH4ViJWFGoClHH4xwsO3YdUvsN7mGMqqBcWqLjLaMMPo5wkAdCxZ46h4cQh4lg3VUQur7SwDCsDPRSLEji0x9eaS7wES+ZIJLtc/lbe6xBGuD+HPpp6H47hJE6jY5OnibT3pfPWytBu+CItM0eQFuf2DyFHp4y6KI3ZgmEHmPMZ0k4AfVB2+Ck0dJMJInT9m7YDOwmZYxozhzAm+BsdSSqtlY1+pxq1qlZFmpmkFjl0Bw3yEN3j6GG8kezp0PMpMpD08Z6g2jbGgNyW9coiewUZmMwLazDD4gezJ0nisDihGVgdP4wKuUISiDfY8cJu0qqeKnKilcTJpz+BALMNoV5C1ry+NyPBsb/xGoRNOViRcd5dBBem3bgvivJIBHv4v0ub9p3IqKQRBgh+X4PG1Y79iT+hT5A+t6S7khsfRjU1FK6+bFmUsCdAkC6EOtG2uOjhQXHcu+hvSJPSwXTiiMDgGgkmaSaHd1r5SnAos81JjzjzHqkj6Wr9SVIobin4nDap3iZw3tk6zQ6RRlZQSwAfnng12LRvWy31YsAq3HglCCn2NOBcNqPbHshGgFAwx66i2ThheuFvWBWsmRIcDVQi0UU75objK9ruYhatiED33BbZaA6eBHsHphmg3MNITkSUx16oYkQNlLmfUqC4ZosviWgRdCkOvQMgvQve/H84dz6mcCjcBr9654mMxHOPy5pofFJmnMfGgbrXuDptQWguLO+A3thxK4nrCHJU6FAVUn5pOPb7N5ALQCoBVPch0TFnEIR5wCOWUtFX3Wxg3eZp0Fp/DHOxchUTJjOjAWRsObGkJ49RtvrYhHCGg58xQE1JH2yAtuYvNSAoQ0qyFU5Z1S1S1jtP+2Bru42evQ6vA8Rz8nqCGhb+at7gMX15zGsGKur7TFzcKS12154GZryuBFUOGmiZIRituzNRi2Qoc/ijYLnVKOHMFYeGZgnKUtCxjV8eWVQom9fKq/xPkpr+CeSqnknuAfhDsx8D8HuDV+A87Ycss0nPLUPXldCdr2QDhJjN1PQU5GhvU2uQlPKSK3XKwpAZqlyFNV8gWUt0X9NMoAUOK2ChdBq5dRF17pTUFhJ1sYTF0Ah5+aSSl9thioTg4yTOr2AGFYCggS5UGbmUFUgEhSE9jLI1U16c1POzRyeqWpk1qGKKodqUtICGUapwyIoqZRm/zLlqQSQhEAeiIRyUQGjWZP7hdgkOi6UHLkECy9BxU68JtlRf25jTL37bj9w3tjHQw+lgJoLrBeIJxLYDYQbp8Rzmg6nJ4ihZWOB7ef4DNR8HvXPMbIOtbEKfydpckgP2ZtLyyo1p1Ljacl9iU8TY6nDcHW0BhCp1u1UMU7SZYCihVkm1qMmJXJ6dTaFIO2gmHo8ONFNiNUnHKMHBODbqv6gKH6EpubHJCIjPcvmm37EtSNZFqY0tzoKcEcjdas/m6C+nJlobl264A9pUaZRyhpIBPx+VWW1cPE9TWVbQUmPVNL2rW3l+SKIJYWaqzBmoLYQvDGGoc1fSw2BADASiKbStJ09fSEHjeDrFwbpRREI6h2sDDqGS2g+k8yluZR00AU9Rk4yhpXeWpxa2CfBentLR16PlL4NzmJAE8fQR8KlNexR0u3+GHMpIAxlHmgonj6Ex4Tq64eJM1nuXemTuN1HTXbtoyo00YP1y7c1MSgMgYvM5bD+4+mG0ym21hI8V+Uaj4EiLZU3o5qxyCkVG2EDcsTXObvOanlrLLDVXwmCeMYZY5hWuQMxfZBCDTDGdKoJnnDJQXWE2q+tAylK3Mg4OxvAeYoiqT8NGwvTk5pa6xGTmnJal1jm5lCdRUtq32zQSCLwdLNGZbEWO8Izj4xsOp6wwoa7QNfNDUj+oDLnXt0Y5tdId7WSChPJ+mF6ZWp7EOgx3r2HcGTYiWTutqx1+vXvVz4N75nH4T5lT0Ad2BSyNXSEJgQ1ucaK6k+lEaq64lJlCRoMCItZhV6Ltceg8itAJpwG4OHeYg3FNtF9VzuVfF+UMCiNjE3hKrHIBCHF/wprU7KxmOiIimbJOsLFyNMsEeUkOZ7WwnGGOFvAtwynKsEcznxKavZAdL2/HBZdXlc0JNBruA8BIpW5YG1FZP+ZF1dOhIQgpH+iEpQkN3ZI0W5Zh+xLbVmecD8qdUtawphemx7tVfjMCsgrpVfKCKSOGJp3Y65vAEtmPP90eidTWZViogk+4wynQxDgqkhYkx8Ortp2D4O5DTRyCnMsXHIJeJhAS/OkpDIBmKXpfijVg8Sb9KDQ1y6oSfhSGHwi+pdcuVL5bLDKhwgHDUn5sfhTmOzTldvR2afbaJUlOL33jaTxf9yqI/xJWxhVkJRYI/NCOQsmVYHQKdqA6xqsM0z59swxa11Sm3GilMmZkWboHoj9WtCpylcMmKk1d+hkVgwDAPW0cugsp0Cw4ro4wkEuqlwxT7YqAKcw4tb4+cJoHMNPedK02eWvv6JgVt7gwATYWOUoHypqgyfqSKvMrAKwxMeUipM0GIwwHgKMNRZHVrMF0L08jVxecVdb2ZDbVcTppP9/Z6uVd8Lv2nz0JOpYW74F4br/sjavEeImEgLp8mE82lCrXUx1qnAA0bauYR1jAMcakJlL06VTZJtOPwabCCjEJKpFrTxaayRDTGLvmtTjMCabrBSnUfL5DiVytkBJuyongnIO+BNJyWMtISeQpIVruv7kv0KHiQD0vvPWlQHp5oKbM1C+Dqp8NJAwKk9m0SAadDrPBB1Qia4oZX/kSIrCtSWXnYONJlAjKnzo9kgw8FBgmeBUuF6LkHbXijNOvmOxvMShDXL7n07tV5Mj0py4R2IiGfV6SCS2xMKcaF3SL+sAAGNRVyJmtQfCd3wE0C+QCE4EckPJW3uORq+MrPw/wUmF/Ewnvmwt29r0MZY+jqcrP56l/fQlqNnrorZ0OD1El1dPu7OYAgECAeSw8OnHxCwhpFZ05BEzIpStGfMEQ9GtGxZm+Ex79hbQt+Hknl3Im07QR6hA8b1LWmSaY7ltScsFRfjuGlryqxWNGV6CRkWXwYnmn/F6F+Jqx1Ea8StIpMhc1ueGHvCR5OvBXF0oe7atMWCFod7aU/6V9XKUjezr4No3JqGCHzSbRrP+TNoMpHMGeHCWaljlkBCzhoXVUWHqpIVbUtSCMfpgQFn0Mxx2DDkjocwwCPdBPAXX/0iLh3+jWsU5niJ2L9rfDLfTNAQwC+laM+hRvRHaezbv51QE3NUW+MlvidXKAtOG87B64ydnupdm0Dwhn0CADNSc7AIcBPpDbmSuMUgCE6jIUxgs1OpQ2i//hsSyuGNadKdwnMvwyq23pI3aAyTKYrpZMpD1MSRzYSA7t+NsjbCNBWb8XDK0B19dOErvS8CbGJ2KJ8IqQLlaMRxFlSpktT5Utr6zyZTCFuIMcN8LY26S7TBtNXtVJLBQivRGAYXMCU4fMQLsJVCwOqmIKoSoMdziMJrQkLzINUASu/HGoY0qi56w7ACpEB+pOXlzfU0zdgTsXC/wXOFdFbgxv/bwweY5t9mH2BT/lnpXXpv671sVXnQoxH6o1cf5FGHQrm8l3GIzaQCJZspdfuEI5CkSpUJn3YaRrj0rFmlH6NRyGU9aUY7OFi85fVaU5koVR1e52+vK1MbGjyBIk8YHkRz9IRY4LTfDiyrLMgaScZZkRxHU29q2ruXSHtSmMeGaaATr2AVc6QUCnGw0DQcH8Qa3SdEv6oWQ8Bo8ZRZUCVItPwCq4eU+TCMYC2l/kg1Wqgg2mMqIqNDawccvJigGhzEahwgeO8LeLhzalmitqCD0t8u24+nn+6/z2V7T6gT4dzgVy/nqED4V11Kt3P9lD3+xdnzwd/jKX10msYwFuLK5CWl5zwHDgdZ1x7WESXWT1K4cy3+/OXDw6saQkzw9FTa0v1B69627wA7/JR5NqfZ2qaZKrlCKEd1HIEExbpO/hJ3Lpe5VUeNsBl4GpR8PvHEjtg5oOStYmbBabtDA9CKcDNbizwd0qSTJ8enp3ldtN2Ui1X2acb6TFKP2lWJ/Smsen98OzsXL3V6KioHIQ1ApzwFZHOsCAzOj/7KgMu+SFwzEJ+dXYOlNlhiPjUcmHLIL5z9k/bT0Cndl1R1D4IPrDrGo6ZazrUvncsfGbHp8AT/+LpfAhy+jD4rS/9QgD/J9p7YCrRYuLRx/dS/iHHF1xeX8etKR/GacMAz5OXT+N0Lx/ufA7Uj3e7gdmb463hLEIdk9AARQPg4kyvRHpiSHnUqVz6DAI9nddPvn7gvw6HV0xuukJnlCA6lhalwjYD07z+80M405MnvNxDwuosEL74p/e+6WZyAMDD47/9m4v7zFmCOolf4Q/gLGbX2alEyp3noBkp7f0/8GgqmKjLWt6e339gQHJctE5bHamZsEkfsAsPLDf9eQH99C8otsXWMrE4yMC8htDkpUGmn75Lu70IIgIrwgXi8WDBWTIFXz5UEPz51zhGBg4cC4OUWwkUfSdxucienMUgNEPOxdaxqaZ6sNB1IgHm3WZxcEoZcshXuSy8zwAvby6v+mNYp3Iqdwpuwf9LiJfoV+zfF58TAClf6Ev7T7/+JoT7j8etQDyIn/3N5vib49mLQ7LTi6aVBjCX7PK0xoGND26zJghwBr3YuwGLi3mPXjblki0E9wjHjOUIQpTZr1EM5U8P2x0JjuEsLs0v7mdq2dk17fUhoFXznzLn2W+t51mKAM6B6GqoNg7CPg8JhduE5Xb3bx+kw4B/+uHuxXvP9+fvfRMiOlA8j9GcWNCpqFW43b8xsrEGmCml2dTF/k8PQn/9+2/KlrZ2pvND+adPWhgbvzp78WYM3t/+icx6jbStkcIDH1WNSyXDYlWnf3724IJlrhxK4Bkwb9+Ds95jZ7xJxMsDV7Eq+urs0aeQ+9EJB7MaPqTGZSguJExZ/l5e1ns3uP1u/u1Nf/339AfBp9LHIP2HIDoFvxnurkvTq+Zu9+K39z76ggzpYv/FywchPPz3elU87MnLb+Rh94yvlVDXw13rqumn6q7LfZO7RKhOm6r/hj+FW59+BSx98KH47EqBWCCKjEnJ6KqKHIAO4RQCxbIwd48FvxQvJbBgbjUTAoogoxv1qQFyrsLUcN0y55yhhQr/n5PzFFxb0QG2hQne0Ni9Ke7i/oftsYYZcH9+v2nklOpPHcFlJwjhQDkN7wQGjydffxLCH+/TohyOaEKs6Vr7lLDngjOC0fDHr99HqJ2+7PF+OUZx80rPKaTEIsYBvnjy8ktQb0Cw+EFuEjQOOL3UqLVTRaDojB9sbKxCrR4Ejf07P694iIQ0ocfyOvPVhD4f/l0fnv+cytte4gnGv+vdVXxsc2Oc6MVvP/plMkB9igxw/+bhuzjw2VlOZIC5L/5gv3saxA8TBu5/EuB55OB4mLxgOCONK+4fb3x/Pjv7KuMYGYfpq2Ci6avvpBvwtujd+dlX98/effIS1RH5bk4/3CdjChzF8e2O8h8oeHCxfz9M9/9e0Qw5FHX8RxXH4sc+JDv77iaJJh5c7W+Txuy+e/bVi7Pn9xkuCzHWnWuADx6dc/uxOLO4TQY4/Le7zhGz2zDSs84mI7kQ4t7f/83j/e3jswcYdPvpe1nL3NbfSiJUEbpY1+RRNf9i6bCcv8w0xohdpxM2pvoctrNPn9M+gi1RGtQPMfzDLFhnlJjbGcj4oAFE0aTJP82JN6oDQ9Guiz9x+g/+Km3ZUtWZ6dnji/pBbLj/1QVjZXaW7w57Ip0s3zt7FMnX6z29TaiTerRKZfu0E4M5Q861maQPTXMx4WrGom7Vmbh+VNw5iOD5hzdx8/4LHNO/093wW1+uqLkm8gWpq5vLBECSPz0LLzr/6KMnH3/0BemG13Vul75JGPvBLs2j87Onue7f/3B/+/ePdk9efpjje/sEgIuLx2fJIx7C+UhOrt7R+NNc+W9fPsxu+UcChenYhUz2nmdfRBtX/lywfxoM6POX731BhvS9fTgvLhKhzl9+mOPLiLIBUesoL2IcCm4v7n8vmc79f9zHjoyR5snLs2RDURyB3W3G+AoDd5HMTP4W+zLrh3+/v/3uWWLQT/8xCeZ/Eks/IULVuvM/d27mPNFw/t4/ah427DPzs9vwRylz5KEez8Fuz+8//U6UJFdDDSP5GIvRd7uL+39IOPgEU1m6p8mon4YUBJs2Wi72TjbB9uuzvAculA0R6Rap8zONelSFPkM8T56eNyYaSCqzPjxp/GnfjxvfLDQg9OTrmUGWjRGzkhfYEMtmEglRCEJzhCStWdmL+/9+sdb80VId9j/s4gdZuaxNxsc+U+1nZx/uXsMpey5SYX+ZHh9kvVsDjpQN8Ie4Wa4Fj76D9ljA+8ZCR9+h9GKio+YNrJOmLi5XMNUE0Vn0Ou+Nz+kz4FNZJb7Qm4PLq1dxlLiKV9XU8x99/os3T+99oh/tXrzM1TiJywse/e2Sv8wzwMe61+6Ddy+SwtzuEgb4hAIWnoyFcv+DtKiju3v/5VME4fPOpUz73/8ut9cPf5dcK5vt0+wOdjPoF//5uwBwvXk/G4uhHr978eglOUsMQ0G2nwquHj4MyfiEHQ9iB/eov//d+f0PUMazp9iRGPlV0ooEl0im//vfYd7u2dn57vH3Ht7u/+2D/Yv7Mer85fNlnZN1blGfvZ2gdN9+cjummh42fgM63U/O3j//czLh8/cefAXLUvP730V8n0j/iVo+fMFNr6HsRcZiWR4Qu9bdtveQH7y7f5GgMsuHKaFTa4QL+XwN0pFQdrF/EQvC9jcE0AeJwVzcIrypYbgs6fsZM/HIj7ZYEnQwm/0nZ5+cs5LGmedn77OUkTfJfvIyHK4sWWuEb/su57487wAj72//1A+5/5R3ZFzm948veCPeZMD4U9fqWZYq0W6/v7r/gc8A9jf3HzM33i4iO5c5Vs33mnuGZHM46CyRyR0ldKtRUD5zwPDgnxk9tzgNgE39TnfApxI/WF8H0DVeJQPEZeJA7Ifzjz5/stslA6wX/TEZ4OMkKN4mpXwYxw0/V/6L3P+dveuTsNvzl99kg2+3phQ+OY6Op8ljsrtePk2aAR9pwtx1yZSs6T0G8tO/wyj3v4z7+swPEYf6C88A4+3adVCQ/OW97BbTyMAfHnS8l7F2CXtJKiFzp5mN7j0x9GiJ3J+ePrn///mbT2ImIzHmg6PJMuC//vkbtx4pG2E3c+We1Q9x929IkUnp9hfBG5ZR85DtfbDRbOWHZw/e8AzwISkxgEvnQ1bYsyxUFjcy72ayRJlNB2+Ss+yq/OufO0hS9CzPk5ffyJ87zIQTZxvJL6qTN+swI2ItFn6VRQtZpYoyiYv9P733jVeyRiCn4ZudBO8P3jajJG81URrSh9gUHPlzrMG+qPxpxj6Y/l0zyuckmCS339zuP8FdhrqxxYAo4O36IcPGIxvJ8JcUwGiozXR9Ck0NRdXDCDnve8Plftfv+++9/81xCoGnQunPY/BaGSDuEj//0ee58dp9fO9XutKb8/tf7a9yPU8yINsuaVIcjYv1v717cfOYTIWs5+tkPe8TQkkbyqkrJi/6bjSF/ui98uUSfXvMlJ1AepMM8GJDJy/6KrLhjsh/Pt/fT0LxYZLN9xg7elUw8irISH+TROv1+XsfbJSmJDszj/3+3eSssfXsBXbKQO5zu//bH3714f75h48fJjmJgGNu1r1gQNJARk0ek/TljdmU1ABQv0ra9H50ffre87Bm3EyUzPnTzZJENXbnp19nc98/++ZhbnIxaMd3Kv2YfffiaxJgHl5drMmq62BKI9KS2v0RIxiEWWLJvDFj7L99kHkn1CUh8s3aTHkUup8+P+CpX6hojfibJOnfjQW/uP+AKC4hISgjnCMPT0KVSvZXSaWDSQAyu/23d293f+udQMYyW8wtb0BMJw9LtvpJ8kU/Bc4i5+28+PTsy/U2bKZNpv08bL5PkWUmhjFvaGNS2HnSF8B3JENRKWGy+hgwZ9Dh3l1dzz8FeeeaP/5M+Dt9Dnwq/F14vIFngHxRAC/TxeLmH30U17ndf5wwSNbSJzvvn33Ih79xuiZkXPmTVCRSPvz35Ihkdn9++uyM73PckgmEk+jSiJouj7c/CVB1OOemLjnbgwc8dvvqvWSAg+bzXtIfu9lYz8/+mCzpL45d3zfnUcHrsGYPXTzixo0neBvFAZNVJtUhNSGN2V/8G1mdZHfM/uLpWbKVJy/PyDUnfztY54DmWCY3ubslf4KXl2uTDDAmkBVnjpp9/vJ/jeIkjJsaZszmDG5//w9XPLHDIC3kw1M+2M2Kwkb0eLK7yGRN9GZFWE1oZlhOUFsZBGU8xIM/72FNwdZnZ08TAYgF6Sw14Zw5kpAloBAqnKGJLs9DPzn/c1iIi6xRRkCed/D9F65s7o7zVnNrHZ7ND5a94b19kuw40TFDkYYBkG2T2kXEL7OHlGQaHbhC34+sG+N858yPg/N24UBcOuBCTRChp9j0GeAW9FTFgVWSQRL85i8+t7+DOz0IPBXiX66JPASMY1xy/Y3PJALuXnwWt7nILTDP30GZ5eQmmI84EqWSl91/GD9LNvTs7Lu7B3//8jwcfDb8fPcwO273+Onug7NncfevokDP/ODsfMf30nj6dGuCkruXaETdg4vdw+QPfMjMB7l8SILs86Q0yWtIgkixvklucPuAz0fu/xCr3LkdJVwIP3z30f5Psev8ZRK5D8bSpGts4vf5mBiLkfz068dXj5O/ZOjX7uD9zcPIxebkQxEgCiZFqooHr00iH/WzZ77Bp0GkOn6swYxev8iGrjhf0eN4fPYgidf5yw9ciahxm7I5z3nQ9eHtzQPyGwz6/cP97Z8eQofE0pMvPdtnsp+S6OUdmdXU1pTf/85hfZTGu/O72yxtls0Hl5kIxkXd7z/YvXmYVds9fobha7m+mnchiS3r3RH9ZD/m/S1JaKx5kbWPCihOw+/2nd9/uNv97SjJzXeStcdZxqzJ+1nO53yQ4ZsT+3YPX74w+nzA1S6OEPOSXH6QSScs5QbbAW/iAcn7k3pK/eorPhgL/+MsZYblm6eWvIUsdirGJqAK9xkgjQC+G9Si0kXMtJGvunrD8+rmnetT+ncqPAv2a1HeGtzsyQC5n/F6HOcxc4srNdUyZbs9P/verc9q3mfT/aMZBs+VPtg9TAry5S6X8Qf4+dnZwxd8aFxOSrxW9E2v9CYoKbudz4De3/00+cOOuIX+hLKi1Qc3KVbSjdA+3D9MBnb/L9mWGjmj3PK4KRnFw9v730s/4ywKD+zYOm+qOBaDfzfznKFr3cVXGWP/5MObHXkJM8mEl4pPeTbXz56T3PyhRPI2t538fhlwzfHN+dex9OVTnjP++0GN2xT4L34anQDyj34IElX/Hi3/DvtfchVKXM87EcYPMtmV7o4OAlVeEZ+FdJDvxRyGjJ0+nPUha2z9tz9kjTXqfGdWttQ4AxrW9N3q5EFv1tTvr2QS//SfYeHqsP+DIxxWFpmzs2ehVfVrMsA3Wc7fXc2bw1jQUnID3zFv+02o753FsNsssmlzhqiyTHve836Z6Ht8CJLV8xKTqJfFiyWs9/p2i2sfhyXowUIVBaNgjvrz9j8xm/ednv+digVv8Ocxcmm83k0GGK/JLmiJJwFz9fU66nc0OOUsGCD89JTNlT0I4EXIOQCfyeGGfBxpQAQdRu7G6LwJv45qsFUEnfvXIl5X12j0iq48hiU5ARv9uwwSmgEluAu+CdgR7VOAlhrl0ssAmSLPyNKPHTkpoNCwwG9jyMWEsTy8iVQwIMTHoYzYGSIxrczznXEgkOFMhi0LCMws5Kq7x+mzgcVoSh9YUhFA8yjUlLxuUOUiBsFMNBSkPTk5v6Efw8eyIAmAqByFIVyhY2ZsIWaHl5VT0wBQ23BEh+ycAoRjLMiqSOOPGDMBLIiUBgQ3loR7aVXbJSkeHIzG++TNBAroRAO00lvCL5tEwBDT7vZX/DFcXnH3xL/U0y3wqaT4PxLMAK/jJfiNO4Bvm7KfcVVQOlJg3JS/zNBdcTxPd1/FxOkGEf9LUVi8zpmXnhx4kKY5s1/cjfNqgWgU9RFQTol8h9dwBST3cA+kh0R1d6NlC4KomrxAKEkTHGJBYV0p3WHrFQFbbXRZuj5DDq41TccTt0wkHtN1eaMCwVrDSykQaWNFzl0N+o4MZTD2pslpLFS+FdsygYAhL7qkvLC9FZW0oLOa/Y3EKkUOIkVzuJy4skEa1hRRQ15zbhOFUCQgqSJ0KQCQVSs2/SirPzGOZ5gONmt/3gffUfswHvHaIyxGjUyLDSKojLC7TejjKl9377PvUzkVvcFbg/31ZWIgF2j8Sf8bB2PD6GYkJTnRl0mc6MKt2d/hgDU0+ykGlMXSEIDr02Wc8OSUnmRO6N0qoaBPftaLZthEpM0O6HbjG2jqX0Q2W0Yzp2pSIGLt32YLxCNsKWo4hYZJ08KVroeG94xtoTDzwPMkXgFZN9Pb2UQ2Jk2b5XLty5imatnDoySV92JpGwTc/r1xanrGuKonQAfj/Jw6w+S98O3AUHDVXp0Lrm1pa02rX2RcnAsIXwGX52CpCnLaFloW8SKswK7itNUJV3nXJSZFi7A7nNYs2rypZbBw0caK+gye5XLs9pcBCYE3OD3x7/QU8G0vPANsawS8ubzEl+YZYMA6cF01mMKQGmyKYxMVhpIGd8WF6eYIqCsOh0xx0DhuWfDxYKKIk/21CYy6E7589TRs0+lJQG7AKE6rvRJmC6bpbhqKKISUkKKpE8OmDyRTre1fYi2iZ0D508C0lAbutIY8w6da1DMDuxbppl0IpAgLstPAPZQ5GDExw8BGQTogvbX3oR5JhuMIRLrD0YCuolmacjdWiuOO3cnZOfAZ8paoCrsEAWNPGStVPiYlhIn+2mQ4NUVCBWQQ9FZk9HnoPZgy5Cwvy0BbHdSyTtjPhZ3/fOirj31Ot8CnksJVEJfQMXZX1/okjmM+EYBYpcPZzW7Wzdxdh5iFh4XLOLdVOUyJYFFwMeUMUj6+QwbkmLm6Q0MEIbhgHU9vdzrFbHhPaYBWa7azaEGCD1ij28nAyXU7rQblrYSEbSPu3La/O4CfyRvDDnPoXiPkmDut9WFK1ZNmcuGVpLmTVdKFb7RhI3czt6ccQFdmdLntg5ZqqHNoB7UZ2cDb8pcJPt8cSlhC6b8BGSNTlY05MUj5QcOzmWBvUsS0KKIRHYRvPqWY8m+aQsI0KIExheWXFstpAsewqkjBIpbF1W51RFRuNgQ3Ey2xq4iNV7v9q6tXVzz+46+BT+VUtmugj0f4mlQKz0wmEdB/61r1rgID2uhnpXAE4rDKIaFeXGH6waefnSUHcPaK/k5fXDqzBQpOLSJtZCb4lH78KmZ4w9DkozUviaL4ZbtOctjR6y1Ut83i60YayxK4YjkCbZbJOdRslZM2YgYWKioKljxLOAgWLItQsIRycPiOsGBBaZJK54h1NTBdKCu+VRWhZdGmrlMa5lslIsPIlz7tODaNgVwVvkqkKQLrctrcgAZFqaKqTs7h21VHL6IYELYmhetVLdWpbxRapdrXmxQFVdNWXHWMkgbXV0kBd73Z0edPTwFPxaJHmAGuZ4A4DNsc/zr4mnvM2nNTibCwAfRRav3wuHrBvqOLqmfPzrI5kHIJTxshEjgPOtZpSj7gjmBPC/Rz4DDnQE9Jnnh9GrPNQGBCKXFj8TSDsxcaOBDmp9UpO9GyU6arvq5Ew2SAMHejY0bHpSaXDDdIw4tQV1OUVBk0A7ya5Fg6mNKCU5FzBnY10hRMWGNCZZiZauwNt1qDDZs6aEZp35zUY4KU1FnRHFgHuAYJHJnoHQsoZVmqbEU5OnLQMLWM6yKFEiyVyyU9PE7xYB0LlsdWVanzhmQVsWLHv4S77jPA9WWYU3m7S5/+2eS1u95f6jDmQLrd8tDUemPhnqRPTKAz6GOWqaYZOOoBheOuxzr4v3Lttj3sx9kVMAMWYiu7vVu3vXOXn3M1psAj8ZirkWA40tfQgzFdhhJmK3dIOYZ0GKIqFbR1bgvpnAOmU9uARo0QNod/aZOTEoSTjTGjYDNeVa29p175EIhNdtM6wwx44BbLK/Do7syRYmR4jEql0k3pqpd91FBR7fsDT96AUTp8KyMM1quCfDkrK08rWmTgUoAxIFCZI28GA+pA3rLM29haVT1kawhc/xRzi31+BfZU3vriAxE8Iw7Ct7DiQThW/M0USB9l85uMAG/XWJzNQmdhe9kdjglSOmOw2W7uOPcqJTQ3Z/chF/jUJe0+wY5V1cQ+SFPvXl6emtds4BEWR40+Rwga1Owq+SGXU+tC0DIDkTaVKJNqNAEQ+krPskEXkVpg0ISCroiao4fMKVvdAcNJk2kfFgredCOkLplmlpzGpq0Gt9Dd/sPn+6gSMGOVyjpCPzOoeM5NugKrFJAJMAc7pfuc0G7VjerBqRWQU/TOQix9a71X14KldM2cNyIKUp0GhHRmNtjMqoKzLAVH1Zl3bMTGoXd4d7zc77xST+VUdIQJf3mxWVKyS/CYnJou6G86Gq1Ae8Hrkas3VGQEpkNuIlM9VKBbvLiMNdge7QV0h3JScGByhwYFbWQng5XmP7UdnuJHWvpqchLt197C2NqyBee0AD58C++EgRTvekv0xGirTzOEGWtGr/DM4TDgJgQ2FRDWQVWKjmak+ljCMGOMQEuOMVmBWLr4FN+SvBTYFn5OM1+mEaZZMhu6hfJasYuGAG6pED3OK58XgQtZQKz3YU4FK2CiuELakNYZcsOsXSg24Q3S25S0daQgtrp4D9YEyfcA95d802FLAE/536m0eEH0dZ0MMJsA/8V5DC7Z7uwLLqNejXU7SXpn+PDedLrRepkWnktvKkVINY0gumZlokGSD23izXOlHz8+uD/M3X7TxchKuxEPTGnXJgLUUpOCYCfXkT/oTmBMYCoZvFPrJ9KUdGZaMTi4lZcZbDLcpn8DOlN1wVFchMR3zFIrYVUn4Mw/rCaCmqWRmBOGVdKNXk7VEwFmKCtKTGodi+F891AP60ExSmj9fQLqndN6tU4cnO9l+l4cvVEw5DVqZXGFlNewMgiMAKauqYkcvtZionKmw5ipzkei4pSixDqzTh5u37NU/iFIHwG+eufKJ4Gn8raX7T6gIZAvCuCybrx4Et61eaPHMQwVl+yuGgzIjRqgKLfmESonAsMgsxcJCorRwACcY7ZL5N1GsoE1Z3A3zOVfNPnfbBqViHdD5XBYodbg5TQPMWKHI5i2kJTICKrB3BIDgJGqhv+yVE1VBZY7JySZBiFiEx/64bQo1YCOFU2QBWQ9oguGrB4cCiDblaEURw+OYx4buyGmksv5okFvR/VFXb2jZhQBBeD95LTWGx2lzEhS0kp2jDUf1sS5wILQ4sqb7MSrYBq7Q1KMS8a8h2kb88LZWpNE4zs3XOWT+J3+K/qpbMXML/cD/ZdZ+AnehN/oXaseX4AHNojVw+J9dcCNwzQjNU7e2JL+uiZvW3aJAKELzXfV0Jv9VsCBFVibgdINrBrFGCcQzGFakkmHANYr7EllEAdO43yyoSTW/g4hjObqKgYk6+CXCOkM0HszqmIRcLMGTyvOAVgEZouKjVfLgRvyDrVl2aUNtOEV3gTWR+6jZCJ7cAfFVbneImaIIuXUxSndbZGOKoYI9Y2I+k4lR/GsuqDLnjefoSSUzifvnFJmYDrrTQCuwqOhMN/lG4MnkbaqxffouNMxt+pT7cjwf6/H21/1BnhLAE7lLS/jGZTsI50NuA6FTx08zMOO57D6vElUmelZCoRQR6Qszg0Fv7ty222DPOIdWpoRmc1uaxyhNztHTkQXu81QVqD0JJgahiYR7S5yCzdQ5m1GOxQTtEqb4FPuGVJUT0AHbJruZNQ1eZGjRSjMdzEdkINdz0wdOfFypi0lFS4lcjRATAHHc7JNcTgDym9vvsnDHXDX4xD6EFmAoxzwntUSyJkwBLgsj4ERpKzhUqEyA4TKmraGGfZFBlmmjWU5ByVjptZBjbAYn3emQxa5uFrRxLLn8B745ro/g34qp5LCRbA3wL4u41rxlEZBfSsulTizcpSmMfrZ2o9xsELGwgMwXTOh8cVjOTEEPpyzWnTUDDWSVnhDa8aRQuYCQmm1SE09vJAcdr8bYpxcLCkbQDoStvnWS+fKPEXPEz9JtKmxnM1IYQzAFYubzQ1+VUgrHUR9cF4y7uioghrMtI+FCo8ZFarxwLQx+WAa3GlSkKLHmCJcz+IEBhOpalIZExKRcNjJBeVrGKZ6su+EUnOWkDPDAQbwAWRJcq9zDCgDVYznqQuqXyyOWQojXeoIL/42IDgYcyZM9QKQfu5xbi5vri/5Q5DTfwU+lZTeAqz4x29huZN00HEvvYsSoIFie6alz8W36s85xgkr1Vo+L+LmK/TFH26OQmlMVHRjyCmH+1Am+7QUEg5lppoTlalbjTLsbnMVzasiq6tsELFoCY5KiWV2O9GPBJaHuAylOBJw8UOVg1I5EdGSkTrbYaP0TCtEMxoH0kSkNKMg7xYhsL2ye0qDBg6bIbQILHMmINr3E3RYGa9MoUzpTW4pq8qd6sES5Ix9rGRDrbSGygpMWM05K1qetbRyAZUdPn+IXC7ewZmJVUxXw8p7GkUm63PNk38EUMKPIST44elX87dwp4+BT6WlfxDs34rrKmtXtW6Jw6HqbLm+h1U/40p/SFi27doqU9xw9cPhRkCy7q+THhgqL5s0twS7L0icvNsBGVRwZPAytSFPHZtJgMRNvaMyL9gadoklFYtRkGtOSFtdGBM0p8xRLGabnEx1/DKVASTCASmuS9etdBd0AUtNMctEDnkXxJA1TXRX0wmgVuXqodmGQmWWeN6lyM5SUKdjn3FCnsXiwA5VcxYLZr1UZwMsw0J7Tu3fG0su6TB6X4fasQSnb3U2C22Z/L2appSZ9fNcn766vPGr0LkBPv0V3KlMMf3LhTH11RW+w10DHpVjTlvnuMbZ0rKLjEeWOec01MXarbZQ8hkgSu91/DgjWhEpJ3YFeyE8qqfJwSboDk6cVAoktWfL8dY4kPsC7rcGUZIpHNBIJIQEiOSdS4H6FCkvKHAOQwlyq6A9DYvY6G2W8m3q1h11crfQxQwvLXSiJT2WLGXZlk4ERG0nyiga2kYQnd78IZ+/BZg26Gib2QVkpF6vFMjBlGUpbmuDjLqZX0Lf0sF5Mac+UjpsRifaZYA8rXJC8+71aG6YD7XeowpGq66yBka4IpRxL/4S5PKV13n+AsQQeLoNPpUWvx3Pq6GqKUPrIY1oHGvYSTvAOJpevCUs7bpjy9S9EbKuG3i8s/pw7Yk0W+qWSphwhHKjZZHSGbWAsc0tUGOo6WIiqsMHuQQaVR7VtatmI9UADv76LVisWxUD26TNjMbG1G7HozrGHufPaRRFjgFD8kmrSsaWERoJc83J8zSRnnDLMg/UElgDqph3zR41FIjGdzHpVUNODRyT3rFGMyhdKIujTfnm1ZM6G8dlETk9qZ7TRG0JNMoABVi4HDEcICSoZH2tsPkGWmpgu8MaeC3AzBS/ZdHHxV/lep/Ix1dhTvfAb3npJyC4gQ9Hdpd1Fv0pTesRbO8IFYeb7TXel8Jp9RZTWOKU4pDmTPjg2gymESCUY4YFhxM1Rg9ZFlFkD2qZDh2YFF2KNsIWArNx7bQHQqlpKtfN5N4joCyG4Ux1gp4H2GpZNqUe0YXCGOCeDkqGBTABJZfWRQwBmcAi+rDLNUmUXvt9id6BlqbU0ZUCmWPF7KZd6mifbs6EM0Patsw5xxAZYeLV1XQ28Poqz7xpIRj9lkiQ8bFG6MjAU4LNv0QJ+pXP9HAuSVORmSiPaN2orVqpnR1HDIvLwH2djhHw9EOAp/KtUsdIKLx5ha8Q1OpI1LW9UkNrHrcw4/VidTWwx22Z6sLtNyfRN1PojeuHKZxlOnzYLGN3z+ioal3dwJkjoEqg98W+haEbC1KOnuzCIQYmew4yRk+C1HHG+lYGG6aAMbJ8ncahQt8yMaow1sqOyhR5FwupW3B31vcIUATujrCKyJ4nr4M9LBU9qF/4YCR1HJYv0rDlcIqhzVSRYYJdP3prKDtUaZ+m4dyXSIuMgRf+wOGCiumkiz5wUZxRdaxJUzGe+adKs5lWSYQWY2aJkTkY5eqSL0Jf80mw3wQ8fRnmVBL0fCIyvwe4TwpYx64j9bQBeuYxIhica/yu7Ua34fDJl0rT03dzjhCXdjETboOqWyNUrlS47PW30aVBCGvUcqLmmLxkCog0s7NWXIRjJHwCGKB3ScOX0lFbU2LWFoaslKahI3EAj+sUiHAX02eA1ai1QavLsbBBIKVyB2DuAYUjNPlzY78BOzqPJOAp4Gmr4jccXdQGybcA08WmELpu6QwT0bwrVLuZhdq6ilJosAV6Y/1q1Qw+FNgCMarLOpJ9hdlIOrwZJe2YcKigHGPjIfljsBUlh01Rlx707auby34IfH36S5BTuVMuD88A4yhxWr8Ah1fV1Y4ynHZDhWHFjvKxR2ilbbWOqScuNdGRNt6ZSlICFRhPDY9sunR0MUAIysHAYMiyrRQ5wtfbeYWe06QlUlbRRE428+XfiE0kcSJaTV1/+at1q044Z7YIdY//dWXWaJu8rBimys5X54G3FeowLjnGwKJtkmlgiSEYI3LOqESHC+iQfSOrNfBd9QUmrI0CIG0DaCdcXlsoi1V8SUvuU5LHnD0ti+bUKqHnjG13jnTnV2ZSwZUD8fRi+NESUmt9GeR3nOPR8Km1+Aggnrq/5L+++l0Hkj+CII+ATuUtLjhAH4dwcbzpFwF1luY4lnG01kEHGr/rjjsqevFWS5qgUlSRK7MC1Qc4qcdiSgKKB33MU5rdSR3tEinIL0q2jj3rNXWhTGCiZgxtAbafpnvP+NF6YO4eR9kIHFfxLfQojIyBWMimPvC2UWIxUxDgHFxGbS2dDU5wAOPqxTQMGwFbZ7sF25yAlvptmEiFsYth5W1ySYiYukFQGUEGobQsRYT962s+2FUUAwzy5cqpizeStIJrUfu29x/IlQXIXkk4lvy26aw+oRvvIa5vijpqnbFSlC5ABtzxL2+8yJ/i3qncKUn/zAAvX11dz+XSX//Ewe5efXtJ1f8B+oQFB4O1e5K8qDTaxaTzlqCONHVS+DdvrcBWkWSk0GfjoCWSGUcWlNylp1Xz4ZWiFoJj2kHaJO3YUsCo2zaVJglTJSsyVeyshC1TNW2dulEz7sa2MDSjJq3sJpPQF2D8GYmRY1qp7azP0I3AYEdheZU+PETdjNiQm/oA6ozw+qE/9XgG2uxdSNgdUNNlcglhQ2Bj8hQgFbzENUQkFz4FTNNMqcWPiogcVkVLrGnknJPM6wQGJgTWW8ms8yZdzv9G50PgOPzpEeCppPhVqGSB8YwbbhG4VKZM5rAcrNXiedt6vfQWtUgItbdqo+HRfjXyEcfSBcg1PD4+dFjmpCI2TLSGnZGQGvVVmsNmCLy61Xi14ai6Y9ThldIJz9GKBLdgjrPVQ27cc1qBTSyVMlyLOQXQWbqds69No46FxpZN59bUjKzSdF2xZZKJz4Q5qbZRNdwoLX6QxbaoM4LrWnBotvUMj6YOIW9H3s907PVl3z/cqEVFaFoWFvpokzcdTS6D6SdtcIC8ecAZpHYuqfRaZ+p32qWNFmZLJVOjiwzw6tUV3wRcHwJfn74H+NYXXIE7grk2voqfZH+aKs1VV8dqVsNGuHM15tKqT24o3ZhwRrctFS5E7UTBymHSRYclLJPv0Lrl5xI+XkwhZXHDhC+tI0hlEEA7WzTrdkIn8HoV7p7nI8yO6Ba6U01BZ4arrkhUy1qPZayHXJLughOkMIlGXeg+EpKlgJiuM9eOIGoGTdGriEyrzgAjescmVnhW1so46fIusJwMioIwuixdIwFqWFNEbAcqWZrc/vr87kAIM/yjwbLRio4gHJvJTT4f/Qt9qSmYlRp4y2QbhK1MUh1ttpMlcCyGe2asqczRL8Hs3vGnAK9PfwxyKkeF24K4B9dIPEUn1EGXa42zcsoRbGs6Ps9CgK7sNs00VhKiJ+ZsX126JRds+nHXOGpHHfmUGYwhIGV36vlBuI+qaWlMTahI6b4sl4BtmA53TkADjy6Kw6bZagnZb+E1NrH9jolbXbiegCwHZhr4jEtjCtDGAZO6xByWaUhue9dLExoOTMTaqo4tv4k2C1R2VC1lRp4DZtYrTT/OHRMBonsQLEGg8jJSTuXyoIZjXffkAeAC0tCqihVf6fn2a3L6XIh+sDR5TAjHwPTTLkJ56j0ONm2rrlgZuQEBxPMtVy/z3APzYwinEPjWlz4NxiX6KTCfgswTEzMPHWyupCYoA8+mkxVHg1AagL57VIPTFY9QaeqdlRJMmcHS+uSQERmCQXRpYiDj2SXzU1m7DAKRjgjAVNi0rpghIYedkwJuc6QWdpcn0MisplQt+vYMu1QbyTkcJyCzWoWD1pQ06YYyS1mhYSRhcfUPJM3AhOrWnhy09AZzRwdy6+1jRQGWKQHM5iNGt+qdVsBZJZtgWsoy/aEiOMxaEIB5pRGwjBxFsBFqsTcqjo5UJoBhsK4FSB2zXQkzOsQ7xmGkrYxY588keVO3fwqHv58ywFOZYgzktzHIAGniTnG38dApwvXQcTpOIhImdGlIOZdJ/jTrrAu3v+qgECOx0VmDK3/Ro2xiSUCw3XVbhyKMxwMf7aSjPC8VLagUB5bz8QeYGXcJY8KAd562DS5VFidiL2UjpQ521BRBZyKOqVI2MjwHbjtlHAMR6RIlsCoBBjJWYc+KZwd9aZYOC6dKFX1EzUGI991m3fq1oNQ0M9ec0J7FFEebjqNOlIKrnEFoC3XOvSL17OKPbhYUcE7UA0DrdFLG5qA5tdCJ4LcWoFYWOOaGPxxZoN3V7prvwPivgf0WzOnrgKdC4d/EGPv6i6jxKS+y8SeCRt3aGLRqt1uAtenCdOz+EMREvh46HqnotEWp48hlN03Ls+EYQs7stRQgT5gFgV40uBU3shypsDQPLBrjlpii0taAmt4UVKBlWTg2GUyVcEJ3VmdVkE1A6MqcnpJjGB3PEO/oyKIoKtKUaCRUyeotk5ZhoW02rToqj0wcDO+blqUX6bUIRwsyAGTVq8eWEopiqaxSOceQNBnFVp5KFEa+xh8NJKE0a+wS7WSO13g92NN7KuLlwbEobVNGyneR1fJLDZf7d652OU7fgz6V4zKfhE0E3MVT4jibT6UsmGZgfI8jTVw27mZ3GNYRTGv3rNkE/SowwOjJhxDRzabEpiU1+8EhQuHFlkNxjkixI4QYQuHWec5G6IgKEVKqY71m+2oaA7YER1EuG0nb4DGLPS50OyEazj2JmcIwCzkjrWeAdAxJFVjLTkcTpuFU7rXSDeHHtYlPqUdq1opKs5kTbKIDzCKk9udxeKcctbEmYzUN1ezeU6fpAg4BcxBTAhQ8IZZFmrw2hiMnUONE0qXf2jdOA8tjAWzXJyQEROWyLAa7XjB4v2RbcqxaOHf804ebSzJA/ivS6Wswp5KIl+Qv7aV/Cnf1ap/qXjc3YJetyzCu5V6VnBqPmlwEXwsrVabFMVVf1Rd1z9TsETIEseI2Rx+h4NQ3ptSNJwX0Bb59pER7LlSeqlyY0hlqhUArPwnNkI6pKUzawRwcUkp1pda6lYrM/ksNs/yTq0g1VGzrsqiiN40hjtYqi2h1pCpa9cEvicEE3DB2Ump91E+V0bHH0GWibOoWw/JY/b9wrEiOotsXpsdInkuy6asm0MofvaKpwKvbSRWGL6ZJYog1tZWXtrfqsc1pjgwRrJr2cjjhcKOTlYgNO/8tHG6O25/KqdwtkwFyF4zH5hhv4jwOu9zLk+h4Wn1s9S3l2KpPZ3x+NX2aOPP6hCEK9HF2/uKoMnsRZRRRHaTbpv2+gplsY9WqzDBpQpHF0/qwc6rHDLlGn8PT4ctt1CKVERzhQpBKOWrTeB45dfzVM0CIzbJojhOfUphHJZBP3xwsMFHB7M/lpSh/UANsN3Dr4FZTpAvSVhu7mPO+wAF2RWatl9OmeniLMNEIHIkGqzLwRstHEaW61S+TDJqyTBqgdWOxiep4aN0qcBemQ66BkbG4NDEK5+Y6T+ZnCDzdCZ+KJTcE13w/NL6hv8RbcJpuseO6fO6AibdZdLq7HAc+Amo46plbrV/Dp6vSxGsrtA1dfXr9+HVejBnzhPOiTgN3BctTbLplm4xP7NGxxpn2W8CytKcahJVj4hYVVt3wzng0gUxwCG+gNXQZqZ3vkSa1qgASupBQqDhhY6ZIWkc4ShwrHrjK23X4YVjzaNfmUZPeqmXSKYyyBpmlKIKJKJgX/WLn4LTOcuQVgXnywSAYg2l9ZcZ3FnPc52B20QDm0JslFNpeQOYyInPWnuEQCRh9uDg/BWP4O90Bn8q6B+ZBoBfI3B3s3F456UgHTztAR9lEeHTeeNuQDhzLLTk1DFDSlxaRujS9489Z6R8NDWgWl0qH/rafDmATkuytxVWjfGiXCiEs6zNfemrMmQ3yrZoGpnbD1U3odhIF2dMBPq5txpKliRKQbb1NaJOAJ+cjTUUpIYAZIyN/Y9YKFxM3KrmpOxZfobJdWlkPXVekqyjMCcXzxqwF7XAikDqcUqVlgpHTvFGzAYdCx/Q/IodSizsFSqDjSQBvRJ+MTJ2RD7XuBHMEyUtbcfAbPvC7eeeaX0A6lVNZBbdoCHzFN6G5GOueXoZxoW/nOY1o62kMW3pixMYBppdrenpiNMkxzw6VBKF/p6hpmOaSH8Yosgyneyk15LFx7a8oFm1oVVcKQ0kYJoU3AM4UhQ71rukrdniQPo1pnYv3fACukLuN1uVYbLOK8kddzalJZVy8Mm71zjibTJHYkian9TFHTod1W6IDf6u7kAf+vKKBOifrVuReoCVU5WQMZLMsaZOOhL5Ss3ZM0RG9MkVpekTCuWGeCo5VO1rEbd0VyPluRI8yxj6cOLb1zFvDu5PiU0CdnXLKAU+F4tXQT0H2u+urV/UxfA8v0sF0tHrXcYWmcwXeGEuqiAWc12oLNIn65jDj72hpaFiSw+o2cMOkzJZzSwWT83qkp0yxOcSs38OyO4/4sx/SHmq3E1JbHUJKTjE99NYaAW3OnABkr0xTmMDDJktJdh1MXdGYZVm8S1VFWtuUOL/77EZON3HdeLDV6KvIt0+rHLobdIfxaGUHyGgM6DgyzFuUt6M2D58Np77LNTIyG6WsKRlpq1UKvq6xEaZDUQqYg45hj57Lx1BEuV5EDstKjanKcDHSrl38Wyfn11BPCeCpHBf/R6AXR34yN86iJ+FM68KLS+Fkm5OnHvzcREK+EXOXpIqEL0w445G+Rgrg5auWceij9CRdWdtLcUdx2PVvUd1mE+48CZUsUBISh1SjeHRHs8lIjW51OKYbLlk0QknZnWYY0TtzarvVO8guCFvdGMbZ0Y/Zq3JbWLQOkiXCkJTZ73ftSmeNViVHaSehcuuqvJjARlFnHpExB715m9Zwa6CwHXDyWIHEsqwBVvw3LwXjsst/WPiYwHjLR+RZtBi28Kmd1FqQ44pKhmqZMVKCs643JW1Kl3zyPw7K6TOQU4kz4A25JgbAPfhJ6HgLHsfnICnjacDLmQeVc9r6o2U9PYOWM2wW3FtPbyclHN6ZBoWvshX7yGk41giLHOnpdYeqPMKcA/lsT/SSBurOWr1hRWpQ3Pix1xIBghvkVlvcigkWKzYts1ICmJAM+zJ3tULTcBpOZpK444yDTi+tbMciKOSggHDxXK8ht+vViEWc1V0KhmlO0wKAGb2eNmJmEgVkyV1gTw7IOyPGVLkoXyjLWWSXtgxTPcRT6XT4ZVRW1HPKxMNVU4qnrP5GbU1CPPaNiQ3rHboVHZkWygmq/ZTPLDDl9Hdwp3Jc+FgM7/DfpsYhExHW1XcBbjHixbq2WuPGeuSGaqTohmSLkmsE1B2HiTYMkYskIwGMy68MpsOZuOQcVnQ5eKBsp+ws4opS2Z+DyxllyJvFHD3bKtREpnRFpx4mtGowNR0pDqdpzNFEJGqcLFqthc6gGZcALEcLlmKjUlM7V2DuNAHSdpVj8xGS0S2O2562U+zdFYVReCytmu3BWlQTnfoCOar8y+i+1pBAERambd8KOIfLAjlHajAdgRrWdJlrJ6RVIQSeJZ5VGyotmFlQuofV7KojdCgdJqWDp9KvHGu3311e8V9f493zY4B8HfpUTsXC5XBlgFevcBk3RCqeROl5/OrY1cw/UsENOadyUIZXL4behjZC8ecwBD4kF6PA4rkKbNO0TmcGBrf9T9ucgizUkh3jFlt01ap6IoLRYUO3HhXvW9121OpY6nOG2SEFNhTA1kvrmeoydKqpEiXTlGV1PYsBXs8AR4ggMDoWcFd0ZeOghNCz6MDRATmiY2lnJ1goJGNl4AhkAJ+mlTw6Ajm26LDB1HUKTtSA66vRlFpi8AeTVl2jVNjGIgPdHBUHYsaNj2n75vg+T8RPdb1gxaQYtXt1ffVO/xaYFNAM8HQPfCqUXA4Nf42AvEgB4zTjSXPp5vI7/r6eHeF5emdcU5fEE4kXkqmF67hb3wt5HXkwQLRLei7+DNc7Gxt7NLNvdW8H7/4jF2SfqaUPv6BbylEFokMcUSgdjapOd42t5AOrtOgoWf4OIWHVDHTQNBjVB+fOVcRTiEdzk3G6qY4yAzG6El29UbGAUVXaQdxh2x1zBuNyVSdHVzX0LqMASp16QN8iKL5mBbPCnMoB3tm1w7nM4ah5NWQmF1bkGi0z+l+9AeGLQGoFaGUdoGM4DmUBM7ZdGgeyJv272V/zSUiKzamcSsrBF1YE3O+viH366XKtzatSZi9Mi/dmp4GFAG4xUsDlkGW6PTWdYISU5fekD8WoevGPznbUBqJYb4PtrH2r6fQZhW2aHeM4clWJYpPbjbqtVkweEGVoTXwpNfg5pRKmim5t0bADsqwrQAskdVHh8IHmdBBbBRYN6DrDoTHNgKqpqr4tTHcQ28TKggmBaIh9FVg9Ad9Z3hqVNCwLc06JiJQyVQRpJJSSKkNtm4bWSW+1nKubpnx/VcohMM8AHW98tdckMO026Rwsjn2ZlI+/BCbxOyV/p3Io8xFw419e/i601RAxnoZTLR/bcoDgdMlil1OWr21UmPJkk4UMCiy+qTMHQSYBuaijS/4BCPsxHD5FohBMd5vqet4eNsFcA8sRGCUkr7PRJcu6VcKwMwkQRBhaN1YHDqBVJollTq2Na520gzoBnjqG1VpOx4qGqxLhzDDyB+/o8ksSFFdN2iZllCmNnTPgVoNDJLCTGLhs86cyXSxKWlat9hq2wojBa23oysQLM1PgLcJVXLZto2hh4ysVuTtGzjo2wjORTmej4pWMgeIO7xCWAtOdvwGmXs0fAs+/BKacvgZ4KnfKxL/cKvDv4dxJaeM8dbLNtca75qxHtrec8q5PAtd5h8MyIaYY7lTi1VSJFV0KAFrbzL7lJf8coNUwpBEIb1OkYiFMqwUacaeWKkeabvQGFVk9oC54VIBTaJA9FWlNPzXKJiJUaVYYMpgjrsKrsEpeazQ3hciWmdb6hUdMoYPggqoUhhyqtllnJdNGz0JGo++P7whjTtRJ76CkvVAO70i/FiTfNJBq3BpmoJAWrDxQa/q0cHi0dyCWf80bAN9Z9q5YSdD0SvKmjs13XHO6PgqBp3Iq/VO4O48BLy/9YWjDH46EExEJ41jsPINVEw3vwPBHyNJwPR2wZK/jdMehdcc7z+bgDlGvZriOs8asG+vPbEB1dSdSqzBU9xqWikV3MR3HsekHiXCNNe8sMWpbw72Gq3ADAExVIkbqNlvNL45q0gKFkRZyq9EeTV3ATe1dliO5LQmaMSpR85ddLQBLLgoQUtquBlEXpo1LZLsIFL/yonrXUzr6RakmoZilyTDBBYQ+Ih5HA+RUy9PQ6zizwrUooLE1LCDW9GcyoQ/3msYM/a25o32rg1NLGnRt/xCOXwPsv0IKfCqn0uJXo3CJeomvdX3VieJ6dS3PdTLb2Tp18NRxy5wGKowS9CHDERwZEChK1HcwinoP6oYdAE0CfmqMHeVCELbJiTyWlfKyWY/xrdl4bKdqTV8AqRmH4q6r1ky0mCnDmaI5B6EjVWBKaEVdYyoDY9Ka1VaX/AZ3JmGvJUXWpOqIYSGVDSHOHLZBrL64IwaDVG3oEUROs0KDyGuztMhVpq8ZI4E2WObg5DILo2NmRbsMaWz1b44DVQrcsMixcSMgtP1hjK02sA4CWWH/uz89IR066V9/B+vq9C3AU/kvCr6hq1zv+O+YTQFxoHiRrkUeQiCDwpW95z75AjFd/6Vc4bgn+x2ouhaL0sXJBWAllNBuKmi3kWxx74gFzG7w+RFnwbRR6o2PnKFoHGDObKAcYxJIsO0cHSFjwBijJCGGtubFoM6xO80hZsjFsfUGdgq82JOoTGLD2NWTlyPKlf6cD5bmtVVGiD2twdCikdfxwmnJ6M9RVbaGqgYTjmFAERhQnAthb2iypM/bzGQ6zTZaEFBlo7GDYChvfXBYuMmB7RQPB0V4M9klKSe4WQvwUKJTA2jrg201JryyMfpu/2p/Nf8NiVvg3P3yD5FO5VRWwRvIAQmBfEaWC+Ur/yY4HoUDsTOWa+FSB68L1bBTUh2u3WLkxC3juuSKdUxaa1nT9lJ+rGUDVEGqtuDgo1He7rigQhBOUdsEV9GRLZhqHyBW0ZJJ2NmGC+D+cUTgzRh4BGirojsN49srUUaEFkYFzVPEVGyhAWpL2upNGzlToyXJ+oheZnlqhxbpo/GGq0NqkKTa52I1RGnJspEUE9SiSVxvaKSA1DQSsEQ3glAjo5hjSkzptIIPiqFnOGdFP4KYF0N9m0pDI22f643CI3zNXRMuro8KNgzjwRZZQ19fxj2apICnLPBUVukdcEp/K23fPwnm64Cps1nHNbuz5sa3DOvUXVFYV1TSDCrdA3ra5ECcixhl9Wl8vgOu0dJ2/Ime2V3yzXaDgYH0d9TKrso0YapwWLadeNTKCliuaBUtsrHpEJvLplxJMk8nTDxYzDBCKhCA3Trxa5smtFkydcpRQNNrwkJUlcK9Xox6FQXcxhO3SRY5k2LptgjnaiwlToG/q3bcUpGTCjJQNFR9dUc6+FmI0TkUwAS1effhiEWcKqwEYxA/g0uTA1M6N6eyTFa2+EUFAwHDwzEKB14+G5D/AhfVEwX7v2+u9fdTDngqdwp/Ijn/G47XdW4bdtf1YJ8/Nw1ZiUadFTj+1r24og4QXo4XLgGcMuc6rriyjCZ9GQpuWyR11N1tw3Dk8jwqYmPOEYmY0Y1XezyzHaOXDcfLuYQ4LUPlOBpiZtwKl+2M3lbza0Nzj8E7QqHSw+hIM8vwVpQ2GJBkm2WrmllN2alBH4YX57hjLvhIc5qA0wHKs2aJKOxhOKwXt5S+S7IqwwBAcjgZKAwTYi3UVNSEhRnAAJsIAKwP2MVh4EYyGe1DERvAB4SIlH2o1NC7MrUPJSGV6hRZu60TwhgnB5KBdnHjuLM+feVXYKac8r9T+atyWbdYfzW+ngRuHj7Oh4/ie+DBHJHqigLjr+2a7one6JxUJNOEB90XOEDrQejAEMAthYu757h/SsOGzKbyvipwWKo2Eukbdn3m3w01lU2ytl1ndWRSNxVweR3lmIEpSJqgVSPErSA55kObUDmTyGhHS7epXFOsRsbrbJWICbUmpqgYUgByKNgrv7VVTXWkVm10NY6iilPvMs00+iBvBjK4VQGcVYP+AEXBAbsVuLzoKBRiZT0yiIdW9C2SW+ZZIudZjKTUbXKLw06BisEx09rtvZOh1qO5vbnyD4FP5VSOy7oH5mOy7eXtg1ma7mldHtYdtTx0tjXdtJvPDnL8unIbXXb4qiIVAVRYq6tcaWc7LeQwRNDGLRszgoKFnhlnWSImJYC/CQgr+yZkNY5Bg7cDqljmVqS8W5150IR64EcAyLaDzFCVq1WdRPkgzQKODtk82eu6HKJDJjPKXAiXJiEnB1I5RLd14Ip6P9uRWJ6lZMyRKY0xLCjjXU/T8zcbtQEtEZESTHowtKLDj082OwJVLM3A/TSJ8Ry8Myi31GWTlHa3Kl6Mb8iGOogJqPN6v39VZ6b6n+Batmc+p3IqU5L8zbdD4yb1mrySB+7YLHjpSiu6p5Z3uofnOjxOmTZwUwe8HlROOOai46vZDHBYm1aNxgKos0ZRuyvrmQGEbdDUanxBstlFh0mTFku6MVcUyIFGYU0TvyIDOrqpRsR5OvTMw2OZNPzwbji5hNUc0YUZBtCOtlYi8MyycavtVJd8GTRGdKUSQksZFa7nEe8wphZLoGMtVB6ZkWOBCGKwMNvYhxxIV5Fa6xQhDI6UqbhsiHTUWIBk3okwZag1StvW6TGXpfqwaIduF2I50BHHLFYH3JBRm9M7+z7JtsmL8JfId/oO9Kn8F6W3BfjJq3deHSWCbYiBvuKnca/Wbip8zu1dz8NDddCt4rx47urVS9vtuW5L3VxbP4/eRqB0F083wrClGvhSuv+miVRkhj8c3b3kHqWOxdXTEeSdIKeNg132jggzbDucUDR28O3ZFj0KmhFuZOcRwPSnsYkB17BQHQWJZYHEYQ9mjBiJxR7Bg+WpMnYwErfAMhKZshbI5aiBRLTgEjvDob3D5ro2/qwJYQNHUBMc04YykTV9GKiukwikj6aJUUpWW4TTgarDlAeslo3GYmZCC08nkGqcaCqv3MFwD+OLyqOdUzmV/5/l8PfhuUguz+FBYE7jUmlsrcvX4qi2dVt9th46SF56up699evfa0eUOC3AaD+qwRzcu2zJAKMr/o9Gso/b2Ne0xG2I/r427Ay3DMuZU6hsn5JW3YzJuOLbXUPPC0UqG6BT6zf/nPaiZ3CMmO170MRWpm5duX1tmV2X82g+vLBp5DpcvyEnYenaKozrFboFob5Fioet0Swvl2+aILtKRy+zw/3OmBcLHLjxjskwRFSSFnbg0e8MAk+H10ZhEu27RKvtG5LWZK/zO14IBz6qeVnx3pv5NgOX9LkB5kJ/egh4Kn9dtvtf/MRL5vZKvb56tUvBs272u9bBvNrlLnm3f7V7Fdw71l2Qr2DmCUyw/AiR7avdlUr43wzhwkHDeHMZUYjDl8LH0QJHJfRlBMPt0HVzida9X92OBLuajdmyu7lWyVWsdahBa1wUhJgObdQ4i90r9GIxp8uggW+YHJiYmi7zrKyaUVBZ/uXYnjFfjf3JpJXQWrSkzxRVljJnBrW2P6Yxvcvio8PlnOXpkVXL2cOBA/jQNvK2EWLsTB1SFQiuR7vqiXBU+A6m7j9N0rTLBLNKMIijqNHad/AVvxoZ4KqW7fcsylr66GSmgULrZDOA4kyeBWtvm5hgJ8Ei1Reu07JoKSFAfRXbI8IbA6uSAltJ5woirySAfOKRu14yP9z61enD31P5PyyNgr1jwIniPvoSV1K/IA1u1d5gXM1txtU1KFPG61dFBpUQIjPx6bI/N83rOvcnMF2/uszpMmf2mKE2/bjt1X5/o5arKlsHY4rgpeg7+3SzeS7Zb2w/AEvvjRkVrldwuJ2rKK/DnT4Mh6Gmh1XXta/9jB5w+n0dgREnyDJeeK9iDP9leXFUqjVq02a0zsQxD8dq+wLeVISV5Vz4tsMt0HSdJrZXLtM+sDubm6vECdem4x9elvBexnAoBCv/3wA2D9NEFweBWyU7Vibl07yIf+9cbW/pJvjXr6OVDAgMmAXsrDYGrARgJBxS1gwJDZGye2AfP/ycpZU65pIA5mQ5xcBT+T8qxsCjEGibcy6+7Ni8uLXwGnxzSbctZxjLnVdR/gIv/PFYoMgFA7bsjaq9UcF//b2OKEkKtdRxvc+pUhxIoJ4Tgw9fmqQIbEPSIrcjcYhshsJAe3Y2MDqYD1JL/e46uQP6sKyb6wYUwHW3E10TKKVSobYTCeX4h7Od6hgaaupI8dKS6lpn8SjphCCgP0Rnr7EuxMh2bQOwHDA0yiiS7igcYgJHB18m+HXgJloLzYHYBcZKYVqYmobQNrYE2TcbfEr0yMzYhD8Kv7wM2uUIJZp9s8q35PNSKgQUN8Eb68H7281aAvmKX3IJoi848pq+nJGSIX2ReXWCuwa+XtmTBfaHEE7lVP6r0qeAOMx2H5zKS+/jsIcD4qiXfHOa5ugb1OP1d1BHxLzYx4dX0qbu17wazL716tf33Rl5Zduk2Rj5fUuhNuQdO9IPkq9syZtXpA6McKdU5M7LCTrQILKfSGDH2hUudv1LmbusQK7PCjFHL2y+5u8L6bjxY1pnMxzffi38WqaN7xoowpk8P+xZLdC3v9+xLaYQr6vEZF+SMAZwiKWU9upy/4NcL8Rljfj7WbI4s8AKK8BYLPVaR2IhpBbfyzX8Otvw8n1TR3+Z4GDx4ih0dwax4QheL9yAc5f2aJC+QM/PH/TxX4BTOZX/s9IYODcMelVqNmvaQxjo66+9t6965Lexx69ssYG6C6bjQAv89os4yIuYhADX/eNXG07h4cRDpAmtEQh3kpNkGeXxdSfemrrlVbVXmasjfXsi3xr1W6//wn4wByGHofvXjN9+ZfRkoEeIwqk+YfQFz7Gmg+ZjPPPoXHjJs1Hv0EiRi2ONRCTu5lKWNV2WKGqZty1naXeR1bhGWa+Dmm+/4Dym9endAcMbsuClNXe761376xdRzzvfevTm16c74FP5Pyt1ljgRh6kcjsh1G2+zQ23+V1radbCFmvLQ0jtU+hwRXQ4acORVR4+frKx+RXK2qcI6PPuhg5Q5L011D7JdOYWeHIGB2Q+v9hkgN0DdplXOyDlljwMxQ/Ij2ismGyb5GGMTEDc1/U6J3YlsQDX2yXsQ5E4BZ56pkBmk8s6A4UoMsgkWQ0KP2UNhDKPTzNe1UGcxXZfDOACpg0A/Gjg7vv1a3scQNMmg11SjMJw8TQtvZrcmzkAkiK6vbyaAEqJSO8aygNm139GcT/0kdEafmQA4QNvlGVmHaxmuq6lrtmZUveF01b9VGTCNbKdyKv9XSp+V6D6rzV5mI9JOijN7EmesqwZ7aOJ07N9LD3xQ5lZ3jEc997ALaRs+glzbs4OBBObMZgmSHZzsCBqKbHIK/+xDMz02JzdxsSP63N1Aex8bNUQNEeWmfLUchCMtGioVcIYBt3bNATG4ZVArUjn6uDSQ8lIAy93pEQOBB1jDoYKX3XKiRfVpOyKdYiK/2RxFXbVtYO1CBFqOG0JrV/BV5Pyx5BR1RSQqrCFhCouJrOKBO4avystSTN9bFblCHS9jM3paphfIsKdFWsVcOqOOVMMxD0yvA1ejZAd7PDJaXR14gnYB4WsNyeBHu0CPUzmV/0slbjS+dIPnze7C/QLg5NPif0dNdxaxMZ1Acb1e2GXVb7mocysSzNYPHM2vkCL5IaRwyVdkTlDWCQS9mEZ2wK3NHrm1Ea+jz8dIbGZOk0tEp/TozAbVxnSqjIgDIhst1rOVwqAtjtAYFHrF2iKCrJPI8DLkcKaNBe5YjpqjJFEgVRm0YqB05OjIw1JWR07TXrmwDMASR61hkMYZlJvDRYvZDqwybQus5aRVoLrQiY8hsXTMJ2De73RYbFYA2ugOVsh0jQ8uEMch9ryjDipfuDpMEKIazmoYWh0GiBpWfcQ5ZTKst5PlmyusUseA5FsdtnBPvAtjsFHLALLR0oF0Kqfy/1epR3GaRvfqLtCz0hsiuPT6UzJtkkyM86bXjZ2jIql6ZYAwkXOlhxRCMCGabncnBJMDe36FFQ7HOeCl0U11O7GN00nwS4dPlfkEhCFBuJVgwAT3TIAeHSTs4hvHDHGp2YNOJRyZWABU02JGt2gaNmc1EtTCXNVpJwWyq0zq/7e9c9lt40rCcAtoDCKtbOXiSMDETNKyaBgGshuYVrYGAvk15gGCeRQ9wOgF8hrRALPWwsDII0QLw4JBQpChzSDA/P9fdbqbFO83kVJ9TXafS506F51TrL6Q0lFtMnEJ0jGTlJLUGBVDCuqWjZNNYhoE5PUgJhkNjkIaWeTopVqYgH6VPUYie6v+yK/K2nSPZQGZwgd1XADN1AcDTR7GFqIcFdVrMlJXjilNlvSnWnBU76wBCqKR6g9LUyuO9UKU1Z4BzQOOLe9nIX7DeDLgAM2xPwPUmh6qYkmCFAQlCJgTBJNi81CL2OaQphd3NlnN7tj0xHzEPMeM46RLwghrFftUVHEtR6CijCEAIQQoijczXFwHffabnUliSkclrFL6oFkNgrfCpkk307g8uUKtAq1ihLiXON5mmOnKWQ9IMn/Ikj0yVCk1OYxzdMxQSRtXpxXQWqUvx5S0tI10dHGplceWpGjOlG4jzzpTLRgENNLaaT4pRdR4BFmzsgyWQBQl3Y9NiRRMcugigxwpJdmvSEHAm4mQDSEbhigNGzXBA2fSDf1DBG1w6BpaFRoEq5NWGhnSLqVqCHYoQzGEVIwoizFYR8qy1yqIRjKOtwbCnHpmlUXZAtdM77nCmhYE42CzBRPJvDzCCciZ5bMLaBpb0OT8/ISFtWBSJmJmkRgyPfpgNzcr+VaImAMhNYqnOuysUBKa9yycrgKhEIRQnmG+scjydMqNtzaZQMihJMwJVivdBrVUa4SSCikJ6mg8rWp5FwzbkmfEMj2GUmw7lNFOqXmKJdUsgICt1KpN5olRA9P5hhALUJmkqLCMSFKNwF6pnq86DGWrtZBGfdbEdNpbFVIyM9FW7BhiIZlZ+oDoqKyfSDIozxEkVMbmM4Tq2XxlYVRx0IUSqVchxFWMziEHgMNgAkoUUKLWpVEllJeMwohAAkclccees+/QiRyNDQeVhfmuhkXqaqMUBBOCuaVTO01S7jT77VPe56hSbJZxlicogtSe2Sg9I+ek9KsO055qtHVUw22O44vEFqOqw16rij4KYGleFTQky4DMk9moCvV8KF63zLqH0cyyUNU2adauq7nC3SKNC4YltaIap9526UJpqRzDgy7UGmoFb0OjgjNIj4FaGXpyQv8JgXeQzkxpkuHNXqS4bjWIA8fAeX5uUhrJPqQG+YeAoQpRwgvVs0o9SNRfvf437uldrQ8lEsGuRzQIxqefgSrTbLJqVmKXFoIinMhIwNxLporTEG+bw5rnroeLnRMYR1sIeKEQ7IHJavnJpfHiCLIG1wsp85+4rvzSozVGBwYsgnSsXT4EgwikzBlUzFqnelk1c82epOYyWX4W5Ly9dplOJOcTYO8eG0EAqrBHPrQxHQe2EAnYUyWbixQlmOMmOYbcs0OUQnizZBorB5mI1EwDdVg2HOY2CyqIl0aKQE31AaIk6RWpETgHvtxo0xFM4MPEs3yHAUQCO8RmyP1DLPmDdiGU9UKF1cuD6VPPUEBHa63+cpTzhqSqUmlabR9oK2CNYSnVrPs3DKJu/fksVtEVCYJx4cTRXOMES8tGs9HnKjMlIDT/SjGDC7ekJw/cTvFFUFPrpASZqR7FCSViJyWa9na+qCAfiva1YEu2dC2dVHXCPM6+oB6o6Ctwq+GDSZZ8OKyEckmWnayXs2itKTzthcmzuxkVbm0AZX0EGEZpu/YoUFom8FLypjYJ8856icKs2RO9ttSQetVO379ZHeQPGXTH+lFrP0iD3qdwn3YEwcRganEqYYpqFnOq8ujA5iDFp5/mJqZp13y3acsyDEFVWbxr0pr+esFuLMfzdbgtbssUC5gNNu0wNfRQkMFqc7+EZaA9uqcs401VfKfWla20dqeauhca+2r9M1ioHgeKorSWY1qTSca1dheBEBNwSJUaHkNXkG0RtAYBNZWP88Gu85pYqqUCQmUnRa8tJTj3pfWT/aPfxacYE8nW0bZ6OT0dwxQbdO5AUgolyfmsSJk6ukbQ2xAHyfWc270qSb0xcVRtYxQEs4Ip7LPYVv6AWdgzVwGilLXCtz/ckYcZ6kIWr8FSfCPf5jEiSQWrYti8QR5t4wuwmM7I/O6JGsDT4Fz/JKd2DbC7TdJUVuJQuGqZ6rBaRK3NqKW+4FipLq2ZSN0xhZh/POCAZEhYlLl4q701TASlTJXXyaIYhVpzUPSS32HhHdd04wjCycFjA9QI6u/xP5GuWvn0Hx+DViLobkqeLhFw9FE++dKgbBRfqqVCZ6nQhOHu7i/hJxVj6owBregsCkiaqcyqDy7wv3e6sOgKVaJqVRDMDUzAatoSOQeYbNV8tlXFmdotWcJlYkslTXYDRTS/kYeXz2nRJVfNd4E8xPBCgHJJlkd/esYWg93JVFNz/pvs1Ahiy45xakbEKuhe+cDa5VUoN4lYGwzm170ez1B15Y1rT7Y825f11qGaW6PeF4mol6oiuYAaU8JRK19CTaStVIssFcX54ytm1vhcoLqDGISVlnucET5QiQOrqAZTHYE272iqrAqUoOJaMfczIVYNnXS5matpgAD/FFaTYYogUSUFwQNGq9XXksK2gi25Oi4Eq7VuE2qg5voKnyfsFK2R3KzpTQEdZX2Npm9DWYmP3rkeNhrQzyAI7pJzmYDSbXB87dZco4WwKBs3AvSO9ki3zmdpAj07f2qol3P/CoaeqyTdd1qCIFgRuIJtcWqt6tloPs7mlIFFs1hbWyHP70yXNWc0wPwNGKi61G+kYqDqV0ovFeNFBCPMXxCsJLZGZX4UdKuwNMO3dPRUpM5c7VLs1OQ1m807R/pNaB4Q2+Cj0snApkf+giBYTcwW2Io125csIJwcMqO3NAZwkpbhBbbZVZ37ztgl/mr1bThscgfLTxBVKJbl5AZBMD5yT2yN2kmc9t0u4D06hWvzRxvmQN0BrMPbI/6dEGPxnx1BEMwAl6iZOC1WW7Hp+r3THVtT5tiJnuEBNzwN5imwW79ugXD/gmCl0YKtdskfLJmXJ3PLcoxk8hK9QANPTOehyulRlJ/zS4T1Ier/gIyYWyOCIJgH1ZJUSA9Bdz/jMcGiHSk6gS7DjNeU1CzfDFp66fIA4fd5qGJenxdBECyFasnyH8PBbjCh99RtpA0ZJTBHIzQGVhv3soMzWdIaNYvHs14PBkGwrpSPsZm1yG7a/IeyHq+zuOU+RPOwSpE3IJvJczV8FW725q84CII7whdzuwzdZmHrfSGKzT5J9ZxNFdTp168nuT++sLELgmAu6DSYvuDgxbo2yziZPO7n32j+GnSc/AbBPcKuApoDeC8u4tMGoi/2CoIgGIp9F9gYYTN4Bjg2yRsTSzJGtTqXVGMQBOsOjQXel+m3QgexDo/2mgcY5i8IgkkwKzjCcoxnWO7M/CzsN6gm7tGdDUEQBJOi5crd8HV7j74fvFhioIJgrUiWL5ZuEAQPED/9ja/wg0nvh+NjA4MXHx5BsM6YG9jvNPhWWj+hB0rXUMS4BMGaYot3wLMud7Oy76LW6esM7zkI1pm09mexO/O2WXdhA0vGrjxsXxCsP7bgRz0POBF3asCWAPqnLvIKoF8FDGsYBGtK+vdws9it+27zgiC454QRC4LgIWIPdQwwgQ/AMN6LH4UIgmAWwgUsiaEIggeFlvyYv323ZPOw7N86GFFXPP0cBPeVcQ0N5JZrBpdb2yBWoxVBECyKYWt8mvU/B5thDmAYnyAIFsyIs815WqGJdC3A/EHlArQGQbDmLM8uhAUKgmCVoE0Ku2TEOATBgySWvrGgccjf739/3ap47ulBEKwE98EC9u/DuD1b3Ajkr563dq533PiRbz0nCIJVYWwLcB+M5RL55VuYP9i/axhB3/7pWUEQrATTPXw8usxyH2peRd4/b10fvd1tO89pAY88LwiC1WH0V0NKgRSoStRMXVi9it2d69ZJvvvs6eX535++evoeBrB1rVPgm6tG49RfzbwMNq7yRiON31ktnOWbTQ8p0Nz0DQJV8Obq8ZZkUHJ7r6rhsRKDIBjCaMN1S2JQkSr9buzhXdR5m3wfHt/LP09ard3zV7z8B3u4c20e4Oui5LjhAcDwngRA43NXeFOB/L/Fp/zYxYviImt6qDim1jd/lVBRfProyUQle8gfPfnuKjt48t2TJ196UhA8aMa3G6VkrUh36XpsfL3LZqEte8ubHy+f/g8GsP3KrwDu+E2QN50ibT9fFWX40WGnSK5edliU4TPImAE8g207UAG9LrILlUTwNQ1gp/gKZc46xcE/pNA2lezh8UG2/TeFfgwPMQjENAahKrO6hq4vi27ub7wBcvKv69Z1nsMDlP+XrgHu5lv5RdHZzMGVHbfw2qh7gC8+dz54MGsUHUunc/dV8frDHrfNva2z4+Ln//z7w96vRXEoA9h5c0Chg/xP6Cs6F1Q84Gesd3/kEDwOBzAIEouxCtOfCbPkhGUr8cV0ZlyO6PDB/O20di/dA4QJTI/BnGWnHXh1Z2f09K5ozvY+bOfwAM3Ty7J2zQPMynR37vb2tre393jF73XnI9M3OsUX2Zvi4zvYwHfbReeAshldRNQwgMffcP/NF4oEQUBmshrDjc8kqs3yTdYYSA9vQGIytVPyvZ5+oed32wMkP30u5OG9KIris23HL5KnBxAuPUDIlB7gAbw9O2su3mR7RXGqjOPiHYzhr9knuIF4fVIiPEAd+3Kmc98/H91YNAgCMbF56DI8NboTGRvbqFVCA/6X5+pzAvsnm2ceoD8MuO+5WfZ1p7ji8VDX87TxemDyALOrTtFse7j0AOHpfcLbSnQ+f33RKezO78eig1NgeIOb72gf3QDCAxzI73IAv9A+CIKKWUzOGGXHNIEQ65ac1CO8W/jUi7mAu+1XZv4Qfum5WXZamAfYLDqnf1wdNrFtX9U8wIbnk9IzzOncbUB087AJBRfwBuHwcSsKnAL/CpEzOIHJAA7xAJuPNJg/bisWBEGdcU3NCLleCza+4gHMWHwOCsblZfoSSGu3/Z6WkDaw9d5zs5tTv+MLr+9ib2s7397a3T1EeGtb5IfF5wMLbm9RhjdMchi9g438cgPBjU0aQJwIJ8wDBP9JBpDXAAfxjW7+Nr+Mf5MSBP2Y3lJ0lZybwRlXUSU3t6qn4gWv+8nr2718L1+QFjCd1GbZgV/jg1PHS3q8CHh8qTNhbsUjnun6diwZo5PjHPezBYtTeICfLri96xRnr+UBZhm08CbIUA/w4Mmj7540st/jFkgQDGQ+JmRmLWNfOhzKcu1hu/1b8vp+uGz/cLSvL4L84LmgkZ75400NGbrOzwiXRo/pHkE69hb5yMt9vh1nF+kx508dngKbB8iHBRWAi6hjEARTMXejMaHCs2T6sFuuAZudt3QA6QIe5Zfn2Vs+FvO8cgCz/I8rf0Jlz67pHTb3LKxtsxZG+mHj9KfTx6cNOI2bp6cNvhofbhD2myZbp6dZs2k3RLKrP2ysDpvlVcQgCKZhJe48eBPWzAo+O5EP2Gp9v3/0vIXQ0VvPEQMf0BuClbnJbvBSsKIen0Z1EAT9uVuro9pH2eGVtI3NfbqA/D3Uv7R2dnZe/uLpQRCsFXfsB66ebRuP9qsjngbLDO4/88QgCIKHweWr/ZOT65PnL5/F8yZBEMwEHVHbSlby3LcPcVkuCIJpyXu+E7euJ8VBEARTIt+PtjAIgiAIgiAIgiAIgmAKsuz/iG/h6UbFaucAAAAASUVORK5CYII="/>
  <p:tag name="PPTPRODUCTIVITY_GALLERY_NAME" val="S4nhsRiFPHhkBDGfpIpHTWRNQASxAINiMaHxhtW97kI="/>
  <p:tag name="PPTPRODUCTIVITY_GALLERY_TYPE" val="_who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+/37/f39+bv786cezpKcwAAADExWiEhIQAQQu/v797v5ikhKRAIEL29vYSUlJyUnM7Wxa29tWtjY3N7cxAZGUpKSjpKQggIAL17SpSUlM7e3q2trRkxADo6OlpjY3t7e97e5s7O1jEpMVJSShDmGcWt3hBjEBClSoSMpb3OxVKlpZRrQhmlpUKlGZSlGVKlexmle2ulGTpjGc4Qe2Mh5kIhEJwQe2MhtQAAStbelBAhY63e5tacWtbeGbXelLXeGVpSWoTm3hDmSs7OxVLmpRnmpULmGZTmGVLmexnme2vmGWsZaxkxKe/WxdZj5hBjQs5jjEKlSpSlStZjta1j5mulSq1jtWNjtZxja2Nj5oSMhGNKhKWl3joQ3hAQ3tbeWhljY9alGbXeWrWlGYy1pc5jY84xe4Qh5mMhEJwxe4QhtYzmpZTmSkLmSs46EJQ6EIzme2vmSs4QEJQQEDpSjNatjDoQlDpjzjqlzhAQlBBjzhClzmOlzmsZjIRjtbWlWpxjjIRj5vdaGfcZGfecGa2tvTox3t6t3hAx3s46QpQ6Qoy9e84QQpQQQjrmzhDmzmPmzvdazvdaWvcZWveczvcZzs5rKfecWqVrEBC1GffelPfeGfdalPeclPcZlM5rCIRrEBCUGd7e1joxlGNrjDpj72NzGTpzlDql7xAxlBBj7xCl7xBzlGOl787e1oSlzmNSGRBSlFoQQtYQ5tYQta0Q5q0QtffeWjrm7xDm72Pm762ttdatpXNrc4Sl7/cx91oxQtYx5tYxta0x5q0xtfel92Nzc1prQpylnK3mxbWUlDoQYxAZOgAIENaUlM5jSkJrY86Me62tlDprSpSUexkIKTo6a/f/vRAISsWcvff/OnN7Y/f37/fm787v7wghCO/3987vxd73zjExa9Z7ShkIACEhCPf3/wg6ANaUeykhQmNKSt739//390JKYyEIEO/e9wAIAN735t7v9+/v9+///0JKcyEpITE6WikZId7v7wAACAAQUiEZIQAAAMdKPKI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y45kx7EuDGYAVHYysu6XFIoslC5JHED1AA3wCHtQQE7JcQPsHvSg+QZb4x4R/zv0MCHgDPcL8J8WiAPobFA40ISRE22Sib/RwFFVV6oaCW70dzN3XxGRdS+yKC1zC3dzM3NzXx7uFrYuEbEzwwwzzDDDPzsskWaYYYYZ/ilhdoAzzDDDPyvQ/80ecIYZZvjnhNn/zTDDDDP8k8Hs9meYYYZ/VpgD3xlmmOGfFeZLnzPMMMM/L8z+b4YZZvinhdn9zTDDDDPMMMMMM8wwwwwzzDDDDDPMMMMMM8wwwwwzzDDDDDPMMMMMM8wwwwwzzDDDDDPMMMMMM8wwwwwzzDDDDDPMMMMMM8wwwwwzzDDDDDPMMMMMM8wwwwwzzDDDDDPMMMMMM8wwwwwzzDDDDDPMMMMMM8wwwwwzzDDDDDPMMMMMM8wwwwwzzDDDDDPMMMMMM8wwwwwzzDDDDDPM8DOFT7/8+s6df7/zcq//8eX8T/8zzDDDzx6+/PrbO99+fuflEprcOY6BGWaYYR3m+OBnAl9+e+fO13/48mXh8ztf//unMTHDDDNMYfZ/PxP48tuv78iRrV4Sv8R58BwDzjDDDD9jWP7Lnc9fMZD7r59/+3XIGWaYYYafIbz3+Z2jkC8NX9759suQM8wwwww/O/j08zvv4XT2FeHzO9/OlzpmmGGGnyv84c7Xr3En4/q3n88h4Awz/CxgI1Y5OfOL5M6OCcNI/yPD6m937ryH8nfvv//+x3i9/8Mft50P//39938Rcg3eu3Mn1AwzzPDOwMTZobLh/M7g8rbBCSU4JzxN/R/cFX75re6A/O7jH354/we+3v/hC0tG+MUP7/895Bp8+e3Xr3wFcYYZZngL8BpXpRYp1+A1LL7bcPbt13fo4n9n3ycf+PEVywb4+w8/XOAAd+7c+TbUDDPM8NPCtlDvTcE/pBP89M4dXcP7HVzfH38H+D084ObZ7t9/eP9fQ64DQsgLPjVmmGGGdx+eewtU58p2f8z/kRzh6X/9/FvdAoEDfP+3JBb/8f4PH5+TGuFf378wAjz62i50hhlmeLeBruuiS3/PhEW7IviPBl/f8ZPMPAX+L7rc+TucB98Xb4C/X+wAT76dHeAMM7wL8KKx2Svd19geKP7Mw8G/fXvnDyIYAdrtgdJFwPMv/viLX/wuNzjqGuAXOElmeR+nywoYAV/PFwFnmOFnDVsvYj3Pt/0DnAqvvqxvwSEC/OG/NOq3Zztf/PAxfOLHP/xRzLoG+LuP3/9YJUQVJn757ef7r/4k9QwzzPC2YPmWvdTP3gd++fUdH8MQAepBmN/yjvD7vDUsDwgHqAgQwvddOkwkfHrHP6Uwwwwz/CSw6efetufbCujy5+YRv80lQD4H6GuA57+H2zvjXY8ffv/3/6AL/A24v8gpMG8Wq0R4iDDRcOfO/wg1wwwzvCvQnRFP0F7WJb7KvZKfH3yur4EAeBNEj8H8AoHff+zsIP89JuyPCAF50a/uAlNNJRxhe176vc/ni4AzzPCPAa8cO/7cgj/Csv2YCz2avg33A+CLnd+gpON7krJdA4RjVAnHWDdBxm/D/RwnYYYZ/pkBod7qdLp1X2Ibw19OtH9WHmB1/fO6fMfQjr6PxR93dq6g1O3elM+MAL/8/Nv2s6izB5zhHwjeieWMQWwfx4WCH2/cW+LFH63vNwB/+PbrDFcRoNIfeS/kvyTyw6mwI8BygKirhGKLAD+98/V//Ud9TnKGf2746XbzxT1DYjTQB73aMN/AZT51flHvrzaqHxO+vJObwArtmkfbOeNN4DhAlX//4Qd9P66dAo8RYD+RnmGGfyh4l7YwxmLcDlsEzxn92sN/Jxf9EMIzwc73OT29s/B/tF+0p2fzc4CCL+oUuCLAugZYp8CMAOsu8OrO/JuAM8zwNuA5nmVdbGc0cDfbg1ORn4Xj10I21Z8Lrxp+vhNQX4SzRxu+APdbVMcIsF8DfN+nwGMEuPN5vk4ywwwzvB5c4E3W2axv470k0HtV5Hd2wbcZYPYivAieLX2H4M63eQpGHm34FayKAJ+0U+Bn3AXe+ZfmR2eYYYZXhnWvkfoFbAMqrK/rvAmI6deGtzG2NwIn+S0sAM9t/2+hCfCH/ArIlR9++DgO8P9ENtQU+f1fJhHgH+YHAWeY4c1CvEZzHvZGz/YlF0lf/m4HgsLn39e8cDwb3GcP+yeD4/6HHgzteki3s8Pvg/zuiy9+j0iPju4X8I9/hCf8Amq/+OIJi34NkPdSQs0wwwxvF8qZsHw7jsVWn/f9/qHvjWEsc2e4CzZU3gVY3vn8v4acXtRzROjnAn/P6r+x9jFOicV9n/5vUP/y89kBzjDDa8GFHgKCJgsx0b2w4evDKZygu99EwJivQ3G3S98R+LT/n8f0oh7gL3Bx9HO//5C1pWog/mjH+HcUXf3L+QexZpjhFQEu4rW9BG9mvIKRrY10S+T0xX4B9Zl9lvC1j+6twfGdf6/fcVmPAMHhWfD7/+26ax/+Ed6QBBV/+IL+sqmvvvx6jgBnmOEdhcUzfwV66p5c47fjXLwmyNy76wB//fEPd0Nugw/vD08Gdrg/iRQJv/ZvZM0wwwyvAS/mKV7SnywRy118Oe95xnid/4nJCaDdi442YeYrhahvGRDHXQv5WvBrXh6cYYZ/Irjw+18vD/YPBWJdAC/fJ1q8ZBzXTn11j9OucwUnOL5eBiZHRFr1lz+StwGIADf/AfMV4Nc+O55hhn8eeDNbGHFRi5FcbfQLwks3eDbQ463o/EDI+736t/x5ZD6gYYSdfKPDfjW4thEBfnr06Sv8zTkiyVAzzDDDCwH3P15yA4NXeHYI+Eaget2Ardz102corbMugHJ8a05w4g9/WvhiuJMB+PK9O99+e+fbO+/l4cAjVEw9B/7o78fNMMMMLwRyAczw6t5BldcAnJu+VnsAT28Z8/EXAlkq/mPlmSe/PgCdwI8DGLy55AwIC0a9nwy+yG9eCU7eu/N50rdfywV+ClKi58EcAc4ww8uBHAAyYximngNxmCneKrzw5UP6tvJ+NSzVa4SNQmEsxk8Jv/34/X8LqX+3/PrO1++9h+zOna956J/++wt+x/ePH88R4AwzvAjEAcQJhGMY4qNngJVeSPXHhMmA5PqErgXEVmmeaz8d8Ff/2jXALxHu/Yse+vv0vW/1O9Gr5af/W31R5NnwxzkCnGGGF4e+7+0LWH9x91de5PkNLtaYSFB5vq3nwprJGl9jr3eh+jrzx4Vl/e0vAF6vfhlm5/glf97vX+drgDPM8BIw8Q12fS/oCka/cpEPBF+gKOwFPevLwhaj7Ghg955ZbNNPvkX0I8HZD+83B3jn829f4f6v4T/4P3IzzDDDswFbXfudW56vuqkgb/XiYJ8xtlixtpLPi9gaZqzBJmcrXHyvd7sBdqWOB/F4XCFHacoJ80eFH374/4XauXPHdz4G+PTLP5j1hy//8OnO0Zdf5/bwl+99/YeJs/y9fyxwhhlmuBi27vfNrb/B2eYdpm7GnpQZueV0VEBxbC+P2N3SKNoGdoKLF7sbQqs2OCH6UEONjJ8Y/uK/OCJ8vvnHHp/e+VZ3gc++vfPt0Zd6QubbT3eWX7P893/pgz8fAskZZphhC2S7xAMEEmRNXNQAclUXCRvYZBk2toqcjRiijag81+oUzrbGg7Qx2JHlAdhPiJBTOaAzN0Q/Cvyi3714787X8G4TOPr3PAd45/M7/8e3fEDm6ztffwr/h/LzO/9DIsJv9U+aM8wwwwWwtr1TzRmwfBJYRgMY5aOe66xWO09W1k8rWbOx8FSAINsCZ62YhHgv+eW5DYhNQKcMGxIXk8qPCb97/4ffhDy6Qzf35Xhq254DRIkT5C//8PUdlHfeA8VHZZq7/O0P709/SGaGGWboULtcpX2RCEHzTq4S1irPBsrxMuIlfRRklCG5xYKQVhGMf4v0wjBYHKD1b+glqRpOYwMaOfB+PPjjD/1HAL/+Fl4N57lf/6E8W3eAiPyWiIGX38ITIvJb8Usi/Z/g4EZnBzjDDNuhNv8A8k4smxDJ5JrmRnUTnlAl7WUj7q462QQLqr9t8IJ/kHmh+RKNCqQ9vlbvFcFI/zhwP39+SVh+ifgOLu/bO3d8P/j0Uzg+ib6t64Nf/j8/z3nye1/f+RcRgP/2w8fnIX96WF47uLx3+8GNVK884+duniUDXLv9/e+23gk7fnB5796zfkfs5UDDuLCzCbyYVkFpv0AHU+lzJubtwJXLezdDboGXH9LLzdXz4RXt2a9tbG0waKw5oabDvAdsjXgG8A5wOgkBqIYqJOuvynv5IsBfh35B6OanHaBmRheE6tUfF558PN6/PfnyS17c+7zuh3wJXygBmHZ7n+IU2PEyvGX7lsj/2z+b/07A6ld7e0+f7u39rwPO5elne5+ZvwnPkgmu7O19EHICp7/cQwfPbvvikGFc1NkUXkyrINov0sEofe7EvB04frr3q5Ab8CpDerm5ej68mr3RB2SrixVa4EIuq86HA2KZ3IQnK6QdZm7hlkrdb/bWG6zJebHgudf+1htMYOhqcL9rTVg1i8NMqXoAlUn9LcN/vL/uu65/+d6drz//Vl+Fu5N/e0MkaAd4hFNgETtfft7+UfPJO3QTeHlzb+8Q6eknCidu7e1dGDk8Syb46gIF7IRLT/feyO+IATKMPz9vNIKLhrQdrP1CHYyGnzsxbwcwrRdGgK8ypJebq4D8z3Z4aXva4bJHkzLbrYfb6oM7akpsfuGAIljWjRT4QnFG/bKToouox1eqbwCmpoZ+Wm5otIjJINbVxvpbgz++//7mFVCeCzMEPPo2p8CoJwLEybCInT/0CPCK/0HznYDl4Z5c07VLl/ZwHv/BMyK1Z8meCUd7ew9CvgF45WG8KFx7kQ6+GJTe+oi2w/HepQsd4KsMaTykF4eL/M2r2gvA6Jplea7OiRTFqEVuaxcyesqXKz/9zLrOUJsygWS9LAKlSpUb8ILX/p4LY2dT8Ajr5eoWtR8LfvfDx1vuX7z39bd/QIET3joF/nffHe6/D/Pl5+2bc/+2/m8iPyF8tff0lghEgnCEv967dOGn9rNkz4S7e3sPQ74BeOVhvCj8+kUil7vDKN76iLbDlb1PLpzWVxnSeEgvCkOQtAEvaW9ze4dTAIeV6I1Avl5dwRDBJBQ0EdZSFwE3QbyxCbVd36Y+gWlfz1WPxqhHWsey1rixTFQ1R6IU+seB32x9hA8hIL3bp//e7wI7AvyyYsKdP3z7dUWAf3//hx9ruM+FLy7t7Wkwdz/Z+2x5iBrDtaPb/+uzu59cPjjaWcJ7Xd67udw5Rqgome9pHOaexvGD/7x9cHxr7zI+7KGqj/z9B24SgGuFWV1ivHawd/ngM0l6FxN7Q9vWNeA+2dTBMGDs9s10doSOpbdlOIQMqTUfoPdEI3f3/vPeMbUREuNIWwcXjaikGlFNzHh8gaHno+9vS+lX/3lbn47jNI30MB3juDeO4cNLOAX+DB1OrD/Yu300DmnnV56cu7f3jlEcuhjfCB7908sHOnqMxJO53tvRHszfGlhlQbvvIntX8eb7ranhXQA+8slOVplKxCUCgOTWH1kC1ukRxK+Siip3nlD2pDVizU1cD6iGLBIXYhq2X/obFF4S1FJjGcDMViLVQYQ3QlN6Y3Chqd9v+x2D/3HnWz7mfLRxF7jFhMNNkNUP79AX4XB6erh3i3sCcHz49PDp3tOH4F66BWd4uNj57D/39j65tPfJyTkcg2RwXbprosDxinbaoS85YcXzI/+/397be/rJpaeZwic3955eenoJy3/5ALpoKV9YXSwn9nD62drCqLoGLZPQubnzm8OnTw85DHeG4V/7TFbljibDIVjr7v9i66eTS2ZDT/fROWwe0r9dwxyARMi65WhqRNgAkQI4abCNiVk++J4j8fEZ1IsGjsFdusSIbXlz75J8UB/AhMYx1HSMrUfacPSfezfx4QIejz3WFzf3Do8xSRkSwCNFr4foFYNdfyPQH47+8KmOng6UXW/0xguOD6D11Ie9fMBpoQVtzYvtIZONX196gXCwz5upMVfZSNHrG745CJWK96LSNccW1ugcUvUipHRRzItAP4T68gCzGILzoUNSrFdaB3Em7E2d14KLzf3xh/f9CMt7/+Ok7nN/+u3nugb46b+v3wU+gkQEIsA6Bf7i/eFXVX9yeIi1CzjghcAlNj/84c2d3yoSfHqTDmbvEO5r7+7yEHuKMQc9IYOk/8QnO2gsfGSX8GHPxY6tCN7Tw0swUJvnpjSwObRbGZxwo/yWPbCLwd6KVySr7ZFodr2z80v6JLa80Ybhzo40UIoewGYbzqH9YYa0PNj7BKzDvdstopn2BNEl3gSC9lXOAWTVwXg0bUQ3dnZu6IgJCJvZAnLeT/qkRbuE1YHG455xxJoSqCECHAcw0vuHGArqnN6x9UgbjsBBG+hegr3RepskAI+UxMEeJ/KGDmr6RkATx3yTsg927kIA5kZvRzhIeD82YviKDzXPkw51u727nCJMJ5mnv9Ql5mcCLQmKaAyBanZXzKZCQjjRsE40l0te+QOx/mSK5MxGUL0zZWWrzsvBhU3KwzHvQxYLUETKrcVbgAstl/v6klGevNzJl+0HUeuKXzsFbk8G8hpgIsB/fZeeAkRMwJXLxcsF+tmlp/ygPtr75PCbneUxzrD4wY0YS/khZb/eowpvbCx3/rx36RCnyTcRF4EHlyG1pw/2uZsu5R+Sd77Ye/oNiqPbT2mAPhXeFhHgJ7fcBVvR3hlCrGr7YS7FSYpYh9HMZ3sPsB8zDF9hgpWnD87ZM8/s2nDUlKAhwTZdwK3DXzXnMemJI9JQ2gG4A1c+2TaiyT3ijOjo9ieHcIo5PsHRbd2ncM8QKCbDbGGsfQDXtxw2p2N5dPnp/16tRzrAGUSzo8NP2MnUeoZEWNxjEI32lP+acSDeCM9d3oi9T27W0S8xg2g+GbdAnaGpXBtj5oxSFm4//WS7vQ9qPDgpf9YZMPZb29G181S2SiP4NbahXhCG4yjQLEWa0MPP/GrCJjTLrejUICzqWfAsnWe2l3B7HwNvKk5tbLWt/RuHsx/8IAx/Dx8+8L2vkcH/fcnJPfo2Tg4nvv+bZrt9O3jnD9AVsfz9+38R8Y4AT5r08X0J83fV+/pDhBb+xsvdX4GLpYxVDxmf67qJsxsUqC0ZPjIO4rVDiPCRj/DiQAHJzs06r1bYwe302aGDJpwjIShAxAJnBUAw0ewdmOe2vWtGi80cHBDNwAqK3yIgY4sDFqdtOOlJza+h+aXePDD2hHjXQ4FNHAZO/zgHX6hybzyaYTLGW5wYOrv7TJNQxyeYDBzdcBp2bl6iyXEAI413o6aDEWe1HulADfv40iV4uGZ97xDvXCZJ8Bnn5gbe4oOTnYNDzPLvfIDtjTjUZUG9fTc9cwysp73xnICMY0z4Mh8CtnDGA99mD2875uPG3iVMFKarjWcL8IjHV+WBfHUjFRF0a9s8BnkWiBKLnInmWJNmKwrSVCBqamAbbPWuU7jYRiRbeplyXBtHB6jjVEUwbfSGAefAuoeLuI9PQcP53fm8rvjVU3+f3/n8/yVichfYzvF37/cvk7wjcHSLZ1KMe7Ky8Sl+aBHg+Nbh00NED5YtcZYsQKjw5J4uLGHX6dKQvM0xtqWadQCfV7RgxXvq8JPDk9bFb+x9AYfHbDt5rgBd7x1iXytK9cV+DENXk9QZrPDiorb9hzun0+EQrHWIs7K9gy+GJTrpiUPRs03Wzhz4aNA/JQ1qROMtzoyoH99T+TCRGrh7RjeK0X6198lvJwNgJ53O/F7CAXncPuyRNsCeoyr0p/ns1mtIAszRFUzQrcPDD9Er3onDw6drb4TuruKAAYcaK6LGaW/V2RnaLHYw4OFQN9/YsocxOPbDnFZUfDH0bby2geuN0/1bnM3SUQij1xwCCVd6mcpFAEl0BFVdg1h4pe8Avxj0/g1jfcJ0pVOCkP1AB9mbhg8//uG/sVytdOqL+O/rP6S7T+98+7kIsPnZTM4dcxABfu2vwv3HD+/OPeAO+zhvPMBC9aUtRC4feZBHvL6NXYw9bxnDK2zSS9ind3cOLvkWskX4yL9WF31GwE5gcHLw1MpohdO+337iOInX3Ljnsb3vsq00BO5ap1zHvj3Nq1h8xI2BFoyiy98+ZQhCB7h3xCtu7gHhU8Izax3fo/dwc8OkJxztA93YszY2K3Jf5Vse1kQQhhFZ1fDZpe85opqMnYNP2vUu+LPW84eeBkaAv6XhNoApjRa8tvcUbcbWI23AsGWP4e/1bl1hYSZJoIuA9/buHuzdPd7bw4f3PcfcGrEauncEibywp8PChOtjqfXWO2P8evC0LBziUGva1+zpGiDP9feWJ01lG5SzKgjdWRJX1dr0faGQIllrEZDmRdAkG/rFgKl0gjXyAmHeFGJsC4xDFAxVkc42lTpnlHXFIkbpG4X/eP9jfeBxMj799NMjdNTn5bmfEV+8/77857sB2BxP/XAV7xzy3OYSN04FVjtHt7ELeIFbESBlDFF4VxfpygptFLpYBKdwbWdf9xkngGiJwUnFOXA+iBiqi2OEDd55e1dgu7dl1+1m5vIzx4kII1qAlutYiXsYhMCQ3oke/2hIaq72LQqZ9qTrjwBrp/Xd71FMjkYj4s0AdInum4dxgzYZp3AejogA6BkHURfHdKdbYx0HsEZjpDClJmjNTxqNm3SmwFDH/iTzaetwgOg8k2S4uXdwH3P/2d5NzOLxzupeBlpvRAJJHD1vnSCIowwW2F311uaIbdhjLMDg2eHhdnvf543au3J0+5IGtwHYO8YBXGNuxzP1FDwdxktsnwVHmmZuVxCm8q1Q6k1xTbfMr7E7XCh4AVhvi3pY5c66xqg70gOwUYkuUHkj8MX7P/w9JOAlb38/QQBY4cG7AA/bGj/gUxhY9tzX+Lx3GHfvEk6Ejq8o6HGggzXfXYIuvQFuSoSlrphJH/a3brWfzQGf0UMpL+8xFKwuoP8RuYTlPbf9NdveQ1yErv0VPciu8XTy4LSC1Lvqssc9uq526RMPp4Vn7WZtmte6qFGqJw5FjhMDhc3qYDwa6p0ijHlw9/iG7qrecNQnwKSxQTu+tAmgZ7i0g5N2xIiEj6DkePizmx/2w354TLpPL2Dhccv3hC7btKfVh449n6z9UjORYzAgtLuFqOzu3gFcIVxVHyivCNaweMCHN6+2y6fTGaOWPKPi+INPxrdSB8Tamj1fE8V03LwyRq6BOgyA3VicWlWJkXXASXCq5SIAIq036nYdecqtYDby9FmESbRKuxQXwLOlLwHqug+jdb8BbVhrCmmbfE34xuAXr/FrVr97x34LFZv3gT6+Ed5g5yX6OdpzTJKbd9ga35Rs9cs9XUF64Cv2+pBH2EKR/cfNp4fX8bmATV3RA/gMVSoqQRVGW6Bwj5fvmj1ewDrFxkM06K7/E9Hj0cMDujmcYvcgtUWAiXt4r/GBR5/hEP7MPifNDWc3n7ae2tFyZGjXO+hHM45IXVrVkAOr4/tzmdvZuXJLPWP/I0ZKzMurfzzUYQCICT1l/3kFDrBN79HDB9V6OViqY8Cx01Bmkjm8OAbpu8A9QCWPE8NiMtC7Gmh7I/S+HH3Poaa3YcYwR7S7c3T5E2g3C7d5SBfbE/vw6ScPPNIBZFa7XNUGk6orncXfMsiXQZpv00tmkKkmifnONjrZBCu4QdGKNM00q8Nig/PmYBwt6QxBtWlpWDs6Dl+MqdYbhd98/MMPa+/ni8IXP7xDPwRDqPt9R4eKGb5gRLXUdRxO4PKQl7N4BxL7ITIs9wM94wDJFzxx3Tm/+YliIN/2g/zBbyWvt0AN3dVny537sHZDsRujEenH3m9BXyKNE7ElQ6TqGnuKEcQRzj+X1OQw0Bm6RLhB07mzikgVw1nCn3yfMAZdf9Ca42yyrQqESA+O2FOCJwlgGgeQDlzJ6DwiHnImA9J00SZGx/dEx1fhTvW8x2tmaH/77s5vbn6iAOx3PNTVXQSHntLf8iEe0Ff7dLTWcEMYYyy1YyDr4EgPP2JAHN1dHvveJTjWDClwgPcHU86CH0oa6KLeiDFiwyHhlOCGTE9njM9K7h3zKUV2Nn0rOc6rJ5v2MkUIKou1Bhs8MbZpCvgzzgV2DdjtycRjIQ5I0wE+ObMN8ssI1Y6Qn4xhVc/bJK0BYu0N3hSeI75ArqAz/akwim5kfxGq7OD2moEt0jcBCON+3y7FvAz82w/v3G9BY/MZnvL6GTcezgexpPUpfsazIMAnvIiHD3jIdv7Gy3UAX9f7BFsBcMgPe8dM3ImECsLE18UqhGnWpu3qoukzrjL9vR6riOmnbHtTV8LQjYYBOIDroBKsyPSvFPf4piuhOrcWOhaXzQMKhwBUbEOxNp2SzhhZaaMDjfM9gSejh1geEbvx4TFGClTPugR26Jl7oLGOhjfo2+6EDzQSniL+nlgS0O8YaO9M8/Wfew94HS5Dqm3/60uXGMnhrfbFuhqoItW1o2d1tdkb2GmjWK6NTE0ntcGep4hN9WSloO3I7qJ6NqFHDvLVeAdiuVzpW21KVvGGR8HSHBc7cGgTMBdQhCxJHYna6kks2ovll4Hntdgul/tTKoVOGTiUTZ1GFFjNpIs3C2f/+v4PP/zr7wTX/s2lgRW8UnSGs/94//0ffvfc2yQ/Mtzau8QvIfgxL96EROjWPsWvPL2EfXVwj/tbX3lARHDFW0EKx3QWew+wtRQ66brYFX6HSh4hgGBNYRr8mJqqZeuCfUifNdHokOSlS9iED3SHFMNqX7HgEBE2YbuOEaDinp1jdf3gs9zL1KYGhfNKuZh0KLgCFix+hLXOW8mSRJt3XtCBL6NdsR/mdcobnIuMCKrNAWbS4Ib5NRFEdr0bXhZje7Fu6HbIzRuHfMZyhUISqoFmTRdD7+KooedD/QRTjukQPVgS/NZfJgTow/iKSF5uQ3zZhiQ4djc4Ir8POwjZORTZ4hsht+gAntdzv0D7tRnjY4YPe2eYcA0n8pu8N3SBPUSe+BTLQ/HZuiY6NHrLZiY56nbQbxqUtOxa1W7LdBQGSB2eDjpUJCfMsmOi2dARDTA44wshTS+CTXHrrVMax1ZDZEpqDR2uD1oH1Bttbf26gBjwfXgzwPsfuxSQhxd44YsSYdHv37VHAAFHN/eefvIgH9FH8C465/Sn+M7dw0uHt+hf4B4h+4Q7CA0+OcxzJssHe09/zdgC+wIf+bJyhCjk8CuJBXAW/CYIKWinp97FxB7aXkrbG+5aF+F2PsOOrpZwUPymGuOLoxZc+iLTbxCM3MJwLiVAR9dqNDQvQE9PD/8sqoaSmMVzkJuYfPaljuYurHzGvq43wwKc/B3e5AfbcHwFn8GJjZN7l71orBhAmybQe43GMdR0XDt8eukg/KtoXTQBw77Gp9gfyFq3rpnQkMxnuKsIDLF7jQ0D3WtvhMO4ftf2Eq8Ko+fDA02P4Oj2J//7zgcQpbOduwejHPaqtnZFFcDIsz72uUF7PgJqW7fqVibY2OH9BDbNuf9ZdYVFuFuhsQcFuxD7RqHtdIUO23ivA+i6m3TvIpCe3/0WDR/J24J/+7/S7eUF15ZkVkhmDVn9/R8ZpvwDwWc3b7jUJaOfHD67ab/3jgznHwnwqdP86csC3o5qa2eindk2p4gwGjMATbOmZ7Hl+6RQuRRdNyWSRbEadH1EctEipDUzC9KUt9e75deBZ9hgB01s0i96ss1j6LojdBNqF62tqj8FvGunv68L+JB3aLhxl+8nAQyHJ/LvynD+kQDhZrv4+JJwZe/S0wTk2IrcofRfPofMzuybtueErRt3wqwWKpE1YTFavgFi6zvCqhawBveaO8BO239AcBO2aJWJVC4CqGRqKsl/mZDC4AI7VUKRUyAvzZXN8BagXb33payfGobhzG/4m4X6qvHLgt+ScXVwP8ah5E3q79X0XXON+cAfyHYdbkuoY3exfe8nehwGEqWu6dvGbEzeie/6dvGzoGuhBcF5a77VCpWYpTrRaiSNTGGrrQIIe9Nnq87wqoCzG960qC+X/tTwGcaC9MkcAL5pOLrti60vC8vDp5cOc+MEcIY9XM/yKc/O3NiebceiGIRrZK+6Nq2v60yBvw0zxH9jhwSdAoNWdrbKj6Cu3wt5JsSn2WD3gFsAMovrZRCFrHG6B+xKhvU6gCwZNmzRmOH14cObT7HE+SThOwHXb/LX9N6Z4fzjwKtGgDsPD/1bkwL5kbp5C1jbnFs360B3clSo2mYjOpWppkHhXV1FLGiKPD1HhYjXgnx7P0PTey5U9xkEiipZTKDzUq67uibuAoFqzMIepUWX8VE2wwwz/OjALcjzToJzQtuYFvc6oVW6wxJLjoA+xQpTv9AqE+4E3LxDM5CygsNR5+WA7Z0a8FSYIx5Ga/l0+AWT1iI4CVPOZsPiyGarDPkMM8zwEwB3c75ENu7EvkeH7R5A3awuqLr/1pLITMwG9ifM1gQNwG86KeOEZIykreK12Fm1u5erLd8Bif4GdIODmCQbcNRmgCC6JnXmKkKLDyiiMQhbmR3AnhifYYYtMC+MHwMwy36ghDBeAgwvm34CvVpX5QBL/iyqvrM28R0FpUThdlhrlIoKNlOhFInOgc9OOGgLnw/xcFZFTpx0Wy5QvVRHhqpM9AldsAkDT+TE5IalGWbosDzVpZ4Z3iKcnPFu6uSBEp4FV5U7dOt70NntJJisFVxgnU2vQ7ez1SIsDd8qBrSKCGQp10bEzuoa5lSyFWKnFNeMCeyjrDWVutYkXVhUV1hjbYBN1+sirRn+iYFLZLzOPcNbgVW/iZpdqJ+3lxNb2+YCV1sOFSL/3Nzaa+oAsbpXcUZovhOgc06T9p9NS6QRoHPsDoj/zqDP187pKLgA1ofnXtcbesSWjjKxI7MCS0GnCsKZCDbtqTrRmWEGA0KJf7Rn1N8xoNsYvRCh+aG2L7dsz+YFqF1njba0rg1hc26WhRw4Vesw+aUYyrpGlVkbVPQ1QFAbdjYA8qiQSi2cDmZI2mWiJ6rgDHWTG4yJzrS9oDibkhn+ueH5q3mG1wC7mLUp9pxLtG1jinZGTW3t2IlaK2yJbOqFDeikGxKsO0AXGSYGUgqgqJCQpwqIBp8Hg5mhU5RGQ41dzLHn4osqGMRrlYILNEwhX2fNMMMMbxvkYhhExX8pB10bctiL27Yl3MLoGZqOmHBJchzNeUyLdSi1nm9RJAtn2bI7gr++t8KhwP3xbnZ3UttArf1aM0QZjQtJRNnqBnNNKid40qZQjJSDfBzeNmqGGWb4MYAnrPAZk633pP6kd3J1LqUoVuwdJkCnwaYWJJ9qubrZ1CZNBlxrD9QAmT1BWok7BXMY/WXwFwL0qFovZ0MJgl2l2ohSYL2xBuBk9a67BinVhkbdZgD1sFisS2eYYYa3AP1O7bDtsP21m9d3YTZtctTWFcgU1wLezHW1K25rJaCAspap1AM10VB9xVvE2x0cuSdnO6szhoHUfRbAvA2OYF5RDQY1a1R1iy5gXT6F8LYWLEmucWeYYYa3APQkLcTru6028IabaSryc6n3diHb/ueTMNG0O2NpLTMnIIXWlrCmQ2uOsi4CXfvjqE8vvAioPqqfoQOTjeG+GkxoVFQflBsMvnpaPqPNOkT0DI0ZZpjh9YFbjDvWW602HH0D6K37j0z6hlG4rsjfwg8gWutysfGqcg0oCdsK6yrmbDjlNVjweibc3+SBxm3Aw3i2Tjl5Fl3RvA4jDej+uaz35szby6wGqpZwhhlmeNuAnTb5N47aedq4F/gZSJ7jNfQrLhOIemtKjyLexI7EgU1pNaGDec4ATjh2PQ34TNh0QGCsG1Ydmt3ji1hve/GAMtZN+YSzqRPOpuCfC/7y8fsff7z++vnjBuO5rzeF/+ivl0P+K4RppRRbkxHJ+EzlQfvi1MmGvbLNOrNGpbKJkfVEXH8JBz3jJoMs5/oXjbCcp5pimgZSbUu94Vq7bm4jFUF8h15KxDiqGWb4x4bnBlSvC2+9g+fD8x+1f4MP47/UDxfOMMMMbxoW6/uZ1bOTizc59uwLno1NdvdQuXjXP9sfvO4Xwbd517MlD3jo9+Si75svofcERvpp9ZY5eoER+n9DZWS19XifPQkzzDDDm4LV4lTPy01g6Sf4vMHXdzQkL/D9CgCsLIfv4obaZrIBPI+9izVQ6z3RXEjAhtd+dYDV5cnodEBuH+HJ4my5POPv5Bi2acGfPh9wWEs+oX3RRL6IjRlmmOF1YXnKIGTFR+ZQs9fj/qNDwC7sbrBAfqL0ngXew8tVv2uwc3K20pc0zNkMMfkz1PwKL0DdNJ+EsUy83xZAVLVanCwXG3dengsnMLzYWZz2huzpgt5OTlcnq2e7/2ePswMOaPpTNx22R9+Di55hhhleHxbwOEs+KneikOQUjmZxKl+zdbPBTbB4kfiv7exOJLRbnly8kRk9ndjfcggVao1x5HbgM9FPMC5/7+3ZsO4hORxOQwdyLh4kwdq9zbO1L4DlcvLzDiNc5Bmfd2wzzDDDC8PqdNtP6+iRPey19d3ZNt9Fu3aAvlFb5Ka46XQBV7s1vBH4ix3WRDM/wXe2eJ7DxYlz73Dz6ZvngAY49ZvmXAS+BohBbajYD17ccgrw8Sdw+VLf8KAvamSGGWZ4NVjxV0+5l8fddzKcCw5nncPTxM/dmrxXEOh+ZQnHd7KQf1N9mxccLKtrRoCLkzaciwC6kzFdOMDtlqTew00AOx+OfR34eDWmbO1OSa+9QIC8s1ioA4fDa+MfYd0xPncyZphhhhcCbLqNrfpk2HEUMn5jOTwmjfPkZ0PfzNriVV2unnsLd9KS0aCK58FycF2CZzTZ4j88QAiGyaDJTSvls2kEEwKFU56qNlfOFputtsHZSZ3U8+qmiA0nOLkM4T6o4Y+sGWaY4XWAzihPc4DCViMtF5B9uGjixXL0k8tJbQOav7Odye+0DOTWXdzlpPi3xIO5AdaYayoXhFPocKvEV9uYdX/DQ9zScxsz3OOqroSejI4zsKWbgYVAuEW1HFIXTXxesTeMjd/ZmWGGGV4BeK81GxeRlkMo7DTsP+835LWvuSd5viYBsmf9Ind7BKTdVKB/IelGtXcTs029IF0OOzuLG0DsudX/CdjUzXkT14A6e9vWaNJTtRWTfwAPIxyfrkCKucAILrxBAWCTEmO4mhzy+EJTj7+KNVi0m0DUdktRhpMxwtZ8paPB7z1jZDP8TIDv4fz66V7Znmf1YyncXgz5aivW83gDQ3eHHRnBXRhHWJwqOJQRiaidbdujpBpArjR2G+rgFAHmCmPS3Vy6IWksEW1xODAG1rTb3EWoDpbUvRDQ2t0WrDzmia+CS6RFvta0G4BNMaUL5VLuZVVH0LhG7yyqnB/zNgjfMN9mxG5wHO0MPyvAGwuc38CfGvj8C96KU7wbjOiw19oTeAQERNyC003oS3LmUKoXGterhWK+l6u2eNkQSnZG6N0IMBCI6PEECTAxglwnQyNjB7s42GGvq3pomz+5tcggsMJAtFzuXYIObpTnTZyvTqWEU1QWS9+utmgK8roSrzAM/uIg9aSJbNkPcdL4yWq4PURws04MM1PXDsTy8Q5ToJ95mOFnBHi/Jl6PK57LEu8ykB+O8+tHe3Free69icGt7Zb3g08kgyLzFEGSwNELWdp83JlUqtKeEU5SMQqJ4pHSm+/e2Zzhn76AwpZ2TbIu3ayVJW8ZK048Va+hmVGBBI3xFJZ94iydJiarbADdywFSU72IBzcDEv0j51BcLG2EhfxPayDgAE4WzTFhHO18XwXlHiShxsMHwlfDd0gK0EStmK27tbjUDp5awtSRzvBuQy0CEk+wprAMpu90oJhz+fZK0fQoDLl4qqknOrDRkNejLtzXOwv9my99Su1C/rof/QXb4y2UFiAlBYjeSlkEQzPGldiuJ+Mjh/IDkJGjQYFB24jfJCKs6uzZnISPzta2Pxou8+fDUE6f6B94woYVek5B5vU9lTpugAicRms+/ChieR1VGngioBderXGwORBJDYwHcWQ61pqzAdSgweTIyEeEyqZlvmAOAX82kDcKSzJrGwyuA61XrC6/fCUFmRfDz7yE2/CKfUH9H60EyPXx1//A4a1gDNQ5QhlFM9xuJ7zrgXcprVDQP8GKKJjTu+WmLOknwfMFRb6zpMij91ieQMyrWhqFYje7FbBggkEh+oKOLh1qFHAZtKwxKBrl+Ciw0EPTdUEN4CSX7QAQ0jQUFO6qEwIM6L42GvkKIw9GfRI4ZAhhHEo6A4YdaKRxVm5AYWMk0PQQANGieLiBcgofWxrbIDIUGCJO6F2dAAYS2xPpNtUZ3k3g+4f3C8sFyDe6PlYHAMvcxc++PNFzXnqOQ/V3peSYFBDRleCMDLHFic4vgd7KqzN+n5bfTwAkHCGtHQ8z3MswwPcTb6O0VDpxS4pHZn3HgfHZ+DQzOyLAWmfSMLSySFhNa0V7XDE+K0fHiufIQSm/QD0EmCj5UcoaG9G27PFqC45SVcqYCeT/oM4pEJeZZoZxMaNI8NWbEcAZIBsvjaDNEYEti9RvYWN20YG6vhjKno+lmyAMNO0RPA7AqDfDuwp5Z9vDm4wDuIy0VqYJPGSiRP6My+Uiz/y+oP6PViJ7guBsgQDlVD9GAr8k/4UhM4g6OeP+B4sctHKsBBqZ3zQQfDt11Qs7lobLkVDRl/hE63lBfbEYfVFGriRQSmjHe9A+GYeTRNwELRhFXQ2oAIa+pizjtByfRkcFYSzFGUFCE9RlIEsuDwjaCRVhCY1qIB4ztCjESM54VRKnnAuffOs42Eq1VqA950jTAKgs7stAyxw0WxPkeQNqMAKVpBjt1qpxALCAD5LWCQ8Nwg1bM7yDkHfJn88iUODd47uLF9YVP2wVLkXk0OnnW+6cIABIVQf6rpSc3+WKDgc+7JQPpJ3xwRMCthhU+FZU/MNbovyC2OpUl/JkBHqUyrn4AJG7uTwLFBlVymWxR+boiib5/bGEZvQ51GI/Z3r32x0MqPMUkrZpnYNarRRLgsBYpM6KWvPCiX7Hhs3Y0GOgIcZ1CHGpzhETKeJhg+bdXvUI1NdxEfSucKruccDVwA/yajWVeDrLHpnrxcI5JFUVCUAbkrD33G8wD2AbmjwA3ZuhUwYMp+nO8K5De6fqB+e4icB84ssw+mjnEs7mE08/l6TTGXLBUcHaz6bOb5NhnfIY6jjejVIJ2xmDwxgXiPf4yyyUASCiXNe/9DN19BN8X3jpj29b+ToUFPEbwzJsSBc8dvgOfk3CfLHRgVwVHA8t6u1FFY5CvgnnmVZ2p3RCoZAwypMVQlY6Q60MOjUkyzUIcGDQx8CMqmwKNsWu8Ie4WLodIl8fTQFdIPhw8hwuUN0weM2ilV/jkbBCNTMJRYBrN7jkDRmGkkiB8o8EObkOat6MUbH/QGML+QBR4RILcBZneMeB65FvExenVog3JGj7Pia+p5X3VPXVGRftz6fO1Gm5w3eiZI7R6l6uNv/Oit9JcA0ZztpXCNWszkMKLQUngb73QLkiL/NKgXzFa7zyD1C01sRl3KM5OV1BHk6AVx8BNIzloeDtbIXzaNTdm4Y1Kc9W8HJnq1M5SbhS8CDh5U1GjtUl3JHeJAnxIhlAQxZRJHkCh0wXmzrbtv/1BHBZl8+VhwLVPRX0dAuE+ioCwxc8yr0ZmoZBzrWc5JqsQEcQmH3gOwrje+dLf1xP3I9an6ppjWnNPjOd8veHfkb1dzcBeHYu4LkuArW8FXBWJ0teICxVvzlUK9+J9Ld9cSrZXRHiLfDO8uKXfUU+4UCUVZRN0ZQ9ltQbIGiTDKHf6Qrn6U9O6HNPi8kcZc344lQntXKJ1Q981ornFzoXry57z0jEAj9B0xIOgZ8S8tFsO4IaakkH7H7IKgoajRDJCwgAjncr2JdZGG/GYsIwNMcJmYwD7S9neEcB7xDeX31c4lPYxZDi+7BOkcLbkrCSJ17y3a4jYMDhTBTeiUTUK+MDfbrSiZrFdFgMtFQLD75F+5gJjXSJrCpUHEDsJwwqRSrjJIgq54NPCgRq/PVSVXULuiXAOdUrakMQx0L3pGMCDlG8McUWBcPgbcaN+NIVQiaOnLGiPwgQOKoUqB18Mi2y6r4GBTolzJOiSy7mFvdRoEIqJvWSz6IVAP10oAdwLXishp2i85v4ty3nznSrEyc5wzsBfg+Z6+ktfBDzs7g+vYErfLyzyl21w+tQK15r9+bIBmmIdQhcqw5a75gcO42HpM1fiLM4NfjpEsdhAMEJN5W3AxlYfEMQRdXRPeGP1UGk94jHpEau4QBzlY+gQFCtkFvOQybHEiOa8gEcUExAKKqnU1mFT9YjOKTotqBJQnPpXvktYRqWAttLUaODOocfcxxEprwW3dBlKgZ7dbhCDZIZ21vMD+ZSRckVDUU7HEaHBPsvCHHww+N/3gE590Ep37fmwQzRLHBVOXqaOrfmQMtpyj/OQeC7DHoPhVxCPJdBjnXFGi858SMdn8PhtHSKxTcgNpabGnUZSsmIdd5ormT+q5c+63+C9k9w1oYmOMgwiAoqfsKks7wOohHamF0SnHnqSFdwaDh4MOA9nuBo8OGkY5ISFXC4HdDcIvdBKyR49mqGkXaUn9C1cp4sQSLJPyaR58S5K09fdRMhBlBAjBxzq6nk5UO3xrmu3g4IT04X7X2RBdMYBwcnQ0a9pQ3i/zpwOAU0jhcomAJyFPyaiD2RLmbrBZk0DLyXy4oYxWU4y2EGxhjQ0EQjrDu3UmrKeBNrCDO8S4B3yPgEiYsjySi3J/oJPqr14Y7PbF+g4mu1ZIBILThOILbjGhKgWQarBCoOgLGFg4Yfsz12NpTRAk2f6CG4khMB3G0LtPuxy3Qv0GANJHIspBnusIo3xDxFVfBZ4OL9IIPPEMJ38T0yyBaPlG+aqmiLnJbcRB8p4WhmPAA1JJzQKfJC3xMUvCWxOF3wnVcTzifGBb/HJxWhKC6/+WaxAk7IoA8djlRDx1sAjmxDip4xCXxziNTFMDC2Y6quAVpxOCwhR64gVInHIRW6PwZz5cQS1U5AVfO6hFH0BpS4qZGYVDr05i0YpMocA75bMLxpIHmugDXlS0Z4Ab2BuKS40vAZu0Sgwdt4/LRljMEzFy9CA6SICfhirpriBgllzFuSjMWCUQs/6Psn+dtvT0BVHD5horZlAOoAHBrmARtqoSuECmV+lLrGEPCQysFlwIIzHBbkOjwNGSZM0qJaYF44NWpkE3mYBhS9CWbCbAKn60Q+xoePifUskoaFVQJtRp3weeqEK4Cd6kFKABcKo0Gw1RTDcAeeZ6iBBQldE1bMAp+ZMhkF+jl2jrc0lmEMurRF+RrYITrWL8CoQhUg3jrDC1GX/M4p7ySpTy34FhEqt5sa9gM6rwuH5rJpYFADuAZjEzaDCUOV7I4OeIZ3DPCW8F3hdyxPsRD5SV6nTiDhZET6ujeXdZY2quSQByJsZPwPBWXIRVCrFCqRGZXl+cBG9iO0F0tANWVNyMp59Jlb98eqBwVdVsJ9oUQQ+ijRckE1s2jnnEqoVB25hMBzH16XIyO1WD42bSu9pAVDlQAbJaSFtInku9IoH5mrKjplk8hLarFyNBFXFR2Rcr4zztHMc0H4jRwrHCLg2HfAuXh7+KVPGJwyVE0r3gAK4VoitsaWP+OT3x0moVxAhGvIGzuQeosGGQGu68zwE0O9e1g+eIuZY+nwY5hnIgSuqsfYOtxF56Zcw57ZD4c01yRoJmqIdj1Nk9wcdl3uY8c24Y/RXgnVx0rSgQKYpUJ1SbCPzhf71kXGKig1eDtyJmUYBRXoPB6HIQkpaPKlwaclbdIq7ELRatUI2s7VA23aHu23CWCi3W5Z1kirSuN5s5lSkLvRnKVfydW5eNJvfA2WRiSxrUYhtUMFxWOYJgALd64qP7KfHCc4RLjJlQ3Xg1y4WDnga6BfFOxxWwp9+RrQuCJSGzzZBOQnyUMcS1Iw6AwkAtK1xjP8VFBvhN5kf5mJZzuK+/jC0uVK1DrkGtO6E8klScSmYNIKjRPUavbLbUFKCY2kAl3mbOOaMMK339652kAqGz46GWUuq2aIdI17DfLQzOgRuvSNyMlNZh/l0lLVpEsdDNoCycxgFRRe0GB36QC0dFizTemBqwlKS40ILHksTB1pVTVPbqNpVbOktNBEubMqKfPxetJlro3Hh4Vq60cWbBtsJmJ/B9ZT2TCiLdwffeBv4gK5qvlxzoI1Q/kn1uMQIyqNum/b4LRFfs3/jaB2VLHppZ6kKCijY5nvmc7wDgDej7w1+saSn83q11xqhWe9MdTycgZLFF9EaYjLXC/zLcHitASY5haoLsvhvf32RtS1G22rEcaRQeOqwBo5ig2D0VSFgteRqz+IpcOM2lQnoYrqjVRLs2iJemB09dYAXPReHDrQUHxv6WPVnx0rtW2CqJYaZo1Qx6AjSFWfJemURVXVlAgWe5HBeEG/gaTYr7TEstjNyC9NWasEPN7HYG1KqER9em7A33BcuUSoJAouqlxfYj45Ifq6bAASJjcv061w9szmp903No8agLidX5d/o0r5zKaOE6uhNsM7AFkoeK98y4NvLgrET1hlWHxtTfYlh3pVhAkBuNO0ObgPoIc1DSmYUvNqJsZpWVcsKfY2b7G9ddVOddkiaaPZbmSVml5SIKsnCFEHQVRdcoqAF8pbGuWNw5eHGt1eeKQZl0gWVHVb5CbURFok1IRV45AwPWyrCnVomWTNRJMpT2UbGctjE5d8A3RAfTBK7JkMvUFDoltjS0rdIEcqulKKfuxOcLR2gYRjRIIGndLm35vKNRGaM4M3Wg/6uoNqwRyJqd+a+ECIm/Enq22hYrSfgJovBL47oHcC7xfOgB3/+SNTG5GLyotPixsIJpDrzpTQi9ir15gF6VKLPOs5dOkZwVLTgY9X5a/b3k2z00iDIJsMcE2OjZGpRWoo1afapxm5NkOJtMlvBqIfyu2hd3F7YNXFMSGbRZiUNHQVtGbrnekGMcVDGaR1ZK4M/Rl5litKItlmk5RQ1lhVQs1KpNLEWGrkslnIMhD1koYpPrvycNIkk4ZkTBmLmlix8BbojKVBCwOB/KkFr/UOqkrOGM+M/G7hhi7A18gbeLMY6O/w6u711BLliTwnBlEZffEMPwXUO8KvCfmZOD9AoS8LcCnVquTy47obskqFWbW1vFuz7DUjzTQKyI2Tpa3S7WNLciJb8PWK7SkMot6Ios1QmaZqLaZrllvBzSq5QUlbvVKT80WkPZHJ1vRzQJKpLmFrgKaVoufCAmoXu+ppQjOgxtHXMJiYhZcBtTJak0wlCpHumiV7E0sphYiMEvbr48aItmru1FAVvjQeK2HcFh4v94XUAoOmjdXKFnkbuG4E68G/rPPkfCRGbs7uzCEiOVG0C6zt0c9ieZVoCO1GDygYKvxyUYPBaxIsmbSc4acDvBFaIngzedsMH3N8mCqLNSsL6D3hSKkIr82mSs7YRGhlIeta0FQPamlb3torS6EW6TK1F2vfSrUIom7CCQSaJJ6hGLxcroJBWSNpObt2Yl1dkia6/6oreaLCUSeqW4HKshr5xBj4lKiVGgwNTbhi2oxm3Y6TvKYD40nGsOpoqm/VjSFrlK1sFR+cHS61VapJP1bpogRFVWLTam2BUWuoXlD6eIxI4Cm5MC3C+mMC6k7w8f7fFAMu8i1mYl0GZPglr8ds/ZZFyVSZAlwnLwemNvo/OEY+ZZgaQSfIk8dopga3mJ/hRwa/B7r9669SCtreF6GlrmUFzALrSXy8vA6pb6o3bJptSyNpO0VHIpViWdDEFjp7ifaFaelMrUhbGklT0W5tdotRY8Cr5qPaxXW6orpI18HRNp7sfNVdncpbIx0GU9MRGa4yqahvVlQHZXQC0nLI7mPUHqgCnNFsmWKHpsAT3y2UFTPU0IXaTTSddR1g1MywE9yWiJRLHcNEySq5lnrcUUXGQ0GCnmeT58H0fToH5qrWWoePWovFtAP870d59mX6PY3moyruC8OObvR/gnbzw3AyRIsmS58P2m60nuFHBs0/f0ISbxtjPz72f4oXT3+5NtvC5Zry0uXGEB0sWos/q7FauaH2ndW589OuiaPqvRB+MhfpkS2f1Z4CqoklZgj1X+1RV80qKDg0S4Vul7xhTLgZEnXZVF0iqS3q0PPQxFU7VcCSfk2SR1AOjAoyIK2epE5FFLI0SebLIbPOkiR8wl/JiBZTM9rQA7IFVpWxE9Gpq+RIqZ6eMOQwXCNKS31YVArSiWYsUcJKSVvbCYK773Y1il4W2TIrImOdrC5bntL96T4If40rPpALfhqWgTf4KVbHmG0iA2jPEPSMYasJXJvwWNlgGDZEM/xEoKeW+B1f/uozv8epRag1VBvAHC+sAXvS8taiprJWr6sbekGIZDwEmWhAvhhEW6pUhUmrtPYSqPAera2EPPrCboIykqg3SbUru60mWW9mhvLWeXQyBIrVrg1BmZiop4IX9FVHUmeDrPXb3IvSXyW3itnuo6VjFVVLmmo1VDKaYS0dFVtYR5giqQmg5YGypYgIgqqWhxJZ8wWcqhZWksE+GpMRYTxwbq3iUplUTcYFLk9PHGythVwM9eLdcF6s0E0ZdfxHUoI0qZ+TmbosedUB1uvgJLDcAGteIJzhRwC9A7w4oj9v4PnBasFvhOoiWC25LCtmZNUCM2ppms5ukaIpF12drVtTZFKsZL6yUUBsXXQT7SO/JXejjEkNi9C4jWxJJWRKstUUUKahhMpc5f53F6yjcEPkVFFFJiJ1LhUWkvf2rrR6syS6GtqyFEWQTZ7dGxIYmgYouK2pfglTmVRDjDSSDYCgIqJG8GpaWmb7HA3qHjDRRNNiptLSAdmEpRRUJ2VDMhy3NiLMeIStgwlCB02UxFAnYptmRSRLwgmfSOkukM8CTs9y4QYn58XaF3BMjQlG3SFOtQG/vjxpLC85aoDD/8AjxKdOpDP8pOA3hn/+oHOEJydn+uKlnoLgCsLyzGrPYlOxQYmwlrHtFYukskbRMtdrFj3ZXPFqKm4zQ1FSzzQyNyaKTd20kRUTY/ue1Iz6zBpmP6Zt76IpWmDtZqaqQApNkx8rUZC82pc+Tboav0SmqSKgQ644To2npEFPrE6LKicp3THH6/i8OVYkm9P4/WIH3VTojFfKOoyNgRbNCeT4BuaEtnZLkpqO3ZpnvRFNi2n5V3JovLE0ViX4Xrg93tjTKTA9Gj7m/T23egnkEPtfe2x4KDIohBfcCPGW+teoihDrGyM2nQ6mLjLcRKN8OmeGnxLwDuSfungNUL+loRWYNee1xIwrPYuxFnwpmdkSMUV0s0+sGKZSZRaoHBOR2hBsGCoFZVZy1o5AEgnX0c0lGyz6GNIoWSWNGS1Jx0jFoX1YPCqNRD4pQxKv2Kq6DkzdfKuOCRgNXz6cXNyDxAiaDFCwWVKNAylIugS2QyCtbJA5EWVSVmHXB1CsdiRIZaKSWhjVQBwIXEfOUsOzNLodaUSWlCl1VEsokXus+dAIwMr0UOQO99vzgPr9l9OdxTKPQsf3ABCT8dvA/EmvcChZ93EAsPQEoF3ZRAEV/m6NK9pIgMSY4Z5NLU5r69UZfjTAu6SPnxMk/UjcE4R/OhPMCs8i5YrLylSul9GFMrSJZi3wph+loZ6tJftNQQ1ysZ2IerORVspUpKfW3izvDw8g7cVdw67mWmxS12y3GzBa7s+JGCOdYeSLbdJcQr62tGdXZjR+epNis2AeAjVxVTFbbxEIcsx2MtJKG33xmMoO8K8K/6rGJmpEplmtGMpKGSBa1ECiMJR1DOIMLyQf/Ygajwm0ot28HZmQKKHQjyPkUiBzNvOxprd8MS4/FAlXwzNhwdK/Bo2M5boLopsDv34fmkCV4TS4QzGwgdgML/tSuUr7S5TlX0dIy/Xz8Rl+JMi7y/894qfbqX6CDcsFH5xaY7VXtZRYjAux5+EjixpM1EsLP+0ailNb1oW4YoEqK6ZAtF5ijnlWeDAmQRbfghhQc2PGLDVg1cmogK61nmBpiSzfCnSddLdOQhLUWFhfXaRqY9STRk/GonqMGS4zBj5sWR1KIgpafinEk5HqscdLLZlN7m9I1TmwzKQNe9HxkKsKDfaJQhpIVUdMgwzRXBsqc02RDBIgfRUTiVnDKqXLelh05Bwy6+LBDnRIIBl2/IORPBNlLV6JP/hh4C1hnYqWm1r0pwU7+GTVbUY32Gn4WVrgpb7mOtPZ2plutyJqNDfDjwmnfF/4+3/8N8P8tGatMK0fB0pao1pVYg6vsJlBRW1rPdtExANBxEsbw3pASdTEnQVBU72ahURBQe8qApWxKpmxJ2KImHbDlrS326AmhDW0RYGV3E+sDGX52HX9HLVoYrespFu8YNMtoRUrg4U4qXNGOqKsoCGwRhXxGRWxEfnqkX1IMqRNoiWPEWND6ujCmQekCrqROodpaYmcAy0tWcOwetVEBIwD/Q604dRhsOz+nJkQFIZSbDL4sUpABIhwjk87LOBsWmS39CW75MziBOO2JlBOa11h9F768oesj9GjoAV6GxEfNNeVZ3j7oPcBE8+HAPUr0Muz1RP9lBwWjHdN31hErUSvxzEXIRx0/fLG2IaxzOTMXPHdvJKNywWMCH3r6VVcjcqMFED5orFj05S5lUZPFujWCoisEcisJlqHjFxdTicBfM0b9PThQSKdylOovetpL52WYrIn41rdQ2BuE+SyM+CgXrSyDdaIPTVkgnF1konSQZqIQs8aUZPRmwElLQtC0papAdFyJPp5XsJrNpU1+2iOZCWnuEO6QSWaEoGzGYyEGf/fQ8+7oqb1H2BcmMCPXmj0gtgWqQZOdR5tSBvA1FkuV/x7dhnSneMA1ceOTYaBYvaAPwXo7eVz0Ird+TVgoJdkra22Ork0yZwgXiKUad9bsy3lpunKwLAme2vKrHN30EDD3iRZFZudPaf9iGoCcdUqeVCFrQ9iKahZVSmAEikzkCSVkuVqW3IbbeqsbyRnatmOjXu8TlLZAzA1KNgoaOoaxccoPD7b6NlwNtwIpEbYNxVnUoqoCntgF0KOwcOggEXK9hYbLSpaWSXU+BlBUkerVkh8I6sj6YlrQqWnJssJGdklJ5ziFAd+Rk+72ukNLscPwXAfdO7gqwbgX98B1oTdF1IEIbWk2PvwXkvDgR3Y3t0Mbxf0NuFdx7kB/4uCF0oWWafe+lqNSsrEEGpJSyVEW3XWFDbdbA8tX1VBs5+eSipdM4bMXQxW1H5QwKu3N6fQWY0jI9f+lnA8mARoPa2hBiBSJtLQqVWNHEUYbGApc9ZUWGi5k50SEMywq0TCHk9EVBzYKxOs0rTU1TcbuOq0XjCv023zjl0AbcCZxxz0kEmgzGxLTdp6ke5trJ0DkqSEpAfblognE1DX0caiGEWkvehiuZhmnk8YhHnEXgjMePaaM9jmceSLzvgz+ij9/x8V9Y1+rWD1pLmq/l2S0XutfILL/zWegp3e8EecAjR9ItV+Y3qGHxn0FwX4eFz5L7r885hcRHxhtWlhcpGSqbU1KTvtXcEV5205IDLlXZkqXvjWVsLSrvUNrI4tjJkiKRh3mhJ1Y0/twUAuaUNkyq1TrEKHPsDBNO2ISZWMiJg6kTUxLQFavWYElbxszzJmqE9TEe575Ez9gawqQS2aKOLVmHIsZajxnQYylU4DNe4NQSNYch5guk9SYSn0FtYR2YWNmGZDMiLJ5Yroo5JIpe4Dm6fhWASPLj6OhMAAUIn/eqNlTyTUr9OjkHtSZl+45q4AuYUi91bS4TE/moo5PyC97kUttMtrsPRfMc7wY8Pq9Izvp9bF6eKEn5VYQFg1Xv5t2Xl52V/1lR41bjMzo5ckA8lLheqN0zSJNiU+amGasshdlC1WrRET1d78MIuoJkTT6kYaza7HVWxlLouAVM2AMgX11LuBIEdBniYTKVIKyYkW2ZYrGZ3QQZHABIcJ0sJU84TCqCnviU1G7PyhUqn8zKCpjB0I/SkyHF36Bde6xtZwMhlECsKKrNXEALIHtKbycIbekjEaNa+sOy+pDsXIpJ/652U/hm58Vm/hE964QMNA9Mt02/0RA8h2Za+CvMFNrjUf/hykRBiLCUO1BXPCn+FtQ94hfX4tTpcrRoD1JTivJaFXm1ao19QkU4lCufZ3Q4mbzFilSNmk2ax8oCi5FbO9SSztDZPVsIgRqtsWxAklTJsUzqQGqRmFrZEHMKI1qr9qAgFnhujCCUzbtj45fEkZTUxLLaYqWVipsk2y68FGBoEiXGVksruRk6KRxn51USmtZE71KBcVUnJ1bUybNKsmUreKG9cromRKuosBRs72meL7u90kH1VPRQh5/zh1NhP42yA4v+1+JqfD0zBP/qleGyCmAr5RTNr3R8SVwYR+vmhYoErXATQnCmI0+WZh6nRnMOQaRu4BMwJcYV1xwUwXc1aSecWuVW8Es69I665rNY7NgGzKZlFBlHhiE5G2dYps7C3tpVVMooXQlgq1qJG+0IXHVaMLVzhmIqLlSpmTAK9uh0iiWqYoBXIG3bWUoiIgYA1KqWXqF8Yg62JiSFHFK1YjgT3GIlX+JkVIvnyMRLLcXb0FFlu3mrRKO0TkUiWrcevwR+SAracsSVEv9JGUw9tHWyMn1Y+lVWwIgDbt+yBwMCe8creg99G/wdHnnPGeLbbCeEnP7mJVSh3iR+Tc6AZTTwGzWxwN/0JZwEL+bolTXpXKA3xQcEvrGd4i4A3j9xj1yahbILV6G3LtYQ0ZR4GFgy5e1NIyxeK2XNmoMvIrBIsnIGqneIOUzDzgmKmoSM/65JGsNrGiPK16xsIt1Q4YJlhsNeBojSo1apuJikWFMqXW6t6RKliS1ulxKTpx2xIpqwTdsC0TNxX1WzS7Shnf4YxnuxIoZcw9myZjcyCeHtFdpqxXNVh9lBk5SR6FNQZ9mBJ/DXtKwVDUFRFD4oH4MEn4uKpi0qh7x2Iv9z3TGOFy8UT+jw6Gf3uYII5wwq+JFMAHntoRQgdeqsK0BuWhUG4853eGhiUnDDTDwNHa6OqKonSjvxl+DMCS4HcZV1woWVxeyNrBtaC8wLWWByK0qtaSehMarR5F2wbfmmlhWfGLq4ItgyMdlaDNx4hTM6COnfdhWzBwTaSNiCpTSM01t5AzpKiZmfCdlIkPHfM9/Hb5zsmYDAW7KtVkDoeMJZSEdZjuknEAcCvwDHZsNX6k5nXpNiapMtk01kF5OGIgyzSWuosQfj+iX1rkDIjWJKTTPG/p4miZV8VKNK6xmOUM0wKqLIQv687Rhb7hjkhPJ72M+uRsFIfxxnBzPSrskvhgLMvmKgndb/HaEWpAGit+l9NW96zoq5xechejx+No1m8Sz/D2gO8Abz3pphgKPQSof4kclpEWr1YcBeSVbEoq047Oci52qaQYGdoBVDZBplZrXbjK3kgrZW5qqrUMUqCevVNjvAnTrmcSjAwRVk/r2pwthgOamZoauNeYKRJM2fFQBpExrAmBBn8dWEYlWUBi5joHVTV3AJpjFNlFdH4mjEiu0rtQOHBCAn3sOuRIqyxKJKePitb1RGiqKJCGE1DykWEcGP3n/TLOFLnxo9YeFwhiFDT5JHThECVJjYbKlOIkeAEv5/vAuuTdHnQRwBfJydklEeLzFogKRvfn2LFAP41ApnaPWKONKdC5dS1Cuyrnxw8vbjrDWwe+sUt+G86rC2vNq7p2WUtmezELveTNl2qtylqsTT5pwSpXqBZyCiuog4HtnIZiorqzcjSZLJLQTGPSOAjRCUrCKnRjp6kBJlkQs4/DejJtsXKiFIPRD6rGXGn44m4KZTZus2RACTkl4EmDhA0nAWnKDZC3JDeirwLbigp9o05BFlKwjynYjrIfQY6PhyCGNPESUc2lS0W1RiY+K5bFoE2RVishf8Se1eGWN1NlQKlP+I0cUONzbzQKUAQIP8MT0h7xna1OJ39zRKivcEAZYV4XrjspWalTZsLoLxVeANrFRXQ+GOBJuSBDQY2MQWOGtw14u3gCgCWwxGcd1wlWYy2hLClHGxuSSKtU1tZ0iYCj3sAmamOwjXaGmOhK28EsE1zuIyJz7kjR2yqS9fbEkrXmqkgKUU8u5Bot6tZBCGlDAjdQYRUzpJCOpKd2EZVGq0wTM5XSdzLarcErGMlqhyVsR41SLL1nHp6Skb/4hy7o/GJmPbGfSj76qFXZKeaah7yL6d84KKfIRYHOqErLmqS5tpaU6SOvHaQcue5dj59aDaGnXAVxudLvwMj/tUeU7XnscXTuyd8JlAs78w+YxhlhZ5goRsCOkd8wrut7U3m5NtmUMuSDCj1gjaX5xjUTM7w1qHcHxJLfBFmstJS88LOcs9ySFZ96DbUsQw+Ko9AmRzSTutJnVixIy1CJvavGlqYlLIRATWnEmIyqcmpsleaindhq7CBsiQpTWmcg2/1NN20DC99o811H/YME1+JWgHCecUpVgi7lzjcPSXLVqj9lKqNFH1EJyEiwFGQ2/MYDxjxJWWkDMWr8vd80SiEcYlxqUlkCNR4xMllyQ6u6Xr9e40MwVsmrfsOzMk5GU7zzAcrW4SRxeiMHKGxLn9A8zuh6Esl1FqZjqqGKryYSLJooCGio30qWuytX16gh5xAno5vhLcKZfF8SXWCW0Ih9jWLJhtVkLFIyVUimirHKVg2LWbMMjAB9sBp2ySNUZkJ030ZNDIpVthxQidgI0nWpcCJuRmUXmG5IWM/SqpVSKuESE7GwLetmR5YpXE/M1GGpCUvihF3POtR4YFFSyihYFsk0kEhDg6kvhGdtJAcvCnbSIMVIZx7cnbHeC+tIK4WFxWhsZcKRbqm8tzxh74WsUW0ynUDoyKBmyLhYnsiHxcv0yEu/3hIQyU0BsBcahHZOE0BVnMZek9c3RHI3BGfC8W3NBZKokYS3bmOGtw6r052VbgNn8YzovY6X1pH3c/kFEMqja/eJF2tRsYnQaRq05Ri2GGoSmu2kjBYLy4raR8MsNwU/giYWt405ukPDsCCGgptUiaxIqQCTXGkNbEEcddP0JGxso9SVuLVFKKOENLgyYOtI+7rPibQ8p6cKv8ySDzTTRWi0an6uWJUmnLFw4KVOmNXcbNBU53FYPRlZTQ4CuSZbwrDUzKa6mMmtKmo1jwkHMO1mkCH5UDQBQFnzENwhulouEQCygH+BhxmdDGlepJMfqi/FAUxNozE0Hprq0l7dGLEjXb+UiFdnTWyVIRYih6FFNMNbBczyCT+i/C3E5Uq/BdiWYhVcPV5CWFIRmN+rKdr6VTK6bHQRTjpRlHGihOoENogWiBhbVUZx2ktfTNSqjYcs82CkDbNqX6Odog+XFqp5Gwrk0ICfJt2aUG6jMWaBW8dGY0epSu1j/acFa9BVd6pVojcav9fg5NGkHa14cFaHCd36NSJZVLUiik+0zxuSDsk4lGs0jwyanA9PkvqWuCmLFD/zwG6LIk5LEUjwgePJO4fa5rndKq8E5AHoE5S9eDKcmXi85B8e6hePHJc1Z7TubHrdp6siA640H+ibysxYMtgrSYPJTWTCoOFLkTod58u2+L38GX5kqPNg/hmSVllby+3DWVljcpVRpzitquVWPCNVnI+E1KNPy0gWS6ESkYREa2i9aEhJLElZTTJWr/4d5cJo9zEKq9GkvZOdoskcTA46NsuG5s0SKYeZw+6DlymN1wxIhtF3r+RikMGQ7chUG5UTM+Po1ypTSe/SzzArMZNloBgeqbHNVNHqdKJukqXHlQEKpeKGtjCaQpN4bhq1IRusVL/t4jQOfOQzeQBIfRTsEp/vvAp4qodX7Gy0+Dd8VufQeY0hXfvXEPipsRloqFJY3Ob25GfrJjBh2p0CzidyeiIVAxImweJrwHSgM2xA/g94dbrkt0DyY/haRllFWbO1iiVQuUYp2R+s6+TVKxbVJohxi7n+sW65YktOCUVpOJRNxUMki4WHIRwkbtkIoNv2OkUyOqIMBK1QdLWRUmtepjSKMlL8QSVDHZLr69ac1iwwg6KIMKraitBIw0+lVBoKUy0V0Vx7cSorkoXebY+4plsN18bGlOOqZBwz+zRlcmkkJmlweo1gmhweh8FJ9ODF5+t8yQcBV6cnjLf01Gtgq3+Y3CPpCv03Y+jr2o1hgL4TAmZn9W+JgD2Y2wjv/AutIPSS5qD+msCjG4Y5wzr4eXj+HsxyZ3WCT0csHC1m5EStpba+gF5fTVIL3y286DYkaSGMVHwwvDrTg0XJOlup2pdpark7oQoZBRV+MhHVvA0FBEi1KxlxYtSIV2wBrUWSnWmoNCO1VIc+hsZdWF2R69hFmQh3P6Qi9N8/VWEiknBfjT8aVDbItqaBnCajj0PDNntgkDAHuUimoidqeq/JrDkY5yNqaa6j0RU/ZZWIPiQeouUV+U0PNWVIjVcjAJzxn5GQY9H3m7fbIb/hUo7JTmndeWHX9JhwcQJxdzZ59C+MFhACuk5RCPuWS4SB5YzVT1d7LWgh5QwbgJnB24o3ir+EwInif2dp6WgJOQHrZqnW5ijvVGqtIBbdioGwBpZltonsi4+yOqstRBySUUkOw+0zOOvankzEkJKzIkutyUJ5w7CM6eRRLpnViemhmSiJ9DIQcqLfEvZwPcYBpWa9dLi/WbTLfy5E8S1RIaba10W/VoR2qkylbCBVSNULHwjH64k1l5lVBkYSsNZHwxJMdMGncadGtOSiNHomYqwgudBTjZoeVsRxqTH0OhGvxfKET/qf6CET+DeHWf3HTdfBgvJvqOnqoWFspP9Agis8Wy24jzrE6W14oIrvJuzp7yDIA27Eiq8AcKlrvc8wBbg/3qLPz0EvFjwD7tuee2Gye73AsUy9P0pnZKY0Q+qiQ0C9cZplY7TVPJySRHtE2eoKLNQ9SBmZIDIbr5EF3S6yOgDy6mXTrjDpaF0tO6wjleXYTyhpmdTTZ44SyaLqRDyTkVcIpEwJqEdVVDNLHQ8qSD1zYWpIFTkhuYir3Uyy7iNrPNA5EDNcNGTipIxqoD2tQDEbQkpC9mNGqWdI06Ilt1meozGTTZJSlmBaw0COfpZn8DIMAekT6BYUo5U72gJyHdGltsstwIvnOH3CSXG/2Dd8k2RSgoBnc68ZCdJypQiweT1ptyavA7I6w8Wgt0L/lMDHABkBtjXkzEu41mxYzJn1tI7rdSFS10WSZS9S8vgShQWrnWYJkJKhXSXJPbjigcWqVn1yE0nEqpS3NqOytaahrahdF3ulj4rqrohwmhyFWiJFoWX9bi1HY227JPKUi0ZCwMOYh9hGxEH567wWqGyjg8ABZEPJHfkx3/CxRbZhK2W8ojpWsqLy4EQTGfMMtniDVNWifDgkE9qR2XT0zY86N6YeiYYcAfuohCEhN+7zJsji9ASBFpb8St/zwOvZ3oHSOL58W3g7PDk54+45XfF3ZaBeVhkQtqoIdC+P94R/QAsaAEpSycmI8gxvH/SB9UQnBAgBeZcMiwUvY63qLC4lO5uSB10Vh8I0MzY6jYxSA9vLU4W44IuKQKgsdiUMQTtdhdYSdtGIWHm5aM0zFDaQMKMjgmiDciugCZP+IAiLVoQWmuYwYo2N3ExisEoDjLqC9bdBq9JAtgr0XQGyS1NNZYjqkNBFRXXtplaScZJGAs048M7IYYXR509TJg6VCns2qoEAyVRVKxjBQSkxE7+enKf8Bg+HJsh9NUAy1SyUlLGxZra6QqIQNSA7WNDHYJ0zEtw5cay28bcda57HlwvNe5ZP4u0R+TZGmHRxBv7FNsC3F1FZPWGgR88na5POqSKCduQlZzf4lgHvLj57+LfA+jL4Cu8QfwyGayfoQn7FW79kKVKdtriIVWXjcnVqcWaVmsU8G0ML1wS4TpWpnDhcy1mmzZhLNiIzSU0rt0D7sXVs69akbSq4YcxEEnos8mHR2rWpcK32L5OPn2bcE1kSKFULI1M+KpiYiaoShbkILsfnBx+XU1SNmbGqzWdizPAmddSlYRdLdEZabxbnQ+QwVchKCS9VLHJNuVNlfrSP3eTnSy2OAguVWp6YOU9eb56kAaH/qpcCJfRAcCm61lb3aJ/vYejMdDrbb+uuAVypXRdU/eMHa1YTOrb2WzttQytgxyFneJuA98V3gRGTr9pa1tKvtVyJK0tbustDDJzSadWoEQfafBptqGYulcI3Qd9wdbfg+kA/XG6nr7Pl9ZskP7qxuCee4d7yxu7u1QVEN2h/werD0Tqs3FDHFCwHm8f7C1n8/uA+xnn95iOT0NTgkd9gR4dfad6GcdV8VPMr+weWCDCgPREfuVtkd3c/wPadjnocB5Su/082OvwMehjnB2TZ/O4v79sIzyJ7o5v0ITcOQR1e04XASadT4+eZOBrC1N/YvUp76oDHvD6hw7SgAftub7HfVb6xGiAlfuPD1pJTUlDcv90LPM71SmigME5TLLlQ8uohp3hg4RCWixOedz7h5zwWvX719AJXNAV4Iv4s4IXeiI5Nvop2+XszakKJgKfBw70RaW+xRh5/JXoiqOduZnhrgFVwusI58OpkgdOBWjTEvLR+jOZnUVk6wbW6y7wqFW0syzReu4KFTm/Na4j0gbcbYNyv3wz0rcVnoaizfFySpxN/c7CAw/iKXuMWw7T9JTbv/eXYEu00HKuMkiPsf8K1xf51UyShqtE3j7XH2jAuKlBebb7aHx2IBmT4Ju7g5u4BWkyV+jh4GaxZv0J3qVEs/2dYl2jC3qQ3uoUgbzI+tDJ8g66qKQ+yTy/1gL/SaIBH4X818c0Hi+JjFH7Y3BNiVAYe3uhUUhTqmP1jNeFVIsIgSV7/G2I/EVZ1PYnWWGS9VnrMr7rDEz3Rh72jshdyL+iDv5VecdwayAR/K0ans1StQG/yLKHAZ7z5hax1oM+038RLyP04PUue4Q2DnwLEG8UbwXZ/WirrvgdMopawPrSNg8amaHRsW1u18yQhsjSRVuOLtHjBXXkNvnHJL6zAGV4RDQFpkahcG3TYYO8+Azw6OqTLu3uwDhH8zbVzVOlJEB+QT4vVkhbvcTDQ+2aQIDKCI6XFA+xJkFcWC5A5MCR40oeo3EK/f52OC9YgYHMMm210ROqYYg4I8SpGpHBsfx/UdUg4GCnRCOxd1RkiZ07HtkTkdQD9K3SpCpF9vAhb5TSsd0VdgHWu8S01Phy5Ol0csVPpoULNMr5Y3MXR6227jdGA/djHzPFjZBkaikWfFr1pfA1vOqe42MXU6LQMJCsp0SXPuU379Pu4BYf0/kjMXJpGoh5fuUJg8xbxBHjB+Azns4zX6GoufgZmAidL/lBmKmvg5wX5q6nyd/SALA3sx2D25Fx4zbVJFRIHgXR/arPhRWd4c1CT+4SXbhHnn51wTXPFGLVutI6wkrRiG5aoJWOn1itVm9a1UG08u4C11KdINrblV9gGTIx/7ps8Jz/0Pn1A6TxGWHKIA4LCFTHgVQ5NYOt/pW3+FTtF+efU3FLR1TcQQQ++c5RcRriDktMUcpgaqdNFocW1cYz7OAQqqA2qTHy2GQNCDcgBPV6ew5GxW8dtt/hQkrrMqGlVnYGPUPKQ0nN4EzWHhMeLXs6XH9yAWkIleM375+wEfgIhH8YHwuNjq9YpWY/VDU6ua+KuIbpEYnR4Sx19h/HjWNgxVdvQalr0RvrtU+9JQK2ixuabSoOupCyKWhhkxXoI/eLzxp+/YlbNVBkTBeiujJm3OuWTgHBDi1M+D3NBTLcB/PowTpBS2wqLJsU+al4PMDZrpF3fmmuj13uy82Ql9uBGR2szvHFY6SY/8hPdBuGKGZawEBlXj5aQGPFYg4qY5qdp12k4qolg3k3jZZl0ih3CyIgKcZsNgkbYAj42UqOB3MfYJrqT8VAOCEz69X24kz2cC6OuiOna/uLD7xTA8PQYWwsteaGLyFhLNuEifA0QNtnTPmKhPUyRjNymNR1FDpABIO86KDT6pSPA6DLnsNlcDPM5INH0RXAgGNFD8jGkm9QUrVGzG9j7gNo8OnR1o1ypmn+wXOB47bAwuSwlwuB1pRMsBoDXzb6NCJetrrLTRzxIGL9GCRR5HLqYd76Af0XPHg1kGD/GwveAh9smNMdFCpgXZ7aj1DwHRNVFa1ZVVSNqh9CZr7yejtOoFH/IhJaNRmoE+VxmERMxTHokOCJ6m8mVuWcCH1jR0y0XAi/81Vc/xl/XIvABwXJpjhfj+qYhIC2YKD4b4LVmboY3CH7LMMUrfjsSb53u13Op5CXkIpL38lbvgoHKGmvyXhVrQGSNoGWjTYdFjraNu+1a2MuI26RG+orGZBr71Y0QOn3F8AyIcAVBkg27SwQsMAQSW5+xHze6wzwcOa1zu3M4oHd3nyaks01Z0FW5w/vQghOA33x6Hyz4O5tXHAQRaMgUxnFcPgbroDna1IgUQYnWgBaO5FC9j5aXNUTsdo2aCfbko1gBU4fpxOYLHO9T9NIT/cQ+GuEUWAyND6OD5GD30TGvAWI+Ez7ikBVe8pUeNblIiCw1GlR5zEc4QokcAaqF5wIUMG+ZFDpakOS6CZeS6S0vPXyU6ACso6MJ1ZPRd0qcm8vOLYUx9ETCgNW+wNkw3NRzPAs9pT5JqLl8oi98rEO5xRb1QXszruQjglSABfu4tbNfAp8F1NXBC35Zeoa3BpxpnBfwRzIWJ1y6bQk7bwuVL7oYsZqYOREEsfFFSLOpFceaFVsOa1Zhm6guaL0D5ZYA16GiGA3Am5/FJ30tNHSuX0aYA5Y9IyPA7xWwgMU9j52B4qHiHQZOZZEbjeHQAVrz7BAngpHwvvJfL4P4iDZof3fXV718aGA8hHNAjcHY9T7GHAB6dJs6ucOAFFhVMMbLcXoI7iZOjdk/yPNzKkm9HX+6Mhet3fz6nzCacIRI/bAwOWokEY/5Olt9APd2effR9QS9gONzGsdh4Z2CLvOHu08xmgPMoMevw9ekOggG0fjqXX1wzv12c/LFYVXvs99jrZ1aCpKQ65ymYk7JU2asBISJSRq+IKxeLNdRAOTP4M6UOxzbAlCAi+QrZ8n8osazPVIT8kQq5ATkIh17thBwYjJOkX4w7tTFczqe4TWA7y5f+lO4xclC1wCzxkYsn0i6py6fJiPlKkzmVQwxkdE1cfFzX0SsraCd0QWskqg9Sr1yBgzaiv8VdmjxeZnsT7u3FmiY3vBywAKaDhAOkdfujxMXtZax/hX29FfQ8zXASODe/HzIZ1DKMye6OAaEg2GHPoKbu490Ui1o4SNkaeMGFWopCjMwpGTQdwu9IkibKPVxnLsr3p4FXHEQhyjtlty7WlVCBChAZHn9ERWUfrX7p+Pzdhf4CMc/HH4Zd9DPC38cDQ9/f/lhO3xWLz/i0BaIh2ta8mYNy4WIF6aFzJY8Jz1jmZVmRTYrkarxh8bmEKdJ4Xd7JpqMmMOHD2//IvFnz/nqjsggIYEOD/UWyiFinPxs9ABsw6JJNwPA/HUcVFrgtxEB2oxzdB2rzi+4azzDmwJ+YHFpMAJcac1gEQ7InYB1pDXExd2wqXRmVpurRYiTdR1sbWVb9rVU2UDK05UtKRCbkHdjYdLX1+qWDfii4fS6jqKVW7DprpBVwAKEw/gKBbf1Nbx4IthbQh3Wry0Q+H3VrgFSkmtf+3yUjqHe/2dxzIdBHuosy+HRLaswAjwex8W5w4Hj3HHxodr4yHxFEYI4wB7qXaEXVJCnCBBluxudY/uGPLmdG3Lo5+ElGdVId4Ex7g8TAUKC8X3I+JaATjFCHiT1cCQ0REdCxKyNo6EZHT7f2v0WwdKC+Woi1KyUP9Mb5cS5Ihd0FodMxdvyVZpMRrk7ZizNw0sVphb3JTFrhkET+Z/X/DEExH2gTtG117/9DYwxo7PZ8Df6stqq62+BLlxcHFfi5e/Vdce7TtlL9rvTIlpthjcMea98iXeJCPBMvompIVJbpllyPavUs04PzGkp0pQ2hzFLlZ15MwS1NSgEYif6bixWOOjcYc2NTlGirYNzR92atF3gQpfctCNz2Uv3Up/e48U+dNutK9b66pzniRUBUkIjtKtTZwWK53xShK5OB5QOSe/f4+3dGiOFQrZHFc2/8w1NRFCWaEDoz6EhWuOgkXMrH9/2hUIFc1/RwDlc4O1dPv6Co0InV3h799pjdu/Nj2PE0TnxQiT74jAu735EKdiwnVlQp+Bw4s4RCdJ+TRzQ44CBAz9ciNY6fIwffWFCc8BINS30O43ZsnVWG2KQL/dHTWPT9r/YsSTC3VUlV/70BOE0FeqzD0jvxm+8y9cBEATyRFcw+JhNbxPpBTGgoctOyqd11nBO7O8g9wiwKDvQ3kT1eg38Gd4w4O3Ae8BHo5BOcJaAle71m7WItZMFpfVUHinrtKPW2IhpHLo1tF0jaraagsqk5QOLqcyouIzX36HhO78UY4GHFh/+QDrABU5wednO/VLBN11B6S4wgrYn32DP2gHQSu4CO9ZCsMYLW4iF1G+GT9NyjTfoKkAilrohrjs81m3q69/t3ssYKeBRxzKSrsBxwLwouefv+NIXPebjdjfARuuADmsvYRbH4S9kAHls4uKAHQEuyTuSNXWTxEEU3SZE4+ud8l41J45NGV9Gz4h4MHCDx4iD1vh1zBwa3zckjLuOi0n+LZ9mriSBEocV9mZG8nALXSC5JMnpEku/amOmaogDiaCOFRGCKEfposHZCeNB3prYOF8lrLsbtFC5EQMO1VHUyLUz3epsOcR9qFi9GvHbcBSbj5eqzeQMbxLyPqx2+F8JetxJp5dZdA3pVrTKsW6ngu31LhgrIYxVqU/nYfWD9IbQnpiKsUd9h9c0HzImn3sXNPUdJeYgGJEgksGwb+TaP68Bss7YRxfmFLT4ultaehyMteCfKEVMRoncHfU0D+DovjM4JmXhMfT5HCAvsT26rxurvLtCRKM6QlhqbRiSgsdnl9khcoZZ8CMBRXkaNbXQTDdq2QSqEvouL5vvd96febbqrwK3u8AUQIHn6DU+ttJjgAiBfZB6izWagwUnFBPns2xBhbf9mH0NMCnHxcORkIlTZGm1LfQb7ErnoSnf/AiQ0gyHrAuiqk0yljjMFgKC4EdLasO9YX4vkMAfhNGPT22/W+G8e7RyURsh4Fjd4gDXtHsgyNPcLhy1i0vP2TXqvvAMbwU00flBwNXihCsFyw8bobDtW6AYWrrEoqMeel3aqx2pFqfWF7JlqEE/K9sYhXwTAjQtgEbcggpejQZax2NixHNwHT7qOwZBj5fnvAssRezwqzZNFVKPuasVAnEDgb7KGyPXeLFPjodHQ60bB/dxwqUvZ5B8fP1/7V5CAx8RrV3dX1z/lYxqXGiChpSpuxsf3cDpHJp7w97efWoCA2JIyv7E5aPWFYjxyiUPn/Z0tZIvRlt7V2DrXiJAzgwP5gijx/HqV1XoB2BSk8NEhQ98H4eeknGw7/7kOUCe1mKo++z54Gi5f42GeJ2Szl+jwTEvznFSjsOHgUwoyBsHONJjzoU6UsinDDlRVtlE85/rfWzpNx1iTBLFSmKnQgTHf4onVpXb0ybhRMBZL3//fGeBCJAwcVwFCsBO+w/eUy+Eyy2gLxgX5Em+6c+jToBxXum7dK6GEUhDdJUzvB3gTOsHAZdPGABqaY7Lxg6sLc8UIUdMVqln09QLr35tgJGlzcBd4pybBwg2dmrgOMGGmvKpPdDeRIMOPB42rYD7FRspEaD8DSJAtKAdPhAD+dCSYdM1jekgEWDgeJ93MAhwD0UqgPT4dSOA8Csa97jUtXpFSptHeRYQERSdlENSqkF+H/Qt3jnR2DAKR4DQHscxRGYIwug/aa8dr8MlsjQIlBgPUh+fO9WVUPrQceLg+n8Zek9RI3R1f71/AxiHj0nrEzrMRQ7VvZsswgEZkePhoooYyISq328k52rQojukQbsylUgpkIA98qvE76st6XpwLooQED7Lq38L8FsjOFV2hRfI9SzzMwOx8mi6nC5qHZo79J2OiVrIdrbrrkiTmm8Evy3AG+GpXfIvXvh74V6R8itZoFzOXkKohEuNQQmoxSuFLGHgoGM6oqKReWmqlBVIZUxdGlOhSQQpget13U/SNTrwIW3eoEs4ZLRH07kG6Ktfsr9c3taXQTDwwbrCIQ/z8q3Hg+TYBvdu8YQ4pLr1+JeLxVW6mEP5vRqjD9nju9uaq1ddQ2PCgK7yEK8jOIQFnbTySiKv/vFCIbQnxw/xuW09oM9Bc31HxLxPHMkCkWkQrgEX155CAeNLp9DUQ3x77RkjGa+JgxilJ1da4zED9U0QEgMfNbL41qM/HafeWB6vkydEpGtN0ZyIeQnPl/XMJKFSaUrI4ZejNE4T3ho+5cWVricAT2BUS39bYCfntNIfKKnKR2i2Ko5gMV0lwsvm7Qav2ZqHKBfI3JRDx9Kjsy6qkTO8Ocic8n14gsn2ClnyIn6tIS8duSpwXVsrnTrZ6KCLqoaqYri6KD+Ll1xFtg1VaJEyNeE1InoZ3q1WSmNHrtQjy8mXM3nJniT7wza0IntaSNltfcUo7dSSOdXO2QBaTcJzwRiUFdFQkFFZMbBjHh57LZGTLDnsk8Vih+vWmnKcndI4xqBDSVM1WvCbvZzrJmJ/psjzEYnHFuBauI8pkFVrchZA0KAGoHTG5pk3H6+1H0tL5+YaFZgiYzxW5Oty06MNqZMcthM0pNkYSGlcynZolXXCUqLjPGVIKS5I/DekJ/wFVLq/yc/7bTgX+zI9MmPQPym1L6ldAGplr8VvmlwMPZaMD7zAtbb4JJ5xhrcAmlpMMwPA1ROuaSwVrstaoMja0vOKLQl1hY0GMYhKeaoZHWKZVVadSrOYRagx5NqaSNDzHrc4laKd1DF3LPas+ouXiMC/IsC6xsQ/GaqWKeiFdNO5GExsieTRi1EDoSY9AyyDJeeq29EevHWc+DMINMREhXHr0sHQol7uUn3Q+DBEK4u0BdiwFXRucXoV00mz25pTZIocmGHhpKMzIQUr+VClwE754uTALA2HTVVlOmy/zyylbAELDo3IV9MqRp0cWEWYbCBSdIWeiCRI96+G8MEXhn+5Czv6nHUHVPUWA+4s6Ayf/Sxga6ZvmPKxQ3LGFqYRbOhBv5LQCVJVpF/xd+i8U6U+wxsFzSwSkI8FcPN5PXvRCLX3kJM9xWQoOtkqVQibbFLIbLNPPivcO8XuV43S0GrcQW7GbUbspoLcj1CgiptKZoWYKZnEzmXDj7xYoAnpytmbdHGu0o+iM7tnIMQWIamn1sFaYjuZd101NqdIVTHB0GSI5suE21RSo3VhzKVWJir1jMkG0MJqHoT5MiNVekjOJwdeo9bkUKpCM665BUo+Yq+rF701Uo1UAnVrRmlXHYlrwWMNc1KGy5dJRpB9gvmg64J/Y6nwj/6kvBtg4l7otSSr7/qCpbo81VbQ833xgCJ53Q59Tho0es1KvGQfDih7vpia4e1Am3G8AYgAsTqwfLNevBaNWlMjNys3W8ar2LTyic4UyS8dZLYq+9EHhdJjMIqTdkBUotDkThmikUlqqugwWImCJalrOEB0ISVLMgxtU0nCZqEKh1oMBxs2NPTbeNadJuIgMQPIQwxPSZlsAGkadSMSB8YGpQdU76JiynhRAlLNRwgiIT+t1JTJDCs6bvPMdpsYool0jgSpRsy5I8nGam8TmT0rlzgMtSMVaUbQtOkIXRpHSZXriSh3xCBQ637DCQ2MRjcHlpvCtrAFVo77xpvB9n/dbn56BKpkpxKoOovuBwF1/wP5WpMZ3gjwISN8wvCt4nOAWYtcgH0ZaXMMa7BK0VUZyqFolY5jUZbbklf/HMG4IYYGrpXUzYCgF/7qHduzJpVU0kzuo/ao3C+7R8Uou+C2vtVcQrzcXOy8qIaCTGFp0r74Fqb1mIgWeiyjRrosHu1OGHEK+qsPvVSHNZG9QTq3JNKoNC0mjUAUuW6TXIQtNwaSj5YWVBNv8IRRrdeEbBpUR8uGqBLdn5SY9BdwVmY/qnSpO0JiFtrYjymz5cRzYPoeXwNcd0GAxtGVQoPV0CruixuFL9cGyNN6J/zHpQZqnRsi/ZYG7U2AarTagbQdYXeHa41meH1obzNvjK1OFydayF4t7au8WHpZQPIgG+i9NlSnBKRSoNpIWydLVfbVHWiK1F/4zKqZRsRaFzsZQ1dpUi3ZcdioVA+qZVDuwPxWNCHycFzQirWaoI6scVyq91IdE3FKQBE5TCSxHX0CD1mmkxohFofHlyhZa4OgAaD1KKyXdF162M28aFpAt5FKIgUNRamapBojEjBJVzySrQPmUWpY+vqAQVJTduMvC5Llg7M260yo5H0kpTyILMeWasglv9MLN8On/gFb/En3QYMQ7bAxmgjEVh/YHBU76oYI/YZIM9JJg2pldDzlJW1hETO8UWD8xzWBz8aTM14DjJerpcRMy1aLrBYTk7GXI1X0cyq1SYThahc4PjMDGUZkeuBolMTBhvaOa8Ubdo/UY2Bd1nBoPwiZSh1C21Z3MZPZIWojUyR991jCup5ZGhRQQ8lF1UxOyr75lYlozpwGwYgbcf8iONJNtLAfFDMPqSlUBmy9AFtoi1pjoyQRPfFUpOaqcraFklDDZKsmVabCwy+e51l0JMgjSPLfynlwKM1jDJlAEj3QwfjH6xGUwZuMnsbgG73UbIBGp9wdqYpBjLfqUFX+snq/fwzIvRM+aaH6ese9N1Dr3o9Q8qY3wxuB9qF1pqu9ixNdA8zawULyqvN6M5trKwLJaiWHzyU94kQhthq2yCIoDbSSOnKxQHapVZAjI68NjK+QheZWzQ1Vr+1nhUjMivNotkehmrPKEZJqaTBlPdLCZOl5dHBEE6rYphP7zMa3wYyh5EHR7gxJjsd2yFEJBJPEaH5IxSbFjtTGrTwIcHS8PgDVyiQRsjRJaYMeamnLGHmDPTcqM07UsDhNzNaXerUoqasOah7DY0sTRkvMdOKtGSQAn3XlNUAsdv49cD+7HIC/TDp1NYj/eOtkDewGU5kC/2GH/yM3QGrFZB+DQpfSpP1hF1fVOMMbBXzGMP7Td4F3sNCWdVezFhOz2gVA1SMwturAU2294tyVIrRxs/bD1CJHXXsAaK+0hhmNhlq0kLaK0027mZxJN9AFrCuBqqAoIqFLmWOt7dFhXvqGi6whWZFUMTbxgKdaLmOycSKsQgfgPkCIgTzmLJXcMheVOOyhDJvGTIHmK5I1dBfVLqU8HQtWh4+B3r5TEBo1+NAUSSfKEJCss2B9+JFhNR1YXdaISIkjM7OxPHNsg3Mcuj9e4Vvu8CeufOt2DboPCozB3Ai0uM0jicfnBgNL9LOmtxYBtkyukSMLNEeJbM3EDG8GNNerM14DXPIKCRc0kpanl5M5ws5tiNXbiP1F/ekjf2jYzK5vTa32cPQFhoIPwuKX2fwrz1etz561VaqxdocXtdOUrNIVF61NfFb38CUDijAPeOPRrn55mrru2/xqliIEsKm2xCyeiMkPpKlq7JUhhcnv0V0laRdoFtEFu2HZ+UQMQUyV0JElv4OssHRutWrEw/PIPRFCjhvoKifjWLxh5qxQJoFQ9NFGirp1bERE6VLFWQhJpagRFXt4js+2cKqb2RCznG3PgB69GE2CYgE/pJ92ZgLy2WZtgjVYc4DPAGoOqjDYXWruGwPAK60U0mryQWZy8phgB3A2mTO8OvhziN8O1zVA/vCj9oiXS0ftDq4qVV1kTU0IfbnU8FWt8whctqLI/v1TfylVe+XmLv9cgjk41TPJtCJq3RO11Bf7nz3sVwCpb34j1Kg1JhkRSzMkDxNNPsOQ2k/dCbHP2Uz2W3Py3GmzYSfBAUHpnn++pYuZZImJdG/L8pb/E47JE8DN3t2fC7SOOwFqDLLCQ7EzolL0p8iWsgJC49NAzGpKrvfMfwr3tCTpSzSOz/9bQntN3XSrDJlyxfRt6hpGLhUgODR/7Xz4FZhKwD56pDpmcmiMFbEq6dorv//L7zzpWhwTz4GnsVgBpS8GF2t2Pv/sLb9xmu7GXuMbkbcWeVK6QLQ7GtkzvCE4xYQv+Kcg/C6wFxOXJ1eT1zqXkDNXucY2UC7pCr/FzyQjZEY5S37alrtogTYHbKKtC+Y+v5yL/Ht+C5btlNJS+fqHPl4IGlu1oYuosPV4TBZK2ljtbBu8y/DhfCpcbDSctJDNEWMfA7QFRrEkFgcqe0oDZWrE5Mnhw21X+ZMGZGHHYhpI9QiImcaqorEGIoWPxgzkaqNORsVJyYmJYlMf0JNhqfSRoIZ3DcfH8RQ2KZKUbWE0TpWGvZS9rgISBcz7N3sip7U2I0QqmWkl85DYviZuP3+4Dk+TxP+/4SVv+pPNq3uAF40ACbS7FfD2h4LHq5NgF44TizW27zTCEeauGFCZ1Gd4TdAn4AqL4QxnwPhcpOvKV6saIstHNvPGNqbeOFd3/Qe8+pqZOF02RWQosE7Pr+7ypwHaler9648+QuujP32kKAf91gK3gltrO2SnQO6gMYi69lFxRJeNGICGdapethXi8ZfyDsapYJLZhurbKFHaO3lA0lrwO8c9AT2kNOIImpD/dXnfjOP9o11MANSG780xT5GOG8JaDchKTP2WbhAvJTQYjqAGSExRaDYm4wyT4Y81dSg20/j1X+ZOPrZuoGpGGpC+k6upEYugDFCOrTLe1ajuyogN8CNkHAbdnpOzPAfjENB3g3nWugXsfF4QYDfUGozOLERgbNBoEqlMi5RzDPjWYIWE6dUfJXi5eB1piWVxeSWJE6mIxmG5uOkfRAbj6u7VG48YHtw43N39/sZycWPvm4ePdnfv3biJ/Bspcfnyd+1ucB/yN/R2b+4/RkTIX/NUvrinnz25/uh7yO/Bzjf7JnaffvD4+uFHPIOGm0CEArjnEVK8901r+qfvFR9yLJd3r2O3k1OdXf/uHkdxA23l3zPW/aUM5t8usL31hz83+esp3+vnnO9hmmICR0CKR3iPP1K1oP0MiD+4DyPolyPZ/c+/+h+RbiI04Shv6w88MBM6osOrDDvZDFxYvcEJgIw/LrP3PzWhf9aE6qB/hcPqQ+C7AZswjnHUYWDYmSEegfr7q2bl8fL6d9/v3/g/P3wI4eF9DukWfNpjDe4hRpT50gqAbY0K/Z3XOEGpK17y3dtv7wPGkLHxixoxyOlcjGsAGlgDyL+B0sH39yHSb+f4fT28qlFjiXyEqfR7sDx6AAmO02vglsO5vOLGOY09scbJI3amLv/pG2r62OejKnxaZUsIqFjxJWC78uRh66ImqqqMnU2kqElmJnLhVGWG1wVeATw7lf871XeB7da4gFpmlridP1SUq8I17N/avLnLRd5+3PgG/5FsAP8cE43uH+jfNXL1ELsCp4EYxVX9PN5l/fctw7EjiRGWRfEAnsbUV+c2fYtnaYsj0RgBmmLEiuRu7tJT7D9Ur4zNYuPW+eVDHtW93fvcQ1AQQEt7Hi09yjY2jJU/vvwUlhuPvwINOFigR3p0DTYDgujA0SB/g/k+/7lDgvN2NLQPv+ZampHJH3rmD/ylG1ivCfUU02Rk/gnqUtXhCq60Kb82zgoPWGPM9Bn878gEHGXmq97Ymow+luoKJd6H9PJV+7HD+47n1weENdB+6p+APtNg96/+8W3AYI+/j80piuSbZTsKDgs+TivSYxShnF47FUeAlS33+WMIOCgFgE/g+BCWAesbagV6am9wXc+H0YWNMNwJnv6SjG/zyp+ttcwN4M6k6TLvctpghtcB/pk9rwDyKRhepaird/F3XktAJ37URtLkIhgkubytpfoQkgMs8MUxl/VXC8RMDxfXL/NS3y36KV45gjm2g9nb/L1hbA24PWxM/q/EFcSTiAvPF9e/+yUH8AFkN/nfHDewqfmHZTD2EBRNfcbejmnbv08QvfPjR3IvuqjWxgLV63866J1hIPwX3O/0k9AeK3brQ5x5wdP5mUjwsSOl/kuQfzrAAI47T8YeoMe7j2EG/avHxYeX0TvS9cuI8m7wv9quP4Lqn9BocRf9ohPEQ/wnDgapPiJErWoGQCSJcdyA7LvdW+eL40e39LN8PAjEWHLQ1/pR8F1AdORxfNUPY/lhZugWTq3RBWfvu1/yiDjGD787gPAW3hkerc0tObhzdnV0dt3vD94KTYb+qOQWhvgd3srqCkZ6Lw/5i6lHHhvbSWtRA+Ihc/KHPj9Ynn+/d3+xuHF596qONNbb+yrzlCDo5LsFE+eLu5q1rEifeNRKRRK3ZeP1QmRwIOVPKjmbgJ3My7iZqfb41MzgR4saVEWOTdfBMpvP6+VGNsPzQR85/o4k916W05i4zLIZtJTClkhZVbDLsXa58Xneh/OacxbYO1y9N3h/ROHdOXYnNjEMsuX13QdQvAnp+fUHDH8uP6Ldy98hVxsFT1SAGhWx6yFgGIcdCIO3aB+tOc7zxa8UEWF7ioU9c1+DIAseio6Z9qozBoUwyb8Hebz/ndTo1DQIX2kCdnV650+g9RhHUDxKab0Gyx5Jc7A63P0jBi33vtvPQXKEOhpONFroiNAtOkcz9KpdfMwJGGQYkQ7iHv/2iEOGU0N/HIIctcZB7zmZ8pqhzB6iVWhz9Pc5ZxKyA9Zp7vGHfgc4Fv3ONsIuDIjvyDk6qLFUVzw++rfqBZE0eBgbB4Sxc2Q4xu8wck6J1gA4n0GB5u4vj/70EVXYVtahNL6vMq+B7es4OXNoyTcGy0criFShevWcegUzOz73LWDJ5QK10rHs5ZzWz3/PTswZPNcLwKjNh2ob9Edhmg6LxuV4QgZcnTA94EYWPcNrQ4J/PwW91F3g/M6Rd77jOi8mMvUxq4CPRHCoPr5++ZoWqJwNcq56Llne6GXUofAO+/BAV8Xcw5Xdb9CZQ8fdvQ8VKaI9AjXeS72G8TBOWz6+t7vHf9u4vIfNCDOMhdgZc1T552tc4/QQ30OPfNTP2ZMiPP6TJOzIxVRnx+yg7jprkB4r4zH+hj7GRUkfG2IS/vc41BpveftPGBwbciSPfWw8TNAc5w14YbB4SbP3+3hxyFHK+vU/MQLmEUldPF5v+xNCMQ4jMkS0egMOdj9EfnsXHZc16vO/3fTd2fN+GH2GFueaFfk76nBCxdZA+Sdw17u56kq/g43ZwmRc2veUaCxU5b8NoE81b70sP3qEQ4f0QywJlVgTDIDbUpCqGmlSwMP7e84Iv72v12MPPJnXn9ZpYB/yp/txFBhZi/SAWal+1KVu/Bo1MyzEMnClK9fFQOwA0h1OEr9NuSPkm8RTmLImMWBzsey2IBSKDWNmdAXnpcZxFT3D6wKCP3xa8e3SvPJ/AlfZ9kYnrzHzu0RZI4z8ALcvVKjBM1D9CZmDEF4Ju+fw7pBRotqcayPyvzGwyH+FReIgRc/TqA2jSV64Wtw/3N1j3EIffflQYSS8GvPlL3kZEQY1yiO4Sl/qw8bglUC3kT+98stL7D6dOU7kGLH3OEiaVujBcIXjY799bNjzN3lFDcqNd/1PGApsc7diJOrxnHEmaMebnIUrv9xjOKxGD2BnsfAoIcQQYFlHtH8PjokNsGPJdtTM4/e08P4SY8Lr91ipITDQXe5jHDp6HU4OQ9OnHLOH/hTq0frlw0SqHCAYGHM7Ip5VywIohmeO3fK+cJyLoz/h7eNYdJw0hMNnL21sPK7rjzBqauEUnG92BjT2ifeeawKx4v30mfcVfSNA3Pf0tanGwXHWNEN0dSi5xjSLVZqH7kxXAvJYDFrtjgDzI1YB7oHEb4OzKmAL/k/IIEmsR5sd8mtbgVEiNQjpfQPr3aS+zk4XeHHsM7xJ0BsCXC139Iv4XCtcQSOCSVTEZhzo9iF8vriGD3CpMrRi8QGvyPHu5pXFAW/one8xR3QDfTeD32D0tvfoeMHeeZOToRvyFikqIoGZs292r3zASAru8cAhRAIuBI1c50ConZ8xcJB0X01tEXj8p0MNa+9P7AybeHkMQ4hnKETMcQuFxoomOo3ji//bYXXUb+zmTzxsAhtcoQuOZF/BJkNUHBsHpKa3GZ+Bh37RmgfJH45Hx3BaD/13vXAMmBLGR1DXdUtdvP+ME3AVR8sb4ge6mMnxPObfENMJw1qOAmz1oXHZng/D0wcvcnyOacHp/g3NGa8sHmDi6H8V/fL65Plgju+d3lcOUy6Vp6ywCyuc+Q/RlTpVcx033wdEsDU2Lhlq8V3OQWBA6F5j9EVfvjPf+L45NK/xfd2H9YXncSmr0uT0c/w6tcB7e4NDQzJ6DWq4ZnNgySo5gzuXH3GCC5Iv4Q2RwBP/7LO907oHXD1RU/4uTG+RU2haHWA4BR5/CQYgRTLKRa61BESh+uhiaUbauTO8AVjxdhXeVv5gLlYJ10qWjRGLy8ur2BPpiL/6hPEI3cFNhEAwdWN394hPT/AeKW8LHD16gO3vwIYNkPQpj/whAgBeeuIVOV1IYuj3p+sLaEN9/+h8eXSZkQKCl7viMIRwIKEQhY93AGHi6PKj+/uXv7ufprBFF8XtcXn38DEa3avOGAt9hcZ038NYKwphM40w6o+Pdh/xkhQa2sTR8hwnw7/icTCEur5Y3n3EHhVAXl+e+3B5wvwUCmy0fw5D50uMDaPkP6uhW8Q0f9YRsdn5Ea0xrvqKdnC0X8kkD4KJF/vu6oZPHQWjLDir27sPKEWbdhicG87TPmblMWcPYzw638/0Mca9/x3UFGi2o+TB8/cH1J0KBnfy/cvHHuflRzxkyPjIZnsfMP0aG8+OMZ3QegAOfTsH9EtOCdfAPiYFbIV8B7xp8tWfcKg60j/zSGXPOS/aavrRG0NFDOM+Zy0rZ7i/wSNHjnNg0mikgfsXoS2nBp+DIXCxKxFbCOhn//idALDHG7gENiLwLAl2nnQvd8p2F3ukegA6oJvB/WseG+2KsSZgNb5Sw5/hjcApT3/xjpzmJsgJPt+4lbEzuIYSo3FhZx2Z0T9wS6WqB4gkpKvPelJ6hGL3KSOlh/AFV3hDlNd8bAyWHIMgTCDcQ9+g/E+8yPlPY4Rr3EUABA02uPvLBUMImOWt12M+HsGrhdr+AOhV068S63D4iFDo9fjnu4B75FCN25ttM1aOTPGH9g28tsemCA3R4fXLu9cZ6xLuIazwn6k91F/pCjAQPcmBiM2PNLJf/j96GmFwGaUimOX/UkX3mNmMf+8LriagjjYBmyYebQ8/uTUcBS0joHQVk9YOgzfCHT9vmRXdYEUojXfFIV+OknOiOI3vp4aCA+PFtNjFOKsrHx/eAbyR7EW+7vDwlj5s+oByEJd4SdMB7Tc48Gucn5jkOXM7UoWGvonP2/ZtafRZ06gwpOPlMfydFiDXUrF7alEia8j5c812ZAr85ElICvQTBPpxYHhA/kes2QWD39ETE2cY8/J0cbrSw9WRbIMhBCTln8YKb6QHELdUXBA8hD6OGV4X/NbrsoeWw+IMH25yYVk1RrtC7D4stJFdRa9/h6UsTX/Wo3LMZ8A+w4rmvb39BU7sHF8xbFEbBhG8iIXQaXfvLkhEEV9hB+n+J58C3rt1gNCFZvYQGi7Iunf30aHDSOXnOLvbRejBrkvPTT874FV0jIUHhR5vPGC3fogPnaH7G4+w5xS0PvZTyhjr4+XRI0Y10LUL0NgQkGFk8IcP2fHju9/RBNotPqDbghOtHhHdeUA6mdQXQdQvUgx5lDg+MdnuEBEQxphmSL7Y9xiRnGSIp3i/VHO2uH73Mqfo/IaG4InE59QHfMgOgdIw5RgoQy3YUr8ZIyeU74dcH7/KyxBvf8GHFPf+zMt8fO+SQGEyNEEey6PD/cXjazlkHp96wYzqrV9c/39wbBpPTUxbA1BCn7zoixGzT8SCssk3oM0CLdGV4n3V6LI0+qx5KpXaWkVC9KcLqKxwTjxbrBnJgq/SQ4D2JKMrEe0I8FRBYTmgwLQKbf+49MkC/m20swkT7wh60N/S7CJL5rutjMzwhsChvL4K/GTFH77V+kIGpC/THshqQrJ7I0Zj0APy2WNq8mIS6lig2BTeudwfyOlYHmcvQwc1Vfj3k7oAhRhQDFrg/0EK2I4Ie+GQxR7IpVn9y6WaAaF2vjiLEnsAQTGrHKmtg8DgEImQgtC9oeRO9UVFJxulIY6X9nhcYjLqdCvw2SOPgy3YgG09H+q9HSQNMbP1jNTtAOYCOZcybrHsoQ2n5RrDL5RupSBdhwm7NEg2eT4YTLwsgB4mFHX2Q4qHwjFHCaViOOP+ghfmIOYbSY2osCEU2MSTQmWW13Z5DTIGqcVe2RvUUOWwQKFP3l35yjpU5iyoYoZaSp3dNSvIJMPAOPz9fZ0I+44INGFIvyCIwXjKeRYsRVINeNJ6SqfGnwER8KIgI0D4QH5FzmdEI8gD8rnZADQwVGg5pHsGDCEgPezgvdJybA/aWI9EN2nYrZzhTQHf7JMzfTCe4S31sueKKcS282ZIVWmoFIXVyqs/oivC07bjMubylAIVy2eKTBsphsXFSzZZ4rMhEprwLydNUxt8CmWcG4OE+jFFNWrKrI5C5qUk2f7V3accaXwIE8mrjmd4zCw9CHaeHemcAzCzUyRzNOyMaZEdyAQ2lPb3u5SJxhF5DZwMM8eqzLN49SMEXghgEUqpHVuWdnQ8V+J5zJVYgUXR7AITAkKH4qlG8mw2ZOLtWxRRkEBGdJzqVG3Ol1cP7i8XCNcQ2nKo7goHj5wpBqUqanGVz0SVIb6o7iaocInQDHX5bCSN9KnknSKcA+uh8X2+wodaymK0yvHyb80N+sufdSGPngj+hv4J579nDAEnbo0tQq7DeBd5O/Sm6SLGLjBZ3Pi/CfT4b3vbGV4W+EU4Af8UhJcAvVS0wwuxb7yEsGG0JsEAcn2KEG09rGzouSGlKGpHWdFM5rFpk12BVe4F6lKujYmKtz/61uZJG7PwclOW2jUSyYB4EpkBoTTQki9+E+sruQk1ic7ys13efRTpDKpsoeG4A5Tdx0uja7fRalMaqzTf2fbCNGdBukCN3rW6EMfv0QaZoME3xzoeIkfHQVkmlsxAnEPjNBuVSamTnCZRnowaABIMxZY0lEu9XdFjv+qb7TTZhT3jcB/ySitaKxmLqqnrqRV6C5vM7VJrqH+NCwdJ1PJv8IE4dgM8UTmRBHsMAUH410HgfqAksRVCb3NLz4ONGDHVxu39iORLFyMNkfaiDWaG1wR9evmnYDCniARXPMvg4vTqqeQVq+TFVOtsRGRyIdwcA5u7gy9XWIiMM81S1qYwKSHzmLKKJLbshhKQkFrGGyvakeCqafrmSxWV1uG958Pr9Afm0qdhiLz+BDrbtFnwkMkWS6V1rMFRUEU8ydRPK5nUKcrGKFp5MZmMmpdS4Vge36DPPrz+RL14EnsjKNHhaJzECIFlxo04VrIgFbqsAZC0Pl+eDAngMWm5joDIarLHS43tHm8pycVqdEkNewY793T/mBSZDSsBczDiYlxMRvPGerIIWHEC5nZxhyd4dT+iQhmcDoNCRoGnvF4INd45hgd7HZczdCVwbdOkuCTk+zZcrfWVN80ZXgtqjvlx52+C2EUJtfayTcjRllO91iVRG9wE9dy0M7j7xdB+4DKUuvaXzUpJtNXtFJ2AYEaCwZiwEOSYyKcIbHQenRA1TjUBSodsXqWyR3Bm29CpQRhpguJi6aBkVgp4tWEpQ2rafIWXBCzXoMyFSryG37rjAFFoToDulUMGJIhzKx1QYRKo8p5qWAy1sE4vRo5HZsJHzV9q1AE2EZJmk0NTp6plbOokk83WyGUKPOpXEyKv6omSKs9RXdp9TTMjMgwkk60bwSUh4uXUDHnIvg6I6TTQd6jQtzTa7V7dD+YdYJwU+aey6Pyg9UQtAC0oe1lwnwH1zO46jHRgYImsui3RwAxvBOQEOatLRIHLE6wSLV5gT17oWmRIVSKtYdsQriIjw/Vihqw90XmDlA7Cw0Alq93JFt2F/KhQkigwk4MZxU2Amtpa2WeyFplB275QRiPqyAhhmQMJBs26UF82Bz3IqV4MSEKRrVRlmo2XCDmgbN6mlYw2dSg8hdWpJSxKLQeojN1rhOZoEkSIoVc028BlgcYiAA9kqUGmCTKj1JyMVbIjnV4zjibbtstwvVyEz/gvKT/dMmoEw7SxOhwkI1JDc2wo/xHXjInC8uaVHt+5Xa6e4NSnOTUQug+ih2AApzgLVehHVWlA+mouEM1tKFXZTIXQBK0nwEZXElHBBLMZXhd4Esxfx+Xcc3K1+JPkhLw5tMBQens1otCbCKSWGTNtr+Ixj54zr2WJ1A8wPgtIFSVgeU+0rk4pXUcwLVYu4yVz6QFEQJt1bMQY1iDcRC1UJJui7BiTxYR8btUH4UBSgzSwunYtKQVmgqPxrKhmk75cybpYKJRr9FQ0P9PsHqQghnrzKEtiYTKXytOxp0x1NRrUgLIWRdC6UNiEIlDKQjUvXRDFr6NzaqGbbMSX5dm+ZHVc4JopPpPY5RfdlLoZNu+YoFucz/IviiDhlZ/2FCCA90Xkd1ZnC94YDNhXUfElvd/6V+LQpTkmJx5smzvrPFHIhMzUvstneFXIO+RbwPxBaALWERam14+RKzZVpwhSaXVuLi3yEk6yoaRK9oO4oxoy7Yuqy6OZNEf73PuJVNdUwReOwEOWIumSFmKPFM0RhElVHr1pj85WyiF40KyabZU0ZjbUXWFKrTSKraQBppJCaQ2VZFiNhyEBB80cLnUmydhqtDWdIh+ZDqxpMbO7LANQTcluG/IlEXVl1Bk4kW4gsm5WDPLEb8VIalzGnq2TCPz+VozYI+aYfAOYjy3zp0pPFsjz2y+GJ0h6ukW/d1B3iAF0NfR+ukny4jC9QawdpnsvpsImkBEY2E0lRJoNtRneAJzqUShNLs8MarEM26vWqXeI1q25VQ0HqKZKkolbmmWTSJPRVnNi683CUm9qrbGGUohXE9hQmoyIrLppx+U2JPlqY7Q+FWoDKS8zjUgZGqZlhCgmjFnC5Mt6rnbnaCVRKcNWsjEfTU0IMw6xtatCww2KBwzDI6rZY60YViOONJAfY1CSgToOttYB2pYUm1kSyHr3lSTTHEvBLYsFTMVkS8zatPeQ0Amq6Qx6yKsLc8c5RIiIiZe+Ncn5G3JEfnBzC5zuLHYWpz2sYzSArcA/NYdW94x0NHwoD+XLxYDrvxuD7cWTapbKxYpOabJEX0Jpyue5AQlhMd1khlcGfER5spc7pydnJ7zigU2iFaMllAwMr91ihZ1qp7IhXCkmCuetTsIbp/aXGSL4yhI3Rg2YTGva2DaSU2Ueb0lLR9J1gpiSlE26ou3f2mNMqqXfKbqBiric0CpyNhbRdDQ2p+QvMihVUS+qWJVEPySzQFRCVTw1CJOjKFqkGG7q4zWas6brLJimeLkFiJJlQM3MoDDoieicVOy1EJ+xTBbCaSB7xVRNPlMR8YKuG10/VY0RHj3K8ome/MpeAPD7v2fwfDx37T/gbKdD34eN8jIwBpcN7LuIem0Ambz57EiViY3s6qpVG9MMrwn9HeVDMCt8NJ74urQu0dRi9q4gEyRXnGUSqxqOHJ9R7Yo7uI3e0CaZpAAeGE0FFXoLCqxkQWcYbQPc2nCT8UrUkswZbclEbwYCJJtIAeqy08xURhRdNaaYSt80FHml8IDtAEow7FgVTDUElPFmzKTteirMqBtEVlwdklFKQibo5A1wWsvcaWuMVuqwzCP5PZBqQ7MkNyZpzQAhaXrFA5pXTdJQEbN4rsqQC42CWE+2iCmTZutyIT9I3FiovrlEyMx5sLyJ0tRNrXhyjMDgdAfa4bG0x6H+S8FWdXZPlCtrYHraoNciXWNMtWd4FTjV3+Mvd1Y8/13xEjEWJdcOM71Ac4mR5VoRxsYFZqFTv0nXsErvqkE1zqNrVKn9RjWx8Oq9KO/K1SJsN5OWNkdXmFJjckun6qVsidOZ4mgHN+sszBQNxR7WGcliUxNWYepfY2UyIms0UQ7IXSGX3EMhVWiOBhE+KlInKawBUE+q0k6usSd3G5UiJHB/rePw8WKHyGwDaMNuLuyVUGO1sZI46H5/PEU1IKkJ62PQ4ao/JCNHFUrFcrk6WZ3yWf8AlgairA4rfhkeIaH+IoLPxgJ0YxhKrLySv9kWNsoD0lr3aHSI67DOYTMWOhMfnOEMbwDgAjG9p1wUXEdaw43gYtJmIbIuQa8WR0vNylr99l3ZYU0dHJDWE1qmVJairnZdTWxVkCkXZW4T9yZjgqAsemjSXkc1rKpp5jZRlLLOcKXZHEaGhIBaGpJphiJJgYRg5liBdxjKhmMy5qiUATm8Zi6jHzgahHhULCsUlJLIkai6xhpraI1yHMiox3p1XW1Ko7R0HDZgS6IzXKMTZkEtknVaZampNaeCScPRsHiQOlCw/YkjVRSqyAlCgfd9cYYLLgCrHUv+bPQjOAHaOSHnjN7QPDgbo33PNn/2CkBXZhdYnmzMG6A68vkV5n4jhjZmeC1A7Of4L0mPAfqxrwlq2YnWSkqmclJkN0yYLotoLOp5K0SCMg0n2NRQCdOaybMrO/Kl0AEybQ4jW5dOlVUM2HRFq2uNTOhhtF7XmLEgFkpW3GklZjqvRYLW5N7IkPkvJVNRkUr1505ZDD2X1hCCiWnumJjZRPJg0U2rN+yZDttawDpCoermGzWEhj0VL1Voqp5rgKlVkpSJ8wKLpFAVBxmG3dWhy4J0Q6aE1ycL/4ILnBiWDgj4upPRofGesP7Al68n+eED0PI5RgVfLwP6XvE6sHNtOJk0bahS4MrAkh5GwPH1NjO8AdCbccpfe8zy9v4Qwd3GtaSKBF2matOjItGcMrTeUHSpEsEHm0Tk0Z4adXMyrKmUAqplmFotdXRr6jRCdLUVBwwmVZGpZlaRxjEZkckaO1eVSUFNe1xNKipLpWeRTzOMos8D0QJJlCVpWjLopuAjTS4NWigJMqKLSh3LycYyTWSOpBhlJpu1aushiJcEUmBjawzj0oiljNScWtVdIIGGmmi3ZGLGxhmehtybh1tVqy/5i88I8uTEUNtZ8UsfHYaH/wBU4MaQOlyOKLqelwO1WGu2zeG17qYwUfQPr+I14gyvBf0RGN0S068NEV2EyLJrWJmJXsht9F1gUa90TlQbImWbdo2yW4FY7JJ2bcC0SIbkom1kGbBR8tfLojUA7GkzbNkD9H6KNYnCL2zGhuqQ5A1LxYkZYhPkerUdDNRgnQasKdO4gKXilELj8zwCU0RaGeU5uBHdOL0P6r2CNGlR86wMLdk2ZoBiSZTkKjGFkKlKJwwgFEnZVWVsEaKNVYVV27RyFCUEl7c/sNT53D9KhXrKGqCvUITyUnYz9IIpXh7430sD2KLBfk+g0Q2gG9HFGUvqMSp9tcHM0KF//mFtLPiDMNz9WsBavW0Zex1lWWvvGF2NEgitNeAoLyHRhHZy2SSONTYaWoMYFGxLZDIn6/d+xIUZyYAumrhQB9RQUpt1P71lQ3OcjE7D6XbjrSWgunA39IfH/skZCiEZkzKZy1B6KFz9iowDKp2m1JvhyNpEsm+glJyMPcsrLXlYMaSPp6SOsFTTJ/Ew462s9sUFpVGNnXBgTLDnDwoyfIXAWX7cJaNQZE22xTLUD4+erv96jRhMQHpAfvlDi1ye52zwPzv84b6xWjIUQH1PxPjykEbNYDpyFi4A7F4BqNmE01rK+UF7Kp3h5YDPQJ3xKz5aEAj//FXgLBtlShUwIDVRKxvd1nTjTLOBaKpa9LV8UZuqqgJu2y5iqouWZ2/1NgPNobhhNQ9fqREijVY1T6fE3YIlPfwUh0jaLYhQCr2eRmyX6qtonqSOtjSBKaMhb1JdMnFYTbX8nSQbSPNAzRppke3gbJeNqSZxLyuNekiyp1J1vx9SKFsSV8oAgi5SdX09wY4I10y32xzuhdxwkHjBT1qlIL4Yv4ELPKnVzv932zkZfuEU/oYP34UG2B3Rw+AFh8Mvirymw7H1WDXV8rAxsDD0NeV2m7qXpGDIN2SKPcNrgRaErhBrhXpdeQFnESFxlzTMEpcSEYT0hFbo20AKA4dIReuTSGHVQmojk0wFeWS4rlwUzJV1apBFPtgSN8xYeFBDN+azPW1LDQhaNbM6mawVIvlS97A0ClipWIY7nP2VvBduZ1IanWTN80XLkjg3UVGS+gbWEeNVrerYRIpfSsxCEBtNwgarYTAKrY3HZyUOtHSanlDzaz1xZNEd2IJL/Q4Oy7E1j68ZLRuS0WhV2iEC++30UiDTSOBvOHO5n+ob8HJxA+DEkn4xEFcUhyN8rbNOGIpPs+EGGI+K4hbBfKNH/wNJtagmF8LaEc4wBbyrvg3M94AZoBaMlkyWkpehauI0OoWJfCSralYoJGuEx0WLhWm7aNAuHUl1qimP1hA8OaqxNdmlb41OTJSAySYNBtJmzXWH7qt6JBvcZjZc7WK3A6MnZolXEJlQBITR6DK1D5iyLwV3jMRM3Gj6SLpuhMm70BxL9BKGr+FCs6szd7tIKExqiGQ1Y5eViE1lohuSXjsMsN0mL1fUPGkgU6lSdFmKoLIiWRLD5zhR9F5xEowYjyc6Wf/dPZh4ciK/WIAmcTLwQ3Je5r8qqBNm7q2D643LXquyXtoLU+57Is+BF1D55wa/37xBxksgp/QuXt9Zw1nrompllyx5FjqY1JRuGJUTR11k0XSbEES0GHsC3RVH7HwS1WFQAvSn1LJmmkRv0Bozb5plJZmIIQ9nZNhaeMwqPlPKN2zEaEyj66GHxHGy0BDXxpMa6XJnPgZxxa6DNN8EzciS9IpyLUyWbFi6rS2bD2j1dGEhshhpBDBcd4eKDTazJKJQupy4wr9SIVNkKTPWWoVCDVSajU+rhWgp+Fs82vI0vgw8MJDXX1U230hgREh/wyasbAnIXh7UQfXSehu5LjRSlWOhCNKlxtf5M7w0ONr3w1F0gVj0eNWyYXKWNapKL3qlkLtBi62YJSC6GklXxcpVHo7FpclktehUO2I1ysZIH8y4FcDjawhJutzJWKVf1rRgEs0A2zCIA10Dsi0VYMqEs6Fgq1EkbSUbdPLhVQ2qysfDjWqTGZEN57xiOBFdKNVoRcZurKbiFEytHW6IGBHiRUaMEGUHhBo2PeFYaeVAtspQ+MOESXd4YRwjQeLP/rFURYiQu+qeDA+Dp+H8sjsd3pnvAdOFoCbWTn0pZHIn2F6IuhEqf0mgiQJQk5u7neIg1s1rYKOySWSFr/JgzgwNMnn6TQQ+H4AAUKsfCwbL2SvZroRLKoupYe0DEeBoB2jpuWXxrdn1jVI0OimTbFQFCVEpVJms00NnbDeVuyijVmrjYgdpzJLK7jhNnYgpRlbKVGxS1fafFKpZKaQ3s7XDcV/KhgRbMuexidczyVhWwA4cZovoZu6GPUznB6/tSbgt/otPNiZTr0QQnevkrF1zjBVZbFjMaJDhiwZAtRM73s8DEOkCfF877EaRJEXBWqoqFyfLs8Wxrv7h8L304UToZFCHMzGziwRSJQsKFzmb8ax5K0xOq1u2Bls8IMA+0BQz5CQcib7gafAMzwB84Om5KD4KqE/IrJtaNiS8bEWzqjShnWMBeiGWpPjBVFRUpNK2j9EaI0LJImtqP9VyLyKGpa4UeVoaxQ5OSFVTgR6PVMlOwI3HwZpZdO/GJoS2sIaNyQz6TNVZI1JpFptXhsBMomj3HxkLvmqgZpQISYygjIZnc0wuymilETUuK+jAzU2yyRqe6rRo7KmhKikxknp2zzUr1UCOdf1AyR8eJMxvXyIUk4Va+8IrhyD0rCxOeY7j34KJPyGgItpR4ZP+G9EGyHwSfBHw52OeCdO2rnXeSJEetKOapxWdg+ef6JdQG1f8GV4J6ikAfpCc8Ndg+C81WTcitNC1svBqC7+IwtKmGrVjYQ27Lhpr0bpQu8ogj/VqN1FR0SsheiOW2d9dbKL13+yLsIwViFWx11Or3jqYSqN7rQ25MVWESqTi61sScaDiWKUUFdWwToQ1lxIVX1RKMXwcHkBNah1qDlv6YajCei86U9V2LMZYibCUgBIgJ4JFrpNx2r8JG6qG6QZyPhIZVRlIOBs7+pUXUv5iDdSPzUMSDh35j4HFSvKc4OPdn/B6EDALv8NylcuAa7LyP83TrDXlj2xtWpvA2c6q3VtOH8oNoFO90JCC0zz7pxeHJF1max57hhcGRuYn+gTTKfBK3wThWskqK6JFduE3osrQXNle0K6Paa3wws+yJWEaZampRCG+FYxNv2O0lZmQqZgvwiKJha5H5pobOcWExzmijGr848BkU81YmA7X2MMYz1EvabPLkNSlLLlDJSiHH6mFyCiUBgUeTWvkQuYbDnKYyRhgFpSRdfE6MqMw3VMLuY0w82GDtgUNsDUsm1McydREqRTWapymDF7zyfNlPuBMdiGco9TQ3EfqIcGJIB3Dj5DkZ//Ec5SD47+mT8DsDpM6TDFwsI+8CHQGnFgjnSgPVEXjCy0YK3Z6IgbBfBfkDYHnXj+FqzWTZSNC6xzoNT1glIgkkFERL7Uc1cwZkaqySnSRajUzUlOy1gBZIxqz7KOFiRKo7ErDOHx8yCRT0zSjnukRm5meTd0Wm6CpaWXgMHlqplu7RjCOwSd4GmExnEdPjOJWTQQUdEzVvZN56j4cyFutYSmiVC1M82SZeR2EsyrJNCZ5lKXjARRvsBWUEKXmkbJotnnwFCk1Aqmy+qI1qhyFbFiIgs2Fqp7z00rAn8KnB1xzWi368oN2HXJtsIEaF3DbLFYnU42t4O7qVovyBvZiYq51ZnBb36ehLmNV6/HUbW28M7wU8BfxzxgGLvlbaFwkWT9VailpaQ6sLhtoKGUNhl9lYxSLqm1zoE3DaRJq55VfM5Em4BQBxdJPq1Jq2EyGqJfHIYmbgVBCG3elbgcsi+mfTNAcRCXsaoggBN2Y64mSqIxtxfGg0rF1qlck5KPUCtaqhsVohfSlUo1JN0p0DrClYAywI/dW/ROjq2ambWQwlSLkGmUcrgAK8YptZix9cSA6vtDXkzMWokqqcfYx69/gAFMXFui8zQhwoq32oWNuZ3E2fqNkgI3bI2nposwM9kH2Wqc0JGTojc5wCAZHrRleFhaeyxXc4BP+GO6OXJgRC7AIrStTcUDG0hOO692SJg9djXpQaX3lrisekCJ1bLfk1ujlhC+zbcWj7HJj/GgGLcW0iNZYsQa59SrsZStS4WvLgF2gYyWGNkAPRlx325tQR9PD1Iq1ULjonnnEVOrSfR+s+eykUxD6nZSuZyaNelJrN5oYnxRqmwEzh+JgKdJU3Q9tKu9mdQVQTalnZRZjdFzxHjPd5QAZYZnV9BeLTRstRcHf0CnL9Stng5tbdQdnoDojQ1X4tx6nC/+uarVaXhgC1v2RcpDRK/Wx2nrt3TfCpKq6BeL7IAQU68Od4eXgbOd0daoYUOBLVVk0XkC1TMMOEXqoQG9NNcUaDYSSV+yQk9N0K8VoQy9yKxNFWBOYgqLIbbjxjclUJBYFrQp0zQcvjXsuoqE4yKPAmq1SGl0agbwEQ6qMCNW1VGZDUI1UpBlG6bB5sPydEjnORVgDqCai7Z2A1WP1sJmknT4bSiBEJbQ+3zzypmBpqs5TMTWpROahlExpUJYPzMW+HExSL/xx6oFSP+oALfzEUYbOHv4PJABvo8grPw+NtMJJkwg34aO022DgurMybUEXk1JtXbCFoz5bnXYvfD5nhhcCxOm8mOq7wFh3WcCFtb1UmW4C0o3DBav1Fc5gQpyoEcG0rteql2VeXZs0lCMfiCrDgNp6RyWPghUpru4LZR/IRpQ2PdCqBF2YcJpWGoXE3m3LiAx9afdKPjj1Nga1SXKNGEaruwr91FQlqr86DQfSJBNKIzpSDlNWYjIlPrLNxEkJQoXHUB03DaINMxW7Ch2eG2oIwIxCVecRsxVzMLsBVVRlyVyfT8fuaRA2U3V0YoVGIv5t/2/wgbprm1sKU09Hj+Zi3aHQ56DRyv9XRI5+OAkny3X9LZ5wE6bOqbTWy3WIuUEskuOV39WG7cxBb4aXgJrDPAbNu8Crvma8fIhesQNnTEZl2oG1gMWciIdSqkGtXa/gtmiNShWhlWOmzojglG4KJjWQahqgxNqVVtcj2qJp9oCKax7dWp/mFKE+JEU1dmSLVXkVEMWsxHZFToox1VQCJ/VR2jDdawjqW43ElLokPYcSLYdRBYYray2tZUjl69wJbUjmV47K4zH2lkq90Gtg8RIgHyAwz5ZQxCQrRAdwTjoFRiltDoO0EIkZDx4vo7i6WRzQ8i+I46OL047YjADhcPh8oFyjvyoitwbt+v2YCxzgGjeedcv3N2oMrYVKZqMJ9ypuY6/rzPCywDcUb8mT/B6gV++wkrkMjW1BjSiN5KXohs2IFGUt1Zjsado0WtloluAV1cKeAdsQhCAHjRQlz4iQi5DUFHJrW2ZRw2ao4UACYTNKjRIfCUeUO5udQ606RuZk61nBsmekrsV8ZVRdFoqkj8FUDgA+Rb24C3FFJIkbafGGZCNlIH0jK7k7lsrY3ohUh+ZOBlNu03F/eV6NNToha0FmlUhrlugOzREOxtql1i4lY3XCu3y6eKdrcuU1VLoCNyRcgycI/eAB6aQYQIYLdZD19OBFVwEnri46W39VZr29hmlqyAEOOj3OqcoMrwanK/8p3Jn+E6Stc2AKxU/mA/uyGjMW3l1cwj0ZkSl3vVSzZG3c2JWEyLKHSkFNUmVbEuxxRLUqYRRjtqsUbfthSzcKFXRlAA3NKd0i1CQ2WW98oLglV29MRlF4sdswlCHZRBODFsGrDmW5DcBCGad9YLVMpWfWn+oByyDo5oYtaRX30xQzJkutgbKJXeVLONKpp4ULkazQLGl25j+GG/yZUz0DrQFEvzMUH3oQFqOx3OUCK/1M34Ob3p3t7gOi5ndGoO/bdFp2QdJfPudRQEELLbd30V+CLUOxXLn7LlhXnOHFYMUfxcBiYEyOVYG51VLCssnCYu4VpFWmesNwososadAxds3Sj6YxFBL1pFrNaNQiE66MtJJa9NZAaVQCmttHk5GBJ0WJwWdN4ghGHKytITJ5XMvZdIJg8IStx3fKdGhoBOn6UbKBKanQgNkxrWxAKyvQKhY0ZTh5jlo2pO4G5kCKrFr2pHatKdsZqyQ2w+qbhFMXaNSxQyLVYqLsnw6P3QtpfZ3amEzzR3XdM3aSBl4yRaRuhEZb0xvAL3us8M7zN//kMuRKmMeNgdjidghoFMrgX1KVF+L/qY8R4MajLw1KZesXeIs1iNa0UBXCjdZdYA63ZDO8Miz0lixXfA7aSyjrJoXWcqpaTEqmgyrqIZrO3tRMkmvTHvAe4dpda0k1ZNrWQm6OptwastXQwLWu2ggrGMdUByeBO3E1Hao9a6qgLEEbhpDdyiC7IrfpTHosGk1RyLLkoOwew1HQYyVmtojWJrptd+4qk/ywP7TSlK1sI1V2psaNt8ZUG9hsdDi227uuaU2mgnKNYJSsI15NNiajBgLCvPyshLLNPyz0MNBhsTC62McMunUGyZvAy/z8+Vq0Ru/RPMhW/7fdw0iV3y0GLOwH4Q9VDNCda+tW7UwGbMrMkqA6KpmWnm7HqEolFzO8KuAdY/yHTxZeJcFq4squ9a0V76WlhQaMeKJhKdedVlutS0lCG80ByXVqw8SelW5v1GWtbIRLqBqhrVytSsNIdsbSURxLIwstU621mUmVEQc6FHZckQ1hTUkVVZGbBW0dpCthZfTSayOmwE7BVPIBdTSuIFOlprEftWfICkjqXAphdRv8mVrbTGsNi6+ITUYe86QiSFe9h1KYMEW0i5+Wqm2sdG7/fKFQYuualjHZUuJp8niqDLXl35a/Qc57IXYYeUaPZDiEKtdhGx+WljsL2ekR4IZ3zRn3cOXPuuvn1M3CQIy9sqZ6CCGHwCMaFWd4QcCkneYUGDO4WpxiPdYS6pkXV6tMCaNLrj+tw03J0MIZ13E2wrjFuLatk1dW9qgTQnSkSZXhxc2gTiQXTlUa6VAtNVkkgZfjneqRHWYQ7jW2Q0tILY0qqmqmWC69pcgZp/ozE+oWNVVmpSVSHSpjq8kglLuZRMURr8qhmmbIio9XsyWdZrAylnX8IgqdosiGRtcqK3KdY0T6GyzYCSbTQDKjyjrdu0U/HnM7klLuhN6M0O1GsBd/4BneA5GBlC8AOZ/Qk19SHeAJbCgqrJgNsHm90DLlgx3aDxlgVQeAF7+j1zTW9GZ4CcAnGO8A40MMHhCrKSu4ljg5xKprE3gfZL2bidqgaR2hFHpVHCkyS5OO1FB7LW2tXaPLoqctNQxjegeziZNa37JsVWQxoIpqdTQRGYe6jANdhJm0RsOUU+PkohdzDxOZ+o0cmY+BlHIkViMsrEoKDboOwFzWbEpYVdbWmvlwZZEvR9DVyHIQbKdWySqpqXTydqmuKg0ptwVjM2gCJKYHbdTQLCraDoQu4x3TzIpisDkRdoSy196kTLxqhGNFgetuRa4m1Agr+ZhN7QKKyvFd9I1cPiTts2M+O23Ycj+lZSpDsRh6L29Heec29gyvCv4eCP8W/WSxPMcK8tppCRytyIaVDSRRCxcrtJhhd7pYWuVbtkRUSkmv+pBvOkZyUiW/tUr7tKkG1uiIlwhk0kmltpUEbmkko1XK6mQ8tMEEXkMxGvZK6fbOXBuJTJAvY1VXNsueG4ajNmjaZiv1lqlIRcI+CKM+6XwsnV2ZcqjYuLXYC3kSWQfoKyhqVI0jC9lFQbyQ9GBflymT0yMbOD71oo5JaCY0miZhhpaI9Vhj3b5/sa8vui/5TTZ6D7oMnP5o+W95LIVOBYBdISrcdaCsfclt06sZ+Iwti3UjYxgYmYt1xV6P3FesCkiN9RleAjBtCP3wVpycrk75XmPpcul4lfcl7uVUy5+sIqjXsBYhG7pts9PVwUStdL1InVGh61YuiVSi2YoQRBlPdw6yBqnSIAbBUCXDoY6aUxhlJaMTLRbNNGLjSK3R7EzdDT8CaGRnE4OaYgkyWWKYyVRVJ+NQc5ajKRaPlliEDttENVc/EYlhfjUyuzXK7PQOWkrhHlJJLWbGXJaE4LgD6iM6iwuEQNJ2Cc+oxPYarO2Za4GSZzq/oAq3WTOPyoKP8DHxaYes/4uBTz4rAOTloY1vBxeA3fzYhW4yoBMtw4amGMjWBKk2bjRwMu14s/tQTF+oGV4aVvxzYIaAeL/5Xbhakm1V1UYmp15NOCSvTbRmcqY81c6S0hp6RVsxWoMmejfR0Z1JIcom1J+31oiQ3Nh92DVI/Gr3miKI+7uHqruzq7sfUKx5aKgpuLl7n8ZQ/5+71+hnxx5sUpWUvachQcjNTaPlspZ/vbfLXzhe/s+HkO7vf/fUeqx4UPuLX+3e4FDVOgha7ZYLtIOe2rkZECPkMD8AKSs1GCqKGAWuwqZFUwnQWTvUAdHIYtSoVKNDJQK/j/Uiz8nY6J4GEkNFMEfKqBFWPQpMf6Wiqq5X53KEHCcK/34BYIfPA677mjWA1uAmGTeGvAD4YM0Y0m3A6KA2FEvmsms2vgjliDNR8MIiWQJSeHXGDC8ImjK9G3iz9fGo/wQhehFrU3ijkHI9BNEEcjLZVKuOOhNNKrhts1ALuCHbiaBS06amFbvyZl2uKu3UFChBJSJeN3a/aVZpeHFj9x7liw/gGVla84PdD1qzZKk/3L1hxgJOEl1JvVAaGa92o7uB0YiZi1/Y07XdaywP9ngX+cbuQdmxJl/outcqYeBXUT8/+J7Hz3ZddJUiZjXjZZLjdmAE1MQBMS1mOFotdiYzKtFIMiIriXUjcVW9yUAzGZSysr5wmKH7ZE4tmItVGUJSxoJBnsleFUPKIoRY2jgv1m0QLHidr17wG1YEao0epb7wcRFwFz1T5RmysSdRzNb0UW1cnQH7WcLSoomiZ3gp0DOhSQKsL66ctnCAXqek8eqSUI0uz+JaZSqLqhpWsYOH2h/swDtjqhqjknbNYWONTZxUiWmJW8sbu7eaWQn3Lz8Cvdi/9+jIR6g9eZWxEzSQuZ0JICNAmqNn+SpWmQPLKjjo2LbMEtc+RyyNyI2AYuxf3z0AfX139wpqN2Gbw1PPYEtbwSdV2YxS0dd3P1K7P13BgaEdp5UKsIsRLjRMNKvEMVRCex5JDZFdZcxhlgRZ6DoTcA/sPy0saZQHzapYhQNjIJj5aJAc7hXlC398kVM9Wo4ssSG1jKrJx6HEGFgw9zAb2FXAZV0cslGpOxs1egYs5UrzQOB2mISH68aG+kQ0VjJq566UmLVRdYaXgjy/yasKSFpg3gsDcilp7Q/c2sFA8akgRWAkU8UygBw1aDE1rApVxs4sgQDAvNXHzKoaghqjLXl/+Y//+1/+8pdf4IUqWHCAlgJlePFQZ7vXL+/JkJoxdmIECItKlQGhjghQih/wFDgCvJjoXcBLjSnj7wwrC9/7l0qsLm7vXmfHu9egdLB7XaMDtkLBJ44QlOoRne+h3eNruwz0Hh/stufe0DFGyIzHp4PJ8cAyMEqxBQYPPTwn6xn9ngAHOdFE5pI9hFKt/GRHvT8DigfLHpkR8R5cmAM/MZyIaGOOplpaXZgC6IhRyk4hCft/Y74Y7sdeBPKAhHwP+NkBoJ4l41+NuLoFJpJ1tdF/iarqqGiafhRUw4B67tUZXgzyqSTPxyTAsszKcQLKF5lswlZXYcob3t6npYhNh6VVCbQ2N4IwLQc1YDOaPLtnICiRaprxxW31+C+/+PsvDAu5PUWAR4e7u7dvcdOBc/3RwYIX/W4xA3zEMEvR3fLeLm3e2/0r6oADSm7u3ronJfAQJS6W11G9jZNhjUBj0JhQtl0dkWoatof73tfv/fev3/v6v7/33jnY5zcf3T+HeQSCi6NHB2cYGYb5/VVo39u98XB398ZNBIfL+48O9/clwQHIjGLSX7HdEu1wzByR2in4czCrAalrTI7INhSQZDae6y2b1mxKmOPQGNRSJZL5qRdzSNNiYliMut27DWFbzq9+2Y8JaJc3MJBRmSbN80gF9IFe9s8BukA9H8uL488IFgX++sfFhje/H1KgDkI32DTE0YRyrdGtrMoMLwe+R8+ETzmtEy3iLHSgliZQviZrVXmqxcxmAqoqBedWDkcovVJPhRiNbpdGiU0jZTJL2G5iHDTSIt7vF7/4izvkTZD923Rn36gO3QPGdAd0Lte/o4CBGMOmJeKp65Ifnx9LQAk8keAGgrVri3P4T1V1AZH2NFXqOlkYDlmArmGU5+/BAxK+fo/MxRXen7l98BDBH0xzqLGMEcDh7R7rGuD3j65DiwKEsmi1fHxl95vzxeWP3O6r5flxjUgRIH25Jtvzk8SZ8jiUNExk1CtufxOKkEqJx9JiHWrWCphs1W0UUjq1Lh7ywV6nOjPqaozAT9GhKkxNsZq4ZqSn5JGjDcFPQvOOny4DXvTkikF3f7e4p03gY2SA8kubsJqcHpeaSnUwNBxtdJqUzONlzIs5ShIXdz/DBeBLwbzO4ScEeBf4HMuzLSFnXrCsFNe1XoqE3mRvVdYUhtL7Y0QtcYm7IpNOaC0lsUFzeY9tiCoW53F/AKgiIQJcHD06XCB6QjOigj+wEIORef2Al9HgNWD3Hi8P7t97dAxRSW7ufgZPebC7pyhxuf9LuMHFje8QK9YYdDCk2aO5FilmAZ3xLv8FsR8iQLhAf7X/8uH+jd2vrux+dX7vuw8X+5d3b50v7u7u/hURIIK86wuEevuHu/cXy/vffYKR+tjV7tzt4Mb3zxG31og+8zXAax4Ou2TOeRddPg8YuaQSkq4SRZGtjefOb4s1OZUmpdOrxl4iuZEZ5qAJDadutAgIg1VD+JfZTBWpiIY6xD42vFB6xPR/dRfkbYB/KnAT1jpMDQUfSuzD6fyQJWgGJEIGbGdvzMgSNcPLA2bylHEgfw765EzLhgtGW7mWe1aYKtxBWk/SkFJjerVFbrS8aFW13NeTO9E2KKPBGO1KwU6njZqppRv2CPAXqEJRj8Hs7cFPtN8TOb68t3+NbLBwLqpATLETIq+KAClziMYwDFWEjbz9en79u1sIA33NkPbZCVNFQvLySLWppSW95WO4PoWAX/+Lh/1w9/jm7oeLy79c7j2lqz7AkOD1rqEzuFpdfjxADc1xABgEzPCQe7sFL2Rev/wQI4Lf+4C+zxcCocrJyLBUY4+0IMz7omGhyiRlC6JtdJKaKbWUNXdBKrJqAyxbaT7ySFNQ9rpHY2IjEdBz8oW/qrmoWpkuMq30vCdrJ/o9Z1AIx3RS+5zz2peG8bcCJzBlt7hT8ZvijqqvQTGagP8GojYN2DgmBu4MLwRcAHg3EMDzuyAIBPW3cHWyg4wvYD7Vs66cJllKaXXFhk7OwmpbrpDbQJ/cUQA60xabamowyNWEaG0UnWT6S9zfL36BCA91XgN8fP1w9/A+D8hNcfrLWA+Wb/BUExo6vd3fP3hEL4mwqkkWuuJ2vji/uvtnxVc5T6XIHcYsx5F9nQv2SrpPyaFTIP+nEFDOGLau3v5oubz56CteqGSsCn+M+PT8nm7/omsMAkwEozwADl52buxeu32AkVW7wC0dBQPV7oU1PSZqBnHYZgORqGt/JsUUhTSkftPSepElkS90p2KNOrxTFBJEVTgYGo5IyDo4Jsj4q5yfQ+kosgilxIylB5pEjjpY8GbGieK0C0K114QL7gOvB2fld8l/wtvDGGJYgjVfNpHK25GgFxVB78eSMDab4SVAz0FzIrlshF5CWujesYO7KbRbbEg9q4IvkdsTi+NfQPDCZhoxnLFZhVLklwLIeqVqk0bSHhl8BV3fv8oBUo3uAVEczhDv7X5UtuAnHn53QLFudcBz7CMCvAoTigCVN4nvAitEvLZ77by7G5gFvx2Vk9HJezc1jFMRoENAXQPcX1z/bg8BHkLQ3d0rtMzriujo4fKj3RvncAUPd3evIvJENKoDeBBL58eP9nDajACVZ8rjiDDIxwoDaV/zktlhpmnVS7PcJDQaLlntXWtvhcVFjO+U5KgPafiI8/sTgZlqyxZAsS3l1QJOlyrNJLNzOj+z4+pQsExLJ5kXFbtpgmXxJFf/5Cee8RDgK4N/GKbgIr/kalyZ/4QThyCmAXTpVNaBqmRFpm1rwqwZXgIw+foaiCeSc3uqpaplpVUD1MrFUk01EqROIREVbEDZfGIRrVYvq2rxA7VBuHC7ogmgggnb9a7pTUJY0WkkhmuAOFEFU3eBQeLU8iuZod7lXQZzj492d+8yplME+BUO7mCXjZAfPSqJ77k+3kdQpmuA0lZKpx5RHZt9hiVtZOoUhd0fQ0CNbXl+sItA9Hz/8u4nOH6cAtMGToEX93aP2JYP+V3/k76wgg51ADZ5sIsgle0o6yPSUTgCpB7RRQh9YEEmRqFLEarwNVQUktWxEbtcKMISK7bUCbS2sit+xS0DwZZiw6T+gOCkrb4/03mpSQ8WRSPDUGh9uTr14/5AxGpY9lj/b9JprHsxw4TLblXXOFS6CHMC23ky4Bs09IXauBHO8CqAj0Le7tcDT5xTLBktR3sd0jhx0bodnQ6JMEULK/XGxjQqu+Sxn7ZiQ0mU1lEHWrKROlZvIIDuT84n3g8gM8sru9/wZsf58mECI/aH0OpDkB9+d7B/Dg0Ec1d39yA94K1iCI8pWZ5f2b11Dr9za3//+JvdS/sfQOcczhNx4Ie/8oUp92G7Kov2SRsTTwCdFAE6BPRTHHBYBzgZxnB0g/fy7lXew310nfepKX64e4V3dh/iOM95APyGhyYI7dAV5A9xYG1E54gA93gNkE84aj4qd6saaSbNCCFdkd4fK9XUhuM2rZwqwITaRIcJLNrpOmqAlJbR71aZjunAMKX6arBevHrgO7/WGr7hq6RV02wYS9u6InmJx0+7ZuUbXs97tB9DAGy/BrjBI6N5xSmRyjDEJi/QwxpNoR2OiXXlGZ4JvBhxglw/CuiT4Kxjo5ZNrVlVnI/yMXlBU71LK+uIVy3/vvOK0xSqDL8jqg3TWbpI5pZ48XbA/1eJl9mgzPiId1UB990xDpjBFmwhhBJcQjD4HU5DH+fEd7dJ9pbnN02hNcLC3Su83UrwF0dqVLHMkTHV9xUqRZehqBMbQf86A1GOEY6OoxJ8dZZrgPu6/LhkpQ7AVvbZDuUNBIpwBDc82GsLfq1k94oyiku7ssxpDZJJSiLGrCEyH5WPkmOVpKSW0ypNR8ECCYUcimLP1lm98Wlh1Vznq7n7q2apWnDm4NFCKwfKZirJ6PZCsl+AF/kOT3pe5D88XgAmHmfDWRE2PZh8WEGJt7Xlhgw5AH+ghsBzZ59AT0cxw8sClgIXhkNArJTawFw2igawiLw+xbCQdFOUrtcvUaK1JmvNqRZtUkN1bOnrUhHEeq+YstFmV+i22DUNoahrgIvrN+EiDpv7QLp9DQ1AwrEcfnUToRWvscELXbu8e/vawe7x8sNIPlg8PLiK1g9wHry4cg+R2YKi3QfXaQZdriX4MUQrDPAcIjKrXuGceVErQwOeLw642xF5etNfOYTL5f1fPamou8BU/G7v/k343sMjqPiwFw8YwOJUmJcs24hgjyP0MDMjA2J6q2PQnDSwfckPPKX2flHCKmeJKYW5lRudrDG1AIzjE6pqslhOCNgwWa0qShPSOEVEyGRu605MY8SgeYj8DVF6FXzcJ257M16wANsnlEG1DeeEMYzd6rYuAYW/4CuahPMNaC2oYBK5lLfqz3Ax+AH1Jzun8ID841N+ECc1YrKoeraG1vMKXJcMZWV1CaryEMBSIpLWbrWOFaKJXES3abq15CtuxnsPLPgkQ3VIXtkpEa8SckRVdQlwe2QM3Fjlw4MA9qLE2dMoTaISARKiGZZSAYonEvoaQNnhN0PIVod6PFHsDLmAWtZOZ+dpLillGL8PAvSITOwQXXreWyLqM8cn6+KJ7xzdqAGRg46kY7/+wHwUuVSvnWfjSjkGJn0JDk4PZKko08dIVZS5yhd/Ekd15hq/mZWEi5MznOfEqeC0R0v/TcLS/5Q0gS0h3NSt6cf9REB1cIxibjQmgy1UsugtpmZneCHgn8LB/fEMmPOH4HrYvyK81k0rH9DrPIQQzb3WRrmF1Uh8ZFmVwV6PrWqN/rus64lY6O5tTFZDE2luhntzNAnXRe/VLJUfoKK+k0aPohPTwjHBKHI2pLYyJtrSQMlKPKKaLSspEgwv41NSmZGpuYYJHnvyj9MyhQmekTSZbKCuSfBo2IoJB5FMVqFa/RqhzVds21KP8mQeeuFXMzWIeM2cJlLNjF1Kwqherdk6ageghANkSfdXZposJBpTmL876il9gQLCfxdf1xL5oPvJgn8J54WOta+VfyFAhyDNF4Yt3m7DwCr/pF6gJ/ukpC7FI4AaqyMghGQQ6HDTZ9PSrCOb4UWhvRULPgl4hlnEnLeFUwTIKqdFkcm1qr3ei6EydDGM2m5TzEYAIjNBXNtERjEf73LHouYmW/sBDixuOxDwEq1PS9Qz3YWHoJ0k06hDjyK1VSPTECqLgEkstRRbtpCUya7skag6bduobZVFqmE04iCTCC/Q8s9ESZDYqSok0qR30DITponsMw2HRM5QrQYh2MBTorpkRfFluVEH30WDohnEupdhy81n8YKBFJiYVekipQh9xonTdPRXwiRQVx56f+FvOyFh3V/gKCQPFHGR7hpAL1fkBpBj6sDfVFj3f2CwE9LsUlzC9o5rREi9M+pt1Z7hBUAhuO+BnGBpY2vVGvaqJHaaC1vuQbnWeVW95PkS0/wpUj+ElusE+XLLsguU5qjlunjLXeZANzFWQ7cVoyromxSqzQ7QbTIkhlZUk6RKjriGZ4EL8dHOJPMSaAAk1ZIMC6PFSXCpqmR8Vd8hgamrG5Y4IRbhhqDdPVDHILs8VrVL/G4tmTMDObWTUpTclpCAUrVJIMrqDBkFxKbBaklDWFTtjYn/aCxaqIXSHVtVSrROgbC2kmcXpljqlwxpoLtVZyyprB9EhRM8Obs49IMbAdj5lKMJRdwC8Gj8tRhY1in2OkwabTGDGgfjHqgAyiB6qqxzX15opAd3ixHEWmfO8EzwRQv+IPTpyWrhPwXJ0hmWzyQRTdSr8bVhsx7Dr7LoIuo8aC0fUxCbBaKmQwQhGhHgZoNpMhaFRkzyDECbrEE16+6BstJA56CAqFFNMqCsJVlPGLokY9LWR2k9ZFJlzg5AOaZxYyMy5VVKg9pRcE1kMJnTJOtlzUGCpU0VHR7RBVPeNI7WrMqioKPpb48kTa2Ssdp4PvDyw3viVcpUIMVZTg/UKqQ0VCRj0ljoNsqCF7lXpwu6D14C9KOAa2AnYrQTAupFxsS7mBu+/jtkwxyEHaTJZgOwwlYSWWotkmF10I9zVZjZbLtZbzfDi4PnXjfFVmc7q5MzXTHP7gK2lay8kPxpXnwuN69I85pKs8eqF/YW5EtdTtTbMm5YFUaA2kHEsSf2bUMKdqTTtho77wmGmpBV8ZiREZWpqKGPhRhJYg/tfLEiSq2jRhcekl1FZ1CKAq0xA0zlCjyvg2Yltqi5jgqNciJ0wMwji0np2IiHHWEZGG02rDZWCrPaWI6XE7OhZymLY20KYq20J2TVxgQryNmP68w4Nb2176AblbEXifaXjAARptEP6dr3VpCXGj2J6uYyH6B0STP6W55teKCJoW3+qfForyhZlOmBDShmwJHgCGwQcoaXgAXm7QToALAvTK0cZSMdrFcvtNqAWKaqDcqbFauuodzQurr4XOWb+xERYGmqSCk62aQsgTZit1dc0mFKVc5TPOl5044oLSNqSCB19LpGL5YqIcoErKGacMlSd1EduDu1ibwoZqVDNSRXLauXeqKKW6RsmGbqJlXwS8LSBkZ9YiYn1cELJbPQmHmorEjJUqM6kaqYMT8FZCWmKWF6Oi0cI0tVkPy0EZJRyqmqGOEJv7W25Vf6Ro/TgS3kjYbk2lK3cfP/clPopnLfljAxr0o4XcM/Q0j7FHY2manoxJkMktYbdWd4MeAJMG/d69vhSIgAvVi00tsCHbDWtpd6FEzUasNC622bclWD1JqiGjKrNka0xTs/avTKYld3OKmzbj+kXZgUSiRWN0Yz4Ydj8+2DoBTNbqVpd96qRbXE48ylrZ6ajSo3Kb80AXVowBrqoIZMFMdPhTZn4ad9iU10caOd1BpIHaIbFRektJBnNBEAw4lNKzVhqbB/6InK22CsVJkmbHIpT4Qralhse8+WfANFWu4JjUqB4aG+ZSxAJLhoTwMO8AwnQhGbxhXx9RyPU1I+XxZy2kKV4nTJ5FtuolJMGvMOMLlrFtZ0ZngG+GPrVH+Mys+xJQPAWjpaR1lMjapaw4HkWtMiN7uYKkwPpVxUbTBtH9GjWoqmKYWimTMCHEw2aoriT1nlEm1VSdz0kS0T8YAQFK+3VYZW6oi7lkW1bwIV4Ni8tr+x9VNUHaM5hUMpB2Udt/SAIJGcasWsJnmpCkR4Wi27b/7/s/cvO5Ic15owygCoEBHZJKuKVG2AEkpolEb1DhoQ4HQ/gUb7IbSfpef1j86w30AjgtiANiChwYkyJySohM6gj6q6UhJycr7bWmbu4RGZpKTuH+hYtsJs3c3cwnyFucfNXabKEGRfUoo8uiFpVDWNjIYSV9nAMqch9n98AwpYT1g5smiUWgggJFHlks/7Rc7aAhwdO2Al6esD/xRdP4oP4Gceti6EnWTOZBGmo+B56HS1eHd4clvlsxWrjjDQqY5iwBCq2bS5wFnAa+A17//xg4C1A8yimTBrKWs714Uz6myyJ9eeuWh0zkwekHDJV09xIUaVzgqjLJSdyk7vAruLCm62+kyMtToxjGXqmJHaa/ApozKhyMXwE2dmfDEWqYtYW5VAZeyEUNAW7SE0ZpAwRhUzPWTsspizyBjdg1Rt/9I1pZRIvxGDqsmxpJJbuFgSmUHr62ErhzXaXNYZiBFHXumvSzXVCv2URjKStzGVSm8N2auJ5D4Mh18FQbLAFvAYlGrc/DAYfqYezEmtPzaEL4qrzTAZZnRoNq0ucBr4Gsg3xHaaZ24BvUyzamrtVC0UE83UZHlnxc04mVTVpj6zwEpi22EIXJ48IXgyHu71OUBStozrzIhsWjweFUnBKJPi6MyUoAxNzwKgw6EwSsWZzksekLYemDN+EySDb6RazvGvnSF08kypysdWU9ETkmhlhTKl/nIFipYPu3aAyKqqtiNG2FI5C4eHHkyhHk2PTMq5rERt/o3evADCrwtfDmhDJjrRajTH5sRPbatrBtSFFLxf10nvZnf8pgUARiF+WDKhk7qy+zpvTexRSjsSKFLXGwCxNK0nccL2AhvAeyB+R4zPF3eAeH30GvLq7PPIqzpo2qqBXGZeaTYbLjaIUGGzXlNNRJ0Ttb+AZSlDFAvd/kf+z7d/Q93lbxK6NFHl6x/R1l5wMw0PmerBBjaWWcD/lvvR36ySNqTEFRc8TGQnQCs+j6+//ZEjxljx9JAFKWF0rH1UX//of7IfVDCFwoMunIeGh2cYkz3NVc1nPRmUoppMXOTqeUeromcgTiVFM2MCl0cV4tA3MlJxYNrcLksJ7wSyUSKkC8M5prJjrISJXONgRdoMZSR5e+e9w901kgTveCMFHucVCngqJH39EJAj/BXqqIeJb/KYKIDgeIyByN30eE9ZX2ALdAsEFb8JzKLPimqlOw+OFWZ6lFGFEGpDpvVmxGNp0CL1EuTi9RKenauVJcfDmsucqLV9OOzzY1f132+Pgcn2pNtaseSbO+n/j4Fl+G/DrjpdspoXFE1RpsvTOCqjLYrHo2i3dC2+ZPUstCB6Ih7qTaktfUsXfWGkbmiugLl1oErFn2bhVbH3gXxouJRQZgOWRmthViy3gTwIdUTt4frd4Zrv1yZL7PjdkAG0YOIq2Q/PJQm0FWGImppEawcKIlyrWsKmujs2usADwD0grgr0lyDvru9udroXk2WTlexaa7uwtVpxZSY3Lr92kjJ0C7UetUrbYdCxGt7DsFo1NKoE+P8C+Le0M2zJfjD4l60fAM0cp41z5HnKjHtegXoKwEhDjkYo83NLqQtcZneK2KqfOTBZ95ZCjGGblHljihvHWNzXQ7Xg9S23LkUk7SKeblFEzBxptVl4K0fc3F6/40cfru+w6m/6s8tKIyzKIqIs/CFg92SuBVikeiv4kcyWW6YGDZMtGvWo9gKPBywArAROHL8Ngj2gTiAvV6+bxlF1K2KQWoh0LokehRNpU51T0ylCLAtUqW1gLelClP8XJcB5J/ZvSVaPyln/UPCmiROmKcvESZTpNNZklgTPmo2ihoBPyhC5oswWYCJv3kqVPEFiqhqETELBI5//q+c+WjFlqRTXfFxirWoqZTsVdOLUeH3AKzyvfvPxF1/5CJQ88ij4YZmk4xx/M3gKqV8ycPaduknnLRE/jWgBEcfFVjqOCzwauBDwLPBLQXf8LPs11glXChCPSjrALO+mh9xICQRZeWVs+exr1Bp1N+6p2BHahEbTJjToltq/NwGeyVBLFTlLBrW2afj1tyEehhMRlvBtW82dTzBEmFjOWU+TG86/5nxgJtHTjKnk1BNJ6/VPRQw5uaCyl9UiSj+UUVHWepsMQuhh5EJXRXH/PPZ8LnQT1fnPX9kOIyIxEbF5GyAYaDO8+Yf8hxyBBe93Q3jLRwK0RaFU84NAgZZhzTDdVZbyN4ADoycZ0iUQYpLMIKGC8ZGm6ws8DNn/32Hvh/WAtYEXSCwVLBmuRS4gN8UUzYfX6RKVr7T4LKhH+baGi5XnQvXlpat9iLSjUOqzRmaog9Ddf+8EiFTxa+WTkTMoCmlYqFa6AafkCzibCf97No1HvYCZ+VVPy5grZWUGPw2etDGjTaBQLUq4SGBEz3HrWeHhmGL59IsgqnFKC5lnyOojrEKab45XZBSgBMZOhiQJ9nEBzslyVBwjDxzFW0XNwv1h9+5wx+8De9ULcNEDSIoykAH84CzCAPx9BIaKgDKFT+WftUetHyKpBzFq+ZFdE0uQk1Ro1PKn7bZtL7AN2APi5ZC3RDCHugDWOsLDq1i1l7aIyLWkdJZ4tctC60/exxrRJSenbpaoYluiXSVtrGI7JkCmgFUaOANT+lg5gTXOW67zwGCTKcnBPhhk9W7GHIlAfydrMXPeo8ZNg+hf/81zjSmuuQJqKnvmjeCk7ucpnLRyAUuto/Vzz+JkubB3mOpTpNtSiyiWqOA0rB1gKkcgpd7y7khn27kMUgETWde6LBoCKyVJHjKy0g32YUwZvOXt9a8EwpShFFIlqjVkw/AAjDhHEToy0xTSH/MgzQUmzdhuRJhkE1hUnnggokQXeDT4OeXnQnl1wE8KaBVxOWkdcRGpThWcWTck5vNpqVl4s8AoHdXSFYJr4zRlOWNUTIDMDMtd0YBKE3gYJ5DfUjRgkXCaXluDlwrV/+NGgKiTt7d6C8HY/a1gOcilj0bhAUehZnkImJzMWacbTZaEJNJSk6kOxxRCOpWfRrGqbddzH5GEQlR+noDdbRQxGNSC0djsOA1TB8J0SAYyPihV7rYMhFpjVXwoCb6N5OrPHeOQDzv4+nOdzaRKItmCx6eWzkjhB5RkqZk4+R2ZzbIFWJjOkFJ5UBjnpu0FNoD3APFSeH2HOcPq4DxqqeihcwirKcvTq18EW4uy1mWKlo7AhXztbOMyLaJ4n0XlhtM0WlWDtsV8Cazd0qpyivDDeAQUO8ONylCZhSKktArHyN+iEm0oS0JsVAf+Itl/V/31f5ey/7GdYQfIZBW8QqrjUEfdlInnDzOTadKD89iz3s8CVCbGfjA2IzfmWQsBc8tLnV+/VRhU6ZNmbFGoMDqIrFWLpmXciojEtAVthEATF8KbQ8ZNZx1VTBUgVix/sMVpItlvkQQ5CtZ/d/5IOtLpFNEKHuhBAzHhxjGXXq1ira6U/dZ5/QJngJOl37HQDUD+YC5Ol1qgKFXNZNEzZ+Qi9EokX7LUSxymWLQmREeZxpVOLuJynVOrBMh0pLP/FIx8IjukkWQS1a5gMjgDRNzXTRLAFEsUtC0RN8yRJ7snAPd88PlL20d1lE4FnezYjpgEcqV0PfT53epMUaZ0WRppFwKWnF2zQs+0lV0SE4U69EGZFJJJbS2FSk18xGhQCynv0sHRFqP429SpiOiuXFD4GekeoDpttRReLDoGiPiuMbm7G33jXZu55YaOUhVCZGtQfnkUKB8xHHGCcP4V+wET697lKk4NOQ3OXIEtQ6a7yzXwDwHMHC8OrvmeWC8mrqKRb7K4xYpUPZQWerlxSUYTH7Ezjcq9pHIBLvOiY1jTTWoqph2gcsGqWuSGyhlTG6MG80pcDQub40QFwWTc1pNdyCPPNTDZnoKFs5mMcQxVYxvT05ipNILXEzGqYKzHExfB9DyUVMlSwaRRAJlAi4c9RZSBey9LG/tlzWbyaIq5sD7prIoFxqrdeRVWqh3R0W06mxSvvMSFrjuA1+/d6j4gcmJp1JL6e4EfgfGffyyC5YMx5zdpcuBI2pmDcmNxQaSqNXBzl7dBHg/c/vEyWNN3x89B19mSNTMWjzEPSfiYlX06NJ96GLhijS6mRTtODxvZzpXljX3KQTklwJGGlpQzxJCdg5NWc0acYM6HuY4WheqhDmV0FJYxpqAjJy6DNzRTeu4A/Qo1Te+YS/CLqU2J+fzEKY8gQvSubDN4VEUC3Zkcvf0rhUiXUXWZGjiZg4mqFI3bcZdCDbgFQppUctUhtILvLleeSBK6vsWC99vCzCxQxeTvA/dSUaZozn9H4SdBdW7/olOvhiauBCJRlm9yX+AxoFcMzt4NqixwrZ0Zk3Wy/wtnK68z3RTkQkOZPUobusJkWTaOitbDDZaRG1GZoA0S4CJnTNlBCcYkgNTWlSYzyiwsmrYVLMRseJS5SjDJp7CJpTdKSE1bzKNIhu6r9cd2sZn64T1AzY5nCNgzxdlEZVrPn0TE2jPZPpNuiZ8Km8l/iKVpdHCrTdh2tgkuhbF04W/1JXdaYLZGw05VWEWk4oQ3Blo28EdVvRwOf1YKVJ7gutebwgZK2UQV9geD3DtIB0u79QHpgh6cKZGoOsJyZIMmxSvreM9GFzgNnCf9OgaSHz8jz/nlAvKa8bLZIItLNWQ5t440JpsgZosxzqRavcMsRF+ryaa9qFteAhOZFVxFvgSlHicV1p2Jigg70k0TARkCkw6prhgECItzS+V6KGu+st0caIKI2WM6nXMxlOHYcAfImfLToBsVnimjy9y4glnPrk1BkDYrgsXPQtm0Sq2fF9kMseSnGaC/1EEXsCXvhgTlTrBeYBKacXtUQTGvLMn1wIU1EohTC38ZJpCs4XwTUvUPhM5CFSXtidBzTiMZMw1ziCwdLYjVeH1/004X+D7AGeNfxez4Qeh7LA0slqzm5VJqxLkizDlWdBZgG8pvESnx4FCLUsszjqxsO3dZVsOILXXLS+BV/iC7Eg1YJCZlkMoqIw1JanIBs2yiK1GRsnjKaMOuhUVAVfnXVvJOiA04qfjRj77mzGCCa47SYKqmJ6HRBhNZApqSjF89uXx+obDDFM0K+8jEhirT+ohlOYJGxU8B0rDsuwAZJhyLXjJRVPsSWz3rN2Pcg8LHjWoVW4k66CeUDV76BH0rjbDIRH9HGqnoI4YJZdz1OyBrGOqEWdlPejMWqFbyA17eCHk83BH9h6nvbngFrLXpJaTV45XkWtQkXMqm06WLVKaMbmw6OYAWW+puSs7lPdHS+5sgp1IFxXhAjezSe73vAfFg/LwdvAxyOkcR1O0aJlGHOxWTpHVTP20sw8q0fXSemZ5PT5dmM01NqotyBwtt+VR09phmmSVNSSNYVFS5S5fwMQhhpLLkUbiwmmn4TxwqpzKGVSsO5LATMXbAQRnM0Gsf+aL/X3fKJFP7/aH3YNNmjISYrbBDZqr4ymeuIp0zs+g2QOWr4At8H+C3QDhrh/eu7/hHCV5DWDdZ752baj21nEi6tDo37Cv5ZCZMnAhl6SZerIaPrPv1PFUTijTuAc4fPT7OKqV0uqDxUt1gA9YVbjIs0RJogDwkO9Xr0Iu+phircDqO0BPYaigWVseR/SaI5kjTVI2mK3PJydVEU6P5hlZMcAjkFszVp4MRE8ksqi4tZkFTISINTdJf0yBqSycif6CSAKJRKqel6qIgKnMXLMapsCJwrTNz+B9BpnxisvlJ8z1BvYRQC6h3J84HpXYrbRKKaAEpoh6S2pXvPvfl/QXOgWbN7wVj7m59FxALyMtK6ybE4KtVvRBy+WlplyzVmhd6RXPdijBGF0zFU3oyq3MK2s3vAjsTOFEsMooVc/6I6WwVmUQk4zTASW68oXJsYG8+JhPmyO5oUBvpcYoNsPrbv0zioSx7gSz5jVfOUU0p5y2ln7FM6yhA5Tw/d/bwlGuWF2ZTxoksaA/iJItJCVqaBjnJn3ZxUfdWqqvs8PiRQBNZmBaLKg2sYxEDH8iYACkIzBfJGrz4zRkgMN2SKRF9P6CjA/Mf0yUC+MMpWyGnQYSarEQuvGaGruouLDu55L7vC3wbxLOIBVOry2eD1tEpuhdao5YZV1oMBw4TOcFNxjY3RT/Ujl5x6RqLqtLSaJkAmWMqZQjA1UXigAWfzeDaJjAnJ0LxZT4lMsCU1bqqnDXbrUdEdiVaGM3OJJkMtzax9Mg0a4oWpWadz1HNLUhymkrTM6LCo235VDgWpQ4oUeuiBCWpnjv7iucziUtuETCCrIqw/SNT3WHROIgC9DYxrJ1rUOhQPBUVzgKki2u+3cd8of9E6sxBqCTihjBlpu8FOpkUe+6A1MiHmyDjZafmZsViVKTZWd7R8Q3Gvqi/wIOg94AxhfqTmIN+GoP7By2XrJtaStSJXjVWykCL1GuyVdUuJbajQ1CLfVx80cSWXtV9Xg1c/xpMp4xVbgCndEJp55VlYiyTAplLAI0+jaecQ4Kwij95HqelNcRYhsNahKrRydzjNsS9BgDWPwbjufK8cZ5yq48o0igt7MBgOsuJKE+LqCwHmrV0Qld2K4HqMGpCTXpe9dbHnSVmYBFA92MihUgOqGcfDuZYLQZFuUqaGAmwznW9gweWuVa/YSvbbckeBn7MhR2pkxGCXW/Hm0wCRWwOYCEDM354UDvAyycBvyfw/V++KGJl8LMwWi5ef17RQay+ks/1QAqy2CyhwdKykhfZLMtRyJOwqaxBy1IKYtmgIBB3gH1l2MmE4NRSIhiQlJ1kx3lKuvFBPXKC5JbAIksugX4d1u2IMkEL/1LWLXHwba/NjimUxltRUJwePg2ZI0xgWs+7mNDU0NRPCFUzljd1tQxQ6RnYelIZjYiH+OprMhE9JFC6k1gWxRoGaGAEwmq50MnukgE1ugrUNvlUjX2DeOwO2P/tbvizR3zl11c/cw4QQi9zzg/KJdqNoUvn2gqBdjvakIpiVY9ASI/3aIAQlwgtO/fl9gUeBP4zDOFW3wXevbvmGuFdpGCqousx4ZLM5iEiy5Z0i6bLI/nkxBhWpvFIUK3vWvI5v/Y//vbHAFRqB9Ews0WndbNgRksAzTTj1BJQvunE0zBnLWq0wZzMUh8nt5hFtQzawL8D+fW3f5F2fDtkC5RoMmOcKzGoNFsS1NRFGmp4uDYXZQig1aaNqFSrH7m2wp9VKa7tImGG0v6vXjg5AumFHoBIlCEfrfoSbf86LlZEc6SYFZVL9VnXna56eLcbDaopd2zAMts8DkZEUN2B0tSJTtIeq9t3ozFwgEOg3d+pbi6wDXoXmN8F5osis9eUcYhF18nROMxK1WuzZY1LD1RHRZX2Dqs+Kihx4rCm90lV/zRIXlnktzy8g8uldCeuZQojByta+q4dePj15g8wqAEI2nESYgUIoBjL7uoS2PNTJBFzyUkvvp4Vt2OOZTtoP21zTYWd+tkxC0yRrp9g20kyPFHVPbx0pu42isylinvFVyGKTjwHVRUCCPvI+PL+jtmBuagyW2WLkelW2eP7p8C6In1n1+oqjOhzYLtBLoCSlXTOd6Ev9wAfDXdIfnhF1KK444+Gc42lNFFryajyP97s93/8SKdEkFKvUq7JxirA/7F/MlajTYk8W+hjIgZq3bSlz6I+o6D835UAAUw5ofIoWCehNZxWJw/mAlbMIt+d2O3FbQt6HvupcJu51BWi2JKgUtqg2XCyIfU2SWXNLFnoHEMMhXNZNiSQs/TLzxyrGiuo0tf0Eiw+U2obrRK4uPEfIdVC44VSUqJWOa6C7zr9EUTPOWQJa/5hKI9ciDopqXOza2jJNCpRQzE389gBi2OhCVldhF/gQeAHoQjXoPgE9T3ArMAlevnzPNl9sid8CcHvXz4tba1+2wyXivDx/jPU1sZUOK9dNHa2pzaE0ZdRkBH/8QnwRdoAcgpTknNY8o4b1lMmAkXugVwIaJfjNLblvJCtXPw7g8yfJJQt8zWeecZY/ATMOU3PF2g8UPR0MMlIk8rPQ6NzYimClMlOcaxfPW3lbYwnymv9FLTIbzTq7j+ObBW7pO2OSL7UVUGofJ0kltWDKvq4YGEBcAXMJsveQMFII3M+IUyqx8GIZM9kQJKE43AlSKuG1YbhlngOWN9qOXK9wBZwBdzyLRC9CXzNn8S/8/LR4ukFNdEinr558+qw4yv11YdvpJFSC43LczKeysf7r3SeSOvNCF3m84NCx7MVUWcqVLYUTS8WJkCmrHqs89dgT1kETqn0w81IO5V5Tia4KGjnDR2yVRmT7dw1C1fxysRgd/vqnR6p5xyYEPOPSx/uPVfz3GauiGrC4lG/uQeUUdsPl1S2pxzBLYjYiIdSUz0xJddaCil0ozEw/6mkKVL9OxQ44NRlEeXDypRCk9EIkFIVxh1KjqIEApbZwR9/KKA45EbumCUMcR4mvX95kB3OSepkgFXsZpYOcyjCgneIlcUFHoL8IvQN/zUfwEWks6hOpBmpevrhc5jpFfyD/WtKKK/1xrUGX1nCRUvx8PTT3Wf7z2CgqFrTthwVy9M/TN0k6MJApBD598QOcJXOFonta/P1GM0MrU0aEpBSzuEtvOy+op2yUkROVPaOUQmVIWv3Vja+2jU99Zlbjasf0PdtRFrNdxMJY3aIqdDUs4k59VaPv7FSKpth0i0Qaj/fT0U/IXnOIrIuT7O9raMoOJF+QhnFxbFElSAf2AkrB7iY92WwyvBoKjy6qSXDUl2C1P5PsOPL/SJLKEEVv5E9HpW+GmZj0Yw9ux2lsGUbn8lladDypVjQ34WbZBc4A/4QtG5XoCj/eVmlER6RT3/78uqeC+2pLoVf7F7sn+Gq+Nnu6unL/f6PvNX34svf/3W//wVOjKvff7DfP3/55gvsAA9XL/b6YD8anTW7/8EAv8B+8kB7mkH37A8Idnj6Yr//yWfcZ5JCVKxkLeecmYf7H3oJ/Jt6s/c3aX/84+ddzeDM08mKkOzE1GUZchBkoU4AFAulgiz2bgRKK/ulOYZFnKLt9e2PFrnHCAnQJU0VIAyYZMTa0tM7TEcjS2aSCKcWRVem0VmiYqzWqJ0nyqKfuWhYbPNASRXX+Xo5DS2VXCPxoVMMTgdYKVBfAtYHIPrNAua/SlIbqWOZv87D/GMH9UWQdcZbhisGrUjzRz4FJxWE7zPSCwi4EnwHUIXruF43tdxzRpWEeL97vv/jK6yp3dMPnQCf75H49q8Pz8jy5uDuX5r62NQT7ACfXLGC49PvnvsK6PBTa58eYvbxAcGQMfevn76R4MvD1etQcgDKE+28A1Qq6wqPb9P+jS0ym1lv975lpqMgMJEAcHIGKLsAkpa0b6ukk01cYDNhQQhPZr8IGhhEgTb9AG1QwCGsN3xH4Hnx9DTBSrfr+AR2YQWpCFLOFmFZ/OQTqQZb+WqshF4bNKOSeclrpfyaiwsDHF4zn5kcJd2yMJTUE/J9DqIbmYhBaAl8dPSDBHXJgO4pwMuc1QUwQFnF2WMzg5zNOktwlED80K/ahq14J7sYClEn7QB+46UeF3gA9HMYWA3X791e3/JvUwVeUXp44aieEOX5fv/yC371/idvrna7w4v9m1e7p7ur7/af3u9+tscu78X+58x9/+UKsq92hy/3z8F9dXh79eFzrMeP968QiAuTtxKfPt9/BbMnfHPl+Q6ub744PD38CwXPvttfQUBq/x361R7EL+6okQCRyj53smJS4+NvP36ODR4p0gCyuvYFgTrbP0vJFiVIsMBij8Z0FrLz1pyRfq0tneohXiY4yFc5jNw6rTmQfUOzHlbJx/Ezp1uPONc9M5WYXC+fuxTmCaq71M1WYZxcioZeXgPdRAbHVlhoOo0EdedRnBxKM5U2Y/FlsVHFiFJb145QASnmgbdCy0b/OMzPe/Het+tApSPlru3M8fgMuDDEgao58p/YIhftbD+RgJMKgv8UifLLR2EeAeOFkJ+ERiJ8d601pBMhqcZEo06o+93hGa5KPz4c7v+4/ylsnmNfd3/ABpD3BpHGnhx+sX8NwR/3r1//FrKrw08+wB4PDtdf7n/69vD8Ay9Mhmaw/adPf/scW8/dTz64wg4Qwe6efvglzl9kzSdPvwN1v3tCdyxjPugL57EDdL5bwaZwBhhMNs+njeBz7xyZWTo9zWmK9MwXw2S0kB+BcxvBW0jt6kih7a4WQCmwd5xKeC1LMhR8fbj3zNQMVZUnjuR0K63SRz23IGw+hDIC8Y0plpYdL444DZwMgVxaKNnLsbjR9ay0Ht43neuGoTaN9eRL5MY9oUSKEak0epSk9HvQ73Y3t7zfvYBFTjnOKgCKNxXHsDSL20YGbP5E3E0xhOtAC6DeriO9X+AsHPhZQL4uHu5weXC46UsdrbZaRos1pWr3szff/XR39eGH5F+8wY7unolsd3+PTPfp/Qvu164+/O3VF29eXu3urz58yXeBbXP44s2nviZDpGe8eN5/+tPv/pUdfviSu8tXsgt8Oqg6r7yqtQP8AbCRFyXqjeAwGNkqd+yUpZxyapvmpBVOoHTmLZlBZLMyJdd6ghkEp1Z5NN/9oKt0ghhM/YHoJLjYABqTt4zOFaIlts4C2XqCV4pGxxzSSSUmmSbchOGZ4PC6mM+/qLsUpjelOH6kJSvPhaiHOGZR5zh5S1OIQZOotAvUnjZKNgAsdGQ/3vPhHmnjFp1MNuBs3plgbRa/jbArvlkS9RAsDZfcGrqbyw7w+8At3wbGLtC/B+iz4EoLaUafI8b7w+7L/ZP7wwf7p7on+Izqj3if7rD7bP/l4fn+pyCpfc6dGy+BP9s/wenD3d+T/UdakFigufVHh4+vZIYE+AxL9iMroBpUrWQtaQxiKwGu0ttgN/LeBizfE1ai8juuI1sx9eRuHGurT0N/grqcFMv568iR2SzkBuj949Abzr/+G15plBR6ilxVMixRqWfmSKs1EFTOQSvNUkFds1BriVjemnAM4i9akhqFVb+roUoN0Y2rWSKuu3BoFGdHkaOiSIxAKWL9IZgZbLECCuj8CFgblZc6X0DYo8/ugSDdw2iFVRN7BNDVG8GXLeDDwDm6xmpAuX6Pf5uqD8ln5ejhpWPeoqLfYqP3FbZs2AEerl68+YIyXAIjOR5+vn+y+5c9TKV9+ltlr1ew1zdBPt5/9OKl7o7D5Yv9/me6BB5mVy9YSYYNDcqg/OKeNQ+CCXBkrNO57je6Fwho40dkQ5ok2/zlRFYaUlG1O+sdGRPeMk0lb4oGJACbYVdpcgmK2dmPJhtmfdOvJqkTkwqfHBYgzcCLRfIhpfdx7eKcoUqEDeyUVSB5Kj2AteMyB5xpXtr6679Oeay4I5z0pptXb53cVHFgGLcT5rBDqd+5odJumQYJqbrZ3d74B1NwzTOlh1VGIXcs2kyLgIV0y+hd/eggVCtdjL1Xo7IN1K6sA+elbPEAXnaAjwK/DcKrAv1WGraAXDtaQFl9M35DDcWffIVr1++4U/sJ9ne8bfeMy+zwIThu6l5jQ/cUS/knvBP4K+S1l7hE/mz/Adbh7vCTF999KWus5KcfvsCmADvHg82+gJTbSfh+yA3mTz/5aVNP4RJ04x1gvd17BJ3kFtluYop0i3phSEheITD/JDXVxe1Wbkum6hxY0Lu/gjlJMtKsnm73UXzkOwygsdLh8tY6q5orUXza+AQeaZ3pWjKqPNF55ukKMVV4cG3Ukig7rBa09C6JV1AlY5D88SvU7MBFVV8P54OlrajBMQD7zyaRSdxyrdMgJaKoI6JyEGtIYMw75Jxb/xzCyBKVPAJmEUBtYFO4BinHfy01lNdWCgQcOSzzYDeC4xgLgM4faVt6XeAM4OXQv4bFud3xo4BeNdWEHgX7Nn8u5VOsTH0p7iNu2niK5Wr1q9398z2Ws3aAP3952AH4/RFs8OD+yf4NTyCu1iukSMF/KTN4vdh/gXV+jwRLeLJ7+5G7+2oseJ18/iYIAHnLW7ze6VUuW+bFym/TZW6J2vA3kpRYO67KPmznVBSSmafyEWAiC5bXyEfZrJXjriFafzT6L2WOvWUry2xqE4PvKFXamSdqPHVG6mVCVgqmq8lpmHaVeyKgxM+lcSJbImlTKKyM+g4vRdWg6xq0RqE8G0U7VlkSrngYHONbzwFEfEdFurf8wXMVLPibeulnoqhvhC6BlgWgxB4lFQdsAHO88zq8q59HOM5dFGQHqFpQZNqV04pdgDrghw/PGV1gAKZKr4Z61bjF9HGpegmi7rVImsvJHO/cfbjff6A3fndfMknVDvDw0UsokP+wA+S/vH6AHeBzZS9exiJPwmyHC2XvVJDldq9fYN/31Sf7j4eZgx12P4Vq//nT+4OMRMmLSlWLe4CVs0CMtIeEWPLWB5a5sTPn/JGY2gE6u9SbtmIC5CovGZbcKtvpGxxOqgrjGgJZTaJjiMVC3RfEDZoZz05NEudJT6Uwz2ErIazSGLlySczx7PdNOkqDUgx0B/ayk0hKy5f//cufc+6OqgkVbqEeWZCV16AUUVGLvlKIeUwiCnh753DNbKQ9V90H7D8HDowsNec2UngggvmCBRujI8BlsIkjd8UsoqDIta3gKIIhUjZ4ABdX+Rc4B/xm0C0/tM4FsmNW63UzkaMCcke3QyJkBgxoGV6Z5JrU2tzBKDs5vgMi1dWz3ssh0lt5ALLN40f+eLtPb7MQ3mJA96Ig8HJvZAKcEtviA32boKz3G30OulPeMhMugbnJ9/WWiWnc7VNNtSlbzaksX+Klj1tAnLOrwyOCItLXMnuuYJUpbYqZch7SDIpg7misZ7MS1ZDKL1mL99Ooqcewc8hJ0E2IYLOqWbAl660fBZKqamMUjWoaOnE2yVflXEVXLKscQ44Fpb45AoF+DxDbLX1B15+DYYq4W30kZgbuCEI20YKCIQC1cQEMGGFw8KEK5iwrmCymvWEHWJsvILrzRhdoGNt13zhAGWdOLaYiXGV58rMMwCK5NyOa5jfyUVEIq2ef84tuX+6/lO6KCRHbAC1LLGFayOejlVlHkxkJRJW4m813gQXIcMxrnRz1oT7DYidIcXaJklvpPSQ/Eq2sUtklLavjnEjJ/C4vk9gqRw2YzAC2mrNdkd5uKswqFGW2Gn7f/vpvehJ6khqdSXwrz09hDKywBKzlov3U11OONoUor3mVhMiLIOpWuwP1wc2fihPh2FHCTlnPAgsn5AA0EtBUuXdrPTpgRBEba6MpfzS73c3dDnsxXAPjorcy1fXyHWFkj0XySC5BFWqlXwBizt+EG4CjiryiTJCwqgGThce4cjjyn0A6VEry4+y+wGnY8R4gXxZRCFyIYw3NiEq1Wy9uC7w+vRZjDJ3PiasDL18JkHMhYj/Ie4dZspDothXv/LWZlB1CrW+WO6AR4o3vAi+/yCHoG4O/mbeInfPOQjZmzkNoyXfqEYBDCnJ6GqkorcHeQ6YotYVM/poitmVkMAQFlCm2mnN0ith/BrrLZNYU1ZPigokM07MYRZuLsISIRyz4LDhwBK6FoxDTFBvS3/+YbJCc8jN+kbPk0rkHozUSj8XAmAqdl4Euqny8GWjLbYvr3wPfB+b2j1nPfwu8fQNwADLXMuWcSYA6kbah5BhFqAbtGls6q7dS2Lnu7YzqnM0FjoEp8Jrvjt3daOn06pvXkyRGLS8uK644riwwWmxouYYhl5cUb5/8FXntc76HyzT2kw++6stsqVUjUJlFTlQIZj6GTLwqwN3+T+//6f3//G//3o8/Ef79fbR4kMXj3y3BQ3IiiP8kBUIKiv6kGL90FJkCDod3KIc7VgC1upVEherdu3fYf+zCAujAA6RAu9vDnWLw6h9MB8gXD9fOAFrKxc0dedJpd/WVxQLI1cU73pHoyUFlop48oOaaz1kUpImoYk5ZNmTEcgTKmjhUqhEzNEgLtEYaFe1+ersDxY03+ozmjtOaCM3YRBlBQXv2UiZZpNJzU7ksjSi7m8PdzTXfCOFNQGY/bQSPcsVRhjnatJ3LQadUGGpUTRTkd+wDM21qsIQlt4Ky15A3r8YvMAOm6NYvhv5BwLsb36VbLJymJqbWtkufLyTtL53OhtzKY2D44NV9d4fzVEkSyGha0DC0Gb9gbIFrn0fqVYudnBTAvbPZ8kFgQguUSBRNrJyMARK+//4vZUO1+fcxGl2FC+dqFI7kfhZ0ucIJPrFtlUbFmEJc+jClFVONW+ZYsS0h5cnSPHH2PI3TMwo5BTXlZqholomkhFObiKz6A3ds0oqeMJWIMDPPUhnRiP7BahQaRAZDaZVqTFayG5VDeAZ6dwnUEoKSl8BIf8yAWPL8DWDA7dl80rDKWacz4PY9QEKn0aN8CpeWKPJSb25pcQKowwSRWgW5wBng76HyHiB/D3p3M50JQtFYXq6p5YlQK88y0S6jggdXa52pujFIOc5Tm8ooofygnZbvJqJyXbjbM0kN+F3aU3Bar2xn/cIIY0UO4hBx2N27++dxYAw6HKCOA/k9h0fEw/e9suUl6Ybv54yJRjaryVHVZnZDSyu+LQQJLPHqAQ04YSaWUm6pZpSvHDjNygSU55kROnL6iwfF5WKMRduANWr8xjqa8pEFTeU7FzdpWc9bN3U/49QX2Kurn/tngVBqz0m0BEWI4DXjRlnjEvjO3wTW/o9r/3gDOOWaGVZ552R6OX3jbWTAlTNdSrZSkd0QnQQpWel3uM6aXoBwy3nC444JcMcdIK7Psoy6mVpUJrLGZ9rLkItSPIxr0Q47ioFlas7mkNlyPoeECsOT3gFHfa8E+LsumynOCsOGekD7T1YZIfrjsIDoVd1rM5SCtKOx0whFh87xoRKaQyM5ilgWJTAblFsKZd5wFVrCWvbJmZorhPNowNSkBdVROcmSUjS/+uOeP2mGXnPz9cVOv+b4R4xy93tw5aQAQIbmP8F8xE5LaBNj9zS4EiHmN3+2QDJu0K4+ZCgVVs6CHp6eXZDGinN1+BjdP/tiv3/ZEqJo/uiQwtEhb2JLXhFB73gJjOzHHaCyH1LERr46lTbmvLXOYQ1ncg4GFWJppaH45mEsJvXCknDc8winHlTxdL7A48ApUPu/W/0iKlcNsZai0cuxiD7JQY0zd27kHkY+qMSJolQaKa0gp2xXyqkYRYXjgzvAZCs3qEc6rCJ5kU0VITI4P6xbH6FLjSWczq4qHD8aYh7Je8aIQ8O40ZIqG9OqGcRjUlGiAputKClymuYaA07WewYn/aTjfv/V24N+gfHF4e3TD//aTopKErQ+9P5ah+tgNlBNgdrJzQp0qPdjq6jit3/4XaGw1aR99oIfIpWkIh3euvunh0/2/h4RLCi2CX87Az69lZS7DNgSsaCRGnb8N2B+8IWZD1fCW3niZO6YM9dxIhKcEAumLeBspRwMgfEYZiFDkN80tBgPRJTZCasLNPgdMD4D19wDXt8iqWhNZfVVMxFhuCqx4EVibY1lKpZrEkWr3yQNbSGHnC8lt5n4RLHEVtkRonUt1OnFHWCyWNdrsFzE0Iowx9qqQXVV5w8H7FFoCDUyK326eVCgmKCkQgHmnU6S+i6YBi5LlzQQTkW4fA0CWQoVDiLjkLPkEQ4VEGT55AngH/Ttv9r97Lf7Tw/MevoWD+CT/VeHD1++PdT/vOTBQkSO+dXup7PE6GYpKy50feF3utb91f7lWwzNZmgjBvP2V/u/8ph8GG2h7l/vdKtYtjoWIrmP4cPddOKwUnSF8eTuDvw2MF/sdeEDuNtKEWfSBhJXazdT3fmUUy5TFADHQn5IJ+1siAMFO0sE7Sd1mNNvR19ggqwDTJbeBHlvd4MTgSuqzrpj5LIbe5AYkqrKixqKXrzwAB02DkIGHO7UREEcldpZFgI7wM5uakcmnIu1aIWRWTGR4dOEeR89aZBT50QRKnVysaiCLcrkoVNSwqkkBKdGh61pH4XValpL5mvelLlCl9GMqhrohOoGzwy/wPhT/pz3E317EUkNuWN3/5MP7t9+8NerT5ARMzC5KmvB+ZP9B1e6IaonDa169PjTwYTlDXTRRBVzhWz7HHU2/WPQMOHP4paVQrgLdu8c17rqADHKRwo+pmmiBCzW9zu9C4zccH2rD8NsZolzqWPKXRM54JzvyJkLV5L8et7kvNCaQRtiUq6Amqgv18CPBX8vSPcAMXdYkFi2XDHT4klVpCkvfUu0BMnS14Q0lscoNqKkkJyssmo4nUuK5HAVulrJJAbO9wCVr+bcNUtEmQWEWBrxgdrYDIfHgY2+x9ES+xikNwEkobmwiBu/sRUUlrXt1ZY1C/pgNfWGeMNH2gymbSBDM9kH04Mxdh/v95++eok9mMj9/gP+/s7T757vvvjtLz7mvpA9qHr6c6h/AeoL2uE6Uzctv3mx/wUUzw6H3/Ni+lN28wkuoJ+/Ovzhry9+T0oR5P2cB/z7l+hvv/+MR/97UC//Vd20+1cv+RO7/OW0b3xN/mx3xYi/wPaUkap7/jjkRwwn889wuKAR7iXCqUtWagq1B5aMC1ylPvu8mSQeyByMEirtBBGdCMGuTayymBTGI5CsPQERNESnwxuK2eMCDwB/Hv0ksboAAP/0SURBVIMTduDXgXle8czxKdbnEs+dnGxGrijpQGepabXxNG1EVW69yWkHxxEXiucRR3ASmxSde4DMWGqS6SIYNaG4Sb5iYhTejH9bIENvnKscgChVtNeBuDRRJT9tHLYMMU1vWyrUXIgryaJyqQoPDAPpbCG0TZLiMOAx6ZvXf32NkerOGvLN/e7pb5+D+9w/aWanXX6M9oNvdv6dC/6SN9+2VpICw2+CAz47vPUXHj/bPVFLl/b+4+vDF/6xM951rB73H13pi+SAj5F8TUHfHTkRfsYe+QVywgf3dH7qu5WEZ/4yuknM7Ot6A4QH6eOvQ8Z6Btzx+3D68Q/eEKxLoAU8mDkqfSGciYbWpFnFtxrVnJ5IzY/RCEDDbZIcdVr2c22rY8sLLED3Qngj0DtAzBpXSVZN1k4W1GBZ6VzK+YYU0OeXDHSFzDTAFNp+Op+yKqWsEmdSyiaOLFSMSEyKi/jq4HuA4+HkBUpMJ7IhKklV1oopIkozNfrpCH0MoqlhYeXxatwSNi5aN6nNipFrMerGtTsjUUdfSnLRywIi6Uoh2qw0Rh/I4fCVEshzfm7my58fDj97w6x374zDe2kyAr76bv/zK24SnxzukXS+ysdEr57+dv/XLw6veC/xU/7wBf/wZf9q9+oTZapPD8xTT66e7vcITu+3iP3yKfaXCAT+8/vdZ/v91dWv2v0K+i+o/4+3vNnHY/jV/s2rAyNqJEjP7v7j/b9igApHEYegf5954/dNdI2sg2bxzIU55PcA9XNYTCq1EVxBpQ20pzJIJaG1fskfeWPy1JCSgECuBXNtiE/BiiXEx18oae0iaV7gNGDa+KmAm9vrd/ypDJ4jOr28dnQWkQiGTpqsM07Lqx5iCuNqs6jYgUMxuNypYj/SjGJM1US3dQ9Q6avTlpmJNlsi1ROp1o8IJjF68QGgt3qMRmIcWshRgDwwZpviW6FdSvGjAJV1wkzvXURqTMuJEocmpOfTspYG8yxmOHrL9PP7T5nW8DRAhF3UB8jHrz7cf/7h/hV2h7yc5BE8506MbxR/ec8t4Ecwxrje8i1cfugEaQ36Z2/2Xx6Q0PgXMTskKObV3U8gk/cVvQ+v+aGX+8NPsFf8kMkW0aD7/5U770d+tLt/90cGQQT2w4h1OG8P9+7+njf7sFn9EBs+mn+GISB94oh4AGWMSsPX4fKJ4HIT6qvAvPt3d+N3g4/hRIJZQSWspfLBnFMGi/REsj6PswioLUnoAPi1KKHmGkCigl7gLNxxpnxzmBfBOuG5hLJ+0qxonVM6z2QPVKLkWV/IdVfmLM5wQAqMqmQbwezf6B7s350B6x6gHklblcNCSmFsuesSlNiUKzGgfscPGbNUjxzLqKVSJVoUD0BnYJWpqr2fq3xXgT34ICFFVPdFTm8ng0tvrCl3V5rdaCyzy9I+RiyxYHX1gjkIm67n7Ii+n/izdTtkwo+0D7TxF9z0ab/1+8P9x/uX+mYK5MhRvH145X9F5QfzmCv9h9Cf6N4egn+FLSPc2M9X2Be+ubrnhvIV33WGkP//V9fF6Jv6wz0E+kXwT9mPI2pHxz75Ni+/W/Oc2XmYYwivYMFwspR13og3psUDO0BdAXMTyA+99k8CLmGVX1Zsg/LQUnnKtKFz10hsDuNrZZF5oKJKZAPdlpIGi1t50u4CE/AVAg/MvvLfLV8kvWZyVi1wPuG8tPQbmTyJ5LNCVFyHRuaFEuu8nEOxiF+Fchl0miZ3++SpReIyE2pRD/lC21Lzos3+Ev344HsIRVarnKbTTQdiGYmcgpmplPGLKGR4FWxxV+oLdD0kUxHrCUqKDeLBgo5GX8Q0Gp1RJth9PUUeAqcNGkfNn699DlP+y8GnQKRB/SY33yHm55613/L7rLDhkweaJPT8/cdP1SX/3epL/sKt/vgZOzpoeV+OJNMXDh07z59C+hQ7uefY9rU7/0frgyttMn/KvxJ84mNRRATjbGnnhzEhf0L7hObs/jUeX0CNcD5iPjQcIo+2XhN0DxAbwGt+5R3rHjvABy6BDeRO5BIlqM5kgJnehrZwejPot1sGKHchrvTLRHYircndmtbT1Gn1Ag+APg/KuyN4ddSlVyc1o8sKfUqZ4ToL0hMRrC3buNdSJGeJcUiLtvsRjm5s1jvAyludv/RYCdQOQZows0Ehqvo+lbYU0xiKrsmpArHsWcBATyPOi8VGbf0oYoGZg5njgamLeSKpMtNdZh4k6PgxpyiutIgujijIQx9pZ8aLR/AUfEVj/q3pc+z+PtFvcssQmfKeP+GtrReDCb1Jgz309bE8Xp2+5KbxFS6Efw4XafkPMfD2Do0GH+/5P4JP2aPD88aed3AwfamgGibH9gk/Eag+1SXGaO3PdZWMcNiXvnmNvSDD0Q46NDp0zlZ8Ve71e4DMC7rjDfoETDlkbraAqkl9xjIwZb0kMzZLP/DDbBF0IV9AfexlrmfPC2wDXiL4KoFXRF0RXOMlMtccPB/6RCoiEpyiWlhYbBabQdGiK05mMohryUdk21BYMpYIyr7pQZof7wJPaUwVm8iqsmhU5psRwdqYByZD40yH3buLG39MjiwPhSeeDoOMeLeyV12bQBMdWyL2NkqjwxvFkI+Fi+aYfU2yrjzhMuGwuKP75OrqSyaN3ce/UJ7Truzpd9gSPt+/fvohWvrC8IXeqniiN365tVOonbd51D+/evfV7/E68eIr7uo+4Hu4CIXYT6j9l9cH3mqkM7eJ2Giysy/5V/jYFir8/c++QiTeMpR+h90dNo5f3O9eIiczooainSUb7v34BjF2hjB/MYWrSeIAQ9VLQw59d82fBMSLPd/3u95x1essOA9II2cyCfNYZ51HZJyRwvBU2sFvXxSUNLAIuU6VA94l8KQHebkH+Cjwp2Bu3sNLMKbRZ8tYQ67NN6HzG2vKQrtw3ZF2siMXRz6IdkkIy9TQuhhlD6/XjtPhuYgnLb8J0nmLlZPWWlTyNCGG3FwRpfMDLwcaLIdg9IgynPpqA20gyFGlquONpUfswtSXjwWi2ED+5NiPDtBHCblUmRkOwt1lNJJEWEZGSENbKWSpfyl4vrvnzzMSXiECEsq93r/1doqR8omVT7FL++LNG+znIERE0RyB9R8d3urThNzQhZBLe/PC9aPDPfacn/Z3j3lPsNz5JzPYc1K/4w4Q18UVCFtEdcqdJSy4VaT5GzjZPMfCPSqH7EOsWci0oSXqa3BY58h7tzfb74AARooqOJV1DM5KiH7suAGTEc+2chdQIGa2mbhzHejXD2ZPwBnzCzTkVWLHPHh74K/BcKnkvKsTSShWNWmuKTE6wbTCpj2IWoWIg81CJKYCAmkqHhIZpazoiTT612DmRFbpC+0ioaWJTO2knVg2VQM9eowtZYGs9Dt3KLDTIRAjQSXKtpwZsXCQvpqqjIxTHB5Fz4bpp9mYeDYHb0yRMhOOevflh8gxH4M6PPlXZA/+CiPT0UdQPUWC+lgvYxDpz19e8o2Q3cf73/pv+eDFm29Uv909gf5fXt8fvmAeeoms+Mn+A7q8whXyW/16ATZyO76FC6On36kHpL0P9LWOt7uvYPsCYaXXW8F4xeEnCT+/4pvR+5dIizqStxCiS9/s8zYTG1ZsFXmZzHD/pXaKLjOiaMqw/eNfwinjXN8hE57Y/33vvIHElPIIV4w4FEn7kTYXWAQa9Ln4Vk0GILd+6+YCE9Sk7fDSiMIfTMMLt88TLSPXi8VExENGJrG2nNFabhwpwBVXIakhVZuz06xPU63XjjMwKpvBOm+CKFslcR0JVM8KNUWt2KnRQ/cAOUR1XcNz7z1mNxyPmSR7txkpdHC0vn8Kr3Ohj84hsvNTNxAYWRZMTQWwRlU21mW4RJrriTJSw+/T6t4bOyHk9wWR1cSCtKc4vSfL+3d5teP3calnBiRFTyRLGiJBfUUC/VGGo1YwdojmLW8cJqZM2Oz4G4g4GEdQH9Y6IrvEAfJ+H/vmUcscU6dB51jg4OnJplxHPybDc4Dsd3PHP8Lmz8L8AyHZ61x+KuCJRjTIDc07iRuGySxdMitI3+dMLrAJXgn5IDSfEa2VnDxZQfNSEs1VqOVIzvYD8UiReWMCJ05CUWUfGy/8VRonER/w0A5QmaoSmRPXqFlVO9VTmgvXpNuQ6ExnlTrtns2YZ4VGI8c5qcwlsSVFcyr0cDH6/9HqU4GaoPKeGhSc1p6aikxbKtwI4ckkYLaKEQWd0CADZGpyvgNtprqO3AhRktv965/w/pzsZJanyurEBHH4yf4jmjk2isl17VI07fh5AiY7OlkXVw3kCt2/yEJDIRZRPyA7po4YWg+gpoyrm5c513dc7rry2bxJ9gOSCGMrmz3C1ynPNAl5LfPxsFBdxueiRzVbgD7jcIEG3v97997hWr+5jmU4n/Jui7BIhJJXJD6/+dLtc9Pnq3WysZ03isUJI6fUrG2CFU5n4kBJIOe7wMldTFadxKqKBA83sZx4U6ktSBNSpyAwo6iePRDI58oSEzr8OoZhVKQK94G4gvYJKxW8qhPHqD0glZBaWLbSD1RMvTQNVJwq8bQ70YHR6BmHpOPfqy+KOB4ewVdvdNNONHVIOVawS4Zhz+D5Ji3ypZkcF0v3pvhgoFd8One+Qlw/646nfwaUye/ZPQ2MLONWwky41i5Q00Jn9SNEttGtnnOphKns+wNiOweG3wbFliFpPeh3BBINeVEblg3918NuCOfMLxC4vvWnQfVPWXhmbr38tF68drwCuZQaa02ZIq3V5Yc11A1rEhU3YRMwp5xECiWbVaU6bFF0z7vAla1UoRnVumH9H/8punmrYgClZZGgkxzh6LlQZ7iLBi8ClUSSpVD4Tc74RSicqXz4myF2ZV0mIlU8UyVymKWJDGwzVEONAmXnA79WUTwOoio/MeULY9K7px9+zttxLOxF6ZcMGhIyo+FnvLdnGpWlLDGnhEshrytzTyjK9yiWy0Lt1eGnv/2cb4GEe80fFpujjxCqXusmA/Wa2ULA7ubdTl8BQdrZ1dXPCmgXcgEU4qE8xxIMSKLmIbBfGMcragnsbCFbckuIamVxeRv4POj3AG/4uSh+Qn53ezjw97B0pk6nN57XPMKyggnPBKHOJp4DFmKxZ70bq0BIo0glEtrLrE/1ChLWjiIkkRDm93v+bdD/It6/+19dVykZS0txIBPHMnnwOq5oeOk81bgqeWkMHIak1k2IIiNU4HU+Yz4l7yKdijYxPFX/qwXQoK7ZV6BgFMYYy2LIjM3bD7StWYhpwkiN2sZlz4dpsSJ5s05JKxFTYxCQ9OGC4M040O5RYk+VY0cDQ1mTmczVWqNu56KumkPRzCENLoQuxo3Cp7dAq33krwJKlKCOITI3yDQugZKdSVHMTlLLcsCGTySlKPbYcMDKhcQ58wsI6v7fLR4oN7fXWr9aLFiwXodAr0mvWaLXLteeZCbpEUohZFhhYjZC2ZOhYh9ZhbBsRbsxx6h7nJlY08xUhbpPhVAlsX6W0OW4cFdiJNWSDKt7zWBUMIIqOiQShb3jHcXHS0Ks3tNMqdQwzYakruwYktU0/9VyNoaNMdV0j9HDVK0GRXUsQOhop0NxR2iyZ5ODelLelMxV1Jw0qZKFLEZYMiFH/HmS3DTnusQpQr5mLGZPodSqtiyPGQuQSnDds5kinMWWGeoxEL+HHam3mRHgvxI2PdeAEMsmsOTCVq0W1croAtugD8hjE4gkVfmKK2ZUtYQG5pwErdPJK1lnRrAMq5IZXWah0A5mdW6D82kiouohtzlw7xvnYHnfKaMgUfcxRRvF2ox2PiTtd1kz1zGoch7N0Pj/hzQyhzOfTO5SVZEeaNHGFiybnMst0eDjMk2BlcBpcmXdnA1phNa+K4WVFYgPx9XDnXgmYgrOccAwFBtqLGkEb205WeoykpSqKTjQvVGGAGUjymx5mgDGzKKlJYtxcINyFTz4Q4BsT8Ijs9/SBqHlh+osWL200+egfa1a0nVrWARfqlqnxvF1HJsX+ReYAWuB/5J6c4ulwQ8Ceq1wYfr8gaBosaS9bKMGbQe5kmTrEEaZcbVLwYCJZo2sJYWkrNyYDFU0i3x3+7EvkQwsuqs3E0Wre29qLIVYZh5XF4+EQyhpBuOBVt/GnGAgbWxn7bWoZozZKaMDLUNR3OK8ZuVPEiqcjdnUQ0gnhWj9gpSlJ9CsdJKpYvFdxvF8MImL0Fj4sJ3H3UMfk8HCIVQAKsiXYwrHSZPi3ShZu6TbYl0wupmtsmiMKUitugCGiD1ymHxCPUuxKUqVRnB9uNZfgmDQXPOnvwqXZHIGaDFZMdc4LssjAKaxY4byFnCC5svKzdJsk2PjkQA6sV7gBPi/EXA5wFdG/Wmq7wGOhdTrSA0xD58G1oCwg4VZ4lHaK1rgKMaECv2WZw+DVBxjfD2yHtw9doCKGHfa0r8o7uesCFbyIaJi2DpeS4TYLCoqO7WEdtNgIJKeb23wYRuX9hlOlFMsz1KqAHkW614WLOQQr/gaZTwJmmxTIMNxdlokdirLRgRdbE9sqVnTnCIhlD/ffxkxKjzkWwIwapclavbhWWv7Lp/vP4nEpkY8ktaoUQm6cRVSrOoaBQfGsYF3AOr0e4D8X3qt/nUOKdiWLmGyYTjlHFbCKM7BbJXhZLNGpnRoRboq6SZESQ8PaOAFHgLeAOTHA/D6OFJEzgqd5fOpphqtFxpNRNjJQjwDkHoFFtKFOjkUcr2itZ84uqocNcSmYMgx5VvzEmabUZX5RoZnT1KUTnILFc+jtFDjj1RDtNwqsmKSCOUpCR6KO++tek5lKFOx+m1oBxhlhS481pXKjQmR6tRkmiiqhQE6JppeushcX7PIs4sifamBT7/je7zyn8w0maI4xRkrSh8a7asHi0Oq8AsdH2jvTIwdK/tI1p+VTDOKYxll7LYqxlBL3N0cdrvDeze45rzDavfHHzbg4ZxBi6QwxCfBKrkvzSmQsfxCvXvvmuQMYdVM1dJqwZUOjfov5dLlAsdwp7/I989k3GL/B/TKrkWktuh+8MyApbU8q1XRE7g4a4BubTRL0trPXCUIBwqWRAGm0V3xHiBH4XQj41SyGKh+paoRiCcHrIhE8D18hhbpzjMEykpenKppbHq0E0VopkSIwkpXv6pQZKEjZS+NENsgiVWRTDZHQlZxjRTo0himCqvRm37Ej8dMBr6i5k7v9Vt/8rTWwxOt9vf/8tRzhpdNHpZp4Vf8p8vkubkAf65fEDSNwhlQPDIjjbpIBxlJsaw4Wh4GiwdCrzoSzo3Kzqv8cLjV5e/J22MPJg1cVzLRMNfYlo2SjlhloE2YxWWEYehD2XhsXq8OnxNBDVGiqTGpXOAs+DaIbofgEpgfhMm7wItzEEupCJ8MvPUFo/BcquK64fKVqtyIXofACCbCHkkQsqk4VRpVKR5wtxdfA5AajJWM7j7YWmaj7peO9Gm1TBkx3jHK0bqXmFqvIibBaNs9k/fDShvHP4kBaaHP8TTrAmee4AqUMYQQGZpWErmkYcchczC2q6dUh+aiX4mZ3riQLf0dgojVUUkGGF/WPFj+Lj1/pU9D1X8n6QOO3rxRNR9nUKzfuZdgpYdHCaKpPsOqMS1OrWeX6OegDlj3d5S0kHT8j7CEozzxcNpgmgHGU02jBclCRzCJ22axBRQRzo109TgFpeNYQGdkElzgPPRfguz49hgAq6QXlJpqCyXSmrKS66xOCZ/6tgMu/CG3io+psZdMFNYLVnEmWvIEt63uAWoU0kIZ+dQS8YiOdhZaTC+JJl/YlJceQqV5j8ECEynxRiOKyMfsZKYTih1QWNUW0KOr1ESUi3RAUA4mHYlZYjMLOwRoWsQ7NiyjiRmQWepl3lRXQJtMR8EPB0kYX4xVCs4pA/hH/cpgLgf+iAvbEVXO2TCSlU6cZgHNtGN0pdolfZcoBh4mpagTGgJJUPRDCAC82iMF6lV/Cx6TMxgohmxFk5VItJVbEA1MSPFvGQ/5LZfalNqiI4RtfgOiY4OHOLWRX+A0YNKv+Szo7TH+LyaXu9Znode/CNHWq0gjwqwJ44ghP5nVqaQg1rW7xaZLpkCq9DA9oupd4OhEoSx67H5IgZfJ6JqMJMD2SYAaKO1sIZQM0o5mqbwkKO/ZSQ4xpYWOE6T+L9yl3ksRs64UMGzQzUT4UE27TA0H5+Oj1e7F/kse/TP955r+unL/Erov+X3bp/w5Pv4Q1guY678nP1UM/Wwqf+L52ctX/gNLBz3c/wHc81f87w/CM0TXX2Yi8ucUvEQas+pnI+DVQV5v9PuA/I0Y/fzzH+HkHSOKgptWRUUmrgkMsRQ945r/hFGl5xA1//KQgKxwO+4Akl2miUckDUcJMDOJqdYS2pwEqhAiFtp6VPYDRNz+6uxcuFKioWUcJLrAGcDOD/BOKVCvQ3zWtLa8dLKG9MhqSo3ThwtLJFYeFpjWWC82kKVVRYSMS3OSllxLVjjn3lq6xpbHi63fBbaVSinNuXGl2pGKa4HHneLKhFs8ygikFWzf2iFjygjRGmtcCV491VBZGbtoGm3uwzcrh1KXNKaujTRiWiscsdw/BGjVo39o+eo77Nj4L24EJED/6DK/zQsT0UxSAP1a9A4bPKryB717/hWH4voXBZ8k0F+T7T5wwgRgV1mq/AAgf24Q6Y7wKX8cix36zy31ewsapF4Q1EMTRTK31SGKbJWOWcJRBjLHsN7x0w++++ML4VWmeCBxMG/N6UU0udnP/CwpmGTa+HH3gbPvHRueiyPSbLngNkDaHpc4xtsewgVmqDWQgnWlojMHtdd+6vm84pKiiCuxlpyrPOTQZyE5F0XO+jWmdCgjy0wG7aIgfhdYYgWsIn2w6ERnKXfasTAAapkN87IwTQMiBI2UZL8ia9tMASSRaKAbeJsmF4Nh57YI96lwC/0g1ajXkqyxKPWrv67ELg855zXfg33O/+flr+P/cf+V/nWNpvzN54/1Jx/+vxDIdv415p/sP3jF24WfUaT/zPxo98XPYcIf9dthC/kh/2f91eELRNauEnZS6R8yFfAF095HzIvIrYxK8nMkyq/YT7/nm0GPysMffOYxUk9RPxdS9BNN5AQeDjd+D+S969oErt97OJszcIost2Lmuiqd6aXpMQw9snPoaSfYoFPzXCzrWIui/XakC6yBL4aYLUwZPyAF4MmG5VJLaEa3amCBxWVhra8sNC46scNaTa1M4EJFNqKsVi3bEbBRPbZt7gFGIwkV6bitWIfWgTWHKjexWjxXLqaVv0fvUryt7Fey2r1SQpmyloNbUSwqWfmbwPwUIAU4YiVgmdvDhG0poRAGjmS6kGUSpsOmSxI7/pYycs4r/nnHv2Kw2O9pxwYt/3Vtd/X0zZtXsHqp/wymgPhz7tCevvmO/xNSbxhfIak9wRgR3X+IyR8/fcXfqGLke+8kr34lFTaL2AWim093/0IxNpNPdve8c4jNJzaj3P1hBHVPVAfunsOw8p/p+eAgwGFJSmEOdlWMUCKDIAzvANbvINSbgEtwMtkCuS/V5lSPqtu1eaSqAbOWg2PtjVtVBdaeAPmxZe1HRBJf4CTc9JthnLIbvRGc5bI4eYoO6ytcLSxrRqlKrW1HzULKGGm7g+ApZXcRxVQ4NnIL5l1gqxDMtJnjMROtqjHERY8p8tyFTGUXZ8byAYwiHvKKzwCykNqV6sFCzcbbPxa4FWlMJcJjoT2rEs8WNfyWzmTxRd/v/oBdF3+fnv/Uy3/3QM2/hOObuB/un2BQ3LJhcyiof9y9Z270jztzB/gsc/F8v/8jf1yaqfMeB48w/ISjIrPmrk5/2nb/NH+D+QHvFz7Rn84hCKPyt6DVB0v+O490JpEHx6KG18jiohbdWiHl33g6INRziDbArHBz8kOAgFNZY53NCJWW1IyKrYkNH4ONyx+Q8EzH1rFqmAy3gFqbKEqqKC5wFvQWMP8xdcdfhL7LIsJjRYyWJBYU15SQWx2fpFx6RClr9QL1gIVdWlzYacArFZhMk9U7wrKUrT4HqG5p5U7K02U0oZqPcO5jMjuqZEQc4gWjNmFcmmcXrtOXsexcWHnDqHZ15NFPAWcsSdkkfnxLu+iUu7Cf6yeWuQ3M3o/v1OrfO/g3HHxDGNJ/Rbb6FWZWY9M/uSFNYssI3Rv3iPg/gxU/yfcd9nMQKIz/Ue4qf/GGZPsVdoBg+DeYDIhrbv5fJvaF2gbSbHxMpt9rBmrooLA5tkByHI2PWDqizXWss2EhKkY43PMXoZkUvPnbhM2cgTFvKCKp1OO6zMIvU1cZBUjUJTgNgWClbhvAKsgxUD28egwPeF0A4JWw4y0RXB3wP0G4VKbzx6ilOFBraqw3l8ZUMs3pSFsrlCxHwD4t3VGXGVtiGzqSqHeBrVIoRiBWHkgn8hBXqRrYxkKPadbZzxIYqKhfaKAga1kZWWYTlVENWi0b7QF1PQcUA/QN/jW6BztO4gXj0a7kolyrqkEi9+g2YP6MQ//QgQ3eH7zBw4D4/20gP+JH/7Ln4r/2yvb5Pf/Xg3/C4Yi7my/pjyT2U7BvsaNjLgOLjdwn9X/A/IAhGv6LJuIxDOCv9zuPANUXGVoaRGCwyNii6ABznGxAyAgMHWKNQgUjfJPnC4isSrjGRSa/9+R/QtTaX8NG1oDjtjiEQRyqknZbdmUwoFTWkOEO8Pjm3Wb3E9BToVzRelQXOAmaaU6SPiN/c3fANtCrq5ZSEdVWgVmd5jx7sQgrgzQrZVVALkN7GIsKaZuKbMJxgKZXHrwHaH37V4TiVlSVqnQOuQcKShxsClY+jVoy6dot2y9LKZJTjci6sA62GDf0TfWoqlsiBBUpYmIZqrRKhPuRQTkmzj2vWz/leJGTnuy+ws4MI8Zl6U7vaRy+eEHxK+zQ7g9ffaWtJ1z1MUFdOfO6NR/5u3qJvd1zvon88f7Nq8MX/Os3XlRf/YyflHHkw6+Y+VD2fD+FAZUT//qzO4T4FXaUV9gGUsPbhRoyGxS0mnmUGr50HJCtjKmkYB2uShADfo39ldICVv74KPQKVikD4ZKl1lDitMW5AbTbZhqSyJpKeKAjDRE4NYCA3GzjSiio9gLngd+NvMbVwY0/lM815xUn7DPNZxeQZ4SKBSjEepSuzWczkkehqXEPHSB1OPNxKffxazDiOGb2ApwHG1qOEUkKbtGDw8Z8UcO+gkZsDYq+7EBZeI4FSuQ/35Y3VttsSWmoG2aIXCEpto61JO6x+UhNl0xjK4EkllvkAmQf2OHzfh8FB39Cj9zhJ/tPdXPP8Izv4BL4H+qMzb2fvi3y0Y7/88v/8UX5TDZImkxpiMPN5TMq8rFARNYdRRCvve3Tp/74L2/7/S9gx6j36eozxMxkA12AvCKJrN93MttPpVhvn/W8YiqozrRYRnh3fbjFJpDJj1ln80J4kTSQUU4lkXVWCj87NIWu3UoUsd7vKBMz5uqNkNKdHkMBj02NGHvW4wJngP8Pg1m6eW/HPwzkjUCvJq4X4ahmAVdeFhkwSy6rMcRkmzKt42qsKAp1rV4FoX1F0wqOkVtUugeYPktoh9ge4ZCqqs6IQ9oPNqhkx/4jWwVBJcLjJI/itzIr+DiGWdLGKJQmGs1sObqVwYhDHAZGD4E2imOi6hh3J08/xCUnBa9fYpP27M13GAp2eL4fuH+JfSD7/ewN//TSYfRuxS43/7548+YL/tIY9m78ZPPLp7zChNP+8ysZ4IL33pG/+y1nQqr7q8MTBdQwPn4O+slbvQcC+PK7/f5XOQgO2aXHS4qMLOqgZCZttaLziNxKEa+RH5RLTv4jpqCTBmzlsQ1DXpTb2X62meWzzyQXg+yH0XUNKUfxEDiO7HrMqC00e4Ej0DLQjRBdAr93zTs0WC5egDzNfHZNtBYiWVlQhMqLTCKttUY5yJlkCSSLBjVIRKHINkBXIzA52cXRcfg5QCr1KKGs1SMYWgslsEziQlkLpYhLO4Jw3PQ/XMWiOIJUospYKvIs1YruBpZm0CKwJQnEksbBaTzJjosHxVIVcVCt42Tgefbt0/wLJm98oEJ9z4bAMbnl3TO48VdiaUWvwx0dpgAaNuOwlsJ/V3kvjhoayFgBITvgOvxL0hyJuoXYO2k9Fdnt6R5f9WYBKj0wKB+3UBaYA9gCPaGDQXDBezv+8uUd9oAPXQLjhDiXeCZdOyxbwmxFmmfZrKdYH4U28P8xAeDVOk0/LoHJRl3UQ2LA4/z/bwV9KB4r4vr25u7A/0nggvFZoiXldVREYy06MVpijVJ54bb1VKqayEnhBeuAjiM6fcWs2vv9j77++kdf/9vXX3/9b9+SMv7obz/62iiebRmQ/jdKQ8P4639TK6s8giWCK+3KxH5QgzOk83/7n1ZECsDI6MlIisDKVvCmXcWIDsLKAjlosKB1xD01LZ4lnhepaEmxKaCixYFPiqbPclb+jwDKjEx4TkrKThyIFLRE4z5sTIJmiBTK/n5HF8TuXhTpahnk2fNXV1c/e+O7hXRFD8tB+CBAqM5YJUA1HcdclqTbQZPhhx2w2rUDZHbZfBeE6QK25/PGpJsyzdwEZkPmpQm0xXM3GU+sRYKuDaDYs6AosqRxHNToOCK4wCngRwOusTRudC5pXbPRwpxR5xHUWo5En6Zh5OSGyEc5GMWtcCIVSu5uHEM0cDkI4m7/I8Jf8jgLw2Bt+j1cT8BJg2PF12lPwd90wOvCn4ntmZnLVHkGJ8lQLRig5lD5CTPurEOBu0A2NE1UQrMa8Um3yE+nnKQCTyKGvO5VunSxhbtkeY5LYsBf9RT7pZJxq2Nt48BzE6iY7sWxQEhnMbH6tkOkMRcFRIUr4N11Pged/Z8zzQqQLx5MGXNSajLEynVhmchKfQEcSSiAmdoBanyrsSyYGRxauLRZ8xdo8JNw/d4d9oFYGZgprCQsGawkrjAvODETYdoLy5yub7l4tUqT7SjxIozZjKOMRuh9i5azsENNNlW9PTgB/p+Df0s7w9+2xdsgy4X5zkfuWXHB8aOGFEQmd5qXniNaTdu+xvkpMSqenjShVZQ505g2oczBp1EuknU8FY/WV652SZvKsrK32dXhFd8O4QcCdQiQcxRsJ6xinEQcLoayFleZflbC74qwQoMaG8Drd/r/V2SW7U8CMlskS52BWd30MUGY0xtVC5YQURIiaQyOTb4XvAxwAjxoh1r2Qe4xEf6vBayD2/wpsH4SH+tEa17pq1LRTITmsiJPideZ2kERbV8nmk8erflCc9GQjGc3ruIWZ9Wo/o8nwF+nXcGDW8YzoCnQQY/CY8bBF7eNemKKTSViMGnKtEoRSkE1zXre0E5qPSpPucgktEcJ3s8iEk4V+8bOIt4MRBdmcnA+SockQQ3kGq6WkAvVsoiRdUSK6YAq/rbDwhKpTwHybjeWuy5+j24DKos8nC6WJs0UsQqwsgabZIeGW7x31SVr0ZND/VTgJNoED1xWaS7wCOD8o7rhH8sf7vhBwOvlnZi0S4IkFpwWOh+mjaJ5mkgbtxBmTE84+D4JGmtxH5tDfO8EuJGGIFpKzbEu+UI/K07Cgwb/CMCFI4/NbwCg9vHyiMdrUE1KI4QuZmHtJ8PG9XyMaVUZJmmt6lkWbSPmPQtkVKEQGwK/FkXJBipRkSi0+Up4vuGXheYBS+FWIhKOP8Tc3JG1R2NTqUQ0hRKWf3rDPz/kJbC2f1r9DZ1CHkwfC4MkKMAxEVjxYt23NexZBAAnogTm3nvHnwsURNKGK1AEK5cmpxwuEMh9YH4IkPcARwrLqSVmIoSooC8TrjKjiyla216+1frccciKVxKgHKcq5GwSGifQ2AGeS07HupKw/fakKxQndYZv067gAa8VLIN4CpbFh13FuCyQOD+aG09JmlgVOmBYN6jUxw7pwmo/PVKpsRQYXm1oWMrDKBG/z0utHOLlMmMq+sJVMarX+PBVwHLHgxmEsYwqXvKgncwgVu5TXIowQ7zEQUpQUph/DZWisYF6AEa2WkHL1wbt4XSGcZAh6b0guy4TbflGgMiVF8/C8OpQF3gMXPMPQXhjmNu/O19HaAlhOamdcfBedaaz+nMO9pJEnBgDt6rGwefCO8vZ6xrR2mQ23zkBKoFspqJlBgu5slwkKzsYCxaCUOFW8GuFhm5zMFvwLV1GMFJI6z7AKn0fS2ewZ7ZeAjLjlrBoq4Yp81OSGVTikKVn08FAtECbOYmsE8NHAspOQhmNwLUbtHFVMa7CSpgNHMsIWX3GX4/aVDJytIUo9p0lTSWm5kxUFSLvcXuxYwPo9KdrYGe/KeekPQFL9ezX5FEEC45MUSMLgmH3YChFphMtmIaVjeAW0IYxzLWzYcldYAl9I5h3RvjPmDdYKVzTWXtYUMCcYyJUQzvUWv95zIXnYJz0cuxTJSdiY7qrUPDTQ9hxy29GuCEBcv9WGUQtqxIAplxUJLSrDOXMdQKk2zJAnNHRtx1kNt0M/GuO+S//PdwaNBPLAuTBNqPqiPF8iiNbtXH6eVFPtb+K8axlmn1QIj3ZqNmtJfKDSEbhR+sn0ognB3Kq9C0Z02z7N170BIZOpSLnqYthxU0gaTCltCltUJuIPQ1YjzkDJYPD4R13gNe39SVgJpWbZfZ7MGMsbJfQmmOTycuZDGNRI1QWLBO0bdxufd/wFExJM+0FHgf8TBQ/B8gp5D8D44nAEtKy8WLTGoqsMWueVBYiawqJXG2zcfm6VBXMw6WXtTCRUaIeDbDfBc5VbKcqPX7dqYhkUlVa1v8P2TyclEy2rHwaOp25tSGEU5oLyea/4yFuoa6Y3/5lxIeegzH40FiSPlCMPGBOSU1MzVNo2Xi+/NzMSjkHHUzfSgNpq0hJzaXc/bxKQHPH+X19RwS1NNWIVw5SymNZNNDT39elVShEY3QHbNktUCWUlLYUz5JK1kt2sYHGGs8VML8KjO3f4fpwd5QwzmaQtXLit8nAWsJfYJdQiRAEONuMBMjPSJ+HMpRX6CIEC+YCaxifA/U3QbAqb7g+vaq5asToHCip1h9aLzUvVTK9zlzJpvyAdPV5NEvm2loFUgi3RHcSJ6NizO8CK510ypq5FibljHw06ygWl0q2k2mnMdl18jqGaJDhBPKDrHPfFHMiCTT9mlfATn0je3i7K1JY7UxnYsIUUUrOVgll+Gy//9XOX9dj0bZLNi1StEby9XxKoG8TgyJHFpjQZDF2/eux86BLmoSNZBrYeHLNs8PoUNKUN8004kYdggsQUzi8I+XqZna5xRYQyQ9Lnl+8OMoxZ3PGkXIWDHojBhMTxcl3klQSVMWhVUvZe9cgat9Xsm2QSxmcM7zAEvjk83cQeGvk7mb37vqdvo8kHE3Wz8xoxWftcil6PRq1HodhvIo7hXiwdKhpgVvDUhURBnkXeICSU6UgwrT7ajmbVeoZsFQwGBLXnO4mcgL380DUbXWGWEqe4dPBhnTtKdEMGT1PQpt4+kTysnEyB0XC8fyvIHwfVkpJiH7egLBDTWcHIZaro+Zn/7qLUcCbGu1YBBzANEgrgYwoXg2tSCW0GG3l8IAOaGlj/KIE4TupqqrZHfR991ve/+M/YO9O7a9OZxAlKBFpF7bfP/Mgv8VJjcM7leFY33V3hiU3ATxaN/mctL/ADF4F1yh6GeFq8TLivsMrcCAURdNQ6l67VVVbYeTWni1cIeVo7a0IYRbePilkCy0SYFLPnJcqlyzaRSocaYzSWbWd3wLsZdhqTydfy3AtrHbZ0zEwSHfTxiXJwaM0gSPljHmi+WjNVNqAjLeQYYJFc/KevuEF8P7pwX8J9xxJa/yXm/+4jcb6ozb+91H9cdzuXv+T9Iv+C7iP8u9ur9I/o7sn7wJ1H5C7sfpYYKMKEA5Jrhy+nl8eRhUgQxLJloqWdg2RRC3TVOOvRdxkA3h9x7/+QvY7dVPtdN4oDdqJHDCYVeoySLhMuv1HIGx09rkVtd6dbgRtb5mHvsD3g3wGmkUrwwtO1YwRFevVas60z8BKVFrVjamKLiKSqa1QvbpbX8XIKjvAvrg8kXmoLQ1MhxFvvE2ZqFR6a9ZU2kDbEqRTVb27oYgB6jEFsUV491KMG8J4E1iV9j2cBkl0mg+kotAeViyLX8akqCdFv1y1/9fDWxP7D5AklNFeHqZ/gvOPVz0/5P/e9Mdx238BBwF7Snf6qxNmnZahEVfCUYzJnBFJhmPyiGNTxnUg5vAwYZryXpWOpr8Q4dvP7APXOaAIWfubcFJ5rFhI5qhbMSJD4gUWkwzoC2OegjoLQxYoV58e9HQ8s9FJ+wsMuM1rkmZcs85l41UG1Iqqc0eryyxVWl/W93LrVq7RenmLbTpRHS+BRbe7m5Vt04o33wM0MMcoHyr/SKLkkuzUMGUcGwhmqwQobb/VQZtF5mSsjjG2dg2W9FsuxwYACqGlkY5ZhRXP3vB149VcGhFuNbmTIqQzaInL6vVv908woU+/239+v3vCBPY0/+X2cf1xG7MklD/7iv8U/Pzq8OX+xcZfwFFwePWJ3u43pieOPHkwq4JHlEbSK+4Oi1bFAPUMV6FLHdckzRLobsXJDRh7OrzGC0ry8YDdTbLD5ibwVN5Y5hYzJ3PMtqJv6QUY8p3/FR2UMBVGaZMCyteyCaiRdjY5bX4Bg2folr/HozkH1Auo1hJOlzCDGIsMi1Vi0Oa0Cr0yZUbd8EilZilUKxqedk9AK9umWjeLe4DZtyXBmBbZ0Flqzl4ymjT2HwlNFWQddpiuYFMxRSak35aGn43q5wIWBSe4j7ixpIOHIJxcFqXtVOCI5Ma/dvsX/SUcf+RZ/xEHEls87ALBfIpr4uf8sDn/tq3/NPhX+/3H6ABB/BdwTIBP9JtX1SuTD0qwEzgwH8XJSFXyPo+uVUXONQpQCwItdnIS6Qql1uWMsvf1Mw61RSrgVOGS/HDgR7/47l9/BGwN23ljK7O0TMQiP810Q91uEkzf8YAx7ZP3WG24b0sBcjLMQ9g2vsAauA7w4Aeh37u55emD1UPMWlY2Iu2FV5kJmlBejeLVsERVoXReNLuOle4UqtyrapOJMILUDtDZI6nEoCwmyTKT5WJZwlVqOgNT6ImUe9LtJmx9MlDU6JnEKsTXOurkhKmMaubUiq6pKcFc/ASR0jxzkj/b8w/gsOvDPvBq95P9k/snvA7Wn/oK/noP6hV9+MdxHx+u7v+4/wyM/gKOIfQ/b3CwYPxhZ/rSDcD+9ZdUpQw7N5Owau4PSYjBaEPwIUIlTZNAvS60wkORPZIfc8j1nX4A2Kt/A04kjk3xMvPMJqeiRK7cV7chndmk2U5y2iJCdSpoN0uLE+YXWAFeDvlG8I4/h3qTDYSr+bKLmIasV7yL6ZHRWhX98ExDClUxqVh8FrEWlsJo3gRQnwNU/hgpZgP8ZkUYwJSPWsqktAoyZ8jj+PSMt5USkFS1SGu5uTiLZgspm8UUsjB7VMnsakZ4bpONjCgCEmnkwMIMOrKonhi0YlDrLVz+7dsr8F+8efNq+i+3v/p3WkB5ELb6Gf+3DdzPPsA1Miz9P28Y0s9g/wfFpvUYQOUodaoRiuoxSxVhYxUHUy2iyjeDnxBSV5UtjZhFpT8VVofDLd/7yNZPP4a+AVtp4zj1KFOtpI9IOLPJoDGyCncyydFiS8e5imvp02xe4F9gAVgC/mY49uO8DL650xomOgEBmwEmw2mda0V5MYfzWqtq+ImgawfwliGSspSk3VVaLOwYIZAAR/Zh6plzDDSVw5xiRM6pCRS3aSVAq3dC+mMvrGUjCg1DTJ04LFirR8ZsiwIJWm0n8pIvrXno0wSQxPEuBZNMAjSaD04fp8myVloEHE+B9m/62zd4fYlU9xYS6PSv5vyEyD2Uv30qdyTAL/iplw+UD+/fG38Bxyf3fgd/bCf5BPFZQjEq86CiiM8VWw/bhTlJzVSmZmJJiBnUquo2jLHKfb2aBLAHxNWO92A6C5awmWXSNiwSTsHMbiQyS/SdDuamWGQISnBs3Uy/Ek2glBbHQQEU4kH1Ur+d4C9wDPyNXM/x4YZ3drRavGi8jzDOFc8360lo+eO80dlV+QmWfIiY0G0TaCNmg1AVm2dTpENfIYkbvwfo7MRUtEwrRwDDTkjjbd+GylCdpeaAR/Zrd/GqlFFJGM45eujTu8AuQt1nAGpSUdiWzDklmjKYitAXvkTJtH+7Orx6s39+dfUrvuV7DwnjfwGR/gnunhT/qI257snV7/f7l/dXr19+xZuBLw9Xn/Ev4LAxfPl7/sPcS4clejhzkdwFiJ0shxPOqKqHrvXWYj30Vq6RejWLSu2yqGIWJsp/guvrh38Sf8Bm3lHKWcCSPVL29e7cjjSXTjA4tcvslV/MKt8ZqNFjPUxwW/YXmMDfBMEeUH8KfHPgn6NrKerEUsV16fTmk83oFexklURlCZ6Kqh3HngoR+yEvWgQNdJYqgIqVFaMJ16iQAJE1lI9GUlrlmPEls5HBTsHKdQJr5gjKV8s9J2GR4gYzhtf7ywn+8v8J8e2vl78IXdewo/Ik6jmwqotfd6xiWzgZGDF1T7/bfwTRtf+Lbf+p/+yN7nf54zY8J1Y+mf84jv9tBHiWv4D741UE2Ef28+NRKO24exI93BKxqKJHREVODURD3wUcmqBFk6CQlVJgXQXDNn/7hZqMvgnCb8ct4DhrbOQRZZe1fMGvlUho9lCe4qduy6SSIMbD2kbHO0BW8ZjBuW9bv4hxgWPg3RDOGe+L8AdhsDR8uaTVU6tojShOXsV65QMnQorgRI/KxGhN25dBxEo4Yz2oqB3g8vdHR3rpTOPsgyoJ6zgF2WQWy6UFJCCRULCIcBxuqwtDQpTeQ5uOoN43UNHGhZNa88oC5PQqmWWyqoAdqabRrmZcPtZfu8H0V99hZ/cz9Kn/cqPFzn/cxjd2/UdtO/+928/efPfTw6v8BZxC7Pef6w+EIxg9aETZs7kwrrK5Fwg6VpbkQ+ocnXmKxLiSRYLowcLjrGJfx9SkKEQM5wLAxW9e9Q3IQ/wRTADOgyTCdZLZyjqyOjJMG1iyyEW1p6OCH30Z6UmapDH0tw7EgcttYyjlU9UAay7wMNzm1emWL41aRl5hY0XVGrMGiNaryhquLmNTcwDYlGsHMxubIenF2rElXtia5qX6/sc//vG3eLjqxkQzBDALpZtvRZsvtcRBswYSLRUkZSU1IpUl0Z7IfcdXzrOgvMbhuynGM2K0chRdNHp6ysxOLBFq3qDhzB10Gw9i/rvbboenk9+JsxH/ns2dwZD/Hce7fPz1Zr3lQUB0afUUUIFGoRVdnc+FVdP16M1tebnHMVbH4WijUjURxMGZsZT+Ok5QfPuXG0ClY2383ttd31zrOxZ5L8SA5Y/1jxSCpLHKG1tpRFZHiqXgSN0JT98BBvDrV05+4hkRLYdiJoDRwtWCFjZYciwnbEsvsAQ+A1gXtzd4Wq4P2ALWOkKlemIG6nwLM9244xmgFFWGqcJWnEkeTbBuJypCq1OhGSRs75kA/88B81Xv5NwAQDkPipsuwQWy00Z0lQ0rFDKQDrSOUxkiM9Jy57GacxtKVTMnhTeIci498YqfdeGH+GSJDMfHW1Yy0G81u0vq2PvhPj/fzLdZ+53Wq7jxo4IamzrBg2kMFuT8hOuuHYVQeYGI0TBl4KMUZYFCSJtgUjWGVwUrIMPKbVe3DaZSdxDHr6HOu8AFKPvgKAiyXW2rBlC5hBW/ZMtc+U5/fomkNvaABAqV++bQvPs3fhJhyAsm0Up7ZuwXGIDXQewA73wNjA0g1zsWklcU12BwprMsI0KV5ehlBnQzFuVAsSMK6z88ayEq+DmAjWMJND1GBpPd//kECDje8ZWgk9/Igkh7q42gkmF5/PpvmbvFdGZKdPio0R6pM0WWtkGUUGT+NYHPcJELIRRgkN2GlQX2V3ozCSlpmy0LECYVWbWEuu/WqAw2pTFFlWTqFQ07FKKwdmwV6PTiaB5Zjpw8FLMURIUjpzq/SkMRr4B3/KiD/wqWy34DKmsogQRTBiDYcXZZSTbST2UypUHv/dZ26rEqKvOVYPV/3CmFbo5hU3iBCXzX45rfBcFr4zutj1qdY0GFdxOSVl6dQC9aok4DnTe9VqutcoTf6QNoQFYM6zq23YQGQRIIi783Ab5I+wjYMP3LSHWV0yq5HW3vjvJeYJk8YaLjHkVzmSkBS8SDvESebTwb0dXNiWwRZWEJi/Hqiw9//gVa5QmasZJZFUaX1lkQBCsbKLchqXBXlRhBCYD+nT9xLkRYoubRKFA00SoOUJZk3ZVqVPwmrwQoCkNKlsTaVCa2pBy+PzJIxIPmOETsALkHrMyzDXPaMM3ck5TEhtI0CzjKTgu+O9W3rnrv15u79j+89+7aBWckTP1+SOlWMPe56v94gBfYArwK8pchVW6wRGo19mKdiEatwyxIaMJ4vQ1qjtIYYRMf61dJ2m7hPpkFW4g2O8ATWYzioRLVoqVOcKSbHwNmjilNWS0buNzTY7XMa1sAq/afwYfvCZhbNT13pXTNuaDS05ctomSNlBlhtsNURoyKtYom2EZUqDNU6tamKP2Wqst4NtQyBguvkxUkds5XLKPKPg5e6RAiDkExlIFHOHIahZCyuokoSRoLqnSTmm/wMUkwofAdD6z6zU/CnE4pBp0qRIBqSWa3gHQbwN8/kEtDaDRMkw7owp/EygaQeDwiyyU9Vq0lF9gA/Sfce/qVtMPuzvcAa+ksccFosUeqU45rl8tXp5DWcWLQxlTzM/dir8+khX36aTYkMaBFV1NruneAzkubOWvBbMBDesKRjQT/MznL0Dkv2dA1P/Ui0knSzCrr9UUwH7nZpvObRKZVEyoFUYnJSQcoesw2G0kRhAGUYkopvGdAPYEMwJYxJhNN/6AZpCMwn2D7Jy2DUKpH9AjJ7+2CUpRx/49NdWY+qQmlUugIg1J8V1kaUtpZ8TMbRB6Phprx2Sb+O33q5bZ2gKh7VzZDZ43t9GVQ2rMtSUBVyjslp+kaLIyN6Iaw2vdpE+ifLOQOEA9oV/YbggnO6S5g6DnS3WFuAbXQc15wYXrNCnO2Rc5VJQasmLkSgYdM+a+s7bYKtHv63Vcf/ovIZ3/d75+/3L96sX/2JX+YbvcUufGPH3NFm2rvuNY9wG9/o8b1aTinf8jX8Fx1Z0Nlr/4o4JzVSEc8Q5lOMD4WCB+6Ze56EosQqcnk5IkZTRhNkDOBReXGljPmZ2PSLEqpaaA0IoQGcSmKXRoUc/2MEqn11XEZtsM3mz1TyIYP8hpBUCErS0Jgj61iHFTSLtwptByvLPzHNWQXXYRm4R9DaR7IHxhyqAYIGJiZj9AEO2Y2s9bfAM4bwUsYothSAnO9XWz5you88Vh3LLjAFujvQG75CSlkPmy5vdxZ1aOXliqil31xOvHms4AqC+cgxqpCfPLbq0/0EbT/wU/U8ksJL/Yv0fIrqhL84cDfYwrlIHE9+F1gpSXnph//hp9SYcWMlqz2GxtIMz1S09jOrbC22tTTx1+KeeD/z6d0503gBN4ILvJhGB/ZKJ2JfOgWcm411T3zlaVSlEDC2NLFlXaECQxLGihO1E0IlYjEw4S1bv/lTQ4FidaFXZEQFaU1KjWY+b1aD1bilrGaQicrWwZvbzEThOLjKK7G6IlIKMwpvvV94psgTBpKPWezh1LTClYSdReav/wCjls7llMQDa97zSnv8WtxdRtw3Wv4bdVacoEt4N8jYEngOvgOS4PfhNNq8pqq2qjFq4WmdcUiLsurl10VYIUYWGwi/uT57qP9xxDol0m+3D/fPedvzj3l741A8OzD/VNSO1EJ5vHgNF68CfIt8tjfQhOU1j5ffHKPNt9SQdslPJ98pZ0FBHs8r+wI+EtnMOYz0mjnXDenve1sOFsQ9E0QHOA8pc34OlG4VEqH2lPrpJRSllAZc7HMYpw4WmiKESLGHIv6REXSlvIQSYKdGh1aCnDSoUAaX1LSqqqHjEzqAB0MlQ5E9wL4mLA/KpTxTCg/R5Q7W4rxYNZkVrjhTwDrx6i09tfgtPFA8thUr4RbGUgfgGGLx0aMIUoKJEnbkzvAro5UW5ILLMETxE/CaAN4s+PfBmYhuVniVPGkMEmCCzenzAJjsCiL6uP9k7f3H/5id/XFb5/zE7Uf/hXp7iucBPdfvPmUgo/3Xz397af8dj4o9ShXuW+9C5w8NWe9glXSA2sccOSG/Lm0oEEJagfoLDZyGdNgU5XwUDWxhnkrWPcAVTChykae6zFrJapkAZRFI59ENLoS1LMiaVVwmJ6tIqmqMpA2omSNBvs/3gLkNpBO2kOWNSKxJlHmU1EFKXobAh0FhF5BFjZ2oRV9l6NMUbpWCOvjraGoxJnAfz7kq/1p4DlBw/OwpT+SbRi1CBnNybBSG6AyJkQcKSpdLZcJlauQNc4NFQVHogucAH0Mhr+Swa8BjHOjMSsItRE0V5YoL0rjoqUyS5doekZUz/mjIs/3zw6vkfrw0v7HD5AAP+Knaz/yde9+/2VTnyJsQhorAS5y1BYwkT0SNmNJOG3+FJD5ikmt09eU25p01hugjSJTnrNefGHk90fq9wCPS2UqJb+UJkTW0yQDUAtleMeITG2antPFM84axV6gdNHZPiGAZS+RcmPEEnA88ASp1eUymkG5n8VxsICLgWVEyORozsIYtS1iKERE9YOAN/wfsO3dX2WNh3LHlnbD55SATT20wwOKZuWklxRoevp3uJIYzNl1qRFsiC6wBLwWMvXd6tdgDrgK1uKvZaR1YwxXvM6VYrRcjZJLVSu0HEZTBfjK9/n2n/KnNp/s9Dt1L/jzc/rjRsOnIwHW9si44w5wI1+1iITfsjj7Vu9WypuTXcNkyICLe4BObAMWiQ9M6SYxUyDYZYrk7NcBEjGrmcyaNpSRpZYGmvEyCl0kq1gpl07PlaNYN1zzyBZPXWT710VBunNIaGOVeiDVOi8H92k+vbuPSSw0nU/zKZPRAOjeYqv4HoWjRbGKZ/4OKfDd9Z3eUmD629gI8lMQm7lkAZv6jQS4gqO4LehtYAkwZD0mELOM0ByIpUawIbrACcCFwS0uDfRrWDq3glrHXFeTEEsJrVYf9UAvs3Vr3YyOQFrrk19KNXyAfYNz4Uc77gfh/Yy/u8mCveCXIkB2EK/4xSXw0eXqBlBfjwWshMUeJ87JKCnL0Fls9d23GeZL3RW0RvP3DY+OrWoWVz15KTOhmbnS5NBGaA2iaNtIgWfO8hlZoNCTG1uZokVB7U5HPuMXLNBZnEl6u0VWPpZawC4hNuNKWjPmXCtOD2AK5aYGZDtRmaSguEYfi2aFOsJN7gGOnDMD74M/mP4AmybHwo0MBmDPvaNjBUHp2sH5byFGtU6y5ljPmqaWxhc4Ar4ddofXQUwUJ/DAjwJi3r3GqslDgtFqgcYiOwrjOINi24RxIfjuDVcproFfXd3/Cunv5dPdvXaA0H3If5t4+slPB3WvoEH25gTI3drnq1w1cd/j8texphwHoASPpVDAHaCuZTv5McN9jdaS5dYuoEyXvd8KZK+fHBBWqVnFwZdMTOZZU51MMz93bvs5asRjPFUjOmlbLM2BLVQ+0sM8Ko+g2TIFkSE569ml+mFOpgo26l7D8EBk5crE8JIjkSO1XLx7YIG/bPqAWiNv//AL7wEi4zgD+f3gCXgf/NwdQsGJFLkh1YkVWKuVgS2sdDiMcDIKiwusei4WzYkxXeARgGcCm79bffzSy87LGmvGNReUllCvLKxWLi5dO4HVElM1LbmyJcZpYknvPsZVLX9u5OP9J7tPPtBvi9xzB0j14VX+cbGpzxg7cVjVu8DLd2v76pUpq+iNHMb3c5Ebn082gEUsfcAQknXyS0pl0kIS/It/zYqZbXFRbNBPoiq1ef83572RIZv6eswfjhR1UJLMHydH0jR66DnxDMtVeyUxVUoPYSTEJoh6Ymw4I6oK9vrgr8I51Xgk6c+20TggJMh1DnN47cvZVHoKmylq2TsEC4OkymkFRNVWsVQF9KCoJnO45qs7MoU/VXKU/AjcB2wqZjiRazZykCQRb3sd9NvP/JCM/yTJVqid/8wqV1q4hOI57Av8cDj4w4CYcSyTWpcD6yFMq3Mla47rvyRFd5iq6hEfEbndd/X0w3/lv+sQPuV20Mb8+PP+5/yxuaLiR1dVi0tgwm/8Rm5v+pjPvBlMZhPjlDe940sBH+tMF6ett5QBSHfKac5fc2Yrxchw4xq3MqFh+ZOqoHXaL4tnVSd9jr3ZQdiU6rputqnSUemDSiRxXQZblonskvRWdwKVjuEIUjzQ/99WGWwqrLQwwlSnNQaHGaUah+pOjKq0xlgW9woqXvEs7JTLm19211dBnFPWcEt96JNwymBL3plpGZYM8h7zcMgCm7WxiFavx1asDi30Bb4H3GohcOr0Jgj/E85rxgtu1CGIWl6oXMjZhYUYEsUu5TgiNPJLqTC8J3X4KO+H5G8XoX8LKS24MyQFu8kbg+IOEBlt4+p0DUuT3uYpHX7rT/y1sEFOkydI7RfpxXTJlLVMexNMF8YCcpKMhGeDv8Qy9po6Y02iiyU+8LJoRMFEeWooEENfcEgOlELUT4VsPM2DJOEgsOMzrgDOcIW2RhEWT8d6rvtDeqwRziZyJWlWXoMtK41ZXhlmbujZRoT1QJlCAEsrVlkw8RQmQthjkRPqLeCjd4JvTv5O1gwncs2WGDKKz+Unasb3QtyitovY6CRcQCVE5b+hM7WyvcAG1MsgdoDIgNe3+sVwLjCtKj2EWU9NAHVumMTqN8dFWRpgtF1NrUg3XM5IbffPPv8CK/RL/vtshdZP0yGq28kvxHgTZNrYBbY2dJTleyGstuFzxMJGMlxg035xwcu8phyG6tffblwLV+pTnlvs+xaQ97l1hJ5Dne2aW00vRfrskfJAhJqveBltyPJaIZ1/JKB1P1Udt0OMYqx24oqRP0N0Z2qpWwQsxIPGzFRcZmDGCGiAhyxj7qo70Z3PyN3QyTTqCCdzSfK+CMSH3S3vcgO05I8+BsMvqz0ib1TWOYItuWSojnQ69VTVd5MB2RHOPZC0fqUgFHsuv17gQfAc43m4ubvmy2QW0SKZzZjFRTsaLZbu1MqqPOIUjITKNs8lMP+LEXKI4JFKLUk70s14dAnsRKV0GIAkiREUv+KxfT1LRzs/HpSwkMmyd/tL0t8RKNv9muop7a2Mi8w9QODxfkatpwCMuIXSk1LTpKmndqEDoi0Pl66UkmJaOJM0s7FqF1ZQt6PfIEahSgNA4dNIQf00gpGlKAZhAI87Hihsy0Ikj4y9+UA8ZCnVbY0xyJjx1b+3X/O3ENB6ya9BN/8eTCUnDbYUvMMH+dmgUOoiNwPqrZ+cFp4LhhABPzF9pLvAY0Az75+CudMfxngNG0epajBZo4NmbeQSrRXsqglW5pvRiQX7q1/xK8A/935FJwNjSaUWxZiK4v2f3v/3P/37n4zvv//+n/4TNRg81P7pfTz+/X00ZNC8/5+oyb//7//tP39Jt/9G5k90pCmEtgALhjEso7381OG//5IqfWlT4JZfpOYLCHmQrN6x0n9ORHNv4V0JBXZ/p33u2xxzldouaYprTjtNGCsdRCt0MwQWmUwCISqBKJ6wTIxi0qqgjyiI8lfvEo3Su7HQpkyjiKwRVN8xacvBOjFmWQ07K1VBWP8bt5grEBC6Qzru+HFX/v1rPld8O+fAw8Hv/j6USE7rNzXa1G1qJNRAFurezXUziNmQtAQ4wjK5wA8BvvvEP4XbvXfNn0wba5OLprGXlNDnCtArOGU0wSO/oLykAVMuvuOH/AdtAsidrXwaFQ7i3Z5p7ZesDMyBMzhlWchWQLFNSbq1uEB+kiG2+TT0TIe/fJ+DTcEGAwCKt8BQdigUiYvscHX/GjV/QD7l/opVc9DlQzA1JaYGB3SyGKJJtZjlmt1SsEBmzfCsVOVmcgXiOVI9RbWx7c26KgM+K4gpvaTqjE1EKJQUbwyFSh6MwkC6dAVODR81MBsrFLDK3BBHz4fdDWaPeUQ5Y33/r3LIQ7nktH5Tc7jW7/+dBxo4JwP4K6g+Kw3+9RgZzYF4DKyY/mZ5w6bwAgvgHGme9R4IroD5OalaMFo0qWZ00XqPRAvfy9Fi01qatgBWIbpxZVeg8wAdLUCiQCu67O0NJA3Fnunq74PfpRUsmGMYKZLwO462RuUxhe3xApXVeJR6b8DZMKYUtA8I1yMlcSZEc4o4m5wOCkCDVCLI3NVUy9PoIoXk+egdKznY385hh8XUFEkcL1gS1PM+Hy9b7sb6B5nLvHnP1bQLBTKID6+sULH2WNMPhyitEZVq+blkOD60xUFRxO88payyw81dCR7KVqfVp9IQt5snvHju8TG7moa08p74UQX6SGAwyy/wA0BfjuRroneAWtFBLa+swJaIYJGadOOibec6yWQ/SyZnVFmxoFwbRbd/xsIIByXAB5IWDWSCilSZm144ryyKEb8wJYlHhqvxHRWOD7g4ShegjxIlzaqwgj9LW6IIdfCD7RaWNTVFCPMEtQtyWHkIRwQ7LJyJecroWGacfSUwOauWFysyLEiCHoo2crFFQR4WYXQZjeM4VCSFbjv1j1o6l+wZWdJo9CH0X8C3/FMQphW991Cfeb4eH35+IJucUW+qmKK8yTgLk6881BoqvzHVmRLwYJT9ZuHwmqkLnAO+8a9fhMZs6pPyXi5VEUVPYhaYYaWiALNqc6qIUF16PewWNKtKJ6hRorx+J5wi2jT6tHi8ZQJUhlKlNvRcppRlUhaBYTZMBi+m6FDiKPAOkMNeJjLKPDxzRB4NiiofkP1SFvTwq7cMMkXwo46CaXo8Q54kPOy5auuv0lR1KEbDUBWAhLWjGk0RGUGkGlUOJ+jG2m4GI448O/ToK4RQoWKrwbZGfUk8oR/wb5ZOSuLlYZUm8n6ne4Aod1jvc95YJpa023BGu8pEAX7AGXg+6ojLn2wl3fbhBasg0qxkF/jewDWBicflL98EvsZK8VrLAq2zA8uwJWNTYT2JWoWFrNqhljEwwizQDgRziaZgqkXRZ+lp7rBPLkp2CjRhSMai1HWTYcWNashEm51It3hoMBxNRpyiQ0AlroY7Wch6sC6IxTKqZWlkb7Itq6qE0BjRYSasQ7fxxFPiulXyDJplXXHb1vZuPSh1hE65DYsOlWsxaUUPnCWs1A+ndJSqqof0VmxKE2L4EMqAImxcbw67He+w8V8gkFnymT+fAAUPfBJwO8udBiUpXeWan+71LSGBp8vlbkMgVAcJrPkZzukuEOg51io48I+o+GsIWkJZUqpGadRCNYm1WOfMWJmTniYqjaiaaY+IQC1CCcvchEja6B5gUpYSlGm3VaxLbcHgJWhFm4ewTTExsAjYQ0FRBdq1jpwFR2KJm0F2GUpiHDkbplTAalYwE2CBSBE1w8lQNEIbj5iZXoYjXc+W3CAblExUuRQdzM6KDS+l2aN6nm38LRFgKheYuQfPlHIc/BLA9IgARlezUFqfblqdJvTggHBUVIeGRL2y6B7gzXv8tMMdkhLf9WW269t/hrOXq2czzoYSovU+bXzmeQmWso690+bhnb4rJyjHbou4wN8FmOlrvg3MX0rDayQWTdadFihRq2hgLS0vMkhURtVNWxPtZskuN4hYyzp2rEugkiaOGZZi0NKXwM5LwblSXRkLtcmiLE5TCtfh2sZMSDWkNFoNRGd1LjM1Rh6PGduIVqlDonqSmBwEv0E7FFUBPROzZFDVGbAmDBJwVk9DnH1S5FxPU2NFmQLZWrUFQKgaUYZFEl4xXU1kt9+oixzg9O9zVQFrTGNkpSyLCFxrPCI5NN0DxFUOFrre6tgpf+zG7T9Cvee6DWczzrGSGarRcDo8d6ZKaXgw+Y3NoHMyxt1RrJrYhi3ZBU6DPvt5d4sXRrw87vxVSayyeTlVpVY0H1yBJZsX5IRzIBmm7hh66M6PLKUCWWeBaxLSuIQhvbvfVy5yLSaSOWMta7eAspWg7F2rIcQmUlGhf/e+387N2FThbPe7nziEVMZQTa9IFhysirxYVL1F0iKRTXaksMkkFW0sfZqgZrGL3IanhSARvyyOqkKZ+QlRjMKpdOPhoOJf06Ew+ULGKQKF3tR9etbzT8yDhmjHGihbWU1NyJlmUUiYm4zCn4HBtQ53gkwvN7v3gEu4O7kDRGo5m12OlMlXrFuH6Op7A6YEp1YDsUgOHH0Djed8eIEfDHdIfvxBaFwY3CoJegF5aXslZQl6oYqAjEsqVl50xlRVKlCdO17Ig0VbntOiRdU1cAyiIngotQNcpi21RZkceSvyEohp+UxPNlWVlWnuAD222lkJ/0wKBUNV8dgXRZWFh9d2JWd0acKldm5QIJ7mrOxFpnhuMk+es0xZD4fFVTFzu3rCgWH7OIx6nkS5eFDumMXS2jMuxl9OcyOMrbqyzqVN1Ghs7M/IwECOR29Om43tPAK+B4JQOyQ87LTe6S1gppGjX35Z7gcXMGWoTVgrwy8S17HVgEP9YYh2oXyAlyjy2RUHcybUBR4HfLa1Em6ZAndYGFwkWDNaMlk5Vekhmg9YAa2q7Yll09kgbYzsFnZwnQ1L1aGqltS4rLgDrLSk1JTEVNWCjSB1VZYUDaqYrllNdsOdO0CMT4PMXS+c+RxZhljtJHLJIbnct68isVRVpKnOZSimB3rSyrSKsVqRKAgBrERiodkYlL2bZol8omMIyp0imAV2Bqufg6GV2cqHYmqG4s1BeDToz/FI0q4EjFQHaZWKUGTGY7FHMydctZJqB7i73eWfgbkHPE4hp34Li5anEo5T0UrbsRdydKoTbgvyh5kLD5PZDEbOhulvEfgCfw/wxiyLfgsBa0VrUotPS2pJW6t1pYXZ6zIoOqWch5ujTDTtiOSFZCqQFaUbrqjR8l1g5SMnpClDjZQ185YsRahIWQ0IY0lIy4+EHB2G4kNdNjzjMGgWH5HGPZ+ZLKNqXm08u8xEzVE+11zFVU1VE5kz0m3JhxuWyFk5dNBORYvlsAohCN2GtELLH19wZkIxqqwFhaa9jFDcGaXsQpiKIiIsc0yUsUcp2lgF2C/LlsCRwI/88SIU2YN3A6ck4rd/56yyzDAPpZyFdvrgyzrKSjAAHSQ5srFVbBeM4VSUCR5hcgFu/vDCc4vcd73DFQJ/khTrJQsvqwonrnjLhVqLRWsdelGSnhD6GBW6SYVGqQxoLUkw8wncxu2SavEuMB+uptqqJtFOkmIGHaVExrSkxE217gF6JNOwBoEWTY2fD5MiJjredf6rUYU5qHzp+ZCNRao4b/Sg3FM1dN2GxsP6foocUjJzK98Z3Q5PWouoNTBXLlDqmZw0VmQpOQpwdA5KrdTEWho2jFWMRuXMzNpGlEvhYmTxPUD/JQhAXwiurAVRpKoJy3QHxngMCrvSze+lTCRhxTYwiHWKpOFUTMjVxwX+scBPAwh4UXB9hx3g7kbrjGvK51Qtci+uiEl6XXl5kqIgwrREKBNES3lF1+u+KunIm42UKE05lju75ZsgTkZJUUlioxrikGliaFHMl4ywhCEii1THMpVRueEZbw4FI3ahDAyoKZeNtvLDrJCvWBe7NxuS8wYNUJOl+ZJEE6cnMXUwAsnwWLoUK7rDxmturbNa/hBCW2pgFR5w0bAcqqrcO6m8cWKcDHpQwFIT60EpbNiQ04sDu/LgAbsbpysU5xOI1BacyTLnN4ALz3c5rwTn3KZ3RDyskPEqJcL1iC/wDwa+Aay55/LY3XHdjNXlCoJJojKdOVCb88IE1pkTh2VbXErvYKSI44wK0+pR5x6g0lFnp9Ahk62aXkqW5HhENMlQl7vAkozZpQmOD8fAtgU4jpyzYlHZwqXO9p6vyo1VOD2ainlHWHOuWJq0BI0NCNczQUt7KF4stdOK3uhCnBkapjs9a4lQFXFK+bFoNoYieCCMo2goeiUUCdQ8lDdQHYaWAbC66Rmg0/KNX9v1EUCqVc6vg6DqbLLMKrujXwkM0HVtXLDWzf9+Dth2EnT263yMx3T53HkUkq38tyG6wPeA+kWMW+TAa94CvD7ccDVhvXhNaXGh8rKiKqg15YWHygapiuVDBkHRCdFCYDyqt3gvIrWuCZ+zi3eBq7KkpTONylyL/AglorjI9HAV1ioARobxYIAaJI4EuzcNvcfeWx5qTYHm2T/YxUfeXI4Jl4qGQ+fhWxRMqzlSYilaaFaTNnvJDgZgZFwCWXUE1Ha3WyoX6tIN2hjhkHCM5LuUT81IBzGG8ovhNIGjhMsAI3RnLGRSu0WFFxa9fGogRAB/9hyL/cZ321Q5sdyikD2dUpzmTsN01dt5S3DOrT8WXUZo/clnCibPk9+mOyG+wGNB2z99EeS9g34PVcs4K0bNWFViVGEZch1a4EWmtSnUYrTQxikjhAmhzhmuZGB4+TuQT8aqliTvASIXJUNVdkotaQtm0k1koepR1ZChbkIPArn+HOAYkxlexPJ4qnCDx7YF5NZT42LkMcsiIkRDHT5+QO+aZpSY6iJIqwxUrsoUt7SNmqh2FHJ2m9HGMohZ3JDVMy60EEjHH4qRtgpfCzxfHJhlRg0xw60RxwBlWJU6PBvwsDYdlCVS+S0/BshLnSx+wg3/F7Fy1ulPwTyYaMrgeKe2zIcTDMumQADhsYqCczPUBf4ZwG+C8CtCN1xQXERa3n2GaRWRjLhEtIaRXCiJdCD0XrpazPFXCEcezjTVfeyWuIWoXIx2ZMDVDnCixS/FoaKZORMk/ZiE1c5UGfibIBghz+IqGrdmh9X4G/HsfHSHzyjfUYycjkliAQlHS/FMlI+LqmmiODbbWWi2fGxuvTBG7AjcUEoSIQxGMaKauxLLOjlPFiNbuTFldi6OxAPVPQHYRW4UXd1IrtUSJSq628B6aurFyOzdzY6/ewVrb6hqy+avhBhOppkH808ZDMNKfGNreATZVk5JU2TYIT29A7zA3wF8veNTgGuCa6wO/iBqrXUs6lo4m2ePRJFk3Rm54OqMsHeaGJtVJcKBUEecIOm0FO2RhqXfBValvOTUxNppaojNN1XqQUxcGvFuWzNxv8NIebAeDMcKvo65zzo0RX7T/6UmgVFFCTLFOCj1kRIUzblBRdRMaQAy4mPCKkClDJtOA5wNXcHEbItso1e+zobuOSqiB1rjYIEe5shDyf2aLGnqkFUpGGgxktISbR0Z1RmxZ8tWcqNNNCnqNYx59gXZ9d31NWKvU0myEOHUxwAfTj953+N4/3fGtxRHBkiZkM3iywbwnwr6Ooh+Fjorieil5xdlCGoxmrCICGEWm7ya0NIra1kKE6WxzMFYN/uLoB8NK4YWONr7ehd4kZzMJE0VhEVTipDF4hGJ6gkpSwdszKrpUbq4KoJD7eJKvzIR0ThUlORFyND0jDhBqK5MVwaLSXchUmF14WKyGX+yt14ou3ZAZfkwgCD7rfIO0i02skIVXb7jMiqXWcDK/cpDpDUSKuDwrZ6qmJOCOmIfJvS1kssEusPh5hYVlrlf9XuLNm/A0q7h4fxDiymVTi7nfI+8NJgkU9WCpckF/qHAW4B4bdR/ovJ1kovJS6fKWKWo9OAyg9RFLjHysvQ5B0JOczBjKFb6ry+gWQbwCAbGXNYsaoG7q6Md4GBGNTjrRbglGXULLRuSptyaEPIP6zI2NxyqRaoy8OZH5fd9J1mTKpNjFSEmo6xUYSOkpMQpQ7qpieqmmKo4uOWcLgwnhB5tqkH7aZ2jlFKNotqGP3zNo4KoJmm2ZNWMrKrHaf7Czn2x+DaC+tKhy9dqY0TtgCK6/hmduWSVTjoDnkgzU4Y8BbKYzEA294B3qdOyOcqJD4S4wA8DvQMiuOYXgfkemRYMX0xrtWdxeZ1pdVEns7IwE7NRodAny5iGxRrVTQynwEOUMoIs6cP+cHh3/+7wv1Cx/C8U1OD/6QXnNzd0y4N1ksbArnJkLVzWVLBG0tLF2bIYqwXySD1fngHOGzGFEUQQa2pprXniaAY/LCsKFFQ12gswSympHiasZ2PYoZJ8FOIguwFq38vB88BIO4SzlYK1KZFjyDCsqC5j4APM6CWuuKhdCZRbuOgXH3ipDLf4AN8Ej8g/NFmYnXpX+AgWXmCAfEs5nxF85x/VXxhd4B8JynwsuD44+l84VV5ZLpZwpfdZkWsPYxamsEPESWWgmjYvfpxTiWnjY3yLBHivv9wAwq7pe14e68+GF5IZ+YcjE93ylWRSdYQEJ+pc7aNimeZOvPIbD64tqg2HNMC3TEW3TeLwDGYJYVyWIqbJitiIKgmSmFe1DGg2bY4PEBEKpVFGH0+0nqYyqIJBKP9AJ6kOX0eSQuMoJbAUvGLaMvf3NEZtcbMiWPL2iDoxpeNWTKErOoixHEUt1yOA+cVJZkpRlWBOpJlHZB/Ena3YTee9s+7lplOwSI7M7v6gzNkIAx5pdoEj2L13c3t9uMU1ghZMryOuNVQWQclrrV5ftpC6cSKx7uRBC591Ay2ZVrK7Ipp1IZZh+xlBHvag9M09JyqK5CBbDk3pSqetOqC8bhIRrYWv7KmyMdOb5ED5pg7KuDDDZMEYySwakZ6muKkqskreKODQKgN0EcJZOUg5JeOBfBqdC8hCOUhoXgxRwkqZqjgnQreYiBhQoAiFM4siY5vy8Mrcxz7ldYtdog2DSq8SiSkSDR4abwn1tCWeetIQ2UqtcRipBdqBdPWOFxsnmU40MzgPncggj0gsDrpIgu121n2lVBSis7P/rX0V9wL/ILjRV4H51N3mJuAt1o/WDhqtIy0dr7XiVCiywLQWvYWh5RanGVkmTqd1LFnmSzIFmoyNVbgDlIEfo94oCGU7lnsFZq2i054P/xZ239qTla3FibduGmSK70zpTIxnFCgKIALiZqphxfdBLBqlcA5mVHHXzdVohsxNm4VhNI1yEhc9Vy5GFx6zxz9jWbBS/7O4Mtb8t72uwVEpBoWVotuBhJ522FlMxqji1wLgfNytthfYmm1k2ATu/HecUJRjNvPMo7LPysb5MDDtNNcwYtvDrL6ayra0U7AL/DNAb4Tw6yBaQaq08ohaRFpWSRWSyioW8rFEZCGD5AQ2YVq1V64DxRQIFQXxJuIR45gEuenbD/M0QOzdHHuB8jEx49wjDU7grJpcWCrz4QyDnAXGEZUNkD7hOAjt5BYlbwWr8OzWVLO3OE5HgtoDolZCSYlwKhnFPmaJqt9hSiHFhZXc4FQBiFNpnNjYyc0jlw6CvL0NahRgzV+L+JjuhaZRRGvJMEq0QR9nmXPQib20YxB9LhscckzyHwBZaZWYIP/hiWYjS47wp8OuvzUcyzkbEjaiL8DqB4wucAR3vBdcXwa+u9E9QC6hWlYuWV0is6C84mOHZVengDBnBNAWMkot58FMfpEkAtwTR6d3jBfU7ko7QPfUHUe9wh5LtgzuUr1OdHZotJEkNB0zGgeJvSdAbMYFA5GiSha6IqH0aErAyvskckPO4oNrSYfRjowi0cUaI65i1MEonhFCSWdMNVh6hEO/YLIRBEpQSiKkMrGLhuNkRAKlL3V1EM2wUisL0u4JfA1YDN2pc+d2sZqjiJEbyLRJpyRCfgkl4DR4BJBufgxwnXy2XY+ks4D0htsy9II+vFsoRW5FuMDfBXj50SsQttx3N7gMvrnjauMawyrL4uJqYul1CZoNEI2yRPTHrdZqYtUZM4TCsm71HCOlnGwhRHWPHaCvWlmqQk9HCIdBfH/UOVcs4jTNh4gUhu9TlmU0iuAh1DFHnQ/MofxX5Quf6TrbaclSQfVKQy8J0CKqxLGiAydnTFcT1a9NWSiWbxHFmYhMPjEnbbboOQ4qUdSIY5n3tT5g2VYA16O89mwYOepQ9XUbukaSDrroWN09i1DHrCgSHf6MxwL8L5SdWLbyIqzUiAEsHAogOPac4KR+LSVv40VufOhz0FsDv8BjgX+DwEvg3c21/xVkuYq0kLKyUWWnoXUcmVdZUCpjrVYZVdtNGGUlGJdE2cYnFbHEKMamYakd4OhMdVmcKLaZ6iVXFB6TdvCkZx8JXKSFeHl8LJ4HHxapVBPpwqo3gS7Dq+3ceXurUabiYCKKOE1TPWg/yfWYcPYJ4/7AagoUQoMKQsFHLDVam1uYfR/3X5RCpTbGvH9gUcS+EZse6nkFRaVNGF+IwtBmzMOGXopqGYWU5xIY4K/+AnSPTfnNitBdBEPUsGAIFpzNQEi1WxZJcukieHjnRqpA/b7MBf4JcM0fwniH3f+OH4ThwsFiqb2DUQtJi5E6Ly8tKK8z610GJSGXa9UiBi3XxGZVL+ESNNIu9kJECA0V3wUuBxEi23YTbXMKY6C4W6j0PElYINE5xyIbheF5yGjZykliL86AGJ6aFkvRTb976nNZw4E/s5w6S4yaRz8DdOCURiYsCZyECmrsp6EIm5XM6ADygLQHVTFEylz9kJeZdHqZIMWjkakd2EOMLZQtSVchqjUj4khTxcjAs1Ql+TdOO17k1s+fH8E7/186equarXORiFUhCtRuBAzwMgsZzF9AVuhEB6tv5lmgEBWFv1YdUmBmIZphZX2BR0K/FmL7d8tngc+HPvqR9aPiRVuLyCcMV7CtgDq9fbLYsmnr0zQh2qU9iiWVEyonYuQxaIqWe77j4QH5nHUk6E6ix7rAjFaoKLSchdmUbqsUVudxth4SiE0TOlGoJ0fRN61cFlZ97jpghKiVq8xH6pGI2JpiPkwkzfWo3ZS2BXMZsXW0OASF8KRLbmTR/NQTQjH1pKxmKVMUOZevHfRuuM3dkZ8czgVEkA2R39qVoaaVJJBHxiLD0FVe8/KGt7p9q2/rrdmjP4njSaHshAdBbGQtJCSTbQH/aQem1yjMg0ClK9brMXQaezf/pDTkulF1gX8G8DcB+WPQfNHBC5X2W1gtXkFCLiqtIAu0FsVzHdbpyGKsQvTJZj8TWq0LjK2NuJKNo42iLUyDPOy93o2j2GQL6fQw6jxfC0/iorDSIM0rTg1+ss5h1h0y41T5vmCLeqKVXSSVhByn1TL3ouOMuoyM2QvJvaylRoBquwYqMih5wUB+cwhgxYZemzq4W+PYstVx5GDUTzBaHRQZW6jyUFugpnESi3SN/hldPCdE0irsBrC7wcu889/2jgkXQSuFMtYAZS8jKtXRbOXTAjkcwZasAKqF9oyp4CH9Bc4A94H6NsjhHV/HtES1gIwovZpFe6VpkUnt9ey1zdPAy9tYXkUsKJHKSjxvgnWHyX1WR4Vzu7vfT/0pMIdm6lTJKE/WaGN3JB/tJJe1XQZZgmpUyyPHRIGQWhu5VMM/i3N6bAdxaEaEmn8FzhSMKsRMw6+HPqRNuC2uijKhWvXiADUhiwJ9okfgSrc1fTDENLM7vep5G5VFiOd0WCN330AWufq4yDFOecsvNiqAHS90dkhW3FFt7KoOuAgOGVCS24AIW3s2A6FnGKxS5IbHEIGa9OdSJeEB9QVOA/Z+gPweKkt2gM4kRCwvLh4tMZ0DXk0sXne1jqmx1qhSe4oKpWjNLrZk4rOOpwJMhOqtiHkHOIpwdHKENjiHiD8N62FUMSWS/bQCFEWUREbk4KVQtSoTGb0Cwkd1NJlZ9oCqjGSBSjnDA/FciYCRLG090I42KQ9rSCuSWpLxLsLGweqjOpWIpba67qE6SRwXIAdNFK9dYAIA4WGiERUe6lCMx16yrQK41c21+iX0o10bM8ky2zw69TzaMLCV1JbRJgP9gdMZ2Ih1gUcAs98tXgj550j8uUguESyUeQFpdWFhZQF6+dZqswy8DYCWB+lqp2D4IUbdHrJhsCXKvlEmJqDqe4CRyNybiVMo7XmUZZ/BR1hdxFjmqezqlnWCwU2M3OPkH4SJvXFVgMwbdGkD854vc248iSBaYkKkWvHKlcCMIopRYt0YqSsf74Q+HBuURfZnErPABo2xLArz8odHW6UQpZnnaR68TYx61YxEShDximdR3IwiVyBb8DJ4698/nHfmzJN2ExAw1IMpCGp+u2NA2W/JAs2mm8XALvCPAL8SIg1e395lF+gdoJZRsFZtLb1aTXhoOfokGKXWG4uXps8UEEaxkqhWpApewRqnNU+MERDttANsv7TttKzL7Hx5rB2KB9Cbl29yXPSXnN26pCERGatqVfyWr0V+95RjQQUHY3KGsUScR8tawiJqxjEoE/IEqmIQCkZMYzwpKr8VgUJLH5XNGIVStOAoMlavtOgXLWrYg2jxi0pNMQPzHI0eGCKDVFdsUTWiIvAL77d6q2PjCtgZZv7M3dmUMysfcZWKXVwZ4UTbsJ9EIpvfsL3APwpusBL44P1f/lwkVopWfFaPKq1YqbiyvYS92Cjr9c5FLQ1RQtkkiB7C0aLJ6dVCJdyOwl6IeMReaMtxD5C89RWpLNdYYc8hLXPqbyIPzYfLfvIJGOOodBEaKXw4aRkt5FRB7ONyGFWjaPPnUxndubjqgUxCCcxTchQxqIHnuUqpyu2CKyqk8ll3LoRASptR1oKJQMHR8IOAtAcbKcwhqJlK4bxLqsKXAVFaJUqynkiFUX8ayHRAfGfdRP3/iMzZyTW/XcEPu1RKWefAJJqRnM5lnmUKO2dJ0P5vinve3trY6EOED/tc4O8B/hoMHrubsUZ7ZWU9avGJJtDEujrzjKFSZDLFmWOKdjyhRKjkaUxre2PcJenPAS5ORTJtfow0OY8a2Fp4CvFYFb8KSJtx4Dw2T1GKUQmu+CpuiOPWWR+zQqdEWDJqydbgQeZYOGkL1yY8oaNutLPECWpzY9NqugdTUwggxXFI1R2RH9HGXDhQGNRpzFqMGOlvkjLLWa1SlJv7+qQK8og+Y7J1Wy0phh9FFpxJOast3EPJiV12vt3OZVNEU+HrU9BbPhf4+0BPyfV7+mgUFsgd/xPEv5XidauHz6ssJaj6VLGAS1GSIe8zz/pRbWB5iCs+IgRU7NItsX4Nhr6WkSvmRFmMdbuO3QNWyQ4Vd6tLI4vsg9kz1gkfdW2D0owCnA4QxLQ3bXMEAIqsCvoFazNPqlxdogsVu2b4iACu7lUxmrCuzegjiQWjYskxlrhm0FLPCiNbhuCWk9EnAdG7uqtjFYIE+oBsK7JLWYBi7nONRe9sskqCnWJMrHLcDGvVGVMD33iuPzbSCB5yINAm+z/BY3wu8P0BM4znB7j4TxCuHK3QLJ+sNOtcaW3x9CRIJnFVHaJWoRe86yZiLDvWZh0gxDjlhh8E3AG2seSxY7OJOlEeQhuvhEfYVKoQ7e6qmzKq09oVH+MKEGhGOxlc/PHjgFEyKo9weQSaNHUB1AREQmPNRFt4E0fkg/QicqbVtOrKTwpCGsW4qPBg6oJrzBJpGk19oqc3tDpKUkaRutalMXuC96xnL2OaJOgRxmChJ21kKYor5r0bVqcyyRDLyvyG7cYObmSpbZh/fRWxN4LOspBs2nbb6QJ/D9zyFiB/ESZfDwLc1AYDq0bLhrVXs5dS7SKA0qNIPZ9IYofPqPohXg9tNidL8RXIp0+KkT4meA8QZuqXdlKqhNtCWp/FWDruGZSJhslCDxGjyEYEEkTmp09r6igUPVUqul9mWnfOhNQL4dnTa1lmStSM4me6/FoSearZNFyL2IHd07/R0TDYGE3YIhjRQGxSk8t4h9fZq6oNkk2boNueEJOZLWO+eBysIZJ+77DjTx4xk2DdH+eskWF0kez8swHHwk2zBcDCRkqtGzCLi8ZQ57dkLvBPgRsg/xFOZcflqqKVk0XPtSS+tazAGFuiJdcETYiOk1B18phVPKN04qsYIbSLe2sCyv2P/u3rr7/+EfBvrFLMff2XfyONGvwYQoc9hQqNXtbyFc7VKDkwupvVyE2nldSIqs7NUZQi+MimKJY9ceLrQVaTRqZmtjDmmueasfiRrKgzyrK8ZRYxK5TgksJDZXQnDGFl/ciLN4FTBMiRvSC23cKpRMO6LoUpjy0Yp8+26RF57CXYafOni5z3Nn/2apGD+HnBU6lnQ/HwrxWw6xBVFUi1HaC9FuRJeNjiAjPUa+Duvevbm/ocIBZNrcHgWGooUHRKi41OQUto2edQ6adQ4V2JiG1LxU+hJC6lqipvkQC//tGjYPxslk5shz5Vx+6slQgPPdsXCCAyCZHmyQxLnJohr5YukgmRCsYPfFXJK4Bo1NMRsHd5KjqJygWKNqOq6b4l6mFbxbikQJhbPSsmUJeVTdsvAg/y6nBvKY7OhKpBznQEJNgjO5FYKu8aOSEx7tlTg6MSjwcMKNGwZcgvAjOLKH8hBfKXMBewSGxMaVv5BLFDzbAlW0IsNr0Js7zp/CD+Bf6JwA/AsNYHYfg5QC0WLiGvsum2k9c/yJh4cbW6pBMlD6NjbbAxNqNVG+cRCtIyF82ewSEB/joZ7gFwAO2JEvUM2nglDK74jLQqjY8jA2cTjVdKNMw4RrGcy1mtpiyaczSWzDZkfMSEAsRwUTDNDmT19IWo/CwLk/KniiJ25FhH6DhxGJ5BeOc4bVbomJC1R/ksOZHZ7Hpl6QWECjg7vne5wTlxmza63Gt6plG5iD1c88ueSEI3t+PV/xTQcgO2M9LDeapuAR51q5x8IgFK873hh/j8Xw23foPKv1vhNc81nFXj1ZSVRKJPFkuky3k21j6FwDgJJ9qcCK3tskTj/c6ISIwxcWJ29/vktwcBZ4Wc1NODSNsa1grH4QElcYFcbVgQtVGLCPZObpLHRg+4+jT23iUoi/okG0qcTM2TbFnIsEZUK8J+KcZUS9GST3NiRoBQttUoi2b6RI8bLBWRLZiLUJOC6DHg4NmG/cYzNHnn0LpKxtcLEv+/7+rm7nB7o088HI7u/+lHAhcZL3lpCScT0iNyDrvELJk5DzZSqhZ1Fh4V8QLbcH37Hn8IhrN44O9hTTtAVjzLdNqQ4UlGWowlQp3kJXJppLtN5C1UwEhQxVCKOTmUGGVEMFE1doAnYLUx/Fqnj2Mk8hlEZAY/wgyractDfoPwo4+hRotgzU+NDgP2TnZA5Qjr2ojEGPRqZG6VmNCye05oTxSDz0RcxdsngyinshIdu3JFJQdVDtQMR6AUE5+E6K5pGdP4ILlBD4tlMXZpQiNYqLRlZCvGfSRnUqQ5IYkRUGRmd4PMp28C7270TTh/Ex7ga+FFKnH6WWeXU9nmEVmIW8DVx24EOu02AmxLL/CPBr0wabqv9XPQWLu1dLVqiF7OLvP5IqVOu/IQTgZtU+5Fu8KjzaMSM6KpX6NbV6R3V2d3gL/+VnkQzY9+hE7ippyj4Z6sVY41HJhOxEYfbBdXeEBlN/L+eFuKVCo8V4V6CeDukIWIR1uhcGbcMSrQCKvYDhFLSUS5yDBNSIp9IDHx0IlphKlGqYYd0N9Yscx2Mc50IYbLBA9MpYa+xba8Z0y0H0mvLWfxVz0GzzJVeXbQYJwSXe/eO9Q3PheXovwuPL8QGpbA1IOhmQms+QGP3Kmd+lk/qkISSCPi8l9BLvBPAzz1fF/sBnvBOy5JLRctnT7xwOOR1Q7MMqMg6ognkkWLMIEGbWRosnEwD5wL8dhPNGS9A0Sim/Z88/aP2Q/AfzGnK5wT9Qy6w5UQjxqQcLQ5Q1U0uNBseXieT0lUDYPqaOhEY6TNlcyNj33wLIigSRMDyqjQY4598LTRo3xZzcaOJTb0xMrBTkXhkTC6jK9o6m6JsMm7O2TkopzGYRUZcZETzaL4Y6ant4tyG9pF6IGbL6nfBb67RsF+j6lFX4QXcAOI3DT/5kp2X1MGOrcfe0yigs22GaULDQcnwbb9Bf5hwAm+vRbevLe7xjUCTpJ50QZ9Gngl8UQSkrXBWPIytTVQJkE8ih4t5d6SDUnu2ThhUZdS+kHxXeDs8CrTKfcl6QmSDO3Cugd3CjUQjmgph6CIRKijXZy+bCEc/hblzLWrjReFBqIiSKOijmuGgO7W+aYM01uZSKaqCVW1/VV3krQZWxOp1M6UUpVH0s9NjY1dD2vjumDAJjQAUcN0OPj9D5HRihbPO4mwqMvfNG45w6S0PknVTtk1Ct8FxgYQq12//JGsJ9AtwCnfaOuFx7wFm8gjOKcrOJdAG2iE47bl3PtpeJTRBc4AVwEuCfQ+yK1WpwqorCBwwF7pjbaQB9Ar185FjQh92hidHfzyn+UuO/FVgrac4lSQ1T1AJrtKfr/+NonRICcHGHG3UX0oTc24GJDRTStQeDpyWJaxGFHYVuduUdQVWie/4RjD/vCcOMp1DCQlYvEkFsuAPVGYIr+S1ISjlm+sGYqRaGvzGA4JnIzJKnm4GClR4x+xTlcVZERomwpkb7ZVHID7OhFVuW36Nd/npajeOLYbC1GND0Bsy8zd3TDFcMVv5I1J1GQnobPZ6FGp6ozNrEKssI8JeoG/D/TKh+0fJpsvPViyXuwgakmh9alhSc6RIQFFCRivO2KdBRSrdllUaW0+BTOWNDmyPIxutQP8dlzwMuOB6zxYKRBtnYEMjHg+gFO1ykLWSNY46DigVMWEVj4yqHN0ylUoQhJ9c6zlLv7QnEZMLBU6NzFOfY8EBFESVSGMqPqIzPoQhl7CYkKPkonwWNIlJaqhJzJ06GUFB5L+NKADjMLjaKYaxyfbWFtI6S1J6ZmY4mqMY8iwJ/A7T1ju/O0jnQAztGT69J3NOiedgPNawfkE2q3PQ5OPiHqBfwD49ZDlRv8KVyvOZxWuJEqkV3QvpbKALGuulx4xzVh+xKJz6hQR41iAEjs11k3oUUFfO0Bs90YeRPabkqKzIHIJnLYv1Y4ww1hIR3WMc9GZaFKVShGq6g3KZamKLTv3prBLEXH1LLEoi1nKgwPlmtiEhTn4RonPudgLSBoSuXcAs8aZkmvCVAz2LCVKbFEV0ZIQfMBZHC/a6a0SM9mExkUxfzeR/yAgAxROztixslTFXwPEKt+9t+PtP1wRL9+VHfmmrowFSUdn4cFU5e+anoJZ04mPLlvwYF8XeDTwI9D8JID+EpNfg9P7wF6/PDmqeFGrcG3VEq+llfPDTRZ9eVS1YFA14Q0nSRfFJ0IqbNMqxfkeIKDy3eKqV1CaclFPHfkU0rqGocPREQEjqRH6GBM4mH6kYz2dthAUrT0PtPXRv1RVpjSh3eQ0NIlJmnJ0hs5Q6tEBRLiGl4etwUlUY0ozyqiq9ChqCtxpLxiWdhtEoSt91Kc9Jes3c52/UDQodSeNLXOkZZOiSkFViU3ReyM9Rkpudrf8KDTTHq981plE3/8lRBEW+eihvdjDOenU90pWgIMNpX4v8M+H61s8MfxfYL5C8YuSWspGLjxjVmG/lk8Srn3appg2kXNDJk0QIwGiLb/i4x5xnXj2qiCw3d3XDnBOe8c5UKANIIfQgRN8C92FmFRoJo61CDYwznZNNYmoXJtBUaVL4g4u0cJuGh8D6+p4WADpq9wcgaZYrDlPDmsRK7Sdu/ETQqfY2pVYEtuYgMB9LLAqPmTmqB6HYvSYFICGueAFuvBC35RViEMPWjgUi3kVOZvmjUAL1Uw/niOjavHAQHBczGV6FwRbPH72YbHTgyqw+v7ZIzLRgxY0OG1UGg4PtVjTF/jfAjf5LrC+CeLF6uWfdWTe6wm0cajn19rp3FGJyYy1Ls30+VK8IjuO6SiqIYrQN0H64ne+CAYsM6FvnBN1cB16s5ahuMkWtQ9QJo2wrAKEno32dZ6Dyo4sOZdRRJEIP3SjmhsOQP2atnA26QlfYSoXD77iWBCD4EwvSOL8BANJW1LCsnRpXJAoevMifpGxYuv9obBUowQ9BpTcOyXJVpVeL1QcvcZpVwCvdPQDSBtbwJGGBMmOSpoPwKnP9wXypbqTYazA6NQGTqXdk1Eu8MMAKwFPH78JrF+FzgmWSgsIS8i8V5Q4NV6MtbwknGsnkF7qoecTiDUtiSUVZ2F1Ix3qYQSC3dY9QEOnPL8FzIRYaRBBNA5UFfM0yhItHiUrrpiqtBnjSSdJpP3+ZNs1oSQCFxbdLhyHykAQUSl55gYMBx0scnF55zFM2brRRqRpp3hEPOhoP6lI2l512KZdx5uj0wirrSqRqs8em7FNQ060926SpFMN1c9xzYYxgbJnDDPm9z67QPlHFgpSXGvzJ/H1IRit+lXKWbWEeU92Bhb3Eo/B6pNBrGi1iAe7PAN/h+v/ZeCZ0gehUfhz0AD+IrTXspYPH1hPWM7ezHBZkis9llbWea32XvksC6zH4LLas2BZ6bxMCEUBlnJGdtgJcNr+ja2fCCfD0YFjustNrOA1DBn7BwEaZYlQZdwtdOGV4My56BTnw2qK2NYhFlf6QZEco7N1VG6AHmhEQ1etG5rZkLaSg4i62kEtEI9p72ysQeWpok1HsMskm4rnAn7cKvsOID/7AoZaVkCqJRtSddJF2z9So1bD90NIcYw1NDu+PvxXPHT929s7N4YwJWPWyu7voU3g2R0gxhTqBFA9GbnHB1LqBf6BcM0vgVzfXt95B+j1g6INk9e62apUgH0elIebbq2XCeNs1ajKVydTejdWS+OFl3G9A6xstwG6AmYMNIsOjov6qMOUXVPxCYrmeEykaDYWMmNKNqHZ8ABzwDkgFmQIqmUMzpsjC5ryXFmS/RJpH+HAMf9EDjWGKJaB6KNtc6JY2TgSOFuhGENNAUe3mkS7J2AV4uvewL2u74dA/mcTsoZbiU1BMgXpDWNPzGjY8ovZaxk7O/wZDnc3d9e3eNFnirk98D3AQFLQlK46Kz2Qw85rOzueMIP4WPPAVfUF/lHg38W4vsVlwfVhx6+CeLVruWkBofFKtnC+xKFOahvUyRLWzjaZH0NCrZxoLk59NFYc60KIZqN7gNj7re7+DRjZUNtalXojtLs9RgcfghwUndu1xgYpWHl0hjHD1omMYrQkXb7xLckUBwXFhsXi5pQilFrcM1rJbQgFWqknadGjUptjKWMK0gtLEy4r/8lZB29i1MOSxkUNWZVU2vuZmOSDHDRfMzzH3BHS775v6drClEaiwsB1sIxEb+40IX99+LO+BsxbgFz3RQCchKZUN2e9sxlQyhMGmItQ413mJejqKzRBwU5EW3Vz0uoC3wf478C8A/jO3wXGasmiyuL26sv6Eh0CGmCJW1r08oypWoRoIggbW02L8CRUW9qRiKQhXuwAT6ZBwNfwQDA5JXR3c4wZxrLMROxQOh1xZDrV7LntDwNz1fr4RZTPNxwqeNcar/Y70o2eac0uIxB6cqggFjGECmZk6Z1fZLSMo3FJD0NV3pcudqfp0705ntABVNLwjRB/lZf7MlTSkK9DdRkNECoy8JNQCj5MZo/KQyKv2oRD8r3mP/suIP/9hstei383fhxa6aRzyuqy93wGTLsBs+qEmcWtJHG2twv8w4DTzM+EHvhlkMP17l1/DFBLV6uJN/58IlFVJwTRKwzFakhUy5oo3QojapoOHY0P9i3nnEWxWjYu/TnAJL/s93gd3NfCacaAdWDpEmh2hTWMhU2KpqbdLdQcseVDhOUTgfOQ+xLe9Go7axnaUx0JCcq6A2YKmqFRrzYg5qnSiOxtjIWZUCT0YgZrP0MSSLZb5h35zEW4ciYJMWURyMq9NiNk1UY1LBTv1Ijm2aIxPYonTe8ee9PYLjp4jp9mmS/KjaxwYOqFNbLfn1Hzh6D58y+BReKZxascdCYnndEsVBt2GLXboSW5YXmBfwropTA7QP4zcE60Qq0sL6pZLEFOvEoOkpXOZaSxk6g0KWufSqhGgKJ48pSLUgAR9GH/429//GM9ihAtaObbH3/7/32f8MsNHFXjkgN2+7smyc3V70KgcNw8Ch3AOAbdm29pmsX22Ucp2gkNVAUKUxTzlV44QPMh1OTURHEu8/xEqLpsF62buLib4VHidD452cc0Sj/Zc3/qHhhvilzSOC8pWzWy8ADx0N1Q8vVxP1VVEAy1SPdCijXwtdxJyFYybgC5BeTNbt0C5MIfiUdEPgK48a7HhqgBms3L2/UuMm0D9RHOus5/Rw4ru7QX+HuAi+Dmvdsdsx/gZnefNa+FlZWl1b1Y31pSXFsozGOlCoKWyjioxojaKdzkroBAtJBLN5Bld79XhnsEvP87lP94/3dAFxP/0dWWaBKIQJ7rMnuikUrx39d+zQNclexCSLPKFOL4fajlhlOfpykFEIGnArOCovnwiS3jTFwnmMhFh585xtT0+slSNE52rIyx7apLudkpQ54jwoGP9usgbGUFIq95OConvgWyQup67ZkSk4r376aieAkdAYrWoUXOfHDlpS+jkaPqz8gu474f4aA06HRyJvOc2ZadUhzlzCULNQSSVbskL/C/A7AHBOr3ge6ub/lJGK4lLRbt8UJnYY0TjIizoRedZGlF16nCILuP94Cf/OILmD/98I/fSBd1ItJK59cUoitazmebHXePT4ACJipXbmYecCSKYGbTiJz4otFiuJk1lmA4X85KjgPNUZmXaJoOVBB0JFr2U8OiiRIlG1E1g6t5gp+EEJfdQLHxqRlWcSjUHaF8UhXb2P7lIaIiyYXBRRl5K9BNUqA3bLzLR35Kem4aGU/BVdwDKip5lKLU6GEGyc87wAMvd3jLO5DMxjrUiVx36p3ZU+brTLZgmf4gGLJQkV/gfwf4tQ8rgQvCvwaopV5LFuhlloXcC1oGMOGlCklo5ksmSlRc4fE/mAABz3aHpz95mdhCLuHZXiu5unBokNbJpgqkIwG+SCsgsxD8+E/ITJW4vG0ruviZK5klk8UQFiWD1pHDyDQ8Igffl7k8n0VZWWSO37w1UvqgWTzJ5DhN5lA836Aojswuo6pi1Ghm1OwCJxuRLqNSGc52qpajMA7zNCMGrGGJAjPEAFVDdsN9X3hOk310zCHzKHRppiqhO3JgVSpKfsp/BK/8bAWdbzobnUw/pz6ct+2wkca6CzRRV93GR2nzAv9MuFYS3HHe/d/AdTbgwRVetNaWS9ETY7qKzlEucy92nSgf75/sdq8/RQa832GXSTOFz2nDB8jmhW5N1LkXVC7ODnCZ6mZOtCqlpkpTgqJL4UpEiyMyXWKhRaxJuzX8jsNNysr0sTKRc5xJwxgL2jhR+vglJI1D9aYI1KSzXpWnbH6vypJvRI3XI9AINkUYFUqM25kqPW/xq/TFYqy2SJZ45IkPIRoVip81mEOp4+KtvdrmcW/sQwVWxPBTo+KwigxWfYX1PjfWxPZj5f0fK4LPAIJIVG5PJ6ATf1K+Jd3MY44v5SL/LWDqf0N7gX8kaEuP6pYfg76+8RbQGwOuHS6hvNKrSqt1VytOi1oUiKil0rJzDODH+6+wxHEl/HzHpe5dnQx0etkL+MWnPAUVz/EZvkujy+oe4DITLuBPyVpKU8lfSVuVv0Q2N1MiQ7htUXMl+R13gN7AsLDy/HiDY+l0IKXW8UczSLWRGaeiJ0OTyNbFuEH70fM6E5zghZcqKEKrRuFAa6zAft4ip12ZkhxMVRLJLULWbUKUNMVVND5GVFxu8LeUCi2WwRMpHhUPT2n26vWfeXGtbd8N0sw1LoUDTDR4AE/8F2bg3eZH+TZdtoVOadCttc1vJk7CCfEF/gGgJaFvgtzd6C/Eico9WqtjNRHTujRBxWiFdZ6I+Gz/BKvv/vDH/fP9/gW0T1/u93/8g+8N/uIV3Z79db9//mL/6sX+2SfYKcLkBUw+RqydKZ9+01l35h7g87SBZZ4atR+DEheisGSh1BYV1qTYX9Z85JWB55943o23plPHnAzYDBJbMJ+4KqxgyRxQJXtMBYITjTkr6jaR0o2RnY2+RqViA2LZ29JCd1HO5ebWmDJitN8Usl48h4uSkqjGwaS1iANQTHHAHBvjciSjN2qzbDVEiNl4CgF4lee9bn3/4xZ88grT1Tvu705c5DZs3QbcTE2nhGPzR9iw2sychFPyC/wdcIuCxcDfyLi+5XeBuQn0Qkrp9QzUItPaGyiD7NaMXJfitOi8/nAJ/BUkh/tP9kh8z3dvrz5k5vv08MUbtvvXu6vcJfzq8Jwme2wGrfrD4W1TFU8hgU6Av2G2+1yUHkl+v/mbH4T5HmBVxS8zmLgwTYUvsomw5cP2d3kBGePkOcj3dcfVnnUhlZiA86ylKM81TZXzXhVGrgLnUIhWQqIuZ4NKDXyG+CSZpmNMET5UPYnmrLNEztb3iiChTCSzQRwJKPL1BSV8SWjTYSCGNAfrxcVZSQdUdMUWfRdNltFZKB5CX1y/fn3QbR5s/JDGuP1Dd8mBrB/zL2xbBsc5kVG3gJ0tNEdmpzw3OxacVFzgcXDDJzALA89PLShUPkHCzziJuN7IR64KjUnEyknGe4Ckdl/uX71+8/z+8PrDv97zHWc87p4+3z+5Ony4f7I7fLl/foUt4qvd0wPaJ4fdsw/3T5ESi0o8nUOI5gQ4f/bv+cT9+FulQlZMU8pU9VDiYm3kJ1mEqAaxqkrbyqnBIw0zluZAg+T5S44nuxTUgNDU6CAiUJkIJzvdFPMPnIxSWRCIMOpDz5pykeqoyYvqWUuZkZW9SucAxEw1xzqEMWvOmM40mkJLhAowJVVSJkrQQ2yGrYsqjURP+wgOq0VXnG1nTDiUkN6aSiw3/SXIzW0+AkhwUkL6u37U128RJFTDhiTtCtLTgIUdmZV+hlPyC/wdUB+I4m8h8PIXz+41vzbrBYzCdjoLjF5wlrGytaVefVnuXIUuTIBa3J/sX33x2+ew/fAlLrbv77kPODzbf7p7CimyxIcvr15gFwjpUwghwdZxUAipoI6pHWDd+GO7uO5dMN4BOkttJK5BNV1E1y1TXUQLSugdoGYhg3TGEtESNXpMs2csu6v+20e8XKgdqhRjaE63KT4LflrIDbepCyOfQrFSdslTWFx0ERqHs/xlXIZFLcniOgQDlNSBZNZjkjyHUgcHrOKqLV0BGZVFQ4owV9qv/wwGL/Ha/I3Fj9RCMfCh61/BcSJaS04lMQx3pZk4knjAZBOivsA/BfiVcH5FnM+PFw0qrCCcRL2IBi5EqErWylFqtV/tPkNWI/l8/9OffodUx9t6L18hXT57wavbLw9PP/yAsf74AXZ+HzEvfqTLXsCXTf0BKaFPCCIS4NfLTBfgtfAMSVLddBLkx5tDRcKPP5dAVOqwlQzZSuEPQhtR6Zsg3rDpxQAtGbajYcH4PTcp1dA+tPctZhdJlAUChUA3iSMBimo9LVSIkQUqMR2oKMfp0rTz0khBEXeZ0EYajerp+AYhWp6Tt4QiZRgDIrxEi+tA4CqU1icEIqO3n+XutmdOn4LRv4IA+w0QwTU3gO8eswPcyFFH/Ham0tml3guWpPSzbAmnFCcdLvAI0F/i64MwtQOsi5haebWyuZSKmFFiOA6jSZ3FC+THYNA83b88fPEGO8Ddbvfs5f7zt3oTZI8t3j2uc99efbJ/vnuxf0XfZ9ZA1wnw05wRRvS0+SYIE2Ju/QVe8F1gJaxkLqUqM2ot0Rc7WmZhqJh0E2g7N2D/Q98E0Qmptrd/4UhwIirLkat5Wyg687EiL3pZjKn0VKQ3BCIjAykkdV/paPk0SdsFMowfKKawhEFajaVBE5uVeQuKMVdR7Cx38qKJ2rkSraSx+LhDVMeDh3hZlnvIuErCj1Vb/ufD1Z/1m9BKGtMPYSGN8L9CHpcC10lqtXHczGFIr5Ce2t4J5HfSYkt+Jlte4PsAfw2adwL9i9BeLcSxtLOAJp1X2aREXWzJgArBxfjZnm/nIst9yYtd/j3i/W735f7T73Bde/gIO8DDa7/T8dHu+f4ZXZ/BFIsfA6LaJP/aI2cHT4LxLjCS3nrTR4D4b5IzNyVlqTJbaatkbudHUYRYlLDZskjtA6+TfKNMpA9D6EbsorAqyu0ozhWaj5EiRkzlGKYBStECyVg5inTwaQFdotAKkCs7kLxRfJE+XGP6kiSxi0BljzwYFToysoK+iiSDpanydwJ0N6JpkC4qjswW8QD8ICDTBi5/gSPdUcj0F/V5WGepRdbc9O/PDy5cmyYRv1m/hLUGDifT5QUeCXzquP+7RfLDhO7u+K9w89LKoiPvVSxaBGoa6RTzyzaNJouKoYo38A5PX+7fYBfIe4CSfrL/9MPn94f7Z9jbvb3/FdLfy6e7+xdvXknLd0Xun37y04maAmoIix3gfCm8vizmDjApy3kK0Ewls0m/Iqwx1Q0eaVrA2uPzSHuwE80ZIsW9GqzGbOk0BlKBovtWJqsZpb42wQJ1PBlOFAj2YvSzJQVJhLfaTyFEcqew3FseVm0/s1SZKLY6LuP2CT04j2bUloKUjgW0BqbxaJRBFTPlUUK/TIiovhPBnhRYjwpXOrz+nfd/SiRJJjQ6k4YEy8SzYta+3vwFTjra73RGk2KpPW18ge8DvAHIfwrkU3BzraXFtcIF46uq4rSEUqk9EqgaAiLXITGXun/96HDPe4BXfK8X8NFP1Ow/uNp98oG+I3J/wA5QK/yVPimzf3JfFPeQjgbkybP1TZCR+vTBmAgqOylfkRQ7shZB7RDl0foQxUuVJgpV+iaIpo1Vb+BwPCZUmhCpB9E7nOUvnwzKRH4cUBVzBZw0ye60CquaqRh7ykyrcgHKV4xjx84vfUBJYqFKzaBYZKo68UKUcwIB40ukp/eWfhmVlSMeYaVrMC0x5pK4RlHdwoQ8S+dHbgHfu76+YwbUvk1Xr0ku2KblYvaAnHU2uyy0SyZtw/Kz06dNzR25nwacr9/D+gLngS+Kh3e7HV+uchVBxKLpBSXJWIfAISRRXNYx0atOtT7l9/Kre/g/5T3Apz/HFS/2ez99ieZnn+yfIO8JPsUl8Cv1fODHn/c/f4owRdVCryY7wL763boMFvQOMHlLULTl4maRqObMDKVUFgL8PohIj4wPJhRzmBWP2CIcEaVkqakZLlkR3APWTs+ZkAlquhvYRPsQEclPS4qSi1nWrOanCEg/MA5AwiYlIaI4PYtgVaM2agDDuNpBE/nI6mIQekI0W7BrKits09C4YKFJxrE0utisGFl52lBIYvnwEvgdr35vkf/8SRinEf5b8HQpy48EIiWGO4Y59QyaPjMsNn+CFRtQLqNqbX4W7LKE7+N/AV4H6LMAeknUDvAWCwfrxThXS3rmiU2lqlJr+IDEh6IvAd8f7t6iAqP9Hhss6reHV74HuP8YI4AZbGjAz78UpVuAfWYAuQNkzuPn/bTRy3sf2vtxY9gJsdOTatKdxdKkKrXABB7mVZcs0gUjUsftE1RnX07EFOA4dZfFJztK6/r0JYGt3z3fGSHZ4syGJkQZytGlMqeQAylc8Khkt5AKUXlIxLZINYxCaQiTQ9yU6Bp9gOUU78jlitY6Y7fSI+J4CcSjnEhSBPSh5KjtWh+jvNrd8HAPN3wHOB+BYYZLzkCzyijXh3enE9KkmWwW5kig0+Zv+U4JYLYNfT7/rZRgz5pf4JFwx8XAX8NCYe7JotI6qgo8EYrGab2zJjGJo/QaVMvvwflTLJRArcQGRCv62edfoIcv+VaveisX24qSr/wTlDvA9e2+xSVxKbUDdKZyqhrVJPUjqkkptDLC1EbTeIjmwDB8NNr/CTU3HjKRU2MTF30Bg/K0k0pFeTA/qYoqUhtNbRilEU2gZfVs1FPiS9skjzwhFMvX6rI1loFQu1BdKruXCpTO2mFQoxBpHLSjXXXwwmht70VllQtG5i5RgtTDyLKS9xFA4D0zV/d/RYuFftefAqycg30h7wKtgClwO8sMab8JvMyfq2wKmLItYYNce5yFUyO7wPeA7PH1E+G3+oTU4RqJxksIiIeIEgzK6PaYDmKlFmpNg9LSZjJTZpMZUiCpXALzW3Gyk7sXPxZzzrRGnRrjXWAD0p3f9D26GHZ6UoJS0nLCEiGhGT8snpt6oC6PhW5R9yw5bflkJdslAh6IUwkKW8pXf4oxPNOkZA/oSdEkoYw5lpdYWoR3ZduBfJQZqiqqLA9GEZWaYkzMpu7bT9aQSxKfCsGHnk4fBWxaN00cIyZclOG42YMkR1UyhykxlprunBL+jNFhvfNTgHgs9nH8HOwx8DK238SdALFC1YXynJBAbwVjN4HZuNrvldI2evg+7hco0POHJXF7c8cV0gvNy0iL2eRCbNQSm1RlGJNRiKxgVSFA8q/aWn31q/+C9Pdz/+dNLmK4gEXAZbIU4vGoX4TWJtA7wM5SqURICKpwCLupx6iHsrHEGuVb/fVHDTiHyaORTAfFQ5qKVSSJkhmT7abL3v6KCItNKjaxngzSUuXZ4EsGbdV3I5Xyk4Ns/ITLV8VoTXgWxYVXx4vcxdh0C2qDWV4MQhUrP8vuR8OSvS0TQv4xSaFBDrDN2oQCyrB9xpqSCnkCa57vAk8JR9SJBII9HiwrzxWU8boldSLQbNTQgzjjBjjSfa9seYGzcF3fBB6fA+yFNFFbzEKwwlqVXs59Ui0spuXMu4G8zydrKil0kXksE4nEbv8+Mtuf3v/PX/77+//53/4dlBIdSdd/Av6JlbNT0lRS1YIQbWqytIa1lKr+4z8npSTj8f77//FLH1fGzcFioH06c+wafR0Sam5OfJHWuz9OQG36SkYyD9hrR1MZxBMlUr2piFPvYlx8odisClC5jNrwqjTNqI2Vgyqi+jGmSu8zljMji52XVxNSVw+amyiLHLFqFMKO3l5k2FXZqXhu7/k94P4goL4MvEghok/lFLjIbQFxXzYiToUBtFXaybYjUHgmROBhiws8CLx9oQ9E6Wtw18g//WMwWkdZ01r0jVxkWn3HwmwghidWnpafKhQarMJFx9SnG310jgqkVriDQ0x0w2p32CPlEQFIPqwnUjVz4i+VFgnJYSYHgYfolk2Sdlk/UqOKxLb6LrCLMRSqPgYUH2BYYxcetFo+JNI5LCrlvi+CY/bNsM6kWYFaHNEsnwMa+ZmgoQeCWlVkNJWDC1BP2ySxFWMJKZpQJs2FQXEPdLG74tgilRdRjG0SHdHO6tuSKgkTDmpbkjYy++ovQbibu3nvZvFlOKeTc0mFtwMX+8C8ayyfSl4PZq62SzvMh+sDIQxHRo/yusAR3Hjq8Xqou8A7r7wujbOgRY0UDtqFyIWq00OrEat5NnDRWoaaNOqp/6oKfV7ANC73hz1T0Ayd6taQTFbZymmrhMcySqpRffxAnUpfKA6Vj8FU0WCBdVSagm/qxNQhodQn/1xYyQDSFoz8ZzSrGYGtw5Prnqa5r6INFPNEIpIyY9RoBit3eDgICIjCDlNZsiRX2WdJx79HI3tVLkCrGEMWLGNRqPPF0RirJxWgh+BIlqR67ZcLwGv+3ht/++i93TJhgKPggSyyemOY75wcrt/x/JFUyfVRUGZzsJl+bBzD9zK+wBboXWA8lfxXOC63LKN5Mffq5xlM2ksyBrXCeZVTHl50vQxZZDEQrLV0UJqgTTQyqVgVrtAuIwFWsiJ0/iqmKBFm6xG+yG46Bpv/dIKbHkWpbltROlAPM+NMwfHU+8IoPiiyEunNXWss4FyUCQr3gMa2KIEliB6dZ89zSUnNp5RAkJpaoJ8xoCYaytptu7ZD/GaWJc+NegJWaauimzFWFo6jiHim8WglsBqC8CidaIWWsciIxZj4fJ2wGFLZ62cQrm92eu+2fxPr1jnkEZkE50mnKtKs7DdnsFOwtJmZSfOIOBf4xwE28lgS9TlAXAVnuXgdZQGPsiSNtqrHpNLqXa7Y0lXVp4OK9jNVqlKrxqtaLvRiApwTUOWhNBQ0J94P38WTZmFgaetCuzH2o6iITZnEQMe9PB+cj7yOg6VP13G4PlS6+pUgbwivr/QmJvqc69WTda1SzyVB4bQ1M1GsGcWoxnHrAECQhIycTUcMIg5qsqepHer5Auq4Z0zFxl7F2rXMElQGwNigosDTrUpG6ocC/6vwdLPgz9gBYpXfKdvwCravaEM8JonRauQ80GQf6ZnkFtvZZeGe8I+D72F6gRX4NgheBznjKFjmvYi1cLvmypqEKyx71txwyNbLzkvP648mkw8NJ101iw4dMg5t7cY7wCkBpWGNVpLmxLeUdYtDlKR0rS2RMRV2hZSaVcsGdQ2v2sKwODopa19mrm7V105Ppk1NIrmZ4fvlnBMxE9YTQIb1mD1vQPs5kJUQMo8LtVD+dEYIt2KNLr0V8xPvALRf2BLxcGE1eYS2guMDMmrRNPCAxKLCY/YEtoZHBWlsHYMXv6zJmzscbm/u9P2MZdr4vkkEgZT7lAJZHhtAdjZe+EwM431/+CE+FyD4Q6HeAaJoEdUy0trxEipBkcsyIyrV00L3CTdWe7Vc3MJU8ij9MHPLhyPBhqv9/rAf+alSEKuSUWJdESUd/KQvi4VQTcR+uGrS4iH7/7f3Lz2SJNe9OFgB8IaKkapHVlcngW52NXSL+AOqrVbEhRYN1Fb7AajtfIQ761lxNd+iIMzn+K+KBQEUoJZAEOhICNNEMyUtZv5VrFRfJC4wv9c5Zu4ZWd1NdvWLYXbc7LzN3P34CXOPF6bruWOqY9dJ89B6f0SGssy72UhwVOUDodW4VytMRwOtjjT7KGV0E2n6+DY9MC88Q8oWunTbiMGeh+IULda20mzgKVoUZSGs4FKlVMWzsaZaOj2FZhLEnZz1sNHxkc7x3ukHUfU936SLvgWu72x86USGQje1hfXFZWgubVYDf4VpHMufUi6w9sfq/1LPAFP4tx8jcAtIznHoC5PMUp4UbOQYrVAkAm77IRLZsvEKZtJqBG0psm5O9AxQSagSkNNRdSzkCVVXmigTe1Jly6d+wrPMmzQnurXZ6XdUhWtqBM62iNFhN9RZrqPk2oheKMpUrQhjOgrARYAp1UmODixpDROfIlUA7C33aTNiXRC0i6I24Y2kZ5UdWiFFlnDSDFW11p8yHOkZuDD7KwM5pXdRanR0aCmpa9avVEVnYIP1NHr/HwskXALqNy8Z+WimLNPoV8k8IwN+FauMsTSZPHzZdPrVxjyWNxU+ANFxR7MIIbWm3c3NqNUsCDaOXge68Umhrx4pSChGpNGZCYI85SLCLXAnJWPdqSVeVIRF8PN8QV1ag12YE4c9LFrY6mGVFm+BuX/ZR+0ZWz/bIxNdiwFiNmNCpcajkn1tAcBGfvYFvPOEx7JuGBCYjm2ylIkBlZdMwTTO2isNQxKZ3E7urNQGJIcXksu9VW9N4NQJz2hRlBmkKcYQ0CcZ0BaPfnxMUv+qzgjy3y3oM9Ire9QzwDn/fPliV25UiEV2Q6lMt1C7ZvVVJnEsf0LhFyJ5G+CPQecsdvQ1OIIVVYRZpLD0NWFErQCajEcC1yqCus4kNpNio4lZm9Jf8OESoGrLV3kXWFmo8pAZYhk1VV2psJsEs0h9y4pjTJyF4pIE5slpepluNep1VFBrb3x1GlxzEIExwxnCMBI7PeDS8SM/PeBV0kWxbWEe2VrlhSmoE2XvdV7KZyFFJ5tAtVzKn2wtQS0QbiKcMloOBcKoDhqQiaKWSfZmtAvVKPnWIZqWREEU14MsTC8X+3H7i8Lfhkn58rmHnuxPNvRrSq1UDhaIbFGlPFR5g+2N5Y+xOZYUHDx+Lt6Vj9YqbFirKXRUg7Gic8mKVDjWFaa2Ln7LAdaodEcOCQurydYMxT7UYFgrQG2jLc4kMxrClNHCojDrRatYjZeG+pK2Vr4LXFUHgLumCzbMxXESY+5mXFUHbrLWEWMPCsWZoICHxUrAfGRDjzox3Ph1KW7Fii3N41kTmCG23cgPBMNsYU+SuLQbJKGz0igEYIoQR4J59hLZmlaWeWQaP9OLRAcnaH8O2p9nzs8hqEy/1fIVUglc0tsifdk/eCkip0JixaASWAvulyqy+OpmxzIVv/TxJ9J4FhC9jCQHsWJzIA2KRgZYOAxLkQy+hZriLlFpqpSjU2xCRS3ctpYHkW+3BCtT8aqeASr/oO+sVOjA2PvzfAsV9IbQ1U6NWWGL1yrdTUjPr6FJVqUoVe+NCUPXsaMNPDSyHMeVFZk0LlwBfdB04OnJnMCMyxvatrYmEL1hLExQnzUpGtD2tCEQt86kt6QAyuY1RSKqTtwAUQH71TBiqIk9waaoVqOzeAFYAmAKFE8rQL/Zh3zXyaO2lEU2m8oBthKXUtyhQj4VpDPU0K70JTrs4+byVfWP5caCxR+y4ObW5oIfkT93CLmOpiohHTE0LWHLq1aEQFdhx/AqaF0tkhQNxeyGQjwZr0bqhLwLnPxDpAgzJlkURbVKurAKC1niErAs+YNjjPCP/Fc4z5m7NF3BnLhlJqoLopediQ1zdLQmK51qHQBRWOMwNTk90UZeDFJzipkhzYwTdEiFxrePsdmcuVr4vOZ29NKwduxloFYkmjIpxB6NSD8+ZGG9UpLMjLkuGvmQuTjFVc9y/prrv/lrcFwJjlvgN6SWaxK4Y+76gmQEsdVYYjMV86QRzpctX1X/WK4VfQ94/hzgOX+OYI5At0aEdyzzDxcXfAXZTM5XtBoKqFBSmJttiBO7KEcGG3BsQBn4XWAloMpTTVyjjUswcG9cGLLEiRRmVHiE2MYnAIcm/02TJLArzU7/vaFajY6GvkPDXaeGae23K/aN1b8P2EA2zXwsJBJX6LN8LRiuuBTUoD5QEhOAj8NYR7WY5tTdr0zZ2ZIe5IVbNNxgWy4stVcWtVVpDhyoJ9cWNKraEII60gpLNSMKYdXUy1dmIeuab1H1DBDJDwvAi32C3z8LY1TlS6cVJ611PntTobptXMKAPbcvKgdVvvTYx3Ko4MUP2Y9fDceR1J/mI9oqatxVBFVPEBnukCD2EJQTA5djwlXh6EXeZKPGF4E1lmLDaEYvAzrjM8CRiSoFBXNjutpBEAkVlhC9ORwcTfgkLXZrwdxpY+cVoCvAew9A1R6OOhDtlaRMYOKh2ki1Dw4p8MdSKjzc5+nDHrrbY7WKAESY1g3ZaHC5FVMCmyIcgpRGny1p2bSx1kDFroRsPhCJqlHvAwS5TdXbgMqGZoYl+/TCB9fuOJap4hL8k9A7JL+s+uox4CKNfOmcQsXavnTB+O5Znf7UqX6l8hXVj+WGwtW/fw5LyQ/B49ddRVLCMriCv0jCkmT1Ek/KqnMHcCQX5FJxdJKywOZqoxSOyTLwM0AlILRTqipskM2cOmPVm1csI0aLUcxoCRkPFbOB4HtIhj4ormZxpyY2QPtUe2UFdFgbuvW+9567UjaDqh/5K4lCNdw416mKNB6l2AdUqiCjWJBngQMao1MaGHKWSl5jN9kIl5uE3a/8t6fCW31pEKcYIEyyYu9Zs9P+eR5iWtAGROgBR+fyHLc48JwP/3fZzO8I35RYVuzkMbG/dCri8WFnSsXJ7ytnv2P5GguO/Z6/CP26ngFO8eOmUMPoF+wFYGNkO0KntjViyvj1hcRrsqp0uK07NVIn8BlgZaBKQSHFKowsMdKpNdaMf9bnAlXKQ7djVeh29FNn8A+iKr9kV+q61KzNayGqsg0YxISEjys2BKE2Xsk6jnXESPLiZjUuSgSPuC3EVxNk8w5/fPux/oCZpHOIvaPWS6AnDPYEOpearIQBsE8f3cZtOEQf395uf88/ttqcPt7+/hl0H2wf0UL3qPyP6O32wemd7W1kYFpLYti9usP/BKzR6fl0u31PwmlYgMaGhpFmyUcAFuXWQuSZjZLQxT73vylzNuzUtijrvLWgDhkcKBwfuis3SYBf6ORLDnIsX6nk4a9/Cmu3R/5j5CBkKogcUB1WDkNzJginVdxy69BzOy0u25QCwcwEzK6qJUiXjZ4BjtSj9NPNMmGhBGUH5ICKJU1Uo3ZBLvqyaSKT45TVqnNVoyyAndTyjgwftdbzAV8wcgTEA6ouBEmrks/KTwcqs1T1cHIRPlr+zd52+/JBZUiuBoF8/EiIQR0Hak5QNcpGPbfNjn/rfJ+C53K9ReJ7yv+5OtucPN0+rp9ZA3xIKbuHGGKwVTcPKCIJ+PjR/8cc/0+0oYZDy0NSdxy0BVH+XMmQmZtnFzv9+Tm/C4zAv6zoX+eWa6mGjNpSOkuqnwQ3FSU6dmgndSY/pcDQh8oXe/9ijWO5qegdEGZC/koGfw5V4ZdoC54gamboGS3ErHQKzb5MfLVOwqL6CjVnIQsMyleAnWkFaHBXjbag6r28C0O/BhO8Fa9RqyYbW3WNdB8i++AJo/XeoXr94joQE9mtFqW3jhjcqBA6yGj8i3dNIAnCo459MdUY2eze3d7fYBH2iY46GtXNve3n8KNj2/OhB+5DnyeDTQbc227/Elyu9uD6p/wXZywzX2zevX2Cwfi2Tgwhf7h5doW5bfSJ0/anBPbeFvrokdjuESUHuVS5zLPgYLRDy0ag6QaDNyrTIYmaNsX8cw8EOX8LGjHvZz8sq/xxPZ0oQZFdos5/LtctVqXS3jrXgaIE2/RJxGtltjiWr7swDvJjqLUCVLBV0BsqSOfLYJZKpEu8FQGu1QDKbKjAvuR6NV/JeuQe1urs8jlAJ5+xoQnH6OBNPUv0Ilc/xMUNA61lrdGGTav5Z+8JZohJZ8fUp+OeSaallg9z9gsbmdjr6DoD+qjKUsI2BJusVnazIFhzPmfG7vQlllVXd7gI41wj2L2zPbsssvqBTygaOe1z9a/b7YcbJtuTz7Dmu6Lrzcmdv9ud3HmMtd7Tnf7pRfAOloMhNXbYgQ+3P2NHHJNhioQ+afGwKTt77I6XiOtAylE6baJOuALc7y75j0jnlcH88G+VYA6T6IiJGhqrTHiwSKf05gTo5PdFLr5AfCx/StHrDhr9JL7eB2YEKWII6SayGEbVum+oysYR6YukI5WQLrpS0FJlls6N+el9PQN2W9zT7P6we/2H3R9eX73+w7ISdmpf87f2ja2JAD3s4GHmNcD1TSKMa0S/569GV+iYr69V7rsPAHnLWojMWKFJE4MY3VQ3MSZkJvR+CAaH12sKu1f3t9tTLNpun2xOt9sHGPud7SM+f2MBqRX2Ke9Vz7B2e8SFopZ2751sPubNM+lH27N3qCyn8HJm7C54OJW/R249vXO2O/3s7N72OT06ApB5WZ7BGWyvPn78hP7uUfjg8Xb76PH2k8TLu1J88OpM47z7MQ/eAw1ub6NRP5Echw7VxBv5KAhyrAL5BHC3Y/LzTfA6xaxoWjFVCTVnrbGi5xJZteij3ILQN5Yvkh/Ln1zyDFALQIaLQqcDibmpIykcINc40vQ1J6qDs0HyUpWKdaXFCLdTORreGzQn9FYHvmXGQVXD38h3NSbQYsOIMf3ROqYWNj2iFbpgT+BqxYXHFgmq4fwwSW2eqprCvStcxkkxQO8tFwIGMOlV8tSrk8TqRxosApUqguKXbWhjeg+ESyumNTIfYcXGpLTdfq6TLQELbkPfYeOlnd884U0uSJTP5Xtz4v80fYiJYsGGZdsJV4Cnvz7bfLj9CGYYIPOqMZhcT3Z6SMjyhKvPRjnDUoQnl7u7kzxdfIEJ+igq3PpAaSYh5WQA90gfA+TH/fFKz5jf1Vsfiz8HYVlkHBFoDCqTPOjEWRZnuUqQ6HCZmWUbciysB5LrYumxvK3CM4Buf+v8cn9+uTn3g5nEjUGk0NGoL2wFJVI0jrDUrZgk02bNxLNQNSuYG3RyBv3dVumMlwFYTD5kkodRo+i2ElWyV7IVNKUM29wn1nUqTYPXxFKUShSM0IBj6l/HqB435KSRS/9JJmS6f81u1MXa5KgCHRFWvVtiR7JALdGiUV8YIE/ehGIrGZZv+RPmT66Q0bR0e3f73o6rt2faHwx9+tn2o5MNVor3mLSw0EP2eba5t90+p/UjPkC8/WT31B6TLLHUu8KCDUfh/Tvb+1dZxH0uf5oJJLC7j3tleEZWvboNJ3T1Hp8hejw9zMRuajIb6lvlOd89fs7/j36kManm6p30TAQYTZ/S95A+jjxkSDX78wu+Fcx14PhbkHWOqXyVMnKV0Vlc6MSaSmmuDLDNkgkdRZRZS8GxfI1lvA3Gd8duIf3pfRC+tDprJX4aEJgJqhJRR/wZrKxw7KgUPpkBhiPpKAlNGtUKKRt5Kn3cAovDfGaP2qBrhMZUKI+SaT2FDRyqCEGPTckw7AIKYUMVf8JvrDrApCc5tg826Nxzt/xpPrkkOddCIDTIJzHPOaAKzCMBIENbXxaBfgyJi65Z8S6YEjCqUgJy9+Tl9sUGSWr7DAnrIbh6Jnhyz0/deA5w3/t3MOZKjoswLQ+hcWf7eLf76UvRL7FW42obgNXbwyv+tX0MrL15gCT68s4T8LE29AxeSYIXID7h4wrwKZzc2b7w+vLqgUbVq5cng9z6Eq1UxuDjoOXUyHUdS+21IQRGB8Z3gS/3etrjLwMnC11PMBOnVNgHn/ULn3kpOE9B3BnxNkmsFcaBcrPkWL6mgkOsfwXh/2V1ADmEhBQR/jXWwBZCVAQe/OkaCV51jVQaGkubeTO469sfUFsaybCqwVKO2rUlInSJ0ZdV1MtnHJoscVyCFwZrRAVoyocQs9DQo1KYPLjGogxHPwhWDiGkFo5MjmL4jV7w7F0e86ka1gLgUhDTi0A2G6yu7iINot1gQQYWl1tcXD3EuaLFBgtA8vlu8W7zCVZrWILtuBDzou7KK7ia4BkJLuKe0Q4+gL6PNLfZPN8+kc0pDw9d0447cgZ/rzjsFb3exfYEZxZpUa9CcEwFrKnvbf/y5IrrwLtwrXJbB3cAlOEXEIbCbYY6BCh6zK1fPrrYX+IWWNnneoqZOcxWptEOYlWuMUeaHCJi2oqlvjJgMY/lmy087giJ80v+WQL/GBjXjAMKUDGEmONDlmKXkKEYRLqTCMDLQ5GXBh2ikUYUqQ3AQsIZFo4HmShn1QrQhvI620s5xJikJc6yJOWK4K7J5tiGmpqiGTZkByZzEoWS0yRu0HAGrB4nDqoaUO3AcpGmOFVT0mNvD/TGaqheKDpmQTsTrcRZBKqHQn76HOnpKRZxT19iIbfB2g+LK6zC7msFCNBCbccb4SdXID77SO/dgvs5MtAvkJm0gtNAGy/7die4RT15+uvtC7h+BH8Y6ere9uF7WLG9g0E8g92HtENG46M8zOOxF3kn2Pi1Zj6K9AQwmReczCO+Lcz1Jp8K/p0H11H3GZVPg24gdNRSDcH4VeBn8MRMs7845zOfRD8in9hcruWiJD7CUlbUijulv0kilIzwTAtFWXwQZik6lrdVfNAVDBs+F3m9521HB06Q7tWu6SAmTIZZF1yB0o9kaea6ggMUGrdKSZzolrdgB72KWZeHOqMQMONMZlohJMkZZAixIR6saoZQpzc1pVJeYJ7lGECTMA4hK++LRat2X0AtAOrA1FXvtRwRpwGOICpajfrDgag9B1cvtPhA7/2721+fgnO2PXvFpPc+7LQLwO9iX59z7Xb17NdYeDGFceW44e9leIGmUQjv8raUTvzwj+tHpDem0TNwn2EdeBdywdn2E97Seu3HB5Cv0N4+4cM/rQX5WWqeISng4Pyeq9Kr+9u/e8bBsabUBDMuN50JJUTxUDmOtID4lPFc5ecAL7D20xsh+TLIjo8C3/Q2SHKfy4S6TJIu13JeCnE7MDcyZ8T8zfqxfPMFSfASIaATzc+KJmgcsTOi61vtIAFeGg6hQaHIuKuwVLeMSrmOhdySXkKptiXbONxcbcEFZVlrU0NMUmK1cVc2HBRiEWIOUdH2XaDqhEOFHlDTa1eRotrEPSdFyjeiFI5eKGcXIRNAjye7wjhGJTut7owWkuoT0bwZ2Gy4YtucPNxicYUk+GR3+ojrMSzXsFDzUu2Kn2s5ocqLS1jwKR5Nn3zGzPniBeZ2Bws0Tkd7/Yhv176jJHkHdshjf0f1Uy7wHr28evprvt/s8WGH/UXyfXzlefh9EyTch7vTn8BFdjyTefJrrEr1mcBLLC49OPKijngOnR0TajoA76kxQpBnu3M9A2STn4FG/pkzlstgVK5yDTlK04VIq8rSMYkw1Bm/PvixfINFQcAVoE7w7gLXTsLGdYlU03CABRCLycVBWvkhod1Q1YCmkAVz6t0o7u1sa8HQC5EFwXw1AMFWqUWzMs8ooN1OiZx5RLb2k0VshBG0FLXsTBkrH8q2V3lngn6GGgfW/DJDopCbj4SnvQGnsqehhkPttBovlgv7lGPVHMS/6qdpWnO5PNCiSx97gc8dFm0qzzWWv5SB82nuXT+340LQPp+IDWUkKKN3wUfefBYTrOs41xPbYYd0Bw3iwe5qw8eLfAdF5VQz1xKUk+FCEAy+VQMblrv1CseBNT4OgY+Ca59Q7zelPgm7HVaAO34Umh/7yooLS0IU4y6+EkKgKKWRZrfQNDvFGlKuslKWuXlWNqp+YXcs32TRXfClXhcJiR+0jpwgUyANUhylC4MVgneIJkzVOwENN9GVG/WzZ8hK1cLw7Y0mWAFqQVb6sZVYvenAsCQIL2rU6godMyaAY2fGOHRE5oMtGeiuM6CGZQ4TV3ThaGjZn6qbkvIOt5jdpVrEKu2IcSMp7FPnQ4icXLaPfor5Cn+MdSCF6LYfUgl19wukxscP+KThZPP0Dt+5BXdzD7nzJ8/4NPAldOolbvcxn87R36sdNT58ytm/s30C66ePsYzc6NgBsLA74YQeIaO9spOnL1/ymyIfwgO/JXJFU3jlZD6CPlaKXDfeh+D+S8xaK+A6K4ZUsoRlrAkFcJr+LCBzn296cRe8Z+oZ/wmSRDTlIyLZ1ukPZXAon8hZpKKRmztUV2qHypdQOZY/qvTZwBoQiz+cJF4TI3pmzGQ6c80c+JAVIOp0LaMF8FK3uJCJbnKFHejb2bbWIBJwG3KwfDkUl9eAL5iyZ/oUHrC0dKI8eSg0HoSB4dYSWZaV7IFzMgsLHhFNpijiERYTta5oKVpbjaVqKTcF4GIvTlUjQpYFyueBtVDkB/G48fOQQFjAxXiYl0aCxFySWKRRGYMhCV6Cx2dz9esGrPRCn9rRzaU8Y6G5oT5t5UZ7uXuuteQJmRBSIuf8jNEGvlGkiUMVl2aUOhgeUY2ReNbRJcJZwMgHvHA0LkyB/BV0vfD7fZDN+a3XfSWkNbgIEaNZVSYGnQdluaYcsrsSH8iqX1j+CJNjuanoxe81PwXDc4Eo6+hxYC1J4mwDZFpaOuIL16s0ooKx6mrxQm8eQO6ssmBHq5gAugLOZ4DkxqTmRiHZ6DQHCSizgFBKxmdsponGd7y4jwpFHjNScm0GcLKpYeN0dOqNGoOHqcJlqsezFKgXcpK4Djt3oymEbyaI0tfj4NufBOeLB50znbGhSlaLwUOxyag21ZCkuHs5JODzAHDewrLjlNIGBEnc9P6slOgJiL+2Y5Y5AFaich2NzEiOEhU6+tQXhCzGaNRjZ7mjKvUlYBVlk0pI7IGN/MRiaslzac5auKZ0adlLOFWWml+9/Kn2x4JDyBvg/SXfEGNBxChg1JhI10jh0SgJoLGIGKcTQHJd2R2qyVIofO7CVKzvdrhxU9pZiCUTe746Ar5scr+t5JGpWUSgbQEaGA337qVWzudOXgy2AUPcDJYVWOyjJaMaCFBKmQpQsSkQGo5YoxrQ0Gmt9MRAquH/hkwcjen9BsEVnnoPqOl4ftSjZoxaHy2ymmfvRhadvIDQo1rr0DeIB7itfh+jmKVZWA8cjcdWvgBCnVbFtBprj0zQztImpMwIYDROEsCvevLl4DVf7vMUMAmEXwupLEZ0ymjFVAJbllk0SSdjFzKWrKYOeF2VawpfaHEsX7LwSObjRzhB+90Fw8TBpBgUKEoTldfwmVSgtU5IRuVocpEdMCDERpKJLcVmuqU7fQ4wXsSWpIaTUvSFcGzwpGAHAFgW5W6ubGRVDqBuj1JWdsjQNVPZWWysqIEWZ0XA0SJvRao50z/qaFChr74GraZQV8MVfyWQ6z++oRCXbrL/HCAYO23SMzkE0tds1APTAVDyE8njBZx8ztArRDFQn7788CmNORoZBOoZT9JtqN4vZ3Lika3q0ciNqmYiRuropLM5v9xf6OvuyiD5TdTOJuY6UalticiDiUq6Npn0l5oZL1pRHbrAmjiWb6noBKPyJ8MVYIvYKWwwZkAT3EQxq2ekEoBUeM4ahtCjGgprRD02xz6/CdJXaTW6DAi6QsgZQlRZ+qLUBUtWKM5POK2lx6tXLhZeAFaeGOqHh+ypnWgYuBQLVTmhdFE93ZYGmfiVGEdTVU0GK5yjoY6GnftRM1GK0KgvS89NXj282XENROAjb1D1vqhxxmqJEWrUQzx50vjyLZnH0igmzQPIgKARscVnoV7x9tziWqYAkPIFxkYpEHYo+ywA5+xTqWw0UzmYpWBwgD+z4nLq00bJ/BBfvfzRhsfiggO45yKQ52GHm2CEhhIVo6hiXuHUESW8RFOATSatIBNFZWI2/AmJfvCAFQyH1OwvK0BdRRqK8hqMTPKkX96IUliNFESYjGSusu/JYQT7IIhjpoHMyMigeaC/psZm8NOw8zQ4HCs/K21+NJaNeRy6NWNIEN8EdxoYIWtAy6MpqTAdKCAyc5spVZUaHEIvCc47DaA1aA8mvQimIyQLPsRbjyR/otQJK5lqBmTvCsRg311LpxlBBUB4h4P8579GUvQzB44Uwj+F0IXgq4FIl0N5bqUSYqm5UokSm+KvRzqWb6Hs9fXIWwwNX8ZT6BRStRpJRMxc8nW1T1JdAAKxWrIg1FVfdcASY+jTmb4JInbp12XBC1KyuKnKeZA/T6iIAB1AINweBoj0IONyNROVfqfr0As34VXT0HddxdTKOIsKsNoJH+GhJRhjFpNOiKkCYCJ+31CnW1TPEgOgKr2QV0IdQe6fJ8CefGUxICtgnbqkyGt8VAi0PxmBWqLVATiEoWZQ2dIbGJ4zwHZp2DpwbdR+4pgAGf8MhF/7EHr911CRDpW9zFknsmuFPlY6wzqlnSztRZmlmRzLt1R47PWR0PNbmwvcHvB0OIQcbARH6QoWzDnY1IaoQKw4BSigVwE6D7Yih6bxal3rXeAyQ8tRuHEOUplcAsqysNFUnVARsLIPufFsyKZ8rHCkELYBDFShc+05VKOeHc2XPHPU/NWkGKYo/8pWSZxLQ6Kyyaf/WPsZICaH6VnRqObruUkVdXTiO0nqqFp1PpNhGGRDvtitXwNFL1qYhX1E0uyMTaiRuio12qvZ0aQnkQVpUjGjc0S5vvOE4itgkZlwKbzGvTGZy9y2TlLyYGQu4M2aY5ChSNbSlIygx/ItlYtb/F/M/S2FiD6yMMIG9TqgUbuu1Uw9UeQMBSdfhVvxGhZ6Jg2FpSPwsgOizwEOfl0TuAx0tVGlJAReSra0BkAsYOSWdRDh5aB8pNpENZ3q8CkbrNfkb2iIspYRDEN+OlQyWU0tbbsi08FiYkzSGlELR/BrK7lQblFsoZpoeGY+BhBoTpOWGnXuizIx7XM17ikIbtTrTAE5xfehMZgt4+bZhe0EbMhX3xB7g8wulf74eS/+IPSea8BF8qnkJ+4il6VnmbLjzJZgMJa58FCxGDNZ+zmWb7Jw3Y9G34VDgxBxZFa4jUAyX2QxA4oxIJQaRgwqwhObumxbYhg24aOVu5CTWhC7BOSbIB4l4oyFRlrLhNdCdUVM6NwFyv8McMga1xOottDvjRaHN6+H5pBqa4I7sdDqh/+uV6ugZcdEh3mOShZ/XGVigcklYBGaHjbuXnZKhyhstwJrlsqUhnJswTr5jN8CFsVdlD0VigGAffmToElIfIipXFpo1Kq3m0h2J0/1tT1oyqtEce+RqgYG9mq33+0vAftbl+Az2SHwR+65OL91i1+Tc3rrJJccVeXmxAa1IZnMWQ4J3KNdaB7Lt1M2/FWgy41+D9ABkyBCU2gEIgszgb4f/LU0nSO4roLBTd+kYW5KZYI0uWx22//2m99cA9X/BRStAFgZy7Khri1NLUSt/zhlrxsKXA32sOQRtJ92IQYzDnhVCUSkpkE0YC5cSiJt/83PoesKsFGIQvrJX9uOzb8OA7BQGSykFNJ7Am45C+hZJ3LDxHrAr/A25Z1qHY1dbHqaSHIgf/AIE/P+hksBmkxA2poR1J9s9S9x5dzOpBEWMFoJaFAtyq3dnr8Ifa6n3Xzuzb/CzhWAstESkPfBSkrLTMWyzn4rYkpuC8nKRTAjnNWxfFuFx57PANFv+HAYL5BcAU7xo+AxHCYJvn4daOFNSEJU0Vov91N0NrIwAr/xNYjPQL/a/rcvWTbMZaqcimbTHUYOU6Rrk/OSp2YT5bEOoQ8hk48mihVrNOU9nTIV2Mxd2jPy0IDlyob9p36E50pNV7MLM88wV0gWJOeR+ajhLkhCARXcGal91SGQMtVC8wu7PkzTnJW6CKUsVxKA4MERgw1/nXBQU+8m6gSSv+Bg87GvWaBDS6RrwB3kSoGI9su9UOQ6LPmU9Fx0S3x5a48kCSSZKd3E6TLRtDAJtZv1ZpHQ606P5Vso/LdUvkGGFaBixSFj1LDoTQgJXbzqB9KBqkuihC2fDGYm0UbcTEgAK8A3l/+Z/r/psoiZr3RfNLx4yNX0zAiIQwTiubKRLUQzT27aqxMZ2XoMmHWZOahUqiE5hN/bdc3cgMaITRQIerLnmg63ulb2d9603QBTHSghW615+3gEsdZoFr1+1q9pTd5ehgq68jRRBplTUK81UkOTGvB8+LdMGKy8tgaaoHX8YGBPMiMD0Y2Nn/XC6z1w3vZgm/KTsuE5nw4yUZldKQsDGJlKcyqNqb+uN8oiOxIrt28yOpa3V15z7ccfxeACcHfBD6oicHRZdvQIcTw15OIYalPwLtuOTiJDyRCyDYIYV1tqjZhp9S+9AtRXSWsuaQrVqpSE2yEQmRlktw1WIT5mxjm1JRuTed/V6UaXITHD6IOj8VRSWzoadNVbFYlPQ7CByLKusuKwxfn0GfFPPj/7eLvd/oxi/73lk92J/waTx2Pz8ePt9vZTKPKvKv0jzZ9Qnz8e/c5LITwu0P0pFB5/DpUr/43mRxoyZpuTk+eflTYm8/HjJxS8x0MjbU3Av83F38/yb1Kf7B7xny9P9d9zp/wNLEzqhD8NDZO7J2f8LcN7zx1wnoSOhRC22mfX0aDCgvlnf6En3hv+DvTlXv+GmGuB1wGWf7wYyDafDbPWwQRVzKk/pDhYCz9CnREPGLHcwD6Wr7voz6L5d1lcATpeDGiyLevgCgtzoge2CFDR0a2+iBnSoBtENdoMb0iAtfhzr+uCWVNLi7pu2ALo6sClRECfsXoG0rf6xBMaj0RoSNfgDwVV5kD5bhCfBq5ACUILphp/apD99AODxZgsCjgEMXhEa2X+LbDK7ZNX/uu22ye7u/6LyttYbPpX/x4Vsn2Pv0cl5GTXiNxLAYZ3r/xrgtvt7+EyZvd2pU3dze6UPyzN8oC/ca+CcY3dxpHTb6M+5yNFsPWLgSc1KQyVefJPTDaPttt/1Z5wGqPTpuPuQ7gCFSSVc37mgSjWehv/IIyuAmY+Lf/0AUGpKj2xHizFHmIms+tlkttfipAwvsDwWN5K4QHWt8IvL/jmGP8YRJdvX5u6oKd40vVdGWK0BsuFDlOAI1TxWY9urLcaRczBaXclKmlINF96BSjbMRHNxZsvIwm4NbjjUDV2AzmUOpl66pqZjSZfU12hBlc4DZUhSJVQ7Osd3xzWT1yF6Tq66lU9R7sUF0nn4RX/y+3+5unL7een/Oll/hQgfxHwPqUf7jY//b/zJ/ke+gebgUHlHf1K35MNEU0VFDT5G39csJU9zfgfcZOZjs7Vne3j0w3S4Av+Ld07Vzvk4fv6JX4dQEzMWQ9Lwif8+5Enu6ftlPO8/XQD1suX/M3V+/yFQUIFhts6D/I2VTZYAeI1HstAPe5G4au+3vhdFC7//FiQ2ezG5KdCGR253KQ7uCsNEAR3h8oN7GP5ugu/GKkPAOAWOFd36twFB5JNrIbDjWLSScKJoyV1kY9GXRHFqtpQDW5rmQC5xDu0VcvyGz8cSxLENJy5Kn/5al6wimMLwzQLSQdZErPbBwBcfxyv563HeRpAhyZKTkxWAqcOTXFKqAoYy77qq1HlDnl+2IQYVQV6T8/RNu9ivYWF2xN+XuZM/762+/32OW4yIQWO9RtXaJ/5L3mxnoOnRuTyjp7e3YUajG7Dnr/uvPn/yezlZKa58deg+buq/KM5/Y3cK/8WtCdjFf70NNePz5k/mXsxqQ0sPuEfyGGe+jOR7fZz/tKqTQxo3ApyaOFPh06nBA0fAm54o8M3OfjLMLf2l3rj9+bM1cntYKGwFaAK/JD+4FFlHkyYxzhoeHD4Q7xj+ePLhs8B+TUQfQaKJfmg0wCgAqovXba4sEmHkyibwLwKUDVLBUPUeoQFZ1aLNEB/TIC/c45bFPMiYR7k7wzThm1dJoTGBllEmh64hue0hkjSnl+sDE2Oz+O5m3A1E03frMiS6jnbyTErcp/TX2jX0RQeOxGsOWTkYKGFlR3/zO0FUg7/D44LuI+xF1ikfYxl1xOpn/r+U3/Ve4ab23uYnZGcA/2bsP6wg2s12iMlvqg7XfqF9m3+0xz3g78i/Uxen2C0n/Kw3Hn5YnPCf4LT6YESVD6G5fYMq76TE6z6XiAC9D8imSeXg/yDuul0TOdFiHaRjVrvsQj+4i8Xf/oTbH7x3R/9m94FXpcvyDUQl0alqgMWzRKyUKicuWB2gfSw4Fi+tlJ/h5VPQvM9sk0u0BE7FUsrGLUZakreFGLSkTmCs3UO0oCw1pLB5PWiFWAVprvaeg34O/RkVA4qW10tdfEA+uoRawh4+Y0dMUrccgvCUu+d7MsSnpjv/PE7LgStZcwDUAkmu0+BseoYudYQ8IbWRn1yqskkiBdbjoVr/EV9xmeIfI6Go8f/5+BNJzS5sLqLRRX/pQMoM6x4fDOE/3i509shn6Df8W2P53S+4x92nGLCfHCHO1b+ixxdlhnnITP9fRzG418Cb+j1fWx3MQ1qc9HJfyCWx90zPjR8CLH+jYRq4HJSevMXSRQ9yr0cLFhwc2ckgdYn1CAGyub1rleAyC57PQdk5Oc6WJab848Fw25oXjcZHGCGLsRlOzO73DSvY/laC18T8TKIDotAhgkvIEdQgsiXaeEFjjkHWAuCDk0i1HMThegsHNZAM2fmG9pcMZ9bYKY5pbzaKg12sXW7GFeLK8YJLXLucvH0FAOUasVrnwvPsHMbtHEpBUsmS2NCcuD+0It0yWA1Hwso0w1V1wjmIlxTSu5UZaM/A+Zf+77kiu4hlPimBP8P7p3tr/n/u9DB0RKPnwuQFVLPX+oDN0AeU4GrsTvISVynMQHi9nbzIVzGTHalrd3gXwLzyeNja3O0lyd82KfhQGPOWDL+pd5y4XpPartXUHuGu+GH8oL+vi0MskIrxLs7DkL1giu8vJ/f2uuVnpWfCMQCgJ8LPFiQmA5LiltyjKOe5QZfLAcSXXEOWXmOIVAO6RzLn1rw8se3vPy+P14O8bromEncOHhW+FR5aQUfXUPVRCkb1YZZkVDbLCE0mS7NWAGu8h2LE6HK//xftog1pzIuGy7z6EwzbF69BExGAY3uzFekWG7aTFcjket1NEI0MNF82M/3zAZWHGMj4KQftRFf+hib6ZM+2SQfxF7ADIaVFRalz/mGBe5Z+U+8XGU9Orn6BVlCdz99SASrw5/yTzAfveADudsnQE6EyDMS1PPdKXLWA+r+5GRX9jB78VMMWWYeno8c9Z5KhpA23wl5sOOdNA6CFnjInpoabrHHpDDPe/ShN4HPaE1KbmdEx4FnzydwOo3k87kff/ic9TVEDHrdAx1MLjdlpir0wm6pc82iGOmvabd9/HWhYMlZk8fypxZ95okp0L8Gww9K+fNVgo6lKVkUs6KOjFlQ1IAEqNXNS64ZQGMP0kOFYyj+JEWjFeBIfVgHksD2P9ObyeLHULUGZDWkkTuTxSp6GjIIwJWcBvDDJowOAmSdeqbX1gZUE0Rw30liqDJZ9VeB01XllLERhjM1qMQ4m1kWgSqfo7E83Lx6+uuXT6CRW0uydnx3GOX+BktEFtwax+AJc5YRuMGePDKJBVl0+eG/2N/lHw2rQJuvMk/4jWH/F/DQ1pvA/pwLp6Z3RK7AO+O7vGNSnOdTHvBTLF6vkBj5R+wdNAaTqYuGwCPCdMfnf6z71/xxVES/PvJ3vSgvrZLbVOBQ+eiaxjWLMJZdimbSKLDZHcmgx/J2y/mtS6ZAfgmSkTSipoNpQUzIkJUgXbNx0SVRJBlMokCx0oVAIyxyEzMgBSABIuuNG18WYWqS/JgJ81+LaXo2ziDZZWN9SWnWvKIOAT0sWG7Epn1dmxnWTwGjCJk7i4BbyOoVdSg2eb/DjNLvaqCiRw6tffEIXqqNypkgr9zmTeaTjZ7znVL9anOPrBdAX22eA314crXZ3Afyk1PkLqzyoL/bPRXyVJ7giBnqNm6N+Vat7flKE7PW9sAn/BKv/pP4LjxHm174ocSP6qDd3T7DeT29c5d/MVKTglMvWtn/+pRPE/mDCJ4Et8wHDQ7gdBIGIiF/DsY5h7//oaeA/sjL9USzv7h5aYgivh2tyjojNmlkIQVhIA5DgggUoStnS+pYvp7Cj0HxCaB/Km130RGk2KmLuWGIFHEOsw62GcJk5HWAaqkVSbWT7mQ6DT00J1t6nL4L7PWeS/DKieyp3dMfU1Jb9IROvZ8B9vwKoXSIgmRa7XTqjGp9J4LHZWWRN0t4rRqaL9xtMZcHIjwwWq5JulbHVuij7Qv+0aRutdljB6CvgoOKA26MuRAd0g+KWPp3Nv1DpQZDhnIhXVbMgDEzU+ecswAOg1d8n83KzJaoxKQgA86KRtoBaWkq6PR1Hg3BxscfwGMZdY9zACLa+dcAXQH8CeiDaQV3x+7drUry0io9HS5vUgWTMxHKCRWhIuGxvOWiz7zvL5kG9QkBfkm84+VaAM0Ugw8tr0AzDVFKx82xKcjlKqGRJkc/mQ52tkixcXF1tXgXmHkua75r5Tfjq3CAzoTgVfLS3fEQBMgZowMKkbI4EaSTL6X0Mo9aZo5GYlPVu3sGUT7j0lB1QkctHeIe75pivf0xEDbv8v4UVYT+a5IzRa+MdIUWMgCYpcZe8uIQIqc9ql1hLWgekfKEuUmXKlIWJpF6SnjcfFTpgcCDGLErDdFSx39kZ2euAPPGmQxRFUWfhKm8s9u8rh9FWBUuEAtbl+jT8GBZskM185pR3Hhek0+h17SP5estdZrPL5n9zi8ZIYiYBl7PAcbUECmgHGLjdbhAcitSZQpU6S3E1yzLrNuJNBCXx+VX4RbP/Nz/Tg8DWXjlZqKeSLkYfUOaVE+rZhlEmsKXkyN3shXD0/XSy1V8cD/13qJpKzbCCFwthi96idegk0BTG5VN9aPqvQswszDzfrFXdnKWYRZkz1bjlBJtwiLYTZSJSot+rU1VHHoT1peJB9UJMcvKBP/psBTioSFMTzEHoF5l2hW4RgBzJbD4N1H9ph/fFXbiyXWQMhgHMhBZ8BPsWlnlRVOjnaWmxYHVUmqu0GN5qwXLP30W4Pxic+t8B0joVMyMEBoVoMtHYWf6WjN1itQR0s2fmgk1kW7iNGDTwzlcEHwThA8Bnfac+37nT/91URKEjS11HWIehrp2ODnTwEIL6rIyuLIZO6MmUk2KNj2GrnGp+Ome9epZX6oaLdFEN0uIHwI6s0zVpBpYaq4cytIs90xoWpaoOdm95/dlZ5C/mrv8AGjXCqg659JpnhjxEB6t5EG+wBTXPdNh6ZkFDsZmIvOhs/Pau3ECrM9es/DxEF2SOBBiv8amirOCENcf4OiZN98Vxt0Pks8iB87EOgdJM0luLUs5wG7WdVn5UhcCRdggj+Xtlg0/CIh7YKz/FHOIIwYR40ihqYvL0FHm8HbUUU1gBUI8tLIDkBFericNWxY0WTrDu0XyxWZeAa7L/FTQ3wWmE5nFftFDWGg1Al1J0+QMEjoNZ06EyUy1MDXrahPbgvbNb+5/+V8fxljTQdXV+U0TC08Nq32lVmcUZjT8lO+C1EH14Zhn7qYSj2envSQOlixk6KBoOU2hUVv5LA/q5aHMh0EwE1Cjou3IV1LsIaoBREBRDgTB5gTsLrp+OQCD5VLLPt/6gOhbXZSgiyy1TEHU6fS4FI1y3XzirNEorPKdsSaP5a0VfQ4QL4l6BsgPyTMQHD+JGncLFrYKOTTkWCDhomNVlBJ0xS7URzcIINmaFUq0NgE9LhPgIuWhTOtA6NsWbU3IV7FBO1MUdkutL602lHEQa041HW0FC/dR8pVYTaO8QolLJxVUIdFiU5cySG7hstY+NaOUzRmS/GQg2jBUdWoyZe49eCCZSTLGaHRwZuNqMATdyJEtlaEsFI1OkyybpEVSGV7I0EbjuQDY9ISsKwULpQmI8yisKwqXgLoH5oPvW3zo4wuBhXJ1Jl1mAvhCP/2qrCzerBd/uvCG8yTZGwyP5WsrfP3jdq4V4J7fA2EQKUwNjquEpgF8x5OuhL4jId9SRx+BtlRK/E1R3j7HEIQoiInW4F/6EDP+NejJ4l1gZDsmvCQ9PwLM/S8Kn0O1vWYC6ImxcheMVWPIwIaaunVqWt5PABQtIwgv2l3R7uNWlBj1SUARYWUw7fCcI3tOqFQoMEeEBVTVPqOOxgcCbVVDmrDozbtch86oyNr3ymJtY8gaEmYxx0FiTyE4BulSxRiJhVupZGxR0oCUehJEVx5kTawUKTPbVcVvA9+6vMXPAO79zyCjUCOoy6AoWQhvSk8TX+gNNkDpMQR9t5CiWdr9sbyV8ppZkEf78vwCIZXwUcg0PjpABWhCdFlncMP47TAtQam6GzUM49UHz2YCLr0CXD7yG298pIxngHaFJtdUzcnA2kSJ0dvM4A6NhGHKshBalPuFO0pLf9yVuVMFdVWfFxwSNTYXY1oEFoLq4dRbUL0qsHiIe8xoHMhUTdT7JW9qIqwdF1rYsvcB4SSCmt099KgKr5qjzKTomXGCGnFIDfZUWwHUpUhUlWB/ITvdsvbhVmE64XffVfjXIIvCTDQnnCkHrdLQihxlCITNehPuUSrrcV5diNd2LG+16BbYvwiDE7Lf7LAIdCz6sh24oa8KQoX7SsOQ6z8GBgpKk3zqSMEwrMKPt1ILH23q1fYvfvcXLtWzACfZrN/95+9+9KMf/a23/6faL4RDxLJrqE1QfUP1//y3/4xNDKItFqH7UtbuB4TknrNL5fECFJVefDS5/dWx4uECQJmu8m3isTCLmbug1U/Hv0GeBI1narICqipV/cVfrJKRLIOZbVjbWhRkMWAjuoZCK2YMLDBIrFrm1jGvKBa/1KdgUlwITkUi6olCMaK0uCrXGFUWtku7SWR0blNicWjIY/m6C28D9AwQL4lY/+l9kI6b7qeObUf9iHfUahp1S6gope9RV9DMagZiTISroxwrwKS4Lyw/+tE/B26o/9joPxYSHtt0hS6k5hEt7UWNGjRQLLdR2MK9V2yMofJo4UBz98M2v6saaeTyH+ucUqizQ19hsg6ksZFKjOoUw5xKkwHrZB6JQJNQw7757tJEb7CgTFqRAcTgKsjDWcKis2LxDPLV+5kJmajqouSD3MLMx489+EpwGTkHivqpVOWhr5aKho/0oxSnHa48m1LLYUUdy9sv/ErQBq+NiB+/shoYT//6crv9Pf/1tS40xZiAYQ5OSSyk4r/ybx/Ijk6FHzhPtz/ZnN75XGqtb6++GkSKI5xkIQSZlMeTr5AAmXiYhZSJKh2N9hCh7tDmYgqtQcW8wlSKVarVsahHMxJfukKwy4Ng9adiUJU0ICBhMCaLQSkXhaxBdBB1KMNApY5h9DziOex15G1kBxUlOlm0sZ0MwZAZmnE2pSyFWryp2qIa61Oe2qO2o8g0wICoQ8t0OfbrAluVy/P8ACDfBEHk1w/CqSwzzvmG3466KQ/dnBRLwH6lpKw2WR5wEtZXzbrH8scUP//gCx1/JlxrwJHf2Lzy19GfI6Q+fnyqkAIoDhW/DjwDGnebe0iAxbO2AfjpZ2e793//ubXLbPTdhTnjaRTdvkq+wgowWcfb4XZBsHVf3bRNQjWD62Zq3afJJpiF/5wdG7up6zWgA42+dOqaBtThtwoqf0kBB0Z4vQ+RE4CqR4DC2LQH0k4tlfD6lFlVfZkNyrWaYQZ8SFZGEIrkljE6ywaVSNX8Jt0YqX0btfdyHCg7G5XFP4fFD706+sFip3Ig5WwWCl+yTB7Tp/BHaBa8A66jgFGPGfCtF7wWMgqw1r9AXGz2yH78+P8IZf74BiKTWfHOS7IpUQBiU3xJOQLj/KPXFyRAGmyi5vTXZ3AHf3PYG8p94eEEF2nw6GBcIQE+QnqrTWVBVPkPpBlnHCYcYwu8OSZcykDQaESG0ItObXsSBO+tUbQAfhXMhyhHirXuKKd9nitPBGpIHB/U0SRL8oAV12w1OqD2LT9iujEiHN04Iw0+C8RbKh9lZyDfatYvGKKMUNBEBUYx6oYErDEbKUZgkHJblXGxXFn8IZiUi/2u/gBEKWddmIT02bADmeoN2ckitCudHd91nnnX/XISBErWsmN5G0VPAREV+8v9Jb8OwqDt2Nmd3vHfQ4C4/bL+/d8ByqB3E3aZfKIVILCC0gfg9vfsFRzGYt0BTvmXiMENQxbQBcCRv2AFOKXBJJyRdTr5CJ84womVSN0ClcQw0+oGITwQoqjoSiAa+zLXJapjjD2uWnfBxeNhNeIGbGHNwpFv83QtoYCZRCkkuaUySquNZoHMApjJ0tkLDdkzxEA7YwYHqyFn84hdQU/k1GiGA7wnzvpZIIc1KsteCQ3VcY+mfvfger7B3S9uiqAsC7azyhvSk0VoVzqvuQBUKUFrpnAkNRrzWL6Rop9CwOHmGpAxogsigXn6a/+c7+aJboUfbR5tH3zCX7DcnT7ebt/lne6j5x9/vt3+jFFP5OzR9um97X3+1QMD8VN0Cj40/EfZ53f4L7RnWFvS/uFm86/0qz+c3cn88a+fZIzN6SMP8WoXrKclh5jsKgFeW/j1evA/KuF0aursY3zBr61JtBOqTa3JEGrVpymeUHUBl+Dcptvb7FxhuM61xzoLaD9V+tOVbh1f7THJwbEqayeyWDZFHbkVpSa6alKtBEGOvPLOBOZQRDOC7AB+ysfehtGM3MYmbBTA5jGBoNLxbE6kNBbeoz/VZMFQ8Z6FVT4Cw6IfRRXS+UYIfxYEHf8zaRMWW7lwqf5AkQgD1dqSpXLa4ucHx6Aump55a9GxvJWixyB5s8tniMHZAXO1Odv+/glI/n0Dytnm7OVt9Kf+Gcvt9pPd5ifG9PdeKvd37+EWePPe9v7J7urZSywh4Qovx/n1zLPn/MvZjfx9gkTqv9A55ZNDlfcyxrP8J89zpGFj/EsKTk1hz2keWgGe/cVf/K//kwia3wlhSaJx8uk0hc74oGcONkPoCY2tybIY9JJgpyKBeFEqWgdc+8aGFzTpT30u1DgnGLqmkUVnAeoLEYE0EaFus4tvmRSdTiKibmcYKjS4G3U06XhWVimptlHpmTpNCDDj2MlyVENT3JpDaApO6pWgFYBwpKaov3u9x+LvUmnIK79KNIt8A6akYDphzemIbnSp3Fwo46+sV6G2sqG7Nh0+7E/DiDkkKAviWL7GwrPht0B0BnxqGY+KSkXjmX7S8mqze/clg/XR9uXT3enlyWfbh1ebn/JXKh9t37nif4ud6G/9d/xnV6wAYX3nDC/b97b88weG4b3t56eb3S8g5nNALC35Q28casNfVX+xk/mG5h5j9xPSDz7b8oeHC6tLS01WgMhyhr/4P+ujf8iCZ8C1icFngEk6TDvVqfV2A9tgvNBWXmDq1ZkiUdImsKVbbNkn1wlF5Q77Ovaul4CgL/Y26VTXJKu+DSsMhuroKghPMPVJCxE6Q6JgtIHCNaBEAJpko8NYRChFIh5F67ng3afhbkgqmxokrjx+Bh+MmKYOdDRCdvykA+q5sxFf//2TgHOC42XQKC8RU3MKZIE3+TpYyH7d679WQ/JdlOFTKiStux7sWN5q4dci8ZKH04OKcKt4YfNq9wArt3tYDP5+++xqhxXhff4y292t/lj2HSz3fvaS7w6/ixUbH++92rx7G1nvPoTPX54if/rHzhGqsIfh+1gRvv/ZGdxBcMXni/wJurvb50yLNj/BGLury9M7z3nNwNfpy4f8TaV72/foa7oevAL8X4LfcemnZHeoOM9Uxim88s9MpxcU3S0bkxOK1kS1Q4QiaaipyxblPtzcL+3iolImwc21EBSnB+Lio2WKkBinQc4k5QbgkQxqDaWVcKNmYcPMSV92RnCCWhKoai1UNjyXml5B7zrJYDGfYUlBF16q1k/Olmu/CGjbXTBrXfC+lh+C8WJMN6qVcHQJDEIN/zfO2FxAWZntupBTXF5XVazbdI0kN/ImwqxRZvxYvubiT0Pxt4F8FlAUwgFmqM1PX372/ubkzh3E1MkjvSt88oB/7LB7dW/78Opsi5urkzufnTz99WP+MNydx2C/QORR5+lL/qkiHEF6dgkUWXIDdLN5/zF/Y/3V7op/nLjdPuTjRgwGcyRA/n92brIh0r8ksjzMNZnm2jPAmwtWgElDadSpFd7CodWMtIUaE2NisktrykpkmJkPUYuVpkT8HGBd+oD50mfF0dNFrLwyyQy9BtQtIL9ZLGo0cMf0V48AX5kNp8xy5tXZzsgahJg+zOekBtEhRLjAJnFAqdmEMmJncVZ2obqqgToAVfcHlYrNlauZNKNr3QbnAeAEbPg9Jyad3a1L/iGwCm6K2ZjwG75VjOECyUcFsXNGVCY9lmWWAmGa3zyZyrgpVikbmceHthIcy1svuQHWb6SpIro6ahRtyIDPuaLDGg8hd8Y/dD3hko3y99Cd8V8cdre370N2b3fyHGvD96AP6RnXgnfpEIBlH5d873/2E60C4RVLSywj8+QPN9Q039HcY4y016kQY9ZVAKgVIG9yfaOLcoZb4SZGcapBq8zj3NNpKK35xoQORdPuDG68hWxFg5nhiR5Mty3CCpCHCJct9o3JLseMbF7LRM0iT/xuQs9E0k1VucDqvayUQkzJrdKcax1dqmhEGRSgmUnA3MvTOD8RzjqlKilAEzGQJ9MMquQXi0aKLjhEL6rn40qHyTL6IrAe0fFfQfJ2B9IOfylmKiagOrg3Zya6lvMUvd1b7/l2UTZsZnuj3eR6cnMs30zhfyLhsPNPkRiIFcUIG2ybK6zorrwC3HEFiI5/2wWFd7YvwAFfnxLMexVPkNT05zjIfo/8D7KA05d/xyDk6k+fBUQCwx30i9Pt9qcbLhb77ZAnJ4/4P2Li6ROIjbEqltkIWa0Amfn6G8AgHqnl08GxAnRrVH3lrfCLLLrapaQ4QqoNS31QIeaYHC2b6rEvy5yxrE5nzheloWs7GM7W0hKU/0/OhPImUWcaUrprtF9WJRw7FO2WcZDTJ/Ac2AoRbmbXakqlFEtksX1MrKoA+hQ2+V/6CkeaZqCZvbjmpYMKMgLGFDX/HmAWhMg3FC1Klm7kTpJG1+ou8NLeDmtMZfa1VP4iy2P5uooX9/xUvG6BWREsOH0MIMKrd14g233mP/C/h2g62z5QUPJvWvm+Ldd9fAZ4m08I+aeJuK/d6CeHUd599NlzKoO4wrru9pPdyX2s8LAYRH7EehArSy4M+UjxOTS4GKS5xuAQ97FifOd9/XctMX4OcY79L/lNED4ZZKJRrukExMaEBWmFTD02UaKrN78RtGyuKxWsOeYZFSeHO42vdZ4I7KkYIzmRKwZEQcUDbQ2xkA9Odn/lG0FUQ8vKmxFDGOg6Y/VQ7oBMm9iGNGVFd9iB5kdKCT3SvS2NrSC74Vo4wUiTNygsKwAuW8xPAfKD0Ky8tQXjgt90O5St+P14Fl0hk5DKby5wtn+NGnIuK9O48vDBta2HWNPH8jWWyoE87Di7KArDhOdTL+r4wE9fintwtuW/HOL+VXys9E76GeDuw8dY1fHXFGj1ANb8538HIRxmgbc9e8VVIJZ5LE9O9HGY7fYvd8P80UuMgWXhZ5Lcf7V5YCX+Z+MU26DmBDjf+H6Uvgs/BziSTjrlHm5C0rmfuGI2e7AWMpVmpjO7Wvb90wlTx63z15TWUCe0EoSYzmydHSXgEeMZC1ctNCWvj073aRXKdJQxwiYeU1XdC8jI59Ak2xorg45qoIiSaGnuk5gsAJDBatCjySxQAcNJj4zapBDine1XFbIYnmy4+MMKkHe/57f2u83Fbn/BFaGvgbn0wzrknlUyG5nq5nI9h41Sks6kuvKCS7yyXZHH8nUXPv7jz0L7H7M6UNHs/Mest+8hhK/4d/3b97A6Y0xh0fYYghfQOeOzwd27vz694r/AouB+9e4jPsZDljxTANMdsiQtHr482z17eXbyjP89y+XeM2TCxy/e2b6HTGpzrABhjLHfZ5L8COvLgXFSfV14BcjENyc/F30m+je8+1VBnlFR3un0FEpIijFzmwhWliInhKjaAjKEBh+txNq6I4J90Q7pSPFaDYSjtBRZswDSMAzz6vX+SKU+VmijFVjZaQEHMxIc1VQJdOK4FXcG0aFCzllq6AQDtFMgquivJTLJDIca9VUNo3lWSbAR3tm3Hv8BBDHO13pltEs+AeQXPUYu6pKcB81zfURiLtjhN2clObzu85qf6lfaK0NO8FjeUsE6X7+H5o9H4Uyw6HXfgKjBkgzAn1BH9JBwZOVvZJHWwEOyoqTetriPOAbJJ4XIkAxuh7csLuFLDkVdydQlKz5+5o9xyz8bY2G2jfLVMqD5e4Cr4qd+o1R2XK4AlXhUBmfILZopbMUWItq9ttGIrT5UoW7cR+TlIJu8CcJ941Z7OAjUkSNM6+wIMVfnRGydv/KhHCg9VgjigqriGeLClVgh1jsEklq5aoBbTBVFVoxPouCQbwbBEtV2Sw0jBXFHx1VLRZTbT58tSNnZhj/uguUeIp5fAMYNMQikQyTFVfHzP14ZWAmiPfCjqcGuF2YzdsJWZWYMKS+8gS61qLekj+VrLTrTfqNLfwuHkNA3fxU7Ci3/IyujyJhCCq0pkpKye/ARPyLzXM/zqIg711NFbTyWgVLaIGlPHOa4rB5un0tuiSv9o68nS7oUFNEjAWqtlwWfVn/dqTjldO4RdJJKihIhbNGpbVqISsu4NcIi4h//qdnp2YjUDweWUBzsi46hjqyJkcZ0BIOHoyqTwZp7IaPmEzD2Y3BVXomfiQ0U7Jw4kRPMdc1yztNN52wgsCxkKhjST4qyitSj0TCIJhu1FTASSn8WshKMInqwBtxvcEvrsN+c4w4Y3OuZSjfASn/8DJ/bZbkhK1UCyxfsDiiND8K0UL5CoVsZrchjeSvlEqkPr4l6SexQTPioVwwRc2g74ETW3xxC6Md6+tNZME+woHvIj/4pwOvyUwaFTby7Z4pbmNuCTIatNaXdVzG3Ez4DRJpj3uM7HfziRwpZvzGqMn0T5Ec/+iesvdwq+6RJdkofqljNUF8qRTdZogiLpVL8mSxjHRXvI/aPleCjQ4RHgs/zlK1yBMRDBQlULY+WD13qaFAByqqlJy8RSNZjQ0NVS3dZkFVI1DA3mwCkXY1AZ3hACVjlJHbmil1gy/IM6PkKoagq73R9t9uACLOMkMd/ngMaPQO84Dt+r/lDMIj23QWfAuYqqJKcw1y18zpQCXMuXuatipkWyGKVJmdqFgE1SQdLE8mCHstbKvwVGJwwRMcFfxR/ujAc9YlCYpCKkkxXk1EC7oXvf4789ZF/NGa3e/f2C2KMvQC0ogyKgUmz+IG/Ml8Y0JeHjyO6rKto+x8/+qf/+I//B1IJMtx//AgoquBHaMVUr0/BOOskA7FpqtolLQ7REgYdzURjK6s137SJsIS01j/+LfcLB9sHy1X7SITfCC5mOp0B0zkFJpZ9VaZAdYJsrDqGHDL+DMGm4522KKs0CpC9+/a50pOIk+UW8MhUh5ytKFlIo6rxamZJ6tiFuRLchcLdLm5395f+BXSmQCSX892GP/syFRNo+ekIJ6D1PbB41hvFtFqKTfVvzbC0BQZuvC3ILbLLtYx4LF9nwcHlqUU06MMB/K0gh2piimHjy48Ng4yh7YbMEa/SeKVHdbUM2VwirHmX60d60lrFaRh2kseC7HXBSFSLkFImCGfzaovUpizHJMdV3n/8LXpi7synIPlGi7+kH2FBxPPKcNDGUGYDdqEb7U1kI8UXo/piVyOa36DJUfAhzR67KyYTWQ44BDkL6nNglD8EWi9a7CUgdSR3G3XL2UQi3DIjZs9A51KkqIyMt7coEoyETz1sdtpMIaOHyEZEpClPGMCG1lq+69sQkm0ZEoCTjYSmpKcvQPEx4G5DbJFljKLFwvCyfrzgUBaaucDbzm3Jhs6EzsnTuBwAmwQsh0c+lq+16A6ADy12+qt83o45XBxvdbEQkwjxRLZjM6jCjE/u0OimWPZwlVUeKa8AYlg3NdSgizhgBZUZqBnEIHU5wGTLJPKm4tzXicaom2bxaZ2Y4aH5x38yLYZk1h2tm4EOCbah0hg7/z2I0CAR6nOA3m0fIiPYy+lgCLDpJcFcViqVzYzoK3JOfs/y9dgZXOOd58B8n4xRCY0MFkCTEOQUmykP9mtAg02n167F52YGAEIjVQkLIv0g1tX+UQlGTJiDHiHH5zv+4xvEPKKe3wx29E95xgjSHjKjfghBj/N0RzsVabXVMK9+whbJLt3EmkzFnkUrzWN5C0VnlicQlZ+Jyt/COTgZOwoi13k1JoaVhIrYnehtDWvGAaquCRFGwldjdjq4V/ZUqtRYMqUv8tCJLWU2GydApRH1SSnNWRQyOwOFCmFB89UVB5u7SSyixF46lqDXkRYOzAriGZ2E3MXsU++gIQ3lQrCwMzLlRh/fhnwHJEKCX9Mgg++GmLMCdIyjHz0fbAsKJ9NgNQpYdcJprBa9YiXmcmtZ2VDbMDdCqCAd7w2RJb5e/bEG3KnGzntm6WZ3cc6f90tSgXrnm0406S+QGHFp7PZ6BnixuJFFaW0hRTXGbmJOXPVDhBIKkyGyEF0jj+WtFN4EIBPykQhugvmroyOSFEAE5SLzFFAKU4dxpylTRIiFMt+XCGB2ajt7A1CRg4D2MFMdHXWkTmACrDzirJKcEsaQiaxtQYhiP/hDzqZxtMabY1TIzA+7yOrIBiLQbyNoY4Pd8r5rJ3FklkeITBxl7T+rjzth/PRJ1X5TYF1HU5VjGBOS0YK7qX5uqrqZNtbMueXqQIo5zmxpNdgudUYGEcahSus+LKz0VZSAw+Eg8p0PvtjziY+XXPUhaAzE1gTfJ+Haz2/mMhOK3WWQdpLin9ayeLboJMd2v/qGcKg4WsqO5S0XHm6+1DEmUPevzxEfjlRDR5SCKKFqbljgmKCkLiTjFdIKvjgZ13E16hck3XisABmCMRoAg2ydTVycXzqvuFugaIu3YBSu3sXyaTW3ULA06CRe8Q1DNLVhRYaMN46Vdk+UW/C8pnPjFgciHB4iPx7rWk0pdI1mYAg0rlwWLhLQyoISERdDp0RqMPWc5MIJL+ev/PYwADPSFEmIlfRqTLcxnmu9DUzgxmnABVpo2oH9sYKvn8PfaFW3zHgoE3WZnKdbYED/fmCV6BFpdMFdlUltypcqpjEZXYFiHcs3X3z0zy/3DKIRjlMEEiELTcJR4jAdZkDNFZOb7EKWD2xWN0ORbVwkXUBFIxWEQAOVGh5WWAEmiziTqDi3iNFCcxuZGaVQSNFChfOJoDSEt3R6eOiWXdHsmzSdhn8RLPbUew99MXv3xtFBn903Kmp5G+iGrFDFCwb2bBwAA4d6eAoPg5p0O2RNTs28GXwKgRVncbaLLy1kJCEZ1hAbdAMVOQHrvP/xT2OFT0LIEDHhnN8G1nu/XNsl9Sj+WZSCVJz+sAjUeyD8LsikhhIC+sDshmVxnzzYKqW4ZBeXrkSIeyzfaOGHYPJrMJtzvguSQGQQLaKIwVWxVXypFqvZWbIVG3LQlgqPWqBqAFuWFxpOJgrrtSlIPQNUFlHv2ozC3Uk0aDO7UcdCJLJ0LEKLMDpExNiaGb1q/hmryGYIMduN+x9xd3DgvffaNWG1p8Kx+zocFlT1UeGBqeSn2mfA1dliPqwlSVdeQlBcZ9utzBb20hprQIBGjcs8QqSROGJagxBO+Ja5yyQB8crRJk7V+Ut+rIZuZKsp0E7cDb8Kwt+659vASDy6+Z1TzkhO/GgE8xG26a52FFHNSg5ruu6E50KpE+ayKO+Bj0JiOJ2wY3lrxZ8GYHOpU8GPRCXIAIofR1FiW2wSDiw0VhbFiBuKrIxCCoCSK9z2gnI/g9QyDIF1QDorYRZb5w+27N0UrfSiLdiSUE9stIXNHRqzzZiUuM2ieRvtxOHaL1xL2AmwU8pfqDoGu5NP3QvIY5WAIKK//p9u1NYzJFlUKoqOjyBdq9exHYdfRCPuJ9QyQ2MaFRh6eSVudp1m7YcEGVpziIH0Jg12AlPFaWJZ5T/JWnHY5gS7373mSzxvdBjo56/1iy9TnhkJKm//6orwBbJIRyTmXManegsFljUD44M3cY3KT0TXfBzLWy76DABOsp4DXp5f4iSh1Kt34qe2BK0FEppFoTTThetwF6nws4pFFtRmiarBo6A1+Kq0Fy05Sl8rQOcSpxJsSTvVqA8mUYMbIWsaTfB4S28cpQhvwbjWUw/SDdoFUdvcavNnf7jpiNRxcCXUQR8vOkhrV1zZwQgkk6H5Uu+DBXzcK/o4strIoKbWXeG46lj7hMnfOAtFsiHLEAkrUQlNAdyBcWAg1moynmzhoSSo5rHy675hqs5Uuiz/5sEQqPq+E+IdrReAU55SIjLJ94CZ9/gjISmL3HQtVfm2OrkywpWKjNY8FLBKspAeUD2Wt1l4Dvb6X+AEESFhnGg023RxqdeE24q4UjWhcAapSl0zBh7EL9+0Lrt0o4kZV4BKH8ol1U+5RRQ7kylLnaUCNhETrbZ647PUkqkTpj5m6tqomQFu//i32S+tdnjIsqdeHfkZAxXYW8OqbIhZuxvmjSbY6CFgnRZXuPLh1wCtzMFzDjxKGxXe9Kqfur5bIKs8argoiOUzruEDVmodma8rdNBek4CtKQ9PCz1zkfrOsVhDnF/wM4BIbkpyKUZqYef/yXFiUpkT0oyn9M/HVLNW4vDrQk6tACeD68ixvLXi30arnwPUxwD5UTxFU8K4gskcR2A1FbCh1VEHWgl4gMPPKorRqBWPXXrXtq+WIHfC4xbCfhe4NjTplgR7UtWHPfD6KJ/e9wViwBaNMq3ODEGJ2DZiopjFuUYF/F3gPhquPrZFuPOxMFe3tsptlrEH8FDnkAkiBTKWj6QMZlizTpJYauoMlMcZnyDnRpI4UaxkuGoAOrMA89wbSie3wfG2rLIUatorQcOoaqCZ0JErC/itN0U6n3Q7Y1WSqVzDp4QqvDmaE1DrwY3RqSitsqq4W2mtjVoXiPC1wrF8k4VPhrGOP9/P0QkMISxwQCvWsA0WCAaZQaE2FOlAasEADkW7kHL4RRYulTgxVK3Ojr0C7A1NOmHCTXRXjaT1Bm8JBjaTRQTcETHuzkg7YLciakNrVv4micDDoIPJHfRxJOqj4aPLzfIS87seplGrp+ag0uVbIWwyynzc5Y5Avgez0IoNIaau6kBEjH9mkn8D/WZyFPn8afi0QqwRZ4V0ZQPlkvh3rwwZxcDGMmyqEmBAvhHMZ4B7LQBZOhFV2Sc16k3gqYwcdz1VyQJsg8uMc4k3iLkwm0pyWHwsb7foOcjm1uUepxCnaIMV4KUDCIGW0GJ1U+HaAgVWU1Udbn0tygK4tXQV2IXF4S96XR1xAd0VxAEU+11g5pNr+cZ4mLWhtQzFSPNXWDXNaaj1ovnuGwmpleTMSiMyq0y3BO05az/LU1O1u2LkuZ5S22xCWD65KyEqTqqx8VSQlVzbTKdMEldlpTr45VjefC4k7fHsgRnQHuOkmvIzsWaYlWF/oDaw5odfOM5CAsjjv0w2bC7vLvUckF8L7rTlNNRl528GoExcBlzR61wV63LS3dC7lv6KnFWO5dsqDAQuAbkC1FWicBmh77geURbagTeHvkHhXapWIq5wZI/NqHSJJFaDAG0PadQNAghuCaFczwC9oZm6EMK06Rf6iEAyPs4Xnpsg6PRt4Jayk3noas1nb2az2YW5bAaTWPC/HXtGzIcmRyMgBjOXspdUvbDTO7xm8MVFeiTSwFQy0/ZsSfsml4xWEVeOpJhmBXM9hGAT6UTJUYRHPMY+AJDYh2rttNO2DSWujUC7CINLJ51FGH2HOxzc3CLUd3zIx8J/glsln/O6PfZ7hCq8Om7IUVMS81fmyJB2SRb5dRRqlNZhjWN52wX3AYRzPfvIM8AEGfOQQyyBBI4jyRzzllh63m04IEUPzAEa1J1gQgm6jldgwwbqXW3qGWDyibKJukGIYQjbGEqbzFtYQdwbFvQSK5rY3LoLJsqLv2Ia/dE/Yme64tBx51jToMXmzCdOySURIwi1lUNyrHwOWWndngE5IWrGGS+OujK2K9TyuQAzlbVKrsmWOitBCGYmq2JaHCqdMc71UFUDH0UAMEhRo/HgNQVx83uAe68AE/38JNi15LPjH8fl/siFF0eprdTnD/2NNeWsdkP+Q4HAshs1juVtF5wznTa+Lupd4BGe2BA+oHVBAQ2zAouSGRe5XDtYSDMp0HdzY0IAbuirBpCuiIGwkbG+C1y5Rc3oGnfDvhMPkcjZTnxzRm9MHbaJFtIstY0YHbJgZhZDjVn/zHeBs1/qdASQspTzvPIp6ahq6uPABCJRNqUOhxWs1uuDDnadBp6VqZoNEEmhYW6CVD91EyKCE/B5TWSYLXqcbU8LMvEJZHtvFtUWwkXIzNYFIOW01OwPsOGnALECvMCskHHqoy4Hko//JklfAWGB9pTElvr6skgXOpacXSleH4Acb61+LN9GyRr/co+XvA1e+HCL4CXgHLAOI2wKI0QYGpKGRhur6ydRCETuhMa10LCqNsiS8erI7nHLKcgoagVY+aRzTzEaRWsQFQSFkqLd22L0xojXFnJ0YQ+s9EPMKDFzJi75/RNkqAJ++VeU2STYhdNY7n3VKF0IIZ10MLFI49CFgRc0o4IszICPX85KxwPvM4Gtz4FPg0AjkTQDqKt4lMSNoNWBZ3OdEfae+7pmdhzLO9Ce2jBVUeqhwgFoabe7hQhHwkl22x/OPdRQFoSRNVpvYXDox6LdlNqUOleFEksnlRu1j+WtFb0U7i93t853F/z7t4SLw0ZxpLY4AFEd8BaanC8BWRdJN/JBHL0sxJvdEND3lbECsbBpIDS9ApzTiRiFph2sQhby5qvprnQmhUmlWiETymLyGsOl8TbTjvlAeSezt2PPTQ8Re74LasbIfaMKdKCaZtWB9lCSlYalqj4ZViPZsCakrGbwwwsmpNz16WdXQRMtDGa5NNczmqtmNWibuZUtAbiVDFLgX8rs9ucIc/RIM5W5bsg4YANeT/kx2EJ/QaQUr/XXSi3AJnytcIhzLG+n8FvAfBiC7HcLtwc7rAAZLYojJSMGWSJJV4QCF/FWAiDZRpUd/YRszMFauC1NlQuB1hwzaC4FvmwAfgZY6SSpJmmnUBELcffXJJItOMHNG7T7RWM+0X+qj7eYqyYM+zKhXm8mY+s8kEVOyLAaMSiVpSc6qhsjwlEHPyITPsFV+8iy5uhasDgTOQ0JgmSdiW9eG6u2Nw2u+23bmW8RlQo3mMO6vA8eSAZr1gw1Q+1luYIJH3TvXwPTdzyQAucEtyxQWaauwg/x5tJW7pzi1gVMCaR8UONYvsHCPwThLTBOCn/Q3vGSSKqLI3HUEeb468WhQs0AqquNaQGRrhDxLagwJRgJM4MYrD8RQKK9fgborFJIo9U0z32oYjWqblbBVkBSXVGlUb8hLZaBdbzb7M1NdWgN3i/sk9/ZHXurhi84vo4bKisY0hjhkVlx+YaxMqHzTykAhPMMsba+T6pOJ4niSqIm22AEd0/v4UhEP+CNhacbjU1ZeNxBMRwyFtiCNbus6VY0epLmCGxeM2jXGgq6+irwHvxaAL4p/axT1wHFQ7Z0OfGvqRRjCK6pHMs3VfiU49I/icB/xLzQy6PD1RHlEFJXEcbgCmuSdU9oDxYoRIVRBIliuyGNq0Aqbg1jaCNygG67e737w+vXf1jXP7y+EvzhDzvgbx1e/2G3u7oyxV/1b/7V5moTHHD1Wr/5T3BpZHkc0qnWVxMJOA7qxwNCNd1ZKgxGC5qIPAnBVksxy51V2mkUUYEZqNzEOCcrSK+ZVoU+qxtYlr15clw0ROZqBrZz/dTv4hDS1VALxQBKp/rB5bvAe6z5vALUkx909c2PuWxeI14hXIpMTcntgCUKuVKSeM6Fc2mN9SjH8g0XvBJqAajfCr/AS+T8QB4h6SBy1IbNOBcjQUiVAoddVzNtpjAnot4SQpNoCVRqGI16m2PzNbNlRmlAzZ8XEyCeZAb+6TFBf9aU9jBEc3ICzmQuW0qJlAphdg75EAhK1wUI9p7F++jbXxPFmxqCj+DJyf+Vx36Cwk54GDEox6XapzieRtKjSmM6xDz2RtGMhaXOTQuWddGon3GCptBszSiBUjxWjxFGpiFd6ZWya3Xaf4jkX7jIhowVEyuIgXO351eBeZvD7MPXfn3keZV/KCeP7wsus9e1RHWNMRXIKF56qFJC440ey7dX+MqI9Z/+GbiCSHHEEKpgcjY0o+LLkAadULmgrgV2ZhVwGcMmBMMsVQPJxFMwaFIxR6u62TLNMLbBQYFCXDkJCQdTzg3JYZ6Q8XAgCpPOWtPjlhMygVPUQ/QsQfmPnTh/tKIHQDcdd4LzBuLD4Zp1HRDtoHjAmBByRGAuPkVRITo1g1cVSS2fgpGTyD3jOhU6QxawapioaVyR6MtKhjYDhxIi4rORdhsJE0Etq7o1017ssSqBrmaeuZ4NQHNuLmFu7HEoaNvwww7+EMwFbn2cdabcg+B/zR/NJ+7sNCemlfrh3FZySIG1zqqfbSf0WL7xwkfBF0x/fgSIM5OAHWGDMGTEJmAbFGEKMoazo81ke0C1FmmFfETmqjXfhmTap00Co+neZlgBgoAdWv7Xeo+nIYEazBHu8SuRhC9XLRISTUiT5GZRDMOZZ6u0Jy2AKyE+NENbcZVNQ03L6DBTbhPftYHVw+VbIEXKNzGimqJ2sOroPHqPZY6mBbRYmqXVbJh5Bi8YPtwvcB0hM9GaGsfKXGylFtCJAWgHKKDWs7Es7ao8K4vaW/kvYCP/waUCxL8GCAnf8uPbH3wQ2AmIXxQWR4T51zNVMSbBojQfyGzdhTzxLVyqHDI4lrdXfLr1hthrvT/GTwFWUCVuUgHF7UhWwz4UOrX20FFoVyYsirLhOjZiVtqJ7wmRHmisAIGaTUytPBi5XuvCqv7mGrnywyFd8pjI7CpKBhCCeT8wSUjQWsnrGGPizI7RwMa7A9Mw7YGexXEFV12Ri258TFBLwLhSXewWEPkXLlKqAPScH6tnQMYw5K7Jb5Ai7Ub86M6strHEx0kQNTRuC22ILrDDFsLYZI+KYTi/3L/2X/8j6pNr+MFAZCrzqgz5OgMWObGXpQWwvElJ/AhvdHQs31DxIlDLP1aFr+NJ4DiraMvmK6Ogr4vGu4pjT0QiitZ8KQiM0yAmBzohMkMkcwUYl9ziUB7g6iBQr6A43rusP4amp2XlpUiDzxrWgsQ7kTmlaZCudzI7HWWMLpSdm+ijo7RE67Qd4G2u90EMLpmI1ydqDGyspB0tdq2vWLlbc/KzQ021ZpAudJPpXTlJGEegw2LQ/oRpyGhFAqQmD3RCThpU08KLV+p6BwcnRQS5kRPijJ9wwLKP74Hwfke/B33r/JIJURfCVMAoHtaFhaVHuTm3WVBXk8vCsLqBjbIgjuUbKRf8IRgeer4SIhS4BlwFoIHxRYaC2HRqUaNRfkgcgmNPksW3ahuoL4yggTzWqm2+rLkC1DDioZF5ual+ARrfXgan8QOgS2fNJPSA3r0anQCRecCGmANpvlCpCpCyeWqqk0NbqQON3uCVHao9uwJqX1ABXPaZ0FpQSAFnJTCXlh6AFRgPMapzr8ezClrL6jAaxA4uC41hrjyJAypHBCBd8cSMsNSDeYYEbXY4ebF65KNOiujEoUpivBZn+voTm1WhcCSjxib2kC4L/eejhdfTqq2oIgol8ziWb6voRVAnZs8fxAeCV0kFSxpHqYIzAjHDTpA5eIUQp2JVSYhYQcFIMDkgDsuPtahn9Qkis+rWD+hapvFnTysAu5WbU0DjNUCHymu+vPd4mUANYpHmHslo1MOMSh40vPizmH7bhExr1Wyr1uJNLAB9lDgso0SorOkZrJaOf0BS1YDGu4raexSxZGCFU7zGOZ/lGHIFBgRSEKQpMqAgsjlBcovo1AZiFiIDNGLCAmPUUZWcrXmMV6Y+FH4gmnkIFStAXwSjkFHLPpTLSljoBnZD6eRG5zcUCiR8g86xfCOlnwHy6S9eulQUUrrsFEGKInWKI8IUXobRCZkUyZ2MFKwc4Ybqpu37QliCL/PdFd8FHrMCkCsXo19VXRzl4cvUQ7qZZkDXH49VcXP4VtPOuFZ1JYRZdFWADYwb3JuJyhWe5kYiE9BQzHlMeOSrglM/nhyGslF7gkATY64DP6IZWMWOEbTBsFkjwmOJhoJ5ELBAmFVZTpQPECdeQ41qC82NrYFcqoLQyRDbDsQHrWmVEzVXu73+DDMlwT9luhQlpXlVWGvEylad5ObChCq3TRk7UCChMN2xfMsFEQDg7wHqNwH5vucImhFzCrGww6jonFsjpThfAEAIItrj/Gpva6WT1EYm1A026m6P5esvj3OAfUp9cvrYq5/PajcDLzsTPlMFYJjZJjMtx4RZHwCOkYLSVgx5NujQerbGxcwOEPQVEL0JzB8BrLJOQqaX3OYRWYpYlPyCdXcgA4LTgI11UVbksXxDhZ+C9i9CMzb82pnQQlPxJlIRVvQES4qv6TBNTBKLlb0GvaFBN5YhQjjyAnGI87Mv4P1wqveHYDLcoqtiKaOOxajIdHwoMKHR5auauTYs/EDdbHL6+pwBYCXedP4qGqazItwmMopGfLCJa+IQ6DxKxx4AQ9WDlENpAY/VUFFnVG5CW89U1d3mgj96vjvhqq+TzcEktGZO3KWIuW+trXIDe+HrsMKxfINlz+/B+V0Q1vOL8QxQIYMmsal4Ejgowy6ocEaLpl10sFo/onE5zbZFAqSVsHadEV8lcuPvVvxQqj5XI5RY6mCmlgxMHLnm8pt10MbxCwvHkffCxImFS/MT1FDXaw4xO58MJa3wXJNdJo4oPYdDpZlac4cfssizXjUzSG3St6YGA4iIlWKIajFhTxlHlgHrFFNM7vw1mItnsNI97euK/LmEWqcmZy1mu0myIllMWrll6UdnKMaxfLvFQaAfSvNPRiryAgiixBIQs4Q2O53QZisI6wqwK2OV6YSKY3ahQWAwkiLBZDH9Y3c08DX1g4AcJOLep6rp6pp29RFSbkR1M9DSZWNsWa11U62jTK2AeWiWs4zmpN/yNqLYBgQrusZddkaaQ5H22Ji4SJcWwP20X40IDWbD4gjVL0Jf+qcQpuyzSEMhDqQmWNFymE34qph/g1zs0jiWb7nkXWC9FvKHIm+dXzISO2o63hy5+1baAABWFUlEQVTLqhWLjLAFmClpQq5EJiyVyGj5DZQDGtg+2jNuhjsYEOEc+aL//W5rH7OLqORRViyTvPRzGNEZU27Kp55H4rBPNZH0OGq4aDq0lQmdCnzaJlfmtl43VTEKd6vIdsJZospdcMPURzn65HJWQ0uNtQZoQI0ZW6t5yIbXm/1GK8BFbprTUP0GdP8W9CiwIaARekPyIrtE6ReaIAzGj+VbLlj9XfCjgDgZqBdc/nkJWOGngHM0MazADeGuqsFstLogBRLbo5UqOk0vawNCXtFbARwrcgoBH6qe6A+i6qgUrl1nLU5qIz4OPlbse0VUh454WEK5AQmd7nBV0qV3V4HyGRv5NktnYnl6QqdSIySBCBieHB3IVKeSA8aFlUfvrqRWb5+tM6j01i2mulc7/ScIipMQv/2EMr3f2+j8HnCK0h+vElnfUCgp6TpHmszoxNQey7delARxOvTxeD4DZHgZKoIVdo66CkIFJIXhiGkAKlU2vjRIyATyCK1Mw/LjceSnrFs7ULg6z+gHAjwwPvLZOzY6Wjp+lvhIsnaHw4XaqQ5HsoVCDKpsdHTDkN/1JhW0qDwZGlPJJ1JWieBm5riLbwCNw2+2xzYGn0YMXTVcrPMySgIiyQnGWlE6w460nEsL/JLu+GswPEAsSj8GbSmF+ucQFsWZz7ZvLC0/pMirLPxGUIAd0j6Wb6icIwle7F+j6gznC/0j6qbN1RCs6oR3aJJduHQgsnBdF6CgNmgmspCXwltRSrxKmD6+v23tO/ZNmDjLyob7rd0OFiumldB13OC2Uh6l+i5wtPrEUqfq7sRTgcgupMGqJoe9TgF5IgiRSVUuagALzEaHBuoTc3rxDNCKpoHG4gowxi/xaAAQG+mJtJi5j2mHt8D6IHSAN0AqIwcdyEZKfxAcEA39WXgwU8qJkMnkkOKxfFMlr3UJiN0t/iK+gyah00Gnq84hP4HjbI3TcLI2QWncOjgnU4PVgdLCtSGkWzRSDT7k39da++496UPGQ8TLft5Dd6HmgzUaddxkSgqtfxLLBkwPHsSq6o0UG3rTWTKPSjYnkBSk2iVBe0MjE2GbFHhf27KlYssarZrZ1dAsFQIQQyJHQmsC4o8N9meUivgp/4xExJTIh+JzoQntrpfBA1aENBfaFPa4C8mxfGuFz3ov9VGY81v8lBRiRCmJQZcYVCB1PBnmWFwyjDFkHXpi2aWlcmvUEL66bIpXRTVd0ZaIYfKAzWOAQ9owsO8hVCVoJ0f1Phsf2QtVGbF/0kCHTlLx24uXgOTwGAbB0RKqg0qpEofOntnpKK+4sEezxrnxkDoVxKwiDRGc1dAWk5SmOrgAG/a0Gjj+0IKRxHM1OGRBS8toOUXD9OMCjCnuNQLfb3hMKUnoZd4gdCmba4lLrOJO8rUiaWqqH8K12rF8syWrf37Xx5+D4Zke4SSU8Zmwm0NVjAiBFAckVGyJzhasMoQKZaWZtiGkdLpmIsarz0AiWBn4ZHCO7r9frYHHyDuEw9AV+CBQl9RMD6BNUHiOXEnQ3uoYY3S2RKOJI+uWkyGiGZIHjfSWhiFEXWEyy0AhLIgKwD4nhqEt61gEbN+K2Divkg09SsSJno4qQBP2Vz2nDOgPAu59EzSlIqJ8LLTITjYMsSjNnKWHVD3qDV6O5dsqOv/6FAzfAEY0OYB4aQIQVoqqCjwjy2C8RsqcUWcRHRmvkAyRbWmO6hk4ouuCMG6IzbhOYj6a7x1U7Y57FbwxVDY8gBGroQKBB8aHizQ3oRJaU6jObI6xGAQf1HEop47V2j7+lvh8xA0RNCYWhk20uXQpKDu1wqkqaMtiwKLOf898qVw1VpoMXZpk82r3en+pb8KpOOgvnbbmfwYJ2s8GVZS7SjSKuF0GvlS0lnLf0gBlRR7Lt1E2hHPGAuocM+oUSSPyOoYJCrLimyS0D6uZsoLZk0XhTbZBOkLhoamXgUh7JhZNit+TWnuvnc9OUdAYNRa7BxEx/fCfayMLOeo4AX4GyDp1ETMzxkiz8AHNOWkPkoftyYXLYhmgDEtFp1UeRFZfTfceyRPwLOyE1jYcyqwlD9hCujqU1pJL7QFUsATUz/8pETHWL/xLmCjz275k8PfR5xKKaXMuIptnhO1aT0VDHhIcy7dW9Cp3iZ43wec46yx1KRpYFaBz+CW8LDAWQvzc1FXg+iqyGCzIyqIMwil0XIEO3jXedZBEaLa8Bx7Yd7flDi8Aexp0bnQE9KzPJqOuGh1eYfORck4F5CAmb0gCWtUGIZZIP/7o6eloCyDVqFEZdmMuQjVglLjrQqVjPIquC5j0o9wHoWGiiUDOuUxcMrAAPL9EIlSgIxkx7/ESWKSlEPMCUCw21/LXxBjoUqvy3jH7fVcLn3fg5CD/vda/wnXEsDKSGKVzrIo0TAEcNVIVdMTBJl1RH98xb+hRhMs+ukXFELWs4i34rAMYzXceagd0BLQjWvfVFbz4Yat1TUY0+NC5k41UCOs/1qjOh5LVh1BnUg1JSc2ALjebcbRBBTxx1DKnWnwQgFtx2KApRE5rSB+JGS81NemiYST2wWVANbkAKV3+JwheFM/9x5jIRnr7b52YDmUp8dgcXNq5TJI3aB3Ld63ohe6Sj0N2F7v9BSJ7BBFaBZI6bR19B4gBHYiuQIIzDGeJK2HRddhPYA7DOCZsrNV4S1qhuu8qeE+nSbIRhlp9aiOxGHXZ5Yg4iSJFuucdsIU5nBkZMM0gXcjR1PEnRB2dwf6aI1QNKuhFVUKyK57KzENAGylNaEhWLZZ73hgTEglugigNlasNVn/882vGuhaA+sDzKv+tKJaZc1NqA79Ey/Sn0YJfN1/Tx/LNFv4vgj4Dc0u/BXhrz/w3QgaNY94x7thz+JG8hjfYAbYR28bZg6SWJAOGJ9tLMepptLWebCYO+ut3mOjVfler9mzeIdxNAsnHWrRT2sM0c040CPP+67gtqvyoJ0CdrmNG8IjGCKbUNmResaCl9ACuAd0QE6NMFkbiBUT2abYKliZjDaApDNG2aqvb7aS9mLop6k1q/KkPTAllj1hHmsqDv2USOpCSwlJ3c8ayhO1S52aLY/lOFD8H4VPf3Y7fBXH2SOSoLhpCY0u8OyUxxyOrIlCYQ9HcaA+8exhU0NJwxHCH9cmH2+27H+M1/d7L7UdQ+fC5xXIx3BVR1DtQI+ed7fb3L4C9t4X1yY7s0r8Op4+32+1DoRx2GLa/wMAMs+FNI3rOBjSNIHU9esD2Ixme7P51u/0ZDT+h2KlETVU20GG5Dz3Z3Ufe+wXsIHznedR5dn1Qc7wAPF2njz8EjVozvZcBn1MN6ugaWMmSD0DOin1KKAhm0jp+e4N9QRywld7qXl1cyjRtqQuxqDtCtrABzruhWfdYAV7yUTfzH+56VFYJ6lq+yl98RHDD3S24JTisMSmMclDzWL7xwkch+RQgb4FHBDlIp9irIHe75DSAorlcJFoBcgI5JY73spqdh2PjgCbjFiC1O7rS7+1OP7u7eff+q9M7z2jYOkIWhOBsq/RR1pvTz57s3kUH62gcgNOX0n5EagxbhvE9moFukEJQZsP1iDo0OQbL47HbvbN9AD894p0HMNw9fZn/A24IKSsPCO2Ttnt25+7mDs3rF/EJMrG1Dz328rPtPZHTTDfvvoeOhlCJjasnyzoObzpA7Yehdw+VO7asAVMyJKMTtAANvUizankfqqMVIi1CaQIu9FHA/jSgg5/Pvt9Y9IsJKK1/oIBZ/Bsy5LF8N0teBc/1Oej6MjCihVHkCFIgFRq824kn3NXhNhwojKPg8HRtmBtWG1RIBzEHdYcr/WyH/PL45N7Z5uqdTzbvPORfjddNL6uXsYv6MS7sh3RGazSy3sGU1pDHclnh9537m82Dz7ZPdq+WhhrWSnRfWNNYTF0h1V03HCP2HnGn5oPASW7v7na/2J5dleHJO5/sPnwo8ahucIyIvofFH5ZYwNvuF2cbjvbhw5oZR/TBzPEEbJAwXz6R5XqmMJRznQVZ2cSDwt4C73kg8hmyserQxFfNxk6iDVr2poWy4eEl2M7cAWsME6K27eMDRX8KglyVBLi5RYYvgZR1+oLCshzKb82T12vlEO9YvkNlf8lMyLA4R6OwcdQ42ACM04Zw0gqKT4SkKhsru1pZkmE3fIfpxGC1bCLd29+722dXu93Z9u49JMLnz+9+fsWAt1q2Mmje6a9ffrR9TmyyPqH1bV7F1m6oDfCK74s/3z5YGO5evfPwwW1Ov9R6SA/LFvu0eY5l2Gx4hXxEQyoJvEd1KAK7B8jWWAG++/IUxNn2Aaf6DqdaI8ADB8+YssZLwgv+QioYd7b8yv84QLSzWemn45GH5TuwFIcz3dDwvUfYaRpCrN20BSsopVIRhoEROh6StIyuvLAS3MkqAKLM5Yc4DmVbC9pltQ3W9ockl3zc9p7zjRB+5JUfiEboY1ump3WyGnSwAylOHDTKrQcL2ddEN+geyzdY+B4InwHqD1Jv6Q8TUOrVfIQboer1ZuqNZqlBMEmwEgQAoYJsy9oXjvWNCFRPX/6Myxlc76d3npzeeXF2vyTpFoS7zdN3Ng+2WLKdnG5/hlXN1b3t/dM7T2mda78a9anejavd1TvbE9x/1rBP7zx5X4b+QeZh1uD5o76DFWAbjhH5izvUWBwLAZvNk89u2/CjzdUJDD9+eufp0zsvHmWqqmz8Hke9Xv1ie9+U7DZYzmFAHSDY8QzUqwwRHlhq0+DBFitpHkMeG8xNR/a0ZkolnVEDPMiolnLZ1TgWAoNPfWo1ghFbDT9S1fkVdIVf9gvAplkLaoh5s+1ozLZew2Z3zh/D500vnwYi7r8wKQ26sRtsmPyuiY7lO158B8yHIH4XGC+QvJl0xDAwE2/CTTau+FIbTsU/moo5M+yNAJVISnk4tDeptda1KtW72+dclb2H7j5ua+9rfSNzVfbG4Y25lMvDKyQ92MHH3e1DGG/eQzbEfebDe7ft2HqLHnPBdcSb6927ZzsOy3QwDQuq1G1QbSb/avfgs+c7jQvVe2NEHgfvo7RgRhsfBJJ3PueaUyNCoaf6+bPKdayV/bq+t3283f7+Pc8U7qaZckY6EaxTp8ONBeDZdvvuiw1nynlMM5WCpztZaaLNEnPRQ8H7NXbKJA9pqREaKx0fc5mVcYYrTYEPWMuIpC3g/yZAdaGG1Ke7HH74ASM5YR28a02ZRI2u1Yt+k59j+Y4XvzBiBchPiiZgGD0MttpMCql+RTbakWjWwBnSiUXQxVs1jtgAdQ2ckpWwkiOHHaZ79e4TyWOvPjgTYzjIQFdaAbIlSwT8//4JRPANFSm6N2CukGAe97Acs4WGRTLdZNgyi0HhTIPo72w/jEU6lCuMCBE5tM+RKUPBo8cbJKW7tCCfHXf093el5Upwk63edcEyUAN6F+sAgcysDBrZ3HrLZHv/FUfyTLHXmxMM6DWuFXlTaWuSxDR9DkXaLIE0YqXGlY3SaSsax5GwVAripg5B2TkYzMwmorvCqx9s7vCt3SXSn34Y+loqu5bcZrLxVaIL9QXp783SY/k2C9Z/57gX1gKQL5EVNArtRdQVJH4H2VBx7ZhDbwXXiCidvC7sxAGj7FlHw8UWtR5ogaPu6mrDp1VUsAfrGtAE1zC8roHTDH7Y4fK+d5bJVjMIejR++tknaKdhUWBoMfcPMMzLEO27WJEt57vb/TVG5E6nEnIUDCeb9z5/9kpPHe/6besYcsSs+UZTlbv004+ebGB3+1kPiLVuHSAN2ZBGA/OdmvubzS+2t2ttrV084Uw1p8xv1D7UaUY1+DSqdzsDNKw19IVykOkUEidHx8R24Fu2UG/HJhtq0mPmKExU5xe85QmxzE2LPMXH4ofKghviUDbt8gbRsXy7xW9xXfoE4rWRMaKAY3AlajrkgnQ/4wsUxpMTYoxPqyhW0ZtsxPjKPsp2BJAcHVc26O/hst3tTl8+fY67NTJsCX1efWxd21Lrm7Syvto8/fWTd2QtkzJ1DyWYYgInZ3/Jm10aghHDz2xI57kL7haGGhDLttNHMJKh36TdnZzGkHrZv5qfjaCecpap/sKGd2RIRn1WToaZpPadKf3Oy5Of0j/XrbR7eudJDpAUc0AFHvfq9NePX8HwbHtXA3qm2MWXnmnU1OCQFMrj5D3QbqOvIUrVlZRBtYw0BR1hQbulH/GsPuyGqVUiuLkLPj0nQGFW2/CZ9+5CH314Q3pavP87tBb6Ib5g/bcqX0n5WN5uQQhc8FEgb4HPL/HiOGJIQW1Q+A2kcAYk8SCIW/JhYQfyQSAqP9BirUiW+NoFQSXrqc5gd8+2XH3hJvE+PL7z8O722bM7DyCgI+vFsimNwAXV1QbLuTMQtObTr0/ubt+HtdXUTIgb3FrexbQ0LO6WaXjCd0i3z96HoVRK11Wj8SIF9/07t5/RECuxd7YvaA5DjigLqaP1jnvvNo+S/7Znp9OOyvDZ+5/x04FdATpaMrS3zdn22bDjsA8f6ABR3KBGBx3t+5+dYXSsHe9qpic1II4sZ8o5aX4wQYvqudIJN7FSDTmbhMJzVMCIRUMbWmFIbMOxMm5LSpyZLUaYxhSUAc13u4vN6/1OH3uAZ4Q/ctGUjjZzatI6scskGdkuyBuXf6vy5TWP5RsqfCNkp9+DwasjfxOw4m3UEXZqwyzIkzZiqg49OTHHpLXIN7cMAjPm0EUkQ1tRrZC2OnWwyEH/CO3u9M7Jhw83V34rV0rshdfE6Eu91jdXV7S+OjnbQvzkzhU/k3f2gtOSUm2ZNE2f8j1SiD0sDTUsv83x6AVXcjSkyQA02q52XF1xRPCQmTZXNPR8tYIC0L7NWPVZPiShJzsYPrvanXBHr55yRDi533qo2jP58GzRnNx5TDuKabehnQes/FB9zRQmf0cW1J/VTDMgDB/xeyiaHwdh68MJB3KjfeDBIinX1LLjsfpqmMf37NPbhgwdErQatU316hmZ+W4nlSIbBXCxXAtmFH7cgb8CjVBXKkIWnFLS9CPQ9f2PlAW1TmJffv33pRWP5ZssOC17vCqeX/JDUowugF6sHc+KugQegz3xXmCOdNwCEpWDJAh3KC4cyIejW0gpdQIL5XGofrZ9hDWY1lU/eYGl0W7z6H6ccAwvv6jKjUxPw8/SZmtkvlhrJBvZAWgxX+3eRTrAqLvdz2KI7PCT+/x88SulI6jYrMzRcDYPPoH1O0y6NSJupGu+75V/bOMIyBHco+qTh2ccTFM9wVSfP9/tHt0rQ1cYygvxJ2dPuY7DMDUgZ1oDRqkaAUfGEfmEz/zubW9PR/akZnr2Hseos6JGZsZQq2OaEeaDLSNxgTXYCxTTf0qEKsqL1BFd3JjwwDZXwINNCwGlbj+Ni2YsK15bNuev91gA8gPRuB1mzhtJaU5Pq88/LzJXEe7RLqQoa/pYvqulVvn8EAxeFJEE6wbCASO41szV0AJ3imYDWQrHiKdrxyCsKYPSAEM5VwBAVoYTLKt0iwj0we3d1b3HfM5lIdSl0Z2N3OUhXlmDcftqd+9zMJ5omIWtMxnwD6W93T5bDLt5de/27qkM2ywIWyK5lQVxaL44xLqu+8h0DyZAK8AYYhmoqf6lvoRXeqxMIHYCyExh/tTf34PaNGCOvQ9t5QfABos9qX+MAY3JEAPC8OUTa9FQLwwmOceKlfgbp9y1sIlTOrTQ8KjoS2hacvHDFtjCI2QQNa3hbsEqslhYqvEJ4AVe7nvZNiWrw+j1MlkKXawA33A/fKPgWL7Nwg9F6YNRqP4cYCJH8VZtA+JwRZpjhPh8DdiBMUCLTALgxO0CHK7qjAs8AMw2zx5vt7d5ZWIJxrvF7XsayJbK3gR3MYIZEiA4V2XNlV+srQsfZaqJauu3JN4/aMgdrl2MYaaye3AGq4+4nLPhU8hrvljH6RGhIDtduyfeBitArM1qxBMsxGzo49fLrdxkstmcasCnGPFVDYiZ6nZ6e89zrEo8kwV2Scvb/MzL5n2kbR5Z7iIfW27v1y7ZzkfZh7oductR0Bmqw0AyOwbQus065PPQEaEQnQbRfFqpPBGKX1X+DH307KmoSdkVxWHuFaDjv9MX3xGpss5VC1oW4pi9Vj6W71nBmde/AuurIOcVRhWE2RJC12BuXB2BCkzrwB9xUbgGxBCNLv2y2kBtEIArm80VP0+HEYBitqJKRGVdR6y8TntkDqYLpqxhzK+EkOAgVCgzCuv68iM5Whww1LwAHFdjeyA2MKUZXk/gkQX5ZfeqDWVEgB7VYcUNkMlw/5CRZAguR4pdVYOqZg/tnfy3HSfOEUhwIO4OPXvvbKvxpY/50ZAja44eMB+MXzUashyVLxOzUvdN6fAaaFGmpK3Ufskp0E7YrjSGEFCN2hDj4Z8ryj4ZsFaA2vjqzzLe9OicWGVFmwxzoRz3h8oN7GP5VgtyH38UV18G5jtk/CB04ifxJtA1yeAmUiFf/ARrRybwirhwHNo2lGjWnXwTmLRkXGDrMROK+ZAMEHfA0Nic2DCPtcaC9AoOxIG1hZxAPusbA7eYVKtAQePFcKgb87zMoZ33yiNRg1h7YMP8ZMfdaII+GO3LnmlHwgYLw6AouNBj72mCj5zJvUW1F6mKnjqMgONCq0wQB5A9TKgif9kZzVCz03Emd7hh7xMjRHKqyMioeWy7Ls80a/kVIYjh0HSNIAZAVqShtKsiVfF1/vX+cn/BL336EqgUxuvA5XqqWnFATnnuuvqxfJ/KnqcQNwV7/SIWYklRBGDIJHJWWCCbiIVQdzIVzfIFgiKwCCLEEG8BrL50ZNiggI68aUmIoyN/GEkNwFmIaAUIkQqjBh5brvsoIi39JGLCnA84aFKpLMRklU0GoTURDVVyMEZyI7/sCeZWw8kQYplequoDqX0nzQ2Os8NFc1kHbJm6GliZucCWTLbgS488AJtRq5HLyZkEZFjBSmnUFeZ9owXBLuwmA/qwiaeDQBA7pgbxLTGSZslwzUIQxxmpjvVif+tcn4JBYfbjzW/+HRPlixMa/VSZUJreYPzFPo/l2yjjVe/8ku8D7/wusMNnGXKJ7orMuS1pOOgdiwAI41BqaEhI35zhJ4jAJu5CRJNqAHJsXxcThSKtz+up8qLsNAhdC4KYQy2z5YPSV/ZSjflGlhJY2xs1NAzdabAotLyUI2jo6RGIWyAmlTm9spcYSAzV0LtAnCJSiS3nXChAQ4jOQQjVjU5mTQ1CUIZ2md56QUO1skGDoS/3dCsEW70ZLIgbs9p4GFqaWcWv3/6duIB1xYHiD75d8HPQCPjda734q+zGhXAwWa1Yizz3xbntmP2+s4UBwI9G4dVwc3557r9NdVBVACp20K1Qk0us6Y5EELCoy5oVCKRFzVBcAAPYkSxLQYlVPQCqBT0YLG0lgtXmUlVL1xLSZtKyXTNqUE1AimopVyYQlG9bpB94PBZpYEMBx7RnuQVbLavZ4hnIUV2wG2+ULTppi8HhMUOOiF7TzYhEqGZfYy+Beq+sJpdqDW2Rajd9vCecZNcGNDUPceTAknRCAOU5XKIlIFDbsnTG5SAYVFg/9d+BirnbXPiHfze3dptaAaatLKUPx6zKKoPBUTDiQaZygHUs3/XCj8Fsbu035wwtgF6sHZ6ON4dtXyqOwzAVbZNORVxxSJaJCGsR1qZobRAjNexLB6DLQhtV3ZQfV3vzdWKweRQstARjQmA+GT0vUuERNKvoGtJAAO1rwElKBxRVbOzGAkA6STNr9OTZTRsAVMsra27toiM1Krp1T6/yK9YK0GiIMgRIfVSKamqgtQ+mOA8Pr6bmYNL60iYzJNtJhxzwSKSTDh0T3C19s7YgPuWWA1XvQYC3Ykww6fPXe/0GDDIUuB35KONzz+sfQEVZJDRbh1jkv4ValaGZ/li+YwWLf57TSywAL3E6EYH6Zbgp2EI1MvFGI6SI3DkpsgEOVUsV+NYzLHp1VIKOXXSYW8EAlqQg0NdVQLIHLVGts6pWPrFJXVnJIJK5ApU8owPKcVkaqHoNXOs1RHsevkC7p9HGqKWAzt7NSJ+hWS0aDIOwzp6dBEHROew1Ihr1nnq8AsQkAC2JFaMAqGpoVtkJ7MeEO9eZ4QFMxIJb7zRYNZ3SLU0rG4mH7mAQsvTdFUOsDX8Amt/98FsgF/zqRxLTay8ID63/FsXqMZrSX2ODdSzfg4Lz7VOuz4bqd3IZSUkIicA11BXjdgKHLhrGm6LOKqQkBWmhNRcOG8CPViMCi9SWFEQaMTRUFEskCXoNJSZ6z6lg9Oy0iqDhkFWlm7Wgd6HmNnbHOmKlzexLNPXgAmwnnhmaCXopLSscDttqB5u4DnjJzW7MkOnXADV4KdCb50RHY1LkkzaXYEUR9OcdtffIZKWpfBoXpiaQbqiaCUCaRrPVlDz7Ea1ENJQ8z1WSc/4zOsOc74HonY915jqYvlZ5bmyz9pI6lu9T4bnTD6Ju+GxE0aqY6Wbgi37uZqjoLw27lNCxqfBsGH3hdcUkpEXSA8AaxaSG9K0u0opDJLWuBX3RALNxJylXMQPADay0EDTHLtMJ1JSC6GKzBdcjFcK2a2RlZsTTUjO6yUwDeab0Kp4b6sSlgFoks3tSq5MCVAfacvryhNmUrqsU2HvtZhy9bPre2LDol3sCyiNnLhR4ZEP77omJJS7rdBeuxtUA3cGVPm9/+TKPxd5uU7e6Tltowb94Yw5zipMKUN4tEWWZ0EV5o7tj+S4U3AP4Y6D5V7gEPCJnRJohsddxmaBt6SI+7QcbpeXSOgpKG8kig0wuQcla4EoYmtAabLkJLgEgruSVHTQI9kAmKCtqpEWPxtYmxJw67dzg9WHoHSnQEFBCXxrG0ct2BjSlJLtmyJV4PIxqVPW2aVdOChYh2T/zI0Cz2uXEK9qTFgtIHBX4SGkiPJKeCS1EAkpbEhpr2uba8/q4SCg+wJRdND94NdwcE+E1t63XY2TSmlBVUij71wpz5S8X92r5f8EHSpgLGdPfUple53LQ1bF8xwpvf/f8WFR+Epr/mqoIZwwp0BqwzWSFlZvBFcg8UejLlu4EjtQyE6DJVjUrEoV1gSqBiBYONYY2E+w8KBoaxYvoroS+aGpK7VA8ssSMlqVyLR5RAMh4XjSGSrXiuhJoLmvKeozYECxUNaTh6EFRa/njNtNkKwR6utGEDWegDCK/AE9fihmAlvFs1NqRNshtGqigaixAMY0B4VwXkIbasCqipuLhrDtOfiNUFV4ckmSyARFT2xewZmqspHb8tlPnPz/7UaJis9vxLuhAaY3u7EMoy4wfy/ey4H4AuQ83Aef5chc3R5phxkMallLx0VQAmiFUoQsV1kmZYptb1UEeB6Oh2MMtFCInNC4tpS8piykjjya0+ADpGap6Mj4I3NyxyocJU1GmvrwLZG6/3KYds0z28VAjlIwtOVIPLYH5JJnyiNoLqnJgUd2tSGOrZswUDI8XVbI8tMHzKcQ2DaUCtvdUHmflnGU2qvbFg8lqaIVAUrvwdEvQSSa6GCOOAJa6ambMfAx0/u45cxZTIHvnL/5S4KEyNNLZz0r5sO2xfMcL7n/1CXiuAPeX+ut8BaFDM8EDpLZBhrgOaBiNAuC4EhsHOPJDkFmCkIIkEgMje8xHvaO8AVI1oWqmsomtoXpA1hnUT1IkTDPVED3Q5F1LGEvjsxBXgrY2N2+A5wRZxhBIZPHSqLHGe5yiJi4qnblyDpn+Yj8yZI/ar0xUpCAzKKbxqTHSroeWUQmIDCYJoT6QsQBl3bIAV4N7blm4TpMSUkCDMXoj8TPT1lLa4yPAy90u3/914tI7wEQOZTHwiu3e6e+QqsqNgmP5Dha+Bl7yx2AYGecXm3N/b9ThMsHyYiU5MydEkTzCTyZGo6BaitcB6rQfNdaEGgdjT9xqGpGOh6KmangDAdMwWbtaLWgrVR1duWuPmP8gKVnq1fhAzcc2dGi9sCs/bQfPNJWYyzsjqiGappgVpuG3eDTu7BoYEU6iJB6XnExAioQgNvMmLQB4tVYFiCpDLOhMTDLY1DzUaTyhzVrMvFDXuKscKo9r0LNS9GihwbucS6zz/KfAfBtE3wBRMlTeOpC8pLooyqLFPGBxLN+z4huB88s9vwrCFWAFN+toBq6+yAViDOaMekUgGYpFqVVcirBuYQOnqS4Zecm1YqvSTtD7yhJiLVpYCQCOGvLEMpubdeWXCtLp8ayWfeghDBNzDDQ3xQMoFUitOOmV4y0DGB9SD0S0Noncyh2h7g9HtVHwRmo/PfFGBGMnRu29nNmGZlWjOPEAVd1JMHybGaR23iSGsyoAfDKTRtGKXWIz5/kv/Y5urlaEMczh5Zxfg8Ma0D+Gyrufc30O9latCA8mu5SR80ZOXOsfy/ez4Dzu+Wl4rgAVKlOkJQAHTEHY+MzMhajGbFLE6MzUcLvwUEE+1dFMmqLF9mrHlBCq0DGHLVftt8aTB+t3raa0Iga0vKEauxzuDbVr0inCID3bzk2bEsRElfrw5iFUAVf5hhcae1BG5G6DSnZUI6EVVRsx2xNyrtb4ZLLtccn2TIrZuF3YCymL6WRBk4XGA1EosER6B1lhr1SqF3AW8boCerJQB076/LsH/u0HExgTl3MgWoPLMqOBasaELJUW5Q2iY/nuFZwuvQnMjwHya5IbxsYixhLK1yOweRNVVUHI8LQI0egglKgpiqoXXpsDGxAvBsik1gp0A7A/aq4cM/h1JYSlrqS1EFn7EFBJrL7iS2ambHyvF3dT071dQ79rGg9id41byArH5JglztSoVW8kZDohIoOx6sVgCZyYd00aU+fjUhw16qa+QUeDQNn0lkWfiaI1EzBJlZGdLJ9RShXoYrLuIW7L4aLcF9qw5MVss8MNziXCHKUyFT8TeOt157/5f5G8zit6zVcZ2LF8n8trnkrc/io0FC2MQgZOB9sgS2RwjDZJANnBR7IIqxU6G5Es34u3aCegKIZoxBy1GvU9KfoOu9NlC4dFoWjUSsH0EDZaiDvOpww0tx6GQ0dL4giWsx8N2RaXrBy1U4+BRnX3zCkHnTMdgDpCJFGj0VwbWRA9jMdAZVNTNpJdM2Qu80hg2VnPkAyql6mkaCcjWHE84wBsnkVzhrBqNUI0NZsA4Nm773aCHFGWPe6BuQZEyfM/prD+ISyVSmruQxUTZUKP5YdQ+CwYr4C7W+e4B+Z9wvSrm9pMhZhxIYaBkamgcyCyKkKjTK5wG12vbBLXI5xBUj9iyuxHkEj3dQCwVsa0LI6n3nyZycvkwuq6kCetGSKKJusMRecohFMVAAGa9aCRL2fhOhpW2Gj0K3H5m6UtE8bEKFI/hGLwOD5c8q9dEHQ1SLFZ3MJWU7i2ep0ENfyw0Q7GjRp1fmnzcdUURMWHSG6YPRVkb/i0573JZxtlZqfzELVN4Oo1NRiIcv35DYujH4z5p7BQJJhWectyo+BYvpdFXwja8w4YNwP6NQTGScVexWfiz2FZeEvDLGCjSrAnUtKkCDD8E5qMt9ke4A4NFoCeA6CEkU2EVbICy3i2aeOexzAcPapmZdzQotERdEXTX4acRyAedbur/YzrGdi0BkzFknLDQj5MgZOsiuSBrqhOjWVStZoA55sBqEopWbUXao0Hmu+aY60ajfiGCgGI8OanEtyxqYcSxVAbolFCNk+ifLsdnJAB2zPx8Y8PmfWIKdfhhZ/XwFQWf5VpbE0fyw+o6PlHvgzMP4VjzHawOXJcGwbR+KhsOhotQgSCFJrgTDWMfqkUyLVoD1EpJseYEV970QIdZjwbXMdCxBBrtODH2qOHKyjtQPsrbAF0Kgijew2bmZXfaLBqYRXdGVgJVNZUigEQzprl3+Bk/AwlmjANPtfMWi4msGigpuQqJEEpjJiODodJNWTMBk/C4429EVtiGhh0RORbfVaJbbIC18LZeEDMWV93Qr3Y7/S9X7AY/ctyMWXEZf6L+gGbY/l+ljz8xRnll8RVHSkMyykCHUELUCROHJIj8OUEm8PbIWkFyWia0I4nK6otpaoGOTPAQoyFEMBNDjkFzQLqFtQsx14ta9mrakbBwzWkGVXDldOanu3RWGWxkwA04dcmojRsJyqug4SUHFjsnPKgYkcnfnMYHAvFLjFgNLWh+uTBsbxLOk3ZIxfSU7NqdABoSFpB6CQs9Qb3RtSy2jby7iY97rZxNGNaNd0VLGYG2GDRt+PXPXgXzGSGdIa6Smcg81OpKNdlblf8Y/keF9wE6z0QrAARIbt8EyQxU8E21RlwhbFNHQ3CPXEp0pFoqbkhBAMrgFJHsfQV+S1FVZ5YgS8C6kRLlAVdDWgwCZsZNEVfU1HqzyKW52FBYSziTY2RYGizbmm2KzAfnnYtXxLNmiuYWNdcDpmqiaJ0LAv1eIXUPo0KsKz2pkxTl+C9UGWDHTHBMcc0rYxNM/G4hWgudtOeLJbGQGxGrRDRloVgTc9o3aTXAhD5C2tAJj8MketAJffDy/xW1EiVx/z3wytcAfL8Xzq0EnFTABKK7BgW3hD9Ck67IY+kdECammzL4TxiaTWA22pD4RCUSymhMS9mBgldDWmKobk1Bwxuk44rG+0UlK/tiJhRkxJZNfrkqnHLyjpHJ9QQmoPqFsbJd59CItqdjccS0C6DT4ANTj1GQWR2EaCAHsz08eEUAJNOtOJDZHzQTqzpWA5MAjZWrlqNe2yQNWkVrn6xk7TzaDWmBlQrHPogLzg8g5xffGJC41dDpp/AuuhkWDypGa38p/R5LD+UgsWfb35f89fQ9nwTWLHkiAs0ltBbwIpWk0tFJBi+YEzojiRUNYQixbKKXXRMR0kaFdmNsDWiKk2NYvNFjdAWZUdoBPJ22NxwxpTijspuAiLR01ZWqa1AX4Q4rTFZDYXV1kzRTmbya1jWZzMh1/JuGOMJanYRstaKLPthqEpohMYA0azxhVqDUJuNlbjDFGSAUgIYjS/tXnsAUieiHKsh23WJVNN94UQ3F/olBH34DwX3PPtNfQRQK4AqQdkVekx7P/DC98QQHrUCTAAy1BBwjrkEbuJwDuLijFgNWGpCtkFNGRHEDVtQZaLeFbjU0NoLt6FW+DxBoa5h14Qgj3WQwtRawYzwJxg9lDzWCjQG+lqB1eCeFgXloVGKbUeNoQww0nI0tnAXL3YVKisjtsWwEx6TGViXgwGVzMOWQBoG6cVZa8qSgxTYOe25NJUzcsGaRm6EIMTezZjAOnZhQm1V7iwsbXxtsmwVMpjiOTMeUxoBBas/fQwCZfw6gsq1dFeMGxaAB5nH8j0ofAH0h2AQGVj/8X1gh09qQi6hN3hGJro2MKZ7ODIci67FZZWusTRBvQpJQBNMTgrxY6i4JzJpQVIuegxXgM3KXuOVRyvokm44NFxcqqlaDfvai+aED+sasZAI5mpwP6RsNAW2c2UTC9dPsxaELkEygHZr7A04UooU1eIe0lD9kqIeELXFE2huSr+is+F40EajE4yL7FFhaNRHRYh1LAsR/13dpJuY2prmD54j5ymHQYQt7/dWP4oSGtVMHdd/P/yij8Hw6yB1UThKDwRtArPywRSqRtCnSh3AKJS58XDjpAzjRIitJ2CVgnRENrSCkPKEplzRrIwtp4eFVQMbTanI4hZStHA5K682FMdMqwEj16Nn9g3VmD8lhYZyGulsDrlm0bWRfALa1aAkA2gGwFUDeHh751YTMniH5p0DRTXkoYgaqCWhvZRVG6QLNihs1CxKggmXC2HXK8Aj1FAN5ujIoeEaUGHO9zpA3uJ/Y15M7/qOwownzU5/xxz4wyyvsQjkbYEeBe5ecwXoxY8Di+AujZDaStCI+7oUxKvrw0LzxSYImWiTc/h2WA+tEeUSTS04kxIRq5mlvj3QqKCGEmI104MbRLjIpHP4s4HxCbEVwGT42MydHEVejXrXNcrGy18RnqvR1pkrG44SdL0rANm1JaWeGzlhlmgoeZ+HaUmaaGraOUUWwQNoWsYNVgSzGVGknoRhX69QFFJ6wgfqyu/AXZ7rFjgpj5nthv+B4wLRvRPfMf39wIsXgOeXe8QJgkURM8cg2UQMyyu4keLbATdHucmO3tK14wp3A9TBi0U6gRVkCKeSlagabu0KmhrBokzRoMEjMNTmTg6MLviGJlmtao+BTEBDWM0TKpDruIlGT0oK5c78hkjR2FiZSg6Gq/hjDbOrPGbsEhks8jDyTqAq+UvQDAxQLg+eHaD62kmxopx5V50atcKk2JRF2uipV53Yxu0vMUH2gHo9CyORwLAWgMx7Cnpmt3O+OexfieEbJFWkIFWXCZ3LQeaxfG+Kzt8F/xOTb4LwISDDwYGI6HF0uVlSE97QbF2mjj/WgbVf4QPSoFOrWIdaXWmE0hDSA0jNYNJydVA5aKze/DGG7UVarVZCa5XCAaXavWpj8kA1EgZj45qMRoktL2TBN6Apy9JzLuC06awqSSmQioH4dWgNwKFiiaB2lpTbsA/gcJqjteKz0RZv4WW3MwJxH1HMpEiqemYGi4dLan1qRlU2YAeL3oAJ3ewuuPxjnuMPIfAueKz+Lvav8dJ76f+F5WWBJos/lmOe+wEXPQG+9H0wI6Be2tEkUAGMn0KWkHgGTgXgQG0tBwQgxoJDOnuLh4kjNUEadhZFoZjVqGNfPtDoAiITuCciBCoS2kRIo8KtO7EC7oqknkaKvhwTMUdDCLJjE9g8Cup8BMu4drWYcl1gsxKUDyRCo2EUAtNw5BEoyWKJa34NY/4Y1PMJZ8bRUFVKBWhqHCqUSvYESOgFYAtC78WOIrfpOEeV1ZmfgK2mJhhTmIHv8O34x298v08xv9/Ve8DLwgTI/BcSpdBjHvxhlstzLAH58ojTzveBHXEOL8eYY27gahqZenUdjpbM4V8rkGiqaSRNjAMJZ3qzVAoEi2YcQLG1RAwmzS1j7VVY2QHsCUAF//aWaCpVK6TMhuMZ0Ki1GvRNRg3VxmNwui0j99pisETReAbGB3tZxZN3YdYXJmZ2QuRwoQbnftJvqFo4m1YsJQ43aG6Vu8jRuIYMbSDZx4l4S8QGMxKZdX1mSVQMrOkmRMRug/XdJX/3Q8mPN7vr34FxQZKD9pzrjmnvB1wYA74R4D0wPxp/mVUAKmMw0ZlgdLAWPuK0mJEq5NiYY9Kugi6sqTWuCxnIRsggotNeVCeU1QPalQYxn44NNab5qA3dTArVBIrsBnrekTFuWvRSwQa0QfnF1vYQXCLD0pEQg0ioyKZ2R/xyM5quNg1Xmq4GNFLJwFQVN5wGiIiUZsBePIJe2egsQnp1BVjduI3mHp3RWc2AxhmZQnkMLDqLe+gB4Ndx4gNA/gTCxf6SgY6AB0eBP4p+K/USm5PeIgseyw+zOPnx9pc/lcv/xdR3QRJAI+JG476Q7iwzolgtD/EVDUZiGYSVpnBsXgR05AooVEvwOrIUPJIhCvQko2Gs2g35wz5qmSgVgBQj7J4MSCOA8iwTblNXV240ugEvQ0sMd8PIsOyW1mU2eADNmk1JsJESjpp8DPCkvEPgq7UEwJo9DeV6GIUpjDWq7MMwQboOAAhWHVFZNHioRqRnn6Vn03RVR9PnYckkjDdKBJsdXtvP+VkHpD3/FurqBni3udzxWfiXKcfM+MMq/Bi8Pg2z9wqwQsoBrGBMiArmCLWocYCN3dhBu0JDdiuXE0kJwfvyjSt0eqJUIHZJBsFG40BFw0bTw6Ct8dBQV4bpJlecw5ITdG7UWbOG7LENpVVHR2LB0heN6KXcxWkczXggbsmU0B49XLst1OZhdyfUbTQA5d0QNuQESloLdlqKli41KCg7zRq964Syypy9YG48kjUizi5LuqhppA7UM9DQBk0GWHG1/tPXQLACVJp7vfgADL8FGnSUY5r7MygXWgTyAwD6JMx+7x8F9JVXgVbx1tUw+lHZMOocnKIdl0MUm6kpJB0HJzRCsygJ7MXgmfo6yZBWAzcikWoC5LdpQ1080mnCgkkspvjxZYNFzyqTmhJACFEIJqfRaB3DaGaGehuSEsnKJKiuFz4nu09P2IiiCQBKnn2nbBFSsUP01FkwUq91036EnkAdRwnDM5FvWqn1rrcTtFKdzkzPbqzmWNnQlSzkJcxuCEWGyr8hoXGi089iuWz0cZhj+fMtfCKCRaBCBDXvkipwHKVzrCqsDYnTwiUVKO7Y2UpoXE1erevL0LhINNApK6HubDLWb5bX5q69odWcLCvf7UPWEk2N+ppIswxpBj4GKr8iC0DVAIs9JGrzuDM520u/rMScEDS0mzWBuFaeCBBXZxKaQmadxXhwylmbOyZUSCZRyqjdUG3SKpcSyiy49KfeiGlUexCHgA1k7RT7wss3LdRnQIAGFzrNBA0f7fHZ3zk/78A/w9RbHSyVEo/lz7LUQ0D/KMzuNYNVjwEd7wrDhBtgXQ/xGHSIPAWfjByZVi4uNskMaYocF1PA7kpMWbJv1IZ+NLhxHHIBxCKK0HyDxogLgDXrAppUDDX0wiWbgRtyHU6caGH25VEIh7Zk2Qx8HC80SwP1nPvE4KC6B44YIJaHJcc+sCdDg4ANOto112oImUToBAgdxmeJ3KF2svewHrBGrmNbpDUBniTV5GRVCb0PUQeIMTRG3x2/AqIvAjvg0Wo5iPpVVn/HleIPsuiXMOYloK4MhI3DcBGzij+A8IriBqqhlzU7MYTLFUSOxxiWfyENZWzD7kqTyqqTvCEOlL6kTIU2g6SFbbtqSpFYuHM3MDTxSphwjkCklXrcKLUoTWwiXWQJifhVXXkwyMaofIeVA02bYO7mwx5AozYztZuMKhV6F1UT0GCNoFJLHgjlRUgcScUuwBp11QxKtppAMdWvK53Jq9Sbh+HQCqmm6JPN5nyz12cAWRngCntYYCyhx/LnW5j9cA+Q0PCvRmoJyOhahKEg3VRncNWVwOAznXAVrJdF7iaEqFWmECa0HIiYQ2EmpaYNRMaOVfgCXZWyC0KQDw8Vhx6aeFpBDNDI12gGgt5qY+ZB4kvu4khs6QiNWuqiYZ9dGiBHcHegViObHpTaIISVhjbg825ZYGym2Pg4lL/w/WnshZ4bZbYBdWQmAKNVM19Sy7pusNmdSHXu1RYHZbPJz8Do0w7HcixTyZthvClA1cskl4COnvkydazOuEnrzJqKPXYmXSMi7qgdFoXIH3rachO4sVSwVqB4zBcQ5+pdgRgoNL/srJAuPmoODdiqjZL5cjecBiGOpiwliNfV6tMY+KVjiLv4mvnya2Nb2VAM4NAdno1CwUjZWbvI8mvEykVFojmg12QklZY6oRN/4PYnirtsmK1Mq0nnHU9Vc+3dD3oW2C1asTGYBXmBlSejAKAXm3PfATvc8ap/+Fsgx/LnWXhPwM/I64US5ZwpEMGD6ErgCeZIbMagTDIKKxrFRadAZe0Yl0SYqG7YTeFtW0CrsF8o5JobngOkYi/+LOM1AZFdyDj2VJaGUk3cjpZAvkh7ituyM0qoSZIIz1vWYgMmo8Ks3JyScquZie0OFEC4BoSCqvOHBlFTU9fEZMFKCGpCMIgmi+qJ+5iVhBwTwAsVngkaxhGd+DBFS21jk2fvhAlIXAnqvEuphHQh1fHrTfwWCBMgUiAfeB/LsSyLPg7DL0kyRvgPwUgRidXEY8WqSANiz+0sRVORRzxXhUXED1lN3ohYrYI5tTRpOMU5RSZF+ILII6gxNrBhLw8yKyvrhZSKMLeBwmIqP3CZ8WQVxGATa4yhKYujVIIVLHVr5RVkZvJqIAONeBpebFblDaOjKdyIcDuqSQNExVmg5iUETdkKyGeLXnjUyIkpjKVuAyNFiBJe8wjDrYnoqlvMUeoAoEtBxiYk/SGuL/QlYD3x/qr3wcdHhT/ccoHMx41PRy73+sU0fh1EEe/wIjDKBrlAQw6uwo7xZ1KRGRVHZ9eGNEY6fnUZ2R2cWIk6Es3Q+vLQXoovegG5VGTqEQSZnhSAhS7n87ill6a7QZfyUNNWgwiEZ4ZS6tZQhjM2nALcjCS4YJuAd01FPRux6IKWpRdlYwMVGSqAzCp7OywuoDbBwEk4GZahdlrtp5xOM2WgU23W5IDVLkxWH4/GVQ3B0HCAW/wXdGY/fgh67xT4Vcox/f05FLwo8iPyyH/883z9MGDiq9qBhOnoa2jlDkTrmLahqPLRIN8BULGYgE3c02IWGVytQA15QW/hmHomHfXuZswTmVgtWQAb+y2nBnEyhJUisyoaW7taxQqtI4SwYArQ0CI6ZsqFpuL5wKgecbKXOOTUSRV9hogHepOLHl24BrJaWbuGXUIhB/A2qYbgbfyOjW2qTkQ0rBbnEgNmljmTAlh89xcrQN7Y4N73or/87neCj+VYXBgY2Pgh0fP9+QYLQb52JvJ6c1ehWDD12qY7EdK+jBDnIOpykKSqoXoHboFCGlDyUrCraglCpGddUdIIQ5AuBoRyYXJYNyNIg4fT0PY2uS9AkzWXGDMfAh8Ru4DHCCad9AtmYRnZ0AJ1g1Bjjt8SoJ321ZPyDMimimFh1bihMTsZsJBVN/VuPOelKZmRWywzykCKY5aqXvZsU1yD2c0cGIFls0NE8ztwO93n+N5XXwa+uegDEYRj+fMo534EeI5XSN4jXN7iT+fulQE7GB19hYc0LqSCnH0HotNLV+gmPNubgWR7sE5pqqFSpx96HBoTRogWh5IymfFuoL082C+roXqaTgrVNKRh591b+h541OxuyOJBMrfJiBQZRA6mcSHDvJniDzmBiNVcM16ogQOGVQ0ezoyLFBNoVzeRr4DqDWjGmHPXyhZ72KLKBUo5cNNWijWxNZ7VDWHwAeDl3l+DY0JT+tN/wd5cFnnvmAT/jAqjgn8UyFDZ7PavnQEr7NhMPaHImcGtwhMo+b41UdQqKgnRnKE5NJ4vQUMrARYXXSnLcTRYSZgZhiuB+nEs06UPKcm5uBFU28zyJ/VraPmCVWiLAO1OCFuJBVGpSigkVIbv2rBE2VoBdR4xWcO7BSiDNA0L2r0QuyhrHa1WLvWimpjuCWxHZKjU2Vipqr5SJ54MzZUumtIsxqgufANkc6HPdukH7y/flPqO5c+4KDBwZ+Afx8drJm8clAJ1ySfQHIG+mNwKGVIzFYBszEkluCsHM9Ke0AzNtkQtBfTFdV8bdXouZNTYtINVA0ipW+jWCPFSWAoNIkN5lPbotkZCY71p2KVAsmrmAxEXPYBhmNOgFGw4q2T326+HAGGGGiqRI7pcxSz2NRNBSQV2YT8CjytT6S58ZFbUbIM001zNsovhO6bTU18bReDhxDajxrQckYvkt9fTP1bc2GgF+BVS4HH99+dUcGeA+PBv46OqQ0wpnBJ91cybGaPHxqSpyC5SMK6LUq1e6OBAdVIeCIRWACsK04VgXC6sBSqWIkfDnvy2XJDR0BALlSLVkoxHIW6bJIepXIOvReXa7uyLEktbbdTRsHouTbZ01XNkotbVWGM3Zs5UCTMxIcFpJxcxV9saA9wZQWvVhgzMIj0fhsatFNpdBiSUwIh1hc5VkYv8d2t3zp940+qPbwKrXLzpfWAkvYZj+bMqemnkr+Pj3J9f3uL34fb6gVQEU1+0Cl0FY7VCGrSC68+fWUXhWoAaJ5Ohr4BwVtrLqyQexY+GmiLLK5oe22ayNM4hykDoIFHtoshVI6Q2Oiv9sQshZQAIawB48dOw2n/bK/kvRQKZTmNJzzbNBirPHkZGAfdQCqMOjH3bUeGGGoAAdiynrXQ9BykuEDSyqRooAzTmADEuJc3JLGiWEUTNm05kzZUmOIKquoPh23p+rK3bGz7l/kqLwGMi/PMo+VAAO35ZEos//XT47nKPKEIcIaAcYYpqkmwVcMIrehmRFYOQmsUYr1bshjIKXu2kzigPJbFVWc3tvqzQcDqizO6RYgvhbCBnCzfoIo18YKWXSUk5+wBG4xbFG/A6bgI0kx/rzB5qttyNlUg4jUHZGTOAuATvHnnxTRRMK3EoVmIirBGjaSBNeAD4bgFtpzY9zKRhJeoML0DIq6HSyjBAv+Wncct0GkFIWobR0xgkpW59gI4MK8KWP3LO7zahZ8r7SmnvWP5cCx+T8I+zbp1f7F/v/XbwnutARJkAQZfLpYNuDsBWWJANujYbZkcQd9tA0pxcCHESRDihyCjrAsokpGK5dIHJdUP0gk+axR+coYAxSocw6QAWrqxZOESz5gxl1W1bCYaajqHZQDwAGeUFfLekqAMBjay/gnIWKoPNIGs7txq5S8rSydzeyMEG0ay0AAjQWmSYxXZH3G5FWU1WLTSXR4xf4kSrvwDW2797P/7jQu6N977H8mdftP5jqFwgDTIJ8gZCH6PyOjBJ0BVQHGXHifPF1cBvHBc+ewHY0SF3E7quc6cn4DOrwIw31Qn94tpzTJf3jSZO1Rluql8OVhYTKhgcVkLKzL5eAXVCXX1C6rR80am9AWaVr1pvHnJCqw7Ay/We32ja8bvtfv6nZ4D6LcC9v/V0LMeyLnlxZHggWvJWiCrx18yAXgvuDSLQ7JUdB8dADnu0Qhuagp0Qt3Ai18DZGpcrRjetiLGXg3iJUs2EjTQ8EeLcoCYuR9rJLqbVtjnA+qP3TEKZYXX3nDYI+Y921DF2lMuB58DJ2JYcCRvIXGqalPLQbFJactdzA0897cSiHxxDZAa84lhmkNwAsk4faTDYEdH+kS2hmgY9I4ZuzThtA0h5Mg4DtxMlxCmrxW4FmruGKDCZY1znubmZIyL2Yl8v4Hs/9vuS5fjA78+3MPPp1ZG3v/5xGOW//WuuAfkaishFWCVV7fYXiDeEnVaIr/mHM1S+5LtuG22qUuY/bp1v+IlUsLCRf34JBAJwiMEZ5BcbjnKJho8fYUMFBDswONzzs4mckOXKzHyB59t8l5gOHFDKiYlVNZSMSMX5JYazG3JpTglnIz3b7fm5yIxQKOQcyLuqwXgANC2aUHP/Gh28WV9Mjif/+V7CZsxDs9h5t0nIwN7QBuGGw8+D5wMXHmbDOUvVh1eV6YkIEsR+h7TgVZOFVsWUaUQnqNo7HZ/XORK3dq+tYH3ZCuOgrMr7RqDD04pDwhNFAWbIWXIjj5OhSERm711XsQ85Qyc975DaDQMDysKLiYOMecukAEylPaz9NH/U17inYezWuu9NyfCY/Y6lyqX+PYvvg5zzC+SbW7wubp1fXOiHxMHTmpAIXmMVc5QwGTKP+VcFeUUhjcIeVxQurHNc/+ZxkwpsoEFsc34BBbQK7N0FrlXw/XlE/pRH/rRJWZZD6yEP1g64LJAgcZODzlJ+7BUorwggaDkpoEhQnLKvG2lxRtSlHNmAesDFIUWH0MLVLDvMDi7E4zB0Q7Z1VOkJJC5mPkDl529xzdJSw3PTy8WeP053yblTHyNdYG90jJChuAvQgjJVTUIEkosa/rMtjxgOD/eRqtTgweM8lLYozmFWz6r0oCx4ybOApCZjJhIcFOwIzLESyz7BM+b1mkup+NeBtSdNpqqTPHq+lLDnVynR86RyJPCsZp477D9YPBreZYIOKdyw1XhUwBHAWJ4qRyafry3NxLwxythRHhKBZ6PB+GKuvGc43v8ey41Fr454qQQwTvRuMJ+fIJTYcLHgZRTyBV9sEeO8GBR8oKyCaMSFlUhV5TUPU4omFphcvRHTFcWYlXla/jSNxhI1vtDJCOcf/JvCJURcF7U0fAnRVNOC+Wt6AJE9wc7VLDUoZrHn+4QguFLgghL7Ai1Jc2HxgsuAGMRM0TTMzLgj8H1+eUEfPAIX3G/O4ZK5kJoaidr8E0a0prU7tLqF9H8Bb5wBxcx6tLIzHjMdQmcdrXexcgUPLvjCwR1UTgNFTz5FdeCQBLmOBgppafp47D1MUI6uGeigSV8OtCDk0eIxq0quToZICOgSCtSylda9EHJewMTjAKS5+1DjLohXXukKHP6Iiw4IRJgMd10nxtrZL72maBo5bHNFHIOLexoG9DH5HcsXlREjuEJ1L+xPRvNaYVgqqhKvqFojKn+pItShBFVGMl/whWclqcsoQG7CFxX+fI2plSIuQ48Df+JSj4vQZa2VhyvjP5PxFJPzuFTAjXGpcimrWdI3L3itNjjd2HgyqlilcC99f6g6D+iKa5iXLNYa3mdq8PIuj56N7XLR8hCwxUiLfIrq6YyK1Z1Fdcx6pzh/9MmHqBizlPVKhdcG9OX4/CIfcpdcB0Dsy/PaOb40ae+ZeFTL1lWj6Zjr6GHDCkzZOzPBBp6mSC+yumADDk+fbTVfzV67z3PNJbxclGMODK+0cfRg04JunJzaAR0Xzakkrlz95csfb7zxPZZjuVYUMMxfDPj6aCDXhY6tcV04bJtSNBrL1XqRK3I2qjqivWR84TePWUUJDTVXBn+ooUxdPdrSsZrhkT29LTR1zaD3YByO3PLuCRjHHLiLoTiNwlw9YU8TXmlohhZ0Xp55XPssv6nrHWL14mfUnteo9uS9rzkZb2XNK29meVDsFoRc02nYUiwvrE2GXlYf1Gq9ZQdhRMrVa1IipDhohEHM4EAemScYx9gutJVXNvBAZXsAr5DBYuXRNR3gxlc3YHpR1699rPIg1Y7lWBYFMZIfh1bg8MtDDFEGixY0DFOuGEjxFdov0KIg2fP1njlD8Yigpi+mGD75ifSiJfJQxnbtm1vdU2VAhjo0MR/f1TbYkb2JoTFooAlAAoye7U2PoKIuLdgA90zde7DKVOzl2XvImfkaBXgEdLyEs1tg1G5znrJy47GlRvD+aRYawPutYyQ9kNHwBLTX2blygr7ccEgOIT4YOs4UvBZzstEcgNSTuxpCM+dImhBHou/sGmdmRU2BLu2em06ONE1BmUKfvZjGOw11Eq0sbvYYwJ0up3RZOCfAZRw98DSJOfY0FB1Ag/upJSZ66bAwgrkXB4tVvvay++U//Pa3Px7ld+Efy/egzKHi6NbVxyUFou3ywu+nIXLQ8cd1GeVcI/F+AywI/HNDuNQuqQtKAj6hshR94hnsMpZZnEPCHsoQiW9TUugM0ECLWV2ogb4SjQ2Ac77gwj8QbFKAa141MARBr+RhArq2OC3uj6YLr54MdHkpo9O+iMEnUVTEPtIhTMlBp9nQHFpyH5GN5QACuoc1ZBgXPH4+V0cDFys9wBIqILRrxJlaYMKhyolGsxLTkpQIPhgcQ/uMKfKocDDwlCZxVrE2k0gD1tmzzPZg8LhzvzkE97WGB4t7RQABNVbIwEEfc9rRJ9BMFFuFAAYmi/ODhTDa0JrgeckcR6V2VaeDXiCTDwanDxBIO85pBMstCNJhLAvU31LZ3f/dz3/+8x9jq/JfkRzL96lwteDAVvzkGs0l4NAEjqglRy/TYlUc8sUZHMrQ2wkEYUA9r+6g5QsNTdzYlQVooYNxTNUQUJGeEk800NJhVi7eA/TU0wUKQ80fRdq6wuSI8+eFzYmBoaWJFGAir2DBRCsLjQhDqWAILj6oJCcSMl8B5D7anj/NAfZChjKX3PgIQmBffong3MCCMZU9I5hyUHG9BpOFZkdOAP4yYbrDFisfFTjHnaUHzs7AWqOTwQWb/QGNB++pTx04OrucPoVU0Sw8dhxpg2+6z+A+vjqMGAHA3eK+GrcXnQibQw9mGFeHUWrCeIrDhIrHAFAdKZFLQe6ACodF4V5/I+Wv/ktJ77e//XnX30R0LN+PgqhyuChq0eC1FzzlAXIRUo5egFMgw9hiRywwavllHxTtSXDlwR4MYNpKSSNIprzhaI5j8UGaj4I5MTeB8OhYRVlDVyGFsALJ9Yuyimcgc75LK5Fcw173wLTX1MEDSQq7zrGlCwQsckHqItbIuQbJp3vnjdohiTRfT0B3ovKCngpsvKohu2agWXbakqosdEDhUk5gCc90Tj0vVsGDjO68oxgdNArVuMzTpMHigQM9D+z5SpUrShIaRw7GapazIxMD0BraMFQS17B+RMChSMI2iZ/mGI+HSDf49AOWBmNrVxwDWG0cGizvKadkQ6B0zsRNJjmcfBUtIOkp43/j5Zf/iRXff+dj1j3L/xcJ8LgC/P4VBmF3bhXECCk0vkJQdH2k9aXh4jyETbnC9igMTG6OS8YthApjWtIBmdTIGGjggZxm+sFPMjJLBTkZVLYCS08zK06zxaERNuA2l8QoWv5zhFc6npcL58sd1KKJBasfT96mxTVPnUx1UGAMOVV0uRIBHx3VqIEZIL1pnnGaoeNWM/R+yYMJ6dbBoKY3DamiA6zXA5TaExVqeUFmEp5kxjUdl3oo+gcNHyZu3MkaCX3vs5dwNW+yQMJUTsyNQ6nXoUWpI1gMHiUw4JkcG3kIjwZGwgkj6ETbkonWi92OtnQocOiZfRPlr/73z3/+n7v/65f3d7v//te/vP/L340V4NO7Tx880fbk6W6BP+nztcCfPg0m5PSp61MozOjdE+nsntw9eRaf3MQ8lj++5DJP9FSEuji41PLVGCpozeRF5AuUJl7VoCB8felU6dOMYkmpsoe6SbTDBb1NXrgOkrCDHsKhTZTanmHxOTfh45rwJNVYt5Td2SmvPxVrRxFFT81QuLu+H6ydA45VCjmt7PF1fHIAcoRsPRovw7KzUdU58DzQEhGnB0MRQwV+e47xCRoOmSUyaO1UJVAUnzoUqFCrBNGky9b1JGsQTUMyrajJL02poFFvJlo+PS3cg9WE7VWExq3pdhFdzBydqUCS+aLoZfUbK7u///n//u3/bYdV3273S98Ko3oF+IHKv3H71RN2pog/kwLKCj8Vsvu3Dz7e/SoWH3zw3q3Twn9Frz/5uJQ+EVMjfCDLVdmdPX4E9z99/Oh+OMfyxYXx45AyJLh8qTiGR4hVzKPgpbz44SIWdXvLx/4y0v2elNSAW/byy8UAESiNK1tl4miVgsK3G12uXxEqFGdC1uTqAbrkkcG3ccVnwbDS9b6mZKVDjA3HCc1ZGoUnITV3F3FxPIrjg1dHiPkuM0Ox0sil0sWBA53ZDN1pVDmVRxpEBQYSzRZVOM4O6VAKbPJyAv40He4yHeLo4E44LD1/o5JHh7Jmxsbuyp5K4yigUGoNFsrGEZazGnxY+VihYH56EE17WVGnpqzjpVgYlnS/HJ7lhvD4esrdHyP3/fVf//jHP/+r1/eVAH/+2x8nAf6N0pPKr06DfPDB7//l6Qcf1FJvP+G3gDsBbj744MWDqKO8uPUi2Aef2+tz2Ow/+ODBv5qrIstVufvi1rOPdicfbXZnnWaP5eZyLXa6OCh9xVgLbb1Qo+vFhyiVEfYoQ6xiWZh5yZ4GBz0M6HpmCFk4QMH1Afu+Uny5RMzrzBduF19zlst0eFLpa1BlZczS+itTHhXpNxfIyvkoY6Uz7fy6SEfyPsjql3NEiY8o1eFHT8HYh6XaVFZzkAKbheZ0opeJZTEdEWzaSU1nXSbnPnApOoMpzV7MRGVhfqi81eyH8g9c8v3n//jtb70C/O1vkRBrBbj7q90JUtfpbneye8L+ZEd0h0Q3Vn0zXqvB3Qda3J08e5/19OTWrz74F2LId6e3HjHb/cvHUoK3E/Qv6Pb6wVHZnTEH3vro/dDH8gVFr6BzMF0PLB/qOuDL0JZ2WNdPCaTyT8nab2lPL+GI/JWPuha4hkrpKw+q1l57dilP16VjDF8upK8PPY3TLvrS1B6TWhldL7C1eZyoK6ssp1aTNLFc2qzGWXhpiwmm4jeJqgiXwiHdlMXRGE/0UjIxP7ZLWbuhZ+mxWa2APaUwJJfm2kUXH/WMig7uMKUb1d9q+S8s+Jjyfv7zv7q8j/7HXAD+drwJgoXcM0xNK71nLkqGEWPV92+FU6dXgB//AobPnp0AwPibDz4h/5Krwb/5909+hRT4/BmUyMQ98Yu6fThQ7j68devefbbH8qULjiYXJ2OdhI0di/oEH0vxwVIssrBNlBI1c7FEyOJHLTWFeMwq0xj2bY+jUGFeKKTYc10kCwVJrjtSqeGiU0Urnk7oy4XuSAQgpum6TLpSQKahDjAAphBxaQ17a+DWEK0PWumAqYcIKdKSGhXoQA/pdNp8FEaB1SI9jeFcZjoO1z7mw2Zcn26p8V3guQkgqwXyQhVT8jvFfrNYZShoQu1Ln63Uvnk3xOck8ji49OYyp/m3VrLkQ+sVoOr0LjASoJLa036i98G/AD+4AuyVIRZ1uLv9d+jC6t/+5tazf8t98r988CusAF/QK8sDMZkVbyyvz+7eunX/0WPnymP508oUZuPlnMXXc8TFPFBkdf3qm4p91NN2XeyTdi7+LIZ6OkgTfOIWqFLi9bWvFnqejIYisr5iOFa5QF8oy7wHmcukwGWcXWFeFI/UPztBKdvMgN11d5MwRfuaMjwKQ7MynOw0rYix4mJy4tS0N2IvdMt8Onb6lCTK/KpSadGZWXLmxbHPLHPu7LPIpWTmi7lwuBLMMyHmOUtR2Heo/A+kO6z70PIZ4I+ZDgF/H2lWgCjjGeC//b97pYcy470yxErvY2wpv3+A+2g52WNZ6NXgM7394cT3xgR4H0u/HZ8B/vcwjuVYjuWPLFP6GbnqcPnSmWpOpi55b+b7UX7jFSAavwts4h8iHQkQye3B6dMnT1HeX6wAD+G7f8Pibs+PvZw+hYOP817H33yOBivAf4XK/uOf/Pt8C3xDeXqGl6SnH9669dHxYzLHcizL4uXclyn6bs6qTJx5uadPXn/rZbnkfIvlH5z9uAJEAiT2YxC/jHS6BUYeO3mGevKMb4K88ONA4yeN/9v/iz+UeM6kl1/935+C+a8fMPW57P7m35kAsQj8MrfAD5n3nj3aXR3fBT6WY7levra11uLueXn/+xbKdyPLsvwfzHfKe89e/5Iott/+NkKUWgHukLv8eb0P/oW4y7/9SrifD/7LOW53haFc+SN+KnfvffDvH3/84sULvjW8f+Q3RPROiZA3rAB/+vjs8dndW/cfP/rHcI7lWI5lUeYnin90wRX4J+ZSfk/F9aus3q7fiX9ja7+Uf1D2wwrwr3e7v/7N3/+GS8C/jgylVoC37iWbIentG//gX26Nj/L9at8f9/v3T26NBPgJdeTj1sdcAX7wC+H7KQGqP5ZjOZY/qnztyym/u/Kli99N/vqWo99k+e+//d98H+THv/3d+X63f/rfgM8/hjW+3vaMz/T4hTasCJ89OX2iB4LAT/kdN1LAnz548ODJgwdiowc8ePBsQ3X7OHnw4NbTp/4q3K0n/GKc++/lkTuWY/nOFKWgb7do6bbXW8PzV3S+8+WXv9MC8Lc//99//5vfsf+v/mrHsRzLsXxvyrebAje4n0Xae/O7y+e3+JOM37Fy9+/9EJAPAH/+29/+g575HcuxHMv3rXy1529fd/ne3sddchHIZ39Igv91/LjJsRzLsfx5lde//Pv/8Z8//x+/+Ydj+juWYzmWP6XwJ2fqDeEuQL9HjwWP5ViO5Vi+elnfgx+T3rEcy7H8eRX+gD/fCP6ib9sdy7Ecy7Ecy7Ecy7Ecy7Ecy7Ecy7Ecy7EcLLdu/f8BEiYbLYJfvuIAAAAASUVORK5CYII="/>
  <p:tag name="PPTPRODUCTIVITY_GALLERY_NAME" val="YUprQbcMxh8A3/+t7rfTDRc8NuVmTmOkb6n9SXgU7e5wIIK+sW5KUi/wwEPcaS9X9WiTTwidFyNKAGpX1IxCtw=="/>
  <p:tag name="PPTPRODUCTIVITY_GALLERY_TYPE" val="_who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/f39wAQSvf3/wgQSnNznDE6a+bv95ytxQAZSpyltdbW3r1zUsXF1hAZWgAAAKWlpRApWkJahBApAObv5tbm5nuMpc7Ozube5gAIUr3FxZyUnBAIEIyMnFJaa1JShIyEjDEhUkJKc0IZexkxc5SMY9ZSSlpjjGMZSpxSStYZSpwZSmMZGRlS5hkZ5kpStUoZtb21xRAZGYyUtdbmvUJKUjo6WtbW5ntacwAASoRSlIQZnEpS5koZ5ntze7W1tc6Erd6Me1pKUs7O3qWM3ta1jNbmY5y9YxDOtRCEtVqlOlrvY1rOOjqMYxmEOhnvYxnOOlqEEFrFY1rOEBCMYxmEEBnFYxnOEHt7nGtzY8VSGYxSGcUZGYwZGQhStQgZtTEpId7OtRAQexDO5hCE5mtzhBBSUrXv79a9Y9bOOtaEOntS75zvY5zOOpyEOnsZ70LOtUKEtdbOENaEEHtSxZzOEJyEEHsZxb1Se70Ze9bmhGNSKYTmtYS1tZy9hBDvtRCltdaE72NSCGPmtWO1tdaEzggIADFKKVp7OlrvhFrvOmOUhDqMhBmlOhnvhBnvOmOUY1qlEFrFhFrvEBCMhBmlEBnFhBnvEJQZe3MZezFKCBAZSkLO5kKE5hBae+ZSGa1SGeYZGa0ZGSlStSkZtcWMe4Tm5oSE5q3mxYS15hDv5hCl5muEvWPm5mOE5q3mpWO15t6tpd5S79at79bvOtalOpxS7xBSKZzvhJzvOpylOpwZ70LvtUKltd4Z79aEWtbvENalEJxSxZzvEJylEJwZxd5Sxd4Zxb1SnL0ZnN5Se94ZezoIGb1S7xBSCL0Z771Sxb0ZxTFSe/daGfcZGfecGULv5kKl5mNaSvfezkI6c95SnPdazvdaWt4ZnPcZWvcZzvecWveczvfeGfdalPcZlPeclLXF1q3O5qW13q2txfdC9/fF7zE6c/feWvfelBAIKWNznCEpWq3FrWOMpff///f37xAIUvf/Qvf/xb2UWv/37wgIWgAZWggASgAAACj7hBo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zW4jR749igpJlLRbsqusAqFSl8pVtmBcjdW1q//mxMa24Hc4PbMHNTkP4vMQGvcD+An8Dj3q3sM7uAaEW8CW/pe+QBM8OGut3y++MpMUSX1RYixRzMj4zmDEihUfmblVUVFRUbHpGOKvoqKiYhMxGEwGbqyoqKjYLEx2toaVASsqKjYUVQFWVFRUbBbqzGdFRcWmYrhVhW9FRcVmAvw3qRqwoqJiM7FTpz4rKio2FYOJGyoqKioqKioqKioqKioqKioqKioqKioqKioqKioqKioqKioqKioqKioqKioqKioqKioqKioqKioqKioqKioqKioqKioqKioqKioqKioqKioqKioqKioqKioqKioqKioqKioqKioqKioqKioqKioqKioqKioqKioqKioqKioqKh4VJoe//vbZ0vivX4cevqKiouLR4tff/v3ZZ6DAZT6/fYYw//IIKioq2qj64JGA8u+3H3/99cfl/kiEP3sUFRUVJSr/PRL8+u/PfltJypE4JwM/qaioqHh8GGI4+2rsJ8uBDOjGioqKikeI//r3bysPZH/97Ldf3VhRUVHx2DD4z98++/vKw9jBv3/7rE51VFRUPFb812e/HbpxBfz82WdVAlZUrDugcSb4KqTOeGsy4L9OJvLjgKnw+YQx+ey3v+Nw0Izsb3ryyhwK/GPUfHJjC+BPN1VUVKwNCgLrY7MBKK8Pk63xhHQYAj1tJhz8apv5njUJu+aU47hpjt3Ywo91M2BFxVqBmm4Gu12LyZiMV66JMrqnSoPj3z77jWV1MHX2A0an5pbhuJnOIMCtz36rC8EVFeuB1iB3ESy8AWRVTl1r/PzZb7+yBA5AfJcH7w/e74MJu6Pd4+ksBciF4LoMUlHxOLGzALFhUIxv+NwxcfmU1ODPPoIlAb6mYXwFU4fRMASeMQe49fNvdRmkomI9MJfM0KwH8AEmWxbD/oifABNiBCwJfDCaGgGCCqdNZww8RwFiDPyjmyoqKh4QixLSCsQ1a6D8yMfFw88+M/aCApwa7QXTcPfk+NMzXxIOc4CnBwfP7PjsYI8G4O/1bpCKivXBwpN6Ef2a8LqZLXHf8omtFX797TPbBMghsBPgqGl+39q6mI4gBafNiSyDAqRjOAaZ+OONNhJWVFTcEcaTwZ0+koHxP278+NlnpmGp+8IQmNx2hm/DJS2Pm+YfwdGPLhi3tg7rJGBFxUNiMm6NRCfj4QNM0E3Gs/YWri1++823Mbvug+69gu4bbr0Ew+0fw9w0HOpGBZgI0KcMcdl1ErCiYg0R2Aj0uLQWfFJLvbPx2We8DQTg0sfJAfANmO9qa4vfKLBLEN17OIc5QG4XNO9JAW7VR8JUVKwdVmQwSMfJShN7j038EYfxYS5UgLoXjjjdOsT3AayHfjyejjpzgBKMxN/TVui7nHCoqKi4A4C58Fm16Q4HRcjHpRx//i3cx0ZJpw/+/39bW6c4kPi2/BhuhUtD4GyvTFxJASoDVjwhrEV1njm1Fhw6t38MluGhcXcld+GdgoPJTkf5IVduWn/8+ll4mBWZjcBAmMR2Oh05AQYFGAhwGucAowL812f/rqsgFU8RDzipPzNl7mTGIJUPcjFol/IqVH0L9D4ZTAbDWYT3cIW3KOIiMBnNV4GF1058IMCRKUCfA4R9OEYFOKyPxKp4mlgjLUPWAx8Xao3ZS1ns8Nk1BNe6uMEq0m0HEhC5WuHmkrXAf332X24qJvW2tn4HHzoB6tjdBxhuHAHqMnBFxd2AHFaOUI2kXP61R7r0PsyIr2ckDMfgLld8JU8raLYHFMk3x7/1LECidQPcqSu/rgKMQ+C0CrwVbiepqKi4GRJ5BYCeMoHldMODeb0R/wwZtcUghSlTC8aYvZ9ZmO+6RkjM1VWAGgKnVeDuPsDk/bfIoxUVFSujZA0+wdmO+uYJ6ArSr63rqOFWeA5WQKkwMyzCY4vw79qS4SQjwHxSD4DC401wp1MnwKb5htb0dsEjhsDJ+491I2BFxe3CVF/BakY2bqUDV3D5gBdzmkmCyw9TA/nOx6ypv07YNR0nH6bVC45tMwW49Q2l3+kFDyQ8KMDmBEx4AW/bpzu73C+TvP9aCbCi4g5AahObxL3J3HYCs937Bqe7YBbEOVMVJoh46XMyaN+JN5hwZRj0mLTfAhHeP/71WXwhZlsB8pwsp9tCtrbe0zjCNckaw2Ugea8EWFFxQ8wZJ5rQIoU40ZjCCrLq5tyC+CxKAfEZs8p61p8wUyhGybe2w1/i8P/87F9+AQejYhvM1ta2SA50p6deDfdphkHvDpk2VIRJAf5Yn4pfUbEiQBE3Z4mdzvMQFsDOpJsyBJ2R2nxaZWLQpnM8hewstSn7nvGv3z6LChCMlitA2OxTAp6c2dnZCc5okDS8KAVjVYAVFWuLuRv8WrNzdoZvhMD3rE8E6G0OCVqyHLWvJQcOPo7+/IWb+3B2WmjCgNf5XKHwVTN1U0VFxYq4XilxLLyk0tNDYGY80d6Qr2SQzLjF0BKZSW3KaLwTZQ5wSSHtfHviuuCrZi4BLoyPnB6sqNggDG9vYZN0AqIY4G9ybbQdkpxPK9eQTju27By8iLPeD4iNI+WFMCjulGN2lKX1IMOvRs33brwREI+bKio2BMMFBNAC4K20E87GCTsDbU1eDvPJJKOfhUAd2pcFzyEOC2ZwZ8I/XNxwkoVImV0DDvxqOmopwH/9/PMKrzn/aLujKyoqFgXa/2Ay5r20aR5uAL5Ymv+WBlLuJx9kI6dLnPJJqvrAfqypxHkPfW5n3bQfvkjxsiGKk4fFRdPsupH49e+fCf/lmwN/htlM1+CgEmBFxRKIBCQ20ePrB2QGMKCsV0N3Q95ygKZVeH5ZPoLKhQ1Ja1bsNr83nEzKiT6oWzchX+S9dVsPBgHycc+Gyd8/++23z3777LN//+aPt/oZZ3K6Ds8qAVZULAXpIDDfAKQBgFrwydljFvhMGL7xg1+L+F8NpDpQnjb8LaDXcBnQsgP5DKzHSU2OgI3YFRn9MUquCvs+6gfF62lGgCK/3/7+X/z+7N+k6oUJ8KQSYEXFQhA7QAo5S5AfbFsxl0HMbj52NEtnnzVCwcW4OjKiLjKJSLKhNsTgAoZkP61QPyR+zxTgr5B+f9f8379+9BtEJv/6OWwTnI/LSoAVFQuCxJWR12BCEkRrW4j/yBjcV8d9z2DOazBbYxVBKSrduDrKKCAHfTYTUlVHE5JcPfZzkd8tJHwDDEeNXnNO/P23+GzArUObBFzkBxGObY90RUXF9YiLvmhgZIUB5ZANH6+HRo47OOyAAvvn1ECNw8kOPvjKxOZ8BKG2GBBlJ9YBrkoDXF0YMjlh9vife812D2pKEKcL5e9u4E/5IzDcXUzu9eDKbhiuqKiYBzR1cQMJDyKJR2HHJgIXgsk1xZA4UzJLOwnJN7CnHybRt6x8U9U1IzgkLNmZf3aVcYLTEBRuceuIe7xhjlbGtNl209Zn6cEIAf/69UeTgj/++uO/tn7+9bdw+l9//7Hwe2UPC6yoqJgJl2stSWRNP45mcQzGiC45wgvlVjyDD8kpEQlJT/YK17oJBBQJWgzLJ9csGsd1itLbLLFIJQttCmf4tyA4BSebLISdK18vCeVQk4LAggL4lrHd7LuJCtB3v0TEbTA4/vwrN8iQJLlaDNN/pZ9laM8OrKiomAVrLkZN2vYi4Djm6getg10CeMpF3TwosP1bVBzzGufskHvIeXQdg3/IfvQRZeGcu4QTdvrpCRGNMzk3mBiNB2XKE10uqdouGf+WXiAPncnTw+BTWr34+2+f/dbaAx1Xgcl3/ydOQHx//xcP/Iszhltn/gKlioqKXjj94Z+EEfQeWj65gopN2gjWkQxIfPLG5VTZzAJcRZNDTsIZ2RmvUCRSlYGZRKV0pj3jjYNTj7tguEBPGeZnIULeMr+WnciIupREj0Byh0tPuneMg6YJb/T99bN/g95+zYa2g3+B+GTizph///rrj+S9v8PTjzJFuvy9GeX7qSsqKnJ4w9ZhwDk8moIKm4CYOBuYWj9oIuOj66YHKc/IaRr4QgBygYRaTyxHO6bE7Xc08csZaifdoqbzZYG4+DTqNiQJlSwR806byTi7LEfoC4Cu493jYJSe6me7oEF1P4ZnBP78/4oK8Le/85KGHP3qIfqv6I8G4r09NbqioqILE15hHkzMAWEkiuAkGwkLfrhaK7vAHY7rN8cwegQeDMdgObGgsx2HnWAVnsRZN52apY9YezHbJUMWaQEyGXfpGCdHaPcOJaAHZG59QyCwUIq3jots8DqkBjQStOWQwc//DgT422e/KoNQfr5W/CPkogzAu6a5ppeqqNhQaFIuUkFo5oOBlKBcQQWyUhviN5gitKeCQWYAnEKq02yfZvgA8qmOShH/suZRiVmCdlgYxertPHjuEftOuF6DNB6/TPPKizqGkJFFLvdW8UfTvHMjMPn1v0B54kC/FS4ugvgKcbo35FeIQjNtbe03dRdMRUUPyENxyUOtG9qPzTwqBpECj2QsiEBQI+jLLanlSg7JwU1+CgiViEgRlFHbdKB7McElI6KCAR+4mVbciZlwhGR7QfqzmHqR55RzjgrA/JT5h4NnZ6wpSxWIWZgL8tDO1l3iqvMo01e/apUXeRn8K9AdjqYJ/wUX2Wz9fz777N9m4m7Cl26qqHjUAHe46eZATOA+8pq1cDZub+LSOgXd2GuESAjQT84ZkHO0DqELaJYPLj7cRUr84ypwYpwQ0hPKBtO8yNznjaGYYka5+Kyj2eQXkJJErjggbheEQRk0493iZNrk2TNA3WmmDwrwN1ngaPOC0QaD4agAT5t0P0lFxWMG6ORO2t1OoNZIACIHZwhaOtGZeIrQnRxGEAPKNjjKXVaUfpBRWuf11YRiWEtupG9PBKFxJhKGgxNnC1noZdAJZkPwsCEmYzgRNrKBgwLliz8mGt14TzgoH4jl+NHGwD8HvRdm/tK6MG8dDgRY10AqngjAQi5ebgxGg9ioAb39i+G8fcMVJqcAfdMGHn3vi0FxmBv4My0HG1dyyg9WSEJs4/bmpgPoRPZMXyNvCEqeu8UchI3SAAwW6HoUc4S8cEZiOUtx4Nys4MhuAToUXvkYWBOx9oicEOzOcdg0PXuYwW7c5ZfvAwwKsGcO8Hha10AqngQoscKy5E3gd1gEYhJkNC5016zVcDwK1VTQL4wiLM7pcbZsh3fb0t32uJgL9GFKRLqLsSoBfik8T0gqxntKNc9YSVwRWe76PfSBzKW4U77sYg3KHgUr5/9c/gK5F4I7p1kUt0grM6PqTgIC/2VD4P93UIBpDjAqwB8jAY6bpk4BVjwN3I4AtAZtLGVmfVsjdBUGq6gNKZVgLtQfbLRaoi+GgsGHyfBIQiTyEJOhBtrgILNU5DAqDDnFYDIwIwScej4yFDlZHIxL2QSZe6R6z6Y9vJAXbBTYQshqxOKUuxhmU+lJkG9//zFm61//tiEw6M7nAMODEnIFGG4FybfSVFRUEJywCzATLPImLrYzT2TK3EnwuUCxKLziDEZwCH1SE0oVOiFmgLhyO4ua/x69/0tNZrlbFTM5JehU8Jx0XqHk+OwvM/gxQ2B1ZvPm+SsxM75Tpy/e6vuj7u0Y/grh9xvzF+kumwMMBAgF6KvAL9PdJBUVFcSONs1xhh/ihm3J5FBo9UHKkZxIhDZdlkFPkgKgmODEvS0a7kLlUV+RwMKOP6Bo3ORIIjiasy+1dtKfiyLeFua5GeFB7fUk4rIQgEm5QEw4+vUG+sb3Ijm8BYxH9jyEv4PkAD0QGiwX9gG2VoFBk74KHOcAh8+bTzJUVFQIbOWusnCIJ6FJg/J8lMoWzzlHbv8jscVG7zwxxEASIfHPGHgAyIGgmBADfbkBIDkqJUlHmhgpowuelCuOlOeD7lm8fZgThZycdYXg14lOYPTuEYfggLy5ISrHVu9wu7j0NVzd3gv2490g9kqQrgLEoDgOgX/zVeCDOgKuqMiBhh2pw2bCihYcd35wBAvag8oz+guklIiQVClJR8XndhZuBgLb6f46noMPNZ9mt+jKimeKbHY0N4dHnVKw/OgS45XAIA/xthBHoEAPBNwhBZ6FNYzBj9wBDa77uw2FSwX4s/KS7QMMc4DbzX4dAVdURKCxorGoyVoDTtQl2PRgWAqA+KMKhB2+dzgWjK2fy6Tyq8k0AQcKRYu3D4FT3D/A6NKZ4oKUjHNxywGRhey1UMz0EZnGlEkJtgPjPC0G5+UkkYtAaS51Rro3x1U2h/evn//183IlczGta8AVFQa2Z1KUnVnT9ZMJn/sH16GYITaywUDP5+OqBiVgmtmzWUFnAX7TYMIOEQRWaCFqusgWNPBx0SQXODL9YN2LmQ7XAZG3FSXOjdM4aMcpPiHfs/LvR0Ha10kxBrwD7E7zSbwlExpuN82ZmysqNheROSBZ9GQ+fKDuuPuDwm7HlU5rnw0oT0eNas3FtI+tZaj5Owd4EpzU07xhHywT+AZFmmzUBKJsEREzYiY79OOax0TPxKCzeYUX7YKWY3gWiE6AJGJpZX7SMUDn5hXGtuttYXu6+p0cB01z6caKio2F2ig4x9Y8EmIzJ8wxeYDiC+6SSID40Ob7TCrGScQUs6YNe+HRwStn1XTik4ekH/IHnGBd5lFJuQmwOG4NyLmSQy44dE9EH3OhiwmpIrdFBph7ebxDDTgcNft7bl4SF8+b/bvLWEXFI4K2+rrZINLKrGQMXCNJ5CTABV7qOsqloNN8qYO3h+jGCYW0yDxUB26v6cWBCTnpSUXJx8woBT6LqouMAvsw3zl/Mn4GXZIyoDNkipeAjCELY7nYYJ7/QRJmO7b9uMNQLh6vyeWKgIybnrp5KRxN67OgKzYasUW6hAvAGQnM1I3arrdreQMXxektgpv7yIGUSz4aNk2oHS8cU8Ns8gnHVlLxFAaPHQKQD4qGwiR7WigwC1JUOjxfCguE6PGiiU0kBye7eF6esbuDexzhBx8+HBH+WCqWX7rGSHFlnuueZG4BL8GALw8Odg/e+z//3hc4ONIntz64mtYtMBUbDTCNmqTRSmidbMFqxZQzMqR2a6onZwEDiQK+wAiKCLyFg7EHbIM8JJwKIgJhwCvUIvxRWXoSoCCGwqmeF21akKRIxwzt8z5co766l5TSiXv7yGnBnIMLRLp4eCFxszw5B4CjLile/LXZWA3PmqYZTUf8/3Pz52ZEc4npaMr/wnra7L/3CCoqNhBc4OA3WS0wgCax1PB7X6YWSKHkC/AVpRGdFAbRhrt/GRsNHpC0YDG0YMvGBPPkoPyDb9NXJFce4dxlq944bwBSb9JyyLJlz1lN5gJl+p3c4PLjnSW3nVViFyKQjCb44Vrsv4svFKmo2EBAbZH8qL28WXobBVmhwXcbrIRiG+SJwF7GDTgzQ1Q+PMqKy7oeb0IgT4pL+gyxwYEELRJlnuAmGgG9BkaK6ES6CFpx5KCGixdrupfMzT3f6bIyyEbcHkMBsbzAnDDH4qmoqHhwoJFTpoE8KLrQsG0tIDRQKbEox6hhzG2SbxjJiCeoQ86ViQwST8jF7PuZSnJrMuY0Is4UjwSYnSFpRDXhOzqQR4yCF9rr0kM0zEJcRVEqvVCxaAaSRcSJApaSjsoMBWIMHQw8KltF3kJagK5HXU1PzioqKu4dbOAkQpn55auvatQwhcYdd9dFCwNsI0O6D1KG+XM+BMykWcLWi4YAsxDzUV3xhF8Wnb7JFxz6cj5NBnwSAc1FRjUMzZEt7PDtF9QXy5g+7TIclgEhXBQjM1NE9O+JFu68g9BlKwL2JVtRUXG/YJs0ZafWy7k2tk1rnoli4u2/av7RmoufbpJlpEKJHT1JxuBKkNN8iVQcsKAdE1NuZIkAIWYdxUVIG1ml0cPEXC0Evr+Ymk5SDMeYuw6oEZUi4vf86JtHDouVNk6ySUI7pAsuDgLzCm/gf5mWynpFRcUdAGTgd6sOMKiViScmCLf+CM07pwp3I2DyFi672Np1lvljOvbdmbhLCFGEWMLoGfH4oFETb4oWLBjH4IsTCbUuPr4WwfE5LRBBNwowoBlIv0zeguDbriR0DRSUZvJ8e9RuiAeCYRRdCLF4zisqKm4fnMbio47ZTG0WEIhiz5WK/iKi5OH9uRCMMtMfhowKOzFGKOWV7CjuYuPvwHLhXzx6LmiBQCAh45osL0sCkg+5t/lOz8bOhKoQfyEx5oPaM7G3yBc+9Q2nmC2VBGyTkjSPwagzIhi09KN4KWN5TH4qKiruE9aOqao06MxbopvRVOkYeNEAyxASkM8gicQseuYfJ9pol6Bmr++WQwRSyhNStiyUVj/ghlMmRRZkUoZO5gn470uGk3oKkIIzHYtCU4MCrkB/dhbyjtRBilwBCTbIVDAEWte5WcIquEYoSuUBbhZkVnFUbDQ4R92pPhW3DM2yaTwYyxqlHmgALryFq/Uz5NKFP5GvGtvMGsUfx4Sl+oOri0JShgXvwHVjiN0OZD048V91gpk1f+bO3OFvHDM9F8wFc6zAbvbRMIELsEpHaZcpvaKIwmjZ0gfClcZogGCXYjDvXqXNWtcWo6moKDB3hrripggNL+c3b65ORGrz3mJLwDKND/1H4k0a3DYMfkPwTrMOrAffiRRy+K3CNBUH3T4LJ4sAsSv+ABq5VdtIuT/mDLwc5jfEwAyXwUD6OiU5SS5mkAOtkIMiqehNR3157vO8KmQMR0pl4cpjEVtFBYCmFGpRxd1Ag8HYzdgByodtVhpJA8+ybRofhjk+8BFfnKZJNGvbPeua0lTW8C1w4IRc/WQDTllm4osWpC05U2LKEraM1viMHmxkeg2GnoblhOH7JJiVABKwJxg4nGPlhn/Xig7PvNvw4ClZSUXETMpnycYVFRlQN6sCvEuY9MsaMTGIi8AkJdl026dpMD45j6vHlEn2kRO/M2grHbhC9lxFcE5hiJR6ezddkStqwKRTW/nBmdThZIDczFlfNkTJpYwyK7jIls4DwkNbkO2cwJLXQMIFvam2ps3hIcMWmQO9eoQWsZV1nl2T84qNg72TrOJuYK0y9jGuZnAuYgJCs801nXwxBCyhAqMaSuGdETjUlCM8c1pQyVhDd48hBBBFHRGTyLGT+sJSYpIXtdMQtkrL7WdAytViGgdSBnDJJLt45k89oMfMF/ky5jkg5ouwk+THsprnKc89/MmJVuYnc6yoqLhLeMPNWycAuWaGYep8kpfUQKXq3EzABadBzMANf2RIObqtoQhGQLWZqEu+OjTjLERBlscF2AiWAXhB0oLzaESXp+iZLI+ELDSDyQSYcWpcf+NIKBFA12yhMsuCuMyYsyJTchOA/IVkpf882xUVFfcHrf2qnaptBvnm+iS1USKwGO0VhGNaswiABbgBkXhs1FCJIZ2jjBS6bV2URgqUB7hzTyLpxx4oxaMYicSkhBQqAKnio+k5eLQ0ZgEhlQv8K7eev8hPyjNT5BWQvkN05kHykUd9h8B26iVIxDzAh1nnScVgQLoShaF/nVVUVNwh1CC9xaaGCyOaJ5pgJnmEcAqnMSRW1HURrp2ChNNIUawmC1nSgx35nQGeqSY5kGUgX0Tmkoh7YDT0gb/W7J8BWQJ9WIKAH2YAkfAQIvdDDCLdl53FyHBkLmDStdM65c/DI5M6Bif7lh2+/Mz85JmEA89oBSO9tYu3oqLi9rCje32tQbK1eWMc+4pncEiw+x8QhiRUiiJB8ovOdkq5BqnGM2op2YJVqL0yneTgs1ZoTUezaXthdHBz13jMACvejcz1mMk45K8EMsE8iuFybjUTvy1evdgzIM+tAiluufMrK4HoMQQJbjilDU8VuMX/4SzzU6e9KyruFCS/HbQza6SxDYpm8ladwPYJekkSB2irsSFXTwSOfvFlZ2QcNGxXhB39x7jhKGslrSFqBko/HZSJGRB/6tONP0LhwfFlHmTracpBUpZm+MukLkzh8uO3GYQs1+7LswTwPHjNuFdWSoBfOHM/wWtFRcWtgw1ZDdPbWViV1BNRZ3AMeaDYENcDCrkcHi+ZzyK2QTKRtXBGCsdEFK1EwLmWV20aNrt+IAV9ZlxCgA1BkyeVRTuMKJIyNpA8pyHhzbKZ/M9My4mY7mMrVXm1XqBEYWE+Ldr5xV1RUbESKKUiT6D5qQVKX3VbJ8BRY7pFI6LHa2ll3GF2ooBCPgbIzps6PbVkpStG5W6uujMEgpoHzURmHjnkLTUhoPlKDPZ93tK53xeFgUBOBUkFRwMFNS8aX9pYKa/oBHgIgL0vEPPLkuJXGW9FRcUtgWIsYxIaqGvwH6cCHSCdHWogTqqpLS8HtXSFS3dudFCOiJmPIg9I3Q1wuy4Li5Af4IsQEciCDdJboD/yE+cnQ/Y7ErkVsJ0FiWJZ4ktePXxW1og/RSKTApQRV1RU3ALQrERMaIbWwtge1UojLVCT4EyLssEmGucCVJL5Y6yKHd9s0r0tmuNjOER5metMMFCkxzazLAblp5112FHRJmtkwGReG7SFt4ykaQgFZUFa3N4bjxJDMDjCFIRx9CqeBXiNeXhLp539ioqKVQG6oRRBM9MD/EJzgwaikdKQcihvhQDOWzZ9IGVym0igKhID0tCdPGrE7WhpDd/WzO07cAtMOxB/hTrsTgBOxnqE4bJgDgvRR9LtJ1iKQ3z8LJKRWXgEFIo52rk0QEvbM2x4Yl5Skj2XAS/XzHhWVFQsibHkjzV4spo9QAVcQKmUi68EWV5PMzaLJhJ0z3rcvOmd0NS7DZrsIf9KHCbLA7mvd8IwAekMuCc6PJdqcXhSPHgKlnUzt6CyCU7R4BfkmfVjQHmWoCdGKIaOD0QsB8abOy57aRUVFbNBmiMtcbqPYg+NjZKNS5397d9afFe6dZBkEvjCDGYFRnS3bgI2NQh7OilrZo8A85MEser5zRCc/LjtLLTdqQD9gj0VGgu1mUGTgCYXs0zlnmFOYg6YuYsP11V4zFC8HjTzNCNTFRUVy4M6o8ssJkuicsvgzW9Wq43IxFriLgkt8F9w7CYs1oG1Wr8WXSV5EpnOgD17JiQ5e4FlBkR1xeXS3OkCUgrwDGd85QnJbGHwVQbuzxBY1FhbJ7LK0AljI+B2rioqKlYD5Edf60vrkVG8EYmF+ptzAhq1mxgqDBg1hcfmO6cFe8yUTPLKeIpM9EI3A7uZmMmXM3hIj+MqJ9iY+OzL9NmBFtGm8LKflQmHzSVSs7JD4XRgBkbl0dnDjzwyHmZnq6KiYnGQWKw1cd7P2huOaQaLVkGwZcIjM/ah0EXw6mwIQkNM81tvRmNIhBmh0upJrkUubR+dVGDhV9oKSdiCLwgouZF0cxoXcJrlj4Wm3IWiA5hGSrugtFaWUBJ+XZxvkKGToK80xdjjSLoVV0VFxdJgs/MGF9sdX+eWlJA3QEk3GQzlWQfZeJX+0tYZRj9/7JwUlZLQrR5Gvy2UmrAz4p2ZTK80tFzRJQWjMO5lXodcPN2YGixDCE+niCCdDKFZo0/Ne4YzFF6aMAyXFY70pKX6FFNFRcUqyAd8aGA6GaPZwuAOkjgy8ZtzVWro84kBaio4yoB/HucEyBEFoB8hzfoUWxvF8JenJT+W6DoZn6cvgnZzeZ7uiopflHMeMbOL/8CJRRR+KRw/m2fFYFOd6TIRGX8Ih3lsY34XVFFRMR9ooNR3aqfextAoneGE2MSSatIkHlz6GyWQybXoZ4etPDXoeYD8wceXBRBskKiMFmbqQnNpEWlsuSDcexFGLzK2K88GuDlAWabbpHBh0MQBjgqoTwdw4lMXYm7tosItzTmncU4QiFYWIvvOr7iiomIVWCOFxqJB5EcEg1RJu/lDesyhl0iNQbch6jCOvh6JGDjdRRIcxr0g9k6SfnBm0Ry55XAp/pPmtcCeknGOEzlpEPYhExFwREHg25NiobCk7LJFiDFMzmsMVFIXTiwtGNhTZL7D5KKcfVycnJ0iKyoqlobajvQImp0aJL5EVjLJQk3b2EvrARwBa7p+ZsOL9OdR0GcawUbDTPj+vRR/2m/MPMyEFCNDcQ/g3PF5H0IA53078Wm9WeNvWHtC+Gcmo37TgfSnuTohGJBNSNVoneCzpCh9xFu4Uw67KbfviaOiomJBePvx1ibm4NKHIeg/NnFuzYDSiEsX3LXW//xlIrTtGAPPw5T+QE8/Ma05Cxy8uvQSFuQyJQOisKFzyj/frrZADJy+40EngM6iinRe6wJpyQ3eQVzybUXIXOspiToT4JHKVJ56IkSW4SRXfHU82LMKg7W8EUimJ66KirXANSulDwo0TZMWyCJFnzXAJFmAwWRM+VUO12yybQanOPVkIZiMFwLn9q4tD1FtFnmu/64F6KW7FuzHmSAp2Wxf7pnFES6jNwu0gwcLp3t2W764ypERIJgKicy+GPikZz6+msg9hnzgEK4uxhsNFRVrB95YdW2TfxBk2yzEcGxvaEvW7Pj8eM2k9Yz+3MIEUxt2/23uBH7wOBCdpKNOZgMl5irJUOSgN9ECvQmka+0FFaNzbkoZSWVCMs+Rg2VmtKew/Fcx6mPe+evr99c91aXwzc0C/amuUCLjOy/hmA9WKIXMfr6qASvWFFAja1o3KTOktdCAOOlEvQNrmDnUikKl00pDo+whBFqyeWbt1vzzH40USYBpZDsbVJfKlaEYQkoc3UF5gpwibWaXBR5KiXV0JUHLLK9+TAaWCKmVdz3beX41bSgL/EffJO/Zvcx5OP5AZGZ5p8O8SCsqHhJ88EmqxusDtRlXJMggBYbNnklqWIsKMiZDVFd9U4C8w6Old+UJzCc5SXOSVLMAvkikR8XoRmXQtNYtATn1zCrXJGeJOa5rKBfg8yx95KrIPBzMTdmlUS9LDgG8cEV/bkVkRi/mBMXhBoXJNGAejkA3oV2CEoJwLIq9omJNAI3QrrrrAOo/NBlTL1rXzUZ7lmMbIhdtNDuZ9GwyGYLekh4i7AR9gPNIr4wqYQJQeYGpSISW3Cp366ACFPkz6bwgII3jiexD4sxlIh1k0q9U3/TrBsaGQqEydpsUB5BSIsxPWawxXFZywc5yKv/8ur5sKyoqAEkH6ju1GQqY0MwMPOs2J98fLYAnNKeVYwAZlZEHwJfLIaakCssG3w9wJQmJEqi9/MGh+pJgLG6cA16Nc22eReY7U7S4EF4QR6BUdSR1E8nmxUxZjlVGLCsIYx6CU6YqSygel78w+8Wm2CPMCqBqt+OMKCsqKtpgYyGZoO2Qatq0hPPYwhJK9iFjFOGo1lqW7j+290QBc8BNgFRN4I6Wb04AriAAr0/TmFYcSOINITTBh0MUYaZNqXJ5lAb0i/QQONAz7TlZ6dyJKHE1dI6FEy+ivBqPJoLx+bHlGE+QhEiX6caMVlRUzIbaCXf2hUn21JKFPp4q2Y4ofIFFqYrQFJN1CBEtMjF1DUBFiXciBtmtsQtj7h0rBskoRO2cFUiWwfgfNsgQHCZT/SnOpGxxDLzpfunLgiNSHl3Y6cCEdAbkZWJeghW82Mcc3NHA9GMU6cVyeWQVFRV9sGGcCTq2TTXmjN96WlGPtiikHt9qQQv4A0W4pR0SFpgAzJHa952D0gzloLJQ9vHvuVUhpWul8HMjCspG6PjK8wp3Dn3dyhwVKNhk5hY8meBIj6674VKWnmwDEID31uHYH29FRUUA2wg4D03KpE5ra67osIUe5srGp5xlC/oH30Hq+GlCz7pxwiribgXgSroXg0uGsFNxwJG6DpkJmeWRi9t2FoBTqEBNgirjjBR2bvZBv/MR3cxB325I3UEraiA4mX+jxc7vEj25A++YTrYVFRV9QAvhnW15W8kajVxLUBq1kSQRGzLcQ+ukVzVtC5P5mysA6VsLJg+DsfJJCpSMos6LmdWVpVNBhGnznX7hDGQGakQLo3NAnYNFkGKFt+DBAgJdnZ0VX9s1OSUH07EVFRUzwEZnDc+bH9tLHDmh5XZlWg9vtegBCM1OzZKLpOksoDhpAeTXSfcegcu2DevQgeBzlIHP8hEqoaS/OAcI6YdDXNwBnPPoBHMsHoSlPibMb168wxje/acIYwSCq+3Wc19CxEXJgpPLsBUVFRE+VuUCg9qJWpY/aoqPIA72EV1RwvYYLIMhtUCz6BN7GVt0Mc/tttGXlvgOV6PsQx6TcvRF4GLiBdkyMFWej/RRnjLAA3lRdrTKpJj6l1BUsRiUXllOMUTGk5kPOIdYCJ4mo0Dn2Q+pqKjYeLBx2Hwd/kNLUUtnI0JrazWfsoUSVEfB5Mi4TVQ4SMO7iLgqsKYgd3FxliQWlVhgOdrTGV+QbSDBcC3ZEQHDWQStI2mFLYJWpMHW0vKgITn7NTIojH2lRGAKSaLYzQSLNq1WVFQIcZcumlfUEmw7FDs+BZc3nlxvOOzhMIRHxQjyIRi/kE4++UfMmwBcB4Cz+egqXjMpKV64eHvgW/4I7QGEkA7FQGD4HOQiSZIhVMT8wgdh6Rj+7SuD3v4RU3Sk8ophLBwymf8ubgw2Y5Z9t/upqKgQ0FL8dgY2KG83WWtLbSvNMeUIIiV5TCGAyHthNOho8eF6gZnjxB2uifoWbOZkI4AQjVLsijj1B1qUL1ppZyCcsxDy2GUwWOPDs07B+qJLmjzMo6ORxR0ch+E5PrQIBRvX8ilPUfidJCoqngRstn4V5OHYWtCmeEtw0ezSCMsYLp4K0Tl5azGbt3Age5KJGuW6Ily8Jve0iEB+c0tHnPWEvYzUgVS5Wgs2J7tyPyE8Dl27wsSUohsQgqtnyUIjXzEArVHOMVDcapkjhJ1wR1GPe0XFkwDURs5ki4Pth21R7ciioHECG29akg4ON5TM5fIvNlr6wifzk1FHpgEzil1fgPeQZ5AfyiOMaAMKxpHe45RfmAzUqDeWFI8yo7Q4Cu5M7PHQVyLkXjcSUp5uBqhN3aisEorQrWMOceoj8I3G8OLLZx/fXv316q+OD//94Rh/Pxy/PX5r+Pbtx7cfP7799iOgr49f8e+rg6+++lI4+vKI2D3a/QK44Of7C/wBp/h7ffrq+1enr16/Es5evdp7tZdhyM/wEB/9Jexg9ICuk70n/9TzDm0BnxMxY7QvfocLSR+56kAZhD+F9WgsUkRu/xFI2TJwiNzg79CzF/Cfe2fIN7MfwEs6fXX6+vT196e8TgHX/b8vUAAqBeDoAuViYDlZgX3Fv69UiixM4buT78zA0sbft176b/FL/PCWP4n+8Pv4D/VX/mZfX319hc/XX799e3K0e+hlAah9unkpeItTO1FDwz+aiazVhlDscWLLG1grJZ8JSxNiMdYIb+NEmjgrGvL6AoTDPXwonHzST0gkxsun7KMALD2hZEU79Jp5N/JUAcBQ9B2OQF1cLwlmFVoaictzzsJuzmwiPypTtsd9YzG8OPmarcgb1F/VxI5/OP7hh3fe+r4l7/Efn+/wx1YLHJD6RH8iP1AfYOyHP6MCsB+44TWJL3Lf2dnZfzqhAOS9yDyGneHgULMnej6eTPiR2MD0ey3TQOgX/34wo6Zp4r99MQ2kOZzsOCMyLyE/NBRsiOyf7Z3hSkTl8dJIhbhaEGECi+KCLLh78QXLh8XkREgc8OurL49UoGLD71DK9oeP9TnkwYwK+edU6D8Z8AE0CPDr7VHkQFxWa35tERjFhVYhyWIGA34E6pXQPGP8ZUIoULBDLlMyo1AKG2RVxz65s47A9ZnqYlEUaiy/BNYu9resX37Th9bVe34UOXLrkbsW5ZASKIob8foJWkh0AUpOIz0GuH2WRWbYJwo3EMNdSIe/fjza3TtzmzUB21381e8SlpDrl3tJ8c7wn2cXR+jN9q++9PqNJmqGpaDWEFuWGSikHbKgluZxVgLoxBA0I4ZckggiggwIAJvJalm+c+DqZ9QNXqNdaPAgXjSIGqn/YDCCMycUBgy4UptYjZec1XkZYjcUjwGB06yI9QytCJhR3LmNU7WZs2+6UKWvZ6HfAy7+++rq4/epO6h4/Dg9+Xr/6shPVoCajj/Pz9t9QVZsy2xycsjsS1B7SpbgA0NX2FGKRyNBOUPNmAZzXaw6p7kSNGHiZmAGR2hLXxTaynoWKugyUqBdsKk2WZvu+kPfAEIpIOPjaSgfO8QexGOMpac0tFofYU55lyMmNgsPn+UR/5upAYfPvv767amfVDwZ7L19fnWcNd2lwPbBCVSa0WikDfKmRFsnr46qi5gMw/5mcZ/koCINUoO5C609fMujTW2ZbRerXtRKyO7hmA33IoJxbgFvxvyHqT9Xw1ZiMMIa50ngCdJ/tIm2hbNO2DPJUBRFrrWJTLAHdH4sCxEusQy/GRgef3216+aKJ4VX/32+vdqcBptJ2Bvhza/dlihwKHnKFlWcaW41hbOVSMm7gXQV+RBtj3RoH7rKwrQU/mdQTxI+EaSTTnu/BSBWDl0t6lkEIS845oPILOu43GCyg2LTjKBft3RgILXi6uQ1f02xhfWibolhzjOaSd7xA+A7pG2ADxOKHmHL1Y+bg73tr/9alGHF08Hw3fnXK87qom2qhVjdiK0vAS0ScmJ+1WFzEsfZWRYLglLpUOlBGPrKPP6hlciP0Wt/g+xkx+avenJ5Y1hWmM85IJPJY+atkGMxfLgeI1QUIY98o1ugTgQSazm9uQ2PESQ9qkbYMs3cET2OqT7b1wxnRutpB4/lb5YyprjSBWwIjr/+VBZIxVPCyflVtiNmUajh4D80mew2gdTcOLFHieenPYCiYSTWtAuPCBnssxgF6T/qKbNfsEEOKFhbcuhWoGk75mpe1Hr4H0VrnAVUQDcRUQKmgqQz/8n+sgmIpc0IEQLyT6cxPhig4uL15qFFtHwgtTzLD20tqB9al2LB4y70Mi9PHifn23H6teIJ4u3zYzctDLYP/Kf7TeNNUwVIYmSqvDkV/hBYzVFcVsaAFhqDpfDyJgHIcdpSTZFD8cCotwpyCeNtTa8VsEc5aEdM5JGWZowOPJgRPBf9WOxIh2mhQIpLUZDi2ljmCmEx2bcQjIgZJZhi0neIpIzMw9AO/3zy4wbhi/OrPTdWPEkMts+fuXFxsElAYviiYtRqOSjttLNtvjYiJHBaUbhy5LfrEm+H3IwpCagAPQn3ghwLvx7TrYKshkNfGSQot1YeMEgbJy1IgNODQd8y54KRHYkVd1g7YenHca7UXAaXjZE4I5JZtwlYH+QxJkOkcx49CH9GWRcJPW3sXD3/3o0VTxR75+fLDYIpptDw0AzUHNCAuprAtJ90T7bYWQINypoSvrscGZsbYg/DXX6T/DgjJhtQwHziCeDSsi8h3DI4Q4nD7MsULL/mye5YKgUg43GD4vGc8mJhYycMzoO9EDOMewkvPePHHCgcBcnSykuaM6pKS3dDmZ1AKzcSrax2f+4ni6PzpcdHFY8Nz56/ddNisPqP78RRHUDhDFy+RG3TA2vR0DadaGThAV0GuZUNmK0dy6rb7nvQP0q/DVhWkqLLGSbBr5R+UDQUgC3mTku7bm/XCaLkeXDThIJ+ACZDA4PRlaUQfBlsAtaiTWkVPG1eEA0ts/wwYmfkzLsb4a//Gp8eDveff+7GiieL4fPzJVaCWfdtzBsbTdkc0GLZuNGgrcG0pY4jt21xQQrD5c+UUGp59kah5WYB7wrMK+lMV5utBhVwZwL6ryfbmSIM10hLXaEsUngvrWgBwAdPW/GKLT14jL0oa8Wl7ofBs56Ep+4z+YdJiRZRPGnsTr91U8UTxv9xfuKmRWDjUeiS2AzUKhxqc2juGOy5JJKFTAXkqLYJPrVjGwxFb64k/Z+ahgEsTn73h74viA54wcxmLjSLbAV9SG2ccz9BmWZCzxBNps5CEn7JA06+Mu4Qvzuk8BEZ7Sbk2Qq7Wuzm4iwKM1me6MXOERsfM0Krhy3z+8Lx+YWbKp4wDpsrN10LtRTbSubNGI0ztBtqPx45/ScVKMueNhgBN+hEsEbpKbYusw6uans0W8NW/CHthwMuVgfeEaIjzzoEETie69c8IowHI3NCFXpxEtE4DreIxB4CYaxAWQRISmYvme5cAH8HHfEfCyora+ZceXZii89LsiCdq7BTRtr6wZ4ods6ft0qg4kliu1n0TkebmArtw2EnScapifqYLmm1EvJMBx/l5X48vtRoLY4s/mAcdxt9QPR9HVa8PwQX6eEk7lgwIv5EX+FChIETY3mlnCigJOTHbYiYIcQK7wxhZKeikj2gYnAOVGiZcjCL0TlGyhP9jhaK+ZWB1CwD4QYraQuRAT5jdE8Yu807N1U8aXw5XXAnjDeH1CBowX/oGJ0nmEoLzb4NYwk4Bi5L/ow4w7kiwL83dH6hoeKAD4aCOtKyhR6rGaDPxX1H7ASZy22AXF9GBi3nM+AFFImQR6pGUKBKKkd2HsqBxSxr92zfwzic7uUjWeqL3jzWwGk4TYHclIa2DMC0baE4nMXcIBcpZ7eNTl16KDyb3uBpIRWPB583Cy/2s91qoivVf7SFouVb9Z3sQBlFqdaPzLXHJxqZ6zvGbxJJNGNJiwlsSK7zVbFaWyZtkYnZWEliQ7IxLiJXckW0geYYIqa4Y6s5HaTCENnDN71p8QQJJBtaUkXiaJYF/FxB3Quhg/YEuUU8EiGfDKyBbv7LRI/cDj3/t70J2hfyUHhXpwA3A3vnC00CosajagY1YBb4yptPAldBZum/qII8CiJYQUshhRAnbTlJaBQLW5Oa7jyvCYYYFkBB34tBk3bhOTAUcqAN5JzkMSM2n82DZ97SbPoxWrYxI/NjBnUzAKOVJMQhY7I1cweMIXIVKDx6ETvDccgug+CWAK6GB35ZALcQPAollIV+ojhu1uzxpxV3g8nzfTddBzYFNPU482Z6pBd2u1ovIhdkgSU0KCa5KMAPT5GOkqIjqYYrqHLxhmjBZ84D3h2i0EPO7L4OFM2ADwvPqKSAPdmFBvhmgKAfexG4K5QwI6Vfmyu0JCwLdgsdOgnSVMgVgGByETRDKaJkLCHyzHeLthGZHO3uEqN5hozeRPXhip4srpqnfoUVhv2RG+YArUd6I07zu8DTVwIbBrUReMxtZiIuIwhswGAFDi05tQZJw/glrHBOS8km9x0WLHFoZeAewPy5kbsd8cd8M6cknf78RO0G6uDloDBBM27XQbLPY2NIv+MkFgRAC8bWKvGciWNXQ4MbW96jb4u54OaMXN1V308dTZMXQsXTxXnjhvlQ5femj/Zmho6KobAZQiLM1Deh9eQtFICWosAhLUAA8ktCxM9FiiGAjvHs/hVgujJlkZlUv0DazrcCCsp9lnki8OdMRIaJBoUnbwYrXDZ/ENNqxmfKTUAMSfAEEfAZMWBfsyvyyavgQanQjdmmjRDJVRmHIzumsgN7gmjO3VDxxNFcS4B8px5GvrwHlUAbmtGGTa5pAlATU13EZtVyzSYN0cxJeOQ8yT7KLMZKN77iT23UvpGNoiHfA2I2CVwEM8fSACVICZbghUjv+bmKyE2zEWMpvVqRORu5E7kICCFC7loZsdOJpLMFLxg5crJGvXARv6U47C5mmhgq/LBlDE8O1zeLiqeBBRQg6jqaiDcar/9CboY3NG7zQ+4qZY8jNCobyxFuyOULgAYo6jBnjYBlL4CH4ybAItQ9wJlYEC1LprJLYJZbBULxJE08CCu+C9AfEGIpYmMMHokTFs/ghYfEsEwtPwdwrn00io6+YeyUGx31hB+56EsxyUDSg9kCKW6KxiJ7Tw1VAW4Kru3qWM+hCVTdW6SWnVG3wd2ZSjJO9gVCk9EOFkFNC35BIklAFSHpCDea8E8Ro7nB5CtEei/ILwvKSOIYjMAsUcUWOScZyYlEqdIpeGk2ylgMeQ+ggvJz8xtKTmgVPXwzezTh3wztFCwyl/ZwDBkNMSn37oqLwVmZxtNDVYCbgkXmAHkLKo9qJ1nN99bEAwUfGAAH89orAN0Kh0QF8kgVhdBqZ/yPiWjVFM7WwjVGU2pSgGZZ5OiukV8WsosMUeOJHJAbmR3wiaKgb3zBltdnLtfDIylUMQLro0gsF3K236SIGunmk3gqtZhx+s8cCZ2WVhF+Qem6qHcRgCnm2XtqqApwU3BNV6eKL2kTm0CEGoHoTxNDUB4Uc9bOnQdzhPZMv+4nU31Uem4W5AN2OAZO5Vf0YzHIeI/ILov5FWmTDnA+4HuecMbLk8SVG0Iw0/BAYye/5TUHBG/Je5h5C9ef/Riyyc79RIkbLH++tG7GFuiSLHESggKWa0RnOpLexvZjheX4p4iqADcFCyhAtIA0aVQ0DbHSjggSLcTsrFXkQ7YW4IEhk1qyIAppgR0gV5JmJquQlok/IMvI/UEZMiBX4DQoK0oi8AK/QYEmtcg5utdD6g+FZMVDaabACSnCDH7BmVNRMEIsFBpy52Dmb+K/hoDY4JVxBssUf1LkhvJcecT1wdaujhdDQ5bBmwDxxatZE1QFuCmY29WpbaG3b7cPA5eG2QbYKMI0P6kNiIoltSWPxIgAY16dERZQKpOR8aNYTEFxQSV4srhDGrYm3MadtqQ827Y+rcumJW9aIZhplgrZGxmU+GNx6AKIpMwAGqNLRPARr8U6lxZiPHD00icClzDtMjVk0Efj0SI60iqLIwUyS163WA/BRX+G29GA6DwkTNcJVQFuCp7P+6WpYNDqU+0s6umO6E+9dyAGlxwcDuq8DWmJpEt0JpP0lMEUnmkpRBOamwIlX/3xMzKLMEPHYnWkbPpYlxbISsqXvJANVS6mwlQ68aIlG91YkFCCuydfPX4ALxo66hrFtiluZ2TLiYzMjDjQEd7sYqHyREIkRqM0IBx/kqhhxel5kNWB/HXXpR8WzXM3VDxxzOvqUOE52yM9wBaRCQMCZ357mrdEjWIZIgnAGMJsfNbPvOMghlUYWZD9zMRGC6+gDmQi+XegaZdZMSANjzBDau43h5ScEnBiJrWpG0ipwsp0sV2ACEeueUYKGdgDLy19I/KZ12Bshy91OCTTOKROOQK0js5M6TYbt4SFeQ5a2nsxIqaYbe4mkTNBt9DhNkoX1WZGf/lwqApwUzBvDpAdPnd3oJaHZpWDlZ/jITZyQpN1lDeRzjLIimRGeLNBa9J5XAxJ7EInmtmis/RhpUVNmX0yMIdCeewRt9e6WCB2hAEpcf6vDUokkAwKAV5BH9I28qYLCqAYc2MPLJlQjnN82vo8oreMeIdkKEMhPfyS+D2R55Rr47ydFI+B1+kxkcR57iv1+Aoxq5zLRFbEuuk/EGCdA9wQzO7qqFIwnEPdtMbcES1oF2wD0Z7tFYGKu1yDGREhktCikw+SGEWm7BARP2M2U/eDcGx5SaWkoCHZCGnVjgSEXcfnqvA8cCxo40pelKwCuBBMGxyYLkmDGTJOzhQWYdfdj6h6gdkCkFCe/NGu+EVaaeTgb8N8obuhVvQEGN638XBOjwKRj/aiH/jFZSKMguFCJO1pxodBGd6K5KmhKsBNwWwFyHVMthY2LSOhFqhzYBtZDW1qRpNGRLSPUQQDI6UU8hYuSQctQmvOqiEMmTBJStgnruwAseiGVz+9MRCfZyxAGUGhsEeQguPOF3cz2KKwik4ykNfBzPPfrjcHrrWVQoB8emF2L8jsA/RoVCfiGdEREm/KN2kZzAYexz8f72XqEAcYSHbKPb4YwEMLA3EnoQDK/bBHiD9+VAW4KZjZ1akp4ctb4dawoy3Y+kWBBsmLdOqgnvPbplJbSlGhFe2o7UK84BuNCbHo1ECtEWjDW5r5612ApHyZI4FuDGVmRxrPqQE8UIguXizONaiHG3lJ/vwSugKNZejGAiwE89xmTUVWhmHRZzzbBe0nShxdkeUx/K4Cfzadxy865z4EUCJyG0Py8qxre3KoCnBTMFMBol6zcmfz02j6FBERlABs5A5Qg7fz2EYwmpKcM4gFBbfCgWIkemCL8qCyg8hQ6kzDPuQE8GA+QMwAyxTXXUD8l2cYgAwK52ADudsQGRdODWWSNBBfRh8RLEc3JsjGIu6QZhdKGeWbijiHxY4fD9/Mnf9oGXex4O1ESSI/9GzJZ8C1UdXqGujdfof+RB83qgLcFMzo6qgSALbeon6zZQcLEF6uXhIvmB+wgGzghSFypaAmTQvxBc1IR8TGhNEWJ2O4KICs7MjY4N+kIE+6yNK4MRBXJzrpvSJpZMgIiuJImacfKkBRCjWpwEAkQwbv5l3xlmCZ0a41xhZYXAWQIqPIyziD5nGRulZ0qdJDp0Q+MxMhy5ANnnRUtiaFNUGrGJnHnpw/BVQFuCmYoQBZ9clNqNxqF6kpoPZr+kfCxRtSAZFaUBkGGnOvMqthG/8ZaFLAlmzESfQEQomcsg7gxcog2UcSlMSCJScxaeOUYgWJnA+3dvzW6hbyogB4wqgXoxdyb7hlugNFIdqjB5ZwTIp5dCO8kQ51GnLdilCkjEuDNa4MkegCZf3EUBXgpqC/q2OVZtVmA6DZjQEiQaqc2DozKoQlHP1ECLFEeJQ2w+dRW5OUiqI1D7SC3rDWqmk/kJ/Z0qaFIsn7gbLpB5UGpBl5DNljPllM7hNm3sani6ZDb2YVWQALRvH4+XxYBopCbgPSTzlDkSK/ZifEZI0gzcms4u9rYJbYG8mawRTdgxT9HaMqwE1BrwJUQ0Fr2tG6Qz/nQAZE8UD5E9oU2oXmiTLApQyNM2taVEsIq8RCM9IsPWiEOpMKQ8NpBJEz7fsbHPnlvqHpNP4ps7oajYjBJINxUFwGSSUjD3HkjMwiHjcxLMzxdD5YTBKePXBLZNBN9Nj6QTSPyTwhe+ZkGSwi5CVIf6vbQp8UGXPBXD4eVAW4Kejr6qgkqFNQu2Ntb1dxclRoHSY/YJAUwqdsXpRtbjSQIoNJ02VOnpxzkknTVO5SDqVjyBaQQJnGfYAZZE6ZTWRLvK3CMpqjjXkkWApjaUCURtzN3QMjFzAQIrfimA0qTpCXOJgZKZSdY+JbKCO1IkBIIwN/Of1Q5hR+sjxC2iFFxCMapFcdTAk+KVQFuCmYcS8wR5uhkbLhtGq49EbUfGioOKM6o4s0UA404xicPtlQQ9xoRHqHHPWTnUfyRJOWX7U6Wei7H2NKLjffG5h16S7lzLgw6yhgnc7cDJ84wtcMIhdYuFKXuvh+IAaqziHyYCsZ9E/K7MLfZZD6ji5PysmEO1JUTsOPmOWAPyx/J3gOF2qH/EKfBuq9wJuCnq6OVR8tyYZpqPBoha2GSFeJHprhSxLIGl9nFMYpPTdpeZjNtGiApl1o6rR2RmqWjCI454EjQntdAS5nlgfynd324oo1uwg3s/ysHCkAUXQqz87FFsCFU1B2mGrCkbWXIRktusNzLKwWTI1mtNfuoVi0dCOFw1+wcsRQVsb40vUE9afvLCNPA1UBbgr65gBRqYP+G4xZ3RNF6Eg2QuMzHyAvNC3yHhggCbkEZ0r4MqmHduosGb2mFkkr/DOaFFFuQkgLvDQoWvqFSkHaXKJdVM+kjAHkLJVFyqFTjubVeP20oiNSGHTJrQT5j2VlZ5xwRdT4Y3lH6wjFzhB+3oOMHnuIUjb8pXANOkkk6WmB8ezX5SXgeryKeGllmv4poM4Bbgq6XV0SW5Qpqv1+MKjxsQkZTUiKxNpPAshbp7EePNGbZrUYFm3f/SikbjKBRUFvPKqhuRUDBLcOPLa5cCF0Hfiej1UgTSYVBo7iB0aeUfVRtyF1njAfKuEeEspBMnOtF6JjN6S8IWQ7j3CnVWf6IYOo2RBMWR7Mxs4VV3KKv75+8GhvV6OfiHaLlO3jQVWAm4IeBYgarfENqrRNrIHVzIW13+hN1jTo6SKhhRioRsh6BPQEpQu+Ay9q2izEATu2c3fRN1DyrR8Rr+aybEKrBaiRLMgMoNmH65gH6bXloQulRNMZypCXRtFJJsMl24cn+KY//PGEnuToPqI/HvCNj/NeQvdySbc8diRgdsXxV0zG9o7EwGKgtIzQgtbTN2uF24jEWUM0QpDrU8GNFeCeH9s482PFmqDd1aEuJ3HihnA3CGp5bN+s/jLSS9bKHGgjFCVUPWzkMUY2e4UzVcM/uPKclgUQhuNvGUNOZsgMRACXbhQFyDuW5WswCckuAdN/EzKX2wCMJaSIssCVq3R5zTpVjqgN47c+JDx84M5PjKEAUwG12glSQhmbqTWwzn+ZfHHejZ0uIfggxaZCsLgjgcoTv/SGThqQ7Z5K8IhxQwU4PG56mQ72p26sWA90FCDqszU6NICJiS7O/qjSR2JgZU9iw9y6oKyZ7EDC+DltdEIHEzfUOebElNCc2KJolC38wuxNex4rwYksHXzOAAjKTXNBnrompgRcgf2hOMBCUG3uACgS5wWqWlwqFR/OMNgHx7kTT+ReQuWDAmSwPoAoQ2omwwmEMEMPBpyidSDiYPKjIUuKQ/UQmaVjXuUFl8ajJi1kjePslB8fbqYAd6ej5srNOXanzXS/dwhT8VBod3VocLGeqwGrjovtorop20z7NAP5T8Ed1uzAAXCwb4sx86ITZKKoJnK/puJQb7rxZvDtcIsB16A/HHHis3wOiySoTso6MiVKNS4BqzS0TYWl3BJ7FIBeQlmkCXwADPnRTlCaPCIFnffDyp++mHGZ4pcjmO1nL35yv7Ub35YonZhrqzE4y+N55LiRAvw4apppc+JnCbRvmmM/q1gLtBQgqja5Dh/fV2d1HafZEqo1siA6opcOqPAKSSIxaNLPR8IJnX18FILw795waAVogYLqljQIs+fG68BLpBALzJKzMOOgdYiL7MfdkggVKA1OO7zDD9feJRBG5oVcCEuHChMc6afgQpw7D84CRSMP/Ivau/gBo1kp0qNFCHs9d5CZ5yf4iz8QjrFGPH7cQAEOP03Jc02z6xYOs8f/e7eoWAeUXR0qO+ozG7GquVVok15RW9j+QHkkcs3TAppvmv0DKGnwn6sKP5reSM3K3zdH6HD9rBxjDRHeEEspQC3u5GTuVAjE6zMDqUT8mBcYywJWpBHOOLTS5TjZ0ZKHcLMuJHG1ycGUfD9U+JKgyLqvbqSsxswF6uWXp9Ci1nAVqbT88CSwugIcfjKaw6eYBgz2+KrTgGuElgLU+Mwn4coKHUVOsDcBMa+9QaOEUARbKMWfn5nGyDEg1zJ1d9E50J0f60OHPlZGxjvXoUf0mA0oLTrFC2WRZSNggrnmsgclIK68TLiIPU3gGaTgWIqxRDWsTcKuH6Iz6ywQEiGoYOUimJHrQCb4FDdnRcW3/KcP2doB/0biNJUc+YixsgIcfmMsR6I7cDsis2+euV3FGqDo6lR/xzxYtc6A/l8NLTVrnoUG0wcN4MxTgDVRQ8ZqFidONRA0yApfYydB+14VtzY6bsFlWAF/jmHG/Cnx2Hs4BpMxF1xAiaR++GsVZ3laXIMtngNxAdjVXzztwMo5yxm7pGE5cemJcDxbJIdfk6H5777DKf7x0e+TXfIjx6oKUDoPoAQ8cjvh2OzpUofA64T8XmAOxNAaWY1bTVF2bGmZrfvrARc7ISvi4KwXRVwUP0WChNoUeXKFbSldtBvn3MwtCl2nmyOc9XP70BF0EyUlkv0g9kAsaUZN8Fm3iLxDsSVtnsfFbdOC1HX9BQZneciyDM84zcnOU4CXFrfbdGPGftFZkyI4g+WtlOoaYNV7gcM8X9Ps/+5WwjEZUZ/9OgBeK2RdnfNbz1xaqNYap7lZljjpeKbw0/plroEWgYs96BTejMFnmOi8J4ll4ZNvCbfVTnmRHcVlkZe2nmD7SpgxCjcrS6PCDN1tO1mZ5kKOX4mLUfr8CeykgHngiDbEjCtAyvEi4lQjxwFl6uRKEWWw5pG+ecS/rPsSfYxYUQEeBPqb7h+6lfCedsR0f9YO6YqHQXcVmFNUqMdZA061GvVf9ZxA043mDLrzgRNTS7UFkzb49ihDzG1yWRV9Ob0NcJKzowF1MXZFETMYUBfMqT4a2Lu4P0d5JoTUyGIBprfxsehR+Jxs5S+h8wRYWN64Y7GIPPqNPYUylYDkeApvCscfJvw4tIDZhHpPlh8hVpsDPNU+F+KqKIZTE38d+4qHR+rq0HpQge1O1RzZudRKQDZhl8DdeCuSlt+DW2qgXixfifKWHNBntyx46wcVbxmXCqmdSfPSsgXbkPWol1ma2byooS+PTnP5M/1Mbwf+A6jVePdh9nOVkO9AdYJFB7uQReUnQreR8Nx+4OhiBksmDIWfAFZTgPvGc9NmWui/rW2RH+3rnXDrhqQAWZX7KnCyoCnpnY68gGMahq2AFHKHaqJvWtCQaZ+VcXvtFEzS3qaHQugKYGW6bYtzKG50PTKUeyE1PdebURVyXv68FQTc1fIrGdgqLHiRL45ncyeycDAZGH0WYcg+UmFAnSobNNAUbLJsPV6spAAPXOY1zaXbGHaD/qvrv+uH2NVBLLC6T6wZxVqctRFYUjRYjS8quhnZ2LIWswpIwI+uAUESteVUHMpnkI/21Un4wbeWcvN1IZzDrzZW95QpbYshbDc5A9Vp+aPIp9EzmIwHmZgJP/O4+DvHJIwdLfc0us4Pcl0nPpWYZ+vRYiUFCAFIgOzKib5Z9hVrgKAA2SRQvdvj2rztBLMPrPhtVmi9Q4gX6A2d3gb8LuQ7wi1mlND9LoUIbOsuQT7a9pF5kCfkKpQ+vDGPkHrlanmAeC1PcSYoDbvXaxaJG6k9w5nnQV6iuxtEfrTl2D9EA+gSeIZjWYMeJ1ZRgAe6A05U5zaG3RGt6VLaV6wDQlfHNb8x2oEaqNf2srmienvVVkePJuHz6CBENIfhKqyihPJEMqwQ3YJIV3JL4EjT1JGB5RHLMKEsWwFFbhynMs1yZRuSFOuMvPYm0QfK05lxuGFrMoYvO7NofQuOezAnuMSIkD2/o0/+5c4sxxgfNVZRgJ8C/TXbbmPwrYFw6HtAQsXDwhWgWhO1SKrNOFhTMBRNiPVcd3WA9ShFuOCYe14YoV21MKO93haQ4MLtFKw1g6EztCfUuMjq5hwso8Kek3y6VgbO9p3Aox4GNuBdwhlN5WDYBUGB6sYWkgZUpu3ErsRC2C8RNlvrR856OssZv4Jgp4/ry2vtsYIC3DOS05dbCcOg/4C7HNZUrATr6iTlUHWtbnub6LBQVvHRVKAYTPr5+fKwxDT0y4HG1rK5ZczYJ3wT2ONgItAn9BYIijQvVQTCqS28cgYttA/Q35hdEselCMDvDig63bgAesfkiCTThvHWEk8tD5ApyFh05o4qYAFwigPvayF5P3asoADDXj9yXb7ZedesZX/hdhVrgzAHqIZoPXxf9WU1z5suzjgLBf/Za4GWh1q8vX34XlFeyi1Ay7BuJsJwsg3QRO7AQtS5kUbQVhPOqFIAsmOBXU92EbKf02ZglkLPnpEYhWa0IXjClGLwsFfRLPC9E1zpVWvay2RsPbGCAjxOSq8Y655E/Tdt9t2uYm1gXZ1qLERHamll6yo3zbKO62WW+L/9us5cFE3wIYGGbZ/rQDXsRgClMqNgJvntbRLReQ8SSp17IvljsKD1Wt92DuiwlOrOf9sMGIGnWIoI7XKgSpkV42eHG9OBVyHWg1f9dsto0/XECgrwylhOmGYP/btyUtT3J7esWBfoXmBf19P7HVxuePV2sELDPYAVnfN/s2TFE0JZDjPBuYCs90CxzNJn+WwcQkGBkcliQcqVY3QG3yEnwaU9ZteEI+cd/XwBsLtyI5BHl/VhwaSjXw6CtS/Fk7WDeeMiOM7xQTFAyLZCPDosfy/w0PSffZppeuIBec/Yj9/5E2Iq1gDs6sI2idQUsnluoqzObA8Ioj+3euyY217LsgDguxOA8wFu9BCzZFAmuSgbd3TDRhRf7opvxgda6b6lLlBte/v1fOTyrnjkf5Yfm9BV6n7VnJdsTzYGbZj/+GBjBqULnOMdxY8WyytAWwOJmL52+0Onv/BVn4WwXjgfhdasG/P7ay4tY3W3oS/Xf5MAvO36Prz/acEOpS0JqTKHTDMFWpaSiA9EhpKMyhDOXBAJW/PwjYjy3AUqC/1WG3DOXYLvUsflHpIoRT7oneeBF5GJVjIhN25tB9QeXS+qCeNoBXl0WH4OkPf7iuXwz8OVN5gzEp/Rn7Bf/AwVDw11dVbXtQrJmtua2FMDYO02qaK6PZjwWcjmz1vKAmg3pRmA5LjXBsTG68bVkSlAV0wgKFh2Sye34fAXqbNkYw+DIJr4I9HwGw4pCAvdU+pZBkZMeuZ29zcpl4E1Xo3ItJwC8wLi2vw4qVOHew+BoqtPCDN/2UODHieWV4AXkf4c/kT836MdDvzUQfBa4bwJciFMY2dV2kBntCt+zALgE4LT6eK1fSFlBz5oPwnvboH8p/RQCvEzG51L1oqtwamDDDgYtmPRDb4B3OnsoTKFNtT+F07IcpqB5yEE2BD+8aevVkdFKRnUZC4BZaRiT1DkEYWT5jWcdwXSsxsTlGlPPrn6JTC+Is7Hh+UVIAjQ4Tzo9wOfmmVgwabnZUkVD4jY1WnYwqqedfiqz+jRQXaRIFixKdHSsOy2qzofUXyLcbYFTB8yai8wg4b7fKNE3DqUFYvNSiqBNqksAZ7LAzR15DN6sR3SsIJrjIHyDy4cFYOjWldmtyQzfhYgHFWI9APb/OExHRQRsfDhN2SmqzPpwqgDL1rEzsk6mZfW48Cqc4BGc/r220GGOnX6o6neDrJWOB+lqq56nVV3sZzadVInrNqwYRVvN4zrUeiO2cjI9TawWKJtRN5atDGDZMwQAtpcaTH2NJtM7MnKzvKthEgTHxS9zacFexIcT3bGvFW6PVHAiOGffhETZSDvVWRq+MuT7CBFRBZjRLSzROnW6o+UAv4Db/qBBY2EGY4R3OZPeO9YXgGOdcdvRnVhx0t4RqA79L4wuOLBELs6NjVU3ayus7n5vv5QxWWQzMCxbBW3ipjew8F4b4lr3BH1IEho+UMOYFFYsAaLsCzBSSrSQlXBgzMJPcvAX0PFDs+TcWBgSjN2PogfNAiXljhr82r8GBO7Qx+ygBz8wjsNQjZeD0hRucG9WCjmDzp1XnKPAMsrwK1vnOAC04WhLuwp/GRHw0u3r1gLPG+sPmvNMZdoY46yVMfzfckw4YM2O7dBbSLiEDYWDBUdNRx0mJiQYtr4ZCcb7jJkoCcyJv3gw3EofxKOeR30ZfuM+Zvg22ML8FiiHX8lpMRIQwKzkLo9mx1EspZBn4wtgsMFfvTxYJkrUwL7kVLnJ7neWOFOkLeR5uwQFjtOZAW4Y30m4FohdHW2dzU2S4qSJPNCVSYlapEPFl737xuhZc7ENc6rg+s+4DJRGTVS6/0dtOUxqSlyj/nFF5WgqUE5QZjxaEJJE3c0sNjp33Qbix2RuYsoE2ZSIA78omiPYCQ4pU1my5PitB8UbwabegxRx4uJ7gBjxLl9BMuiqgcA3kXe3e6RYgUFeGj8Zjw3TW//3XMLAYfW+9IrHhbnjddxq/AyovaagQf8sy6rQqPCq/ZrBPZQyFt9P3hFoeXeFlgUKBYwky2zkqpyMo4TeH4ghrQ0/QVbfCcnMR08u3c/VRIKwC/quxibDJqQwC8AdS4ztaU5Iwbmyk+WRjesnafkwxEWuOh2Qu6NlQJOYGL0p7c7kXvPWEEBjk/Abs5zQLrp7TKSYmlfsQ4IXZ2WF43VYrcfZtkpdWhyH9AioV3cO4Zpim0ubjuDY9CORrGSaPryCTZzp4azNFPKKD7yWEcLkeToXWLLw5P2xI90YCfDyJmIOSNBHaXTeW8I4qRCdG2pDwzysxJ0LW4GEJcy48kDHjctaKTn7Ia3YGAUtgewvULzyLCCAtwa+pOfwXTguvTw5z/8lSBAYV+xDtDTYFBj8fFaHHv9YGPfPvSCAR7AQ8nXrSC2pWtAcpgHc1UWbxeIktxk7ERj0IH6Siu4Wbp0gZhrZdgCohi5+utlCltFZUbaIhCD4x82IQodOUu3w6fF4Cxmw+KUH30vC1xXIFlCsfLbzwGPF1YxhczVIcIUs8MTy+mxYrX3Ar+MEnA/3AlHDKENYU+n+lbgdYO6OtTWsKJYyIhkZtuwm6PYJGFI2iDiBsIwY43bwa3rj8nYFmkLASrtpfEq/s0q4wzxF5SVnzo8jMirKGxEIQsKK0QGFqE/efa4GUbcAl+wEsuQfP0jL3JcAaK7mB8KSpxlhZhddjKGjDF49m0e2k9weFRYRQECFy+vSHTbz1ob/l8f61kxn9r2FQ8OPQ2Gj57Tc+HSaqCgmhwaBZuDlAGaWl/Vhr8b1Hjn31tCzlK3BxIEWKe4SlDZkP8h+1nKtO25KqMsRJIHI2zFOOgmJgQL8pDOCXtIIDwgOGOgC34MeJKtyFe0uCgmadkfgZGe30MiMkz0JvhZwbAxtF0oRSmzA5omx3dvg3k0WGEOMOD3GRc9y77iQaGujgucqrpm51W8FBPGf1QjUhndVpY2rC2PXGusL8gIKKNWL8H+IBZUzniFgooAy6ggZW5NaHIiDqHAIHTWgjM/5ijQv34tfOLwGdAJfxX8L6Ey/K0eAZqxpDpl3o0KA0ixweQG+I9mXQizrbVyeGZOMCTIa9BjwooKsOLR4bxh80WDssaVw1jObVXTWbvV2tteAZv77mBBUlzQ28NCug0fUUQC2no8D4RAlPouQEUdSJRzhDIEkH5scZkqyngum5sD7NeiVvQ7SADxDcQcJwb5u90ASBF/4mCjQjKZogQVmxf9VviiPfPKLFOpggRhZBhYc9e3ePBx4gYKsOJRweYApScSaKZFoiVrtbQzmdGHbmUvWu6CeMAl5tkwLaP5PJVJdmEsGRWeBqE5kfc3f5a1vnVGhSdDBMgEzMMEpP5oTj70gGY+QRXcAm/BAUekhbTHS8pw5LebR9OhygYS5/10/MASQ1rSnP5lSclnCeNcYRUOH9hyuuDRoirATcH5CA0VNdZPEzSQYqMmuPlN2gRG24Z2Z2A7c+MaQWpYisgYg1rQIDvjqFbPMONCwB+g06D8WKqtwldRi1fpmLwKLHxYI1WyjCUA6Qflh7Ths8jBIuhjKSXBxH3hy+CzjkUKqeKYCiYv80Q2NK3hb7kIqgLcFKCrY3vqNAOr2FZ9vVe3E2qGO+zakc76CQc0ZV48CgHflr3Q8j23fpY3d5ZaQRYOKisOD/2U5ypfPyUYNEwAtpy4SoE/poiDEQ2ypAk3RLnUEkhATy6VtBQ/DO6OXOmgE0fGuEqYxCkzv+G/J+pHgaoANwV6GkzRxAxZM2dj5IBLNkA0XI8V6j9UzFqqBlyKz/kbxRgdBIqzLBeEN1PKsjjFYQHsgFpCkOeIwA9uCcgOtmKYEAIH+iEZwdiaVVwAfQE4yEb8WpWGUVmwfBQXKcK18GaNMPDgtQfZzD0/IlQFuClgVxf4L1ZWNSSyX9I91vaJWOPvhKj61OjDw5nPCirkj9wQisAYIisQSKj2DsAAdSaFGwkw20stiBTx76zr0BxbR5IxR5odtHtEbgPSnrgCkhgzYzOXcuFXACzDtVjCzBP5mcEwZqDxMaIqwE0BnwbjlZS9vUMtCv/c8zFTUcB3DDADFEFL0uR1UV6DG5Ly3OCBoUIWQRJu8oBZ3k2mzUbbzVd286sXv2kyMAEsiW8PTGnGI05FqVw/gu+VOpBOfmwUi/jj74/cMbksi6JbbsCRF6VL+lNpWGgYHuXe36oANwWmAFWxW1Q35lQV2vjM9rTAWFUsMGMkeEfI2ueyuC6fPueW/GVlQ7ZL4TVTNysnKBMKOT+LMNvsJxCDTqLeE+IdJwJC4FsrsTix/zyGxaCNg61uDuItRpp+P80M5tmRU8iRYoAr7RAYOdWg/HESYFWAGwK+FU5VXQrE7EJV1gpkp6FGzGTGDGi+iRZWwlLBuT59w/RmXy+LSMdQJrwDw0wAkg1BbZ7OT7pgSXdvEbboAjGKDcVveihMBG3dCFA24jCByuLOO1sNGdvPtyz81/SwSNkyqNLExXi2lCTMdhrgYd3Sxuj83dEHIKIb/iAPgtXuBa54fGBXx/Vddvmhpqo+o/VxhFPW9H7MruFor2w0frYKlguLnNwkMWIOezg5hQvWsni89sAYNKrsZoJSmwXTRVJYPvtHc6H5OC+XhXTCtGk4G4vOVuyLwNUkuThntaD7IEphYC516omFDIWis0dlWET6e3yoCnBTwKfBcBs/a6nXcoNNvpMDr8fsKq4JxkWimIk+opiDMq0lA1/TVqNENnpT4w/UAFNMrBjJ9kRJWT1DWiM6k3icPLAJv5ZP+kgWPONFww+OyBEz5dS1EmzEyjwEDWsHn54M0x6UuLLQqecnsr4LU8QgxowFMwO9ncHDos4BbgpMAbKabg3yKa7QyLwVEKF6t6qrzxbNRAh2H2jJjXk6rIXrroJIuo6DvFAMsaSiY6b/OI/XEdLS1jPGyGA3+U3uiM4MfnFUhjoXpBSVhC7APjeB0Tr+Qzwh67pe05oER7cw6zQURQgC6sY3xT8I9dpRxM00692gKsBNgRSgN7bsOSehjfHtY0Rs3arN6YxIoW4f17Sd67BE1uD1mobIiTszUaalnKn3SIqJpixdeMV4t+g0KJBmzo36vF6SReidoLZAjIhIFlGIGpBaFGy4AtHOTaC4GEcojnAxStYyB+gYpK5bKl8KKgvSPGJ5jM/FqgpwU6CuLtRfSkBVaW9qAQMOjNzTZEz9YmYhbHu9A3CLdkrK8lTm7PZw/T0UaQU2DgAd0Gh8dlU8y/PMWTubOosgg8Emt8pg/MbpQDunKKRGh+Byu0xhEhwSM2e26roS/7U4SheaCjpctq6D0WepMGfJB6HAsMOR3/C5So4eGFUBbgr0RGgDajelCY2dLRzxXA8dKSp8hpuRU89kEXgjt1MubpbI7ODXNVSfKJVRJZUB9LcTdjyG9QOuquOjr3LAS/Zsx5CAyO07lTlnA6kMdywQiNAcHFTwjJI/yyy5dU2plb2YcpuxbDTpatxswJknTygV6l8rK8YJR/QXtH9MqApwU5B3dWp6rPuxpTtYr2XFOfDBrAeOXNPGrgNvY2gB2ilScXTs+FoCkCuzgpPX5wJNP+YlF3kELQKHuEwjX1L8Qa7xMVFyCmDwlozLAKLjd5YEZRbtyIQ6lL+ASVN6n3UJsy/bUVyPec5saLQIeDFAcjNToDh52oEZUYTqcG3BriOqAtwUZAoQVdfaXl9r8YrOOg7jjCo9s00vAj3Pzs0BED4hqVtpRZy5X5WnM8mGfLY0MpWesQiybCmY+uMVUL8VqcKlbZWBikp+7DRD0F9ZVgRExhsuOP1ngVpRIyPXXjafJOgwus7TR2BzBveWP5IRH6DrMTd+mzcEYr+w9O1AD46qADcFRVdnGkc1XzW5BdZiPZGutzqj+Yc2tFJ175dEqVmWKmU1cB6tL5UFII1nEJmUmdEsna47MAQ4BwYSBgztWTtottkZkaCDl447gljJtsmzHGEDRVEp/daouQM6hwTNa5ljp1bQeTstB/McaJZMzOxbEBxu1DM+BKoC3BQ8H7lBkLJQJe6v5RRkbOC99TmsGAPXtLaAkkqvX4bIwKALppJB2XdzG8h9lDM9yEhHMZQCjV0HCoZfIQFjMFri0yJvUtlMAlQJw0PHPYVxko1ozbLhNJUNJw8RWYsze2GZ9LhLlenyXJHkWUsZocH7F81HIrheOTJmpWlJ1rVHVYCbgqKrU0fdalsJqMdjY6lravOi/f3yBBaxatCSKHJcl+co4oKWygOAXVA6lFnOf2Q4mdIkZgEIqZkJUrAVJBOAMCEPLRrHeeGdSjdcKegPcrMtQhNiUbp7MZ8Xa4P50gmMfTf4av0MJYCMI5Clr5G57i7xaB4LqgLcFBRzgFIJHL/MgiYAUbNn0ojQM5k3A4v66wF11co82AfRlRn7EOfdApHkokbDPP4FJuKsG3UX/vrjbElCgLxB/YhwoDdKRHcIoFXIA8xmCrDRp7MmfSIO7UD0jCPeWYXV/g08Df9twk+kY/y9UmQpVl0SPChzsFZfqVC5/8eBei/wpqA1B4iqKpLrBzUgq/lMD8I8Bs2h6cSVAHVBypmfjeUwn9IBV1BZS06Zp6VmQKMSAwlo4q3LVLMAttqZILzmDJFa5JoE0qurs46ek6TkSJvfdCX5cqIxSMG+SUVCWXfIp5Oo5zuVC02yk3vIH7/FfB6N2SpNbcuhrSRgiugxoCrATYErQKu31Apz5qYA6IpxtzLHFuRYsM3rHWYrQupvhUY1V51ms5gduCLLQidjMgS6owSTHOwvTs3LudkBRiH7IQi+ZvAmn86jcIzXrCIQIdyoOKn+4Io4qAClJwnuVOxFur1NCL6CZT7aNjuPzzzqxOxpoewxSWlQBwx5LI8AdQ5wU2BdndXlAYQDPzrpa7j0BtJpu8yhjbsBd/siE8u3KYjO2aQ5NzpqKRzymbnIUWmFFYzjBnAYVBwn+rIQEaAql00R4C4mQXELRmopPA6PFRFYBYnRrzlEMDRFn/GuLhI2zEfMlF1BB62o/HfnykUL0covl/GzvsDFLlJf9GMbE5EbWniBd+NbZ1QFuCkwBaiaqhoNZaGa2q/ONOwMNxuEKTgEns0qdwRmr6VcFgIzulpLlOZydnCEk8wyDoHR+inndNIFn2nVLrNc9HUEYhzxg8WM62SdEOSmvpiue0Cuw3vldAV9KOLymMO27hwh1eBfepeZDpWFDnJUgsoMzwyZcf1RFeCmIO/qJKy8dve2FfTiGesELzOa1V1CGVkp4RaxLAzIKGiwshF7XKa3BMg+N2n8KQXYh64AJPOkiFr6i5owTDxI4HWvwnixmxxJywRZns/ZcE+2p7ENRK+MhczxIs2gbzvAkxE0V2AYX64PHwuqAtwUPE+/NOs2um6v+d4QympLS5eI2uBlhgcAMhJa4ZJY9RHtklduDjBJldlCa+Vl0j/mFBCISg2xRjEHXgv8OWyTlRG++VQomUqIcHLQOzPNrOs8JtXymCG68GKDd4elCsssc6XI5eXDQu4SnvAsGqTF7ETXD1UBbgpSV0cBwtaik0ATbbZAewqzaN1B3FMGS6fbgllYxTCvTVxzEG4RiZRJEecqMFGVYM+590GwXAvngEIBOltrPtCjQ3qy615HzLb7AHroSnMeqhnRG/LbyoqVE65s4sIzZrc3z2uKqgA3BWkfoPrrVrVvW0z610ljq1ln9LToZSAZ1W7D3P+c2UnTuflaaDYPsWYaymbw/MvtCOg/8E4q/ERThuC373fgzxoUYOI5PwZQVMqQqBUGGPMYmSqomHExQ8Gy0J1KAR5YEDvwA8/UoFqcbgvUdUZVgJsCdnXWLlCjYwNxtBoa20bbC8CHXq49btr4KHUo2fzUobYdKQPOLffZ4EQegooF3YqgKIQTedFtAvhMxt7Yla08jgJwBQXZ1ccJyjboRTEg1RAT0yrTY2gfIWSZQ/aLaHX7G6cdbVMOCwVkqAzOzOT6oSrATUFSgKjG3Ybk56riMxv3TIe1QkfeLgeoKLVnP3VAAooUKXToY/GuICi/XAESehNfWwIq830Ls0yWHOoarwdSme4Ij2ZoAVdl83vUbLLxnzyHUWS0DgbaZmzN5HCQAox5gg1P2t3HGqMqwE1B7OpYWzuVvmPRh7A+ectYKO1FQT7pb/wLAjxHodWe8qLA0je4hUrHbK8HOcs8WwwZKLL4V7AFT9r0wQQhF5Uxbp126xYs32aewX/w5AIwu4nHDFkAS971bsqzrHNqU2KMKRexcEc2eudP1hL3qQCfjUb7u26uuG8EBWj9tmp3VukdakG6sb0Pt0x/3raQYosZEtqqaSGsEKQDiClOaWUguzj7zeE/5Jeu+GC0CRNn/twzwvYF87FmQteTUvSoMOScIQKRv/izdsg2QtckjzOLyYPGpWCHWWuthWA9og9dsSz4pW9ctsyPAYvfCzw8bnRZ4bgsEK5ppjNLfWkMj0cLsele05y5MceiwYll/K4tQlfHX8AFQud3XPiHXbWCZ+GCsUMACWhrubhYELdD0yQ7yyN4UErNFNYsFqM+4x8pEmpNw9WWYsOpmwCpOtq0FGAf4JUx2glZ9dohZiHKusjpscOm7sacEUxKpuDP3JUA/sG64OQUBwoL+bv+mtYFSyjAq+nnxbEPp59mMsXFtDlw483gaZw102OdX4NnTVP4WzI4sYzfWZhTMveDsA+QldWrZ0878pqcKvQM9IuQBZDC+VQd7/SY1VzYjh+qKWndghIOnCZuI+90cwqekBP/OBnGMz/YLSJJDZW8RU9IwM/mgcnmxZ1F2QvGqZuEZyJn4hZTMldm8t+H7oorRqjkyX38MakIIXbhaHmU9xvOwt4nFp8DPHQC+33UXMiiB6fNTDcIwG033gwhjZ3j6cx85Hg9bbazId2ywYll/M7AnJK5J3hXx2oa63gboT3aAt9MZBNIN0CII2uBrWZDCbaCBLwliLxAUWjiLue6xUbZB2dRowQfA6QDCS6VJOk8grOMfHafn86D4tPvhjzBXNJhG0iSzvNiLsK3f+lMHRZR5KyLrNtR37yupAFZaK2g64zFFeBZ02zzB3zWjGYqud+nzUydc9W8dNPNMC+NXjwr5NvSwW8HD5RsBp8DZDUe5s2yF/OeliKs1sOjWcSE0Zq7raQV7aD9Ro77hJ78zOaMfxr6ckLe0zYQfcKosf/aJBXdSCAoiNVP5kHsKh2qdJgfd+kHUldiftpFQY7tDia/TkXRk5hTsN38ZlfFvlOWKARarFZB7h+LK8DLpplyMm0fRMjmMTy9GoELeaHDy9GoOTnb2m2IbL4s+bkcTTkFmIrlYpthcL7XjK5wPjweNa9ye+DsUzNqrqCcTkacd4SXq63dkdK4QHagSGlDDPdHZLkUOGQJuGz2eDAcMRsx+NbH0e5lMxpt772/QjbMX54Dwf3+cfk/IUohJMFsncTUsuAnFvkJovVkMw7Mii/465uqvD1YV8fqjf/s6noA3eWmfvRywSKYH623oHvD/EKgliHz+EkP4MqBbz7NZ4hEWIJKKYGrpybsrocUKJKh/uO3W/cCibCYZ/tqpZn/JpMxRXfmzCLy02y0DqOXnSiQZjiG4tQK88pV5L6xuALkGsYzCcFmeojzl40o7QrmK7bu5pgESLs01gt+hlsH8pII0M6bERr9nuJ9ZhLJ7f9MLnxm5m2GVsiX0+0xSRaRfg9HKFHkRqQCW8TkgZvfU5ZomQtWz6IHF7clTF/Dh0cyPbUAgPvdHzFoUpMxiZeMkciC88JCdkDe1jXko+BUNLm/O4QUoGoxd8NyDDOn8WUttS9TeaN51LhJiXOqDx+Oc6XQsjbfr7A5MehGgKSGz8I5gNCk1lyEWvjrzRGX/aNjeuf1SD8G0GeoJikUvdogWG7MEY/ebw7IivGR1uuOhRXgzhUa7IlrGWgaKDGQwutm+m7r9Z9hHH56D3YcNd+7f+KIDlun9EPliNAB7+VxaNNzYKHvf28aekKsIAnYQ9iBND6hqA/ARJfNcxa6phHhU2nAEyI/BicqcwjtgZ/D1yk1m7K0tQtfGRBcNGTBnzVTfCMDSAnpYZB+NJpazj7JuyC/r0bwalEKKYnjZooCeV8GR7YQ7aUuA0mAqTP2K4sm93d3UFdHDcL+m0piZgNJQF+eqv0TAxWYG2eDDNXbT6AASUgUdRzzqVivFXTFMHpi/pfgiUV/CotyFgO18ui1gPmQnA3s6Go1ReIW0cD6gxJQDPimR73LGHHMoNi1xMIK8BAERo3ysjnZp+ran2rwCXV0hsaNpjsECYBd/kO+DZmf1hzgvjV2F3DHIFXzGu2nuzDHxQvEwLJ9N70ab51NLQ1kCH4xgEYMIA+kEAJDS+Lfs9RGYCILbtLyFZNjDkGD34QcZHN28otrK6L8PSZxYss7EHJnITiydUF2ZfVSKQTeDciLxv19I76/M0gBIgE2ANMu3SXNDri9w41PD9erKSo7ijs/TaD1jlxVpuIPHhCCAXTSxbDYncfkyTl+essAKfdno5W7mLypWVKgnXvlgHsZINUadCFcA8Z55EaWi+pWsltzLKwAd0fTs+PpxeG0OduHWMNRWoh8MgaBXV2QrF4VzXzvefKzNWaogL19G/MB9A/RJhHFWAOYkriEeNbs81eA3IPo9FVod5fd8fRtDMw5wgsO2C1Lbbz2LFrwy+YcP5Sx03gfUVkkmmdMV2J+j6ejIsqYBIQpDxSgeykP3yPylGto4xRfq2ieKROmb+8O6uowvpFu0VyS2c8BcvVIqvEqiBNZM6GyIieAKDOegq2kEqfkUKQqx4zI4Fd3+eZBDIP4srd7wAxmLTgYCLVAQpdheF1uR8Ra4uHyDlGFEC5JgTSqj4XyGLCwAoRWGV40L3dBYxRigeqMOyCkKHlwJinlCCoKfnC8yggQLpwCI1soFmggza3RXraIB+ZIgIif5ftWCtDDDPe1Gg2x+PoM5BwjJZAcgowyERchcQlYcBNfCEm7q2Z7J+UgC3xoSekqsyh5Tl9guD9wylhScKRyYAN3FFcogwhP0YoP8cifrbLfFbgPkL2/9B/O7Rvwmt0HVONHU5PbWGSIfw0oZUwCah+gFQVlEsxa+SBhBMEnNZhAX9ltIAJGyfdXnGXS8VduU7DZm2qzRzzwkmVpQJ30C9RXzquqSnJUOF6tBZVdSHG9sbACpI45nO4fo8GCNf5w/cXBp+iIU4NnLZ0DOZT8QF9BpTlOm2JjHWjAonk9TeFDCgSEGovzJSfmSglH4fTyWNOLwSFgd2rL1iXChjwLbtLSkpUCbEciQLBaVnCVRZSWxEuTbrxM6w8cl3bjyzFzjVF2PjtaFI3JUFOKdwd2dej+2WerkoapHH33I7nFyrzy+93uHbfQ/lBW1ENGd5J9sOIfP7BVUUgGCm6RAxFkJOhvEJ4J/CK31wUiu24ColFCL8GyjMuxfNkjHkBjsvW8upTlGS6HxghIZNijbDi6Z1woF/lH2CKd9cXCClBTeJCBECt7zfR3nEuz+fwVmjSbcos+XPSZn3wO8HA/W03l2RTjSTDL4fPM05VNkxEHo+f8ad5xlixIOJvEU8IYlptFNssIaCKuDWgvWVpwG3263VVz1Y2EcAUIILFcyFlIl27gu+EwD47r5nL5iSnAUT47WhSNK0Dw6C002pngHCAEDe+7YG5VX4myRcxC8jS3CT9yoPzzn4BMYLJGH854yYQio/AJXhPTlCLQwD2BQUCSOd36TpDzK3LrphztX5vsnDG0B3Ebs3Yuo3Rsh1YJqVTkgItkedGaDzWUj3XHovcCQyRBwaC9gwkkiNDcQRrvtTK8C1KQlrHVz/ehZlyKWOAHjX2wr7VgB0JTtO2Sd8b7TbOHkGQBWxA1e5pRmO/fS3mJrailIN22t8a7O0EBcgbS1pfzwJ6lXHUZGBxZjAqQIs1U4c7VFNHnkQSY34twlQ560cIzpNteKArkMQaPc3sx17FkmAy8WJiPvsZ99wqQ7dkabhwJhRzNq67q5wVez30jltl9A4VFCcgDGM9WednW2cLx7/kqxM4sgiNj4o+K6Q5RcA7FWAY76TzFazL2AQGBHJo3VZOYV9vUQ/VbXhzOUECJKxXKIMsY7zpjUQXINRBc0jfSWpIvbzXXr41s+5z1kukdDKPtWE4vObZtmm9YV/I5QLICMGquxuIMcAG4ldoJ9iO3t8jwP6Quk4lzgIyUHiDLvlRUnAWUwQNPr/A7IEsjy1IbylMIDvEFkeaiknOARSQBpha1cJNFuc+M8tyv0pyyC0jK7g8uFcMhlYwHUphnRoAndzsHCAWI1svNH8hEth5pWbrm5reU7wfAfdxZOuh574kJPzKXl42JHQok/FCRDcrs9YlAA0fSjNFPewCnub/CMujMN/IscV0Ar86NQMyeHaJv1kvkvROaMdpiM3oBFhZLg8WhMrnL2nxrWHQOEIqFF7orkWJaZXcbRKK1TJimEj7y13wkexnkR4PGQbEP0Fyaf5zC4Isd4EEeoz3w+lMwH8J09f4ftjkPaUwv08Tc1nGMOAWmafrRbFtg8I9jU3W2wdBn7vYt+l3uePQcGPY0BN5FHqRbDYMjnjMJSFBepooiz0PYvWjKrlUy8mdhTIaCOu9cAbLVQoewL29V5rlTe9feOXeXUHO6a4D/8dNY+3WgjFhMkm3RVgZRZZR66lPcTCCUmwQrafBEOMr27tH3yNZiWlAI8yAOnJoXUD0uS3YAa/EMPqM3OaOc7FIliLPAa46F5wArZsL3Aa45/GkwrKTsrFvVeb7KSrcGxwYzz/vtgpNobrwzjFUAOY+hXetR7yyqQkvBUt92Bqi95wgyygBCoHAMZy1+XAgSjsyHny8CzVS20BrCMt9lzsFhSIm+JFajd6RcXpQAZyRCZbjD5GDjsfEA70vl96Gw+L3AFbOgSb61h3d1qKw9TSPOY81/lu84tJey3dwiKKfKLEB+zs3TrSD0B2rGhOb7cMo5wIKyTO9EfwCM7ckxlbDZaepPJoGC0o3XguJqMNT66nAQ1qHLlGaBQr/zGxUZ4TWD79xswIVqnM4rYLZjDLTs3ltsa+LwpQzKCt9aBF40nw+PqgBvjpeamlx3pKfBdJuGWrFw7VSgh52vGFsw0bQA2Gomg3Ye7qctlU3WaQ9E4CM7h/kqrgfmklkAeOA9IaAGiie3FEglixadttBoFlJPnKHYAuWIofp/Jj49jGpRnrrFlqdri7+FJ9IhvDARsTq5350Uayvb9MdkEIpe3dK+mGkcFr3QB0RVgDfHY1KArPH9jUe4Zu4mNmZ28x3Mru7zGkLuNhmjIWk67t5RXA+4KzRpMUpwdA3VUlJw7V4guMFpofRN1ghscQ3AvGBR031iYpxSiYFBGYv7MkiNiZLwkaeY6YDcghHzWOSbJ/DD8Ph9ET9M4YfuDByUEHPGExsAEziVkdHn3tcWVQFuCkwBQj2E4V4/5tfa6Fo2v4DlqzwbUApF8QebuRm8D/DZzm4kW3nzDgzQ0rPijfaVUzGVjBFBprIYuAelhzsjyESAnwF264XPu5GknfUg+MhFwdGOHiYgyw2jCaYEXaXsGZxHeGNXwAthgGAr5Pv/EA3yYJHRCw10yWNfV1QFuCmwro7zSjrtR0tXdBCcb61qj3M+ZhtC7q7Jw52D8ijQjkZyJp7CELBdRnLL7aSMSAkzSpPCiuRFcUcW4dGdSpBVOiDZiPoYv2Qmv0FSsuYp4ne/GeDmJsuekEdvaVnIFINi1KVQAoZ5wJCYnTFPKDRjWKh3hWUaM65/rVAV4KbgfIQvqQTpwH6k5d7+JjkPbAVuXAJoLVkoGvmAqYcF27sb0YqRG5yi5NyqXTJq94legvgCXUQl1QL9UD3hP376yjsTbS2Q5fAH6iTdwcBUEyH1IK5h5JozD+C5ljmrIIicl8Er0Tdc/LxMTetFjBnWCiz3UGbri6oANwXq6thx48DuW5az0Nccr0NvW78WeajBZEzmWS2iW8MQheSlQ92j3GgxQ+gWnJUVrSWMytz3EhspBH7tmwRm1NGBswwoyM5zcKkVjEfhxU0o839OxBHpOyeuPF7LQbDJLtPWgZAYMuqCNUxv5uDFKLfhNErmtUZVgJsCzQF6k0rteSba9fteAPE35n2kDwk29thyUVqigkhBPTLLbLjtDV67xQZicFMOMUowl2lm4M8kcrv255qBGKlHUGYmT9NzE+jRyKwAwg6ZIyrXrqtiUHy+udBLbt2x+HuBE05P9Jy7edi7PM+fmrI4Foj7GhxebvO2jrvFxXF8UMMt4OYXvQC8q6MS4KyRDrToq6XXLAbfHVp7Rh4AXFqIbAOdw6aupi90N/Fx6CcffZwgcNR4HWaEJ6V6oaw0mLTM84qU//Zz6rMUA1nFZLrspVE385RxdwDP6cZjGmxH2bnGWEUB8rEnbpyF3Xh/LnBcPkFlLuzJMTdB68l7c7E31Xs8lsfx9Dbv212gQG+OcCcI/n0m0Cpqf+uMtnefsRbuPcESKJn0y6LBg73Y7L3J99ECp+BQnHPyPbh+51/i2AimzCHn1g7Xxt1yOTC3vCAxEYlLthFZiiH+5KMzfYks4uMnLdAvnET1YXpQvL1avu8Rq8wB+s3787A70lMThNNpzxOmOjj9pCe3XDZ68NUN8Kp89nKOi08tl2f2JpLlcUtPbvGLXqBAb47U1aGpsYousk/17rO1XtAkl5t5plJic/apU7XsDBzneYi2U47+AW6B1rQs+BDxSowOuD1ydSZhJBy3dvKeZzmmHX0hgJsC6MeKoSczZq/ATAt+OypxPbGKAoRKu46kdvV4P8fLmYyU8Nrf9HEbCjB/KnWO1x1teNaseBPHya08uw9i9ZYuegH4nSAAaqjVV31dc/3LVWPUi/b9pQ8IZGTJvBT8J6O0MsBDQVEoGkk/ajfa9y/4Ouh1fkliWBljQKYRQKy1gxNKqZWXxpFvStQ+BjaK0xci9/jjVXQyzPGzDR16QFvkU6kgJDoG7R9cbeR+n1hNAer5zPOwa88onY+j7BGhv7tuu7kYKt9LkqN4XLPhsnxEzaL443Zu/ng1sgdj37MCDPNN+pqpA0lk6Ov76/ta4dYoF+yX3/GqRh1asMtmB0oQDVxunBozO36y4AVACjGqfmg3n9ZYJdn4I4FE6MKV6MhLSwERkaMVmVtlUOTadk6usxSyFSjLbxSCRogtoRrhZCo3JkgrXjPP1xpLKMC9Yz7nDi32oHl+8LwJL/J+zbeX+3vEoxdTgK9xMrls7A28o92DZjR6q0Cv+fLwd9Mk1eAfGPH9GLPiNuxN+bQ9WSlG95pZi+aOGz2cb8L3pY8/MrHste2wCCkcFDztMSqPl6OGj3M+HiEiz/v22e7VaHRF15fTK1zqld5rnmcTF3vxadQcD7c+0qqMvOE704/34DAa0Xf7opFH4nTb3WMQS+WGiAqQIxRTNw6v0WUqqu1z+G94cfTx49uvr/569VfDh//+cPzh+IfjH97iI3z79iP/iG8/fqfjV/z76qsvv/pSOHp/BOzi74svvrjg5+Lie8Mp/16fvuKf4+zV3tl/7mU43BvuHQ4Ph4R9O3Z4awTFHFUU+HEMM0SJ33hhn0BHvPNO9x+7BUKQ39B2FVztWWoM//hwSUH//ONRKeOfGeEfcnXIrHWBC3Cc/vz556++f3X6+fef60IDLvD3PcqABYES+eKL3S9YQMCXR1ZiLDoUoBUk/j6yYL/FH2EF/i1LXtDvgJ/k+Af8NP+NP/+pgK/xu+H/66/fvf14dMSa7tUg1QIUXyEdrcpkQrWAlajcWNgsN1r3Kc+1wuIKkM+zA+x9t3rvj54Q+Ewme1WGO3wa2/NTMayFTmI4ECD86ZGmHOzt0gSkeTT4pwXfpOZIcZdi8q2sGNJjNK/JWu8m/n2qDPFRz+N9+XoZ09ixV9LxmfzPwiMFDSGPjPFZ8yd8jzXZF1Nqmj/hHzEfT3ml/vJgzzNTtBwj1v0/85g99x+MKByAnAlE68WQLpopxtheZUFuA7GrQ6tFk456xI+tjh3DGVBAZsesRQx3T76+cu5jqwLz4Y/kJ3x7zGaIxoh2qc93aKlotpH4ALZq8N7R7q64D42ejR84BUB8r50riLNXZyQQJz/QXmQ7GQaH+ON3BKgK+celcboqyLLyAucALRfhxgqHYkJvIRLEHwQVEqJUI/9Ndizh4eD/+weSDxyY6JD8bPnG5xU/uBJdDq7u81ef/wxuF8WLCE9FhCgEFIUYkEWzi2+U0/svWGDGgl8doBRRlEaBLFnRoDgQVOgkmHHgD8dv3+HH4W8EHuRvZuAPyF8ROD46/IPXymu2MqN6xCUm7RhqDC9fhhZkSb5jj0Pph9hWVa73iIUVIOTKNjqKA8g7tPJnFE9smbCGzXCfjzamlz3zAuPZ4b4x3FBPLoV3jDZh/0yPhz/cer2fvwc3vKoDcZvnGDejKVofnflythhjIAhYw79NrNkrSy6nV3/oMf7Df3wZ09A7g4fHDNV6aXoe40F8EV3IFJgJ2cbgHjGf6DWe8AmzZRNXiWwiBjjsDrM0AoJTOMEV6D0qOqNGRooo1hDbaHunDHJTnI+8MkrHWB019FVSDrsoi1LaqdZPDiAd/npy9MVZ3jM9HGLOqN2yfN4dLI38+9Hi1Rmk/F+/vjq/POS9HkPe/cvbjDWFJ5b36hENvEHYTAXgio/JZKhENB76D93s2mJRBYj2HWe97AnGO1d8zZs/lvlzzmZlXkATFxBJfFukv1Hj0s7o53Uz/X6saFLlCa9Tsh0hA71Cbn+quFuv1CWUKryyiPkuN4esX+llJfa6t/3mPQkRtsP/FdOALKSFZH+Jj57H6fYgvKhDL6K7lDbzF7vxCsb+9Gbl1otA2QRJal3391EnjeBk0LWFSclw0VyS9tjkVAa5IUJXx04dGjDyH6+SSIQo6KaMWH2HmfN7aIaP/AErngxOn319foXuN+dzVRNK3XDqTqC4Vl0x2OZR1S4OgVl7HkHnsKgCtNdiGPxdF2CCncPnHFZqKHeRe4GOAezU3r7hK518pzCUGJc/oG9C46M6swnBA+OdK8ZtY1ciI8BDjD4BUEWIUa/SoPVIbxc+kw6EhLqg5INGedlMr3b5U4Q0Xo6mVxd9XZPHCNU3CWa90AOZgnd/sdsVF471huKtrQtetopAZaA3hpoqOkaiFzs5S0Qnyyq1Y8iQL4IwZo+NyGK7DZw3VpXZPXOQqJOEUL0NqMyQf7AKtn5EoLdfP3/Ll9hXPCkMP359fowOO6sG6iRtPo9nXmGGqBfUiHYWkKoKZwDBmppupadWPVs3LKoATdIY/D22/hpdTfuxvb7+c5sArfmaAsxekbanIfCpz6AZkhgiF0ABbjNJQ/ayYJ8303vgQoxUgGFWEdbIEmXTMcaul6bTwCNShSENUm/5YmLHpWQjCBIZc1JS7FBi+CltBD2WzpUwNE2JWEMZcDZP83jAAXJUpIFIRLq75pnvyHvt2ta0LBQg1THd9C8CvL3qg66O9dH69byeO0B4GST/0hQOQ/Ew2Du+uro9VVqxRjjb/vpqL/7igM36UdDxzCeJOc0gCtRZgPm0WkUGJGviU3paS6yiAL1d8iVqPq0mFAoQlHO6bxLP7F026v0ZEE5q5Zm8CRGFuCHC8rgD+N5NdFN6rbDHCAU4cOsrU4DSl1BXyIBnaHe/GZ3FNNzilZsTkDh/MsQ4hln0KqlnmUJw6jVcNl8Exze9abdPkU3TioZdKNjsPhPXtof7U1QzxPIyXbRfCRVgOzba3w7OR6ql7Jv7Ii1uwRX9AVwBCFAr2Pvv8+Mq/54ohm/Pn38eqy9qAesBawwrzMDv/1WnCBfNFNLCATN7TMImmTV/3NfTrhcWvRd4sE9ZZLD5NQkWqLt4l8d4fyTBReyOOHtv91nk71+DAgS58FW+GAPmM2T2at4gvDpxB0A20ts+386WYkRoTs9BnMHadR6Vmgk64nNa+hygIIs2fIOjqz7NMLoaZESvpejGmnP0O0E4eVdk00MZCjLjBCOdfMNjyKrUlElqXTTUcRFbuICbIyhAF3NthIqvBPlMZtBluhTDZHx8/vb2clSxbjihBowAialW2Lqv1Rp8ww51gJapfrhYtEo0Ae3RAkJw3KlD64ZFFSDUSHOC6zt6L8FC7oJgITewJfuLwDEyhRcurYL7IO9eao5rmM8BvpxCOnF42gLXkcdbu5NMDClJmI8yFgGnIAnEns3SmW46GW8d6b6OMLFGman73PyF5rsSX0hjJ1q04foNMf7B4M90eZoD5OgViTCILvudrg/20rZZEQTK6qbhTpZVjIMRi2XoKDgp5vyiXYXeDlwBsnKaxSygyvLuAZj4aBazM4y/Pf9vu7yKp4m359mOC66o6/fX3j/fBuj1wyyz2slJP68svJla/GdseXtV+C6w+D5AW3zgHrlMsGxt8dW9o2YEXUcxphMoHbsT5HB/hJYd5gAlx6jXIM4Ul70w2HEMO8QS5gBj3EgyY0sEBZDE/l6MEWKMMcKyaWD9emQaClpKc3A7tpYCpvE0QMiMgRYt2FwfvCFxBuc0Hs2WKdNuO1e0UWHAmTpwwMv2IgiU5ZsPv6HZ4YJVV0BH7qNBNNPRp3TRjC676EJP3hTo6jhqj4t5/bB5G6Zqt2AxywHj900uECqeHna2z+393gAEni1joD5A0KnecAOMcSCgRRIDx8Q4hFEyLbhtJq89a4qFFSCGgHzj96dTtnI15SufB2OL/YepNL3J/BhmU4CUOy99DtCp4YRrtmeiMTT+nAHBPs3l8GDkcWuPoN5FzvgihvA2PdndR/QHWYy0bsyaC81qpieuxrIXmstX+w3nCa7EECO4bAheu3oPwv6D9kgJF8OcSJy+nV4gEt7zQqQicAErq2lzGSsIACdx4xCq0q/AMzRJq8D0oNh00TG228D5iNzGnpzreG7ZhbIs5VfeLgIc/vV5Xf944ji8+r9ZLwmTdFZTOA+IyqDBAyuFV4w0mYIqRTtVVylAfA1JkdwPs85YXAHeOobTFR/FsiAum7duqgBsDpA3maJWWqXsYVfbu6VbAsyQ4dl5LdAnj2fnQRrot48iT/OAUni093qRJCBGvLRTpVG1ggsDjGmxzlhCAd4ehnos1UXYKHg3OD2/xU10TwBQgKyZ3KaP4YrVy77aaXWai32BJx3Dfd0dXfGkMTkPjzLGj0/9FuoIDbHHDJZJAtq0MWWiVRtfCW4NItYPD6EADzUDOLJ5uTsCR8pfurmCQFfHSWlUzzAuiXW7A/Tm6M/xyavvQdQGFU8YUQI620nsoaYE/rNe0StGZERYUAKic+UQgxbqZeF5zReCH0YBpkmzu8LB9FOdry8ABcg9gKiiXJ0jeLPHHMBRlT/g+P9fZwA3AMNz3xnHSgKCS3XEiU1mZz4tfQSgQ0XfuuN2PtGCunZ3MucW8IBzgBX3Cs4B6jEm6Vb2fBtDAe3i0hvaEg6bbDW+4uli+/yUB9USsl349xeKFJWCg4kIjYHDhmlWLmrAwvsa4kEUYMUDgM8DpASMT/XwvnwGkjx0b7t8PkXF08dBo50w+tn5hXqgquBPwXJ9Z7ODhQKkExgxWNmOU9S2Wd3sWqAqwE0BuzreoulTNMCcJTqugfjDPCbOhJf/95GOFU8cZ+fHPIjH+NMH/vIO0euM8Vo5jYwhQ8aIvIcYYQqKXD9UBbgp0BOhtZnLazLgpr46Grtt2xrNu6Lvcs62Ym2w95xzHdZN6qe36hEqSaozNLFCRYTt0gbtotdewnXGKu8FrniMUFcX1R8ROK6oom0yjDLx04pveq54ZBie7+O71HZZzYk9I1FOE2O8m217oRjkHGDpZd1QFeCmQO8FLjrsiKKytyp+fCTCVd0FuCHYH+HL74LTFzvFWHFC/dBe0rChICBXgHwqjI7tPnWtsPQc4OlJfMTKwpgf5vDyeffJVIvi9JMey7ISVrmUxwtTgGYuUEwFhi3SXdSxwqZAkyWm+Kwy4Ds1lMCEcmrvI8hX2LQNRpsB3WotsbQCjM87WQJFmOP2Y1h2m+Z3N8KVb/tYAi/zF4ssiUt7qs1sdLL6mGFzgGYuEdd7VZvDSRt1rLApmFIB8kYgHKzC2IKuGaOBX9mI15GxXXxazMot9B6wuAK8sIcS+ENNFsOp7nkrwpx27gDWswMdcO08A3Au/MF883H6qdzC69nyZxDMxNKZWWuAwHQPSBdup/mcYpKwQN0vsCmwDVNmVnUYZGu7SfLRKSnAnnqjTYAz69OaYOF+/Xd/uJ09GWUxhGfQF2Fe5k8JJaAA0xC443oN9CyYa/B7+diZeCnXPmxl2cysNc5HfFWun/ShK/0Km6oANwX8pcNPb8es30x1gqZMASZTgD0Oi/ZrzIIL9+uv/P0V/tTkhYAwkl7zw9izA6/BER9z3wN/PdtchKwH2Hvj+IzmJcTsoweqddaR92DcHs9wH0OqulUBbgqoAENPqWM+cEhdKE1ze9QdjScCCa4pFu3XIdP4AIMLyKbnB8+b0Qk5a2/KR4ue8BIvRxfPpm4dgDDTdphLWBzQ++4BTPJuzw58PWquJj2ufMbgqHk3zUXc4Z9iui+nV8fN6OpATXt8ug0HmS+bEQ/Ho+0dz3oMby9QQraeNc37cCkY8G6HOB2eGUbVvKOfj4hc1zDSguhxc0Xfr5mmhfs4Gk3fWmzrh/PGb1LKLnEe9CSP7FamqgA3BQ3nAB1eY1KdKbmsd0olgDeeWwwLVrmHwKL9+u5Ij3Dhe8/IagAv6i2NmoUDmRiya/VXtRVh6E+PR3XA++6fp2dbr6eMBh7d1YLS1Uyl0LOnU/Oh0XzIM2OnWY9mpj2C+boLpwg961EEGiEyW5Ypy7PnKHuElmV1Ys92frm1o6e48m1MiJtPgj2eMtFLuzSEG+7/maZ1nTYkgfFCZ1ZZOgp8I4g6ePTvZiaqAtwUtIfArDFxw18m+Yr7PnrqFcKAIKkCZ9a5h8fC/bo/D5m08IzTZ/FZfgd6D6+9ygLcEqyJM3+hpYUBb8Bx6O+IS96pAPl2DPrsuB7qfW+v97uLvfAEUXfSUI3BK4jJovu9GYGDfIHjhI/cClkPyC7FErNMwG64P8reiaDM/E7n4fHB1is+2Z8GhBC5vpteDbJwfEOee1hLnKtfH/avg5TwsTB9hvtAlqgpFY8czxt1hlYJ7Dl/sOhWG9SM9qyJEHwOwX6IyIKvKxbu18Mr1ezduYP9tJYrzvJ3nu1Pt7OCKsPAI8LYG0L8bRfyDoV20TTPVZRtVyhDRQHy7PwASlfv71CIISxkht8zfjFJLRLnb4MjwtqMAvElH8iWIkvcKOw9h+WZXog8PPQ3I8OAcNKMStrDMYlXIxH8/+L5GkIENuudcDl4bei9SXyUgDwjRlUBbgisq7NnH/huGJCaVYSy++zvTUOVgSNEYBgGrymWUIA2C+fyx95fcYixKEaINiyk9btCqfWFOdznxFr0TgLkwNF4hK7pDXJwpaxiFJBpWbxMF8lS6fGdcLAAg14ckq8AkZi/MOSYziEbASlbUonM1t5zDWQZaSJAy8zLZnp1wbjeBQPUJQ8niBtpKhxCX8BnYx7WEroThG/qAgXqWb1m3Qer+v5GJFVnfFUFuCk4bzLG8lFuqC/FIyQnFHkzoZCaR27R5lph4f394cW98Q1mkD82PzfleDUoLhNhjjKMKbTyHXEUaLthEg0Irs5e23w526dD7sjL483S9QSpwIKwk+BzEfmSzm0F+NpXhbNswUtA2jJomdk6QGpaNg6GZ82fGDeTfm0zgAQcDkbg5SKpNYIIDPTH+zUHfG/NLGi6R28Glg6UT3xVBbgpQE2JNBfn/thS0sGQjQ96EMcQc+raw2Phfj3t6TPZBHU21PwcFBQUoKupl5R0EWmyTYSm96nZO+Kg6GgD73rL7/RUL9BE+bqrTk74CE6+3pfIFldBTEqXyvPEX003bc6G0pY+neeE/JYveCvGtUDKlvwwW20vgmUV2N1vRtqqCEPzKmTPX0hchIOH6Ws3rxm0uQEVFsMWvhgu1ux+7PDFcEXNrQpwU3Cej7aCxisPDown3FTALDU/yDvirmPKB8XCc4Bo6r6nj9JqwPm5z63171OJueIqb8wAaWZh7I26YZZPfGkKkHeCgLW4fBpckz7ENwjymPtOAlzR7fPVlvDDITCn88K8pKb2njUNf4aXjAL6sWCp19OQLWZC2UK63dVbqE8jQE4EWgx6N3DIPMLBSxmuvedwfQACs0cBDiaTnRk1NwcZkv23CcJKgJuDZuoG0l+sJ6wG/h3sZvWiZitf3EHT72lNsHC1hhz6BmptAvlDMuKLe8GJJ+Ot93qJt6upd022ihrCUDIpjCnAbJZPGg/cB3n3UrNv5oqhpBiG/vHFqHKcYfDLdBn4WC8YP9COPZDeLqPjo4sRKRerR8wPsoGIdmPG0qVIhipbMINOt3bzyUJISmTmQnGC1ugGPbrLL1sIB7mGcGQ9eoDPPIo1wvkI9dXrIlSgPRemfPN5BnTfejnwZBD2wVQC3BScjzLWi+xlFUWDgmjnE4T90MQf/rWAPM/jg2JhBTjW3rsr6itcv6k57ozjdBw4yEfGpQKUeothbA7QZFXuHcNXcBgGv2A9U4A+ZOYE3hjWiKO5ymgFXmO6L2UEz9HBTsiLfOmw+eEUIbMxyjIWs+UL2vAz5mua4J/eA5SZge0D3P4DOaEJghOXoLUfvT/dwo1oZLamd/mquxuBCjCNab1rj1W5C/gdaybQr6fuA9wUxK6O44TIXEaKZYWZO45QSPjPNtOvIZbo1yGwMOh07cY5wK3hZdP86WR3HwouTtuVt+aWYSi1wiyfFlLfUt5BNPFpMNCTLynORIDyDzk52TrT/mNQTs6A3Flt6b6dXoCCrnzYufsJchQRAEOw3NV7iUiOiiHUsowhW83lzsFImcClaBoR8UztKQkOy8zuNhNDLPJAA+JGku8xBGYu0xvuzANDriPQr2cV0V+N5I+970LbH9h3xw1gVQFuCvTcIIL1JdUPnhWNm7XIDT2QG/vZ+WvFD41H0q9D0LWeIVOxJKgA3UjwjQ3AjBqsig431NxQyasC3BSErk68lbiLdcLqQqDBuTPJGmOwm93hEwHneHxYrH2/PpQouwgbBStWxfmo2Lfvjzjy8W3BjcSYG7/gPwWpCnBT4Aqw3UPStIwCRJUa6AnRWiuZ4/NBse79+qFmAEcYcoamWrEamoZbAP2EdTerzN3+2V3hEMq9PhF6U2BdndeArJbAWNJY966iVKnkNuE5mLDdva4R1l8Bpjm2ipsA/breWaPFOWCoPfqOnhtDNAeYvFcFuDE4b6j7nbQyyoMxryXaUY9jixT9qLvkQII4l6915cA6s7MpIIGhyg7xGQzxz7s0wxAmrnQkwIIzN6nG15qyKWBNidouqxh5HVEFMl/50AzVxU55u6WRICz7bxleD9R+fVNgd4JwVgb8h8MO6+fQGS5W0NRRc+Ym2wZWa8rGQHOAkbMy6RY3PvOWchnkWLCbTxqL82yaWdXODGuIOrOzKRCBod/GB12y9ifYGR0Dz6WKyr68uBmuKsBNgRRgIL6cujRQQJ1B/TELk3ah8gBuRLVi8MB77GhLmlwf1H59U5B2dw1Qb/HPNTr0zayp0ITquVFjU21u3ehUa8qm4LzRLnmnr7wSoK4U75Wx2pPDd06b5gvj6LSVYP1Q+/VNgQis6IY5RW01lbOBrKXj0O/3oNaUTYHXFCM3u2PIUWwdgIfu2NaozvzFDpTTLQWRrhFqv74p4PMArbp6xbRpGvXO0oKqs3LpxU1ryl7+vpUMe+9mk27FQ+B85GQleovExdFCUT84kuj8diJM587giAo39/mTD4nar28KMgKzajxhdbY74rhfywz8IjoV+6azxQd6gkQXsL90Y8V6INYUMRj/OT7geKGQgxOMhgtCJKzemDBMvkviXCtUBbgpiHOA6IvFcxNKwCHvCGHP3hnMtHGjmnK4bQ/NbuNwm9vc1/T5OZsKPTvcukmMD3DgtgGelU+2yl+XnqBqZJN+evaQ6pVtKV1LVAW4KegQGDt1kCAoUERY1OaejYE3qSmvdD+PPRQtxxns+dnz84p1QF5TWD+ifssn8riX1I1t2AvRc92HYGs6Aq4KcGOQFGAAJ3W4I5BzO1oadnugZ876BjXlwvjPXliaITzt216wXLEmSDWFNSOrFZCD6awcDxfwqlTUp+uHGA+DqgA3BR0Co+ybgP4wIpah6KO7tXX1mnIknScSLKYBzV5ua/sQsU2E1ZQg/ZLQI+PFfrFnBTjA55NzysOIYl2HwKv36xWPCl0FqIGvajm3LWjbX6yy3eq6ck2JOq+ZFu9LOQ26sGn2663eawQ9NyhKv6T0WCcSG85RdO6WyXqer+cguCrATUGHwMh3YD7yHhUgubCH9yJWrSlx/DstXpdg/GcasI6A1wqoKVk9QKVwquOvFFmvHDCUcLeMIVnH3LhmqApwU5DdCeIGAAzIHn6A8QwMk8Fwp9jpn2PFmqJ3E3CU2zTH+W3zeq+BMD1eT22wsSjHCqgtvkCmehOocd7dHe5mr50xrG0XV+8F3hREAmvNxnBTDBTgkBJQHDhjtmbFmsKHmYkDW9v9Prn6s5dKVawRrKaEbpK1QVXCLLyz4qTJTHgXG2IgYO6vVg+NqgA3BaFfnxTPLwImnLMh7el2EHBgf9VeraYciPsAvjw6Q7DX2+0r1grnIzcIVhug4IzWAo3Nk3SuAPOhhvYTriPqHOCmIBJYi98wANYq8MDW/fBxhxZWqimHUnkUevtuY9CDvqX/9lt0XPHg6CpAnHEvM+G1Z1YtEbwLDRxJr7RZSwqsCnBT4Pv7VaPzvhmY6BGB3O4Pt979/cBKNeVSJEe8dxsDX+vXZ1+xBvCxgos2rw5xYsQJMbxi2lDWmRBE4cGcjAneZ1Ssh0VVgJuCOQSG7tx2/KPrnrTIMWKVmjIkxYHp8ClqP4Shu5T2FeuAsqaE6hA0n6u7vJa0a4yf86fV6ALHeVOGD4qqADcFnbW9BOm/gR4TzS+3bWGVmhJnAJup2xjeB/3Xsq9YB6imhH4wKr9iLbg1Tig7TdQkO/CftxuRNXEyb+H4wVAV4KZgDoGpmurf9kX3YpWasq/tLyS7b9zGwC0w5lBODVasA0JNsTFwYDrSmR8jxwWU8i7cO8LbPzSuoF94WUf+qwpwY1AowFZdZDfNvYCsrD3PQRBWqCmvR1J5wpnbEXtuR5y6XcXaoFwF9trACT2TffZV1qDizG8d4YGd6sC4Tzpw/VAV4KZgrgIk8+HLZmwmvQuzK+wD1AiY+g//+S7A90H/4VN3wawdUk0hrzm36aDxMOmNs8Uz4YOICfdX0UwlyT+Pab1QFeCmoJwDLDEY2PyfHg4zGJfjG8cKNeWd0Z/he7cETtwKmDb1YYDrBpsDDIItjGetTlDNwVROAbYQpg15fzn9MgpazQvzYLgLBfjVi86lDj+86FreHv72rRsqZmIOgfGJ5ejT9bHOugcr1BS72805MHvoH+xpaQ7TfHBcsQbIa0qsDH4g+4HMervIAONKziaDCu1WYvDmjGr10FihX997cZQdevDFi/aDL7e+/ckNey+A7/zkljABu4Y4v+Lx6MWLnwLdKsHbTvExYq4CRCHugAQ1ZMlfBpxh+ZoyJMU5y+Fz9YfbbyX6w9dofy2VwQZDc4BxGsR+nVglUE12UFHm/WamACecTJFgZO3SALi3Xj0wVpjZ2fvli+zQg6Nf2sXzx1/c7/DND1tb373qVYm9drOQ+R1+COzKTIHqvn/xauvDh2iDpGW94biGwDj5x7qL2tp/b8byCvDQ10CMA5tpmAbM10CIOg24XmgaEpfzl+u2rGXCOPNh0IQ7UgfSBMY0C74abv2wggIcvhGb+aEHX3SIbPgGnEe8AjcJPSqx124Wcr8/JXb7C7XeP0F+R8HdskmrDUe8E2QGtANGm7b6sXxN+Z3sFtiPX77ia/fH8d8Oo/o0wLUCFKAWea0jNNmWcReYcWfuEFirwBKJmgKUX5zMGFk8MFaY2ckVIAabL35CP/E9juIYGn56w56D+JtZ05eR4vcvjDVlc4RR9BsE98BmR3FncQ7f0OLV32T+8MFKr+WX2IlqD77+8hUGvV9tbf3sCSGb329tvQ5nipzePWev3nyPVD4w1iMk+AOO2eW8evNKDmUWHimuIzAt7M3Zq7p8TfEnnjrRAQdm/5pmt9KhvhZurYCagt5Q1DXx5Y6C8Lhbyo1dwIUhBtSB8jY06YcP6tf64WYK8DvSGr9+GG4NKb6OyDQ/uAKcfKThDZgkqcV/in5cJYLiKAgZmGNUU44hzh0Kux8+bB3Sz+EvznalX8PPYYrvuxeTv3xniR2GFEWjcYz8N0b24SjmbPgGw/WjF/+0ZP9Cf//zU7yc4RtYwOHwTZ6FR4p5c4AE7wfWzPUMLF9TONR1niOmzSdZjw8L9sPhSvYVawLUFG4GcMZShUiNDQAvzuMyoz2GB3nCLBrl0ZzXDCspQFAK8cXQhNUbKC7gu5/GQxl3X9i17r3g1oefwTnZfOFHU2BHv6AM936xkABXSY5ewOBe33x1Sq46Ai19+AHHNM2X+Y34oIwcvXg1QQb2fvnfMRo3HDrt7rkSNFfkbO8N/ZIsh8isch+043c/mbfXyAc1ZpGFR4jrCQzVuhzaFNV8+dliexaqaM5MTnRjmxuUnX2ZfcV6gDVFG0JtEYNWebWYKwAJsqWEI2rTYEuPHMeB1Wl+uAfBov06B4UvbCNDUoAaiAIQYNJZE5viC/NzdjZ8w8GlkYpwRDba5UJJsFbgP0zVfaEYESeJU1b8/xCZMvebwDhfMx9UgGSwmKIZXr34mSdfKEdZzuSqL7IgAm8ZiSuVYXQVD8csPE5cpwBxpR0FmFfYFcYKvt3F6S8owK2tb6KdUBXgekE1ZTD07aDsBYt+cdJ6f1YJ7n2xf69MMKGpsiatIf2hWq+iAKGadIDkkg0Ig2PFn8ZSbXEVmKux5j3qMeFvGnaiODymN/+XAotm8OVxjklEHzA43Xrzxd4vbjks/GbAOTfDAP/cY0BLG7A09t5ov22IXORKJ2VMXoYw/YUcB1n6h6WCUNSH9PLm+5iFx4prCYzT1sXyXlnCK9SU48RyMoXl3u0/uR1s6VCXgdcKqikYuI4jbeWEB/1XdJIdUCHqlUr0R65EPWII0OH8gA+CFfp101Q8uAnKiuzwAUNgbTcJ6ozaj2rr8xDE8cUbk3VuLVZCYNlnXrkAwdWHrY///AKjYEESTn5bBBiWlyni/gKFGd0tvlc2rvUDhsRm+blc9RUUIGx/3rVUMi358Z9HpOLHjGsVICt28RpYXLsfiRVqit4H5yTHL18E0eqI7Bx1EWStYPcC73D1gkfSGGsHT1RLypbXxWDITaU8IDSXjGHHMHNW2B4ON1sF/o5McfSF5sl2/wn++kiLv73wVvQ32Ay480+zbMTOD38gIGxERRYTuevoLVShrdVqnQJxbn3wMNBrP0kpApSYmd+Ev/m8I0UcyU/TeYRpPF8GmXxg5N+9Qj4tZ8qYzQHC319AcnsaTCuVHXNlBMgCvh81OgTWro7cBF0857IkwxVqytZ2wXPpXpBtt5HztEn3iFSsAaymcO0CdUDkx8piKhCV5Dr+g+pTUA2U0anagNloFERYVKqHx40UINUbQMLiROAHCChuL/lrVGff4YzLDx6ERAKImxDiJ+dFGL/a+uGj2Xmcr0GAPIq4PqRNf9HvF5ykMzt5dLNEHJK1RQ/ANtMEBan8fUCDY85Ad8qYvrhs/NNP7hWpfLf1z++SK9K49ndfc3QUYHu/M58HPUC/H1EOdVaoKbYTkCyn0W4Ser5D0Oivwa9ZsUbwmiKqQ5WAKfLXNTsADRxIuE9+qUYpMOtY+zkyD41V+vUboP8mgzmQkrt2/eFv13lYDFE2dvHYl0C6BNauyJq30X1L/VippuyS4xzbbkfk9ldLV4qKO4XXFN/sEtjPTubsk4oQaXI8Qdqz+z+0CoxBcXuO5eGxSr9+T/gORc+BqUak8/Eddd/NIfnYizDF+IjRvRNEXXMA53a4CtzbP9PnajVlj6NdKb2DgueG206B0zAxWLEu0BwgeCpsd+E3+AsHDBIK/ipqUALrEp8sDgadlIqP4+oZgR4I6/teYNtu+MXW+M19jT617tyLe8vCHeIaAuPTsOzxbW1o2mawNVptrDB+/f7k+OX77zsF+Pr9Jex3H3/BPjmEmhLu5pD2Ew0O594EHMDNBHzPPsO1FB+fOOTGNcEaK8CKW8U1q8DgP45veqd4NBNea8qmwGoKKoLYKzzDAMTFPlJOfZUkA58uafeS+FJKwjUh7x/3PAdY8WC4VgHi09M/02oyhnWtKZsC1RTyFiUgCCxQmA8Qks0MNrNtgPLTmjIsyXAtUPv1TcFcBagJwJ2J9m91gUo8qTVlY/C8CQQn+oqj3sBm125oZi3yrjQfUaznRujar28I5hEYx74zpmf4RF8t6604B1jx6ICa4qQ3QJcYx7vSdTzOFXJ0S3VJ84AB84I9GGq/vik4n87ZgcXt/drh2jMJuLM1noyrAtwcnI+4IibFxvkPrzXsJN3U/9KYhLTSm++rB9aQAqsC3BSM+JS3GTVQyx/ot1FFZXRrgObBZAwXhK/YCFAB2iZoLoPAQLrjwq45b6k6dGGkh+Ev9J97YI1ac9R+fVOAfr1/kAugxvKtcDSh75/kt4OwRqPLrzVlc3DeUPqJ7rg1lEfwYDY2gCGQYRcIGPe+aFCx3qgKcFOgfr2/3qK2w0ndNQVgvnLHGsxl4K1JrSmbAnZ1YcVXVWYyVP0wV6tDs5lN9cfqWbZrcDZhPjBqv74p4Cpwf49srwRWxebDEHYmNgHklVy1GZW/1pRNAe8EsSqxpe18/LTmhmHlpgxmBafAdrmnGWOPB0ft1zcF1q/31kN2795nUway7w91mJV5rBpdV4E3BaopJgE5MwxD0n+OUF9yeA3S9KHIMH9watf7mqD265sC7QPsqbeonJoAtN6akz5JJ8qOYWBTa8qmgDVF1QB1YqiqkUk5mFAfYNs7mCBzqtawnhUqMTevE9b3XuCK24UIjH3ypP30FdZwX69jT68RsNVYoz4bvlQC3BTol95RXQD1cVOf2QsyixR12gZ1I11QZWxSxdASkGuEWq03BXoajJ740p7BRm0OWwRZszWGIVGalSo0PrWmbArOR/aTz3g0EKsEn2vVy2lkPXad+LeBhHWssTatHeoc4KbACKzVnwu849PrqU33hEpLwDtvhx/WmrIxQE3RtG8aF+g7AGOE4YBPz+3CQtAFXnIPaysAa7++MdAcICd2wsseIlCdw4YFVuyduH3fpnO8Steasil43qAO8GdXTfCfPwcf9sd7h7pgCK4eYyDh7iFsn+91QO3XNwVJAbY7b3t6h4MMiAO8oMrSo55rCee6CrwpQE1x8vKVjnZ/yRo07mM0zp7Q2b7dkkBFyk/XCLVf3xRIAQKc4yt7b3boWvLr6ewB58NaUzYF5yOOFEhYYDqrE1m1cH7zKb4SqEQAHdoCMQjCtUNVgJuCSGCo1Zzo8zNgMJFFXsn96O9woedJ3S+wKUBNUR3hiJZMlw9fYcHhAv56Xh9jqk8O4k/CjhhGdHyvB2q/vimw3V0Aqmm27gtw6hp9N6q5ueMfBh7wb97AgLWmbApYU1AZWEN8aOA0pnN8yGd9a8Rw4zf5sj3NsrOuk4BVAW4KRGDUfey9WbFjHeUZOFCVPK+4NKY9g3UOcFNgXZ1WMjiXR/kve1QOnJIPNSnc1XQu+/jdJsCqACseGGEO0Kqz7v7wTpkTPviLVVZ1FV8gP32bQ60pmwKNFVgHyIC8EwTMNuT4gKNf1hlY49Od1QM5qm7hv7VLkB2uG9cMVQFuCkRgkeS0l0ud+45e/CBz6qTbN4sAtaZsClRTxFc2W6ydAxwjcK5Y1jZETtXFwA412IlAM6wr/9V+fWPwnG97zSHVxz6dddymesSQONpu/q0BNaC+gVpTNgUaK2ilAwdu6MPXUHWElrA1outwGp1Qf1SR8iU1wmvU+qGu7W0KugTGeq0+Hh9VaVZaCkIhVW+ry1UBbgpsrKBbIPGlt/xyuKBaoheCeFVpqzzWnDDytToTAbJs2awLar++KUhzgBEa+YoF04wNuurUtQf5x5pea8qmwMYKkbA4/KUM5IygL39YjWgvA3u1kfhrj48Htsa2fqj9+qagl8A0quG3qjQ+O1z3kymARlbpugq8KUBNgebTcwA5Abhji7+iN8lCmlhHWpwGmsQ3qwrNOkR48DVE7dc3BeejbFSbwJpqi3dWd2HmCp7mbEz++eOzak3ZFJw39utzFpB/3DHAuWK60YU8xyFDi9TMw46qUWd+kOvAblovVAW4KSCBdRlQ1ZkKMFbPYTCiIuOjE1JgrSmbAuvqEr1RAGohGGb2jTyS5VrD3MBw9NKuaJpLXEvUfn1ToDnAbjdMjnMFCMg5nAg8kW2tKZsCny22usBvqDeuA/McEJOZNU0Rxoey6874DaQZ1xC1X98UGIF1u2bWXCpA1NzMEfaQfeMw7gHqHOCmwLs61AijMa6UZQtlskS9sDm/CO9EOUuoOeU2SrZcG9R+fVOgJ0KHfjoD+/HUvXv9ximrd17Fa03ZFPCtcETsD7lU5vtEgVBV2jRnp5R6aUTh1Sk7rhuqAtwUBAJLdVNQvbb5HYLHVl31nr/WlE1BqClhYhh8xn2AXg9Ei2S4UgDGnhUuOTO2qtvaofbrm4K4D7DsuDWRwxpuxMcz/I+17mHLv47bqSmnx5+ygfaKOD2ZHrpxRdw8hrtBu3iejUb7u26+N4TZYrCcKgffmEABaFxmtQeurZXeoPpgva4rvn2o/fqmIBFYVnHD2pw2/yWosnM1T/LPnBacAxwej0ajxv+P3TJifDzdduMNcNmcL8yiyE8PgywTw3z0x78iWsUzPG6aZlr8MveBOFaQ5mMVsek+lZhxG/LUXtb1fpUThoErE9aXEK/+fEsVoWLNcZUUXOy74zM7uNMfB9rTqlUnpAQXVYAv0Wgdf+oQIFxvQQE+a6YLR3I2bV7icPqpoKllYpiPs2bavcqVURbPxbQ5cOON0Lr46xDHCqIxzo7YYFjzJJ49PijLTAHehWq9OHMy472T+MLYPj9zU8XTxii769traFaHe3Zuea3Ft3r0pcYK+80MoXfcfHLTDXDZ7C9MX8Pj6fdbW6+nzYVbCMvEMB87x9Mi5puhKB4IwFuQy+C/prz46xC7Osl/lpONhfXlNcdFYQavTJwu7L56en3xcrmyqXisGDZXbiI0TsmHvZzRiTW6eAh6wFJzgFfNdn8beHcbCvCgWXYG76xpChG0fAz3g7J4riReb4zfp+XFX4ewCoxKo7uCAPsm51klwXdHAXrGJQBbbmuMy/MjN1U8aZw+L0ZqGPKWos+2LvALH9Zf/OvtsGGUvJICvLhqRs2BJUTz1T4lzp7mCE+GkE8j0fJwv5guvNg258wncfYJkV2hw75snr+fjkYn+eDlZNTA11ARnox2LxGQ7pejBsPIXXwjbKKBj6P9g+ceQ5YGItn9NBodjz2G7b33zPQegwxPr0bNSNeSx4+ID7ZO46wnk0jZH17SVIyxitRiNEAqHsflaIrIOVTfyZP2HObJZEWTRR8S3+VsRIOc7Zx0ctMLdXXeOSr6sCEQZ6oktMmen2G+uJNAGwbh7N4fAw7OL91U8aRx0Zy4SWjN4fDUmpJgwxtvA0vOARKTb5rtP3B82agNX1FtPZMZJ4hN84RTUNVZM30NNwi0bCByQFc0WTZVm1GULHom4/Rq4iYgyzI0Hc80ieYR0B3GEQgQ4XCa0kAMyo1iSGl4wAMz/EkngPIYriV5Y2hEhPj3/Fx5CK6/U8IR5RxhJzXLhIoHn+1ILH69cDzuJH0QTX9+Fb022/CQog+Jx4vvy00f4hwgX/LBmmD39/I8TBrzSdFmEvgyEHao8J5vKU3gFa4n9s7zkVHFk8Vxc+omQftecnCfl6y8imfV2IzL3AkyhpIBz0F4oaWeNtN3W1uv1T6HSeKgAYOQ9hu4Qexkk13vR833aDLTOIo2n0ewIAPgMtDeES/EV7ZEcGnLpSBAuaBbR8OH+6EWEsCwiDMBPr4sYrA0YAHC2R26C77BJIgHI9H8WmAf40c+QxzHf2Ii8IiYhs+hgU/pY/jpvbsnxNRiNCyePRRPsQq8b53WrpKISVsOPZkpZzYQhQg1/MKK/pShlPiZCpTzoO97c9NG6ur4AhDJPycwGzSgnEsFiMoEF3713gOy3th+XjSMiqeJ4fnzohdGX10s1oEB2XUb15k96GcwdjOw5BwgW+Q+RZ7a4xkFFDPwzqyIfTZrW46VMcBP0rTd5BuIrC2ISidERKi4rvL1V0REnfmW8fsa79X0CspW0f3eNP8hb45ODJYGmBWsAlgMr5ops4Dx/CBcC3ycZfGDYGPejadi9qfNLv5hHmoEXSCkpmhwYTssHkrmdyL5AJ8D3LfpW0/acxhLCVlEBkPRCIoe5eeJ+8Uni2uQFOCOFCAqhdUCVhoZ0EsWCpAvDuELgVsrI8lLYb1eeHb+zE0VTxi751RaEXzAb5i2ZuVkHY99ulV4fGBgHTb7ZeYAh1dUMnv7kBwA1M0FNKEyYBvd9o73OSsHG0gYiJVmmmamECoATX3vmMM3EMFeUlqQQdrFVyw1w475lAJ8Zmu8SssVoPRSwmWj/sD0aEyD9GL8YDGAORiKsmzvuV2LBuvd+IFXI2UH5wQv7wKyu7m6KLipTM2iQbhBUTwOL7PDPGkoQOXQkyEuYhaIFP3xdGSJv7LL6M1NH2JX549xRrnqCIuwbsbpPjMZOPmHGtTiuZSWB1tH7LWkQcWTxFUxAobY0wM7bL7Gaye79/AKOHy36+xyCpBTfWqxAMVQEEonlDsYshGSX5Bsg4PpFeWPAaHQhNWKL6LPt65fDJBObH4mMx0upyCh/gj6Tmkd7lNsuZaLiDFkuXkbhaEMcPcLgK9huBZxontD1sceP4rrGwo0hbHMS8DCJ5cfMnRTYwmE4nmZzQEyYRKg03CRtJeSYtrNi2bXrRkQyltBQwRbB3BbYNt2WAUmofmQVpnSizLtfNKZ1Zv7yGd/rcx64uT8o5sqniwOijVgq6tkuLh3AX/s3uXA2op/3Q6nhWB5XeppMLbY69zA6SqoFJM4cID9NoarNsN1Npp+H0eRRL5rDaHM57uktIBnQQGG+UTgmWk6SShXg9pGZ+EiBzgsBk5VUnGGNBDQCfByRHdKVzR+ytmQPPiLMiypzeAAeaUU2jsOMTCecp3CASGbpRajQZFouq9QgMP9KS0DOXrStoGxVUqhaGDchkL0yUMmDlYO5G0WeW764V2d6gYqBA9WCThIsH6RDzyQga5Wm5StEu5lzTG5qnuhnzy+Ps9bpddV1s9AegTGMfgG64UOu9jPtcocoC05ilY0YYbWDtWEBsk5KZ+Ag1fjLgfau2a+iOCTNh4BYfqMBJjCQe7QTqrM1SDTcvrIOEAIChBx5mkchJzAAHdNsDEdyLIruxZFHdSmx/8lzGAWyzUGrDH7AuLPRJdHqdScszUtKsks0ZouKaTpxahUD0ZKmlObKZlUNH6dcW5T52D/mIMyN/3Qs8Mx/OWPj8R4YGEZ6Vn2JvkcIK01WdhG8rLWeHbupVXxVPH2+btUG2PVVZ11DUg7LuFx1Y8f2yYtnxKDy80B7thqJposmuP7hnoE5uMh6eIThdXlmNYScFQpEocBl/K/tYugrxtqIPP5DKGQn/fvJZ3YMIsl0yPJoGdT82pqkGaToVRGSNKuFQgxMDej5nJrbGkgaWvHMCCt323mUOnAJruWLH6li0jCPbtZ9rd2QTYSbhFQbjE1FAnDKBqEenloxZNgCpAXFZP+GCgaAbiBTcnQbEXDog0FFhPHxX/aGu/uXHRy0w92dX5vpNUHrxEiPxs9xI0xAt+u2keAjwXHz9+6qeJJ4svntpfXYFWVzzmwSpw2bsVFPqc+P1qAZecAeXip1QBtYEM7n2ppYPuPrW9woFHz+Wj0rTbJRwBwXy9olwsiwec7N1OBUZ9BIGUKENGM6MzpRFdokFNBASrO0XZspKbwEEOZGw8oboIh6qkrFMMJvYTNeBY/VdtQBLvvE3I0W/anV0iA1jBZnIYsNUTDhWtk8w8PBWSXFBQg3XRlcELGmPFgaaWUFU1WYMqTAjHro23kFIcyN73gKnDczmcDYRacz/+ZvfOjwN2CqeY8QhxenVPFVzxR7J5zksNrqOs/jW69KbHy4sxmAWlimzKMt8ahoi8zByhpRexuN82V7zzjFPzxJzrsQc01J7v7U9Hy8VQ7QDLsfoL7P7hqM4S4kU/O0rym9bH2AVI6IZFMAW4dfpoiKcXva7zZHKBUUvMxXthHj4HaLkvjmc3KMQXGEOYA7WKOkLxdS4wf9or/TJxDMK2U/d1tKMNyin34EaxkqYWpShOyB8/Bfsp+AHS0FGBejC4+id0rFKiS8aKhObsY5tcjoOWlYmnlphfs6lAVrCTU+7HOhHUPfkPvWTVibeE2wNaWqseGz6/O/ZaaiqeHg/Pn2e2O4T513d/u1TaOX/x2ELCjVkCcIA1LKcBlcOA6p2JNQAUYBwNGgPhCpfDawsoTnfXtLvOw3vzy/ddX7yoDPkkMT86vxH/2+4ZfecfYLfTjsGYdFhOSGGk0FxwszF09OfJiqpFwxdrAFKBXAFUTqyvOcqwrnRuJgOtJcI0xPP76a79nveIp4eivV19/zvqMCor/vN6yQu+Ec9viiqFMofqsDRjuRgFycKYhasXa4HyEuoERgurGhHVA9WAcagPrTWDDJ4Phx6urvx5VCnxSGF5s7z//Vj/qAAyXPfCKdVqze5HijPnS7SAFyI53owCfNcdcCKhYI6CrUy1gxbHVjXhKkBtjx5kAm1iZHiX2vr26unp39HklwSeB4ecXJ1fnX3PNwIBOu+i3/dFGyYbrfmE2m5VAFQFV333c2RxgxZoh3QlCTuPPr5oiOwJVJO0ceEo4/fjXK/4df41vx4f//nCMvx+O3x6/NXz79uPbjx/ffvsR0NfHr/j31cFXX30pHH15ROwe7X4BXPDz/QX+gFP8vT599f2r01evXwlnr17tvdrLMORneIiP/hJ2hpPhjj5QM1ykglhBI+bXYDKe8JYFfvu1oPWGj1x14PZOPbWCN29bNBYpIrf/CKRsGThEbvB36NkL+M+9M+Sb2Q/gJZ2+On19+vr7U16ngOv+3xcoAJUCcHSBcjGwnKzAvuLfVypFFqbw3cl3ZmBp4+9bL/23+CV+eMufRH/4ffyH+it/s6+vvr7C5+uvt/n19ddv8/0lemAHH9emMvIDiyiA3To8+FlAqOr1vcCbgtjVoUKgeqACUAFmlKdn/rVRkuRjxenHj2hG3qLUxI5/OP7hh3fe+r4l7/Efn+/wx1YLHJD6RH8iP1AfYOyHP6MCsB+44TWJL3Lf2dnZfzqhAOS9yDyGneHgULuMAHzThB9Dk1nM7TLlTb/494MZJ4w0/tsX00Caw8mOMyLzEvJDQ8GGyP7Z3hmuRFQeL41UiKsFESawKC7IgrsXX7B8WExOhMQBv7768kgFKjb8DqVsf/hYn0MezKiQf06F/pMBH64+QMr/9ertx/8od5eY/uNTYMCDunxZ09IPE078+C0AQlbpqwLcGKSnwagmgP1YDzQMdsza9ZLXl4rbArVKf3nfMiwh793uJcVbR6yBwZBxIAjeTTCSBe0iYxCc7Ex8NYQnwbc3gLtaBa5YN2RdHXUGfnyvAgFZTaqoWCOMyXesqqm6Zh13XofJb5xUIOO5BUH9O9ROQXoepJW/qgA3B0kBSg2YIkgraKC/bN6komKNEGpmupcjoTO7B2Dcv8NNXXFnP7f1w9JPAhjdsgrw9NOa728+PbEHq9wIh5f7N3iUyN7l9pw7c/cu9699csss3KT0ratjbeHOAU6zoz4k+tvprUkVFQ8P3eZB1ZaNfCOZzRq4wHqgVSE+DQZmf7ARhz0I4IflFaDezrEgel8ufnz9c0tuhMvbeDPcbjNaiKTGvZc4/9ksiHtlcj2eLl76bTzXL81fHR8yIA5ei7T+2+kfKyrWA2NV+nHOf3EMzHVwN7Zg1qQ+Wxvv3wu45CrwpHi0HXH6j1lq57U9S+riU+7h1J8gePvwdLLbagucfipeHzIfu/nDrOfgVA9p3ro4LgjPbjaehV17xOpKeFncJ70c1NWpaFgztBLsL0PSxHH/InAXvYVbUXGHUMVEre2re3Dz1x51kHt3OehnGZZVgHoec4bfm9HMxq63U4MNCna4q1dWh3Tio19K/N56fch8gKQWG6aGSyyuyZ8OOAMg15WHwO9apb8M9DQY1SNGAf3nj8YPQ9+qACvWFGrQGAYXPGet3MYx/VUXTinEZGL7JBWQdd0PS84BjvUslgzhzRQz4Q+funOEp0PPUICvWq8PmY/dPy+mAA3tV5Pkz3XuYnc0QwEeXc/QHf29BNjV8WlpXnO4/CEmDKVVpwAr1hSqmRqz5JAt7dJKXgt+Vwg/3AlN/uNo2BwdSyhAvsf7al/PS/4Tn1nHRw1BKgGj3cwq4BL2enevecgtty5HuwcwFa/zPkT40SiL4Xikh9xdat7/uLkaIg14oQ93mqQ3r8d0DprnB/uj5h2jVpSeTz5GL5+wYxamo2Z77/02Lou+93Dql2AK8DUcePZ6O17aR5gUtdB7iSDEqYnRC8RsLz7fGqPwRmaGd0QQ4hZe8wXo76bUjePTPFAyb9HMN6zHQMtCd4Lwx7cKYCtk2Q75vvFBDku4rD0VFfcAr5lW92I1lUF2MwcvobYa6+Gbi8MlBy6uAC/9xTx8tJ095xMmyBkCgsdeW5Y9945PBwQ7jGQfFJFZ8mAB8+ZskaYx3u+aiBtecUi7p8cnx2TNKZdans73JCVBA+GYqZTPgJgFYipRdsx3pktjSQG+1nOo6VOxwGa4/2ea4lPr/RLNPU0xgtyYkOW24SNUhy/thew07zKx359nReWZk7a2QFM9Qj8367KQzk0VYFrsYD3QMxEMtpg2qyZVVDwcjLC8h45bYThnbVbhYYAdyJm3xjgXDvhcGPwNhlz1o83iCvA1Gt8e6EgPOiYg4aBY9nJWMasAe3fvWTPNVx/MEh5P0PC7j4yBQ4ruimLxTJLxIj4y2dKwpyo/s1duCGGofSD/9i1YgM5IHNbwAV7ZPmRGgpJEQPimSjv0J7PCjJDD/dH2jt4IPDwOMadLLOO2c7u611O+yOPCzM0U3JnHLfDB/odbr/WOEg/UjMxjNCNK+EFnkC54WYR9gOpzUHlaN5Ff9/TnzgikouKeoGra7ZtRIY0UZtZM1Wl09IgAwdXHc4sgbRiS8S68CuxPeH6ZZqH2p2if5YvZ7EH1DntqMxpwzg5mCTXJ69mfpsfZO/IYLskSkEH69qcou49nU+728zcUC2Elwl4BF97IS/TkEwD14XpeGT1n7yFR9FBpF1N7qXnIEVnt1Yjm7CXkdjXtuCEdv7d30wHQj2cDsKeZIf6gLsGH2eOywYvMgx6Ivf9n98hAFgEu6AzXb6Wf6cZlga4OnR8rAO+TRx0ol30lBtu/RoZu/auouB+o7tlsDR/7EIBzq7Bzqi1kI6guVF4/Ugjio/OFFaC/yeJYGuTweMphG2ziiqdbxeEhbPRejdaSKCy/pM7SCPVd8bY0xIBRaXjzGQB1+ftwun3S/A7FRIqRD+2jgSC7IPGk9dSQji+C2OtLLMo/v+1kQxwDf4jCXmXnV+XRQ3wBIj4kTeDakOLLZnp14VKUCJeYC1+ej/4jvLWEjhd7mTmP2yDvViYp0OgivJqY5sk3VrDL7MJs47xhBxilPxRgNgAO9Wt2Zzprr0FFxV1DLU7b+Hg/B08MoQLPnAPUtJ8MFkoR0UgdiMggBZrntLsee9Op1JY0iCatoJBAFUF4WbMuNvn1yiN73Zq/Ba1Y1AwzYSmGP6DddpuDM3ykoIIPcgFXoy9zPRTmAyWk/PUlHiDPZ4S9itcWcE2tZdHvaq5P84y/g5NlrVk+zvrxnXgOF7mtlwYrLX/3nE7CErTKwkuKcRsQyfb/4gbJ7TzQ97nZ0uFV30gBEoG+0Qv6NkBD/zbRDDMrWUXFfYB0x04766NDnZ1Zd0V0Bpvjxpczou4XniysAIf+GlvuRBtq0gqa0Can2EyH0+kVrTL95hqoJY9s1gw8wny9zJY8SAPtGC5G28fQae+aEwZishh9fiOKPAPpXBkrGDwjQVxe9ecz4UBZACUxd8F3iB4kNT2F9CNFtgLu7o+a124Olzgq1eXvVJt2ofA/bXajWQSInsPjdogSwbJnUTbC5j+yQP9xuD/VKx5PbqAA7U6QBNSFnNOuWQSOwrFigxG2jt4zlOiOZvJ2crUnTpPBj23oBhAcY9211qNTXxBedA4wvESNos0nrfY5L+cCz/WXrAJcHuWKKVjaFF6hAF2iFTFg6EjfJAgIpjxZiTajOkeQYfZSNilAE17wCUprCVH6e46iMXqTAnSZpuhBUntUhGBOSFYqzoScEf31wa24JSsH+1y80BTezpabNezeHU0Rt9ZDAl6SAfUM7RBoOh2GaUyaYW+lf2MFGEtsUN5DlG4b78c49lQVG4sBGOUh6oE2+tl250IARnN/prjTyxVgkH+MJxg1Ebg1XXQOEKINTZSrwDuggJPx+KjhNBu0ydV4axf0czLeolVapbRJLIgaeghZNcuDkbgrnwOEpEMMfPl3doUvNVQcKg0yj9Kwl+ZegDNEEA5PZ2Jze5oDBOkhALgm5TPFbf5AqlKA8BIuoYFvUC7SBS+B2CAVybjZK9GT3rPXB7fjNkK01WcUCbQbCg9mXJypS8R9nK0NZTe4mUd4gUczWwSI7B9xFXi3uYpPBF8ctgqszk+gKRWHTwHOxnx+rNgAcPH04aqBkVxOdezDg9GPBVilwX+eZRGTsR9NdCI/Ln4v8D84ShtpV91+M9XMGN8AzM1qo087enU3rPbTEqnJI5LYiKRisPUAk1+FAsSIT9Er0oDdkfTgpVZ7odNSslKHue4ac8/faHtsb/e1OUC9wRxRMlPKZzblaC8LzucAmQFEP6VA08bA4XORJF/OO2LUjJDRiYAFn5s7Li6RxEsdpwxNzV4ar+Er3U1d6nKdfiCuhSsuhdAj0vBAut4r/GgDy4RKH2Wdy8dFIQWoCiCUQwO/H+QB63fFIwDqR+oz7w/avxKqbqyzRKiwPbmKXbq72VnmEfoPFLrwKjBUCNrs8SdO24X3dJMlMESjRBpCr/DN4LIyhEkser4MzG0KEPKLA77ixmJG2ooBjCOOeyVRVyYL+Wi2EXKdhDlAyr5uPlNypgB9ZExdS98QgfJtKo2akyLTXolOf3oJeTZGDyu1xSVubb2dXpGjEW56JfdgJnMi7t9xQNyBxc7AaKReZUUefXcPkosRHIDN/4HSxy9+MdWdK0tCCjCVmNWccB4X19JFVFS0QcZ4CKhWWtJZF00Lz0+3485GNFanzYtGwfhMSJAcID/eJ0Jf5rOFTwDD9mTjLUNdXbtWGO/xUeI8XrsSXFHxQIjMmyg4VeZux52v6cVxDQKootv50gpwvXBaSsXHjKEe5GV3i9wdqACzWmFGqxusCjotfFRUrAesY7YqmljPxsR5PY6IT/gw6MznrRAIpjEUIh8Zvcwc4FqBY847pYt7xB4Gv5rgy3eF3z7Y1WX9pBuZJOjPqtXMx2pUVDwkQG+omVY5YxV1g1XkoumE+hz90BWakGdWx3UfKO8JfqwK8GD6KVsreeQY7m6DA4vnxt4BWvsAvWrY5qrUf94pB1dUrASQHKqo1dJYV72q2rlXZ0JLJmbyY+GKAHoeAkIOJo95DrBiOaCrSzzn4wca0F+6/UNucqiomIO+mhlqsIgweaCsC8gsJQEJuIYenzM/j3YOsGJJnI/yEXB8MSCGC9mCWTLNQpWIFfcP1bqs+gKR3KzOhnqZVeYcqdpq6cMACTgcLXgvcMVjR9nVpQqRTRjHOlVRsV5IlTSgVW2d9+L4F+RmBgPO5MDb32RBMIqqADcF501eI0I/WT4UcGF062NFxd1Bqxpl/5yqrZShqvEk6T9t+MugGst3ZGb2MA3rHOCmoOzqrDLxaUHlwKIXle4qHhYTPrylqKm5wJORlXQnI72hcWIEPNl2hxhQ7gvfC1zxyKF3gkSoMg2GachQUbG+4OaVsqfOO2Xpw0Gx+482WQCc7vDhBzRHa3pfcR/g6Yme5rKZuBw1V/FxCIZbKY87LtRCAbIX5K1As+aMKyrWCayq5axeUW/pMCkfVEPPuf+dSezqg7XOF50DPOYL2fzveMueO78sjvO3sq0HjvU4wKXApyq0r3618mjBn2Nj2OV77w7yl+TdFOGdIAS3Cmjyr3wqdEXFesImauKGLaCst2gmBT3CfZxbcMdfFI1+tDgXVIBje0OZ4QRttfflu/NxWjww/1pcHN89XZ4Wj7BeCLvFLSgXx9q+fG15nM7b5nz6ic85BIs+T33Y8bQ5OJzaMxluB6Gr46wfxZ/6v7Rnfh4W8VNRcXegAOQxbWEp5B5qaP6yEIL7vIIf1HaOdEJd96N9L7MKPPkmPLjuIL6kbRm8LJ5fdQ3aTxm9GyyVJeGYj5kJ+N0eKF2Ktx4Ef734vZnqlegHOYvqtXZvb7MMMgXICqFj2BxaUbHWYD01xhnwHZjdpTswZKubjsu9vOfXqrnGPDzyxKl0qVXg+DLHy+Z8boO/BfiDqtYOxSOrw8s+rlOAr8rHYpcIkWAcnehoZx8hDqfZq0NuCu/qUBfQjVqNmLRuGq+oWFOA8HwnnzrvVr3V8m5rDAz/suCbgAM3IhjtbOLbvC+jAPmQPXumAhTP++ej5p01z9PtZtRotuoSbRknxzAnS8dlY+/q/TgaTd+mdn052n32p9HIbManV81odIBQGGkCxaRhdGOYAzh6LEwpnyw7bq7sZH/E94v05e7jqBmdnMUsjU+3YZFHDcccTLqhO6KAa5B7/jb2XT6wubc8HPa6pdGFcvAJOZhcNiO6H4+2d/xKL8iiB1NciUXC98Ef7r+V+VYQ7gUecPhrVaB4xVaGLOsVFWsAozBnOFTgSGkC9SDc+ipzSyuGGPDvy3/LrALbg5OJZ2q0vhgANpQZDdftQSpuyhSMPcBFj47O3335keeIgVEN+RBl4GoncEvSTcGNj0xB5KSUqZ6pzHh5Et+QiSGlgh3p0cvBOc/dvl76diwLEqBPcPJh/B51/s4ie9g0okDScIY5KDXjLmTSE2n+lGcoXXr0F3PgY2Y+EttfRvd9jERJH8M3BGDfb7oivKsbUvVZ/cHYQFYVFesO1dTIZeWDWW0ep/fN/Un++bdFwQDe+S+nAJtte5+3Zqj8G60bfDPcH4EfoIT4QHnwl0houB/EGKEnRJ+x+Q+PSTsGBLlUJM/4SDxG+FpPfIfHxH6APS7v94ZvDUIYjEN3i+Sbb2JK/qqRfa65hIyE3B1u7Q7P+CB75cEeWo0oOlHTJsDOTu3x0MUQOGQSxAYf0G8WW+fSz+x9TqF8mBWNmU/4eH2+4M4dGUnD97hvHdDq+DafeGNzgFz8CNMl+V1BFRVrDA1vrdYK2bDWV3NBau0xMHgyDHGikx0ZwiNYZg5wZz+8w8O3fei9Zf7ge83ZQcSooQfLs1E296UXaLwasX0P/5fbpagQNdShFCbo5Ky9CDL0tCGdzqAapyRiD+MpJe/2gji9fa03d79jOIsYD8M7PWKyiNon4hB1LOCQLThB1Pm72gzhVXQm6IZXWXkUl/7acwe5a+XjV62XooQrtbeZYOC+7ML0YmBXJ8mHC1M18HFwFzOsKyoeDKy4/PK6ia477GuOYrB1qwgneOxB5wXMN+y9919SAfor23zSn6/SONSYVuAQzwZ+bsnBXWIBe4HGS4xwL7KcelTvmiuGMu5gKOiifAIwvH1jz2bLRB8IMxg+1/C0TEnvGz7mOLudO76Ng+PLqeVBsaaozY9FLREpFNnaKl5cHBSgCzrOkR72ZQgKUBcDeWcDY7/ql1KA7uhJ620md4DzURojyHATARhjqqi4DxjXySjQiB6cK3pmQVmX12fU7t5KKk0I0gwKcrVV4GfNnxBeivD1n20KEOA0lmbBqLGCZWIBeyEc23mm1oLkOp5+ok4yhcZQQTQ5EKNOIZeYTHytMAamARnfjKZnr/TyOMQCKC8MxhfBEQewpkCTAkTUSlZKDFdGP8Ubi/8ck77YmhRDYH8dcrgISkX4CteeMpREnjhOhWBXTQXol2akGF7AfOvIujr99vmu0hKz7CsqHgrGV7FmBkPxKA8u7gVj6ZJDqjBNGC6nAMMqcHr12riYq4MSEsUUlgFBaW3tQpbFJQvXPW8pnvY1/cVZtN2oixxBhsHtP5g8k2GY3pS23jYvj/k63Ti/JniuBebhd84NHvhEoKK+4BXQjzSkI+Rb2WopQJepSbz1ZyhYuvBTVvhaPF5BdDxoGqQ5+aZ4M/LtIdsHqLoxcwRcUfFAmP1OBmuNoWFEX9rU72ZyW6C94ZzRjXzEdeRmiecBDq+CLvJ9gFQ8e/nLzFwJUVllOslhE25EPmFn7+cF43zaGu9zGUJ0smMyMGG834h4LqegGoRh8i+RHSTfTWnrd2gwDTZbuXP6IZQHZWmg1RKXZ9CwLJlcASJpzcopaVxzjwI0Atxh+RQpBpw6D4fyCVnhFXAiUQoUupaOUWbfMloKcPY9IP72GEMqsIqKu0bYod8Ds/c6G9jLe/Jwm6+95QO2kRTDsQCjiumsOgcoCabpKls33dplC3clVFoGSG5tXUAy7WbqzmUZtBCDU1C913Ir5CDU0W7IJ6NWSLpBSDF5helLCU4jCcB27nwIbHkgAUr8PWv+bJlCEL+CfA4QdsyWJV0qwKFl8o8Di7lTHgG8mOHWbnhpcVjvxkic7yN+zkiOmDRVod5RfAfIngYDnp1zE3CoXRUV9wvezjarWqpShlkbbyCB57ivFS684wNW3Odv9gnFdI/8Bi+rrQKbBIN04nQVXxs+akbbUA6RYiaZZcDec7LNvmblfCgNfMy0EIQXHRuF4ua8USaGcM4nMXAjDqiCF/Ry1Eo+AQNo34ZX5M70F5SmUhkGUfrSoubigw9ScwUodzjLfedK9ObYkcv22JRdtzwCxsfNdCp/Xj57GIEzSak9ODajT+4oGXkXyLo6XOGCArCi4h7BTfozen+nMKcX+85pDayH0HrmVWbbD0QSOXJJBejixCfhfF/gLpv8P6h4slk2s7RNHwZTgLSfZhwCVmJU74wTd7eb6dWBtcFLegzRAQjpbj6DBpmWks9TAl7Geyh6cmd5QEyWJY/6PU0HRoAnpQxL7lv7uQJE9kHZJ7wIE29SyH0Z4hZo+fMLGnIl+v2xJcMt0NHxzhRg48MIdqYYLETzPFzjXFFxi0h37XbBW4Aj1EBYhfP6yXVfjqEXqLOT9P6v+kToTUHq6tBHzrkH5Nr+s6LiAcAai/9YPfVUhLKycuNf/+pv2w7k6S1gKQVY8YiR5gC5chZqRJfu8p62omJd4FWW4o/yra8LhwLULGAPWvUcLOneqgLcFGQKMEyoVFQ8Guxw2c5Yi9ovf/2HAErjInCc3JkFhYMn91cV4KYg7QPMtwlUvVfxSMDNyyAtfHb69B+ndTgJOGMQ7HAnjoDNuNo7QSoeH2JXtzNrnrhnUFFRsS5A9dTuPd7y1rOHAbw3MA1oN3vMgJy41Gw7ASdVAW4K4hzg7C2Ac3rOioqHBqsnJ29AX52+2p/7R/kHbzP3eDmoEXUvyHCnzgFuCryrG0yGnekTw0wBONOhouIeoXoI4caRcKsKQ/jxkB4AM7vOMqTm/2wesCrATYHPAXKhTIYuBnyRTEXFmkKLvzxA7JU1FcLPjviTEpTf2XDfO/gbLXEvcMVjhro61ItZWwAX2EFfUfGQQM21XTAcwZqVIUxqUxkGB2nCGVVaTQBCsirADcL5CNWBM8QzJki4IGy9Zxv9/isq7hmhIoK/st462/qnN8G5i00K9u5yUAvgjXPwU+cANwXo6sZlzSnR9ygie9lqVYYVawHUXdXRVheeNjXo7cGSd/RIDdit0wBXAYcYC3HgXBXgpuC80USJzRb3o8V0E+4qcHNFxcPDGS2vp4NsROO11b7pqVWhA9DX0ysFYFWAGwN2dQP75XvRIw3Ll29VVDw0JPHS45yBYupajoH2YOp7KQiAjl3jYz5BuirATcHzhpVhKUrTGKGiYm1g9TH14dB/WRVl3cZpPpNt5nLbTFgG5ILgoN4JsilQVzfjVnHDuCUCuWLixoRlCLSi4nZhW6Djo1xgzNmOdZv/eTVWj7/DDV4xTHxZJqe9qwLcFOhOkNkj4D5oV31FxfpAFTK+2HqY058Rn/hOZw7r1fmkwBAo9vOwmNQ5wE2Burp5AhDVotw0wErjxoqKtQAHs6ioVjHHrfpZ0mEAtzsj1NBvEc7uo+N5VYCbAt4JMndSb+z9aoRqTolKiBUPCtGfE11nRytrq6wixRkwTp7s2MCXc0CJNuFvmbfCVTxmsKubJwA78PvLC8zhz4qKe0AgP/bPrTlrOcmqXc05/p1IAfI++ESPOKkKcFMABZht68vmkSPa7Nb1UVHxwLBKinrcvXVT58aCbQbkbI44E34y3YizOge4KUBXF+vFYDJuV5EuOvxXCbFiDaBRMOpypzpmA5ZuVR3ySYEa02RPg8NpVYCbgvNRVmV2up1kB7mHyn0VawJURfBW30N9RWzGbm1HqD5oQLkV790cVAW4MWi0EVqgIa8GFRWPByK3zvgXUJX2et1xhgD0Oe28669Pg9kcnDfph+fqbk8NmoVuZ1tR8VDQTphhTw+e1+ieMfDAd3W5k8z1aTCbg6yrw2+/lAC0mlVpsGIdMOOdIF4/g74LHsIp7Id2W0g5+VMV4KYgvRVOjLaEAKyoWB9o/wJnANs1uDx3neeW8RZQ6MBcAW7VJ0JvDFJXxzXgRfiv6Cm7Fa6i4gGwA/kHEdetjc5xBb8FpAFPpv8URVWAm4JMAY4n/U/KLdGqYvUNwhVrgcmAj3MBj7U6aD/1Q9zsgqNP/hnK5eNhnQPcFNy0q2tVt4qKh4Gtf6A6tnpoPw22rgSJ4qmAg/K0KsBNQXwv8DJQVcnrS0XFg4MVkv+tZ3fYIYx24zpJ64Z2qMF8D3V9HuCmgF3dMlTG+qM6VMe+FWsFuwkERFdWZye8aOmG8KLMAJFfosCqADcFvBfYjQtDdSj0pBUVa4H4+q6yPjvhRUvjuPDImFCLw2l40kedA9wULNDVZSMDQedlN1tR8eDQHgYSWWA1wRkt1VdV3/YT3eL+BzdUBbgp4BxgqzJUVDxGxOe05fU5EpsfZQqv/wDcPj3jzZ4MXRXgpqB2dRVPBuQ10hff9eHgk/6IZDMpH3zgyFQjY6nNYlNw3nSGuC1kVaOi4jFgJ1XaQHzpQW+9L8Us2sBgWJ8IvTGY19Vdw4zA9T4qKu4Vpu4ix0Wxl1iv947h8lbgqgA3BnP3AVbxV/EoMYmbtALvxR0uMPQowBb/1X2AG4M5XV2VdxWPDKQx0Vtc5e1UYlBdz1NTkzdzqwpwU/B8zi+90LMRKirWCiW7xTOjOBOCXQJs29RV4E3B7K6uPSqoqFh7hC473ugR1Z4drVLzu6zd7YWRqgA3BZ05QHWR1l2mcUFFxWOBjVtK3gNkG+iQJznlZesiZqoKcFOArq7V+QX0bJaqqFhzgL+KdeBYubk1Jg5qOl17agNmqgpwU3De1McaVDwdBCYL3XekusnWJGyKBpJJSDeCOKoC3BS0FSBrhtWOwrqi4nEgMJ5X38h0g2G+qAdf7iK77NYRQ1WAm4LzUVWAFU8L+QA3MNvE33/uaD08P9OGhnonyKagr6trd4cVFY8Hgf7smMgwp8X8TNxXFeCmIn8rXEXF48cgDXuBNATOHgEDwN6dyH1ywgg5+q5zgJuCuV1dXQiueHyYuJ4TmwVpNwiPQA0o3wgit3EIWRXg5mA5BVgOIyoq1hDh0dAiM+/DOzc1lXQI1wGXguMzY+5YAQ4/vHgxpy0N33znpnvGqxdfuOlOcMfRr4TVu7pKhhVrichtJD8nPu6AbnFgXn/DrcNRAq7WLI5eAN9t7fHw4sVPw60JiI7HNr79yY57L47CtwIF3vvLDAL85YMblsX8gNF1+Ib5idh7IQdcVnYN4ax9XACt6NcC8xRgq8awl6yoWHvEt4MApgC1A7o1oZNXZjVgLhMHP6soQMg6xPPqw9beLy50Bm/+ie+PL17ZacQff3EP5pPfkzc/bG195x4nb74yQwvD/2F8K0ABv5olOpPr3i//2+2I742Qv0f+P0QCDWft4yIoo18PLNPVdQixomId4fN7pDiZ+h+BkNFB5mTGVRTgUSC64Rvnt48/aYvZh7ZCGr4pfPL7VQgszFKAN8IXLw7d1Ae5xpwLou+t8T9Bb0chrJ8Nt8rjvJgTyujXA8vMAeYbBtu1qaJiXTAIg2CwnySd8U+7/05V2B8WOBlPwlzhCgpw+FPQQXtvTOjs/WJCLjLj3zDKFV8AStIkEb+/z6fH/vjLP9/IpybN+PUTQrzCKBnj619ewcyh5Fc4/rSj+cQXr+zbgsdge29+lt+9XxBQqfoQVB6GH5AHpJtcYfwCCbunv71Q4e29wFX8HLIXztpHc42Z2nvxPa/geyU5fPOD20rwein8DRbIw4fJ1pfm2roiRXf3WHUOsF2bKirWBmHLiw9o/RbgTp9tnoiwL5pNUoYVmsVhGPhGofPqxa4fRSmTj2S9N2j7UQmZQd8fbL7N8JefGN8Hcxn+8sWu8wGU4fAN3L5DTPznl9FrJFnCgr35IvqVpPzCSFf4AYl9Ttr6yNnI6Dp8g+9XL17Ty85PZN0hk0dmYo55NnyBqLNjdI2ZGr55M0SeICFpw8vZ+p+fJvL8Lb2gFA6ZYxZaCBMNxbXcNeY9D7Ci4nEiPfIUxOb6rttpJ09wcbJ0uxXuBEkaDpIK+CLa+BGqCN8/o3XHScI0B8iWHylwrDlA+JTL3psvAiXAHmdbW6/diTY9BLjHBOFh7w0YGH4VcOvoF79G4DW45m8//eCzjdFVkXvM37/4mrQ8zO3cACuzxVHn0fWFtO+bryRt5WeIq/bLUaC9X0IpfPgBqf4UAjOMG+6VAFdUgPX2uYp1RnwiNFp15L3U/h2BGeHSkoeLNguO8V7syahhpSChAwQbP9o0H1dCgwc3hNOjyICaAxy++E4u/PpgUUgB0uqXL75gysB37vYhjFyBEMzkGk+k8X6J1wuLo+H/DP/yytRedA0B6UO5xldul3y0j+aqgTQzlaxJeox/PHwjWy8FRE7N+eE7HDxMfkXpWu4a9U6QiqeHeN/vYFKqwRLBgjN/peMKc4BjruMKJnIAKR/SghQN10vp+L8zxSSDlBLxN44BgclfGJD6ShRCNXX4C9xoH7RVJpPkBk7x0B4tvqi+7IQRHr3IWP5vPxx9tXX03d+YZyUnV4vccifduvcLhBlcJSMJneFK4pHXGF1jpjwHiI0k7JcjXeilwAvD9f3lP1OY7Iqya7lrrDoHWFGxxgjvvpzkN8Z1FGCQgOkdSgGrNIvvQgOOgkiTWmCfn/7gwXbBvXrxefJgFBm1Y9RoUoDQSklIbW39BLuoAF16BdAtfAOFH31J4+Wk8urFi5/hZClH1xQAB3IYs/YX6NIUVmfIZ3EMrgojQ4yIVOeX85oWFrt04Md/fgH+9eQyAxGv5a5RFWDFU0SQgMPOPSA5nBy7zLjKW+EmfyEPnL4YHgZCm2j2/0Mgxr+9GW4NqBOlfwSR5gf5msDaNeQf3IAiRcn/vyk6SS7wZVB3FvRIEUmG2QKtoE2FCKaMUHZJ470O2RI+/BOs//EXUTNdtZJrkXvuvvtpa8KsHYHmmMCelmrD2Rcv/gjHP5S8EDKlhXBFJAWIy9njbmvmKy4FIcmfmNLfwoVEA9OKUd4xqgKseIoYDGzoGycDiS4XmnJpk+RkxWbxnaaw9jIpoztB3GzubPmZB1rRw6mCmt3W+CduCOEZNNqLrzjehS9wVaYAST3AK4wc6RZ8GDxY8isNBj9pR+IRV6iHoplJdDXK4hfxEXHSvy/PaIlYZ+Jpt41HA/OBTKXZR64Qaz2ZgYZvfprokrXDEKWj7HiYaOAhXcsdoyrAiieJie5+G0ICzhsDy20SbwE2IGR9L3APXiUqXw5JIZb4cF8ybw76u7rYT1RUPE5MBvjbgbgbTCbpVt8OVNMLmahVkzow6sFHV4ZLQwqzgzH3wjw4+hVgJcCKR47BUBrQVJ+Ph0uhJ4j6cv4zxVifB9jF31blP9vW2Mb4jd1p8sDo7+rmzhxXPDQwsHNTxUwMBhB2JDOVFZTgML0VLgNdvSHCNdwMVxXgpqD3TpBh3Dyfoza6NcFgUDuoBcDXgMgQaK+3VtPRS5N7Bt1LVYCbgr6ubpC/QLBi7TCcUM5UXAeWEipy9gIkjIvL+T4APkJhpvWSqgA3BX1zgKg4fYOFijUBBnfFtFVFP3bQkbOcBonh8L9TvhyEOwa9smdPya8KcFPQ7eo4wZQPsarWWDtofbPiWnhHPsmknVAIQfhRFQdd6lyoCnBTcD7CV8lxqC2+ahZRSbDiMSK+Cs5HNNnAJgjBAfwMYJ90IddB6j7ATQG6OpJddscQdw/UEXDFk0Bc1Qj3BuvbwIVhMt8OjmGfjBmHVQFuDM6bHW4UzSbVOVwo3hkIKz9WVDwuQN+x8rJK67wzc0C+Y/0XEepElb3OAW4KpACzGRFpwdaUCVE5sOIxgirPTK1ZnQjWfnCfsWBAVYCbgvMR6wj+/FybpTI9WFHxqKH1ItZu03bl0EaQAGg9ErUqwE0BujpWkPjray64TgFWPBlA2RnvqVvvjIHBixR/Qxx8+EtUBbgpsH2Acc7PhgFVAFY8HXBSRyKwp1/nErBmAc0Pun/zs8I7QSoeJdjVpZ7P9kL1TAFWVDxWaBCsHp79fOjqiYEmBtHpcy+gaUOacdgfVRGwGbgagf7Soq9+9iHfklVR8URgvTr/IfAyYvNdgtz3j0FwrPMkzO3zMz+reNpo9uM94xwsaJiAXjBY+LGi4hGDa3yq49zhIBvCbhPheIebZTgPKGvhuLlwU8WTxuH5PqqBzwyrF+RooGeypKLi8UIakOBcn7QgOnuv5EaOOMmfsXNybu80r3ji+P382E2sHOoCOSSuBFjxlMB9rqbvhkEKBrbT0QWiFoyFo+cnbqp40tidvtNRP7x+ftKf142KiieCdKfvgGKQt3sa12kBEPVdEnES53zOmr+6qeJJ4915nOvwMQEGCfVpgBVPDAPO9JlxgkEweC4IQBv1yEwEDbg9PTVDxVPG5Px57BptcKA7g6sCrHhioOYz7IQRjixEeLSQHXSgM+DB+YGOFU8au3EKkPN++Om5J6puA6y4B8Se936QZv2CyBNiLmyZBE5jedvLpEHFU8Vg+7kvdnEqZDCc7HAR2OtJRcWdASrsvrvZMO0XnxFI2PJwboF/nZ6c/x88VDxlHE23rRpygKB6MUh7ACsq7gzchnLfFW1izzwacuefI9Awv73f1xoJ/g/Pn+/JouLp4ur8e+sV2TtaXUg3hQCVCyvuBLwDN69o9wNVZ66GxKSdhFX1Q2WnI1nw22yHWMWTxNvn/23aj3O/2gN1/wOTis2E1bd7BiUgPuGJB858Pu0Xs0MDmXH7+VuzqHia+PL5+RlvAbIJGf3speaLVaKi4imA6s9koE6DAHRJGKq7LYdMtva+3q/TgE8Yu+fnp7zrzbf9sQ7kz8Q1m4qKJwR77AcquTFfFKHlUohV/OHWq/OvTwpFUPGEcHD+/Aj0x8eBu02YJa6oeKLwHj5U81nsZvaDrYuvvz6uDPgkMTw5f/4Fl3zDrB9+5/q27YonD1VxVHlW+zTjbRU/VX+zn4z3/np1dVQp8Onh4q9XX5/aU9BCHeCPbrMfCe3ziopHjshmMAxD3df9wZlb4MLxH8O3V1fb/09757Ibt7Wl4UIKSQEWEqghInIkHMc2EGRstOyOJjZgv8TJzBqkHyNTB+jJGSsvcJ4m4yAv0IBHaRulSQFC//9aa19Jlup+XZ9KVZvk5ia5WevnvzcvdeoSeFA0H7/6/dnzE7R40zWh2OHpTnDDr4h2Dg854qvg4QtuEqjf9OgFgB37h4Ovnzz79OzJo3MXwcPgxcdfPj379IqPQEDzN1yLgHc0gPMvwGBcPCDScQ4EfqspePkdIYUOFgyHgxf/9+wrhMyn589efXplvPzr5XP8vX3+5PkT5acnvzz55ZcnP/0C5O2Xp/x7+u3Tp/8QLv9xSR5dPjoFH/l68xF/4AX+Ll6cvzl/cX5xLrw7Pz85P8lo+Goe4yV/iVEzaUbyGtpvHI+wifI2nIwnY6g8321zsMnhJVPlo8EQ/mReK0YLReH6H8GSdQUeY23w99hWL3B18g7rzdUPcJNenL+4eHHx5gW3U8B2f/6ICpBaAJcfUS8K60kr7Cn/nkotsjKF1z++1gRrG38/We0/wZ54+4S7RP6wf2xHveI+wyHsE17PsB+f/cezZ5+e6BNgqHDm8sT9lQ1eVIKlHOeA4Fde9EBPiMibfdXzCIjtY0bIi19+fPXMAuqVhNjzt8/fvv3eou8n6h7/8XqNP0Yt+JbSJ/In4gfpA6p++FMpgPpBGy4ofFH73r17d2WCAqh7UXmUUTN8zEdYE7wzhXXn9siGhDWfBebFv31okh1jUrD86xuXgWU2k5EpItclrA8ThRpi9d+dvMOWiJTHTaMUYmshhAlWxUeq4KOPp6wfVpMJIfmWb0//cSkVKmr4GrWsf3jpMYc6mEkh/0wKbZeBl59ePftv6OCTXx4FYaP903shZddXh7/84eGOs0/Q0PSAL3WQOc0jX3v7qpffeAsIGKQOqmgpGesDFaasRpsZoy1l46W7+jcLk7El5scWg+VQCZniux0/DG7v1CopwLqMWE49hw1zVXV17+7kI6dzKXHjuKZkyrqkSSJ+sot4aXxl+KI5dJy9g7bFkh3gi80ve/YFD6niKx/94LAdhlMY3yGURgzJOdtQcXlTUCHaGnRFqCOVv3xFZDT+iwrsQ5rYbGVXBwir5rvB3Xh8B+3DcKsGm3HHOFkTuZw52rYiU77/guUDkke3hV5QxkX8oQjOvtIUD3yp0d/CRCTwsG+E7OVsMSSyoAlZ+hZw1+jFtHzDejC5SkrZWRlTjxcRUQmKBYWOf/lMqKLowx6E/Y1U8uLRyyJTk/Edy7mT4jrEjpQjix2C8my4+grYnrjLxureaZCT+zffx8B/F8nZX9hrVX7/S8SpMADDl7z+NFIZ00rLgbYOx4wdzrA/JgIr/PBNEOaTWHXxbzHk+jtJ6a05ArwdoOqx8vhiRdZrJTKV6pXdeIJ+sNSwUpmoJwcYe3aBSR6K4LaX+jeve3ecHQJH9eyL3gbfbonmGF4xexVvqZTUhyaR0RkeYw0vnYml5+FWs0SnXE0tEnMjqvYgyDOcjNleRH1xlkWXy5PVQXCi0Ghhd6hZOTJJhmDWE2GROj7tBUtxbDYyzHwHWwnK/WEDcuIbH/mk1qDj7BfTvr+Yxl58CRSLlmh/Kh+Qx3jxoLiyfNWyIoOUPMVVjRndll4BS8frDOsiK8zbxUb4gztTq7sAcoGdWUAkZNG2fFE9ymsQpWq90mCT1y41k3COfJ1CqbqDqt2hE80AVstxnEOGPTzd4pSHD8gFMaQ5YzHzEI2ppvVLYhjWfqjuBaVr85aFC7LkWsFCuKgxE1TB6OLmhNcZooRYnZTCuAHwlVArVqYWH3VSCXWG9m2mvjHJ+s7GY0CWImVIT1+COw3A/nEvBQV1nKMAx31rAul7NABlvFXhpB5P4rIIJhZnqQTyaidgd1uXAhKXuh+w9Su2j1cdhpqbH6usWNPjyUj7/zhuhGJRLahpLIIZi4oOHk6KiK3nmJBVqnYFp/G/lD8gO3M44glpKaGczXEOGN70YEn9jN/+GEuBYgRVS/q+8rE0EaGcDGSZ2gnYw+7GIc0ZJJD3lnB7x/IxPzwDgo+kWqiqsNHQQZ5bptByJ2FM9QuVMmc4wRse5JekjZlbQider8lHyzJk7gl2Ed2kTRBkIKyR4xwiCAFGHb/mEhlJqVrf/DICGUuI3SyX/opiHXYAYVr1Ou0X7CUo7JS6M4zBxo7gBGdvxOs8SrjFLM0MQxlEDMVTWJElVF2mkzKQnTfGMNLZQUYbsnWd8y6WyhYyjyygYQegKHKaq9uxO84hUf0oSYqPOnyy0CV8gkh6iAiiUae252KZ6jICd9J79gClGdkecqcwtg3rk9cNlYK3uTC14JpajaUNpYJFR47RXGpaZlaBnFroIUaY/Onc8p5bS0KDTunOoMSxKHwHZA8Vc0ghceUc5zDBVx/fcsZFbG4JhdwpZTTITQwSodJ9NAXazDQvos7ORu4ytkXaGSfV0qTt1xMf9GiLnwKJlRZUR0u3ayZFYuEzM++ZqZNWe4Eex+yEtKphlQcll2NU0mkKsQ2YOxXKotz/OUeBOjlJIgBCEwzouIIi1BFPvHZshg4+qERmR7CIGUVjnK3NZgnLZY2I1eOIwuuhynTsgquoPXJEFS4NqlmWnsW8xRoPTVXPgzLhBTPIohP0vfBzHbtJ/B9nkw3DW8ced5yDh0d/bXkVEdAV2XkGOooRTyK3orFFy3yUS+qDETxTxhZzPX5hCip9YgKhRaXw6FgbmJvkiXVNs/W15i3rP9+KkRg7qcj2xjGzdBiKBdSiIWlp38hFfjkilhjHMx+arWuHO87Bo/1OGlS5U7PPHBEyRAz8C158o++I5qQP5rQkmdnYDaX7bX70MS3LoKsoikeRkGFNZzy02dMQ4yXIZ76+2dEiH4vKDjYxGy1Y7U4gfpxkuzKrZs5syYA1cWU8N6TYQ45zRMgVZ9IUy/q5QhwltK9IHhUqccYWMNSvoU2KHYmdMEM5caZowywodQGZadgitPRiYJsITRQ9FaVEuuNWpRLsP7UkE1XrM8pVtji4uTBLfcCJ6mkdiLIjuGti3bU7aVm3Mg5zyEx1Bsc5FmAVQixk7SALPvo9+AT8sa9Q3aIhY2M/VSMWRdM1dIyWfICimckVC/cKs0dMUw8Cc9UyPIsgm84awYLRvOQYnbA0WL9YFFKturHjRZItWrjo6Kp6SFULjWZahuVR2Exw5rRXlVAClmP7bCUV5jj7CEVNgwjBGKNLnn4sj4TH2BSJWaSw8Yscqdksg3VnE6EizRphHbPPC9qCLcvTT+wwxEfcFAFl4KUmkMmHHi4xM8nNId1xThfVzOlhbVjF2RyVWJXqhomczMzhiNFZGToqbnKWw5JlVTjO4cKI0q89XRzNHu1cbIgV6DjLzfYwRVNj0LJzJBRIBxQMFtaul7ZZCcx1WYZmnu1BM1ytnlWTuz2wQpjMDcJH39rNh1SQpTMDlyMHGnlNRpYhLjvOSlqz624bpQkd+1GuxBxzgh7Qsq5fxzk+GASmWDAaIV5KEYsgdnmNBqajhapSl+I5fMJWacegInchWHoKU+NwXvFhw36WwJbt6WTMH1JChnAyeIYtmI3ck/VZY6kxbEGcHObJ5u2cWysa421SW/9QAo8NnJcnTvAuo5WVbaTj7AuMAgulLKL6QpNdc4iTYDEkVzvKSOwj1DsNZmA1FksQlX54qcPsOaFVblQAjat0kVIXViWB9NeW7PHZAIePkcqTEY4geRV12cfQ32pC2DrwqDHWBcP6YXJ736xwNzjOzgO3gXcNmNjX1GuMMB75dR6i8dbZ+cdS2KSGA5zFjGGRs7m2maBBXa40sWCsBuggbGAuR8ug7U4BRfbUMpdc6pANZfk7VwhbrPtQNr2/U8GWjMk9a+A4x4IEgxgBfKao6okd+RldjS8S8pfdfMgRB4MRfAhGYmc0LhCidD4LzFYiqy2Vs7rnFrJQqzt+dvW/sc8Uuao6063JfHm3eeRI2ZUytZ2HGyKXciKH1FHHCjjOcaFBwJiwwNGhbqAIvC8hhlbMmM5UgthglFCeMcroelohy177KavTCx/VYsnFgUjQSrKoVSlFvCxPNqlaRdYVLSI+q/axLv4u1kN3F4WO5SKYMeyRVHmWYmFSIA5bnKOzLMc5EvT7j3hjUKQQS3FTQAXUABOSUSx1TmZnECOidczCdMTnCj3ZFCZwTOxNzDZ3WXgFuXxKpeR1TMWj9cOGadO16DjQzY2V3fZ2ghWHwjFvKw/7OzEuG4/F8SPMph+Oc2RopFmzNXqLnjYwJug5SiOP4RSyzQC2iaFm54q7mTnk2uvSW+ZK0aX01sT8aKXwUwa1wiCw4vyCObSbclJPK0bJmLDRfTUatI0lxUsMUyGKlGq7vJjWU6jjHDoaBxJWSE4PBAqa9AMGsiDKet2D1UHWvguhJws/8mWFirRhVOXCkQKVBKUS7dMRhBl0A7PRUoO22az/bmI9s0gdSAXDNKMATEA2yygFWo44r+McHV2GwEa2QQjl5zyKbMHFBCnUcM/CO4dZ+hayV/CGEUs+gN6yGzSHt9JUlS41EgqjWhnZbK05IjKFva7tC2Di3JxiJRQFtWdwnGNBI8FOXTDWemNMuqZgW8yNkDIvbUsTPIqEe+YLK7KW9BTkor7N07fSywC9G4X6YKdfOF4kRLms9rSyBfFzukZxYg2NpNydA2VLyhmQKwBRlZhdp42yHgvHOW7UO1iMheDpDBBEmDSikijV8pSavMFpdF8mCJDh4SgcjtciRg/Sv2a14ZvpvjuB/XosV3oIIIctoWKVxfrT/AJm0mWGES0gpqG0UdcDTnVGXiQjx532YWX2rXCcA0P1LFy9wneGi8VTDh0ELwvOXF0Wr0Asjo1RCUFcdhRExrmO9jKbT1w5/Qttr/OsK8hH6lD7NL+4tQI1ZXn5QdTwLjWuVVqBEsX92d7T56eW2HzcbUwyj45xHMeii+Rx0aFOcpmt5E5WJGULJkRD3OJbzposw6wdbLOyZOjTKS3olniLW6w2UAwA2dCqaWongPVanPahBI7SDkZWGN61p1Goqg7jmQtZ65LiF8BxjhFGioQNA8O8BIOkeq6KTpBbCFKcWiq3hUia7NGeSILwCrUq8jZNWplFWXwD6tuiq3XRwUqa1E9jj6ByyyPJZMyLLKPEWeVjOJrBvCR2XHCvIMlSlq8GxzkkED8aL1loSDJGGCjcSfQv8gn3JwOBeCFaFfVqZVYMFl0ufQqz9Duuifq26KJiRPmK3lVFzqLzlup8vem1q4auDjFP1h1ohy8OSSlMUSnjvnMchyA+LCj4EWMtPBReqOM3xCo+W91OMBviSfg4LBnBQnl9RlnGpsEKbC/2awdYyJDVS2ajDagZXjzDq4Pw1K08QHaG7hHLioFieQ0NoM673Z3gOLsHYsIEjR8aOTFONOKq1pmNxfiya0tgIfAumJJd66bq08q7XnYn2PmLJTn56fFQSR1ry34+kUAka6MdkdG2Q4ZhObF8KZ3+T+eud6TjONI+EpLBKAKlMoBA7ATNiQ4mLEzlpn7GrgxJaZ3u5TgYxZap1Wumf7FqW1XJemc1wj5OqzupW0227LiK4wQyqjnaO9Jxjh52qKfIUUfCiJEUIyf6hpSL9g7hlkWyEfLCHPLKj2kRt95o5Hqk9d0qqAhdG9Y0k0motLZBx20z7P/jq++OGgUTY52zNL6KE1gYacvL9JFFTi3WcY4GsW0aHF1BkfxLEsrQIqtELFg+BptepbZV37cjIa5PPGDlSc9qdrhJ1Ze0KcCZ9NWelrJLeYbsp3qb4/3BqRy1/Ate0uM4B0cMJwkoGRLl0pBB6FpU8WJnSSCYrB8rmxWkjioaRDEwNtxNpZ+HCu0yKk/qkXUaayV5a46pbuVVl9115oN7xObEHHF6XdnMwl5aWkh2SMSxVT7HOW4kmhgVGhx5fMAnFJEjusgxFpdFLOV9THAu8ICStY3M1TnlMKGbk6esYsuhXrblWd2wNqFq+fMOUXUyW0v/UABLUvQKPwKzyHcdIJwgFhLjstMwmnD/5ziR5NwkySFeuYwokYA19KLcaCXUhGSaJ+oYEJM47Ln1fo3h17m8LTOElEl/KGsQlWS9erFida3ZPs5GoQK1o7WG9R7yZc1per0c1jEfuwBfiHKqYtqlOs4RE84TghByYUwegryaLymM5MinFmEVerBsMOfIwg91wEMBvBw2HPWhapRbO45hTVUVSP2qZA1jx9ltOnqBYas8DI2ZSX7sGcqYlYHkLh4jHGeriDNRGHMIE1EufOY9S2PGUhlN0Yy0AostuFb8GnCXWbGrg0vrXuIWoU1DW5anc7WpK7Y4X02ti6Y8hPD6ccxYyxVlNO6rVIlVByByoSztht25CnGcXUNj05IaMTqcGQvpT8rbxKJ50V5UgWa5+ygNy6roX972gJCh0tifxwpSCSx1raufQOoHc7QPIWkbdT6p5PISP4yRXOz/S9kdx+kDAWRdU4i8hlGnUURnoSFo17QEfVSQDtepaQhiBE0ircsU+dsQ4Q6IBVhkxt552LmH+kBdShUOi84+E6sSPaxwguyLTljLBkrM4A/aoaHcN5/jOC0QLll3H8VL9Q7vjEP4ORmNtlVn8MKpsLupSX99zV9lE9G5sPotRM8WiQGkBNKkad1VN0Z3GEAzdNwD0WHXIE+o/Nr/JTks9pWwiYp3nL2DcqVmTkJkZB3tFlpyMYWALEUMoZElwzzRqWd+w6sd1xtnGRc056xtqTFQDqehBkM/XXVqt72gUNnyERx2DSZqNjawJWHYIQsUo43e9XSco0bbrUhoiEA7MKCWJTdz8DLlVSy8xpcGEfoH1aMTRDlSmGXYHouvAeacUylQKZ2LQw2Ka2afqFmzUq/aCwqGLu6IDrinJNtwMO6SyKSCBYvXiOMcOOzdo+CF8IOcMc5o8WyU0PotNIoF3E11HtIJsH4gerGCsmuOhNRgNYJKaa13OmlRRcnHawXDDDVt7fR95Dg90KbkzTN58DAGqxZb3sWkwNs80OO3PYq7K7bDZCz9gKGK8kspSa1JqUNP17yzZrkLZMa6NMdxFkQCDWFlIcXmLNq3Gn8dQZiQjLvKrpge3g6CD/yXjq2uuXR4sWwdLVwZgxnZ1SojKjCya0JnXsdxFIaU/NmgGDvex4B//MnVHLBUGGaLVx73Inm24P9mFNyyu3KroJZQSVzvQtCqistO6IZs5TUuIB5tei+R0Vl3aOMdZx9APFHjwhCM3YS/pBj+daDVBl6dAayKmd6+W9EyV03vatEBimAVfQqFGsoeCMSCun7vlzP22L/A1ImO47RBqGVXD1PZenvYMx6IxFmpC+HwnkVxqDr2+sntuAnYZrwkJcNKKZc6XUkVX3bChjxTK93Nn+MsggRkjDgEGexHtIS9VOdJFqX100lwmw8ueweRwwh8cnknyoS1KYmstsrjS34mPUtWtSI84Lr3sdocZ/tIQKYQbeSJnA/18a2qD7BdStXa3geGwzGEDvJkLV5DzLQoXG7zCqEqBlKuXCSD/5vuzOtaczl0nBmhsShCVCMNoTsl5PpuVzhG9HwRGJWnYuUsMH1bVldFteUN4DJXy+zN0enAcrxF7DizgtBKYkeLEvrupyhg60zl1njgwripE1eB3BjDKqPw5LUy0X4CNYdG3owt5a+wfdEn6i5AzipzP7KA/v3mOE4FzQUiLkQNgi7e+9HvO3bJAk6P9/WqAUuXC4b4SJayB9PuBUbjtXMVKmkuBos+VkzJ+wqFambHcRYG0aYuxoZsWIK773SHneDcPtMeQrh2JlA9rSu8VRUiNwNrQj5Avqq1KuaDJplSxTJLUdmy0G76xjuO0w/8hMSZxo+4i6wHsPvy25YpOUrELPMKPa3BwpjFfrt0IbN9gpaDLobTVJmlPAHMs83d1GU6jjMLiKgiqBBJ+lJgZiyVWNWJ4H2Gt8pQjlBRcseMjVZ4v4yl9Kc88jputYqrCsYgVC8WkOXGqHI5juMsCwJOwkoiTYNR30PoxYfbRUpbsttgVdeyttJdgPYpfGBHGzh0HzR2b0fSsbZ9jpMUyRoyxYKAPv25C3h2P/nrOItRyJn2ayG6iziNjkbpcIXHBk/wSp2wKmpNg0VW3eKH1FWssMorgmqM/K6mpVmQpYBdcdPGxc9xlgFRxihksFk0ykcWfDAumXVBkFpqTSzxCx+bZCTnJHKRUkbhCCHiBhOXcrS3qx6TV3TRXWiF1EvD4lsr4DjO7NBySBDhzYKJZiOPPhJ8IE9yrjXmeGftrge1dtNBfDpWNPb8iZdDviByxSldo5yfT9yxJGbsyF7tlL04UDjOboOoCmZDopp0hpac3syDdEW0bNB+eECeCumgCQ910ZoMDeJOsSxLmNBdh1xZ/1/ncpL1XPXucJzjwpwKgfBoAuHVEbDDCc9xdkxYgq7S9jimk4ZZPdlgZ9dpZvLo+LDZNm/msqOCutA5zlqQCBuFSxPfNZkAAA4NSURBVAA1Kq2bP8ZhID81uTJmLXKnrCHq586SGfo8aKKraqeUOv1fpmns+2MWzm3PUlCGvADa0hl+7sNxVoZGGJSv7HjqCtq1XAfYEeFdbPCHP6Be07UWisY7dltrHrsArfaQAYeM7qNG6EzQT3njeeCiJ5B7pdgpQszgOM7ySLDTAqbYy21IAvpXnJ3cLB2CszXkQBB+VjlRO0CK16TnoX56AZ/ZWlW5hj83GjNPeKVhvc2Y6v7PcVYKo1nED/YDL97lj1iWSQUY1d2aOzrGnad1s3PkoluswmHT81QrmWjyph+oeZQgSYFL6FiK4zirRcRO3hDBDEEYQLo9OpoUkRLdW7SAuwSrolUT2Z0zFC6pOf7sXmeVSWVqUlWOF1wytww4jrM5JOoYjny4k8SrXfGCiKQnVH+o4/nudJH67yQh9YcjSKdZzHRRP2kf80uhK9wOOs7a0LijuCHIxOnhP/boE/pBxuza7wXZY5LU0cfJ82P1oNGWNf7SqCVtHtg/WkAd6NVBx3HWgKoaG2CMPfxLKBbtMWkdUwXzkU4i6wKk5OEVlK8+ZtBSh6yWheoX5FNq2nGczaERB5834rnHLp8Xxkw21w3Ic6TtFdlZRvHHfbHSVLi47sWRBKNT9QbRy7e0fMg02ViNO86RojHGZy2POSAWBSEZozK4GW27xdHrplCOknztdgE0ay0F0ADOVC/r21OfFyal8ZmxHkdVdBxnQ1gAjuQXf+wSNIwLcRmDO3ZUzaE+iwpVYaN2HXYPWBLrXD3DKmyFfZrwpSx+dt1xtouGIM90IB4llCVp16aF2MawJTbCHukCr+Kz1dU7RXJo8JJCWra4cX5myXG2jkXnSBRPBxixcjlgcijFhb2zB+5iId7/Wxi7yGgC/0x4QZ8kEqi1WAXW3I3+T6p0nzbUcQ6RYEyG7KmyAfbYF9fnmlvxeO2ANVWc0I3wIBLRZByR2W3HcbaHeRTVOA1iehMYGg1S0rq3tRo8aibwgLycr+rSo7ilGtSaDRoZHHV+043jONsgxGBmRzAKhiaNyN3gQcJHPi/66Bm6ZfynKwKJ+cE4Sqoy1KfVZvsX5hzH2TjBjiBmgyVBXPIKaBg98XqlA5QsMbT3iG7fyh9gk/dFfS3kj+c6MgcYm8Ox3jgijtQrZHp/98hxnI2ioat2REMWkiB3qqrOFSdBlBTt+0K3ZPNBsDRiixtAngiWpxrYiEJHrZr4YUk7bezez3F2BvEiE33anQSyhCc7tuQvOZnNM1rUmM3KWB7BLBcxL7Ik8X6on9DfVx0rZDRbx2b34vXRPSe7t1fRjnPEaIhKTKr48RM2BfE94UOLO6N1hfQF/lqNErv+KEQiTqZQ80LvFzsAYe+qh5eK08O/bgft37pr0nGcudEY1TAVKUASoWq6VFwUs3J0IT0SuKAxmxFuFbZ0RBe44CZaFyBSsYC8IK683GlDsWX99j//ynGcLYK4VRskAWxJhqsMrytupfBcMjYGDSDfTOwXBocHtHTjmY+S4PnsnhG+dWd0HGer0KxouIrYiTDEvq1Nxu0aLV+JbO1kOF7WZ0LcaJLlekA4PLySnYT9Y09CrL04oWRj2+w4TicWmpQ9CVc9MyrG5RCh99MewGV/fo43gwTgKWEIR9JxKg8BFGUM5VMID7U+HWfPkdBUqyJJjet4CthczUa8yiYWIhaXT+JbTv5YMR2ry5/7RQWKMbRRyRfGMY7j7A4aoHwXHbTBIlyXVYsdQtq9y//mZDJ4JSierWIbAlnScZwdhFqneifv6myqAD8E+5L66JaHRq9E7o1DK5gtYA77mV/H2R+0S6zPAw5Xdwvr/A3d5ZvGKEEuS1mZJlUGUM4Js+svjp1WXctvj+M4q4TCJyHLN17khg+eMIhg/KztxunxjTIL7ZiFpU7XTvS+XyZHklwFWR8fiuYzUlu/cLSiJTmOs2Em8tRj6eWvjcyDSvRQ3NcFzsAS5pO+D2vE87BSyop8rFUOkbqytOM4e4pohOgXvAxlgncFc0IteQ9K4IJM/ZHIaRKDFepZJ5uL5ySYXOHVKKFywmNeHMfZfxDMGs8W3fJeqM80JVqKNehIQ9snd+ryyS+rXQAfmzMaNHP9cso8eR3H2TDDsfXzQeV6n4SwylOp6webxNOx8ekHq4OPg7HzvY7jHATywE61gWtwZMKKdagffeyL3vDBK59XDM/4uvw5zuGBuMbroc6tuU7NFpk31BQUr8qHXKMRvDHZdRxnj9GH20Gieh91EpjLU63LT06Hj36m2rr8OY4zG+L8+Daa3t03mlFXNuT32nDt1yJ9c3eDbq0KHMeZG1ENKOCKLpo7duaVS8dxto52oDmO4xwbPH1KE+gWEMzbgEV+fTmOs7egITzujuPWOA/2SFEVXi+Os6eI+UMbuLMjcDtt423oyWqW6X0JjrNvyD3++O/SgFnbxqvWrK16qjkXHlXPOxIcZx+xyF2hf9mqgG0AVBVvEMlvEvGLEB1nT5FLAfFaRrcOXfN6cNvnOIcAInmFFvDwQX25+DnOwQALl57/WXIE7s7F33Ec14HAkTbpHedoGfV7wJoNywN/5GOTi3xgWS6OjnOozHprMFRgY35Rl7UTuuPi5ziHzbQYXyT+V6EZfOSVN9Adx1kr8H9oCU+TrFWq0FzSuIan1mD5q1Bnx3EOi35dWLUMuQI5jrNL0OT5UwIV12fHOTakmeuhr6yp57F59P2n7/6+/vsaL759ZeMdx9k6h2ICu1V8Vm1f3zGgefTXNfiOb/rx3KY4jrMrzKwAbhfn4r+eX1/f31//fn99/8X9F9fXv19f/2WTHMfZCcrHnczKw1LYHL1cPnr23f3z82YynEwGeMEM3v/uDtBxdpAHxSpmCIkomtn9Gxu+lWO3Ofnm+v6b5vHHy2Hzv5f/+ejyq+gAxzcXb24+X8jbeVOkL1I95+nzc0tJ4jyADJZCcnzzRmfAnI+vYqEXb2Sk4zh9QLgeNoF1jsm4Z56kgcPJeAs9jGn526T58f7+9y8ff3N93QwvpRfw/v7+C3WAt2eR324sAZi+kgzgoivdnJ19bv607Gdnvw7PLXX222Dw4ezDKaubmV7baCJzVjQv37+Elp6+f3lpYxznmNFfHZ8KnycoJPNnn6CcO5fG3X2I6FqV8uv76/vrLy/v769Pho+gfvB/v99bH+CHs7Nb+3t5gTdLf4CcvZMMqMGrs7MTSw+QVgs4OTs7Pf3Dst+eXQ5/Dcn3kFUU9C/mgzL+YKP5J3NWvDkdnPw5bN6OB2/jUhznqJn5fHDMN87VLYleVdCsxW6WdfvEH++heJ8+QfeayeV3GLj/+/ra+gAbcAlRw8eE4sZhpnMH+CKlh3CAurrN2e3n385uT670rxn8efahOb86+eEPZIaswgmeUiXfjFHcCYTwMT5lzjbN2+bdn4PB0wsbdpyjZ2ZV6Gz99nu9xdRmMlzgATFpzRZb6Kp4TgfIv+vHo0diAJMDJJ9vReDGEL2b5vHV45PmpLm4Ta7vJktHBwhzd/rD2fsrZm44+cPZDzb+kul/QQJ/vro9O5WRsIjy2c2b12gInwxeexvYcSLzN1g7tbDLTc4jSA37D8eDybi7+E5QflrEtIVtRBm/oemDCby+byYQQHx+UZwFfmNN3IuzP+jcyJ//7ukDfHF2q+kG5u5Xy3129oHKqAbuz7PfRAwhq2j0nn2WkXCA8tnNyxusxIdXH1QsHccR5pYHaF2XSpUnVqQDkXZuluKZ+Q65RwN4QBu3b3yyKwDvrx8PL+EDdfB7mwoHaAIHDRPNuj27fQk3mLu+tgOcwNwNpWNP5vh8GtrG/3N2O7i9fT0YnP/r7D1sooykLezl8vVYPp9GmXUch8B3zY94PnnKTKTWLrOFs3g65BnV89MVWnIP+OtvafWyD7B5hPe/v4Aa/v6lTaUDvDUHePvm6ub86ubi6hxCF+UI02MablDFkCd4J5MLyQ0LefrDH2e37/kPPQzN4V8/QBmlos5u+x3g+QfdU+d/zrI7HOeYmLnjrSVSNUkP0Z6Vz+XibRFpLthI85d8ScG7/pt9gMM37AOUbsBHNnUwgNsTVwfRO21OmhN2651L+vEVh5h+rOnHyPPrhKdJMNPn5g7JUTO6gRvU5jDUD/+TD388RXlDKZElT3WAP3+tn34S2HG6WMJtFRrXPzAfs86a7OtyUrssL8T93X9xf39ifYB0gGmdPp/digDC1AV+a0TLBKQjv00sQZqfLQE+//D+9tfTXy9/Pf0NDvDWTogMZ+gDPH31/uV7LP+1XybtOH2swi5BR+c/sZIjJ4Kb8ZzXVLfVb2Pez/jRbN/9t83wn8+//4rXAf7TpoHQBzj4Qbv0IH2/DS75Ia8/w3i8PgwudTT+fxj8LGn+/TyAA5QyeEoFDvC1pCGXKoDTzwI7jvMAK+90mzzUZi6B6kE9IWbbdXMLccJTIDCA139NJs3w67/+vr7OH4bVnN+YVz25uri5uLq44m1u59IbeH7zb4ijjD+/Or+BdN9cfH6B/wuMvnpz8Zmvz0ifv9GTI4Pm8w3mNY2/OW+kli+uNi36jnNgjDbunNpMqH+TwYinhfcopD++kn6/v6+/ef7XK94K99zUqk3q2hwv2s2J2Rac03GcaWxXdLB0GFEYwWnekZksuTu8+F56AXkx9PX9/Tdf+vkGx9lLtvuUlz1s/xqXf8nlf/ewgk/8dIPjOMfF+PLHT9/cf/rqS5c/x3GWYzK0c8I2DJDcpjl1HMdZN3I22E4IC/vbKnYcx1mQhhbQ1c9xHMdxHMdxHMdxnIUYDP4f0yNUkrTA4agAAAAASUVORK5CYII="/>
  <p:tag name="PPTPRODUCTIVITY_GALLERY_NAME" val="KtYUFU+eW//4hIXVAUBagYXADS2XMMLI3QLzBCHMqQfy1sGFBBtlWBWB4SdMcdIPkoFATAl72WcI1GY86apYwHmoBrLVsBUb5la+KrtayAmkhJ8nvKvxqAipNtxwQNDIoFo8+lhslUWpoCd+NjggInE7ya+zVuf8hfbvJsEolJQ="/>
  <p:tag name="PPTPRODUCTIVITY_GALLERY_TYPE" val="_who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9bm9wAQSvf39yEhIQAAAMXW5rXF1u/3/wgZUgAAEISMnHuEpQAQUgghWoSMlEpSewgIQqWtvd7m5hkQGdbW5sVzSs7O3oSMrRApY+/v92NrczFCYwgIAObm5iExY2NzlL3O3hkpAO/v5pycvaWlrVJSUt7e3jpCc87OxSkpKcXF1nNzlGNjY1JjWtbWzjpCShkhUqW1vRkZtRnmEKV7GXNze1JrjKWcnCFKe1JahGN7tYxrezExMYycvc5CUs5CGc6l5hmtjM4QUs4QGRl7jFrmEM7mEJTmEEJzGVpK5hlK5nNzGVp75lpKtRlKtaWlUlqtvaWtGRmtvRl7vZRrnFpae5y1zkqljBnmQhnmlNZ7GRnma85jhJxjzpSljM6lUs4QlM4Q3gAAQs6le8W9xZSc3hAIEEpCENa1nJwxlJwx3jExWs7mlFrmlFrmQs7mQpTmQpTmlM7ma1rma5Tma1qt79atGRmt7xl77xAZhM5jzkoQELW9xZScpc5jpZxj772lvZy93s4xlM4x3lo6hEpKUmMQhBCUUkLmvRCUGRDmvXPmve/WvVoZWmutjPcx7zEZhM5j70oQMTpSc5zm9zHm9xBKEHO1UveU76VzUkKUUqXmvZwQhJwQzrXF3hC1UnOtKZxCUvdaUkLm3hBrUpxCGWsZ5ikZ5vcZUhC1GRBrGfecUhDm3kKtKZwQUpwQGWsZtXPm3vfejPdaGfcZGfecGfdajPecjPcZjHOtCHtCUhBKUntCGUoZ5ggZ5kKtCHsQUnsQGUoZtVJCMXOMUvfeUvfeGfdavfecvfcZvUK1UqXm3jpShJwQpZwQ773Oxc7W3s6UpcXmva21ra21vaW1jM5zWntrUu///zoQWhkIWt7v93OEhBAQQpSMnPfW5s7O1hkIKZStvdZzSoyMhEpajPf/vff35ggpIQgpQvf/OggpCO/39wAIKcXv5muEpd7W997m9wgIWv/39yExKQAAWgAQYwAQAAAQEAgZYwAZQiEhKdbm/wAQQgAAAIsY2kY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TW8cR7YujHIg8EBoJkGovS2R2wAplG1RunLbvAOrbbf0G97Ja40uTgPlvg0D/RdoYAs4nvXMoz3x37g/4J0acB90QyAuzz4GBBN3H7yCTKDswWmzcJ+PtSIiq4oU9WGRlHOtqowV6ysisyJWrozMqloaYIABBhjg1w4j4AADDDDArxI2gAMMMMAAv0ZgAjikgAMMMMCvE4YMcIABBhjgVwZD2jvAAAP8WmE0JL4DDDDArxQY/4YccIABBvh1wpABDjDAAL9aGMLfAAMMMMAAAwwwwAADDDDAAAMMMMAAAwwwwAADDDDAAAMMMMAAAwwwwAADDDDAAAMMMMAAAwwwwAADDDDAAAMMMMAAAwwwwAADDDDAAAMMMMAAAwwwwAADDDDAAAMMMMAAAwwwwAADDDDAAAMMMMAAAwwwwAADDDDAAAMMMMAAAwwwwAADDDDAAAMMMMAAAwwwwAADDDDAAAMMMMAAFxMm333+2ZvPDJ99Pgr7AQYYYIALC58/fPPNh88MMPkuHAwwwACzMOQHFwRuvvnwzc8++/xZASHwzZvhYoABBujDEP8uCCD/++O/TJaW9p4VP0feOHzKAwwwwAWGycM3/19/DfrZYO+vuAwOeoABBhjgAsJnbz78617QzwqfPXzz8yAHGGCAAS4cvP/wzc8eB/3MsPfHh8NF8AADXERg1lMyn+dNgS4+IIl7gRD2/psPhxRwgAEuAOwtTWbi3ES45PwHQtAJz50TXTQYIQFEsTIdC6fdnesW9GB7Ot0Osg8TXEAHOcAAA5wXaIMZK726ALFvYdo3gapSogiXi7VeG/j8zYfvo1jpAqbT6SNLWviq69aCnIGwH2CAAc4FIF6NmNc9F0wWpX4lSXwNYe/hw4c8WCvdNLDrxruWNXAw7RZngHAwpIADDHBOAKnbM8a+06u/lkHwr28+1LPMK4h8W9cA6yA+kqiF7W56EOQsIAX81awXDDDAawbIF081fXlhHPnhazXdP3/4pp4B/AIXv9+S2NvspuO5uyJr3TFrgEtL7/9xeBJmgAEuAGhtT5HsGQFmcyHhNYE/PnyoNU5mgF+Lcw3U3DXw9rFrgEuT4T7wAAOcCzhtaHtp0WzhkuFFglE+yLzSTacOewiFU4bC0aM729srcUsYGeBXLHdXVlay/BsJwGcP3wxqgAEGuICwOHDO3P6duxs8W7+I8Ke8h8sM0AEQGSBD4ZVuzHsi4zti5l3glel0mqUTRi0Cvq758QADXGQYLW38kteuFz7/Y/B609H/GqJdZIBdN/566SoCYsd7wtMtMvMuMBLFn1zWe8U3hq/DDTDAWQIDXQ8Y92ZYrwAeX7xnBh8+/KMJZoC63B3xNvCIEW+6c0C6uwHu9jQyQERElakOGBYBBxjgPAPC0uRZc8HnuVdyAeHNh/waCAAXvuOtFQBCXffW0hK26zhgW8j4voB4reu0BvgF4qLKJgPcGxYBBxjgdQGmjs8V+y7i5fCoJG+89UHQs9C7S4egGPhGqPGuR80Ap51KqJWvzH32pu8kA4bFwAEGuGCASetXgWe4kN2YjNrId8ESx/cfPoxfArzGJT8Ar3m3lpa+BaXbvQh0LJEBxhpgXAK33xf5/OGb5afxhwg4wGsE52I4z0SnCscKuAj4InDqIDZ5PB/xHj9fAnkmUHO3lUj+uukdPg+9G5nfEhjXUHwV3wTh2l+Wem6a8NeH/54/qPo63BkfYIACZxcBj2/Zca/Ktbp3vPrx8Dw2MzBaGk02jvNz/i+KkbtF55EB1mvapaWvEeAcAB0I85sgVHOZN40B9UJ6gAFeK3j1d1KPB0e5E3o0F4eOC0wBs66eor4YNuTmuUzPAXymn8Ii9Bb1nAFyDTAvgfObIFSLMr44QhgC4AAD/CJwcmRh7OmFMaojKXMFsOCxFOin3GXr4OTmFsLowj36UmFSA2A8/pywi0yvzQAPpr4LzMzPZbMGuOefFBxggAFeFI4JQb0wB5itPyf42Ri16VRuAfDpPj7yPL89FqgQ5HmGydKbb/73oPspXVkDHMWlcLkLXDLAaV0DXPpjPkwzwAADPD/MRr8IScdEv8IG4ddLhQx0Lw7PkVe+GohfgyZwca/JAPkcIL8El5ngWjddJ5u/lHAF5UrX/mLC74cHAQcY4OXC4ig3E0tQbSLUsUncMewT4On3L9AuWl/seS7iPXsHXgl8VxfvmNI1GeDSJlLAa7tX1lEw0H2FQLiFSLiLDPCj3dEjsMt3gXUvJagBBhjg5QIjXBPlIimrqdnLv9iU73IR6z8OmcU2ys3niRujkZSqzlxMPA8wil9DBcxmgLzWBeKlzO+eaFjoUUH9TMJPVf3zN4cAOMAALwTHRoi9ZkEtMinrOuo4Gr1EKO7gGZENbS98AdSbY1b7Muc7l4Ev4a/xa6gABrw2A+RvQDPWdTv61avRKsMhiC3yuim/KlxvGn8ePyo4wAADPCsgRLx4lGhv/Z4eFlrxi8O9sLogwCbLqd8CBUCJjOc3Bt6of2jEANhmgODsMM87uOra1TvKAMFGufOof9N4uAQeYIBzCydG2JnVOStGjhehkO8+ihWwOPoZHAPP6QIg4Pa0+3uQi+Bv1/shMeDbXqZI+MOqno0ZYIABXgBOFSmeNZ+i/omO5xw66vm1GPLC+KTgJ5gsbUziZ2ie8ddoXgl8343fCfKF4LaTwwEG+NXA6OXlNfK0MQoUazEsXG47OaxAeoLHp+6DFgEXrQOeFB77MGrvkLCz6vD5CIZ/6Kb/FuQLwR/8dPQAA/x64PEpA8DJMELka5IjLso9c2x4eaGYqR1263EQzbMw7QUw8TTAPcNrwh0sUPfuHMTA33TTmQzwr3/6a94WeQb4H0MGOMAAzwac/wgMCgM1QGxsvMRwdgygycXBZ0HTCHV+JTw+IXDNxMWM5Xu6Ci7Oj31a8dXDP6bdoyAJn3/28OGbD99887N4OPCvb57y8ZZrQwY4wADPACXs4V2jA7bHR5fTwYvaZ8BD/tcPfCd+LcShDhfw/fy1ieYksJulHnt8xrDbdf8zSOwswx8AMfChn4++CYZET4OtIQMcYIBnAgUARIuNXNlziHg6IAwxpUI86l1aAl5+TOEjiL4qPi70BSCIb4zYLdLeocnGY/dQpqWvKLCX3NGX391nht2fpveCXFpC9Hv48I+fIQwiBH7GXv8VDH84T4Gt8ZABDjDAaUAxj2tjJdqp5Hw71X0VRiQFpIV3RM4M+r3hL8RsjCaPvUMWodOMghH6JKlrn2cE1+M3rwifI/X77H329X2QfyJrcvOUC4J3hgxwgAFOD3XeI5yNnGOd7rbyCIGEcQQJILYMmyfB8fGl11gGpBcCp38JCIHI/0QxWJvog+ov3u6LwOin6SdBLiHzKz/pMvIiILp9urPMx8Ma4AADPANo3kcyt7SHEDgfH44BXZPSDIEFF8PB7QH4fqTGd5iZbb58mHfKX4ZuO4RL4VDi3i7oqaVnmQbuTaefBskrYKV9zwOb3WZQAwwwwLGAqa75zimPqMBgJth4PDpdqkGAlUNfZFaEDQUYP0aIeIqKm0B9PrycMutikrkY5l0SuASorkEMSxozEFsI2PDeNsY8BKYWe/zlQf+AaXiz/D9Sgb9+/rmTws8+//yvqD2M28Off/bZf+/prvsPQwYYYIDjoYkFUQIcFSIOCObi02x0gDJiHx/Tc9TkXRHWoSfbDWWUWelfW0O2x0AZDc61NQNWO/HHTyvwF2C8O+X3G7BVi4a4E1KD8lnFvQLb/osjwr8/fDN/GivhfQRFEQ8fvvnXz3mPhEHyu89AvPnmZ7Xzo27K3w4cYIABjoOYLooAZeooh0PkAjciUg9GyumeFiUQ+pR2IczAFS5DI6qhiLsO8gB6MtpATsYMbeMZMk7ZlyDWAv3Kt8GBreSlMCnLgHFxHD2rQKZj5pzolcB2XbxDWPvjvwQdUJ4DROxj1Hv47w8f/vE73i3m0zL1R6CvjrvbQQ4wwADz0IQJQg1RCguMHKD9MmgZz2R7GbkAEFlgrfDGK2OGv7g/4vi0MdnbQNRjGxn16C9ik5QAvRTvVPneQnDs2yhBEFSF6JIh9smpaFZcvEJY6aaHQX6utO7/k78PSMjnAPf4YMzDzz///I8gPnsTF8RQrr+ktXS9m7bPUw8wwAAteGLHlR9jXRACpmUMW83sV5KW0JALgXdZufhGvxN+7wxBlakjEqt0OhntNTE0SAjTdRulDPOcOWg8NhD3ZSLSZvvuiaMzobENzVNeZb9sWJnWX/XzlS0jXUa28hzgm//+8DMus44+w4UyM789Xh2XK+ZrzV9kDjDAAD1gZJqJFwhTvPDDm6mZAhbvoTpcZFgKWBxoGvDXNjYYRvegnd+99eMyae2IFnENLYAP8bFxLgPYU2Bx38TFBt5bBWalvhh2s5DpAGSv+tqvBnbjv98Io895iavvwsXvRN8EzRIZYES7zxH3HB4/a/4J7uOaR5417L5x6c+X/u83Ll1674bqv//zpe9FPA12/+uxg+E4aEzQ7HtBnh5uvPvnSx+88/v/+w318Dk6sBD6e/zhafd/4ZE69dE7CW5c+vPCY5Mf1Z8vvbsbuz7afRfVL99xCHiug3ruANevmNezj+wxWSPLsYrAKEjgdiOfH+Gl7VOBkZMxhVE0g6iWFVXizaSMJZUc2SIEnTbOCRi9Tge4FjeRjwIm6EAQsptMDcVhR2iUR+NVwahr7t/uPcZF7r8/5HWu4x0ywH+X5M2H/4fD3s2Hb5rDUKhvixB2zs9TMO//eOnSXeClH/+sn3l458fTTeHvHYWeBVqT9xFxgzw93L2Ezn7/97uXfoPKc3RgMfT3+PtT7v/iI3Xao3civHfpx4XH5n3uPj4pvC75JzlG797CB4fqB/oV3uc6qOcNmJcF6UnPi0FM86AFVlDI4nofNNKEWsfFBFxPIr7osnKDD5/QEK0tbfC+SRg5vIT/CUu8wRIHiiwamK0/G9SO7skzm8rbwgXqHinnZSle0UJF7FcEm3OPML//Oa9zH/7/QCLcxV3g+GqILopF8EegMwPca6PoGcOfLl3CJLp06xa2/K3Xdy5d+r0lJ8KHp1NroWdy8znmKmzQy92/v3ELfp6jA8dAf4+/P7XfRUfqlEfvRNjFB7Lw2Hj/Gf5wxuKYH32gD468u/yh8uc5qC8KXI8L8oUBge7xhN+H1YyW25rwoRQn6pM9XgsbihLC2Eg3SBYAsqwR88TsMMOIDmIbb8Iyio2yBEcOok8Tm18Y0rMg24kEsJWBdqPuNapF2i4CaldM/rKw8EtsCG5KARHu/igGLoVLBhjfDmYGGF3fnZ6fm8A3b116V+V7t259cPqPF3HiWVOdnsnzBcBbXwb5XB04FXz/8y/j9/Tw3q1Lt44JgLH/NxEE2UkcA5Wsf4nRfxYBEDHhF5l3CDX5OJy3vrh1W+I4HULK1rbP6Ffjoaq2EQspIPV5xelUTwbhH0BWviVqzc2chcXc00KdcAjn3N0F7vi4DvPCuKLWLhW1lxeQTwvXuunbQTbwmf/p/P26BlgC4B/j92GaDPDe7L+JnCFg0igA4gIT2ZWpU8D3l35+1lSnZ3Lz0s8fBnlqQHpV5/dzdOBU8IdfyO+p4fdMyRcem/pR4Uj869LSjZ8v3fUnNkIEBPU8B/UFgTnXS5qFmtQKOaDgkkFKRU5zsBUCfBOASRNN8uK1gJjkO8MTmNjg90cQSxBSQiJbe49KAdQYJMMS71RbCP22Cn0sWKOGXkX8ifYlutH2Cto+Gu4PH5p5jDMPTj26l92Pib8wHE71/+czENGtrgH+e/x5Urkv3K4Brk27fVNnD1cvZeL391tMJzC3sL156c/fv/PjGx/c9J2Hu/ErsCMuuf/raOnG3Us/X/rPnI6AFAh+/+V/vvF//caVmxTQfMbkKoPZ95fe+CA811bY9N7v7/45lrmq5D1dAX6gHn5Hb5fe+F3TQALs39v7A3pQvMWONP363SUveL7HVt659J/K+W68+8Z/vjf5zY+XvucH1u42j8qf37kJznsY6DBCQR7t+t310VukffPP2vfJe//5BvqySMMw+QAJIAP9O29IE/4v+fZU+1HdlUa9VMZnB1IH9RUD5t/LuAb2AVDuljPZXlnDTqtSLkgBzNv45F89cgaqgOnf0SvpYVm9063j6ocPAtqENR5cXeSqBgsagWYRT6sYFj+AEk08IzCcy3KkvRdHoPaYCLNULK6P5sx1QJIM1y8FjnW1Ob0cVAOfPXzzv6PINcC9P2YG+Nd/z18IVIzUvm1MuzWxzgPUtMIUpjAyoG8vXfrw7qVbd0dLN9/4kcvsyix+/wZIsEeHyDiQMJZ0owhAIxZqVfEDViSA+XsMgK0Jr9YQ0WCke7m7XtqnFE3//raW9hWWqoQB8NKtd9XDfTb3848fLr3z50s/srU68WHwHrqAAEn7uiNtv9659CPTvNHdH+9OULnF33i8+YZW2GJtsd1twO8v/fiH/2RH3r2hrvGQ2e7mf95quuujB/d9bQxP7DCSNu7FLcSzOX9laP/XS7fgmLtz9xaLd91VQi8DBBOuMmX/7kccGCqUj+RVwUuddOUo0CnGhV1n5MFnGBRzIMQyBasGIhlEjucaDOJKN2NL0wJgY7SHy+GMjQ4rdCkGiFB2tWgJZloGzHNOA7rs5bolYvTeJOIacj2kd7hQ9wM6iw4xOLGbCfM6LwTHu7vTTS38rNzUXforLnljDdDhDnmfH4zpZ4A+oleaR2nOHDBpuHwEGN1lgvF3zeSrnJzMKnhxpRsk7yxNDu9iqiragNtEnUaAGsMa6Fty+wFKLdNf6ZugWTjWm2kOW1ENadT7pqBMB40E8x2+Ppiwh2Kzf3fl1paG91kD98dLP8Pz+xQrPWK/VMFOwpxx8KoEznwRoJl6EVBjhI/dFvwdUYpVgu6Zg2+7m+bCltmZjx62c9qZnaEb6NYif4S97z649B76TFX4v3SFH0+O85uZAXLN7+9wdetS/kcrDvSl0UW/C+xhCAgC8Q27Hk+9OROK+6BM4UgUC0LmddJ7rJpDB6PL6LGzxZ4FgSphqHaoIKUaXRCCkCaWyW7oBZ/TwVzbCcih4R17iK2jPN6lgTSLXkYhcaSHvwhEO/OwO+2usURG96afgB59zu+88QBlvteuAfYyQMHH3fjcXAE3acXkg0vKh5hcgItkYnRjCcmNq+9OuOb+7ghz9xauyb6/xFuxAf8DiRkFl36+wdSJEjrY5ZYz8g8/vov5+v2lu9WEcthgKt+FxocSsRXdlo5mmCq1ErDozT38/ucQkPXhXTZgkGf0AxkiUi7UbmlHbl76OfrFtOk93TbFDoFGwgUBvN79E65HEY3ovdltAnQY2d77WatsCGJo1XY337iV3YXHzADv9rS5izfj2RbU/mXeX7nrgUPJZpXIIcB9ieOTWZ76jp0jMN9DiojPyzAB/S/F8CJCZm/lxqvKzHKY7TnfI6EQMTNBIx3k8yz6csdojytqCG/OA5nB1UwqD5sgHdV80i3rmjeFjzM7OxFm+tSDk2TuWGSrhtKZGuLYoWRH90C0Vie28bJgo5uustT3QBDUcPX78OEfy3OA5ZsgJQOM5wD/e64BjrpuW5xzAXVhiXdBFMZ+w7kW2cV7t37kJ/D9JRTIO/jd5/c+RGBChODDeIb/61YjiLuou/SLGXmJTMFvfJVoQEJ0l8+uMU6NGFHcCgpcE97lsUNOgyIld1H8W2RGahq68PYv6GdpwJBd/xdkcCPuHt1Q/5Y6jLzKee6/0Tkv2kEzFl269F8pR7OqoVfRIQLiGxl/RzxCsauQZruryBzZ3Adq5+8/sm+Q0K5oM1yiWxEAnQG2/ryCB9j77u6l/1kSOWav7a157kuA7gYr6wvAlfvNkmVePODMzbf3SXM5dx2V8rQKl/5ZRThrEyA9swcYIVbtOWeTEoDf6+3Hy5nvucGLXwDEFQr9xRMDBfBQ6seAA9KJ0OtED6K1ejleoLWZRNTT0mUbI6XU2M67eYmw1XVXWCrv47dAWPp7H+/nPV8ExfoYjAhlgOryynm6AmbWkBkgsohR5jWIQuysLgwJSMduaMUswCmSgSGrHHFMaQUke+Ml8KUPnJ21JrXZuz/fZSu4hiY4jZHkPWaAjeQG0ysmOO6hvU3ucgUwGjAg1ZP9RMGFOyI2aoroXFqbLH3346V/pXP7o6e7d5G+AnR3uTT7s6K02mRogSp9wylqtrv5RnRX+w09hFFkgH1tNOOt9JwBzmkAJr/jYS9VXfS71wTwcdmMHXn3O1Z9hA3cWWa5YXjBIEeV9kYbTegy2HBF65Jp4Ih/HMR/0xjtlb8QKrmdcj5HSCCjhTTq83yG6lm0oko5lCFudbg8SKU+7+VC2YOAsmtotsRWKPlYKALWndIuA8rlfNmdXwCuTqcfi3j8ObJAxMD/47PPNSKZ7/27w115DrCsCtY1wM1u5/xcATNrwBUcYaSIEXnNz14ZBE8BEJt3QMdqIaB9XI6Lh0EyLVHupPzk6tL7sbLGJS6ErJo0lmTlg58v3YQDtaK1sFzpUqrE9n+miBKkV7RxD6MDitDRgAFdD8+30IF/ySXOD5hDBpuZJarItBg57S/7rV6iQ3RaF+fi6vt9p2rO5pC3YX9uXrpbu0tf/1OSRtsJHVJdVnhdSz3d4EgNdFIyRjAe/KzyuJgSQIpwiYQyDr2OcICyQSg06hcH2qtTgtKhdo1f/yish2IIUEcaiLmEaU/Tkjb5h6IF7YUh3LXe+1CuK1Nf37DL8EKJrrn17CBUq9dTApwd03h/nwFNVc1o4wd2yn5Rqfah7U3NcZM4pt0Xh83mm7w3/vrX9yP69aF+eoUysXuOvgYC8KwyxdQp8prgMr7cQmBEONhFMApNQC8DbARMS/QBkEDyMoIig8lu34QNOFm5e/fWDd1UZrThgldKlCrBtfFHeKhpE/zkc4CjP/zoBnKMZNfdgVpzSks21xaRpN34gzPad27RH7QlVy8VVtmffDQymo6+uShHSkHnPS7CUQ/BCduqFkVUSgYoq54GAI0L0DQXH8Gvy3ysKrelEns1QSzN9UFoQlT8XBzwfFbESyjZmh59Y4yreQ1AT70h+eMFLq9syzT3bQrFgaIOc3Bn8r8e0Lw18aV07Y8WFFlquwBeJMzMOvXRAPiJQEAN6W07x7RJoxQd29+XAI+m3VdBPjtsIHyW35M5B4BJ86UP1hVnL8qsmBeSy6xPQsB3WiPEBOTPJsxkgBJ8+CEiHlIRZDiVuTT6PdMpZEmYuMUEzTrPmzB1aVsp+U9kgE1yGWmTM6/flHxy9F/VQH7y6TmToqwh02QZ/UKT33/ghjIDtFw71ov1hMgAo2//oiQzcmVLagaIoBgZYGi7wFYdcTuxK6GBz4CFYhtin7Jh5q3wmRJCLtd+gMtz7i065X2Toduo2uce8gMDaEWPmRx/fpRV5VwOi20uB2A4NFHYfpCFEZFiQBwUZHfUIZf/v7sQ7AQqfsgYVXbCV89Lj/WrgIJjzANOlp4A2dOEPd6+lregyk7OQPB7TycSZGshyOfu11NguxuXW3PPCitdtxXkuQDnDgRMN+yVH5Er3Lt39Rjuu7zT8DslL/wC6i5mXP3CxIazGiRZEnCFTjnOu0t/+vADzkjMVCQyf/ix+Y4FGsivr767tIc0kBW1Ao5TJaZUvDNdJHBJSWaA3O5++GVtwFA9x6Nx3hHrR78A713CRbE+RfvD3kt+92eUe3d/rs0SagYYBTrizLF0NzM78KKjPW13B7llJKDz/gA4qnyskSkvlKHEWMiOCKCmrqNhHePvkKf6lHLzP2/x3nbxcwFAkzRiTgu9Cf1YU7hO4+ZeRlLFj7as+aKRqZ9yQjg8Po5EfGPQY8PU9w/L8JkUfhUPQZgqs/YlDP8CkL1lZ0ijFgcle6G2Y7xPsAu9Y4Zj4Kg42+eXCIfTbrWsvjwbXNmZ7gR5PiDTihvvYnqBiJWtH2PpDHHjA91+wDz8/talD94nfWu0dOXnS79biuggJQqYW71/6dIb3+v5FoQXzEh+mwKTH5J/XIJJrh0gWaFjxAOGgNrKzXIP1CkV4mlpPxIrZ15g/W6Jy3i32AACRY5ItoygjehAbeyedwSal34zWvqT+gVgFNGD25HzwjkEo/dwsY39565mh6TjgBVP6DluZQYY3fXannjR0dD2DiGpvPTO0ndM6qQXjnS3ZCZzyyOAM83fP7ArQclmwwl7eelDzPR3cBS/hCQNLwzkZ9YA0riY2gWizhSvXivrdgdv8Or/dD3Z9a1eft0X8Un3R4r/2UQpIRT0p5n+Mq7yPzhnhX2Rs/DfhwWdb+Ep4mPkempHLTPsoVmo+WvA7IiM2Be+81jMfxVRvycRp4jFzbworHTT1efKAe+tdt35+i1oTGamGW+w4C5h0juvceL03Y9xfwIzC3NYNNMPRrtL78awagVL7/38o29b0AHCgoDT3SZxPy+aBfDmaTrwA3MlpYJEq3EhibTJmZe8fTlBLJBcEsHNN35GrPlP2sC+7IiiBuGWH+1jk7bxHvMhH8tZw26rovhEHceh6BsiEWrlSEV3ndlF33raKhCk2K3MFBdoJMA9q9JBpHTABkDN+wLCXyuRT4Ey6Bk/5xPKjNQE1STVRsGH0Q6E73eEpid6Tv0A3urlbzgzKjoF2nhsfX67I1QzN8qbxQkKL4TChylCoL5Y68cHAYx64POuc4zzZ4CZFudgsZxhGxgtE3AkeqqIj+omUWEOwOAoqJq8jJ5jvkxY66bdwcoX967x1cN7+SqMSt3enJ6j34ExIHlyBLl0Sw+TRF7zc347iz/OBKmW2JDZoKI0BPEDESM+gSJQBUGPEVCJF+9j0nWYQClMOMkZcm7pRmxxAGneEnUG2LYZaZN7GB3gkh7RaR7h6o+X3ntPUZuBA7sXS5zsV7YRVUcWtMDVxBu42ocYIQzeudutcjQdqZrX/WyHBtzduLurDHBGW8Uu+nvr1nvoPWJVrgH6jnW5C2xwlXuGkIrAmp2Ao9jND39Wa0hYfX649SWCamnpPIOyKxL+qkYCf+9EUYnPM2d4CmBetmgW7+EKF4cDIg4uMFDHBavvhWyMlEuZtriB4g7dQQBVejXRrWb3MAuFI3bNF8ItzNYXwUyrszDvInvMqB/GfK6R4WwOlK7SgM8G4bJdN4d0V0j6zW8XPqUbzwcrXYdgNtZrCrrD+ye9xvFCRRyooZQISjv3wsF5AWQNWnS69aFvZiPvcF4TidPSTUzBu39oaKZLIBEu6mxrBHDx7qW7H2Tle0zRL4uJpr1opEr82sWXmOOql1YyjXGq1EoiDYsv8mYHmgYEsseV87vy3OwI+3Xr3aL5TtwWBqEMkF8WvvveDXaMtXa3qaOeO/WLLs5mgO0a4Lz2Eq++cYggQwCEXiNKjQBX/2AVXEfnN37hL/aFCaot2M1L7/7eezLj51yC76oygWlmprqPCd0Evxod/Luks+DUT2A32PLhQN8/xdvBC4AwWRrqwcIQgbTSneBSGiMsI6HXImehdvGlwASpZnVZUj/FNUf1gKCb5sGZ78xJ91BeAnxxwHimoOYImMhXn1eI6c7BeboB/HrCBUiDnhUWBYDj4Fl0zwA4Jx1U6rKcVkXA4Pcc5gJN/tZM0RZgYufc9lIX7WVbJz2qunp+PHcJTO3KEp3tMq6yhrquiUFkTsqOvzic4EPpXNDRLncAySCOy4IsULugrmljyOMlD7SR1svo+QAXAy5CGvTrBc5mpDYl5MTMZJFvT1lD4fXmeJQE/5rpXqzb4a2YR6AZYiLDoj3MQqSKuMZUKWBBjygZBJGUoWHmf6eMfguUMuQLopkFgB1gxobuGhnQ93iLl73g3rff5sudZCG65zeEPKWo27EZ4NcBCICvWwb4WgFSFMQU5Cmc1GRoJS8g5m6AxLz6K1EN0MSYEge0cibtIvXXfZUP9Z2iHjmSkkW8ZE1DG0udJC99EXdq43L5VKgdRFAbMawhfVOR3AXAq3dIqi2paLgw2xhoKPXZfSTwfkmQXCZcpDLA6wdn8LPIA5waIqWpkzHu1HomN5O0Xsq1k76lGRdK3USNH74e7utUUDPkQx6PJaBa4iJBVkwg/fdJjE5kKRk7Lej/ixVmAbpJcRyMmO5RzCMgfTWjHoFtD4AaAQsRsMA3VNjzOKhxRAZ43eE1XAN8neDxBJMcQcf3VTUpMUEzquS0biZr3hcFUBrTOQ0NNmvzI4fYflI1A30XTUMOdZRz4Y03m3srkC19Mmz0fpaQvYlSRQ98bwiQcV+P3vD2jzzQh2F2MVA16qadC0Fq5vOT880OMMAArw70j2xc6fc0rxHHszdzoN5EjYkd2tx4OvvqFnmTp3z/6rB46HF7ABUJUzXCXppgm+EKkD1tqacCczquH5bO0OWIzxW2vbW8hrVoQLe+eeFaNKXBo1E4IlyDdulZyhVDkcRim4/xFNMBBhjgVYInOLZIqDRbseEERRGpFwIaLxlnJ2mkRo53pCIH3ODjMXxseUNP/IlXwPdG6GlGUGGmGerZMZ3pmUB2Vq+mUwzecz5RX9QML2vpk0uBwQLQE956TtEM7MnjEn6lji32AEcqoqP4gFw6yFKQlbku+PEhXLQ33xhe1M8BBpibQQO8fNBqGCYlwgIX3hTIMM01vRliMN9nl9gYFKME0MqfExThjTd/Mf+bLCnAShQe87GWK+OIDHZgnmIceqe45fsrEUBw6R7R7xi3PeAtCxjbNfuCV++KPEOgLo2bnBCQx0FfCmkhq3EW6EGj6vhf22K3F5kMMACBJ92ZkTbASwQeWx/fSK44Jb1plvgUIOchl8eoGAoocCGtr8OhVj0ENFFjoUdEuMeOu2GbkcIhQ5kXuwbr/Bac9BCAqRApGjknAvzQOhUXnWSjQb37UnePPP4BZgZqQMYxc6SWx7DxEByB+8tE0drcDDBAAzGTBvhlAVmO53WBuHzjA9C8Xux/CJz4ADN572Skx+SYWTn1m3EGUB7lqFI3hFZ1Mioft9mNECREweiPCuZ/iDpineZ8yb704pBiXOuRoB5z18tqJsGHQgwSzEOrYVCN7wiPvfzZBymh6fkAA8wCx/MwMn5J4ORr57e3DFVl8tZtC3wWmaqKkVorg3Eo15hgAIM//CdpEzwjuUrfCKNBGXpeaKZbNYKiyRIiLjpC3ovMxwPkoYKm2Vn2IHtRwCqIXW0CzCv/SHzjYGHHG1PnfFYgmecCr30G9Jrq9TjLAQYw5GAb4JeAXELL2akyvqml6RuTvDdlpc0NrnU3kB6FCiA/q9BmfHPccpiQWDcA2pAR0F5Ph6fqmIAwVK2yJYGTMN1QIDnvuw9teK6pJKxAFhHPu6pgw7s5YgpqA3nUvASZsHjE9jpVNUxBWOULzQcYYICXDrHqV5aqsuCkF1GmeDMtGdKs+BhBq73aTTJ0R495G7UED3PtMhpq5j2fy6OoumsaD1A3EeLgsmkVAM0NBFber7EggtcxIGu/azCMLvnWNV5uBS7tsfqjSfStZzzXInUaQSNvg3RS7PwAAwzwyiBmJOZoO8c59UXE5WRAmb5g0gKhr5nRBJj57qnMRflSugG79i9Dt8BVtiaLYsvQ5OoineLlkvkmA+psfNOfUvo7ZdicnAPCksaMTnKSusUjw19kq6jUy3JzuAeOfoRej5tmTZEXuyLz4qkqGuyzpz7AAAP8koBphjjSvx0KyBxKM7qBnJVQZd7kP/VoQI8KKvSEM1Ggm2iHqEIrPwXXA/6qChDZFr3waph901c9EhiXeJNkpt0A5IXMAHVf9mngvvdyVwBrjmw9fhNrtcqoKttQQ3NZau1fszJgQD20QyWKcEhXJBvuAAMM8MuAv/MmCm9MupiuvuHZu2lp8ITELEUUA+04E5OVoHywJl9M1JBHacYrMpIXM3wuRqFNRCOFmhDNxhWnfXPsChQy+HkNUM3NAbjsnfrfRj9r07d3qr3pm1IDBZJpQ+05N4DkKXzrrT0G26G/9dhAceclzQEGGOAXgxEvG8vsLROOX4Y7ZoaKyStf1QyziuXKMaZyKDvZwls/HzqXGkHyOHM927eZHyHcllsyC0EZoNt9CmAv5hQjLY0GGHCp95idNgvA80LsoPSOjccZghn4rUQnfFpcbsNHghogj8RJezjAAAO8BOBk84pZTO4sNsCeuTJM4L0ARIXjczBAeUglwa6Y3eGNVrHxPYVeG+xOXroq/vaDgBcW1WGgWAshMkC4W7wHBeYDkLrWB9V5MV4u4fUgS9wSyUDVT9Z6PvSTXeyNdfGWyUx652ZEBqgSB7on+HXB9ng8nr6e74v+uvjvn7CdGhcU03GHYu7l/5MAaWwJv4Atp6HhjyIW+h+KVoYXutNHtt/UrBC1KGzavvUishnWFr316koDfsG/bKJmtKb+XCP61zXSQLzsyq8eRtEc68BsvAp6B6DtG2m+ztFbiB5PI1ANMMAAFx2Uq50IJ2Sezwov0dUAAwzwzDB5PDcJUZ+7fm2A4iBPhr6PxuZ488cnRZ+4ffJyAT7Rzaanj49rhle9PFi19739M5yih7IK04XqC9wOMMAAvwRgBnoBq4FJPu7GmTgzRRewjoHRxqh9OjCoE+2h7l+gsQYXIUUQ9Mhfgb3nihILbdBW/ylGMoLsA4/LiHfMAxZpzT4QtBD4lRh+p3p2/THgpLXNAQYY4KXBHh9KwXxTFpTA5/omjyGJ6NNOR83Y081xgn8JyyR/R0AuLVo0y1PDTSLSuAe8W9JGv0WgH3CNOyTPBIp9fJjRVQBbOqa1yd7GKL8wcwycsgcb/HOR43Tnb40Dhqg4wAAvFfgzepz73PIG58Zj/eXFHufmAoi7rqeZ4UWnTGXfjeXPizq2LJjO+r1A64Pa46MobvDE270C5pob/oLIKQNQAT6d2A9F7EaTevZA7MgBq83TurcQeAv8GMNjwm+vlwMMMMALARO/eWA4ZDErK49DHzc7G6gq5T/E5Y6B9gRzxyG1zE7423DIRyk7CZSyBn2a7vVA7vVgdQF2QP1dDDhvKFY3Jm7d4ewEyxaYYXPf6GU+wJ/SyQADDPCcwLk3N/OaS019By1hEXUMND/1pGfqTNExK8fkPITGs4MgdJsuHAcjZIhBCp5u0YJCWd+G90AWxOnsOXNZNDjTM9XUj15njgMc3D24mDj/nG8sOM3R8nPf85oDDDDAcwCzsSCaMNiPBKgqQWq4s1/LmIOqy8maiSRbe9oyXhXDiPcJMOfLo8bHwlyoOtaiSRMruIMQNGbcx94v9s0Cl03xUuQqenQkJydZGvJCnUuP7lN7EW57fyiWmvN0vwMMMMCpoE63GhR6oSQUuKrW57eVOWgeIJFemyYdt6yW0DdFloWgsGjOz/SgaUEwWy/AO8zzIHV6bG7uYoczcDdQrNV+9EJOo5epYNNe1xtv/AmbIMnvVRqbtJjrx3zHBhhggGcDzLrIMFB4CroeFQSriFeoKxEkDc6CwNBAXa6TG8QUuzsNlNQyWuCtj1NM9tnHTpovIM/DvMgppvi176w+pePNjkIdNTLC7kRTRFfLvb9Sr92aNIew313RsjzR/QADDPBUyMhUfnaTV4c5hQFc5GomIoCZIKXtnJyB+GIvnLmEg1Os4CXwjoDv4zL0wsOkZJ5thJiDNmCwD/1uPw16+tGKl+RO6jlkSty4h6xPNnBAef7oZX39I6jzCS99Y6cghnZUtacpiLNN6cBcT+JUNcAAA7wIeAYSFPDqtOLEVq0NDwqBdfrOQZmnoUIHJy6k9SHNYc22/XBOgV4s6QEyvhAimPB2sCunhEVP9kzc635k7QGfnvR+eh2Q5vwNagDI5gcOWr/o28zhgIEV6Inv0iL33hl4HExA052GHGCAAZ4NOOkwgVVofmE++ZdQM+TElHaFSZmSMca/UJiH8reUaQWndXmLk3nhLYgCaJoeqv9qfEKrMItHrXmXub2RcDrgT6oSoi1XomXvUT9kASCcxCoeThqKn/E4Xzlq7Y4WzwzPpnvQpHu9JUCA/RHsr7j1ZzfAAAM8J3DVitPJ866s/zcTUBGPWFIqLa4tmsOE/BPh4oEuq3K51D4elMlVrWdJ5fyEzYJnep4G/N3qIA1qX0uAAJ8O+goGxHLJoI4+UyO1eIggCw8ESjZG/jXrhp0AF4U7/9tY5KBQt3owzxlggPMCz/5thFcH7BkusDxVUUTMUIfjV0D5dTR+G0SVApqJx+2XzZtpCU+ZwiEgJHk8MHtrW5xt/USYIAucM3iaA2S1/PaIaW0TiuUxe8tDEzo4es6dtceGx5Py8DdgtHfy3mcbLhfuNhdFza8RPlsdYIDzB3xG7JjJc8bAWRNzLH5oAO+cdJheXnmbjyaps3hNTwlYL1yALl4fbyA+ReV4QMuN0jOfQeY6TFjILKA/qfP+VEW2WxufXwaEvvM0mFBoVS+gSsYadpeX1lw6eOpNGTYd7akXbbQs/aipYfG2+JmeAQY4e+Dz/edzdLpXeWmHAjGQPOZutdPz2UVOv4W7xe9hzEzHOquVDLvBE4CZ2MKZT2Dq2cheGqARfaMD0LgHWVufX7WDvuNjHqSqYVfc4lByf8puN7vTO0wCcuQkPDVNVnIPPu2QrSpsN3oDDHC+YGPuX9LOBShFwfUt54+uaP0UIK93LSXMd7xyFl3McVouWN5XrsjFORbcnAhMIYsWErNqga4hoY7KS4HYT1xuIp6gIbzgH+3rd3HIrbvD1bzaF4PrTA7VLa5+Pg6aMrl/PHM72tKFQHfZhExqAjrXNA8NXYW7XhMDDHBegNP5HAKzPSZT7pxyriZzK09xzEAzCRftFxcL+/PUOpipGS6ffjDYk5z3NXEioFe8ufHSpnrmfAg2CLN4q2leoped0F6mFrjlCDkFU+/ALj3K7qYejodWEdowXr03lEF1+3A6DpjVAaSzuP0CwDEpXRtggAFOBk0gpnqaNTWW5USmPHkNtCw+qZxRLYAxYdEDc4oChgVO54BpFxJRxGP9OmEDaA7xLyqnhhPbtDckvwjSaAuvxr9WBjbqWieDWZQ4Zntlr8BFbipDsnRFzENDt2Tyxi96Xo5WsxPFhSDvwBPCR+lQT7O4Qj9iF56yowMMMEAL/LVl3lPkpZ45ZVZhJhW6wOzNkAgGFRAOtdwVVYAVmrsep5micMBEkt8FKWEigD191vwP3Znfl1lQhoaoO9FFbxpEx2s3dMt3pF9KhB6Xd0OQQQpQF03hT6Z2TY5+7oUwfy1tsJs4Sq5QMfqh7SyAK2/SWawywAADzACvJJGg+EJrdj4umkfixdQ06J98E5Ascd2Mfot1igtjwfLgMaAvVczGOoW/ps1TwqkatRJ2oNHm/rG5JtOVAgJfBEmEQXdIV9PuWi4I4gRRwh3DtjO1+EpfcyDbYxp0NNfkg02vAvocGmZfBhhggJOA04RXq5xEnEeeS3VGtVMyoEa1Aq2WEj/9ajP0QrBgrW6B41cBTw0LOBbYA/SdTzKP9iZMjbO32vHScS1m5n7hslkltmDxlXXk1RlKsaU+PcQxfMwDs+CAAtJzAN3lV0JmE+4SHcPGIbmvM8AAA8wBZ0x8u9QTNmemYdHUXDCvGtbG0mPYmEHnTpjku+frxNn5irIXxI0F+4fWyfVeIMFz5DGoX+W3HVpAIgiur3kz7wPgerqvTk+S5R+I6ClxHjND1Q15aVtlMluXhFQqiTivs591hWCAAX5lgFmCF+INkx4A5hVmUM4uS3uw6LKzmeAIHZQHI8mUN6a5ALYI5lt4lYBdcMIWV7ZI4OrlvXpdbxgbcExGG35iiLW6A1xZ2CgHzGUe5iQFk8fNP8olpDiPniFrfW7zMcWB9bPrpgcYYIAFwEmkO5bNRKkXq8yD+tMMMMcAlNkXlqUuAtd/ZvSW8eKC8Th4ZTN3YUO8o+sXIhg09iIWArxLuSN6VpLf6kDIjFsb2lCuK2hQ5hMUCuUojkSRgMM2DSaa5dMiESdqShwrNF8JaXZp9lJ5gAEGKICZwknE2x+aTNrkfFUxk+7VOVkB13hJRVnBnEUXjAtYFU4UvmRoYnIF7Cf6wDyQD6wgjLFPcVwoyA7y8hYXr1S0lAJ6HMHFYz22A1MdxDhIjlPlOb2yp7oYLzUC2g2qGAe4Bj/RIwGbin1JNj/JGacDDDBAgXyyA+9mitVp9bjJXgg5wyrAbI5Zl7PsFalNz4tgnnOOQDdpsRcbvEXBRUDt4sS/2wKujkrZt7mzAg8K7UwK6CGiHrRRPk6rOBClEDtkxXE9WqKKTvvFSlCZ+0GUfAbwIAcYYIAGYlZpqoB2FdMF2UyZ03XmQVTmYwFEimCmrF6JARxgIZq93i0p1DkF/Y4zwxxv87IIfuxc031c/WIv9WWVCDTMGDfahT9SMGBBbtjaE2DuUBRJIeaUKLEUXckIB52MdWnJxcr5AD3AAAMAYo5y9T3niFh14rUXrwsziZk8BlApQLQARz32/KQ/P8CYARhNHoPUo+HtT1hBjrgYDG55tmCU5NdbYKhYyCPlPccWNA8c63bMDQFEHNL+saFPLys0zTakbFC3LRPuZtEvzzTl6Rx1ZraBAQZ4XeD5V7lpl/PKdyCRn2C2NFe9jeu8DFQloKzbl+nZrlsBGB4ta1b0wXreLr9CwBWsD5BTwB4wPSwgIfaIiZa0DWTziOF4+JAUJ9CIg8SDLaIem0Lp2rZpmA8jhjCsowCR95+rG0Aj7gsGGOD1AU26oJ8NYlJ47sBFCV1l2VzXciajjZkbj7GE2Aa3mb401TbqneOnM9AzRXr0fY+/CjjilzVmv+bcnCMAlGHvmp9epRPuYn4RTrsrGRNGluRXau64AR6XVUIBo1ir1MRatV4guMnxeYvfyVF1gAFeK3ju03s7mTQT8Z7EzNaG8y2VoomZ/C7me151AXpTltDW64Rt2z5/kLsz4ddANnASYIf7XW7j4QbUoMXCQUayPFXoqAaYs7HHYEQm6+UBpOKxOca9z5YPq2cQmzuAcU1eTatD8riuO8AAryHwW7Iz6clpIOZLTLYS2NIRJhjJXPsq862dYBJzjaxpfS7LWBw3Fv949LkDHhYtr6HbMzlg5L6Cx4/5Uw3YVSaM2uMSB328UPUBlpF/tk8QTuy5eiwX2BDsTco9dWSjveMf3yMOGFHo4xrsdOhFzb7tAAO8JvB8GaBmgw0xjUzUb7WKgenvKXSsf0365mpwbo6Vi2mDYiWvJ2cC6TkB7Ejdlx6Q7QvQzMGa2BNJs84GuveLuvePyjq3lN2lFQ9z8vqHtrSe+sFw0T+YoB/zB3wqqO3SEqHq81MqH+4AA/zKAVOF08EzNSZR3PwMwNUckhn+ZF257JoD/0iV80DeMe1N0IAypw1eq+IN0wW6AY40rwr0HY6nQXZbFR+mxiyoyZ54VPLu9f2GWWXHJ9AeiGIRRKnrmPQ/CH9yRYPAE5DdhdPqhtSQAw4wgIAzwTmMvufVm0UGhkM9XdHOzz7wu68p3Zg85g+e4DLRKJBbzdr6ZbsRF8zKpfBCeKXTlJ1ZtP89iA73onZDpjmOBvtuiQ4F63wx5YvwldkfNQEseK4JafFqomkEajMB7HH6qHDsucOxux9BBxjgXMIpMpIXBU45pA9t0jfTKNe4uKbfn2N9JT8pl5Bxj/EEqRAQrfAqOm8HxPTTdbPJY+brIvZp4tRzAY72Rv5C9XHJLsRSaCNQ+ykV2mWcF1TAY3Fq6wj+4LKelsWzG3LJJJzVBPY1SILvQfU0wrBCq1/utwwwwDmGX3yUcorgrV8f4ezEPIt5Upvm3Mq4cCxAp2o00YO2LOEEkxS5If//lg+UMNjgQlGPFLbT/ylgtejjSwX+QyW60i6lzQOjuA9F7W8vh+1VBHaLvWcSXV4+QlDGEc/6nKnCvxX4IYAooDvSNIhTRD3igFCc8Rcq7nizyDvAAL9mwDSJOUrw9CA0E4STLCbaYlD+yCczqNOLIfoabMzEmQnJmMB8qlz0nQ6cgp3QmeeEPUc2Xr4fDwjg2CjwlL3p56PlTKFSBxWULCyDA+0vRI0lFVFRZiYjAdcLfFUsxfYAqhP+jjFrmSBaJRRLXwy92kxGOcAAvz6IsBaTD8TiOcEwxfW6VlonqYEyz0ZmLBV4bZZ2M971JVl7pUnf7kRoA8FLg8io4kcOjgGFPSSy7ZMwNRQKshYlvSnOC/hwDDjRBFRUyRMA6hkeE3h+oHa/DUA5qLq8Zq1VCR8zEVCQT+2U89IAA/yqgetzQS6cE5M9XqhyJX/BdBIkn6FgNn7E1+bouDj3jEZk1D9o2GDG7DigGVuJ6ksEdYjlcXsp8Dkizhzc8KFnSRKKPcsMbnwyxoCD7T3GhjxpgyZPqXPQBXwA7bRtqR4CfDhZw1lEVHm+sGoB4hxDXuN0gAF+nYCJgCnAy1dNDNDzM4K5TiQw88tbARB6alGrN3lnAPJoC8Akyj3IaXqSaQEo9Z95e1nAnVRoOG43BT4IkQAirDE5JllBOySwQHuVz1EaYMKqWdJCODouIunQZqeatlpdicng9XIL4IWe+D1hX3OAAX5dgImBKYAJU78b1UyvACYXzABVaX7bbxZilnli96CkO6S15VQvnhAYOPO1EfFU4IOGvwh4L+uV/tyuCBqu4hjU+4el/llwlpIjVjo45aFQ+Cc0T8OkwoxHr9e5e9wIejqPGZIZZOlhtuOhSZHJYKAHs6oDDPDrAc2XSMl608nA5AbhbyO/r9U++dGALEM0P5/EgYomPyosgyRwQUq2NTM8O2Cf+E1e0gtCuaEeKIScRUetrgGU69BIzGZyy7CfNGwejgWngVy260PL5FKhvv/RLGcI6DsUHX8DWnqAAX6FwKnBp/PiDiOhP6WgoBwhUxoa1Lnah+TPyHuzEZlObw4S4leMg33Gs5K7P5qMkE25ntDbqSJEwjijx93dQL4cteZ4Yr9NY3fbY+C1hXbpL4oZiKeQ5Lm4b7sVK615kur1GIBYG2A5vNmjOzDAAL820LhHitKkH5XiNzQIG/x1uZw8x8wUszH9FA9mlKLqWc1n4bjFtRpd4h0rY2qAcaGfvLxqyPsUvnGd6d3MHlWt2ZsfSJd1q9whRhCq2mnT/lthRCsEQpszEOGFXcfLcXLuNME+zR+bhgUr3/3wdTBrAdEFF6U/ArQMRp83wAC/FsBcidW/MgdM6Fk3UyIi5zlppuhiTwrtj7uEBROc4EYDRQdhIWjN2PmJD3Drp4DnzWZKJlfSLESy/hdfevse2mUvVDKaTJg7xtEyNHQhyyVyJSAErSpvSc0D2rc2vaQncZxUQ16OKRTygyWEdg3MtjLND6Dp4wAD/ErAtx40DzwxcmbV5zUSnCPWi6g+ePqkdWrPgBb42A50eCEsFvPMfGaatu7HLBzT7AKg5um1C+hry0ze0DH9iAoSMGamJUbMQsmIvcPaOT3P2L/TK+j1BxXtY6wyUrm0gbAZ+0/Z3KGQY20oTq9i8CaWKVYyeez/4Ivb45ZcvksL2M109/LhuEEzwABnC8xvMAeQQ7RzDcO1N2Jd0ZrYgquyFlqznIw5P6slZh6bAEOzNpMPKWjG9lp/dng+c94/ZeKGbuDiFy+kszgL1FSsnwzWHVRzESeZ/4mYgXIwdPlvXYDvWYAoRoi6uiJtTQrE3ZRZser6CQvLtRWTwCt5ldoCdM0dDVYtcBa0OMAArzFwiuPSFJOhycCOmwd6DDDmzSykCWZ2sU4CLSiqKeXjS1OtqpWnQl488iUc08uTQEmKLlzZM/2rG6M9tselgJkiI3AG8ueij9mDhk0SHXQfaSZC9XwrElNx5nyTB40u+M667fpXsQ3tVJNv+ePvlfHjkFkCWdQYYIBfDWS46qU24Bw3ETBxjhVp64CaYNJXlrO/2yRXzDowNz19DZihIPu6rwLQmeg54xqCD3/YEB1Ez5VaLYIMXdoTxL7JHi5/kzcLld/sKiAOKWjUFWrzCCoXbQC1FNmdPynaFOdVoQVY4jBbyRr0be8Z3n2vp/ZygAFed8DE5ujHVPAs2Bv5B9UXzCJ+D2R+VbBCSPqrXwwpWlbjVkEQTCd6bEiiDDtODJN+9dBkbg5JfMwafdVy4OKwULJYxo4NqiIGVjczUAQOkdUlD0/us49BHAcE097hbB5TAqQ/fIgRQwGtQm3R+X1GQIP31x+/wMLGZoABXm/ggh5Gf5kYJdHJMgFTLBK2Jkz0oEytvhzhQFmSjemDjpgNIgqARHLlyOsmYzr69WqhBDO0PVIwRvThnQQldiFJoIyng2JC6FUWwdwxYnilMx4l7XPstQMdtBhN2ZTZgN7RhRLrPoQh6Slkk7XhXjxF99VghM8QtRoDDPCaQzO5mujWnwS8sQkJ5SgXTpDiZUYK0xI8HP6g4WTQk843DHKjMiLiqwXtYQBIBmYEC8Y/HpVIkAsw/DHfqza9yHIMFG3tZoGwjAJKEEdzYcGfnxDMtiI242bep1kkN/guOyNtLPZyn7EpfdEBaAwGGOA1B6YfnDGeNe3Y70/3Zl3/8WQm7ekDLwQDTCiNKrOMbpk3RZUULwcVXWL5C3bSD5VXB+3uMzFF0OMv37AfXBiwoICCOS9R0641PxbyyJUjCLfNIdONooA4RvVYM3Oeb6XcQw7N+W6AEyct7QqJ6pXP7zTNR1HEAwzwGgMnBEa/hvvMmPfsMyg34o83s8Lvg5QZUyHN62IZlbjOx4DJazR7bP0yw+JtBoK2vOoMBUXErLwSqDFetJbVkCqx5LpejUwEBSPuIy+QoTUfIBdDttHz1hz6yOO0sW7vWPcvYCFDVQrM6eSzJ2c1GakW/SwnMROuLWjxYsLubz799C87H+zg/RfCB3/58i9ffrn95fa7wE+//N2nxH/99F8Jt//1ww9vf3j79v/4w/9Y+cNvvgf+z9/85ve/+f0Xv//iiy/e+eIdwZV3dt/Z/ce/7Qr+tHuTePMqX8AbN29cvVHgt9/99nB0Y3Q44itggy8jb78bdSnEI49XHnPVOO5TWLZ8eRVeyJfeBdTgjf3vfssORF8I6Jp6+L76ql7fvPkn7QH2JAC79o9/u/L3K9hRA/f8CxwCHgkgDslveGxuC3G0eMg+3PoQR8+Ao+mj+rvf/bffffnVuzjWwrdw4HH4A/SR3N0RfLr2f17xsDs7wGHHfNDB16aZluqaPh5NEcQqhL0Mgdz2IT/A3oWi5hYXsPhksPK7NkrAJeXVWfFRNr0e/eLQ/Hg1Ez8gVyoZutGL5ha2x6Z76yN0mqvfgNRsLXxUlY6jYAz0blunPWbQqSlnwoSPMBGkPyMk9DzUhh36zJGVJ5s+5QVeLgwc3t7BNPOM+xKvDzAR8frd9pefYnJ++t6nhH/98FPMXk3j27c5qb9fwQT/DWb6/2TwIzgS/Ns7/9j9t92/O0786U9/Quy4efP/cfOqwsnfbvzNIYZweOMQIWh/9NuISAhQCTiePKL8WPEm+QwHONTx0rAQCaTXhCYU7o/Ygd+ODn97A68C7Cc6epX91ubmVe0K9uhPCoPYw79rR//OOBiAY8AjgSOCGIhD4zD4h5XvGQc//EMcPwRCHMx/va0D+ymCII4xIuGXn25/+eV/46FnJPzgLZ6E/KkgIt7d2UQkvLx1k7t0asB+7u8f7i+/JDh8srx8tLwsf9gcArnV6wkEh08OLacE2ydkgAPeDMBTaxsETfA6Wt4/Wj7ES0w1SQouSYmlLfvBEr1iqZelrwa0d2oxDga7Ht1udtpHhccOkn3x+Y7eg6SHBXC4DEPtMki3JdUg1ZCVKKdDdsPNiEFFd4qaZlMNbBupC/4kDKCie8FOTai6L7Fn6oM+YQyvfa0FXlj4DcLf767dvFoj/dOgd4JYAJJzReRpmhA/zde5hDNYb1paunnz3sd/+Y/LW6f+nB4z9HHmcZhynL7wi8Md7+UjVFiSsf/kaP8JtpqjRgqohBly5Opyz408AfdpSfNDTFKSYC1LnVJZPTmC+jJtJIQ/GsheXVBJZFU1dunVvNhRHAn2J3qCg0CmOkueFV1BFQfDYsm0Lzbl8YS/mTckdhcueCioDY7sgTiCKnzA6Qs9QitisA7k0aSOeBJJj2rFNZvjy/2hNt2qMTK0hTo+HKnHR8oNzj5sAJLTx4+TASftoF4JjD7e2fnwlbY4wPPDaOX/u7N9eJroO9rQ8EzkMH3xl5Izloir6ZlzHsHvSLMi2I66pcrJdoRUgp3wViylJ9TkVCMFslh49oomJY+ecxKguZRVl9bpNfRLbfUSlhLNZ+/ZPWDucyKZVLFMimRxq7yqj1SN01cel2yl7D43jSeT6VacMGEhl7YLNTUjB+pqY47Pp/HLLa0RqkNFIlWkICVkgjH4XgBe9eX0aHvnL38KeoALAKPt/7Xzt6CPh72RUwNlBUSlBgwgz78NT0JUG+diFLqQDU8zyokDXcFSlDKTqCINsowzq2dKFF/sskeiaMGNLOkfPPr75bfZKJF09izYKLVBQiZGyGgosrFkVuVaDxk68ZKGS2zq/osgj85KC0SZoKSw2ktRZikXFgGY2FpXm9gVv4S8KtYRD6YPgq01BJbb+0LPC1zBf3Xw6X+89V2QA1wImPy3/7X9tBEy4qk9Rq1TBL45vsnQiBX9LBwgnKDGEV+mG1h6YfyrCQqV/ojXiEslEgdREqlam2XR980Xq71sKpGa3NgjMIpfHH1w3DvvX/Q50aQDFYkUSU37GZYUoZC0KUlIKnNpSpSV3h6ndxeQ1s7Iqu1YYmGZSCqNtc26VJpwyRLRrxGizjHwohFww3eJXhHs/Z+Xd/aDHuCCwGT7Pz4OcjFsYDBiQDKt8mAtE0dn7yjmaE3Vp+jE8Ge21nJYydbUIkSe+TGFTLIrLgMpCifhjI440UODktAVul3nMFaV62pcLVO1aL5cTrOzqhYMffBbuW3EVyUkKngITPSR2ngVcxob5UaeSdE65S6qNilhmpktnqjal6M6TCyvVSpANa2ToU60KPUXjV++//lqYLT6v/4lyAEuDHy38x+7QS4CpH8xLkHo5CzKdacCsTHHp32tEllgRthqwznCtysSMqqqkWaSNRgiYk4X8kNZfuAtWnWDxT0KvxrDEFW/UQ8OFWQOmraFiRZTU2kWGqzWL8JhyZcEbC/fVANf+6qSKH7QQKqalBNJ01d6iZApDVSzJTOB2SkVhSuUU9M2aHdCPvIVpmIrNaVynpSkIlFYQd2CypeSGKU4epVLeC8IW//xaVADXCB41P0lqAWA/E8zTONRA7+dHlxwqjUgB3FyMheRufm0p0wLVa6w7i03LsOD63XShHEjspT1RiFIIlVReEukHnSqCbZpa7cF657lHlOHfUtto+7avhAnWjUje5MoEXRI4l13OexSXxVJ2v0hYb3KZJk6PiJAsalnLK5BYGte+UAlp1UgGN42VqljHtkooyYjYtLLbpCIWtBhv3xhLipHly9fyKdQfvWwc/lqUHMQazkapYGs65WTYYGC5cGIpMIVUtQOD9aZLWFDedCoxTvulYZd1VaLBcHIDpZCakFDIdlRzbiYtiwoCq3Wn/zgHf5YSiYxatKiTBqn0yFGF0OYrYkbLqLXInFIRduDem5OQ9mM27ABS0RtI6qUiBWGyTTPOk0FjZOiZkgt1J1em6lGYSaU1uMuqEznQlR8VEqT4lpRLcdgPO+w+x//LagBLhTcvnw7qFnAKPbYBHJE8s0Ryi02qoinwVpqPHeTdlVmIcQmBridCK2UkyxrxlqlMFMXKSZq/qddk0qoeYvKJgqppkliFctSDFYtQL3Q1C4dUTRQfiurTF+P1+FLAu6SG6itisiWSwddj0qD1GmR+qKqCjEdUaOKM8ikJN0VZmizX5VMBAkVCZwXZxMqVKEay5LRU04pUR7kL7jYa1A8NOKTazPQMRzPOWx1XwQ1wIWC3cvbQc1ADECemTVoFYTK2VuENxrhkVdZuzcFyZYg6q6I9rSJjKaZkUguUM85KXVREtFULJOhEJtSRJ89+yIUFizVVBbKWetRSVFRSdqdbTmRJgIdoyt/Xof+QyeaCkTNAd46mQRRNputkcLbIlTFCT/VQFQwAumWReEFAW27E5FSVfiMEEX5WfVlFCWVqLwvNFGyAC0et/ZQBdhIxgEUbNWzpf0Xvhn8amD78kmL6QOcW5hc3gmqD481pRw6PER9FsfQpECJi6qRykDRVaAMXUC3sPxyxaLARsMK4SZUqrERhF3Q0v60CU7GAmA0ZppVl7EJZQpCJozOxO5476FgLirSCs9h6v4SxUu0gKRynCpIDOOmO6letMWzZqrMtVeyrOrCHklL5io3Ukgks3RfOq6Ega0atJY90ljKrJhjP6UeZSLk0glNbsSXEWkG/3RCZE2mMSTPNWxeHu4BX0wYd0H0YKSx2WA9I2OoosKBK6bGaFnvQYIUZ29sMEk0klUXTSKEjSi907O5FmR9Vp0zpRgVpDAUaQVSJpSwLNWoVW1v1QpfkmdXk3CN2E5RonizArFE6cBIXnliNBX3OX1EClWshNFJHpgqLS5ENoJQFtsMb0AnO/LAsDHHdDkg+MSko00SEojTc2bD1PQxA0PSksFWTEW33zQRBqVGPKw/FHF+4fJ4uAdyMWFnGkQPnC1wE2d3j0XVNEOImV7EqO6NbA1/ntJVoywFM96ybs9xxewp45YgSH2gG1ObrIqmB3JBc4tK0S+yZASTKC4VomrWMnZiRsLCKQsobO2N6Ulxm7vAF5lNj9NLqbhDDS9Q7BCFjbRJ9Xeg8RH+QEVdglQzz56bbmSNyirjCCfTHvWRiar9sFxmKowSiKIH2pXGwKvNWSdtyNSLKjZIiQxsww/zAlwFTy8HMcAFg25RAOTozDOxBqUGZpzKS5DjBCmVVmB1lKiIJqJKn1GDNNyBkhhv14x0JnlUYgKarjpFTVhW6KJIkarSFll7KoQCinABEvokLJF+VDMTpKfMu1JcLcqBkEws0ijIlUKq+2hYM4QgyZKgupNCagVK1kcfmFa52pRu9ZBGOG4Wlh6FJ1P6XOYRBi0d6Kq2qIpvMRj68Bpd7rn4HgDSFsHStP1cgADY/UcQA1wwuLwoAGqqahxyE6diDFixMChRAZPjXFqSZlQSO+ZRWlK5iKOA3Fs4IS9kqIKpcEcryQNrJTxgg0r4C4ZYUpqxBlJc9FVmO9qQRRMLqlnUqwgbCVyCp1oPqVz52UzWdXxYt+eQqh+Bzc4SaUk2NyBD0zrcJi12UuHZRFr4LaRemGkbcciurB6akpOdDScfhD0UHgoxSIrwVh2gSFr+xENgFRlnf0CjIC31Zf9G4XmGIQO8qPAfC9YAPeqAOCfHabkyCmqoSoKRGkyc4f0UCFFZD5Mp6YaV6MYNm5C2qq1MXM+OtCYdlIuokE0118RMP8451JXqh85DgzsgKhQq0ms6qUwziM1Ox4vy0Eslc4m5c8UFmChaqdTtTA5ESO6KeGLUqotZ0lbCwixteS+4KSYmensXLO8KHWY9CmKlQFcLYuOKiKqHQ2G5op5aIaWxyY6zev5TwIUXUgNcAFiQAU448HRuR4lhmWd3kFGoKpQk9OKUb7FNQhCMMo2KhCgaorRehGmMd6UqGwWckIpm8+smlHlLPar7RVFYUB0icgLTSUWz3Uqg2rU3y+zJ7mvZsyqEUA7kuW2cNvKXJY2oqC3Z1k4P5CSveDBDpR2oTOV2fy2SRnDq580GyM2akI5UUiDl4NEyNBuDpp2gsoOWSyQnjRkI95XWCKwXIAIOGeBFhWk/A+QvCHkUxmg1isOTsca9C5+lKU5hU5R4wFlKJvWAHOTywTe1xbWFOCapla/YEO0j/QBL3ciZ4zkJl7CSwyLNaWhLOXALIcXL9aYryfEmvLPzRPXeeuxbqPBNNcnUqqoNyieYWmpMTGZPDSgGFMxMZepZbm+iwocrYsgdtjakkCpyQYxdD1UizYJTe5MSNiOH0Z4RgTUV7R6E9FOtaGfDRYfIg6Cm0krsNEJB/XP/KMywBnhRYTYD3Jjs7ftuhGIMNhFrUGDLwRmFxzxP03GeZ0WFqtykfWiGgkoamBQhNVeCtFRCCoBsKPWYxAQ3WFEVKatEcFQWMdFWLT/sbRBoRyKDL61IxRLtSywYBKeKfChCrpd9hpL5aiiRWijc7xRXCyKdsijepKRSEYN1iYAl9UNJRtTYiqlCqPCGWrUaLDQnj8DkwV3tY7j3HpPLgmbYwo9qwZLj8E2WLCpBhyliNUbnuYXxkAFeUOivAY7470MMLhqYMQJ1HsZJOuOICmmIn5qsSyRxlOaTURKCwgrN9FE40WLbUCRsJILDRTyT1lcaUvSDn9bRUbzAasWNSdM/EeBnmIZGFIwxkLY9LBMWW1pnn1CYLwym3sHKHmS9CipmphzNybmpRMhFyFX4RG8lQpmfQ7ULRrbLz9UHj6qhZavwFlogeTyKn9IN6mRFBq0JJeYZ2aU0or4qbtkuqSOqfKCUnPsAOKwBXlSYywD9IzDGvGHoYajB2py4Y7ybVMoQemSzNGkKiKEtTbKD6ZlGoZAiSsGyW4mDVdtyvbJMkRstEcGKSnYtu+L5jpro0MGGPJm4JEkK76JTokKzW8CiAqSsVIzWZhHBgD7dkrbhB0XeiHbdqRUwOLJVv7GVRsi5S6AlDXMWfbRibJpPFpJsh4xkJkrdiRl7YL9hyoLO0pjCbNii5AYnGC1Xn05Pkh2wDt/gxfA8rzCsAV5U6K8BjjYmI49BpgVReqASeWLWQDZtAqQUjWZ7rlZOVqkcNqpZQ+qpZ0aqNFjMTPXlqLL0NppQjpgKiaEGazuRG2wpYi33IOtGqFQGCM9KbKIPKrDJlsOpJrA1Wq22Dg36E4OWPtyok7CasbgmmpE9gGqotN4TkwtdGIgnH8nHpjQEOptIGRC1lBZT1IJAwWoqSRSElJOjlzi5Y9pXk/aEV5oCfSiM5z0ADmuAFxXm7wLrnF6mhKcMh2DhEB3zmhUbMVUhYhgXOoUuhEUGr2qt0TMWbcqybr3aijtVHKRN6Cub0ssK8Q4T6vXahMhuXDcZLu2D3OCUyC0sdirTfYNqOsRVqmqifdQelRw6X0RRVKN2tdeVKbAwpE5lCsUv1lQMLboAg5RF+tRRbT/9VE20U2KsD6Rmso2s2Wfxo23h6+hTU7Z1TVfGIZalvbzwr0P/wjBkgBcV5p4D3GhSDZ2OVcSJWUUO9ZZXJnAwgRrHFoI9IzRXfw1WJdzqzanZ01c9a6JcEa+oVh2xiKlTsZpAuxj0uq/5D0qaqeCC5wMcIO1SMGla5C7SUQ+5KVqSN04UC0pSShTXZdTcUNb4wZBJCqxqYBpBTBR8Sjnai465zZLtVZ/2hQIadp2EhkXYoYZKdagy6Gb4yCm2xYooucmZnomZFDoeB9nMc/4s9LAGeFFhLgPc4AjkqPMZOc7sGscYieRiQ04KPWYjYRHG+AbaqkEwpCduZBqhgSIHPNxCVixRLSQ2ao+1ym7RHe6jDY2xd+CikDQzntIdvCw2Wlcd0jdXUdit+hL7D6RZqEtKfTYdh5MsO8yOQ0EFJKbcUTnIVbqKckp0A96CLy9NQ+Lj81CRHUJREXXyZEilKinK3kYb5rlitGppLPY1JNGh3Cmg6PYIWB1v0DJLGzkJT1UAjOF5TmHIAC8qzDwHyB9C1bDzwIzB58nEklwxPEaFzhCogLf54DiUEfM0riJotxDBSCb0H0SiW8G7elMnwhFlssE2WOnBKRZfwXDvxVONvliVjHSDobwAq0ROAlGHV3Pr0dMBcWZHInbCIpqz1rqxACxuo5ex+36bT5VULu1wf3pe1J/4LBLJDufSAYLLDBEMGlqHGBph2D/N0IZl9SL7UAWSVSrZBWqjcVsGT6pRRPd5pLTvPMNEE1Y45wFwWAO8qDCfAfoETgzCyVgdtmKKCiXJgUW/aAWnIVNipKrKtCI2RoVHHWw8GVHnploQs3EXNf0pTGyS4zppzVDSkIBLAQ2TxNZyGhjDwC/3q79LvQKRJWrsMijHhBRGx8kSiXf0fDFyD9IhsOw12I4r4VNMR5XQKL10EBSmqsqgpQ6ydurJYeGrCKaq1iqOIK16dRO8/mciGjXKUYIRVNEqTUg9huc5hSEDvKgwtwYYAy8Hts7COWrLyVkIkU7sSntCWGTa4J2GtSBXhBST02LoyEQtRo2yqitx6YM6S4oMkaU/sUdZDX2gPCTSMUpJiiOu3ElfBSTsBhnFRfYHTL8sUMGanDbaCoFUFEf6UgivIiBIRsPlKypAmbu0Dje6Bk7XcEIic+HYGKUDjR4rFeaY0IO6BbQLFRJsIT7s2GkIzbRy08ncMSJ1wo+USLAkWoHNFg+oxfA8pzCsAV5UmMsAGRcwzTnyYrBqCAoz6yondQgsFVtUSlyoTiOLPZGqxFgMQxfVcDaj5IyLSsknN0IlTVSwInPx5dAcdVxl0JQnS6R4qLNMLUmKvGra0Lcq5alxIlObh5B+qRIdKUqQWbMYQsnJaZ9r/9lQuAwsq2ZpohqDim8a59khbOi+7WI2ZzkIbMNhdMNYaTlplw5sF8IkZjE1W+XqQkuwEMk1MD5s0aBieJ5TGDLAiwpza4B1buQpWgwWpIESmtZA1cZ1Fi1NlHrRIIKkPd6ggg8Nsqxb5kV2BYiat1JyapYSbFGRp7qxZtRZJpdtmRZXTrQTKLR1V6ghNfaGssZDHBEivYSV6lnWFmLjYxaqxVyKqHLmh3sq1uZkZZQd+S7K7vXJ2ku1qc4ll3RtmRjKKqiqqnuYFq1KVqSQbJBFwUeGarYsL1mxDG1h0YlNKwOSlwc3huc5hWEN8KLCXAaIIehhqJjgMekhmFkdT+DaOhHDGA6uB78qMqWCpwpQlCVCEHUyyEOYRk3+sitkOCVIc1zfiV3qio3OGoqJ0W6qoyjCTozCDJISGRaBTbKeVq1NbMoOKo/SKaKPUmps6MuCZJWETlUpsRSvKCZaHJKoliIqsJCzvq18spx1qS+DE4uXUEHdrQRXDqSZasknSuCS7+KMSNM5xWYvgspW8Trfz8EMGeBFhbk1QEeSSIyMpHEyTrJBDN4YwTGMjR7XGZx8jo8KkXURTh6Dh41O+apYwU2Sl83bG2VuIjTJSUbsgNjJo230MVWLLFyUHRALpfvV7082DhQph3ICglvRoS0eCSCnOi0aXWol03y2WtJFoh2aIwU7TqmtSr1UVaDmFzFVUkkadVfB1lYcamRVtaDVHbeqF2iah8tez8zgK61LNylBEdbJrJqiKEkCJN/75/s/N4Y1wIsKcxkgh5yGqEdfTgUMzWCUTfDFTZzRS/t5DqkUiKuXBVIIs9q+1JLKp+QorlS0IFc2JMcJVXVkVDNWizlps7JfiXLKKRz5DVjUIlEjSzZDPiV0KJoNm0XrsCzNuGKpJekwd6ZRsom8QebeWLNox+7EzotjpSiKNt/hT2jb3JRaqJgRm2RHi8EFo9DJCJ1sUCQ2ckdpaOJlBaM5cSAKtbx0rr8LMmSAFxXm1wA18DT44hwemCdlSLzRwK6n+kJef7D7YNfDXAIU0KQlqqCK95wzUrMKMahojpT0wyQwG6N2LOAZbVWq/ZqENKy1qhC9DKGxthCMagAeyvQYPNIorcRdqKkqMVymH1vDJn1HHqUe2B9o6TftoIMuRVeyHqiK5kOJetlcoBTEKulbT6E2Cgle4jZKINPSHAjQNbILV2Ui5NiYCt/iM70NOZA2tCwHAS8oLp3ra+BhDfCiwlwGWE7hiT4jYzgWBscnWFHlOAWaWr5yZ7Ob/gRc/WbruhQtaxyWioqQJ6JKDt+aE4Xrary5BVuU0XpBRs3+TTckVIJhbDSImHXgeCflr8W+y2S1up7VYlDHPaNDckIHqD2RF6pRYAfhiMYipCJkO9bqsWqF6sKIhJSjsJ21Z1EsGxYp9VURO3ZFZG2haLIiNjeySadRBp1oLWCpktG4hAMy3ZR3RPQyf6z3/MKQAV5UWPQcIM/EGoDaaGACRXhgmt2SPnk/2Oq6ne2tlXuP7m0xEG7fs6kROlDWTAl9kJaQn4QkdmyeGD2svag65RUbiHJ+pXtVJQwdiswvVapYs7TSs0gxatxSrrwGJZEqxSYI0qBkzooUEy3PmnWADCQNZ9YqGqCaCNdY+NUcYCVRRGnYstELvsle8pgqQtLqSziOgzPXLXU4S9uJTl9ZqrVQCaOoSoI3sdXG0DzHEXBYA7yosOAuMDHP4yKx0TAEK8Z1STeolfTy1uXu4NHy0dHy7v3rVF5Zn+7cl5mcFduY79VLCuoPgLRC5yNZFSsJbiiAvGxVkom3jVCXhxCXzmhKqyYxNaO0U7MltWFKFmAaAouFG4hWE6kIlreFGb1A0fcfTNFzStxSFM1IzRolEQNSodRsCEJbVVrXbK8wrGUbSeUlxkbRkiV6YFL+VdjAakEVVlhl7ENhA1TloEEwqbG/zF+qjCF6DmFxBjjaHk/HY73Xlran5/wXbZ4ON3Y2T/gMvsBujt9a6Wl8MX4UVMAX3Xi8eRXEyb5eHcytATZDL5GZQZyfPUJj+HIsm028v9Ntf7185ZPtKS6Ax9P1O9eWj1bWx3c05HUqTy9yHw5RBEWupoCqOREyO5IqSknFERW2iWbnVFNLqWYbbpVsBA0MJ6LLVy1YM4sIhbJMFu5K05SBHXRRCbltSPvASSReqtUahSLpUp30KzWso4LIoAtpyqIohMzCQTQTZCgYxfOhsNiEGNIuKFZIzMIwKLRKW4iDTfFajl10oCBZlrjSaMks9EQsTZb2zu+d4GPWAA+6burX2tLB6jl/lvHpsL++fUIQf6Q97cbfRp1wf3wlKMPWFDrT26BO9vXqYH4NkGNOEc5hjoXnAge0ODkZQoF4dLjSbe4e7W53081PVu7dv/fJwU7XbS3v/9BtIpWQZRoXz0T79FxJbP1mWy5jTsUst1AbCoqZhMJ5DhGc2hdPXdliU4jsE0iV1CzM2CHlplUWGtokFx2TW9Jq20eyeBejfN2h7bC3gcWAwuBFNR1aw1ohEjcrLUpTRNSwlR4wPaiTVcNsmwcrvUqliFLX6bWsHAudp4IIC22MWW9YMgPaAyr6v65zmwOesAb4aLqrcm36WOVrC29zRw+3ptvNp/TFT/8ISnCj2zlvX+lZ8BxgzCIMQpx6OfawiWnXLBLxtBwFT9E/TLePrm936ysl61m+fzBdX9m/P17XSLYaIwKlrNaEQAxLxZCKp5ubjHa1KVaJlSG569qomTIJpZKhL2rMtLSrqoamKqIhtl6L1X9FVKWJWU4z2qr/KORWInNZFqPAIot2ky/bctAbLZJ4Q8NOqpLFYS10XWkYFYONPlQtW83YAcEHU16LRvFQzGZtQ38Gc2DIoslYw0KbcGBfIQt/e0uTDWSB5xROWAO8Mr6v8k73MjOeGytBnDmUnjzy5e7BlFe4AY+mvUvg/Z2DoM4NHLMGWE/GJsSUwKdq11KEa93uzvLuevdJm0sc7j/Ynh4cPljfibM7Br8shKqLE0xXEkW6GecSWSOmXAXqpkOJzUiDqk47RGOeSiM2ZpfOhj5c9VX2lc/QkiK1ZIMIR9R1IaM4Jq6o3nTWqhULy0RRSrZJy2VAtE5UoJYGxHQvObhlCy/Wk6rU5EVC2foIxKcZelRjXQqBwbMfseQqmWaVjogbJbqABhoFtUPv+JjMlb1EooLFT5FrgBPEwPP6LMxJGeA4MsDu6vZ4eo3kje3xeL1eG2rx7M7VpdHamLFjxNWxVBltT6/fHk+vpg5gdxPUdndjzs+Nrc46f3sr+FubV6C8/S0EanlrvKI6yOJwtL0ij2heq5RoUZHapbbydw3WU8SvVAfUnhCUAS4t3e6uLt3IDrzNnU9P3ehwuk0VgH3N9u8MYH4NMMadB60JnJD5CpYKEeWkfx/53/1u/Xr8c1zFrW57eXe8TRvOkuI16iqihUQ2E5PAqAmWNSlyE6YNl1W7j0YqX5htFTXx3FAoVn3wXZFuMIFitotaQfV2QQiW1CV0vQipXPRFcBNOorXgEFkLslhJFhS3VituU6/puuxN1jwuj3bdxzz2VUI0pTwz1VWYBLIUDcfiopQmOSyzR+G6GPYarHtsTzYia2lpMpqc2xvBJzwH+KhzEnQwzfWvG6sktBIm2N9hHQniVfGuT1eWDovKx91blFlnus84IwpO+34mh1ZZg4OuM/+2dIF4MT+7DTbJt7NRRqYDaaDRRz+xpyVLu9PxJ3g+Xj1c2qS/FVqvtftReyJ45FQXGWDtgLNCe2IKfGe6+TcqhS9shdzM3i55RbDgmyDtubcgh+EMS9PPJ/XN9eUH3eZV8MjiBEide9ODo0fdivIozgyVeZ4vLQltYERdQqp5AgSGmmTYRMlcRika60ApAr1Vp5VrFA0U4iqVkbZqksHMhXVS0yhmSCumhirKuhpZbFSaCm1yipFF4jTsop011y2wHpCssM5jZQqCNAlmsQnEyULc4rVKpJwNmbKeUG322VZLBWAIrFR5+niBlVMU7CK8UVYO5ATp37ldAjwpA1QSBFibImu6N93em6xNkRxdv9y7JB4dgLm3vo0sd63bg7JUVkeIJ93flvxjYNIZrVO0Mv6YHls/j9emWyhWri7tIFgtXR/DeIvZ2fVxh/oPU1hskVpamUJEGB108CC7R8jNJjtQQViLS9jtHR7vte7xje4tc/Yvs9WO6h32Y4fW6ongbXZnf226PdphM9/+hFbEC0/aInxu62bQ/mUcjtvYt7Z/ZwBza4AYazx5Y/Bp4JWzMLDHijUl5lWHd7rd5R3EwJWt6xq0HNaywuaT6db+N51vA8xjNGWXTktknTKjiPSpeVHVkRz25o2ZueFWXGsQ3QhJKRXCm3CNTc+I9VBXa9kSX0nTwCwbJAVLqYjr6S5ucGITLJslU3Zier+iTsyafQenGAZWhSpwPlYEqWpMUZ9VqWCGD6iJcmJIQY9tNDeEtI1CfqRBtH6eE4hSECFtDE3eBDmnKeCJa4BObQ4UqNZxHbjKKLR0JTLDgKuMAo+6m0uHOytI5qwyvgIzhhDDVeaGTtDW35r0/Uz2dzZZIqDw4pLB5crSCi5H0TLjncQrDm5lmY4O0QLDEzoGdSh+vBnrDB+rw8zbNsOz2vZ+bE6xH2pn8yPWAY+YDo47JoASrKD3V9R7e/L26wPneiMGU/dH/ftu9WzuCi/IAI1xYseGb9QyhRJLI1oqyAWww8sH3e6jy8hj72NMU0kjVxZ3pg+WpwcY8+mDQgpsnygLj3YJVFMlmuqLMzUgTT3xWrQFiGxS5txq3lFFrOIaccqWkS1GzaYk1XrtfPJdFSufnSs+aWAZqz4egeKDE/sUBsVneojWVEsj2kmWDkGnOwUb7SffGUykK1dhmY1mVV5bFhtJulU01s62GH3IqjxUTI+KymW3zEU/XcZteOpBCcosUT1EBri0MTmTKXIaOCkDVBLEzIlxZmd1dH3MSPHTtK568eGJMWPRd4gp7yAr+pYavDRcQX7mYLX7zbgbd9eWfruqdGxne+9bBBvYdeFnlw4If4IW4BHqW8yw0DKO2wQWUceFKbpkh7BZUz64g+5dHyPA/jO7pQ4jH91Y2t+ebnOh77f/RNaW6ns3/hcX9DZ2clnv7TEufDe39peuwg2AHfDOO8T6AKDhHfbnkAlx9G8Kwd7OR2dyi2vR7wFqBOYI5RdVg0pRFpwGPPlvdQ92xz/sb17++v76ZUmufx0au0fLy5cPDg+m162e36+gCxHwEKrZLptLVmJRjPzNlkT1gRsrykeTfqDekBKCROlq8ETYV4vFncpGUMyIqAabtYaMXgWn2NhdcLWz2vaYCAfYWhOv2ADVlmkRVLaMRDEmUhDCGaPmeBF7vtMH5SqLgxgGqONlIgWkgNVn7I+Osl/WojbXc22rbkhgHWJWg459wX4u7U32+BiMJ9F5gxPXAB0AfRd4sxtd5QoZo1ss3i29rRpj0dLt6Wh9jekgGQhvKwgeCoCPWGMd6dvbS0ufIMm6ai/T8PNIDgBK65gZrkSGdUeRZ31zkhkgu1QdOjNDx6C5ibDlgJupnqVXv+Jtj/0d9O1TeaP6AdcSb3fgCfJ5Hy1iAtihRz9x5z+VD/sDrPCI7PN6O/tHweZfzuSjXXAX2GMvzsjtsPYAFvIUHczD5fWD/e315f2f7uBieLoCg+3xVPc97qz+tPNgf2V6f7lbCUO7iBAFc84gNuUaMTi5qCXFFJYJQSHllWFD6WMGcRv9r8LqJ8OiRdqvynReVeWiPP2DhA5r1FEJFMObnkpgVNzFuvPicuO6FfiWIPhh1EeY6h/qeq1AMVnzfDs2mk0fqCBMNfo69n294oBaLLylmfYCatpbqsiPNtlnG1TMBBt8YPIaFsWmgGTrxZsgvAo+n/D0DFCpFPKl1Y2IDwVudIwcDlv73RYr3/5UssO1KZOkw//oUufGZVxoThEWv+37ueo7s1xT0xXoFtrlHVkuvvGwMVOLDHCtu9o4XFtFxybrl7F9e3p1LRO6SPW8Zay6gqa1BggG9wNXxEpT5RLwdj70fPMn9eQ2LB5p5537pScfkRsdfGkN0IuDe8xQzwAWPQeIYcwhyYKhBCOUY9LDU+dqUaKJ16Zvfz1e2V9e37l+n7eWVjdXf1jpDvaXH40PVtYvHy7vHOxvrtLczoxylAOdHttMk8jBrxbqJk1YoVUjlBu5ol6pwWcVSlfa2gX2qPiR2HuHlqWpDfhUUAGGt0ATfplBQmraj2DHXic3sbTf8xI2wCIFBi9al4m2VMMxoywdBJXieNIyRMaqB5QiGrB2i/JTaaB9JaIStuiUVVCNwrTkgRCUlxFMbVqesFrkx0HW8j5XACd7E86kcwgnrAE6CcoEiJnTJjOg0ScRDuK2a4TFO52+IbbJe6tS0XrdpNVBwtjpinTGz/r4DkLI7StLuk1ypUPUiTU2Z4BvsY7AOtqabrYOa8egtL2TeSkSvJWlvZWpjJFzIrzFGqA6CPXJo+yJIFNd9gS9h3ADvUDeiX1AM/KE3i19u8qw3MsAeZNn82y+GrfoLjBHYM6/OihRlpmnUzyRkfFgdXlr9cHy0W43nl5+cH/loPvqaF83y9d5F/j+/p315ZXp17KFddjakXxgE7Lw7I2U60bstFEsEN+KRCn4lSpp0lMhX/ZCaYecJEoyRFimV9Ehu1DUl7RwUptCENQwsmIVE3BiNXuJsuiqAA8iyXrxJD6d0JY1y8qig+xlMsLGO0Wu3Zd8K7TsIOrtAQwZrexCRuE1JS1KM95S8baoJUEe7MMJN0KICw1U9sdvg5zLLPDEDNBXhkqAlDldvzzFVFFuRBitcyFv2in1+hMTM0QmqCDPgwqyNdQnO8z6prwduxW3ZFslwc0deO14bQzn8AhHWzSeuOV1ZoA0QNS6gYQrGt1zfqaOMSVTIfiCP+s07mC8BofM9H67+mnsxx7Vt/4SmoZc7ERP2K0x9+Rwp0MXHrFDyIxGh6tgcyWTGaDWALlzylDVvzOABWuAwhicxDJihUVcTtybSPDewiQ62v3k3oPvoLO+jqvg9U+2trvl5a3p8vL98f3l6T2bc0IVWxcY+SKwwYyTlob/DFKTU6LYghd0Sb/KtqReGVtTV0IpBGE1iYsMKJ6bcMRSBLJRpYDWIpoBojqPxtURaoDvl9iQF0U7LMc6+FR2xTy/3GCERNaTbyEtIWC9NKSCNl4bRL+yJf/MNV6gZZJtS0Yi96yKtC8qVLUfYfiSUuUSpRm6lpuQSC3TELU0Fwm52PxXOM3MM8kSng4nrQHmXWAu9TvRGh1Mu26rfDV4tNZNv9ndst4B5OSlStyx3fgKydY/mIbFY3sMIjN+kHV03R1kZN8edN0mA+lKdxNbXbQqw1rpthCRlLTtr4FQo16hcwZ4lU/nJdzfmW4++rgb7afRIdcAwxu2TU8INQNcug7n6sDSt7qJc2W927zCTPMRPG1KTeuJbYa6c07uAmPQeW5gCAap8YjIFXOGBTkeu0f73Z0jfut3WaOZwvvT6fr03v7+8nS62R1gHE+3nnRbxT6QNXllDFElZ5Qq0slmgpKMEk2PYEkMd1EVQqvQrQye2SBfUa1fyTKSVaUiUmQmNlG3p9plGwPVpvunPVQskDY54agivSgusZKGdomiuCJWYym7JyDJd2GpsdepQNhQUlRghEKC8EBMW4pCN90UYxRHcKYahalQtK1mtDBVZmkfHBChHaZswXJUMN0R/XA9dS6/EXxCBviyQTdI8CrR5hnAa24nwPW8kXEauLqqnpTE70LCcWuAGIA+EQPjRJ2CGY0r3db18TUrbyPTffto+d72wS4YRw/uHKxgBj1Z3zrsDqQgtK4Rrpoa55vcO/SEqjfgiqW2iwsv3AXNfrm0lvRYUhBacIKaZOTW3UpdYfRCgpQTIzBn3ZXCakQy9A9/gUx+3VdZUUKa/cEsJyc1Z1FM+7AciqGLokWwuC2MMOyryoX9JYuoo2cZCDKgyoL10ImDJx1tmraEEFVKenGEgqmtKIlDqeWGWSB4qCv67TEFPI9J4Cv8PcCbd5jyrXjJ8Bkh7gIfC7uXtRx3Soie5N3niwnzGaBO6TmEdRqexcLiVDj6evzowTR++bTb/oGpHrg0VgqJ2uHmweFH21JgHZI6CYKHTSiLzWsenf29UZLTmHsOWiYD1qqEW9FZM0KlLDzJtBqhR42izIhWdveiFnRlUFcMYPSDB8+EusIyNFiAJcItES1rkZ5V+oVaOgVdXcypZ7O2CAKKrIjwq6pwEzrBRyVoUFSpfbQS1eWd3FIxlkcDRIcIvbKPIkphuklmj8++CclbPposjfYmkw39JsyZXCudCK8wAzwY695r9zz3TOMu8HGA69Ny9/kUkD05fx/HM8Ci3wPUaPSZmARHIU/TJrSlACyNzwfj+1e6+6DAG/9wNP3k8M729ldkZBq3/GD3yfaBNMiN8V5ceippkoAvlhoseQDq3EStX1AfZNaAIhWAQalXKS9KDhRZaTolimpRGFGpopAGo1GBC5mEkjiwkCBMUEgoSZjKhlwqm5WomV/rjsTCUOzpp6PCLu7wQai97IoPuzEPg8jAlqZ6JVNQmqGLPNZVL4RCyLSvxYSFmEZZp16wQpXZPaq2GW1MNvxFEN0JOWfwKv8T5NE2os7Wd1F7JnhKBrjpdbtTA3rSTbeeIWc8h7BoDVDnYqMIj9fykD7GaoxLjc+vpysPptcsQfo33XoyXd/+aUsmmjMY30eHO74EhouMi5R7wBvBywRNCihtoiKmgZlVK35KD1x49isY2kTPweS7OPSqpg2oUTb2EKIgKGswF6gSq74obKKZNOXWdVUrysa6rKVN+CEr9LJOEhvIyQsJitD2AQl2GKBkxVVxEkNDHShMKrYvsGQvWn7sq3w6YWe+O2CuGPaQrs0lxyIroqYmiqTyzTZnmRe+XP7bQBg8f1fBrzADHOClwtwaIIY8hptGIMcdCp2jUSsTRaMS6OxmefzD8vQHna6Xkf5NP0EeuA/i/tYnvDUSZ/31gyQ9k0DSp/KLaDALvCvSlr5JyzxmR9ZLhZTqqR/aKsBVGTyTNgC6sJe2J9QS17Yi7T6qIOSmmLsbmRK1GOpAE40YjD5aG27xLs0UdV25gxmahe18fA6jPedqeEu1dQdUlXLWaJPbQDmJNDK727TvOhVVw8YOte01VjWzAe9pKLl/wUm0+HBvhCvfjaUJf1X0/K0CDv8JclFhcQZIxGzw6NRoRK1wJS+DdB+xrTvAsAXN9G8LeeARt1Mk6soWIFue3hNZnNk4h7/yLwsig3I7bkoosrJQyJZIlpp3EpG9NmJCUlLaZgGT4AdvxqaihC2qBZoWFSmRLQW8yMm62rYNNcXo98eMohf2qmpbmrCeVHxQxeg1FULuXtUnBWT0E0U5Cmx95OwtfLNskTygydwYbe5tqMVeyr+aCyZq8oBNKLRdBvLjkJWR7uwyHfNf4RLO45LTkAFeVFi0Bqjx57GYRYxmSlBPqfBwe3X/ziaJoyc//YAM8BDRT0kgXxy8MHs0fhTaMaBrXmACvKgzt4h2xJbcE0F1V9iahcjBpBGTS1OtzjPMXZlIROfSRLqUocX64sYLzFoLYe61TGBrUzJtKkS3gwr0vA6TiqgrXbM/M6gcqoGhXeqlM8Rkhl93RTspJDP004z8Hhd1UDIiK02BqOoTkCZ1k5YxNq3PijBJndJt1UjIjUUi4+hR5CItUocYvtQXhr2NJeZ/oM5dDHyVa4ADvEyYywBjHMZYxBYjMH6zBAPRIxLIQRnvH8Zf3xvf1/kdoc8ZYLfFMIiEUI6eHG11ZfjTKsZ5Bh/yzIZDF8QQxlRt5igMTYSCeCk3yx10waplQomxTdJK5FUvpUYXVkoMZSF1S9SDHiJAa5DxyTy/5B4eilJibY2voqSKikR1ICWutyKiVBxZrGYWatLqK1fKaLk+EFH1s5EZS4rwtqW4VuFQKf4d0lQNB1KUh9Bg3SLZ5W4lNqJl/hr0xL+Jj/B33i6ChwzwosKCNUAizr3eElmJs71rMbYDl6cryx1v8j7xAuCTTP+YDYbO+gELmHq8pw96EyNI8qMOpWzMLJGutxySKVIpT6EVJRmyMAYTzWk7y24QXBSSZhtGEC0j5aENfvSC7OLE22olgi+aKzpURQtrxZaxy7IISoWEgaHi00L4MKZEpkVN6JMZ+mo2Ks7vslaNharER4czVpGJcHws1fgUwGMzoi3yblvXL1bYZmFwI55+DWa0F8Hv/P05yHFrgGvT8j2NlwX7/PmV0frmq8yCn7m53dXxUx45PC8wnwGWczIxz9gavWZhWLYakGyu7/8wvc/Td6evfEy5BsjFwOkW5yVUHo3vxam9WKGWblQ2oqYFk7W9CFrhTIT42UvXpEUNVSizhVMMlhaHuYyKn8hDqkoS9BV1kw3DxXyuVHKzitL1xorVpDRIBKutEmf7IbsiCJ+SNIQqpWCb/J+TWkfJbroTyJ+1C9yYEYc0eLSwL1oVUR8thh4qKMxNM7YXIrLNVDW2M2S2OELMi98D1NMwr3L+Px2OyQBHBy//r+Bu8BcJDsuv8C2G3VN+r+yUek9rbhZ2f+I3f6NyvmFuDdDDFQNWAxMjMUqdkM3VNNHJ2dt703vXdzafHN7fGm9/gtd0e6sjsTXd/mFri1ng9qZctZ57fpUxUeZ6KFIQpJXyYpebyhaqalpqZtlXmEkllWZR7HBXdKDtOe46vZUeQeRCmxCrEMOIgxOc8oaKREVfNSl7G/rVGTmNWiKlVQll9q2wubHizL5HzUR0T5Lw1PNAlHpiMo1K0VxKXXVSxVE5huk1PEST2thzVCxukB6c9G3wF2Em5+4K+Ng1QP+a3ksFfSH3abB+ym90nFbvGeF290VQ5x7mMkAOOI9Ynnt5OnfJUatTMWmNSg9a4PJ6t3yvu7O/xa8GTvlyqR9snI73lx91d2QaHoAlTfBk0MpdmShCVlI7GA0pc+tXJVVnJ2jpdFBtYQcVuU+tCtHHoccSiQ20TZb8sbH3KyL2LEobRNgnYZNAkVJMpyLB5quyoWSx2gLSyAJrRb+K6yBUYBOrG1KWQK1ShuNRFVOKkjSY4oNkQQLbMBRHx0SixOgD2OoUyJ5XlsHQ452u2ZSXwP4SsP8ZCVfD5yrBOG4NsPwG3suDG/4l+hNhtNmdapHgtHoL4cbx3xo5eK7vqZwJLPhPkP4ZGCMQw7BicLPKE/qTK93K/sH03hHm4P7+0dHRk30MZ2yRXfB26/Jmhytkm6Kg/8wW7A0Y7mbY5qgucRVak+zWFzbB59wBKatiZ6r0QQ264lf0AFtWZUVa9aYv3mnXA61SsZiEhbtBhDTcVM0iTKtCW7voh69SAY0tddVRsWa6xowsDCUlwV5In+hjkkeq2BGTYa63qSD7qDD7szswJEBhkRFsvBr/URD7boX8lmIyou0nceW7tMGpxUXAc5UFHrsG2F3dno4ZKR6Np+Pxx1dxHX+4PZ76Pz9cGaty+BW4b4u1FtT2yu5b8QeUAStILFZWP13a4p+/La2Nr9+ejr/lL9aP12mwdAiF8cd/O7wMvXFJFPdvr/ofMNmyFA9hsbmyZL28us1+ZU8nB/5lhJ3NrbGaq90RsT39W7EheF/g/vqUP8d1rk5Qx8P8c4AYpT73aiD7bM4irpJYKetBGu3QPxg/OvxmuoVTvL5hq4QOCpja5Bx0u5vjr8sZngJu7R+F3Vfvcls5qRY2ThUsSSZtrO9qlMYikAo82VkYhI4UohlUEkVbJfgowRCZVRFyli2YR6PsWbzIIgfvWUuJiMWFCMpQi03VavpQkXwUuYNmsUbzVEr3ISmthJk/HnXKPUuufUbNGEY8RAhZZlRDuyYRqrZu9GReWkgWNtWEAhpiaGYKyKmF99Mi4Kv8yvCxGSAvhBC0+Pt3pJAQPt7hpVFkT6ysSkymfqH+xj916QQKxrSJ+IJ9RmQEZ3qAS8wOaeBa91bXrW4c8pLLbcAUeOfGDj1koniDPFa/tfmKu4Dyt+pKRNhR9gs9pf7G0q56iW00R/mUP33Af/9A5QqCY9gQ6H6V7v8E3kVZApxfAyxDPM683HLIFpZQ1ThNY0gvb67uLh9M9XU3cmggRaptTe8fLa/foY14QDlrp2TrLeqFk4gKXj0BUw+pihslUk6V0rHY2sC5WttETNvqHBu6CTXfsSwOUIohRTFpENxovdR6+kSb1Y1ePD5iBIZJojsAFReyABUtx0aaoS8eiJ43V4BWNb/XLFFOvaOFJZ/ayDHte7IW7a8hXcU2nIaD1HbhNzXRjj4Oa+OFoemfg95Y2mP69/Q7wa9yBh63Bog5wR/Ki7+7GCFRWNr3vxoJJqXCf7xcus6/C9LfwAWF2PSoKzdgH3Vv4TzwiL8lr1/TO+AP4x8iDlaD+GPMpU39xJ7hIP8uc51B8nrXjUalC/4VQMH+zkdBAUZ3+JPU+pFm/oyfm3N3/jJaWmeLK8gK232p7hEXL0r4W5QB1mHJoed/64g5T1aIXVDBxWZ3f/+H6Sr/EcSaict3OsQ+BECy5RFM+iVZOVIt3iCIBqwiWpJKqWNNECUpO8bg4rn0JDjBpyg8URZv0WrDfryROqXORfUCppE7I5Qh0RqFkJYcmLAseKbm6tWFk7TgVwQnPoY0FSutXGSVbmTilzY0SakpCtU5KFMeurRkC7G34ombSEGY6chZoblkwCZEySEh2zgaeVCI+VlZHs45NpXTMfKhnPBPks4NHJsBcjFssp7x4Pr0mv+eLWESUeeG7xo8Gu8u+4qSf6axpgW6Hf2pLmBjRytrh/xrNm3W9OvRvy0Gh//McLTXRKAb/qlp/tGIcr3b0yv6/2GBfwdaMFpvf+D5Oq/b38ZFrnoWzak7/3vvBv/Slz+f39uXXaeSWwyOZYfPP8ytAWrsxfmbRY5R0DlGSUZZGIiAK0cP1qbrB/dpEnZHy8sH4x+g/VW3Qm/FQggF6kiz4VNJPGu7cLKDMvlOGkLTvGyVKFOhrCj1bliqrei2TzbNhgs6DQ4se07NpLmpttG4lFiQy3eI/UqNtAthsFFBSZY4dFF0rdSg0qXoPeqyjD1knRiew49kkodMXcML1ewFaiooFaMxq3RKU6VRqq76XkgUpcI3HdhIE4+U/nlagdLN4Odfv3/pcNwaYP7fBrq8i4RNF6r729O3yjNyo+3xNipXO/5APd4rV3W9CnKl/F1b3Kjd3/kU24kK/aWHfyw6DH6Caf1lviaziz+JKwT/rO27r9Qq7wLXSHV4MDXz2zX2hj1FK/qXOGWA5d/jDv0PxJtITffTEdz7zzCv0LBNQM85zGWAHHgYcU1EipgBIio5yItUqcP2dO36/v2D1fF0dX2XJ25yd9en9xAnvtlZ120QZw/UtnEiOXw1bqtQlSbnBBatkiCwMrOxwFdUMFVHRYJLBSvlzhTnTV2eaJe5E3lSlBgVbSGhqXUaz3WeJ0riUt1xfJNh7mBzZFSvSDUXYd20RpSSmUreVPdnU30awZPUfc/+0KKn06Kq1rCm/cu2aPiVmsRKsZ0itmpKGjMV6o8Z+qhB+z9BEPYiCD6eTPbq3D1zOCYDnOgvbzeYj73N8Ob/vly6vs0/xQ1Q5TrX0rTCdl1qWqLT37XJWKB/0Ygi/p+Nv+737U+MgDR9pLsthEmT2b2dAfDbn0S4jlZ5YdzoAXbX2K+32QOt9S3d7kbraGjpxiqbY0fUHV10b/l+SNmX1r3++fdiwIL/BInzbnv6raQqGP3BjCEsvPbT9A54jz65c/DAuvc3u+nXT46Wt1fvLW8qAnK+hL6Hv11zxKPSTBvVWaVCnWQhALuYJhECdow8s4D2KaqwGisR7ctYnBrjcT+1TEb2zFqRR4InmWewUC0FVZ0nNv1t2T1l2tNjNi+LhrImKqE8g+DZESr2auP2+Fma6MZw/EwXLBlso93IsRcowBMpVlETht6MW+18s/uU8RXnGGmQu780YjTQfRBEQYZDRsPzAsetAZY/Az7cKX9DSVjJv5AkrEyvFEFVqeljBBMkXtxhZWOxKMd//GhNwTQ0md31vBtydcoMEkHNTa/wP0iaTFGArrQ93d/ZUkf1d3D+c0ta7O/8xD85itQv9iVal/uLnAHG/ODiGSeB1wB5ttYADSG3khNZZXG0e6ebbn+yCy0YLt/f2hxvb3WbR1cPOv5g9Efj+9bXHACWs36dHKiwXmpCpTMykgE1iqTgHIuazh3Ez06KG7rZc/n2NlzhxcmHInjEMHCoqZgyI00asvbZlWCgEBtlsa2KUnXFL6kli0jKrBCJb+UUuQTHGkZIm5qdhVWQjdgIId4irVGVgeBGQ+2nmMgeScNklEI7gzC5qZg9NIeNks5fg9F8ZRzYwGVwZIPnAI79JggjAf9xbZ/3UZeuj+MBYa2UJbCyQ8ZoC9o7q6T4Z5eKOHs7JZisdW8h5Xt7imxMaaD+b4gKCFg27bb24A72cmeY7ChzBHen479VTuMZPbYK2X1VEsDcV8DkaiVgzQuIv/1nZoD6O7ilL5ByfpVf8ot9QT9Qyn3NWs8/zD8HiDGHky5THo1ED8fe2pDRtJk6TXO7sjmddjsfvbW5Oh2v3nmwf6Q/SNrkPIkcEJp8gQpfchqsQGjEXDCmKlFkSuyMG7CyUqNgVuDagsg3otumzDBaq7SAMrxKaiEwmjFfFWqRpl5WEiltqvKNbc8JSRVVUBSt5Y7qSEV32PewcyNRAVH3UybJpAJQpwCLVXWt9D870LgsoyDqEPjFjUT5a4FFwh5LXYgmIQdlZYtCQYYt3zyW4Zw7jJms30PFEPXkGvHR6PMCx60B1n9c2+Ql8JT/+utfko/06YCpFCrX+Y/aU4aQq6ukmFWV9NGqSLwo4GMwIJHNHTgHu4p8bPoTTa/vjCHn/6KvUPO6rMAlE1ZcLUQvoLjGrrALn5Chp/3YFXbxKhrkv3bqD31hor+q85Jj6c6W1gAJ2X1CdX+hM0CNOA8/k5gUOZ3zLD5TWIY36rjuXdnaPrhzZ+U+BBjJD+7cuddtS3tzfF8G1JQhUIzkJlZZFSumBClU3QQLVfhuTEpLnGK5E2WtLaq8uKWURiCTnwb0Ih/hktysS0GHJZmyyEqxESlVyRt+SUfBqcpQquphEgIWfVe5Q5DGR0Es/uI0AARXdd8Zj9ZQkONKi3SKGBbVNOg1nWUKwlmVBS12qKn9dCWW5MEQJiM0waYEQ5OTyl8HJsWvxJ2b/0k/8S6wngrZ39Z/X3a7h/yTybVIn26UCuX+i8v9beRX/KH5bd7/naxfLjt5+FU33bynNUA+C7M29T980GDVpmsdTPmvlyvjrvuHpA33+nbXfYRw13QBkTICYOnK/lvuKSPZhv+l0wlnZrMIe4zR0y9aR4B07x2+IHDcd4F5Eo+go9Gs0UlCY5WMJKjG0kguB7x4rBxC4f50W/6QA5KVumApWrR1t0SXlokSamP/oUWUiQkopjUtpRXmMnNTaSha7NJCcCsjCRSkqgXq6l2pJpLX+u6ZRI0MqRS+6tzCVupHjlHWCRNvEkNc3BRhEhBUKjHELW1sjwo92imUUGs8EucOIDauRIshEyve5obQ3oThO7TChoxss6KyP2BZ+JvsTfStkHMBv67fA7yKsIfA2a5jXlhY/BwghiDGHCY5xqPHnwcnKcuF4sWwz/O2rar6PsLg4X3lgEdHyAGhnSd2om2Kcb+iU3/oM508mvmCKd0UCmhJzViN6c1eGJULByQUSsXVsEmJWZZWJbTSVFzUhmRSbpwwzTORClJKPdNGMYhFRzzZs16zp8CkrB6Ea2FeDPBmT8iwFXXys5BOCPUi1rzNnGCbkYOgh9Sgc1JqA1hFYa+GirjnJ1vQsXIviWDxmld/CeenADFSWZyXROO4DPD1hOuvw/9hBsytAcaQizzGkQ8jkiy+OTp1jhbtV8WspwhaTCaeHN4fOwdc3wnHRmiACyKmvoyBQYpXEPOmrQqPUbUje0PNvRHh6JAaiaHhirsdkuo4KsEvjRBNgFN8EFsNIKrRATihQAxpiEo9t5+2+UGgLhW1waAicepUOolG0usFsbpvJI42EqJqBX88rrpMAymjMqPXakT8ilGTR19icYJuNrVhFNFEvnUTREuAjnnI/fx9kPMBx60Bvp7AVUxeBV+Y69wTYC4DxEgs52FizTmiHgNZ4xOUU4giIDtHstU9ce93+kWse+MH9geeXJB2RhDtBN9pXDBVFO2+WmDDt4UNNHuiQxZXlI8giPISZsb05jKYhQVEVaUoIBviS6bGINoCfYprTPPCabzsqYfmVWUQrokPtILkwZROMKVSkFqJDYvEbNs2LeqFr70wZn9EFiZfqdzH0CC6pndI0i+dlkc1Azk2N0Zc9dvgV0CQAir4nZM5+OvKAJfefouriq9D/Fv0HKDHI87DOi+zHifoHMQ9lILU00D8JtETc5854PL+1vS6OMV1KpGBIq3xTo3GaaiFbm1UlcKvLCA1jGZAROdVI4xYCEVQKxhScplskOYJm4RNROo3DiRzPRRkVyIU+ZaJJl/a6aLpXos9HfnyZ2R+6SCaNjMTtdDSNrWtmHwpV45qfrma4gZTUwiSZVUSQ9XUQUGD3H9j46LaGjk2NeNGXgWMi+BzkgIO/wlyUWHhXeBm8uQ0wQBOQmlKEVpBVcs8FTiwfWc1XofIAa99srptoc39KvrzmDKoSbdg8IliUMaKxSFRPpZO0lUYNGqJ8oLS26pB3yQi0kVvpG1VcWbYQedehaV5pq1gOXgmGqQKfZbFNNB2oI08pE5hB0pYFAs7UDKdG4rvkMimclCEVzMkqOJsGtXYKdHkue7+iyXNcjT0Kti7+96ijMIFx+YGfxSfT8Mg8uX9j/ORhvzKMsDXCBb9HmCMbmxyVPrcHaXmQSOMsKNqxANtgXCFQib7y7vddLrNOsTSlzNSpSivdla5VYSfYAez2ULgLfXMlxdQsk0sLRrTvxssLkKLXixnDc2HTiRktKGKlKHCfe/7oX/rBYaVKaD01YJ6AR9g2Ld5Ukpv5oWJOUJfTlc1YdOA9MMMBLehRBvWIQyJj4issCnWFcU1pW1oKmiiDF64waZay1e4dNHQoaO6dINJIiwxNP2DgCP+M/qofBH4fKSAv641wNcJ5jLAGLAxvjH0THEQ5gk5ihiZeYrWcyrQqwrCOlmPjnYfLIe7nBCBUjZzoUiNiYa48LKJ7G2fXdyhTE0S8bJYlLM3+dAmFIml8/JTpyiNgyWmCArDToSEdEGvrhdj8qjGJkNdbRcx69kqrK0kWsLGRgJV5DBYFUMbYSnq8peeZzHVG5YN0n/TAaLPY+CWetu8tasNhSBQgMCbRSpLQR0rPqVkKaNefAVESR+yQCd/5yIFHDLAiwpza4BlQOoEHbTrFmFU+vwc3BjOfAaaGU/VKlsqyVuJJ665rtyKDuglsVhIZDRNtpsIkRilCEmg5znJ9GiV7Me8J1WCo/qCjZSLAfqvV9z9kErRgjyUG6ssIz7YTzB7GK4ojsYCISw22QDQqkAaiZNtsR2LKlLJFBWTG3WWZCbf7gvKZbFJPRyHbG72kwBaP/olsr+hsQrVEAbFR5AkgUtgRLq9yWhDGSAh7gGfixRwWAO8qDD/HCDHoGdynN1JeMhbkBgn+6xDo6QJGuXY+EUvqSUJzutWC83AmHmxMBVuUqtVfEKWexZuZki5D+VqGDqJEkCr9Sw+NpUrxbSA5yRDTAVszTSKSyI6Y1VV6cBWFhF7VevoCFg0p6CaUbqxIYLVo3q7UHuQaIlYVrNM6sFXIaFpEMWB+aqijMOdhhSy0Ktoc2P1qklSzNCpxxJ0+RCf8EForv8x/5voRvBosjeabIwyETxbGDLAiwqLngPkGdjDDuOwCSAYjzoZazpQKZBMDVXlCbDXpgz1YFkr9Dm2q2M3aT+o9OZcIpXElmts2bXWpTdSQmuup0FI1fW0KBIXZicjHUiVqDokchPzkmRoille4TILS123a6eMIRAPJUmqWDECR4PFwsoyA4NnEwkjhQ61ig1HFvxkbKG2G6PW2sen1zux3Jq4M235syMZUlMhaJFmLIsmWFGoIW3Ct4vD/SX+v+QGU8CNEbYT5IHYcMSehxRwWAO8qLD4OUCfrOOcHOdx0DGgPSQdoajhGlGKWbNeywqGxRkuI9xBixVrhJEKc9ueAGUha89QaaRA6GqiVSTJqioVwdYeGt0nEZWRPLmou2WhK97aOpFyWYRVsweNJ6Lbj6ot2VXaoCBXBU1TD4KsY5esWD4HKTDWBBFilI2HQHCiahd1+deIKg9qaLem2VpRrSK7QBQrspJZz96RSnNSqoCwsb3r16An/HP0jXr/A0HwfHwbbsgALyoseg6wRQzBHI4o58/TFeNUza2UoE2SPIjEUgyplnaaGBrpM0g2iapCQ68nVikWpIrDENSO1q6KSVnyrGUH7ny1EA/yKEMzAm+veWNDotKXwUJV29qaRPDIlXalJNHzcJL7QLCmQnrEml+papZsSBWl5MBc3mtLUQXaDRCs0lq7F1FB0fDFKToiYt8Lk6jDWNtoNKXrbYvWA6qqwYm0jyGwBf9H0lnDsAZ4UWE2A9woJ3cVQVcMBoalCrFQAZvjFGQxjKFbPIDwK+ZuqMlTKLnwRGmRHG5ItnxVIWuYINOepVtyIULMUIKh+TENwz78idVDaoUkWowC0S2W7SiiqiqBwahtlI7EkUglFq4ZaTBTt0LVogrQVAhqXgmKUlBNb3g3xEwjaOlGHdWwIWZHWw31tXRMFSIJqWCTPO1u0UgP9AWJmK4mRlvYpqoZIH2py+8CNwGPLFwSu3KWMGSAFxVm1gBHE4y6OCH3T88+Ybdnfo/gMrxz6uiHAeMKk5rB1lj3lq5EQU0Vz8/0RNo1EVGnhAQLd6W2TaZ42W7pY9SIqgvtsRElqisk1Cu+ghnVoIKgHuWy4NqYnRBTF6TreLd2UWvUjN49eZWAG1dKXXppVRipkVgErJEo6sCgegwWqPlFoSWk6EYKQYmNOj32FUQHI1oIdaWpYiQfpcQwNLcyxJSRbG2wxEVAXvRuaOXPC3+4GObvQp/9KuCp1wB3b+fP1hNGu1vb29u3V+IX+Vo4/OKAot4Prhx+cWf705X89SkCzRcYD3BqmMsA49TrUZhDEWdiJkZkWiyyOXVbD4ycFQpYQmolM9A+haEkLilx6aS6NKpFYu2KU0KWqbIsqulXqVAt+cHMTWqoSDWU3horzdIasEhx3b3sZqgk25iebWBV8DIDk7jZaP9DPaKD+baSgBUyUxB6teeJc0/BuJHaAm1pBg8prnf1rdoqS72IUU1ho1f1U1OYHPPy00sEL1ShFQxslObpB2H26n1fEIyHZ58CnjYD3O269SDR+y3+qpT+z2Pz2+AF3Fjzzw3gpV8kFfyDP4jaTVfzd/74D0TdNP/XfIDngpk1wJF+ERoTDC+Nv5rX+Madzsqq66Suat0EhhwkSomgjC3fYluaanhrpAObCcaalcJKqkUsTCtuGkaS6qLE0ghfwYwg0WMbpZsYQrq3n9RwKUMpeBdNIQtmpXQ9mKGfrMTSapSNWJzigbSVE82nWFWQftlUkuCFq+Qm+oBbJzZZSOImSJNrVSk0OkeRxwtTPstSjpwSuiPd9F8I0u2ZVqHPKdYAnQM2Kd/eOflrpFOuAR7udNPya8pX1x3hGNS6/O9Kw+46OCEa+zdJ9WvzYurXog2bYPlHUQd4Tlj0HGCcgD3+Mb7BMdFsW6SJxq1rPmOXDTEUe8qUhq9aMWWsanZgHg2CHQqQ8i1PaN3SYKUxtmbTOFtQ+hQ6RLqsdKqKFR2V11AlzQLsICCwknmJ0QkKrQ4FsMTNfkrRDFa4G1RMtAfTUVAX3KCcCgafW1lIRTzf1DWv5adT6YiRfmZ0y7FubJOsytJK5gzPx6YRkPbuQgdV2oVI7NxrWyPo6R+RRgp/Iz0Vw2tgXRCfeRA8XQY4QlyrAfCOAhxfjGr6T/OAq2KkLP51bcRfIb2zcgBe/v3vFujX4Tf5zhKO/T1ADVifhYMVSFaenWMTIuZAQcjIq4FlwAdKo51gvLvbNAInNkstFMh7Ujl8J8NdJFeEEiRTlouQfmGYSQ/BlZhs8uQqCBXchk1TsEuqSi98RDOpX3gyCiEZPLlUDXsioaowGHKOqo6JvDRm2iZa0iB4VC8KwbNTqZvOJrJmpJJeFkR3Q2oOKBNE8kWQr+5LWVWW2UTRSl/FqVD82DHdjQJTNf8cFoD/DafSxZ5uiZSE8MzgdGuAXzGg7URF4RAh7qPpKtndtOR1IyZ2gO2vVima/qR/UloBxSB5ABupTg7BKd4GeD6YywA9PjUe6xTzSZgsbCzWCbuoBlobIzfqkTfIGBu/VKmmIPlOFVM1hZEi0ULaNG7yulwCbvBGiOY2Oph6FcNLi+inVGZENsuaWnA+I/8zmD5sBo4p6wbXYtRNSdQKVfQ6UVK7hksKmt6SHypKmVS3HlDsUqt9UEVCesUmKxLkgeO2MVFHQy9ZYenDkopkuS5doCp+BZ864aGYNM5j5FTE0FQGmAkfMkECecgNzzoEnioD/FgBr2SAS7uIaLyA3fUfIvEPeAV39Me8K3zc5wpD4VTLhmsg+W8f36J0tsh4OtwBeUGY/y4wzroahXFqzjN01DU8C0l26GrE2lAGkbqQApERQSpWECsouczhL7RikaFi52nCwgauC0M/FFsUm22kF9kVmthU7QYIGhvZoWpRKql7qLfdrma9OrBXUS8K3e5c1XCTEtYWGn7TXRzl4KMiGcpQU1E2RQq5bUOtoBiSEMWhT2yO4j4/P73qtYetN5lFq3GC8rY9Xtaf6UTIRNKeYv4itL4DXC929e8gGxPmgOcgAzzFGuA1xT9HM8Pt+E/KZf4RXEkNr4LGxa4r9xka9WeauAIek7MBoWLlFUi+IjHAC8DCDNAnamIv4eGAjEpRAGqgC8EtguYcb4mZQtFW1o1Geg4uazarGDKy3XrDL+1RomlXK1SA3J1NS5fimMmtXRitbVmmX8LghSepEdkQK+RSJKkcpIYNSJJv0vLIc6CQWuGYSmqQFXKlZn6QtihFSoyNvFWSgK9F2tiAnWjFRs49FZHicvDdZW50NLPCQk1LIFS70XTuu6RJRcEG8KK2mfvL/CuQkVcBnQYuTfiDMHwssAbFM4NTZICPmNcBagZYwblhPOGNVK/JE/kXcYpzJXaCQenezrRbbR+JGeB5YNHvAWK4zZ3LVU8mF6UwPguDBRiJVdGywkPJQU3E8BdXs1uJIjCk0ORLtF2Jo7qk3hYjyXv14HAjG5pIKKwKjSUIvLIFm2Vn3X32Fmhd12St3ZBWKNtMcmzN8jolMIxi7wuWPVeFm/CBLXkqLJXLJMMCaHO/eshYIqpJxIjiuHtm2tZEqpkRTkuzYoUY6A/OfJba5METF69Sb+iQ0ok9FCdmBqJ2xPhXMz1RCIcbS/596LOOgU9fA+SNDbz+2WaABX7gOuCUF7jYFUZJrfYJHsFoyj+kXI0ccQN13jLeQjncAXlhWJABcsx5bMazEzPDMU7RwY2BG/keK5CLliaoMJZycKHsNqynOYHCHCL1G1fmhL3RrqQcwvQc2OgKK8t+SRTLpL03Uk5Bdeq6NGJVK02sFdpNYTshQ4VVtWlQ4lQlJwhzokd2yErbgjtm0mxiOhFTfPuQcjZe+LYO2SxaVST07DE3FrPY16GpIuk3Z5wGod6vEVWYERuVSamClGdjaaPGQEY/rQNyDTAi4tnBUzPAG4pjhEUZIINZF6nI26LjT83zgvjrpaW3wE4GwuNVsIc7IC8O82uAHJI+sWski4wNqsGtKolmep5YCl0xIa1OGqQSfIaszNCq0CBVJY0KMFVVQ4WlVLJvSWATpeez42yaaBkvNIhBaGeNpYqiMKlmJ4m2i/2Za9ys7JrYrJmDV5V5dU40N6SLe5TqBnsNSq4QOqQtmV1IofCMqGKTJLZ2TywnBjNR2IVfVZSUiYLUERebcNt3Ehsd6lKDAnrjqszIUFW1QNPYPsElrxf7+HMwDISsOfHjnySdMTxtDXBjE2FtdQWJ3sIMkP8xlM/HbDH+/dM0gfFw+sXS0p2uG/OhaN4NvqZL4+lwB+TFYf45QIw2D76YFiA0ILnh6RgnbG2hRSJfsakYVUrDNJHjuc4ijHuyQiOmaNhp+PdmhAQyl3o4MxZ5w7d2cOzLTYilAKbugXA1uCjkCMrWlytxyMSVe6lJSZhtF0E23vCtjSJsZCd2yrKH5AcBmV9GGVjSYNimQvJB2rBpxghhU4d59MwuspOShUrdQNAescDGEmQeWNRZSytpqq72XZclMVJB6Em7bDA0EfLqdfAGH4FWCOSX4fg+S3hKBjjaZu63+4jBbEEG+MVPFNxzZZNXyvmkH4CxsfvEN4R3rm/Ix56eio77JAO8CMytAcZAjLEbp+561m5GsNH1Hr/qkiKR8wQne7DiTM+N5OGDvJ4VSRdESvsTDjTk3IY3uwTDtPyIBbJnyHasHDYtWTklEmUPipBVkKxJSR1DZyw1pxyv6EXfWaIdUqflznRPm8pW4QqPKCgw0QaFOsIQFXm4AJpIJ8lGnVhIERAG39q1KPtYNipEeTehQ2OLwLSSTOHFWzNCQ23JhYSop8OmRxiavOuh8KeNn4MBOWIKeLbx72lrgHcQtJDF3UfUms0Ar+/u8sm+GhhXu3/2vhfCS9/pGgjmfGN9QW7Lj1QPd0BeAiz8JogHsgZfGYBZoSgwApLR6jyTB8OqDYkKZCSgHRNACQs1wlxbY7FVeiC5vZRq7WE0gDLkouUNtMX85q5k7oMUUwkoQbMi1jpvdlRK7LdrnPN1UStbp4ZIqMghv3RiUbot7ZRKrSayXo6QVRof7irbV7WgVOoNEyC45oVIhPuY7NJjF1GBoah0DZSCOlYOaxyS7H1DEhXIRJEQFr9WbAzTFEQwwTHNsclFQA3SpaW9/GV8Xv4yFp7tbZCTM8AVBj4kcVrem8kAx+QBdvJRb4W4g6gAkDxOOwbAqzvUAxxMlrbGXafHowd4QVi4BqjTb5yEPSKd3HA048W6CElcF4k3MeYGJHKwvHxn854ngg0xqq1o5UYTCiaTZ7MyG2idVQnEub+9SaZUr7MtsSPOiVumlWytH5h+FTFYSrWitUKIl7VbDU5msNhyTGxyRQDdr1AlB0VwUkUV8sqRRRnIQ2UVCdLAaAVsQwZKm+XDrWm3fo9iN8L9Z6kNNCVR8mwZkT6SSAy/3oReRStGJfVDj67Sc6lLP/1EzfZZATZ7bwdmcmzyopeBbqIfAXTIm0yW9vzL0GcJJ64B8uJVOZyImQyQ0Q8h761M5zbEaK5uv+K3QXRJvLelr9I9Wlr6G1Q2z37l83WAuQyQgw5DzkUMP6MjisZkYhWKfw0f5bjbvu//fgPTxZVu/IjGJc8A8w6HwsHXqHwzvUdmGPiMrzxDpH1wfjkTCFWipGRtdwpoUrrSdfccFKjLje0kZIkN9cEN7yxJlJ0VvxI02u7uZetgFkWK4NGVK93UIYcqfkmlFw6DV1CKQadsRilqKCyJHdnHbivgqh2wqZa1rzipmGhDkSw6So/SJqah2YkpyuPB9zY+ImmnP1NE09wSg0FChVXNCjJqaZ8GQA4P1Enow0URIjI4NnUbZDTZm+wx4in3Y1rIbwfHxfFZwUkZ4C4/DOV9i9YAlQBOu7fytu8hGfUpGF/51p+QsRq/Kzfz+zEDPB8seA6QmAOTk1unZ27iNB0UFcQJNvCevsODGLirjNB4tPxgyqlKDdZZfg0tfuwIK7s/TQ/EtZtQYOk5wkrThFAzBAQ3IL/qtklK/f64YwYouV/m262XAg+mH+WlLFAKdhv7ffjk/jZjWez04RGcfhXOKDXh7gUPxf2fpvdCibZmMmq5pB/5N1oTPt7exrGRRsXQcC9AkWlKW0t3Ox243A0LbY0T0Q/7ES8TZQOCm2iPRfLMCbm0sUUH6Pc+LsnsgM2Jqsqhn5SOMDuMgkfQHbSSkXKTSeXHmUgbI4XBRLCLe79I/7zipy2ioX8X/0xXAY9fA5wcMm1b1QUuzs5zGSBnAl/5TN9j1Kbt/Y01GLU3RQBfQN8XycNPwbwoLFwD9JAjxkCM33cWxW3yNYipxhM2AuC0e/Bk+ROc5ZRTxTQ52u3GiHSeEs5Etrtud//w/gHVDphe0A3VqdM0b6zrVZoqvfUt4sF0UyvvrNxHHuYFN3eUpQ1p65kLffGBVlHzZWefHCJlVVZKWnoHiKoWsYYCLtMwjw5bpjB2tEH1IPrng6sNRM4bky9upRDhfGTcRwsbAqlz1NIi8cAfgNEa7onQ3QU3GZCr1GFDCZHqD6boAEr4u1Y0K8JxYUmYR6VBHSlza4rdYhz6qOi1HzbRpGv7vAHiB2H2YvXPoOU//Sagfx/mbOD4DNC/bOBAtWgNcHdlhT+KgAgYa3qqzGaAzZogXEJhFTu9tTmedttDJvhCMLcGWMZenHpdaJB6RELSnprrqZuZR7cL+RbioKeQhczKSESShkG9Pj1YhpeMFbKXAKXjrAzbvACz08rFKvBoeQ3znQTey7vMACPWCEPLaBYugUFzXrX+VbBFpKzj7pEIWBcFNhFdkqf0yWU+lsiTGOaTaWurh63acB8ogZ4SYFqZlUau8bCFUcjtGZtrOJ5H8G2281ppMYYdLe8gY4OZXxTaA2qgoapt+TSU17mn0g+f+8tcTgjL3g6F5uHyPX2saSs3ElY1UCIoU7ALPs1VGpOUeqx6hnZ2jg9B+1kXrv853TMxEeds4dg1wL1tZnTxQy98dmXRc4Bf6LvA46uqUL/NALf5JZEmIOqJwOm9pcNNGuE13Ax5EViUAfo8zEKDL2gMT9c1PpUtKOTgTRn5yACvQJe50OHyfXxA0xVqOZXZGk+X4UULdusKQcQ7uGL+ZHl/a3yPP4+7/eDa5nS6+QCCbIv3LPAxH/wNOZy0ptODr9Hy9W7607T7mH37qtuEyvoPdJ952H1+h/Jj9fAOrsk/fpD9hWfr73yCKZzuP9Z11x04//gBElkMufH0WuwVez6NPq5SwQcEEhZfb/NHLhEomOficMAZequgiH2bHuzi4IiAGfqgiCrZmPtxT+pIkNH0ve1uvH0dE4H2SqfRHaWi6uId7h5IqB+sdvfuTKfTH3jkr2OGTDfvZ5+0F+w+uoDPYNyx68v76MK97fH0G3nToVE3vv4Gqpv3dDgBbPfI/b7uvo2naAkTEB64++q0Dy+09bmWRUE2o/iuujpTP8RCOLphQ9KGMYhyoEnJalIEotou8jVfCNFKoP4s6UyfBDw2A7wzVpDCceQTLCLxoYawAG8TZ5TjT8Porm+AfjSr/c7bLj6P7aU9ZpaggA6cAzwXLPo9QA1JDj6QnlNOPDQUy3lbw9enaI1f8O6NVxm7rnHNT5k7QgNkSGUeHT65061CRdery2u4EviaRk+2EMW2ECL8YfLFza5awQYvzHTJwOPUhnjaUcqg0DGa4lrQ1giqmbXwMQGKd5eRbVK45v7SI7og/elb7Ly/hdR1iJB6zGB6wP4TImt157b2j9A6Ogvt4KuP0RC6odXHJ3KO3caeauR234BgOV1zeqTUhywwD7hqSvN7iFrU6X7goUGJY6QFVe0NjxFpdPEeoiMVNw/5hYEtfE764oCOszt0BA5ZPNhr8k4ZOi89HGrssEjGcf3wkg9i9BsUD8N0+k05DPDXfQI7uqIpPtFrcEylj3hMM1b5kHio6LNVYcwsMwqoeyDlBtygLBbfGLUYngAEP1zxKgRiM2Hc03OAZ/mFkOPWAP+RB80Q5Lyyfhza32z7igrNdbJs6u/i87mY6U/f8rdlpm9d3+f3QmYuqgd4FpjLAD3s6k1DDVhuY1yjBgUUHp46YbPKge8M8AgzZveaMo/7yFaYAXZfHGHG6r6krlevM60/oMPl5dVu63AfswvqyDU2v35yr+u+ik6gEVxW3zvav77arSPadMiD9iFHQoI842gfkxk5yFrXfb1/hBGxva91K3SELdJok3dgto6Wt5Huuffo+1fd9GvpfIOIgiwGmjuY+khUP3myvL31RCnr/pP4JjQTmh1ImFkdHD3BPrJ1eVLvNr9GP+4jsYKRnolBlSEtGt7ahzcTSo9khl6qKRwbnizAYXj5L0fX4PeI9kyt1Atos4tPcF2LLnKPHuzfX+3eWj4CvXXIg4VDdogOxLmKn81O940M1VV/BvT/9RP4h4G9/WWZh+AvD/bRex0at8tPS919wl7i2Dzhp4WPqNl9xEh2A9u4CE9EzekgNzrhcHjECTWZKhnyxLYstE1GFXoehGLE8AzQ9+FEKeyNsOXd4DOD4zLAtxXv+DLyIWdsQ1qBWXawfUYWSdBd4faWL7NFXCGTyyPwFhwOKeDzw9waYA0UcRauRZyLW25gnNmRtCADRFJ0gPSHF7nMRnaP7uM66glykMvwvbzdfQTBdX3MK4hhuPb6gbld9zfGEKSKTJ2QQCWuTz9hiskVNl6b0cVO95abf3K0w5xmG/EAtS1kPVpTwwSlTy3Lvb077n7AdeJ/gX70/8k3049oTm/wZfeY+tCGs2XsgRYtOe+0V0+WcV26tY9ccRVMJG/ROnFdrvA63FcPkcdwcWwdGSOc/LC8f/0Be4Ee0K9s8Dp8NO1uk+WwyTZwAB7JIxFtoCd0yPYRfXElyEj+No4kcmmmi8vsFNwiLMKCbVLVHcNRWUPoYOfoGmHtAQ8dDi1c84hB+f+Nug6kdpKmYPJw8tP6AR8Q0k2up3Ig8CNyo/pwPuLqJLvBA6LGGcXimMQCoystOpYlKlrXw6jPhZuWKScR1v0cYAMb/n/gXPwbLU3O8h7IsWuA+AyB+l3n9hXSCitU8lc7vpCGfxkGgDMkUu36pY+4A8JCXxfBGUlfER7g+WBBBsgzr4egzsGiNE28zVLiPKGz1OMXU14mbl53zuRcinEN8QQhj+tOvAWLyXm0zGfVkExcx6Rb3v+EQiRNY6RDh5vMLDhh4Hr5MtemMCamyOmYRKIx3uTk2lfX4QoOuY7rR/dgjTDE9cdVDhq97h190013SjjDdv/wmw7ZjzOrZQy7qR/euQc/401e97LXenAR19bTnxAv2EcGEra+zxRW19/jT9g7iNVR3c/FUXnAJbkOyejyWjddRzDW1SV6oCOVYeBAsv3DSPOUH3P5FImdnvznTSKKcFyR6Wn9iDsTSSEPJbJWHDimgfoAdOmZyHtM2FcosC1Ezi+YlN5XAP7f8sTuc+dLYvzk6+0dXmmj3+4b9t9ruegB4yI9LOPD4cHGtP4CXfUnKvR+aYuKOLFx74CQ5RFg3Qaqx3pyaolNQ5JE2cfwTODDL8z4Ymlwwiekz2EGeHXl2rVrK9wQDhgKd1APaQWcn/CRKIZfF1limjKF5iYwlyre5sOFOF2zzhsrw69iPT8seg4QYy5OvRqTwOZcTcyqhqe3RF6F4nPZRuKDHOFtypjFoIJpmxngV0jXmA5AB9pOL/aRoOzAn2/hYuJue0JB/8pPdKnXPaRJ0OIK4ubRstvqeL9g25kO22IG+Ii3nSni0EGUwcxluhN9h9Ovuk0umLE1aFJV7rXMpR6Ai1h2tHxAPz8sH30dWerq37iCOP6IjxJCoiwPCSS6jA2b5+qYWz4AF+6QtWE31AMleonR1LKTTXSLK6Q8rFrko31eUzMjAwcsuPgaF7y49ux4CYxOrbgD2jF41cfCDQIgGHTNmHSFSbHyN2jwoPulnUcOaRtcWCnIln4j9DHcct1SCTA87DDP3J5uk4FuPMIWwanulJDnwrjozZgG9+oaaarU1cFqnP2wlsmyQyxjeCbsxV/DbXjhb493gs/hGmAf/p/8FOtd4PK9vvgFhFjL012Q8mVgrcjWP8LkHRDq8elq3Sq+AqJ3j3iAZ4K5DNADUkPVo1EnZ9Q4qPUWKzZguGSdC1K7OHGjwsyEzHtMNJy3YFrRDTMIhj+kA+A8kGZmV5zycLQOlehFJGNy+uRQeeIyMjivhv2Xo/31qVIWZYx8COeILpQ7cRHzSN1CL3Di5eJk9PcA163kIimipp1z18Bbn07vH5aH87QvToG0TAezw2+UwrJPvKDk/VEjW1a3vn6CPfhKR+ra+vQnJF6Ii+wBgwKQcYFN7YDlNA+N40R/HSay38dufRUZ4BMfPcQh5Uy44EHGqr25jiRbHeChQpCgGB8QGjhc77ZR4dId22Omi6Tx8vV9JN67/lYOOu+1PSpEuw/2nzB1ZOC5hkl433uEz0kZYMngcbC5DMtedLvaH2dzJFkhHWjfREpQUB5qosoQMxYNGsgOFVrjHcOTwLjBbI8RcDLS9+BQRXF2KeBJ3wSpwGyteQ5wZT0X73zZG8++4FyFTzmenNEt/Roz93hnjQ8Vxq8CwhQn6fgdmQGeA+bXAPMBLKIHrX/vMtHDNDeccx7hKJGVPfDSDbI4fXlga7y6rDTQOQ4EXgOUqxXMID5/kQtMTyLweI3Py0QPdrqvSJLmDUyuoa3BBbIXJHV/QzNPDr+abnK6aIYyrWOG4i9JJLIH7id7yucA0cCd6ery16u8hhbXKL/86gp4qJqPSMEslQkrUiClsKAoW2cFBHrINpjschVT3aJTuHtbYq5N6tyR3fAXZPSMJKtbSC9RXmHzXANkBijRPrK+A6ZesvLN2u3raN95mR8oYietIETz8H8YveBaJ+8Cq8Ow+kZ7yxfvYrhDyBIfHer5TNaib7qjjip6gEyR5yjY4GAjsvFedbf9tYcJTHQ8So1It83uUmJEBa9QpFhvisI+RMKgwI/hKXDIU/60Ef8JcsZPAp7mP0Hi151LNPsbzmXXGMw2MBEouWY+fzsVdQVHR0Zc8gbw3q/i3h7YCqUMl+X/5AZ4ZpjLADU2K3LOYkw67xOC57FZOB6lmIFIDK7wu6+w2sKH++RoJRaz+ITcven4E050JlD3P36ArEOZntbXtKr15PABAiAaIp8+5XyLNzEPn6xwNQpzkGkSczD4vLO8jJED1QM90wHPnzxRBvjkaGsK6ZPDFYbTe9eYBLEH6jP8ryl1gTMEEFjxGcBGE4GK+dDy4UrMviOmSp/kkhdTIM1UCcE7WMZ+rkQGiCsT5FC8N7x8eA3ZrO7g3ru3fATikWIUIw/4YGFw3/Od6uVrmR/jCMieB+n6/9alvrqIELECd3yEEdeY+voxM0AdTz4guPIDjpY+F26cASLDRvqtz4B6PMA6nsryuMM8nnyQEsb3eTif4DoYncm+HS6vohtH1yLPjR4edEiflQYi2YOxB0Oijm/L0j7H4FERdJDUyCpo2fqlBUOGX9JIbGN4ChjtcL3LOMjnYRABsT3TKHi6DBCnt3Khu7T0F4a5abfGDcNcuerV+gqGwBYGNon/Xa7t/4bquveSl8aIkYe4juja9HiAZ4NFzwFyUGo0kuLwwxlY45gnaZSiVY1K0swA/cjr8hFvUeCD5O2J+0rIkHv4k36LC0k/ib5+eAS2MkAuMCl9Yx6i58ucEiBlpKYcUQsFosARlHzaXL1ODXiDCtpG1rKGDIV3Eng3BvPnMm+VMKCgl55nfm4Q+vQPTdaYE+6E5pNDPcToNBT5HbrOex1M0uhaXXHvjpSR8WKQGSAiC7ulPUO3dnh3BcrLO2PeaGHkggWPE59C4d0ixnk+9oX9UZoGrxjXtv9ajxTC7Eg7AyabpRh7xns1Dy5Pt7B7vmeCDrhT+syUfut2t5xx33WA2bK8sUnYailz3GG/fDghUb957HAYlr+B5njT95uRQyqD/2q8qScmeSW+yS8/+2OqQyE5bA25G3luGazkhzpVE+WEKAl0JI4KMIanQZe7in/+Fhyg95chrxxOtwb4aLqKTyMr/hz04fHlrwsLPhLLCEF9ygWn7kwHcUadrq78hs+Ybp3h3Z8LDyd/EwQbn425ZEeOT8hEKeiMHRfBQK4Bpt3yvbcwyz4ReTBd/y9IfTD1Nn/gN0EO7/MvTdeZYnkpK+7vMomCvu4C086T6RrGw3T7Prwi37oOh1rzY2LUHdzbmd7fX1t9+yPeueT6E9v6GpEGrU+7bXg7pHl3J9ISuT3oHkG6zlus8HaPv1a+fR/ZzErRZLbHVM49yLvAygBh/RHYMLS7+3winz8awG4xEaUlu4V+Y3wfHCGHInHHkzni1IpZ0RSSOB8AxEDZX1ud7qJ3YCpd46HUzhzt6ktTCIdIU9Ep+rrPJ8G2H7Gf+CjkfX26xuIQ+6bPAB8a3F6XzN5kAP1H6AdotztFv7srRzogBwhAvOrXN1C4BKoraTg44A2YXT7YAXBezREACdrOkcBaS6plY7Czq7KiCkluxJOCy/QTw9PgJEg3EZD+MfA5+J1ZCvgcGeB3TvT0eeK13jzqd7j5Tx5dyaerVXAFnPbuCM9u027nDG/+XHxY9HuAHHPlLO4xGRWOyqjVQtmhqtIIVUz8+GFgqWkUo87ld80tLcOHP8nkKjC/exrV8g0C+4Iy3nCPKcJpTta+dOmfMVvGTFyFtLMD9w54xFsYrLMir2wRitGjsLYZxKTYbZDgeG/cKzRN1dgRW8qEmO646/QQx4Fm0SyFXmqVGiIr+8AdhZS7GN5szWMKchlpLuoMIYoR3Gt5zVwr+wmKnSIzWyPamRg8Yu6Rdphc6qIPqgClSCUedO2FdPFCYuwf8gk7Ez7Eculm0Cu6CI54wiBRsKreVmEPyYzhGYB4px+CJlW+FBJR8CzgdGuAugVf72h8q68I6bUzcx+DZ3fwIdluVj/5fZHy+y9X37LCR8MvwrwIzGeAGPIYpnE25vj3RkQM4UJ661roAMVkUFCJ+Rc8aXGSQgnVWFgM7/RSK0+igaZtcc30rClph8ROrcIKBMsUJk+eQPNODvSpS5UUFUIFrWVFNQURVESHTAxacVVf9bQMCSgztKElEaRYvA9hlioRC+KwiUX7XsNPDq9vc42AX8dAtyQSW8rsqM3omgzbxGWoONZKb+lZfPSGJXsQDtmCaUe39Hf45Prm2+xGpwcNfYCA0UL2IvbSKA3wsiwSMYitGhUtNglmDM8AX/Txf4Jx6as/CD7D9A9wugzw6soXK1+0oe7bla3t1bWta7tzoXt076u11c21rTa68eKgeeJl796dtzbv1BskAzwPLPhPEA3CHIh5ks7RqLOxR21TDyKngmZKEQWvaGGmqML5RQJCC0iFVWkvW6nzgd6TNsp/U4mibN1d+SWCiEyvZC3BBoKhbApkNfIO1fmvnrN0X0mlvdpkD1GNHQ25iqhLOxnk1Y24UTzR/XerSBc5l1ODeE5IQcfyRJHeudyIIw92i+7hFWLWsznlmqHjd3VRJOB/7eszrayW8MdO4xU9pU0Ugb2KZMGJpsShnyooFNgxPBP81J9+IZA/EuP/Bz7DDPBUa4ADnD+YzwAxBB1D6vk6ab4LO878GMoptl5VRxFC8SwngpJt1o3UksOcQGDEK58CaX8xJE1qURrL0pgMZzhQQxsS0CVblDw8Yq5pSkpdVVVqnpNl2/vSQhaSs2yZDREaxjhWoqXhJkBiv7GVNFArlt3m/bjk1nlB79gLMWAvHzRsPwAU2WY00NRklhFSWyNeYQ10HWpaWN32PRCgOyqz0MwmI63k26zUE8pSDCvHyMgK+xM2szc645u/GxP+O/Aekj/fFDmrLPB0GeAA5w/m1gAx3jn2cmgLexVjGaY5lo0Yz9hKzDQICmJbNdy4yBY4G0iGFsjqzRpGCHixmaiqrJoiWqOhJxmYqiU/1aJ/KKsVqZCSBZK1IiKyIra4cAFemrDKotSdZ4HMkB75pqimLCiXYKqkKBjRFnVYchWVtDVYUCwHZJP0W+2r89iGR2zkaLaIiv01KEtu07CI4bzVzYOUerWaaD9tZ0gkhhLDI8vSnmXYxPAkKNGLu8B8CHA0mWgh8AxvBpxuDXCA8wcLngPkJNNwVMH5WGusaxtKnq1VE/EBG3MTG0WWrOhlJgrXbIaKG5C2I41UVKoqV+akZYMxsWTTojtg0hw0GDW8svXMuRKtGhbuFDbJMplthja1wiDQQpeoW05a+0IV9U6bWVRyJRI20nD6Gm2SqrlVsEkVaQhVLxZsO8UswrZYmwUj2YkhNW9aV+K1tOOwKsnlhgYgZGcMQTRX1WxZdMJHL7drV/w2EAMR+kZ7CINn9jzIkAFeVFj4HKCHYYxGoQY25oZrGJSoeKr7TA0iR2y5gJImZUWFHGFoVCwSYDaiwiFCm1aW/bIncPEyQaF9uuJ60jFXRQGl5zJZrthDeCkOwpCsMs2F4BQDX81FpeqL6QqFqkdkTKWKUSmd0i6lz7KjWQJDFLvuBnoeiRYCJTHhA5lJnjA1pFrUibFvooSixChhLG4xNyrYqDMqQYWA6E6CoLg2aEzCNs0/vzHrKwt+/FEYfh1OP4l6Zj+KOqwBXlRYmAFqICsFCKrwPKxz5hrJtEadBTJBVUNeA9/e/GqRSirlyVJtVOPwRw2kMZIdzURatL0QSpwyVCipSimyonTDoJCljigfdBiHoX36MlTOoCU51VlXxQbSsIXtaemQIeUUpdeGWToihVSigtkiW0ruWUOJt1vjFu6kZYZ0q0FI7Mg8vEhLPVE2Zpqioj26q9iERMZ2HhriSpX1EEYHJLKaP2qjOapK68nhRvwTEmHPv4Ul2CAbwZD/lAmyhslXCkMGeFFh/jlAnZXjxMwBmhMuiRA1Ra032kCOadTFCmfUBIf68TZ65IukEispIkeF/JQeaV4U9w0l3TDEG0zRVS2Q8khH0jLEYRJKsxjZYdoCGxshaDvsnSeIZmdfKG9yTYlCSyU1imohSEo7NYouzLQVimvMnEyWKTIjiuhS1VeBd2mWdRLYJIsfcFQjgrpGW+eR8lIEwQjMKqTeDSf70g0R77UHub/MPwUOmCDqIdZFRARb34YTnhUMa4AXFRZ/E0QDvjdTcCLWRvVyopagqYR2xjPYyKD108d6jhfNF5XBjRTInswteQi5VqOlBaTYUChrW9TBgJKlrlpHuSV6GfWQpx6d6CUdFZVd0akPjErjpa9hS/fWraalqVCokoJgQEKCRSgFp2qZQYSMgiITEQbGPCRkJo802GGlIg80CjVbGnBrOlhE6ZZC7ahq96nV9C+c0KHpvgqI2haYpkz3k7v67Q9z9X04vGqW+GphyAAvKixaA+Sg84kbFaQDWU0El2imSGv7RQbmCDggwsJyKkrdTCFqhXTVE44WcsJ6NuGHMhiBrAcWsPUIVnCBVAn3tq6ignKUWBhpJkQdha0lrViyQLeLV9StSvPQ8M6Eu+iJd6yyrZx7W0QggNIxgyzqu0Vic2j5JgdKbirRqqUb1kl7bEIltM3PK/1UtZAc+9GmSOcwdVTKlpRdFINUgkY0EKIsxHuC4FZSwJGe+mPAKxtGxI2z+2fMYQ3wosKiNUAOOQw9xCEOPVEagxigOn1XaWQKQDNDVHmh4mUiOylurJfKDmSBjfIClFlU6Ne0HKGUM7Gip8E3wU5Fo9ikF8vIqDzTZhNDzUoSoZTESBNTYWBHOoYwxYYMOxCLExxUtlcxHRTdYtNwTYaFUAxFLCiQEaQ30oETk6kT/CiCb3S/soB24UYhB1KXSjLzmLGB0opVjHKjNlSNFuDKhcjiVcZEDM2aAk74JZBIAyMPZCDM96uHIQO8qLDou8Dl5KtJGqNQRQ7HkHtSZKUixziHtdZ9pNDMgFadYrM4bWQiHTWNkn6sRiTdVO0qo4LYmkOgJQ0+lYhuOJaizJEPb5OhklpwZVrMIg+l7CY2Jlts0izUsI1Gs5k5ZHPRBjb0UChZZVelBiLtiPIpMSrsS9TVJutyXxsXSVSNNouI0I2Y5CJ2OiqhnPsqUSJZJLwDEAcvMMQokola8PAmhijk5GJo1p972ZvwpvDjyd4oeLoxfIZ/izSsAV5UmF8D9KTBxmMzz9Y6qWtweu5YQTUQlOS76gS6Rvu+C2KdSolFTzWoyq+YtHMlFIHhatZvqEvH/bOWJaZlURmertUJycYtyKyhbhUh65RQxW+Gb0rUnPoBi2xFp4emVvpsNdMQm1STZswiRWC7cXcNXJV9lG4YyRNq3NoFQpi9FQ2Z0BJk4UDJGm4rrX1Y2xeZ1UxlcrmVcR5qalQHoeoi5KrRC8dmm90x8PHxl+Dp28B6JuZMYMgALyos+C4w0MOTYzXGYpy0YwxbTC4FWUuEic/coEHEWdz10ACPoioWu6qZKtLgCoOOgj1QK0QVYlb1dJpGZsV8TILy2DFQYhm1oVrhuqIrzSRp7kY10VWWPoYWpWkfNWysIxax9pXKDd8MIUjw+QpGKBXfxNqKCyq2dKDllbJhmLEFRfKoQo08OggOq/KjzqHaOLK1Sr2CArrp8Fv23z6skQScU916RxiaJQEk8KZw/Q3ADT4CeIa3gYc1wIsK3bh3Xq2/B4gBnGN1Hp1CaGRihJaTtzGGPn0EA5tmvubUANocGyuHfqC1WwzNBbpAuU2BN9Geq+6BJZZFf2Kx0NW0DqNAySpCgq0k8pPOjPJWzF0BgsjSDCBbQb3Z/5JE0jBcOC5IEoLGRUa01KUiQpR5eKeakilxsx5WLNWJ+FxAykepqd52G2R2BFvvQCL5ErqUzxCBAi2F4LgUP7H1hmqoY8Ox2RupvOb1I9GEoM7qr+GGDPCiwqK7wBhwHIAe85h9moC95EDoIarAEmqNTm9sB6UBj1mRA9wTvVWhA1DhjTqS2nOrZ8osoFSJ5gcldPfATUa4KBj6TpGAaqroZLvuEqnQDy0TdlJ0K4aVxHRZVEyURopCYh6/iErZSxkWtbAjK56ri6YaGTdN16ird9SrorbGKuImWKhANSS0KRcCIMFiYX0KU0+YIjuRRflkuVFdZKVyIyFIDE39AGoB3hSuGZ+uhc/wmyDDGuAFhbncneOtXBdhYAdBtgmf4CXjS4mipqljiBSh6sJzw/oRg8yTQ3JTXBEsNRVChwC5kkOmK40wWrAfK8CgsGvgk4TMcOOaHLDiHbObUGYNGyuyDk2bFyWX2NhplnRj8+iMPJMr1XIQzJBJOg3s83wMhCEovQgfM2TRS10iFUhIzo25JMRiO9FVk970O+PjlHJQFpW2WXWDrhdlMlRUNhh9eZVYq9FmrKvxjrDRu+QFucEnpM9mFXDIAC8qIAPsPzyl0edJo5Nw1I2gMSRDZB4VTLVneY1g1yEQu4fWxpZ0WHgW2H9oaQsEEULlK8XUKEE0Z1fJFmED89Ue6sFDAaRIVHLsRP2p+84K3RDlrxQLsNiUNImsEAbXteIDHLVast1Wkl+pKa9QCDeRmqnjYFV50xHzqKBCDHOLCChde6kIhThCxtQO0vbUKhrpNzSiZkXSvIukWpUTyer7ENILx2Z/sab3LyC+CTKr8spgWAO8qIBPjt+irJDnZqOmU6lwU8JADFMRkqoaOoHVVNVwMYOaWyBsQf/SwkQNF32jSoZaUirkpIhYkUQzkUxyZlFW0hLKFhxVQsXsJLFFLdIyUo1hLaxbKpXLUq7sThx7KRZhbK70+c7GxUmEAliRdQErW5hsYOimMDWSjENd2PJY3Ar7MmJ0tGJIGn4YJQNV9gHb2pT4VMCbVEiyedYwNPuXwLN1poAuzgCGDPCiwrTzXysU4EQog9KoGBUnZw7fkKMoZ/oy0TyEyYq4FqbimaG3tbNMpKaYssg2Q1I7YUWQ8ittctR42toMmqEcpjYsiGrhsN25DmkT1nZl/aKgLY2lIYJsKVnXKhIFEUcrG4sDw22KjGLJS0kkE8lr96eQPibuBQl3SiIIuY2mfKDYB9YbP+G5aYl8GpbvnxSBiNILFG01vcrErGhbdGhqPIQCGHJYHKehfxF6Nrg1GWC5H3I2q4DDGuBFhcvTjYl+UCNB4w1hjq8YhWU4VvSg5JkcWxvILhMdcwNtQPX0CK7925DsFAFl1dQjIWiTKKJr4EfjQLLpmJXi2XTMzZTz5U7JMvTCLvVSUmTBwibMStImrUBr0dQiGTSoam6a/Qx9ckJuJJtvdth/qyn92COpFm3TFKgGJaniLaOIXf4gJGc1jYWo9yr1iALDPFBcs0qzBcFgARXVpFo8SFsGErgMERiqWT+dYmjOZoA9mDyOnwM8k4vgIQO8qDB3FzjPuB6IGOSqk87TdLPh8LZC0awGQjnqTxuj5YXgwlhQarUhk+2pUCRqOedMtkDlYKhL5oZp9QUyKGG/f95VIAtxUAmZa1GAaHsoLgnVWStFimRUq0HBQ3DCE4v0hBdl2DjtrF+iLSjPUjJhZupRkt23miRMDaUQInbB3XDWy3dYh/9SlZymrMqVHBFBRvoI521HrAlM9fxsjJZZ5I36Sor2eHFslti24DpXi4DD7wEO8IzQjYNIaIZjoOaCSQ1WjWZNH+YP5ItdDXMuMVtBGWkGeRTGib1vRnWpJGlHVZft2aukwY4UMtVDKg2FDZbBKJ6rb28aRqOzCCnTPlgN6impphJkY6HY6qDPpXVjakSNG9atax+pFmTolZeCoyg2HCRQbmUVlNjcgI6jVliBIEMvan2ZWeEu0cL4UMRpGrRR1IMQz1yLVae8fBpAaBY7fxf4pPU93xJmiDxJ65eCIQO8qDD/HCAGG0+6PnGTKGMQGBWevTHUxQLGSZoYhdDz1wZVIiZHtmutwQwqlyBBA5TyRAQZUnu3uki5C5+9IpRU9bwys6x3sWqq9ZH7lmqcl0WeuokxX3OF0PMaltqqYi9ObxquJK5IoflV1ZlWxBEh2hyIqQHKFoUMAbB6SAyVWVFrLoLcDETE0GsOd3URKhXNFwmdkvS1jSpazvTCldhTI4bmiY+47JXgdxY/CfPS1gDXprN///QyYGu8G9Q8TA53Ns9k2eB8wILnADEgOeIwZDEGywAkaqhqWoMoZ3DPDoqDX0/pFuWgNy8rtBQrleq3DcKp6NAKHWIouOi7EkaSps6HOu3Ec11u0KCZYR3MRGpXr4Vt5yEXJx0ET81LYCy8QLlEuzSSQpLgl5oUaUMV24khAeWybLG0KbG027qJ5JqoGuG46aWqhfCyrFVtQ9tUsPugKEi+NFuk3kwjxBDKTPasyZs4ZmJoNr8JPX+pCw6mMQPgWVwGv3gGeGWbUWh0MP0l4vdW/T/1efjtzvZZfYX6HMBcBqhBx9O1RqFGJk7IwcDg1NisKKbYoJPrkR61YmqWhneiFTzkfYtRfqpC06wqfhWUoR32eokMCmQYUlNG3NhTybCU2JHNChVoB03WIsmya7Eks6FRjDQ3BiMkqSCyqGuRX9qq1h66Gi2WfSEvhRIgWEjAiikiKyHPwxUocVTYDeuzJsIVqMMm+Kjkh2iWDpTd4q2yeLDj6iwMiWxNTDqKY0cBOYVrglwXRRzNChng6sXt/Iyt0e8s0pkXXwPcdOr3cfdLdH9lejWoAWZg7pOL8RbImaYR7IFp5KnZw7oiBXHShsh6/QrVosaTOst+iihWy8xS7MSGf7TvG8ahUZutzUhfBSrpSPym5eB5stUpXZuhQKzQtExET61kN1wdlKYk5qVStbAMtSK2c0cSacamWthcbNdkk3LWTUVhZ/ZRTMzMzqQ1mJaRJdIuMvvTx5LyxGxYXlCXindY/FRzES1IOxO/xNRoeUQosv+HiG41/i2AjY34fYSn6P0y8MIZ4Gh9R5FvbfWXCIBb3RAAj4FFa4B5Hg5C41AV1ZtZZJa4ydRJnOM2+MGKM7llLslVxVjtVARXEnsrxuJpG4kR6yy1CQTPbaQFUIq1aiOU2ag4yTeSrAYWFXkUQMlMQiil5Ei5tpp0MO3KRUvnnibX4rbzBUO36CXfvGSjFhSw8KtVj4BTFdjAjuwoYkfxlr5qoPDpsgparycSytz9qG1bQrRlcUVSCWY4LEqJ/v2XechoByF/I5DVM7gGPnYN8Mb2eLz+BYjtld3N8fhjcwFvT8fj8acRlyaH3bTrxmsIgN3V7el4BXu7Nr5+ezz+dnL4VXiolCGWC9fG+1VSvMJ8d2WcS38r02vwqtZquzfA2llZ2ppO1+Ab/UTl1wfzGWBOUKczMfx4HuYw5iaGM/Q8RE3XxM1jVyKd6Y0866dW8kA2ksCwUEFRTANsoRXf42ow1NUzvOmrZTt9sOfgKA8JORuQLEQFJcdGImqlYmBaRWvFd+xTIgRmUN82JaBWJWxYb3a9tpg6JkNVio0CCmJY5YuYbVeEANtio1ppRjV5xSZZxRndUjtqMgwko9SsqujXdAUFGKXqDqjijepGKxRD8hDhmn/GnAdFR+jg4vgM7oIclwHujhHZph0iyxpLUYYbneoR1H+7A7o7aNQma9Ptabe6cfhPcWB3o1CGt6f/wPZvq582kup1rZO5Vbck73ghXDQ21OQXyA7Z7s60+2ft3K8IFt4Fbk7ULQnk6Vn5gcZpcEV71IZ2cwbP0pijPCeBjJO0Vaq6HhVg9ZbK1s8MAgX8Bl1Uq45fwQ1560+tFA27BSeblTh2WZzclTCy+7A3k0L0SZyKlknRG/mgKmpBSzNoqGtrnraShUKkTUZLyhaYvQNDb8taZNZmonQ/MHkoSyEdqQU3/AUfFJ2BSUGKIVHdilJCYV+SZ91uRKG0petHyIAWZoABWh/kf4XUX8h6lXDcGuA6o9J1xpuD7s7S0v1p74br6GD6KMilzU5x+2CKaPSo+wsMprhu3UcguwIPO/IA6up6vU28joxx6RGimiTSIdjrAcNdqt5GoAO/i9alcbi+qcrS/s7a0v7qW6786mDBXWCPUp1/8eJoJYc1T1KPZE8aCM2K03UwcxpYOJu4yZ+EdhoGIUmN6IWqeiW6ScuDnR5lFoZpxI2YrU7wA2XuPoOAoN/dhmwMQzXRTrGVlgTaLGiqdLFSVVAt+3wcepAhSp7QzTUmRvHknVqFTZQu5bI3S2Q0D2QlxCbMFqImCfisUwoz6ZhPVAMgoIAtji4t2aZ9uEWTOayqCWSo0Q2aF3sZud3iyOYLXv89MH8UFfDqr4GPyQB3p4h6jD9XEMhI7ez0duL6+FpQezte/NMa4GQdqdtax+vXG6vSeDS+cvhPU8j7vsBVLALr1mXobm8jqdN18aO84L06hebatHny5bbXANfyZjA1JusR8w7/eWdpsvORK786WHwXONIS04GFo3NyoUCgECVBjGvMCdZCQpZdVgx2MQeKH4VYLMky24oUpHPZ9zEkQBm5FFNe8Q52YNGvq/2ZVVUpzQoth9agK7G1CRZQjbrPbjz7zkaCLGZJhDEqYdp4RKOKHD5qdspXUaAMbLpCDYV5EW7ieUmim6RDEq4Ftkle4ztt1aA0USmGMgpU1Vz5SQQzTFBkNTHYVjNNdB0vVmCAvGVxAPQNYcn4o4D8TcBX/1THMWuAV3/SVeUj5IGfKj9b7/SVFsLuGq9Fy1XnpvO3g457wsr/n72/6Y3ryNKFUQ1EFiwqBV2VDmiJNiRCdou+r+yXrIHlrj72z3ANz4Coy4n/Agl0Ace/oOb+M3fagAQcDYSbri5AsAA3XOCbgGzYKDNxn68VEcmkbEkuS1Q1YyUj1sezVsTejB175c7MvR/PN8GtzwHie9aL66zn8+/g8ghvY+G4jmq2c/Hc+gRvtGHgW9h9JI7zyR0GonvKRcVCAopM8V71e2trvsV1kRkghF0J/+3KUgboU7PmnBodQlbpeBqmNlQwhBNDB6OpZZvGSwIFvRq5p5r00jVE3C3SjhpSsOhbqOCrTzWLYzQ5jMiM8yYtrk1VYILC1kYMvyYmWWVjROmbkqEVtJHVtQ1hiG+jFG8JQQhuw9BuNnW8Aw5kTfOxKA+P1vG9HbXvZc42RCJrhbwcKcsjKqK4YwQ3GSEAqAYvfhitKLIDD6jEG3qE5BoqfhFaK8RTSr4krVvjn54M8J4zvHew3jyec2Xb8We9KO9oPWuX3W5de0Nr+GXCru8oA+SCdA/rmq7aXcQbabCoKmkE+K1zB0jq7gWCYO/MedFxogxwWM/yPcB3sAC+065KIgHdYoZ6+w19NGPhv105MQPMWd1nak3AnJ1D0pVG0MzXUja0QygUBIIEhCiN2QZ1lVBsW6KVwUjfiWoZKQHQYoGFljL9rA6MIv3Mt4tk1Il1wNTQDu6GupFYVHLMYHRoWwFyNJM1CyQ9mOZuFBr5YxRj4L531ApQ6aLwVrW+3cjbi0+BzMhABpJBgBWkjUcKs+S0QWzbqAaPqhzQWpnpxYFJKcfBYDJaalngEHuSvKcVrSuo/DHISy9PuQa4PudlOr0FfryQAT6ZXeI7XOZwKckA76pxBsgVrCMGbJU/zNcfv3UdGWBZpjstqt1T8j1ArKkDguUilsTZzuMIu0gQ/7uVk64Bag5y4oU8P8eTM5s6XsjLYKXIli53beNQVxeQbGQSwHYgg9KtDis0NRCrHQRki22lEMBjH0yLUoTG0KnagWIf1cugkYw3Q5yHXVz5CiXJ+GMD6QOURSpvZwtFzYhZQDnJhEBrDwaNGtirtQ8lwugb0eNABDEViw61N4JnpVYN9aUVJyip0EQYXsZ+sVhy9gl5LIBaIZ5SaPsblkhlgD8F/HXKUzLA69f48cSj+eRhLu61a4C3L3Fp3OSlPJXrO0SeO7dFADLAW7lg91D6WzehVaxb/zZs3JOdrUsI0DG3+YGuo7brfSw3JwfXz03vzLceFiJp5E14/vbSp134b1eecg3Qs04nYc1Eky1iZUoSYT5UuQDbsGwo0g8v6aiqKDnfJzyFbgJnxmF8MPTDQhQLKSMqimAXH6tyGPpWZR01hahWh2BLCAUmgS1xbFzFV9kaNAGAYji2SVoHYmgdNScw0KQp+GEfbDbFdUDiaFcdt6hdCUa0DQyUCKy0NxrYJHU6aZqRUQS2TawdAD7IkarTeFK0ni+rUMXKDPCnvt3C64P6lPjYzd1eVnna9wDX+X5zlwuL3wJfm9c1wBu8ajefvFVbdZHAzXO/V4rYM0B+7Ms3tYiwzu+tzBeytIsTJYzrO4W5wbfAivp48p4xLHdg3oUeEdPvDSzJbNGJMsDHcwv/7cpSBpi0ItOuZimmtk7aOnd3ztRs0tlJk98qNr5xinEy4695FNI0Su6+ODZlkU6VIASJ08ErUzxAw/jipNHYx7gGCKPhg6KVKpUN3kAStWokFUBIO/bNMcle5KhJx6IzSpqGpqZxwdunOEkDS7A15VatOUPEc430QAZfVjRChxcZ+0qU0autw1LfhyLVSBWdw23uVqVSY7U9CmL0s2SA14n4G98CJ816eeWpvwS5tzWZ/Cs/j73MTzce9k+BZ3+ezP+8PyRdWAEnD5woPuzXAPG2dgur101+ocXcuBc2d33ZDpaJMIT8h6JenuspAi43775zaTK5yyCt31s3dyaTy1D99u+/Pzcr4b9dOfl7gO2ubZiIPld7dlLVJybnJVVsMOk1TxsRgcZIYHNUOCzImQHsUjdT7GgKiqZzREtSTcF9JWdQP5AkmOIcL2riGaJRAJnwJ5TwCCpbIhAgQZ3xT3yHUG+YKgWkXoMI2DqK4GA0XmxILsVgfPaQ6BdJeOtHdQYFWUHJFoMqNvfFAZS5+ZosijQwqNpyv0hS9756t/WCRHVOArKO2wrqg4wrqckKowBe4xZKeyo6EkC+8dXa8moejPmUa4C/dlnnx7r/uPIq9tyrLssZoCYepyFPzG0ehnKyBkkv0bMeJMN4+DRTpKZmNdv8fs3+xMXAnugkySRpIY5cBqHw6m3wBtuyFsttCEQJDlpb2axxmMjQYI3HVHofqwEczrZXVjQSCawJKbiUpIsr6z1lY+V1l4DEaRe/2BtkmsAg/KZja6NcB1iM1XAfk8H4eDweiLVw40saWi2srdxXQIIUuCq1pDjQkX/yAg1oDpu89TVYmby5w/Ck96uJnRwCRKbiYmXjAveU3O460j6shng9qV8Ev9Ty1AzwVy37k8mr+MTnn6osZ4CY4ZhvnHWcg559IZ3JYZXKJ+sgfOqevakrELuTyT5Rh7N7F1ZYzg9oM6t729P9vQPE2/s8c116BnGvJHZYvP0cJ0OLyiRNRQOlIbUDikBxcqkN5dEPx5ikU8VYAspNqvBECfzBj1CJg8prHHCEtiyUyq9WlAIRRNMCURVoG2cRwyfLUh5JB7JDlLDlIjGjjglR+2jG/+ZAaxhgAhiCP/xHxLs/GwOXIDG89WXugkzkiCaQBvL2QR2lAPJIEDR9SpBOWNXajz6UAOaHcrd+8gdzv1Z5Jc8E2Rm/EnNWXqwsZYBtxnG90Im5ztQ6IjxrNYE1cX3q5qwFt3lpom8kTeZ/ikJJ3lHNZYM16c9vH25eWJseHnGZWUOGBF1sOBrJqw95x88aS7UaZKEjRsw32/QUuFViYOtDN1YWtMgAp7Ovt4MEScFYgQcqYk/iFO/rtbISp2jg5WK0x6v1pRI02AiGTjbp2rHeBizh6oGzamoVSZHTERronYOhHiLwJZQA3kALnQKLqH9ASdpoNiU6dO/8uFCKBeEYyc4e+2+hSYVNXQGGXuuFLO/peR1NuVfCwsOCX1p5FRng9WtvDT/2OCsvVpY/BeZE9BnY8zCTUVN0zP2wBAgRmDCH08Pp0ea1+WTfZ/Iv3j4Q1nM9OE336Qzp4UdQ8JzvxUCE1ApHY3Cm8gtCiQmiq4Nqw7c7RFPJkS+aETxC9NIxA7RnsF9SEZWY9G6zJGM39x5IEz9FE1eg3FXl4vcM2OKLsM0jsNscBS/soH2Zglq4DmeIUz8waCCDHyI24cvsXvcBGFvoowJ38XsjBRMJgkouI5WuGRYQiafOjcyoTDZY8JpH6hEk0mXY1hgwNbmyjYtgrgFeVwLYbpdaTwh+qeUVXQM8K7+4nJAB6jxcM6+dlOvggIIsmz5Ji1Zns9XNncndyZ+05mGFWJPX7BHeCG9zyq+RWd1cWdk43Fw5QBa48gHyD5Q1Y1anFym9aeR5hNlG+yDpyd6/4D31t6vwX9uDcUbseR7dCjtTWDlcsf+3GuvscO9z+J2/z8uOeys/3lcfPyL26hUwH6+s2xG5J6N4OBgZVNMPqNJShwhczZnMSOkeVja5mq9OWw8X2MNq+VUPm0x3MWxEGDphPGzX1c/BY2uyzdht2rw7hCB8DYHKH/f3ruxB5L5C9sngbXTc1dyw7QT6MWcVdbWmTT9vBHbL5t6V77nTD7XbP0aKqt3mfzj/dWj0L/RbVmwJY/m/njUOghcx1rJZLBXwqsMzcKg0LekspVzpFbtXS8mYmiekgM72+AXAfq8YtsW/rPJqrgGelV9eTvoeoCYcKbNPZ+jSgSBxXlNLMsL14WxzMvnTATJAmfYvHFi/fR/5zMZ09YOV/aPV7Y8OZ3sbTA9h3LvJ5es+wNv3gf9QV8zQ7Qcr94+mH+xB4vVEHBDArn79MT0+Xt18G9rpITCHM2AA3oc/VgSEvbjCtCz+SrOOVq9+jIjf/Lh678LKPkTYpqsbOOi/5KqxvYelEI5HH9Bzew0ROJzVvQ9nRx9cIPP5dP+Hb7kYehlgj7poiAWNssDVwx56QKgLhmBNZQ9vQ7/GlO6ghoo0k37cKG7V0eo3H3PVxFa+v+IgRzxDAFJD8Ng3V37gkraNDbxwf/Xz+0fcrfcuZHS1Bdxu7RjtfG4PL8f+Zsp/ALbt/ZX79374GEsrMtMM8P6X2s8gemhobjwbyFGvf37U3RJFKGFKlIpziW2bNmmiLBrYeMJs/blby+ufFbeU+7UnJt16FW+CX8k1wLPyDyhLGaAmnc7XS6f0xVrzdPzkkXT0xc78i+mbkz/YdxPZCvIMGzfOMyOU7+Hs6w0kSweY/+c3cgkKmRUx9ymtTpU7Hk33Ni6uXMlgQFeZpz1AOrMHBtEOoAemEs3VKcKuwQFr04UDINgNe/sGzfSK/GjTKOA3++ZDtGsrmxpG1DUc+B5StTp9sPIIzOrRFSaW3CjgqOQguRswNnVUPRw5FCFcWBVw821oUHGjNVJupXcktgqyfDmAo6sbmz8gGrM0LOnuQ0OgEiI2QMFg4Ptq79ZDjO5BgtOH+/8bbqy7ouOHDoloGO3m228eru4j5eOeBAILITbOe1n720NzAKvoKEjMzWBNRPmBzJYom8mdRG+it5hSV7wEpQWr2vIK6JXOdfueNFEv+wsdZxng61pOyAB9GuakQ3v89Jw3KJql1TYjjsrJpU2kHPoUGLT5PZM8JB6rXAm/Rca1rwPn6D4Ox3v8EAR5FnK+C/eJJ+bH1aMvf4D0FVdOlI3ptt7buYe9O2C+WPnw3g+Mq/d2xKwxq2L3q1xLtlcOjtBTbBzx6lWkmXiDjMOeOZXeZNP2QFnPl287sgZH+lJXxFavfoi3hw+QfP5m5eDehXf5mTZ7PbxCHLK/j5BQYgsIhf+H6Ic9fM8e6Lc6++L7g0cc2QxbxPf7sB84oQWtfa8Gw1vVIvkFNyPjwjB5ZlF/fQg/IML03gp0yJ05mv915F3mgX2xcoAtUNDaeO4tED+ERg77Ebc1FnYxm/7pbQ6QW/z2KnYb9jO3zxsEAl5j9YC1pTA1MzaMlnJAXWrKcaqIfbqUOxjUBXNvmUyiAUo6IQFMuaWvgnTr9VdwR9Sza4Cva1n6z9Us1ed2JJ3INSP5V7N8PEGDoQ3S5htzrH+rnzADpJYrBJjD2fkfkap8izTDl/WVMW1ewFvhmTNAfky59y0yQPzpQwm8kfUQpqvrPzAlVPcEI5dR/sJLdlfUPTwesbdEm26uMKHJmgg3+gEOv/UfmBp9xeWJflfop/5m37yP9oo3yMNBAoVkk1GQNm1+75yLndhrE6GQiXHLoVMiqx6YhAHCXBHmBxoiAiopQ4Xt0kipox/c4YsWvhgzNdxi9KYsmL3tY69zCOhMIQ5n69x87oOr2F3vf2slqrWV3+lftcadV8vR6tEBt2dz5aItGu5snf+Z9b212gVYItcvMPNt/1P9s+mevIz/38EowZ1E2+3cQO+W45lgawtoP/+f3I9M4hgdCMc98X2tVr389k2JH9dC/hz4aYvlr1XOMsDXtSxlgJiIOkAz6z1RJfSTOpkyqyWB3Zy8QRkZ4BeG6qo/UqOLXPi2/9+z362s8UQPExI/5C1Hq4fMAHH8ccnbR/b2o74Gg+yH+U4RL9DpOiDAysCYvzAHWvNR9miF2Q1I0aD4ZqMuz8muNBNp2T66hBI2wLG+7l/4ENaLzMWQI767wreH2HguB3C6eicLOJIwdOj+EA7u2AN4x3m0v3eQa2KzvS9RAXiPSyy/4ogI6pDZ3cWV+4qE9BDv3+2hreSexOi+RFRsFTHajn2eGpgBfnSkPNlDwL5Unjc7VHjIPJ9wl/2Gifb+HpZbLIQI4A0k6V+l3YstsMX7/94PH6GfHz7aXOGuufj9fX7h5pub3G5/7GGYSP9brEEyxow/E1FoCERDrxhi6kgrTAzURNscQ7IzwZjV6ezwyVPf1Xqx6+vjz9w7/1cpZ9cAX9dy0jXAVZ20NSvTTv09Lp/N23VwEk/Pmbk4Ji9zMh+tfrLPhQeWe8yZMId5wWztX5BpbTMBev/B6pRX5fa2cYR+vXF49GAFB/wVpC/ArIJZQ8wNfZKr1QLJEQeBF7+at/n2NlMedh3MKt4mI+T7jxiNRwwcpu8zebvIi2qg892PA/uUo/jqTbjIDwkmM0AO7nD2we84AHrxEtr7/E7i3jY/3J0d8dIbt3ODC8oeP31FpsZ9oJFxjdnOOjP9gEnr3udIaTmM95HtfQPhfWzZNse88buZFivvyvOfeXS1PUdYKPlrZITHVm8wf7taY69kTxUTzYMP+KEJ5bfXsB/Q28YVbhfWcQ0OhO3hTmybPoVl83skhKzQpwfIhJAJdhYkL3Z0UYoWdaYBiaymgxFmY5Wc/PA4GcvWDgoJZZqRHNPs09a0W/n4w8tgVsmXfkusswzwdS1LGSCmnNOmdn4mYzl6VDw9FwAkFgYctaKjzF2kJmz0BZON6fbGFCvDysr2pq/KrX//8SqvtPG3YivnC3M4/YqSvuKCLItXrb71YPhpLt2n0319g0RhgYHJYRlNV/jOOyZs3o698tOFsFwKe4CAn6L9du8+It+c1eD4jpDfIUGso9UNqD6fHvJDXGWlzH+MQxilaOqgRsYUC30fYaGhCJZY9oD35Ssbewfp5B6/fuivvhy20flrPVihlMHpUh9XCg4B1nsX/hfGo6uf6gQZHwe6Mdtmugslk9Tagtp4kjb3/L4uTjaLvqH5xdtIAzNA7pLz/g930s5iumamPhmOBCqgRenlRCWDSYPKLwvlEKdBSXVghlBiDEiZnssl74CHBRLsy34LfHYN8HUtS/85nro1BTXtOI/BLp6ZOa81QVFZBY3BISnFxQFT2Qb+KgQMjnZHrR/DoqlrfqiTVMrCDwglgXS1DIcho1BmpbEJBUuLhiDQ00SynyJbQzg3YgoHoOjBz10dhQCEcveS0BF49slN07gVz0aKX28Qqb8c9nb1xjjSkcbjTmSnCg7n+TaZsbVbiIkDu2Armb1JSWcapvnXsImhj5873N7qAl2DFcnk4PQGRjuDKjlSRa0aV+yRLN1ZSdJo6CS1qDAOHaXUrjkGex06bKHIUxO7OvaAyYgyPU8oXuyGJQ9sVsWXVm688ddwZ+X1KjtL1wB1hHjWodFSl7kuETyyniJjsHbZIS4dP0iR/e3caEiSFzSd7CGjmm9u4rDQASmrTR6QcIwmR0kwZgj69LjII8o6DwTkeOSrbewMYjpfbBQ84xLULNJFDyIwUNmOKk3C4uk9V0NARdTqN7yy2UJmC8C4McnYttNkqNUVtfcP3o2M6FtxGN9G1s68VNV/NWMQSZFtEt+Jymw7iLH5FzEuakaOKCeGXudsEkFkC5WY2nUyqsn0XC55VMixt8gv+T3w1uReuLPyepXJTpgqmfaczpyI4DQJ26m6DisxeFGpI0JyIE4Uki2wdVTHiD+4SjbLFkv6KkkavfjVPeplBtngY9ND6VgI1DsUL+eZI14kaZFa1gPeIPr0pjTKvMKKkEJ9oyyuwSy0HSDiRS+PN2bU6u7qhheiGr2aiKNKjQJl9GCAi9Qzd39de4E8Zo+4KWsf9B6G4Ye8BQUQA1WAGkoQndwLCYLaQGp/kAoih9pDNpoVtIaG/jI9l0uu941vesG/5Azw7l/eCXdWXquyPv8sXBWecD0FBxrO1ZCqCVtTNkITi0rtsGCGaBFal5z2PoDa2T8aCDiKy0VmHT0Ck2gRGVoZDQ16O5tYhLTY5qrVQj5aO1FQ1tP0Cl0YdkEmAOrLJLKqj7V8zXQQd09MUSmO4mm9L5MMbZO9x0xlpAFi8VYsjHrUE9pEOymS8H1UWIiikYg67qGKBqpeiHLd/UBuULG11oY0Bnfuea4BvoKLgO/8v26GOyuvVXlzcvwfp0ko4uzP0gPSLMyx6rMyz+LMALqO4Ih0t7YOIhlUQehqe9nBGh0v1rTpL6rDr1vTFC4xoA1MIiq/9xScymwNmqggKNoQUu7W2BWcWYLxV0SEgfaJ2h5NL6VtVjXRBN2iQp5ovWVoozJR4bNBYAEJMLAd4gaVrGyzF6JiFewiRaHGS9JxgokvBFBIqSqk9ok7siUO2CGooeuDJ1GXeAxSLUyZnssld4EZV7xjb4dfQpn95fg7qbPyWpS3/nL8jjqckJpxjXJmbifr0nFq6w8C5qr1QkjBY0WzX450IDXv+JFTJYNpQUWkSaJdm4IimrELHnJdamkiXjRG25kMkVvig9XxeIT20KWnSH1tYlS+lCdUY0D07RgFQIW1OHbpFqKToAhni809MLPJshNrT4Vhb1J6qzuHf4b4xf0HRRP7mCpcHNpoG19GkbrsIOvC0CNSXNxfOdCOkaGC2gLUrh25xz3K9FwuWfle/qK3UC7/5ezWfK9h2X9j6cSlaYeJV6dhk1jORjKZlTzFiwFxuRvgxiaUJzv/aAgK01uwmDPbYQxX+UFcqC3PeqUyFXaU2jW9OrqidQcVA4JUzdOMx0YLWDZa+arnsntQ+oy4U4WEtmA9wUqbOAnWYnZG3eoFD6lj40hLxcjNhNCuG2kvmiAVC53xpehy9RqtgnQOdbEZAfDcuc3B5vyjBYyaWjHSh7MUoDoImtSUEFCP1wAX17rhhyAo/MGcbpM1ZoQvoeBIesk9npVfXp589sbStducsjnnfKCZZ5tZ6vnppk1kmdzKEiRfMvkgoSmegkblBYqpkZnWVWJIYHhI4SqzUQjpSOQUu2KWqDDNHRQQNKEORAWELQUH2U5Nj5JPo6ly+B6vs1SXd0jjpCcF8tSBizUdpDOCJCeO+MGQRq6mKPs/TBLd5ci/8LJKBlFmF9JnDPIUV0qHstT+z0MYcFQKRe+o2yBAhUTbFk/1RAVMNbZ0L9dMTy5vCx9w6FlwKFoVsfyp1Sr4csvNv2y94iT0rDx3ufPG8Y9A+EVozzlR1jdMSM90/EVfM9RK4ZTm1NzNeV1qkELVsWVFojeNtMXAsGTEsaI2Ng2rFG0QGUIGDuJQ5AihXDkW+1hgBTfboC2KySsA7JKbh6BtjFC5xjImANnqoxzM2ad4U1t3gBHjPTn4axBs03M6IxMAKKztqiizSiQ09jHO8IGlTUIzhVFI8mjR1B4e9nR6VXBps0cby1kQADj3lXEMu8M6B0hFVaYny+K9DrLscM3jr0LQtlvlv8xy67OdOy/5o+ez8gvL2l92/kfYXjQrccbFq6YnCVzOxjxBe+5a4Rk9HoU8g6uNhWRDUHL0seAkr53/48NJbxDVatNbHMMmVEiu6YpB7AZFDBwUlIaULhLkFguqhbAOZGSaOpBlAmjEk7AFtlqSE/8ItIN5g2jHvqFNUCLExD9eGISiNV2qMPQ1iq7gI8regxllhn9gIVsbg20xdId0bSHqPkaTese/r8sK7RGRrANZAi/ROjSBsRUGlbwzPVEWl5m6SQzWvFt8OIjXvldwW+i/7vzX1kvv9Kz8gnLnjTdOeKgepqGPQs1ITGWdhv2FtWi8vJXGYALtJIAYWWjoYNsLIa6Aghps2U1Q1SVeUjsMJdWL1BR04x8UhPKvxiic4qsnH8nqzf0KolbdxaHsPMAFCxQ1rRYUwGYL7q7SOf3RSGWoJYAxeQze+hqJgahsAimvYofdXpjoFjtplf5p6MOahll0YAQy6mrYM2AoC2QFkHU52O6YL5E71SYpgEexqvVOUchkIAKOeHlkerI8PQN8eItGaPx6uWX9s53P/qFPqTwrv2bZ/2xn54/hx5Ip5/TBc08JgLVmUHvq25azt5hYY+9440oRvIN2GkKFoLQKTBqScoLEMsGoHsbczFS4kg0ZBmhO1eCmrqmpPjQ2trRWh1IVwhsqZRtG6d2nLInr4Bk1I1JBu2FhWCmEXCyg6YtWX09tl4rDi87wMrgBSTMEqdGNeA3H/zPQ2LAqTNb/8qOV0SJnPw0AvOjH3QCmBqmuQAWM2mD6ZHqiLGaAlXRhvdOdoXkzrIfAvPT1Dzngpzs7Wwd+nPlZOc3lyezgz/+/nc+W3/+i1Mn5JMKMNBNMZqmPKzJWN3tRwWu+UyWm4fxjgESUHLUaHZYyldEHuCDUaT2w0SA7gmtMeasSVR82QIqiVMaXimlNcq7mk8t9YOPMqjkOixSGpVogW9VCllQqbQwZ2Qm3kZ5oavfTi1C80FhTY64WRLap03lBOfbBEZWRDSWpvOwhkt40xjRJPcgm6gKMWTixLXwAHkWCNCOaTM/l4pXuyUMwYLn+6c5ZL/+mqChXPvt4Z2fns892Pt757Mb2Zyjbn33+2edvfb5F+uDzTz/43x98+sGn73+6oXJn486HoDsffnUHtPbV2traf659tPbRwUcHB+8evKty5d39d/f//cG+yh/3//je/nt/fO+9db7W37u9/n/fXr/dyuzW7elff3trdosvl+t8mXiBgJcGeInUf3y1E4VFvcoeAgvPCpNXL+qO/d6+NfttRuKCoXGA793WYDHm9967xw0A/dEbtL//79i4B//+f65gQ1245QcH2AXYESDsEe6Yr9b+58Wv7nz5P7/E3iJh36V8uoH9yb2KfYs9vPUv2tcg7nnsf5ftnc92tvG/UUHuh+ogG36sYJLytOtDDVzNyNZSn7SAZrbSGgCmWplU+cDI0rBoYSM1OYIQWh7Wd+DgKnwnpVKt6WQ/Veol3iH0NgqKatzg7bY2PYdlbWlXyV026i2DxFtDQXbwcpZvBYxHdC08wyUW00xxFjsJWkMqak4h8paXoJZKkJuA7inji5kqBbDWMeOjplfxMF4IRxAbjakhNTyysLoum5SZnkvF94N+yOzPRy2WQhzFL/u3cFX+r7Wtzz7OQffZZ5/zSNz6/M//+3OvfJ9++gEP2JsbOIC58PFY/upLHd840LX4Ye1DyWKAlWH//+zzhcXvj3/k0seVRK//cV8rTMpvZ1yIpn/Fn1YlLFVVsFe4yj3kbwbxep7UmFieVewcEfTkYWKzqD/1m2V3duu3s9uzDEyFKyFWQRduATcEm4PCTdP2/Z99bCyWwX/Ptms/YCH86D8/+s//xCrodfDiV1/xbPHl/+T+42LolRA7FfsWf1oKP8frX7Y+xa7Hzgdtf45/Rf4lH2MtxGp456lPFNV048zkocFJyPNwDpo6djx1KxuyNLBpBNVkjhLckBUlK6Ci4tpR3RZlFPWVPvGxtGpcOQJLjKahXRpJDhqBYkwZTQk1LL6dgynYheEJbVh3PAagUV2Ao6KtfpETUk1CFCJ9UdtkgmyQ2g6xyh2Vd7V11hYPRzkIJniaxYo4VBSLoJbWfXGDFK9MNjSQ/mEanLUOqw2DK2rz1rEOALpOEmPI9FwqfhrmkyfKaHhoIgMkI/GfpnijfroAwXf/p6I88+knG/bM+LGMTi8U4MSiuTieozWfSQsn+3ZELsxZm8uhn/tzOucJXgaCoRHCngO0JFTW9jikhYClDFBEYZTLATUMHpx4qJo/BK0YMsrberVeUUYiQv10GfXQr4wlNAo6REV3sLJEjVmv2qtVgcSxa/A1gozJeMOEEpfxSWhMH02XzMUPsjjV/srjMsV3HL+GJL37UaR0IIqKFEQBQxJbJWCm51JxQsNbwpDT3aCZrpyapeCs/GR58vQ7fT9PeXLrHxMHRSfczE7Mz8xIn4XFeMpL7sg6Gq0gSkj6tyM0mGCpUcTx+pDIkmS1LcBJpG7Ko2PJsgs2S0YQWMlS22p1VqLBS+QmqYwRqqUe2ESzxqDWAQTLhWiWRcYRWClG23EByJEaGCmQFgM0iShzJIO1pLbhBzg4ST9Szx7pA1B/Ra7uazRaKh0oFlPZq1+brPCuJd5bl41n90Zmei4VZYB4R4aDwCsgClRYCcmdldNdnvztb/+gFfAfdr7jNOTEQ5OzL2ZgLTKySGOQtTl9x2izqBQAhAPJ4rRinOQ+OqTEMSoIKqiEt6m9DAdjVytYd6qrZlDLrvDpqlU44vpRWZtjg8cCUpCSyHT8SEzXClL3lWmU9SZIK6uhpvSoiWYEqcYgynbDqWm21q8cXFspPvDQEDHIaugJbIs28mpNJaG1Y0naMXRSRLvCwLqE+i/HOzpW+ijduzYYVRqdFJmeiyV5H87/qPUWmL+M0yJI/Vk57eVvT0DhT0nhnBzOzyBMP7Vdq8WmxLbycJ5axQn7FOrrlCc2/1qMBDcyn8OIolJ81Oyi2UjdXzHdxOhByRtERkdVxfRaRZf2iiWBHBdU+iGco8VOKok2qxZ2j4wxKYDcF9fLrACDg9mFAXiNIQc7G3sRzD/B7FnuxTSl1Q5iVYsOg2zpqaV4nWQ9Ts1GM//SAQX6G+LIpETF3ocgTSJYvdDlU98Ce7VjAsjPgZEQ+jr/2fr3WpRTuAB6utUc5Qk9U5BTspmg9WztOFIh6FbaqjqqXbkDxW6JnJjo0Ajr7EoWEXQKw6prcUCFocFks9khQpmccjQV/dU6dn1cAD1lctLHwxhK7lcyK0l9FA0JgjqNhlsukDAU88eCESWNQ1pVDYh6bUtJ9gdvheqY1KSLHgHeCyr5k7R3pMNaRFn94gVeblI1QycqyNBfihaokfFQBmqVXoVlYx0p03OpYKXTR8C6DAipPvvgpyFn5bSXJ1gAw56WkjP0kPm4Gc7HPBwybStVoIPbImPJ5OjsAIcgyWQdNEMXBSezqONfHBW9AewgjUUaKDNy6QNqMjX+E7YoSCPQTZq+U8ZBoeqbX8ogh46kZiVck5rGXDQgqxpm6EC6GNCorwEihvzABAoiJEBy1MkaahZTedXOIYc/KbVni4JFo+AeUyVxalD5JbB4jtVBKaihc6iQbH/iGuD1c0/4czjfFvAW3wJrFfSnw2flrDxn0dzjuT/zjydgV5qU/djBuTmcWs5SnawFbrQgDGf0QqFJAM50a2MyybCsHujYSBqsHTtltIA4C4oQXdFQHTOJBsM7WKL5KNPIUGKBJHQ9uEUnhC8BlccQk0hB4aSKGg6PenOd4tC27piWDQO02IqjmBFslD/rAhZTss58jB1RDkmlpTHLeNkDPSlV7X6sW4wtVQ0EHVuEAn+ZnouF73md+nnBk6zCxNDcWTkrz1M0E0V18GQW6ozNZwbnTJ7pHivtjcWU1SkdtaM4xYIYs+Iq8mIEoXS8sFUYWQoaxFgB1sQidxeKXXGESyNtN5UclcWmF8REORFoRAulUIXzaAWgyKDWV8fSoIVOBvlLQyAP/vg08NBDFhjufwOstpa4dCbPsqGRllxjCmChc1BjqMIY0fDcgCjTCxtjulom24XhfyBdkaTsoiyRW7QoJEIJPtNzqfAWMFz09HRgMGnwd5YCnpUXKO30jPNvTswkzVoQGWlU51wtu2e8xMFPlS/1OQD8wgiVCd8PF+kqQIMlD1ENHThr5KLQ6RVVdJXVCFg6iqyM9EaUQAIqisKXBUxyw4SxNtlNhwZfG2RpCCOKcVEJih5uaYkIC4E1UFDKk9bi1fSAVLcg8NR+XbCKy863tii9DKNx1zFzcD0fXaCes3nDDaIkFTTeLYaDgVUKUoUrRk14mDM9l4tvB6M0EJV/GILihZD1WTkrz1E8Pev4zYmbYm98TA5zucw0NAwo6gBTCdASAjBSWFfQMuagg1oNV0RDQDqwRhL0uCyvkbqZNTQWaDqGNMmcTguijdCwRp22jpGgEN4siUKPLmMnB2pWI9i0wEZZQgXJQnj/l4hqaDJeejz0wrov8tKQnHnawEbIkgmWphPHlhUtFieFdnT3NVzpMgJCnL4OWllKsEdxZbP26Rlgy/3EqK1175/s5yBn5WWUPu/I6Xzs6dlPzBA8L6U3q3N1l3Iej0+OS+UHpbYmM3zhUwjBGCHdi6wKQLUA4Y2p7lqvjekmulDCYQxW4RMjtaBBi5Fa42bdpIJLCNQkg432iSkdqy531w3uF4mW6mzJUNFMhBgxoEWFUVNKEbpkjZd8NE7HMRfcgs1RyNjIT08YQSzUVmoohSYjLSXwlspoV1QRwfRtrh61j6DN9Dyh4K3urbb2De97mQ+epYBn5TkL56EnYTvUPCVNmqg6mUPKpb0FQzU6TpI+FJ6TmYxAfaEAxWkIgBe6p7GpOtneJMWAQuAsqu4nGh5C9KkLaLQDxAMMRkW5uLKegdnOQ48bYKQquoqrbVhb2cQIg7CTWCLUwMWDO5xtr7ADkyGFrOEAsZkeWQ19CREU6nIjQcPWHvxr8bPfxHLPi1On9Cm9WlONmbETKA5SSVRTA57ubYDpIaASPKC4DhpSRZSaAnUUtCPGHTwAsZczPZfLrXN/032gtQT+TQtevgGT3weflbPyHAVTT+fk4fgRQUlTZrEUXLd08tYpn/Tm7vy7+WR3PvkTIavTexdWVNYSBBSkTu6djSU6vKhJg/jSVmt+gVb3Pl/UNWAF508N1ErBCA1i2Fcr1CT7NAQkuNj4tlWCtLZyH11vAwFLtol/TRJp73zwrQRHdbjGW/7gRzVw1PmAjs0qkj/sCp2G/TWY+mqexfZ+1CVkjFjmIMIIUiruCPODMmLhZqvf3IEXHblWeRgMdrj3OaHaD+gu7hIUApVDOFbFAzmCSWz3zfQ8ody6/uRv/tbf4oL3EOqzBPCsPGfpkxITUCdhnZE1ESUOZ3ZC+EeB83/z0mQyB00mV+g+Xd3cw9LX8aEW1V46fgAOLk0REWxKWrRDIGB6FauQWWRlVMbYaE3rmzMlddpt3jhmc2i9+rV+HJA9UEYra4Wmz+zr7RYYRBM3iQSQR4/66po+QtWRjz9hHaXEqwcKM7gmXbUECCOp1p4P9VG5r6wcJrHUa+sq+Dfb2heD1+L/tAnlILCGNDwIGnT1fRrIug10urctz6Cogg9qSo5Z2yOVNIqLVtGlMUHWEJXinVSuP3l4C+uf3gAvJHxnnwKflRcoPOdy3ulgIzdMRyqQGtAEyZA2TUVImY42rzEDlHjvwpqnt7CqS2QE+5hPHAtsQGiaJZ3ygE8YWuPpfEX8l987C6NGCqJXZ1+u3KfA8Sq01RkO6eL391unpDY6LJ1mGpQINV5V+4JnvW2jx+r0i7398CEAUPcBHN3b29eA5RhXNMAllhsQGRnlnAUmWy9QkM0BxFy1SbMpbcJHox+vdbxMMTpiNN44atAcre7d7BBTWFXECU0lGCkrdhFs5d6RlX6OOyTTc6n4e4Be+Rbf8C5KZ+WsPFPBXMtqhsk3nO79E/cl0koUBFg4be5M7k72rUIGSCWZK34nvI3myubba6tT2Da/X9tbOc/rbysrP+ItE40PFPZwRrzSOgdeo4hBfMAWy8UP+2AQxfFWVjZ0lW3lAXHUs/12dba594CyxBWOBaPZ5DhQbe4xxpvQsa+PkTmql/PwWtG4FDuej1BvI8fde4B39VzV7bPOrqHVaLAn9oje16hFHu70S6o3tZ+ufg4W2+ytPr/KkeytfHuHCOSfckA/2jP7e79DwG32jbFrj2D47gxbwgB8/+1Ru0PsaLpob2e3oTNvxOYFBP3xHkfs3uHsXe7lkE6f18i2ay/MvA3ev4+0w+t/9M2/0MT9hb2IIQtyZfPCygb/4d+jSwTzEPLvMcIL9zi3xGexa+r0QvqJt8D8CUi91T17x3tWfmnhJByTAdZZ2rTaeToG0WQTlZuTyZ8OJshmKO3/8BG8sJDeu/AxV4PVr7Q6bK4cTFeRHW6+vbKPQ++DlfvTow/2Vr9coZvDTLfvH927sFHSBysPcLB+tPrBBfS5tz3dv/AjXFaQ2TzQ6PY+xCIDlscbj2aYZofvr9z/zQ/fclFZP6TaeQvGcsDc9KPfrPzIBZULCFfmt1fpNV3dWLl/78L3+9MjxV6dfiXP7fvT/b2N6W++/3GKFeE+Oo7PjNoV9nLh/ir41e1terEnDBvDXf0Gi8oX3GLup9WvsSNWr37LTbqP7i+gM+wEDgiIQ+yF2ere59g+KI82V77narSNLr9fXf18XXvk3gU6ozPvkzVuAkftf8ZvyoXbwT00O9xYWXcae2+PQY9Wr70siNQAAOH8SURBVG5MsalyzjbiBUoHFfjeD4RzG6YY0hH+O9gs/4/ichWbfe/C54f39j46Wt18++AiHbGd39yBmv/wC/exszQE/+cRRIjep+aQ/poi06omm3bk0ckZIJM8ftThL/8tvgN+Zavh/trNjS3egV13INY98Xlb4n8B8V7FpA3fE//Ohu4JzTu9X/yfa7wn/n+u1S3xF++J/+DfedNk3hNfd5Tn7eV1Z+Xb7423xP/tX387443ph1vi+wb2Jv5k0OTPx7G78KrdJInXUsvYar7gW8SX/lpRh7wbPweQsbD4RtC31/9vjVWj5o2gF+6Jzy17d//K0j3xPzrQHfE/4i7hzaC/uvjVna/6LfFv9pviY296r37wwf/+4PM/t1vivzXcEh//DPxH+LyCnc8+/fTNK4szZaHw2MUkxLxT6qUTMqdhTU6erWtiWiNeHpyrO5N7s0/m/x/rN3/ACV9pDlLBo33mU4/gtf42M4a319bfvrl6tLq+BwlHzQaORnegd0tHh7ON8+jLcZjOYEXgNcXpA2QZiLe6z4Tviq6UfbOBZewBoWv8sNWZ5+zrDTCr6PcB1LrEh6FzLFiDf0AGiJztysqVQy5bWDjX7XV4FV5IKLFoMDbWwXU4clwYjiD7SISIgM/m7PD8xuHm3sHq0YOVB3hNGYgjIgk9vYJDX1tMml7dwH57wHQMyzC3Gp1xmzWa9QsHcHiw8ghKjvTCweHs3tsIAit28GoNgZvETjEudsLma2wEtm7z7Te50iGWt5DjxvZpIxBUbyq/Zs6K/Yf3wmsYm7aOOO3yH/3/wEgBx4JtJLYMuwMw/49gZv014mG7kfOxv721r7BjOBGuIgPEeo6d+7uM7ir+ubT5/18B2KUcqJLSYhhNtJpsmZ7LBYdnrvadhvxv/+YO74iv4w4HIA5EvD7Y8tNA3uc92z/d+PBT3RFfax8fBvLVRd7tnffE5+LH4pXg3999sP/vvl98vyP+/6U74r+3fv/2fS8xLLPbvCP+9NZvsyJhgaqCvcL9wlME/sg+x24KHC+dYsTyi5f6cxmWwuktDuC3fDLI+HAQjhMD1c3w2x3xsSm8If4fuRD+nz/yfvj4+z9cB1OwD7gn+JAAr4LcRai/+pK3xP/wf7aFEDtz4452rG6Kr+eDfP7p1uef/2/ueq6E21u8H37uic+Hg2Ah/P1Tb4mPiddPxTVT0eLg0GFBTREtPpfbZXb4xXyyebT65uQ39kZWANh0iszifyFHWDnAWy4ezitQw4Y0DCi+4WK5g7dXPFpIOFD5bvLH2aEODh6n/FT5kVq432Nq6XjsYfXqTeQs8v6SGYfe8qFs3Lvw7uFsH+sIUqAMGmkpFhPkn/d+8Ci4QE1nF79fr4FsaHwMiMbJE3IgGH6c3YMv+8dAEOri2/cPV/fuTPe/P9DWcXhIctiTdghkcOge248ciWFW977EcDdXPqwh3sEwtOfY2aOVB9hybd/BEbMrZlZc+3gxVUP4lv1gaVypdKtvK1cO7/EvWO1zQSoTr4yiC+wMYPY+hNMDbCB4bCOjII1m6gnst0jy/Bb3N9iqGbbhAd6bgvf+xXvY+h8xEJr9Hz5E9or+fggEA/0Q6TLXRI7SZYP/XAR1bcLLkTiBooOofRdLp0zPKjmF85Bs3/1bOK07KXzJ5X98+vHOZ7//z/31v0bxc+XnPqiRXY95+hkkzD8X63SWlz7qW++tv/PpZzt/2XrKEojJ5snnKVlnYs7L0plkgJq8HbA07Ey+gPxJfQq8vrJGF+QRTOGYTEzX31aqpYzBiR1SC0UDu7m3wqOSUffwRu/9bzEWmghhoCs6NpnbIH86wmqEPOUCM66v30cI5JubzHUU0p8NrH/PfoHjpwDaFuVaqmoUSALVhd+lwYuXJ/mpLhPYdRowpPM/Iv3y6kOfByu/mx0e8aszs/O84IVIXBuZF27rMpoCXVl5hNHDurr5/UWrpoBThYyIvXJrnBwqBlImhEUCh/SYGeAPvFaaDNDvmz/W8LkLkG5xg7z7tANJCuMMew9vcNkHVhdsBBJg7gyKSpf3uYHc1gsrzAHBHp5HB0gxsThqT+m/s6rTg3ju3/VD9KBPlIFA8ktT7cm316Y0rjKtdc4O1TC6dbhzc3ixtWd2mUOwq1NVGJiakD5hz/Q8VvSgs6x1vinCqywHeIP1n698FGfl58uTg62dv6xFWCw4/dbsdM5i0hLoKavpK1VIRxIVm5OJwJ/MkQYSo/UCaCYEOFSYu0xX8RaT2c7+Dx/ZrPwhhOTBuaaO0O1vdSQc4Sg8YAdIiZhhvLvyQEyi853aVeYiOPI+PPpyT98/5DtG0G8IQSLla4BQYFDoWNcAPQocvkhPlDlCAfPRKjOoGg6Sp711ft67j4zwPELJB7krfS5+zwyQl+WghdMqP3E5n3QYpK1WDmUOxE9O+XGDt4CULBlZJFYM5LTTVSSOiEid9tr33IQfDrhHjraRhBKz/zbSzY/0zA1uBpcN9+qhQIVB/S+9zaZ+9uXefV2I1I0c9+5gAGtO6bFPsAHy/TK7/Hf8OAeyx+xxYhuwN7Sr5cB9o0xPJnWK7eAOJgT5OEbJob1Lk3piF7RNV7/+kB2L2ipIPWUxIDGZaMZkeh4rt3j9z0nE8J2/n7jC82uWOzs7d86Wv9ekPDnY+cvvT5oomYI+E4M4CfFXYhHsgigvlAqozcuErx4d/AktlcxWBMdRjGOJl8SQG2xMr24fzt5fuSjz0fR95nVrtB3e/2HDHT5YeTRd+8DJAo6BbV562ng022D2sfc5A88O13UZDYcVcw52wytnOLQxqg0mHmvIvPA2l+nL0QO89dJIQHvbR7MPVt70lTIMYYNJDiN/gF6OvlqjkoPB8rC3QU9ddlzlcGDhFtAHY34fPkp3KtI28iQdzkhauFcIWL26nR1Bzezr/y+kt7e51egVWy0TdcjaMG7kr1e3j7wSOi6TXeRSGMLh2r9gCHoXjhFucxs3riDQo+nqGpDcV3ZhyM3v34RJu4G7M078B32jj8yvrE4/VT699yGVylen6IDvcpE4bvA6K2Nql1/Vlx2xO1Dr2iBp9g213JvfaI96yDBWUswdnyEQz73JC8BxJ7FfMhy6KdOKTdNxGJmeVbLQXOcbYC+AviGgyyt5N3jzLzv/HvasvAbljzfe+H3YsXC2aW5q2g1TUPM052abLTTG9koHRfv6EGRlBW/plJi8y0tC55ktrKzcfHsNaQKvPR3pQtEDXc06X29+oNuYbedYOfR3Me4dYc1ZWfl8yne/ONhWkBatrHw7xQF6BwkMvXX970d/RQSZF3rAcchDE2a8odaW8Pcp6B2LsnIuB/8YR74vRz5gcootoYA3hcj+Vvi+UMPRdUPmelgs4XPh/iqO9inyTOSFSJX4JQ+AnbRwd2xA3oaIbrxbVvc+lqpvtVI/fg8QTbaTH2NQifRJn2hoU7VHphiCVzckc9knHNvKyhX16ct/zo85yvQxO8Lmn+eFWIL27mCf2pn281pyMFhuIzpI4E0lccB7G7w7tF+xe7F7kEp+/T8h8V/0hf6f/m8gFjJDJYXMIX2N8oEGyeuLurBrfyx76pcvCtoAG7GvihU95UMQ/dw37LDovZI07N2dnffCnpXXovz1s7/cCTsUT7hOOjpQYTJmsaOs2dlIBpKMNicH0rszim5IypFm/DquNAgtL13pgSoxQLA1Tl9DZGQEwlFMYE9Li/Vvk0HKP1kJL57dBsDfaqBzafXbDQb2YBSpfeWRELnDqnjpgBjhxHMbCIYkL34ea4qBXAv5NVNcmRd60D7jXgNPpR4qpA4o1DPW9Fc6YAGjAa0ByCFpxVgULEg13Cj9X8BTVNcKCisN6VcQqbOx7j/7WJXVVCCiVRTwl3jQEQUjx0JrG4q8hFMIYBxKMochICm/iiltpuexwi9t+C3vwndgXsEKuP6XnSthz8prUtZ33lj+n3k26lDhNMR53rNTl4s4PT0vYYyaS52BSi/qnE0i0v6a3z7Tuzk6XM2DwxBTs758A7JTKR2lOLVUEBe8RojawzPRRDzVvCYJnc3UuyOJRFIgURulSFr+Kk3LriVGCQ5a7iIIbPBmnDkYbO1lAiCi0i+R4h/xOl6D4VyQHW4V+TIVES8AYdTUsBrRV0G66LEWo3bodSD5lk39KFKR1H1IHkQnqYa+ugUG77NAQlmdR1IA1M3VwTI9F8qt6+2BOuNtYM69isfsfPrGCdnEWTnd5eCNnaXLgJxvbeZlxrcsSpp+TFq/wAgyKODVw1lG44pyjENDX6+p4ujicMGUYVgZqge5p5ELyCFwOFkO0tsQDPDBlZMiWgSjjDEGm8xYbtF4AYxv93SxUdoaxlG+8cG/8/rWH9U9qONRm8jyBdc6KbLFJDkV9Wnck0SQFS3K6G9F6RoDbWxF3XusiEZ8N2XWP653MkBJsWV0pWVrSWCMNgaSuwNlei4WzF5lf0wA+VlwPg55BdcA9/+y80ouPJ6VX1S23ngnXCuYdZ5xOXjYUsBZ2C/OSstD0xcWTOhYOluuvRXF3hVFWq2OqRvUiSaodSCxwTl+4QzrnI9HNLAGQCYWSbGSZDBjSPMz2aWBOQix9Q7PzjLWiGTJO+VoXCEOVIWTzsYA1XOL14lIQNKdG+hQSWE7qlxQG8kBGkMkqdlHQgzUzbwApMAe1BVkiGXSqAdoKP++OB63eiexRcVuC5npOZTrugsgC3+voOIvxDz8xz0l+5nL7994M9xZeY3KH/+yE64VzDhOcJ2MVeUU7JmoGdlyOryIKRVgUpva+5/mzNN7KRm1CXSVoqLFpzmq6bwJwjJ1M3tzWG2FcglYW/zOBDKQTCBiKjksHWgRLJPZ2OnQdkltM53IcD2VB//kVYhssL2cS9lqVESNJRZr4UEm64VJFttA8fLI8hp06TZa7ynn3dJMW/acEEKXEQQF6xLFGnRcQ7b+B7LGieYIthEii7QQMj0XCpa9J/zBFn+RMOZfT156Mnbrjb+EOyuvVbnxxnq4Kjzb6lDirNPU85k6FKMWv0rFLMGKuhu9GtB3BC6EMyMdazhZTwf5sJWmSCjHLxUYpUpNxaVDcieqXS9SG0CGhdYboIjVhaykHjiuqAIamgAWxlQxIDJFFAujVoSCdE+Q2Oon2mymAfg/tHSLoaARC5h1hJAhLfOElc4D4DI5DDeN41AAE3x5wNAHD61GaEVDZgZ41M0NEbwY9i48MGLxh00IOraTFkAmgPrrGaAXvlt1R9SXV668sRXurLxW5c2lD4I1U0HtsW8knu45Uz0Zm9ranLlRZbEyF6s0QrWcgjE03dkmrl8EUTkCFIBkuxnxbANrKrkkgOyyBd0ZqMm6KbfBPtAYkqQuZZB/Rhyg1YnQAtX1yrjKId1VW14KMvq3tCt+UcsEbmHkUePPGBtRewDovnzl42GY3MlAORPI1nuHpUKYsedxKogdm8AhKBwpQEsSOiFs6xCjJyTTcyhY9vBeV9cAj/8IRHcHfJnl5l+WriWdldehrM8vh6vSZ2E7A3eSnrOVZ+nj+mrVHJvTDS8JzEIA6sqWfgd/HjRSkpcNTLVFlqKsyLY5ryAECYrUkP0i9fQxOsfW6hGQDtsYnZookvzk27i29cCoPbYfSEx+FFahBXCnHjcrc+4gQAppgJEln7ADK0ScFtY19RZGRoSOnFHKyVslJSQhqB63S/2kB1uIl8Fd0yZRIAICoqStjHMh7BKiJG+TdOEZ9YRrgL4AqKXvWMLnn/+/1PL4L0/9cf1ZOc3l+vxGuCo+JVfFuSdGClMOKXKqAl3AdKJv4UF7vKkfGKkUHFSHBrFqK1e0mU1fCPqKYjmYojqMqu3HUewFlBJSzCZJPUjcywN/cW/2joSlC727ZF20WpbJjtAE7atsiwc+EZKbczhFoCJAy2LYVh/WtJF0cjjH6UB2X1xTdUYtiTrIoHYtTzNCJxfZSYYAgKo5SyU78U0dhI2MKQx5w4XK9ByKn/+hXO9Ywue88GWWzyZPv13NWTnN5S+TMFU0E70QeBJnbqLOWbryEx9/sqQCKY+Q/dg5nXS0uvrN57rHcqmGsHRH49DVpcKQjDOyRbZb1wRbJJU7IiBqyQGkkUoECY1MaLtBSDRwl0scR1YxpRkqr2wIkI1JuDQ19MpJR4rohlixdpOKdbmNYCLYT9ccbxyOETwMUtTZUlIDg/GLVeCkGgExkC1IjlgmtjH530XSP4bRI5viRDAlacxmevYy/PTj2KM/njx56fdF2Jm/7CX3rPxjyo15mCqZip6IPP+aM28iALKBxygwcpnr1qBiyx8yzHLHPCYSPtmbwjqudY0JwSXdCG4+GHGKgWoI2yOiEicYlT7AjNEVSmdPRjcqlTxKoQiWioubNisc30iCz7jAq44Ac7REqCkjKikrTMicVQVKZ2Vp2bRJYDYKC0gPxghihEhVDNQ1rLZKyr+cgLK2nMiUiAiQqyvJNjVfwyT5A1+5GA0q155jTpcWGN6nkw3+jn3t5eHLfwu8+0aYs/Kald2lDFCnaiYlmnl9Otb0XsgCfGKvl9KHsrCqe5N8kTvT7/Nu6fp9Ku8dx5+IGqxA9NT01/HnThWFrfWkYjEYGwabwjljUDiYNGZSjd5rhUj6bE/BmkJhx9iL1PyNbh6mYq11KGKqDbYSVJNwGEg5m7GJFjLwtsZhOqz9W+Lt/0ZwdLHaJg2Cf/GTLhWIxh4KTNt3JjCDk+x+fl6sQiuAbZKL3O3wbxgEB2wjkk7c6lIGOC6I4++AUfTVmJdbJsfziLPympQ3jv/nNOXqYAIlz8Fk1Jk8os7hnt5gqhZwNGzyV/nrb69t7v3In9+vH/LuxL7Dnu5Vp+/KVEKgqH5F5Fvk0Uh0H1sdXaTAkV4GbVFkRnFqY0QUgkkn4mOzQSa+amnuoyPRHly8eyQ0JctSev3ZGHU+o/UH54WiWpVAUCeyoFI6DCgSMcWElhGRpBlNGg9EQLTH2o5XVDA2977lRCG6Dq6csWsokR3UbsrY9KRRLu6EDBAKvLzSHV/vlsC/dpmfZYCvaVm6BsgZl5M5mkxUaXKMQ9ak9NQNVASRxpbV5I4k+z989JvvD6azR3ycBO+WxPuIHtZNnhXZaDGsx6AgiS3DAZJd469ZBhcfthYXK/rQGzxiCUat7DIKJrEOWeozprJr6QiwDt5IDlSMYi6SQeGCyzIDAerwMsVHexoqMaJmqIAF0EZJPrYHg4GDeIl0t6k0Ie4kMq6HTZSopg3fNpKtTSSXLbMstnUEM+vyEFdCQVK1E8zSGjcojq13r+BT4MnZ96Bf07KUu1dCplnnyQgNhJqJtJOPzXbI0FHt4ycY3WwKaaDuzLn59kU+QYM3X+aTdnn7dDQ+eLDQ1lIQGkeR7hIUvEcCBs5ooDV28AQZIi4ak/Tsd+ijaHHTCJDaogw8RgvTukpQMAwhA19S9p5IPbjG7Q4rHJjBzbu8JUsOmViFCaO6YEWFNbC0QctKbXiHLFCGOfrJqXaWB8WqOkFFMXYSEY2IkZPDOLL/kVzrykGh3IlZIWg/9sQjrXH40+W/pcXxpaeAvzwDfNqtZM6+XvPrlhMzwGFSmor3MRLBpHN1eM1Yc9boNoCbb6/VPe0OZ3yU7Nr3Am7yOZCE6WxPb4bnX6uFC0E2A62sIEttPUzuOcKgoo6SoqlqTRPwkmtFVFP9q2mVcSDyVI46e8S4oHIDCjOsa6US9dFnkWEMimIMyUI1uoGGPvu/RSi0WoAWAGLLOUpFrFbVAtMFwwHEH0TXPDdY1czC4wVeft6KmJapWcSUp8JmelbxfWDqe9Dkh/LyU8BfeA3wyfTy7om/Jb51d/fsJjO/ajnpGqCI85iTkkcOpMzQBcIRCr3fTi4AjuqOALrNMVY/3x8YaSDvn5wMEOGv8uFrcoGERtpOjlUhF7RW5PCjt8dCta0BOSaUQrIi1kds8AqB2uEsWq/lISGUbEa2VaKT3vzhdZw6XN2aETuSdLE2jVptDtCuZemcYxWyXupH1sBUS4EaFlINRKwUXmkWSWDvPLOKQrZGW2QBkGoBWtIVwdCdzY1wOZsUyYBbx1Y5ibnvy9Jyd+xTkV+//MIM8GAyn0yO/ygV5cq13cnkXoSz8muU+fEMMOf4TFjPfsxLHiUyoOJ5WedmQVTpwMCLvCes4Xufzw4/XfED2JQG7n14yIdOyOk3398xkpTsLb7ROC7+rKgXqkAHOKhEj7ppQN2O4SlooEVkm0I+YCqE1GpkiStF401CZbBtUWQcNUXGiW0OYWkiL01IaoXAyoZa4zaUaqrM0tO17Rk3Xi26wwQOAiO4XPAngwFkqeXwjIY0Rh8H2foqRbxNcndI6l2VjhdyRQEnBI1kggS/emyV8xIn3dKX/pAAvuw7Av6ya4A3uf7Nl29N96b1Z9+x/hXLUgbIYyFnYDScg5rrbNps7POUIv58OEjsRwaF9e9XVu7wU2A/qeJw9jUWQN4l/fydFVT3HZE+6dXuaBlYfCeYXWMorIV3hEYFLigR5IBjaIb1MekDMwjKcVQy0rSqxDiY2YKSOkToJst6DGpfQ6WRg/zKVB6OQpWNqA5bFILtIQFKNiMJaXRGjgh8SWVFRSIsGbtBxtiA7RAsspVFFdSADCQB40EzkY5qFpW8oZNb27fuO2b44i/q6ezY+9x+J6wkg4vlBNWvWn5JBnjrMZe5yWRyN4oUvP214fivVc/KP7Cc8EuQzEucgzMvO+vzMsiCDtcshjmx85hs53iq0TBJ9CHK70FLLd1RRzJP8fFThHEgMjtgb+zL8dxb/2Ybdc2OvxCBfAWhGiS91VLBC33K1taeWKytfp2MgC9UH1Vv4aK6lK0pQDxjAiXucdIOL1R1xoGB6C+VrYE5PbTYXp3grCCk7hoQq75L1NZIBR03mZTIcpOuNqgD+zamAS0aZa9NicZcV8Yg/bE3tV7huAo+uX7C3f9e9gL4C64BXr+BRU4r3XzhhgrXuS7KMD+71eCvV45lgLceapJn9nHeZjL2OUklZeIyZZuFHI81nbOlbCgx/eq5GOdxYORpgE/4ohxvSQzclxKEUvWuiUZbDtEuU8IF1FIPKV03UQ1crKnsJd1S00W3AkompYFKvYBVnBO7iDk9eFQVtUHBu+MFErhp8XIMgRd2D/+ncjBSTdt+4MxEbEx5G54qWSksaIiglP1hsl+pScdCLqrcNIMJ2o49nFXKl1LS9XMPhwt+x98Mv7Ty4r8EubXFRW4yv4QFcEwBb13erYXxLAX8FcviNcBb565j5vWTcZvWEa0b52VRZWakXE0T3HObEXzSh8q1gKwaCSDMQh/UiEpBykgWSZfzh0WN4akhGHDVcqaySenMm2oZ1BgFQFVwU1ODIIJlbWXzG0YinQ0By69o3Huh7oEtGnRhJcjMfqKq/SldH4cZ9qh2jCOr2DCMKrkzsoqNCs5EK3bcHFNSDaIpy9QCSgCTIAnQEDFbG4fjd4Op637I9F76Bx4nlRe+BvjksRc50sXoWB7W++K/TyY3ozsrv0I5ngH6U2DMQGRmmokkT1zNxVKRMGd5mu5CQDr8av7aDlOtTMomS6ZLguBFwQeCsj8q4yQgBKkQ1koZ+KKRPhq5tB4boaUylBp1WkqSYKJomsJRoJKjN98DlxdEf4hqgiYcu1Jbm0NvyRW5gYRjR1Lby07eXqqbSgxfiaFGo6YyjZVtKGYUoFdaajxiw2urTNKFF2Vk1vt3wFDgJY1sBhSjSky1MgkeB6MXAsSdYiHTLn6s0d7i8hsvryzv6+WFrwHenXOhQ/o3ubTwjb+bu1gSmRVOLj2I6qz8GmXxGuCT63kwOmZcpjDmryZgzeOasVGhEaZoYOOIlEctadHciChxMAcKoTHd3zikDLxQlAHYn5Yhi5ACf+qvxmqr0SToBjVf3paCF9AoOaKJttzcys8VbMRI5Jty6PCKl0lYQ10vGMrbC5twpbLU8fZIkharmuohwyUrplsk0jGf6INsEJVK4RGETWxcrMzDHp2J6LYNtI5RFklqUMaXQLXFkOHiF4lNZmhK1rwnt66fcO/TV7Agvug1wH0meXqnu7Ow/l3RusjXpbNvwfyq5Y3dMFU4+TwNSZ7IJs/VfmofaWEeA+GXK1tInMhWB2gtWRMkKQMrVRflYNYDS3QpAMILi47RstTATPYy0gr2TjbxMrBEowkV/oiIR7cNwewtks0UTSRvWJaE/EnjATS/dEGdGFYJXMGHTUDV9I5Ioh8aDF/4uLWY6rXr4mGxqpB83EsH83uhYVDFR1LcaimDfqExTgKqFkXU7SYIDicp0zMlnwk/fPIQb4b7gvfKcsEXzABvZ/XDOnc/KhXoa/27HdVZ+XXKCd8D1B0Ac+7NKb1JIhtdCeq5a5xmq2evTBbLiWoxrQc1PowEFQT+1FRMq0aHRl5KbKQbdOyMCqqN8RharIFsKRp78Aik7YCReiwIbKVgNZo9Aqj7mtMd4xK8GlDpSdmP2qsGjHuYJI6fbpv3iGMDBUtVdjAHQmnoZZlVDHLxYScyFBCaBfNIqgqqcZY8eFPjtroSQBqDQG0YxzPApH1PXvqN/55SXvAa4GMtf3/HSrf4i7ffa/mj/lE0Z+VXKkvfA8Rk6+drT9PMYlC74NUMnK9JDiweO61jCjucBTkJrqY0rjH79QRd5xtCVFCho+IBUp8dW2+K4OMFxEiFEd5UQcSnJRcvGp2GWLA7ZLF+1bJmnInbj9ZqW8Mcv5rahAyjJPKI4pjUxJtVqUxDtx1YJCMra8nUtpCkhZJ1bUh12XeCFOFBEUvX+0c0DzDAYguhrpMXQlwMETxxkolpRoaxZCbTs0pWwOtP+FCkV19eLANc361E78/RuKy3N8Bnj1r6tcvS9wD73O9nX56JpR6/5NfZPk+FYRais3nU0ESgEhKR1FqjDo0k1ZHgMTggYWyoTT7WXSXILp0UtBVBRKW4hdYBRp5mYAmXE3RwMaxiWFes6wKrbdEGIjxYfxWOOKdpJahXV2o8/HKG0DnuYTv4pUpdG6j0EnCJJDtCM46H5KDB0dBczECDpuvRiGswGQe36sTjAbPQLclrY3MAY6Bsafv/v4c2oJjhlvhc8PilmCfXT7wC+BpdA3yLCaA+AVm8FcK/avFjAvi0WySclX9UWcoAMV+HczhmK6ehp6TSKL+XI4pHFTMWTtroUsmRNQGavnwTRl0/PMhb0kEZKwkyVYrFnASNXEaAxdZj9dLJqECqtzEXEwHAWlV52oXEMTW1qQyjLugy8I+sXlI6iHhD0KgubcWT0EDWeePjoDoRSDSBP2zLyzHSv8dcC1omvUSJUmqJJPPVnx34KiNecaJsnyZzR9gaPTVNIMhW914d2FTkOG4zPVH0DLhb1289vPXk4a2X/wj0E8sLZYCbuxMuflwFFxLcP/IbgPoEeLJwZfCs/Apl+RogJp5mHeceSDPRLGYnjjTM42g0S6GVxboG1REhLUhePohlIRYVWyl18FARQJG9hRBaDrIUR+uAaEgTGaoKj22LqmI0qAmi0610bTdBE5iv7o9Xg7UGDGsgSrW4XQ0mMxRkqacROoGq28I8jRysGK2+5RWi3Acgk1pUDh4NYYRXzAWKxbWIJ0KHDsaO8WXTt7+a5gwaBIwORsWRBcNZjETK9GR+x7tdoX6y+DT0Xl7Be+IXugZ4Uwkg17nFLAR6qyfzU3KJ85+4LGWAPNx8vPjA9fTj2ZktFJRlz1HqWSt4x0pjd4hom6VhoFYjqEkmU++6yPZjOQIjZbg0d04BGgi8GNrUeQExSCOkC9L+TS9lVqe+KWAW+xlGVnlXLCTClApKpLDg17pRDerdS5Z7/uxkHxkTlIoS1UBOGIkyNCRIWlLtuKYqT7B2GNHL1DAmaNBIG4D0isjIsNRGo0UNgIxYBL1b7BNnU6Ynyq3r169jDWQ1lle6VrxQBrjDdc6p3sJ3Xazne+D5ZlRn5dcqS9cAh2lr8ikYjNq65YeORoqYp+10XVgBGwE5sOFElhhi6Ax1A9QxP5Ad3KvAi6NtIU1gGg90GOG6qVa+MYL0ynKAHJWLFI8aJeBD19qaofskoI1GIWFMeKnf0jdUCJ2hibpFEdSUfxK0URQVOOygaUSFh+DQqJQhAjr8tW5lUZiOTpSFChgy3KXyEG9feB/bxlKbVYhMTxU98+PpC94rWApf5BrgppM/Vrvjjz02tf79Xd+EOfsRyK9dljNAn4vbOZrzsOalGJ+li2IZNAO0NWRigsYXh8CgZW2/DlU+4E5KRdl/wo9qHUrkBp05Ab2URHbohlUXANWg7cOM0r7HiEoB2nLX9ctUmTFxnSG8POhMRlLldFWVB9HuxkSwB2zbEFHWYhU9tt566OqQJKYkw8Ta1ZJDyThSUzKwnLQxtFiAtlctKJdu9d8jxsg4FFlBYbMZQjI9U07DJ79jeZEM8E0uf7oIiGpI9ajnByBcBs9uBvhrl6VrgFowhnM3yKkMJykZ65bIqUSrOO9JlRrUspn5LhUZk9yqGxLl5B2NECAdBF+x8Edu1BEUt2jLhSzU5tkYza4Fab36CIyie0szVMY2A1/H8BRL5dDNBbGDHHI6qZYikGk6KVBFakNWlBDA7JZEDir8dYA6sbECB21KX2mgMGOCVr0tKEFOPeXDIFGTbRtAoSmpEkOCVihWQof0nzjS5Kx177R8/a+VF7kGeDeLnKo3+hee70ap98ZnNwP8lcvSL0Ewa3nO9ZT3edrzsB9NFMYXlPizC2SKOtIHD6jHGAYr9+jGY5BjHSlugisD0jHdyBr32dUOthCf5PhSD8EzKLmLobl1IoPjSeFNBdOie5EhgESrgzeAJYRpIFMUCE7zqKdUzmQzZlq1mAZtBGzyCW9TSAD9U4L1yGkzNG7hHNfQTjQE08LLzS0MTW2HxhQhuK3uwJ0qquRFSn+m/haYi+BJ698rTQpfJAO8UYufmv6NP+jrQ+AF/Vn5Ncry/QAx24ZZqMl+jHSarqOglAsErc7hOZEnkonndx8X8oUmB0o764MxkhLtSyMyo+xBDpYbsYuKB6EGSZ3s5h3UbY7L6NphJ1Ja0qgJxPYwUQ4kdefsJzbovrgudEAKjMSxNDsDYhNYIZY3Rqng4vbU/pBn3zkU9DIhjkYlm5qoM67YRi9BEyoEoVmoKHP5sDIclb7vIkHa6kls+9dQdi+d69cAr/MbMKctAXyha4A7XN8u8e0uF8F5uxcM9VId05+VX6Oc8CmwqJ99yWkKWkN+4QgtKpgmcmYu64SJweo28x3cVipsjsXkqFG0RYNa9SGmrLGglpZ2qDgo6qkulONQzVZ8UzEBVgeRtVXWkNim19LYPywCSWGitnmW0ii3gqgFF6Mt8eKGHlNw7SoeBINducVqKwzkYge5/n3UkJfJ1FiMrxDyKhD5irfQdl4icYzdB+YQVBfW1EYcHbaGW9rsVmd6YgXkR8DhT015kQxwVxleZXqT+RfRl1wXAs8uA/6aZekaIOZaHWj9ZA0Gcjt+pAHPP2L8EkFjV1MLI61xYGApB1IdAtL1CkeM3Eh4SasgJiUQMRfYliiJZWOlKTplfCSNOCHROEY/JPsADCgx8HKOemBt9l4iI6KwoBjgMg4haC1BQCoigywovnTkpbCeKgkCU1P+ZgtmasMFAQ4WcSGQiVoLlwaviOm1PISLwZpGDqNKq7aFWCFIbkRdHB2UL93RIdOTl/9OXwL4ItcAr2NxQ/7HZU454G5uhxq9Px6h4ffWn5VfpSxlgJp5PEg8SXHytebYCbmnUDYvgOCqY0XcMXcpSulm0aojKWJRApYUz0HZAoQhpHHZCB60dDCRG0aTRgoek/L2ode3o3aHIzG8YIYaMFILb4CB1ogVkYVz96e2/Xik70jD1VC0l8cb8o6L0AZmcnjFElcxEw+ypNggMRxj8c84Co5VQSUILjSF0rZXwpiyCwYNHIXiX42tI9yu6sa5nJte+J5h+XvpGeILZIC3uLxhfeMap+pG9N9Zz3VQTfRn5Vcpy78FziRtE7SdruuMLLYABe+wpqhprkwNy0jTtzO74NY79cnZ37z0/s5EkWKqAsk8RGoAubehuf8xSif1l47UUC63kisS878KH1NGkjFWoM52YtIopZFgII1eMYupn6xkS7NoMq71FqWl7Jc8OawSneqmF5FBsYBR3XoTppzJyocOwpEXhIIaw+QTL/DWl1P0lTpX6PTbgMP6j16JEbLGwjbT85SWF7kGyPSPyxwXOuR8890s29e4GuaPK+B3p+4N/z9TWcoA69ytU3OblqbMVhKm7zBpOak1Y+0TrqjPb7aGSC0CF6xRqNsBJs0YqrGMYg4Q5itQVC8my6WzC71kUQirQeCwPRRliJ0kdGMhuE4gf9hdABHkMMRwL1FiV/DoAhrWlIce5EBLJPUDSkh74q9cYK1ILaw9rA1KXK8F6wSJuh61MaDh3wwGGkms1Lkt0hC9GLgoI5ITm+Idx0ZFESfey1823qZMzyqn7F3wi1wDfMtrX9Y6VE0vtVY/tdGflV+jnHQ/QE04z2/ORDZhRWAg9mtER/qiamZwT6rc0LOIWn+rdVEjbA4FaWjpoBYqYAPYWIlXkCShBrkTw1SUprQoUk+2ZUBts9tWDP5kFG+EDOFM1SWOdn9wfIyM8voRHlXfF4CgIRfisJrkpXI01xaYRkOjptTmMYJ6j3rBMwLE+n8LwqryS7wKYyt3CCQavE8IjEVQtqTsmkiLvFk6hz2+AKKcpsToxb4HqMWvVdei51OCKfNCIKn0Z+XXKCddA/QZPhOxpxQ+YGpaBqNaIM16GobjBkbVtpqUbxDvqGyoiLX7GhCUQZSjl8WqotHHr6JIi5Ghi5woEhsUdd4zigMREUc3ILq2EFETT6x1bOQmFAShqC44lfJa5OURXpwJMmto8GI4NbWL8QeQdxJetV8dxZUU3j4FTIcjriCqIztzo9mQYbtBYhfnjXl6VNwiY6QiCH8OaLlDIfSQmZ6ntLxIBnjABU5JHtu/t2e/8Tb5Wvlknp89E+5XLSdcA6z5j7lYy45JOnKj/viZmtPbx45QVMuvKBkTOLnUitf8jQFjRAtMNVhRBhag7BSk4tGEiqisGpGSmURZ4Ay0kZWJ4E4ClBmWoCSzGqxhKn2t8YrPuKCzZArC5CAkQppgokIO3QuaWkUK3Tko6WAUZW6pNN4NAABGI8dBF499jH4CVXy60Jm8dhc4RYk9Df9/Zu2oCmCOoGjcyySjxEZDOdPzlJYXuQbobzzzezCX9I2X9oU/3g6QPwV2M/9/oj4rv0ZZ/iWIPuvDgdWWm+NSJqdmZtNRCpeTuYnqAa2ZXzbIJeiLvULg4IgZBLiO2+pIYWKrUdAnmkELkmccQdCwHSN1oj6MiBWQfDH4cMBKKYLUUMcpKjsfU5IUS75D1iWLs8zoomk72up6MQirGGNuAs3erRprUezaZO056RZc6VxMaSpgwNwRksQPFKA9UFmjCGUtG2RAxz1Qn36LrTjuN9PzlJYXyQDP7WORy3f98OrvdPelyGXAs3fAv25Z/i3w8FkfSbNQEs7DfMlmPvkZZWnZ2stmVlACJ3ww8qabFTQ5AwRpkQoAlMbfICNRcv6Eyij02BwYK62HRjuF2prIJA07OlKJLf1rrSnbKM6qFlgGaq0JTKQsxgMJrnUD2QgIschFZKHlQH3/gNxabmqHgODeJJkMEXkYYmhhB2U3FAC+JHig2ix3Jr9i0v/4uXjMcZa5FM1Mk3jYjLMQPiGavgfL9OzlVH0M8mLPBLmrlc9L4PhUkFwdZGo4nyw+LeSs/IPL8i9BMuUw+3QS5pHiieh5Sn0gtiT/IlhT1jyMOUbKEJfNC2vS8phOEK2EUpGH9eLKfacFOooYrYcxantlZVMMVG2sfXwMAhLCRDcCNr9fixSMHfGSID0qpY/NV4aAfUgG3+kIi3Q6pGuLKA2C2oORpF9b2RwhWo4K0Qxg4q6FsO/PGOtlwq7dW3N/0dC/s6wo0idt07uyJ2sEGXcACQjUbXvkoy2NpkRYKmLpSx5mikwDUYE/gVpOGLCrTM9TWl4oAzx37tFOvgU9ubbwe48ruTCIvPDsdyC/bjnpfoCajZx4mpxo2iWrkfDyFTGLmq5v8lzGG3rv80R+OLvH1W52uL9yoBM76d7KQQ4NBrYuEfY+R0hG+nLFKwJqImzlH/KDvW04fPBj5RHQeHjGRalEwkdZ6xgE8d6FA2o7OS7rAVlXtfyiIBC4Almx9zk7EWbvcxvaV50JResQ7qd6mq6urawHDT8DeXGuzKjIi0Y+SAUVA2XZsZsvfFR5cQHCEiQOSbV2IOBybCEWKSp7m09U+wwEvTc9CjowP2Qjio5GWsIuDLNC2hyiDW05Z3qe0vJC1wBRpm9evjaZ3Pjz8R/8zqifL+vPyj+6LGeAmI01mXUI8PwrntM0p+TxHD4Im/xup05cf5B8tPn2m9LvrRkAZ/DdVxoci6iRQnEBVJfIj9SziDB4OGmarp7fRnUVqxiaGpnHacplpGFc1a6t3F/FiNZqC6zX6lvO0QtOynpD356x9Wb2zfbsECYC97YZjTbsKAIqhkYSWQxpbYWd0OPrbXfHrsZeTujOBFeFBTvGW8du/oHZrQahgNg+Wa2KcnZ+W+5aji5qHYZRe0I1BQXU3haSDHUXMWiwxhVBuloRG2mhtJMpOZ4Clr8l2ePH8aKVY5mKMj1PaXnBDPCsvPJywjVATDydiIez8ShkISxdDHVMTHFcIa9XBjhdvbd3QO3mygE9kIisTvd/+AjHbg5NREvLuC3Ixe/v4/jQwUCiGmnhhfs6fKD9Yo/xpe1UVwXVjx0X6cvvYcVQaCUw6hyNqhEmzhVWAnwv3K/Budfg8ee1rDzIMog4NOQIT+BoZl++nYMe7/LLzLXtfnMkI/XQHWW62lN6O864Nh3u7+nqgiIUDfvCeTx2VPf7auU4Xic/qLJCVzdSfrmCf4sJzlBknPiXOF5tIkgOXbSCnhGjqlgdp3E1YsdsfvYt8Cv+UuCLXQM8K6++LGWAmJKZmpqCOonzhGxJhiJNXExdWiia2bw2uTv/k72S+qHhIbWy8u3q6uYFZIB7n3+/svIjDohtKK/48NpcWfkAzCNoPl7ZPMLhtrJyHuH2HoBZQ0rCBqANRVq5/ymMCIAcjCPYo+7K5sraVThNP4CAtAQiTEwZr6ysJcDeGqBrUIFmwSH3BPMjVGEQk6bPOSpE/JFjgS/zWSg29/YpIuNa+RRpkUwXVjbgRAHdr3KzHkDmdl0BjywP23EBQOwgKZLjantiwlKKkj11nt7aqAfYY3uIyh2zPfPGYxzuSuvQ6tFXVB4gu4WHcm6FQKc/PIBmmz3q0ud0df2HpQ6PtLs+979v6n+JLdjW1jOTQhRET+zDo+xzbDqWVY5HSbC6GSdKl7DxmhadRiEgsXKBsesyPU9pOcsAX9dy0vcANRddez5iHh47MfcTdUHCH32B9O8TZ4BO/TCV939Ym35w4f50dWMFSeHa9P43P+JIuPoxjuYH5YvU7esPefBjBdhGkvMBkpMjOP3m+29nh+/jrdoaFOhgb2M61cWue0wD0YFc9+7Aa3t678LKPrKGDy5AxytTWB659mGl+1FJzXR27/u91emjlX1lHJ9+j4V97/PZ6tcfQ7qK5fn8txjYN5AS4vCLtxFxyjQP+eyFj7BJbx/cu/At+kC2Nvtmw1mUx7UKHce8zs1qu+jz9aN7Fz5EeobQAOB9rrcwh/Y3d5AUn8cIkfWql7anVvewP7hRKxjC7FBxNqYCKRIWLiTFcEAY5I7YGd62KxyId969FWS9F1e2p6vvM6PTPwtRsQE1FvjX7vLltoseu3LDTW58ev4QGSD+LTxpwLKBrecWY3hYpz9kNPwnt7FlJG0Zgqg1eXcckUXDPyIzdZKmGjNQaUmZnqe0vOg1wLPyqstSBtjenJJ0gsaSgIoyZ69VYHwyl5iW8/WLnfkXq5/s/sHippIEFGZekKdXN8CsHl3dwLR+wKzsQSLYuDrd2wCztrK+eeE/2cc3G5sXDlaP9nFU6zLX4exrADZ/QAwkf8hKmEYy1ANdttrkQcm8U7pH+Fudvv/x9tHqeYRmANqQBr1diSlW9gcrv5tdhRvHg+jQY8msEFcQ8Wj1CCsFr7Exn0W1uXewerjPFI8jzriwFkLvMXOzoMp2IT3aOI/M9+BwdR99cYh0wl7kpiME/WB6gGXMvXB37m08WNmvjeKNlPkPeP/bVYA2Z1iLdRVU42YnumS3TiVOMGQQnTtvD3sRiSEyWY6d4OnXrcNHHIZM3lak/kdY+faxS48yFG48N2G2gZ7fbDtwih2Ffa7/FDd99sUPjOEOBvLE0H/Yk0aDFdkq0MCHlRQgCZBMz6Xi976v+jsxZxng61pO+i1wnYd1/YkTViduKSnFTh1a1L092pxc2jycfTL/k0Skfh8BO0PqpHeKKBub3+Pg3LuJAPsXPpxuMx0qQhrH3OyQl7n0plP4t4HnlTtkKzApLZJuevH7+6vbH2rZvbKyfzhD0oJ1YXWKIA8wOvqs7q3du7r5zRXYfVlr+psVLhJcIKarOIQxOqSnh0wgp1+sfLiKFYVp5Z13GfAImSZzWPS6hlzx8Avy+xfwzhB57f4PCES/jAueNeYP8RaYm+UVZ/UqVN9yHxwh4AG2EHuEFzR17Z/bg5DTGYIzIeNa5sIF8AjR72+uvIvdi90DJRNZXiBtuzP/q7XvsZLpM3fmxH1nc8T39rwHgSP46ofYUm7AhYPZlz8gcfTu+uL7A/8bPfYvL4DNfpql56+gaxvJ4R0eMSn0pj/A8qkpwPF4lfP1S+4cRlkgzgrrDc380XdQ7QGEX6kyPU9pObsG+LqWE34J4imoRqscibPWi59nqk7RmrusKOi0vXlp/hskiRcnOMgJXPfnksjYvso1sSnykdkhEzLkEkrmkIT41w/MJK7wDRzyivtIovR5LvMTXsviRUB1fZ5O0AHGXAyZH8exh8wN73eZzDCD+x0Gwffa043ttY3Z2p0P+NUPZUn6pJT+cPod80amNOjZ4wEDIBjmQ8B9fxFWMM50wPMi2sF7GI3WZPnJxMwUuRm2UduCECubyaXP/4gM8Ee8P0WOhAqRNZZV7C+4zbA9GjUHplBr6hq7/giZ35QbxSHrHTri3JcrKkbh8qE+IGvbPlI+d/RVrDOmnfzmJfcz9wyV2Ep9GRL/CI496TN3g/6X3EwEqw2m4hv2fF6D5vqc2Ex/fQn26w2Y+O+1v+eGQKoscb9QKUjU1Pbvy4AnLnNOKrTFZnoeL3xM+ikoZxng61qWrgFy9uXEO05VacRIh7+uYUXobHMyJ3/45uQLyNAzt4EGGRsSP8jIeLBwKO3h1SoeNLyUxI4QFxyvcjG3Qy4HTx5Qv2HGiPQJR54+g+Q7SGZTCPv+519tp/ffISf5cZqMk778NAXH9aMV5ClfvK3vISJbwYiwiDF707CUFQF3iKwozB3or6w8UOrEEOqKeQ8ORl7KpNOf3kaeifaIOavTNl3LU3apnYbt/OYOV60pFiMkn9s/6guI0y94AdFbeJ+X5I6wK3gN8CNmpdxE9rKH9AyjYF67snIeG8V1F+vi/mx1G29E9Smw94C2XauOPBH9SDsO+8xrkXPCt5m46p0r9hQGxi6wujnl5N7MbpALY2If82Pv7OeL7pmd4D/A7TaQn41Aq6T8Eb/dGWprF0wanfGWNWi8qKaknM8qpsx0LGmRMj1PaTm7Bvi6lhM+BeapWOdjno598vbULYYn8mi08MlE3eZl8bNP+CEwCcse5/3m2xenn3I9urg2m+5t+7tom28zezhcR95nL+WF7/Md4vsrm7MN4r884IcmwCJ/uaJjjOkGRbo8WPmWaQ1GtboNG0aMjJOGDf5MZG8bOcds+3MkU4ynS3sYERcCJj/GIc3htw+vIkNcfxuDuuqBHWK4SKnOK/0C8ojXBw8xbI5tbV0xmFKdf59hdexffX8VThg8thEr3/re+9yk2eofkI6u/cuKEs3VdSxIG95CpY1IcJBEYtSOhxFitB9oT2HHcaMQBDsR+/Z3K7+brn2AUWEoAR19xbEpjDyVsKHiQJBFrr3JT2y4PfzwmkmvNhoZIIehAcEN/1TsLiSY/LDchAUwAZU2Iis/5BZQB/P7Hh6SU24oe8f/bba9cuVo+gH+ODUWp8tIsFtJP33MGwOkKO1OX5j5IvfUa4B6RvqrL2cZ4OtaTvoeYKfMTpEUyf9s4TzNTKYI3idvzGVrmfaQQ2pyONPFowc4qlZ+vL/3MfhtZk9I3BiUAVb3voT3p8wr9uoy14Mj5WLMVhjgx1Uka0zx+JOHw6PtfCd4pu9urJxnRxqrvt7CIxFLKEb5BS/x8S3cyvnKibReBoesSOO5Xgy3LCGQLMkXozkPv5WVm2+vKTHiO2x9+MyrYj9q8GK5jdosjgubxWFvTLc37mGV4/gc+dsL2FkcOi/J8UNtjknbjDfMugp4hVfjUNArElXsW2g3ZttIH8EUyF+3ZCCI5/d1xU9JsAfi/Y9O+W4e2+EON5ghJk+mm7/ys31dcTT2b7GCK6DPXxgVt0D/AbwT9j9mVd/1ocwMMDE22QW696sRlBwmZ4ztIw2iBjAQdObAZHqe0nJ2DfB1LSd9DxCUqdjWumQPZKDxmXnUkDxZPcutrhM4UEoWvC7iaNGHrQhOhTIG6ZnuHPK6kS4j8Q0ktO6EITAqtP69gBbe1e0PFVtJB/q5ulFJg+LKpMiOQTpid2olHwmJxG+DDA5FfaxKlUMMV0EhMSb+jjBEjgVIgxhVrITqvu2giEBoOzw+xqWR34M2kP7swruTKlW85omTQykNNchIbJ6b1lGisQtCNOro2bM2SZsmlJRS4P/FIYJPA4P64LCpOISmDc+RvkbWLpP3jTtvo9XGchTWOTskWV+CFd0NdUkm6DI9l8rpuCfCWQb4upbla4A1MTUt+YepyNaHwEBZhjhzCeGCZYKugQxsTIjXzqgZzv4UxFHPXLKOJmKgM9RxTEf6yNhL4cZ95HnMoQymF4Nr/MQyDhqtOYYoAhht2tcfWrV69abHSpR7ZMdSWSQ5FkfrMKAEIoYm+pap1ic3WAsqktojPd9IhNEQUR1PsVFKDKGsTwYA8WaQjwZIcRqDDN7cBMkgBYIL72goBcj/D7KO1ah8YWsQEMYOIZjZ4QbyPX3CjA4RIE4OKh9qAgarV/03rIWGbeFJBcwrMijT81g5LXeFPrsG+LqWpQwQk/PY4UDSHPRZG3WxbLrBkl90gr7DBxuw+hS4+7TzfwN0l6ETEDCN9nRlDwfI7HD9B74d4xUqETQ+Ejs4UuwBsR/V/BBZcg2MAqFoG5abohZEG14legOEdFOSjNIqzRI1w+BPRG01REXxRh1USDeGR2WiAB3ZPnBGQS9k5UEV/y1u4dI2BWQdmNiolFh4d+LHs1FH4yZHh+GBHTFq2sZaAxKobzt4AaU1hG7yETC1ZFkyPY+XU3JTrLMM8HUty98D7JOWpNOvvtrhE7Ep6YcmMg7HJsjGyevMpJycC/BPExs0HiBiGtR6oyBVCxIDlF/tXafhtiuGqmZColMMDW2wJkLZCxtRNqIIr9qUInmpSm8MVOPWUAtksxoQVGMk46Chvg8mGCspl4kaG0BpOngxdqipq4IsLmOTzq9B4ZEpZjayOlbV9x932uAds6FD0ChNdGsCyJFsF/tUyvQ8peXsGuDrWpYyQEw2TEaddHWK5uxTQscpynkqpecv2E52CV8auZNw3AxoqYiXcXFNMtG7LHJk+OaslqvTsQjSyEgql+4KHCtzIKu9pdEJp/SROm6xQ1tmxe6EYp0gaFofw6tpFIJksW1aEIwBqTbDFJtMzQIZjfRRqRsLYuXBV1/5pTUvoFE2uHYQSRHUBFPUDWpUh2fY0KCtl4iYHkGhm7VM/lfoZZXOvRxDpucpLWcZ4Otalq4BcgqP01nTnK1fkBZN/TAoHV5hSwMil2NA2iIdBwrDmU5vKBQUh4Js8oeZqqRKHoh7odUIvqSSlW5lVktFI2NIbmgXKqOgqOGDRyOkN8dAjeHQbDazDQVC1d4qjRuB+KJa+DaAoiZ2o1WBS+F6AA84UvZuyYXEODwEWQBoHmLk4V1caqoUyuSwRXFDUDZQ2KfUarzhGgpqMwsqBWr6eLb3ylYHxv4zPU9pObsG+LqWpV+CeBqGPPkG3nNdZ2aLlKyNoma0yKgABvJZPnx3coujXIEKEKt0TBAi89o7KYMxsBMloRSECjECucvgpG6cjl1JTLaKdxfZFWQiqJUbOacvI3VPklQQWZn3qxtHlfz7zmMbjDhWQKKpwDYSGSbWBdRI7tg1zV1nRrJeZVkGkA9gtEsVvakJYMLrg/TIdIWfDYsk9Cl/C3yWAb6u5WnfA+Q8dtKAA76d8WUpRkIamo0JSQgIpJ/RNsrB0hyW3StF6crS9L6lorZpxoEILKtEEu3pvLBmIvTewNQCxAAL+ALkqyng4oYtylbxRVMW7XIuYghrKRTCRLkBK7LDmYZA0ciOqpuIzjgQrw1aCiaDZOVaHm0VFCa8zWgCqoisZC49MYlU+jJn19LaQDK5Q7fUtu4S3U7N4dRngGfXAF/TsnQNEBMuJ+gQpp8Jc3U4TnCqZx0FiTrNXVY4puxvl01+bdgZUsUYMHv8TYgMlk0wCtZ8CkAvsorRsB4PTZQdLqOPfcRLYG1upPQbJIhjK0EMogMxLG/NCh5N0xfcUqVmtkRposTgPe9VL2EQsZhO6SvaPgRWCNgHUX7GSwXFEKv9/Fa6WpxMttsCUfhmkrajE1LbkmCxWG+jQaOfEBJZxVzdBX+WAZ6VX6Wc9FvgHCSaeCAy0tTkjFF1AVX5qV4CE1g2kH6AEV35AcOI4L7RczFs5zGQYMI6m+hEG6tyILIG1nTjOmIqX77Ej0RENcYCVmiK3d8SVgyborFpJCmXKVsnNFgy5cqmYhppDMYllnaJlVZJZYACQJakAYrUnQGFL0vpbFaNRJc2Lv0OHDgBaLrUNoExSrZYioWlTNZRNgSkIN4NpEEbEovq6bfDOh3l7Brg61qWfwmC6Vkz1KfpLEo1Kbtx1LABT6ZUYwz9+OwYtaioBBzdQDFpTTJXRDNa1NAOBigqhmSZKmaD2LQQ1cB6dTK6rKDaN7FK13oIzhxf1qY21kivB4AwUByjNAya8LS1fwiD6rs5pkGnChKZOHJ4Macz9ySvTnJODHmBxEaRSvqm0HD97w5RPbgKDh3jxUqS+hhhvPXfaUDuLu8yKBQz0/Np5RV/I/osA3xdy/I1QE3AOieTPE+jxIRuxjo9m4RSZZUa3fv+PH94ejDV7UO2Z0f7e/sX+A1a3+weLX9qul93jPfN7fcr8WIoHkQ6pMZ+q4FafTcpLCtYfEA3TQjaKGIUym2AA7pZG9+vCqIOCiPugAYsW7wWVwDuW60QlAJMBY04tA4sxfClRlOgQEahKInTP4mVSYNuRi6TVDZFJ6PFoZJULbVi9J3o+KGBwHbQiAz1MNA91NqicrHNgAWXnCi0lKMr2jI9T2k5uwb4upaTvgdI4uTX2biOLCs9P6PGpK7paxlizuBFvBne7OsfeeuR1dn2+nRz74Pp5g9QfrCyvrmndpO3F17d/OFb3mjk/ur5jSPeBA++6llxq38cQgjauq9O2C1kM1EJ1DMU4e0fVylsBGU5GLpRAMb05vnlcIzgodhijc8U3W7esncbMFgFWiyrRMJACZ4OVGWYFhSlBKyZENTKWYR9JLRQCRQe1FBSsimRBK6Co20jUXj34VhiTQtdO0pRBq6IkospB/vSop6asUTbEya2Z3ws5ivLA88ywNe1nPw9wD7zxOjM3c7RZDQncVy6bceDfeBVHrpHyhU+XudAR+Hqxrf8eSuzwQf3Lrx7tHplZX+Vd0ShkgL0vBPJ/dZZdW1Fcgx1wk6tlajw1X9AthrEbMuMCUI0ciGNEaVtSK6VVGQYhoCqDd/NjbEx7+OBxjHesYUyyDkadKgt08it0QZBYTT3uxgRw9jkaMNWOgQWFiGasrrtQAenjFb/1ugFWYTX/9ojxV/DKMU1iFJ1bqZ0C/tJElEWSQ6vPSGmDJmeYzktPwRGeY5rgE9mn02fzLb++PDy7pbEN/apvrl745dsD6IpjMui9NPlyezufy2dXm5+Rn/Xv7icPJpHk93dK+FfvDzPlp5YljPA4TRccx0ya/zptO0ZmanZZuiosQ9aPsEDK56eBOKnnH3sbBDV5vdrq0frvFndeWSAb7+5itxwLU/30MN+GEuRNABLLZnpdHwENWqNgRofllZ3WBMGRq1J6PLqVDvBUuuaDNVkY5OyshoLaGUzBErW1PZehDXZsUL2MFpTY0ZFp+bLEZC1vpMQ5VshGbCPb0y0YWtjbP9wCWzkIXPWKUl9G7S/w2WLQfAiJLktFVJ7GI1GSQAjT/sNUZ8jA7z9961zf9t5a3bu0fwSl7x352+ivnVNzWLZ31oP97Pl9mRyF008Ij1bubf7xvGl9/bkEuK4XihPHdFPDfXE0Rzszifa/hct7vG5tvSksnQN0JNSM5CTsZ28QTYV+RDIkUASklVk+lz9EMy9Cx/qLnV7fNraj7N7vBHzvQtrSvp4u7/Vbz7UnZop1LPG0DtCJZJIq4QPteqoEQRegJK1FKjoB4beVpOkgx1xml7+ttWBWSpQk2CxBmSjTajNm2gSQ0h6K2zTW6eNiiij1LEtsjGyUus+ZeIABNT44sLIAWJDUfeOJEBpZBoQAPJoIdyQARytImSLyqhgnWRxHbuYSKVcYtD4BeoDQo+sGTXT85SW57gG+HiyjrXvEVKNnV3UkG9cP3dufQ71sXL70nf3wv58uTuHf/OQ9IxlfTI5vhBNd+jveixPHdFPD/Wk0VybLC/4z1Oqx+fZ0pPKyb8EGSY0iSfj+qOsY4s4i0wJJMpR+lLwsR9HfLja9xf13Iijz309kI8Gccvq6kaeXvH22hEfuftty0tIYlG1viD5wNc4qFwasTFgursJjD0E8/gFb2Y10XvTvU0S5R+pg+xoXynURWLZXmaSIII1FQiyGLRoZNJmNtDQH/6sVhWtNLKGkTKtSMOSS6OK3tP9AQSuMVAGW3YrFaJ8DfFpAqLDa2QBkHqnZKxAbZeFYaA2CJTpeUrLs2eAt3bmF89dnv8e7GUmL7cn88l9vNucbD00oJfbk78/58E9+ztjPWfZn186fk8d5FXo2fVYnjqipxr2n7LM3Z7s/JL07yd6VHlat8vlpO8B6gTs87FfIM3KPilFETFxIZkvOxph+HDeexdQ7X2uR7etfc7HfTDz49MxlAn+Lxj5MBDdZfnAz5ZlGAVSrOrJpLiiQdl08RG1oSIlUUWhuTSYmYQY1Q1q8la50YbWCPHSmlShlLKUj6zKwGhxeFYyC9y8QhbbQBw2UjV5axhFtGEzsFFHjbqjHkwDiLfUlQxBJ2yDPPAKThChAu3/GBrQSN2Ukj3W1km0psjWNKYonYgyPcdySm6FxfLs1wCnO0i4Hk+YtzyaI/VChRXx3A1W555cnOzuvpUDe3M+mcx5ZfDy7p2bu7s37sNm4+XdR1vz3R2yt7d2d3cePZkBefHce4hFj9lkd36HV/fgtuRx7tyd3gnY+VZlgLdbB7NrHN9fVcuCXm4cPH1EzTAGPwB3YzK/c/uSRgPFjd3dawfkzt3ESNVtG+LDxIRuGF+59KEtDgV6xh43r7ol/wxl+ZcgOuEq9/B09Gl9TAyKNGFFlHyittIsNOe/RULHN7Sre+d5l3XeWh1Jn34a4vbtN3nXYz4SA8L3a9PcaD2R2eJw1PrriK0jH3tmWaFTtFHRTSZZADS34FqEIz2WmE2wjOr4lDUbqt4W9QSKo3EhYgWTnz7H7SGg9itmeaBFNGn68qCBRCTBR+4KLoD5IAvTlN3SnApWOw2GpkFPDSXGAgHqDdT1IpwoFYJmnzSlFEWtHvDXcOZYGaba6oiZnqe0PMc1wDuTm+ce6fOP2Q4yrMuTm5O3cIAz2bq1NedxPfFnA/taJJAYXiYz3z+3Qxlr0kMpxDJ/nCCd/O3OfHLx3OYutJMtSBNI527/Xbj5ldGDnYBXJ7ceG5AM8GF1cO72DjPJwzeSAd6Xw+Nzf6T9pBHtl2EIfnNX3F1sJscGE6Ag9XUTDC8BzjRE4Svm9WF8W+KwULahcYOHoax6Sy9j4c/mtW6fsSxdA9Tc58xr5KMhUrKEniyQNNV9zCTzcQjeajlJAsKkjY2JSvgj2ZoBLVLCdJC0gT3a3eFkk1WJHTQxWyuMIuToguAMpIUVRBHImC1/OkeLv9ErL3ubrG/Gpm/AGMpL2CGDk1Jq1dBZOoFsI1mQL7a/+4tTTTMxrYOo2sa0IZQ4YkahUW0b2L7gK74tFuFNFYVSxiAQKXD8uatErmDNYaRMz1NaXux7gI/nF7EI3rqxu/5ocgPyxfklLPQX53Mv90gW9Yb28SRLIsrjCVKbx5MbM16hu3ju0QSQTWZV15hCQue3wJIeT/4+wyI3QVbVPbD2QItOsKwgD0NgxHAGqIIxKc4mMsCdyXvSXeG79C/Qy61rjr8wIjqU4aKDT+Z/RYoGiLo5d42L1L/NJ/vIFZ0B1oXHy+MQHfNOhbgVl3ufUI3CnrTB41C8pfPavHQ7yS78+fK07wGSckL2BATDs7UmtU7WJJ2/PZVxSEgtL5qom13VI98aflgfeBjQhL/ZKjK8vMuebWzyy9B8GlkdKP2yEEOIqy5KNlEVLdpSUSCv/qkTQ2LkxSD0rg1WrCAtB0lWuyN/1nSjBfIymqgvAeYmAONvGtqvArTKSstxiZjxkx3V1DZfmRpDyn4IL6JioYNBSJxq0ZjlfjNY+thohk6ThF0krA3g4hKSuhbJvnFFGmQF/+e8H+C7862D+V0sSRc/5WfAs/nkAdXXkAexzC75GL88fyx5//HufA48FFxGbiIRem93cuBrhzv8UGF2yUsmpANeEGQcLAmzJ90DK66iX0Ni6A8i1pOVpQNgmJAiznSST4G/mCMcy0z6xRFNyMeALVBw9PGO8kp0jhAazX8tfOqxKfPs75e4xUDdr5jY6IS4Mvuv77Jc9qFxg6WooTA21tHavAN9tKyAz1aWrgFytmFVqvNvjgPxmpaSKdYhD6JRnHEwiDla5UNoCTdsOLeHM2Ge+1iGdj83t7eDnFyzGpx6diJGlYDSlUPlcT4yVQHZ8gwahY8g3jLBxashNkR5ENGJECPJouW++hFJQU4gRe5cMNrMckvnY3exh1dE4QSVm/GDm/QtlBuRdQiivryDh5Su+QrEyppsn0dXUKEktwmgsPKyB5QOlnAy0d9K9TzioBDLGlPziWfoaSwv9ltg5Cz/+t0VrEA3LnGdeI9v3nCYz5nloeCdrBYg5VhKa/A2b7KFZEmKK/MbT879YT7Zvcv1i5nQEwT0kkUJ4STcmD9qHm/9bZ0dqBNkn1gEh0+BkXqyg89ucWBwhR15IEv1UvHHEc0nGEYM65AQHNXFzckuFqU7ij2OJgWrLgx4b50hXqmY2gl8Rzu/iKGm/2z7uME1lGSA2SGIy0XzjqI/UznxGiCnJCYuT9AgNaw8T5sYAkupHTJg2pEy9W+/GshwmQJ1N7VQUeABKqBUncqbcUqZg0drMU0FI4GXh5EmCwE0Qe7ZgDGIJQbqQaDJ1p1ExinCAkwfoLtXn0c0WEkCoK0uCAOPOop4Kij+BblKxksS5WJyNNi7qlzVi+wl8yWIaijjkkFVOm4w4hSV/5ASqgG2WirsmX98kVgB07Ukkcxiq20jLsLUXPqY9PSUF/wlyOWJvgt4bTLnNUHkLTzO8XIG6DyM+RZzJyR0OMof4SCHgsf7owmdpojBDE4Z4O2eAerdYHKkK+Wxu3Xu3ndcStjJg6k7urfra4DoTh0gqjPJ315qa9Zf/wMOt1r8hRFN3qqLhufuKTbD7yMf0zKG5eihRrObobnsK1ND1+rBQ1SGmJ3AEF/s5hpk66ltcB8KYw+b549XKmN9hnLyNUDNycUpKG0mZ2RKYCzoTB1ry7z4Rs0Lp6UWyDCEYNOVIopJALIqlWRgEyqiaBCM9HiiasuJKTpvACgDaY5jUz4QrWl8vaiwkqTGvP3wN0gZiTRkFUFCZ2JvYtooVHvHJGInh3ZQWXsUfwIdZWvLvxqqScKXEFCTvMJBJ75R39kO1kh7J74LpgiOtGAFm9ixZHqe0vKCvwV+xA8wmCfpANaHIkNZzLfuK5nCInD93GMe9Ex4tHDdUhKkqjwkza7x24bnNpll2ePR5MaturDI4o+eKwN0e2Vy4yE/U1k/9wQZYB8PQl88cURXJp895BtXGvzpsQuGhWVM1+/YD1zbZUMUv++GUkPkG+VkgBhfhUCEuLxXQ+sbXENxBpjNe+s6jFxA67Lhz5elDJBzDudmv3w+DscKVHkUyGfr6DlTiY+QTIV8CzRcdqIugh8WgkouqqlQQNd0UCUXDckIh62RWWE/N0XuoaKwKwZb8AAZ1DxQ2x6VREUyWYG6q0iFFFbw5tMjiUqkzUzPimgjKww9+ZcwJKNC7EKMI2bhSsfgNJJRZxpZWV1bT17DapjompfB0rdKjbPmJgQ0ugYNU+Bd50axJWvLwD3TO2AdyK+ivGAGOPsvXfjHaqAj/fL8LWznvbpWhpRMiYzzG2RX9/muVB/CUvEOc7Wbt7luQnQGGA9IaC/P35jxXTFgg8dlfmDgTi7PJ1h/3vEvUvipMztgmoX0CqvLb1WzsBf+VOXEEclhZ84158llftji4I+d0aFc169cHuv64P5N6+59p04f717SBiCJvKxFbHF8SlHhgh3kba8N7kMZMkBs3sOh22crJ14D1EGjWlMykiyZ9z5UpECqodrWge1cHZJooLK2TvZQmycjm2p3ICfjiBCbcfRIchVbTtFZ60qGskPR4tqxIPHEICyUR8DgBo8lgrLp2YngbqFXIAVLS1vw9oRyiFDJZ3I5EIHwihgnEASy0lIj2SSADEWMUWNwPUKjtybawUCwqrKmQ1Wtc51KmiDKIKDSf05LpBSsme9FJydUbBnfewR+mZ6ntLzo/QBv+POHa87Bppf49u27lkXdhbh7L/kN8ihdvJu8l2QJ+dzfZjvf8X0mHJQJ0WPOX0hIwpo1n+9OeCGtLpL963WmWFCrEwAm/BRj4r2rDiC9V9Fc47yijulxd7J7fERwQIePJ/Pd+XvMyyo4YtPM5UiZJtav7zAab2muAXIw/GCHC20ywIxvsgsVWb5jv6VgUE7u9Q3+PRqAnAHKVxkivy8DeuZVcOmXIJyEmnsgn4I5TTkTIfkVI6cuba5HVY6Q48qgohKjlw50W0CGCd77Ms6cGr9THtygciXEsUpMhjMoOY50yNVxVNc9+JoCo1FdHhLh4G551Go8FhRI1TLBD7W3rQJTkb4ke7tamprGfZkBqrk4SkymFl2DLVz0TdJ5gFarBWTXaAtPrOwOIqAteimUHIsCGHhJVpB8MmwgMrGIN0Fyax6WTM9TWl4wAzx3k++A8R44X1u7xe/H3fikLnbOtnDMrye/OTf782R+4w9bvFym9Yf53JP/Z2c++TOvDygDlMf8/rknXroUTlZfYHtHXz+c8urcjU+YUPO7eZPL9Zvc6Rb0j9jBuYvzG39TLcv1izuAMc7szxgRP7HViOAwufHoMh2mbyES/kkJDuOVN3QxD0iMhr1PbyLKjbyp/SIfPc+AryEqJnFw806Y3cTm0YUD5bbvn2sbrLHf93Zn85ghPnpDvSad/PmydA0QM64fgp6XpD4Z29mZBJaHIrgAxfcqWrz3hSiNYxqhxXNUdZsF+cTQtXF2YAsLRyFlNMLKiUFiK4v0S0RAgF0bhclm/TAWRKHGRzKachtjGxsHkX6JkGIkgZsoa2HkqyAJ1KmcpNTGGSBmwEsXvRxq7YqpwLYNBP+yBZhGtfsl9WHVLlLTZGj4B4CbwMlFP6haY092lumZ4iP29JSz+wE+pdzMF2Zecrk5vxzu58pJ1wA5t/up3mfqPhkxg7thhPSjR0LxrGyW3K++UScNKtnBKFiU4sutawKxR/mpXSCbTIR3T1M2SmENGSkDjpEkZ1QtYlHng+yUFYyc3DsUYmEqMAmyRZmsi+kEYSEMxMEpy2kGz4Zm2+AkfZlpIUd92dPKaidBzUfDimbiZc3gS2yYCIsEXRoryMhffvJxq8ufzACVMZzS8qIZ4D9x+WLrNlaTrYlz3JdW1tPts667y9cANfc4LXHshtdxrNO22cxcneRl1hTmsV5NVW6VQILom2g2kc8RQqIGanDDkWG3bqUlhlqNcmgjAcoAgffiQ5Wxic9A0ZCchEKFmIJba5OjywyFmObv4Hw1T72oby7mFN0NMYghm+PX5kujAOSaRE52UhNiAzfAZGsGEpW0SRAjYwW0OgKpQojVnnHomE2MwL/07V5MGrzcA8X/Xf06TIG6NKhJ5WdqeguZnqe0nD0T5Fh5MuPFOH55+eUm61O+/X2ebpcyQByRPA+DaiJGfIqqiEeSGh8cObKt5iGrLIOHX4cnmDpUMlnUwstQQFM3oIXMBqEpVoozBIiTjHBtejELLh4ulGpGvg1B6lBzCcZ1kT1cuxsvN2Q42IZspwZZazwaXRSR1Y1HXUiHcZs0KYoEqzDWS5Y1vCnoJhchANQwwaIYQniTOlGJRha6dQvR1bVEujqWJofcrBpih6cef5JjzfR0OXXJ4FkGuFR+q0t+z/59lH9QufWc3S5fA9S0y3mbE1FztpOmJHSersT5JE8azugNCCKyHYbCJNbC4URLBYBM29A1LCNfo1RjVFxBtklZVKHBNqZFVzyreydF0ScAekzbvEcyslEfdjSBpW8FgbZFJFlbEtWLWzLo9RptRfJmNcoSOQL6aaRSW4G6AlrFVVJCDXQcFE3+57kHrVAmSDKzko2xwqAPtzUwORDYOmFlm3iGcJijTM9TWs6uAb6uZSkD1OzjjOPszMxGo0OGLeQgSIXxLI2JKjE2OYbIWtXyJTUxfyM+VJDj8awuKyPT7sBR0EmslI2GPIwYtIJH0w0k89YnfZLv4BA219LklbCNYBd6cCmS4BUFpnE06kh/9kgIcrWFFK2MhX8myFZRCcy4q0joUpAiqppiQVhkvPnKXWtcZdGLQ0ZDvSVZIY65J6FKi4kelvHCsm1K8Jmep7ScZYCva3nq/QA5+9oUpCITnVYD2ineszWn/d6CZJSgEFZTR01aKtkqEvlyZsMuulTxUEVBPHUljkMJZQCCouVLQcwGFAYGMmm6NX2oWegCUoHKk9Qch06gBtuTnQUjyDlPSFGk9aoR0kU1d1E6CXEUb2MYamlclCT4k2xp5a6KIm3kLYkBgXenYmhgZZ5UO1XuXS1VNoxhDaMsswxhgja29SMjLJmep7ScXQN8XctTMsBxCmZChqLJfM/pnFRY1KqIQC2TAHFph27z1THOtIKApAS0Gk+SK/5IkqmSRYoFMcOQrvBRh9Xv88Ky9cDMm6hhq6aNcwhaXSzTghICoT2I959JQxYnKFpB0kccqKWmICSDKAtSVGZRhUtjs5Qt7evecvHihME4QkBq3FurRAEfU1vbtyimzpnGgWMrsiFwABfn9go20/OUlrMM8HUtS9cANd9qHuM4xDFkyXrPxoFkBUon7jp7kyoCrFrgoCo5iMZICIgdARKoSYjei9DAN3sL3DGlIY+qWJN1ZSiCpHwyIJKcvOVRFbIEsaXgqNtYEg1UUPyBsYdBRV2HPWwdm4TUvs+KKNFKWqkaA7rXUquVtXHewepj9G52MMUznIKS16ahhZl6Q9x0Z6Gb1CKVpkLVP1h67R4P3pSA4FyTwGV6ntJydg3wdS1LvwTRabeffjUBmyyRSkHStjmq5dHeAwQND16CHMQGOQmF2k4C9QtV8bdDPJ0OFYCX9yQUxmojolpYs+UcneLJhQpHzKhVQfBbOSl8OSsgu9hfVm0BolKm2fHKmirUt5YuC7ZxWxRhkYxh1ST6lNL+YkhxSnfHCUo5xttI8KkTksruQ+XQwbG9qNZEZZdhY2/qAiMMwD2SAmnyMtGW6XlKyy/OAG/uznfnN+7+j4gpN3Nn+Fb2t3bnE6G2+HOw5ygHW/23Ecd8R9NLKrO7z/ZIkJ8a2qN57j74i8pJvwXWpKuWlGmMOoRTdE3YfMaQAwXt8RO/TudilNxYqXXAjPIksQqjmLFIECLGdnEJCILsxCMxioFKEzjJzoXrYUBuAjUORCUrH7a2xoGLXrgGxU6o/IsELYzwkJGU4D0IyQ5DMG43RL26WCBIjJxdIbV2rLgi9+hVhUaObBgJZI228ajco0n9oJJnGRisAEXJV8EZRQxcabIPX/KLJSHQwuQaNsYAb1kqmfMnyvQcymn6NchzXAPc3zrpqL04n6DM9Zy4Kk9mbxxb5R7pZ158nO50Z/Ksv3VwqZ/aokx3Fn8nMZheVnmvfn/8M+UnhvYO99gvnwNL1wA12zgfdfBwSvJcn4NlPOHbGib6ZpWhS81RjNbMEhvTjKVIFxlHDWchvGSsRVHqCOIflWgTx3goS9WVUlA4pm2qUvaRlYdFSI3vYx+Fik0vtgoHBnUQJIOOhRB0kaTXgsG21FKKzcjYOEb7jLh89JLOzTEhzhXUSinKTABUtvBEVlbW4vXP0o6xVmS448e3URRBJuIiZXqe0vLsGeDtyeR22LHc5D1V7r0xWXhEb90RtcqTHT7r4tZjYi5Pxtvr/XxpP7VFmMeLvnUflpdYvth9tgxwGPXx4h8//+KyfA0Q8w8vz0xOvZrBUHlidls4NiV1I45ACJFBVhWjYzgmY6SuVnrhAqch3acn+YmLLKtJBrQ0WlMuMlqjupPspMjuR36soLG5kAUiUQhIWnYUnQIgaNm4rkiXqkYGSONGKqzjc/2BjzTeFqnde5H6GRSjTdb4GuWXnWJ33C4NO2fpv2DJ/yxQBw4hJVRHIgZh0/c2taqj6GRcpucpLc9+DRDpV93meCwX5zce8pZ8zO5ayV32WpntLJifq+QGLieVV5ABrk/qNvw/XZ4+6tnOP+Y3Jk/9HiDmJKdqEghWmZviouDpfJiy5ulEGysqbRBcqDGEKmikDkpaG6JxY98i6FDTyOSCihgWyf5mF6KFgV4yqoW2qAchZVuCsAPjVm+kdNaWgloCbK1Rk+BfyVvrVJxf6snBaKq1hBrXEgsdbqQyZJXpOBlrsWJ828kthJBQbjSXgUSPmCTaDnncoR6/eTBESpNkT56CLzXDjtBMyvQcymn6OcgzZ4D7u5PJLm/tfu723d3d3a1KxZQB+jEes5u7u3MZfvtfzAC3tD69s/vWw9uX6ieutydzarfmvCi4tX5nvqs7i/Zyc5dPWTp3U+91b+5eRi51d2u+ewPx4qtnTs5vwI0mcG2tfXITb7M1gBZ/d874t3Z275bp3G1etiR7c/ct/it6V6jfyBZsze8AxqG0mOZyD8Kxs9vYiECeZGhP+qhdsG/SKW+K1RbRps7OOsDW38pzNgV4ejnpe4AkTkI0OjF7FpuU8mRaGyKEXp0EyfwmFcixFEOezu+ESTRwspgnkFY0eFWnpihIpco4EiqcK1HAtpWscWgNGD07SWhKwQqDpkUYMKJEE4lB5VYeSrDkSUeipHawMpgGL5PsqGTrYbwR1U2ISGv1T8gyhYrUgGlM+hf534C/hDe0e4gqDvBuoEur/6xhYM2QKhSsaoVLcHq2sXmRL/XiW+Bbp+9uMM96DXCdxy0fgjbb0X3r6qLfHer4TI3125dk4ILjB/M6QXvEGy9fnM9vaIXgnfKg5Q0DiWXMxeQQgHv6QS6f68YwfgImb+YXX6wVvOo4+Svv5UeO9xFU8cMoOYDfEyDJ8a/ZwqDITmW5wpwWo8ztozXiBIDDYwUA02Pyjvak5PTdgOgcBWI/5J2uwPJRcRpank7Hm/RTgci+ZpppgF2mIOxQm/YH7ixtcd1T+qllKQOsk2/mXZHPxORcU27U5inaOmNzLksS2chK8ng4I2JcymJGsiIGRpXRzjGEWRwNWQ8legJkScDgOrWRWNSgpQASf2AGkDEjtW6CKFI/aI3QgNnGyU1YAaTyjrembwDqeBOsV6rjvfYkmc52QlvKbGJzdiANsUsc7OAQqAlWNfXSuhnWgFTdn1QtkdR6JxsrXGcqgMZhr6JMT5SHT65fP20/Bn72a4CzS5e0hF3mIzBvPZ5veVPuMAPcvzTf4iN8pzKcO3dft2T2dTDd7I4rw/wuryE+1BPdtiZvzbA04n0iVrWF+588uUz7u7ovnu6U7P6u6eYsuovyTX2GyidMxqS786PczMM5sbxcnt+Y8tHtig+zHDd3+AzPYfy6hjh0tRDAH9R2lbt9VBc7B6yKFjBj7vWh1ba1Th+e25xf+puVi2PpO8v3k/65ctL9AHEcedadeGa2yXo0i0lBW250iseflEPmQL2JKjQ9cIHQSKz+rQocatXNv7kNcCgX5aaih9RujQA/9KZGWUt9fmp9bDGzkhVx9EpcKslYH2qpbHZP6QdSTDKKoiFLZbGByLmThrTIP1ipk9EkX4MglYPZ5HcG0t1WjFpNUENDYmfkrandilouCgAp3kRH45FUT0NIhrAbYymaSNujDVOQo2EBfHLr4al7PtwzXwOsB7chgWJuwpRP+otIBpmwrCOTkoEJGVYdpD71wAs9EOMelsDdLxBHd1n+PStH/MP8rYW0+BEvKjJjy0PkWh6JKLxdKpJDKlhsqiduZADnbiBxU9fOQ/XADT+kgw8SHsePoH8buqoA1xggz7qsmN9duaFuc0Pohc7O3ePzzeGwNDSPGgltdbq73iKgjGMZdlb6/plyQgZY5Kle521OSHEDQC/bwPBvMDVWdgfCuyaKCxq8IkvTDgxydG8qkGKNijYaWnzYyKG8YnTTmJITHy+GpqAoqNSNvMtF6UmZndLFUEPxTpCyCDq5oifFaUhg8ydyv2VunUYyRUfCSyao5Gm3MldUeoCnDpxUitF6FdqDkKeslLQvbDWUGPzFM7YaUcWToOFyg62La7CqKor1TW1M2xWS1GpI44cgD5/cWjjUT0N5rk+BmQHqeRrYFj4PjYV3QZ5Pbs7O3eM9oGMwdkhqWA4m860n5677WRisbk/4aLUDXUQcChYr+NycXNzc5fU2R7nCKNeZPWYALDbpmWoo97AQo3zHC4W60/JUSPXvZwqv715aXxi/HgO8dXPurrAFDIDNYQCG7qr53TcUAkCttq0zYC/yDDCZvEXl4tCu7CLlQ4kBnT6oh4qwdHU9/s4ZoPv+mXLC/QA1ZTmF2zsqTdbMRhDO7zwrJxWITSBZ0XLuyqFpjciPMD6ZCG4Na2Adn7x7p0rOVimU4hhLiAwk6RtJVQGzHNCDWg21uiRlcEaJFRWgefe0WJE5dnCyOrpMUtqRVcymZmA3hpOBxZ2o+9JTu8AIh4j8I7ZZwUajF0jwwUzJrSxSRmQlN5mydwKosaQZSAMNqoG6NDoERY4e1LXdCIqLupfZYZtfiz8ugE+un/D5xyteEp/9e4DJACv1qwefXeRzgVhGg7GLCRrTG36OrAxQJqO6PeXO5FPEmO585psyj3kkfde90LKUSZ9l0MCCtSjP6vWj3uR57Tteq9ucz9cXxn9xfvna7pXpNXcFU0IkhWwqVG/u6Krn8CQ66efzP/z1ErHo5mHFRmmjltQ7fcQMsLZ3HEvbWfX05J8rS78EwazzKRmz0PkF2WjAUINKUzSqsk1XP8EizqesfLdPbxlnb37CGe2ZrWirRweTek84UAAmHcpQHvmnqf2Ak7bxxhDWxmxlLG7G+ODENPUxlMMJMwwZpHgdzKaPiTrjyPoA1oCqUhuo4aHOKzjbBkoMmSCIFTW7KRkgic4aW1tVjxPTqgqrs0tiJmozMYb6lDq+sqryaKQ1+tgGq1K7SDYNXh5A2JAtAQo6XgO8/uTUfQbyXBmgHoU7+7tSv3vfJdm5yetaLLf9fk6P0cV7QWCHB16oWNufheE8sdtT1nEsQsVnbrCLMQp9MYAHhKE0k0aAAXhIKEqi/Fk0PR/uzJm+8TFyedvp8WOwjHsHKxkkRF4MsKDStUskbXkWce/MiSrz0NuXnj409o9Ob5/7on2OTHwby7CZz/b1xpO+B6j5iFOvpyOYTPCFIw/TFqd9nb9jPFrd1ELP5PdPLRc63Hkcj4AQ5E1kgLQ5zzOOsYstKidQmEhNFp6wMqFq+lCyEzjgLzYtsAMGNMZrTlGJx1Go1vo4k2taJmG124xp5jhwl6Xj7L2QII0JoHVok6lsbmU2H8L6Mf7rpNEiA56cMdYZ1oAxhQUjfrTLRoUCBCg9FX0zFva1NEXQGzoSINBV7GjiJ+2YAd56eOrWv+f6HuCuHud4l+vS7Mb8M697Fyf8agzLYxpuXZt8pg89sfTcnNy4fe7ezuTG38698yaWjTu6+tWfhuYMEFkStJd37zgKyuPJ7h+UHimy8yGnefK9q2dx8jGVQ9bE8nh4tCXXEF8DlFlp5/4O87wMc/6Wg/P5mkjnlKnd5YCHAFYl5u/1iS8vI8rQO1MeN7vBASLcwtCwbd45MKyr0+vsrE0DqO+f++sNft3mjnbWJUdx3z9dln8J0k7bw/l7nLE+h0urg0RiJvXRdIrD7xqyZ0GYMlz5j50/dBcT3gJ3hRzlXweG++rrSo5f6lyVZrCJZZcIUZ4CMxj0rfdgYERTBlb2ocEQ6akpQLJWslIPmUoAJrDND1HhJrZjTU6gCTZ+pPTQ7CYB2SYgZIlIqgGPlsqhH/BxVGQ0HkiGTkuAC4Ogg71HqqAk95P/PzezDCAawoPln1D1Xt28K74WfEP0M1y0mAEiB1ws9WbolZVnzwD5NZBdHOq3+TWY+ZxPUmNpGSAM/jyEBl3o4zdnvsOfMjBmF7yKlmuAPMadESrpQabV8qJzj6hhf8OjfJVLPZEv+2EwflQbE3E0cFy6ribLVE+tpPn6NY1Eb545/hpm62qurhj5O1AFkMoxscT9F5+sOZk7AxwMGBVYRAeG+wYdDUPzzoGBYA5tv78FZkxtCpbdTXnOJ3Covn+6nPQ9wDr5csLnNGxi0qIJqQnKm7wIPRCOo82dyd3JvrINAFb/45Otf6PyT3/ZnXwCyB+w8TcuyTo7/GLnD9js/9jH2+ZPIPNrTVtTJJKf4Hy3Or0IEU0nOeX6ogamXijIkmO7qOs5RqtiaZUN3hzFDGDozzwYqcgaaWWYzqOVKmOznyyGigS1yYyRHm5waCSKb8Zj5AD1Pb7yhAVspCKMp/rsPVBhwQFHty4HGEtXUEX/9m+ImUSNIL7rDJj84xoGCx+0TYFX9wnJUzakCVVuvfLlbrk8x2+Bb/0Zb5Kwglxvz6xk6RkgH2Y5mfDRPry4xqyMx8hl5IHX+RkwjhC9afQ1QK5kzhOd2+HgawvgOX7JmZmVNM7FfKUwD838tzymsl1oy47FyGBQAgfgk+Ea4I0JB6Dv4Xj8Wxn/QleIjGWoBVDpMW8hX5tcbvlbDFjgplDeeHSZb61v3bzmx2Fm1E5iUbhv5tppYwZ47jrffXuXcWc9xs7idwjT90+WpQywTT5OTE9HcT5TU/TZmySrEURKuXlpsv/J/E+FWN1ZPbhxf7o5uXE0vTlfXf1k95Oj2eO5sqnVo9WdyerhJ5Mt2WY3mRhe24KW/lOI0E82k6ep1/RGZ/65k0ZQCUW0kMlDwHV/qwbqxxyQJ+pV4SCsURynE5UmBwCjPMffuostXgKAJNQOh6303lwTEfYykBK50iq0LEajCsB2UqDCdY3B5Wd7GijIukdgC+FA3jliQbRhS9OHLUELl17U6McyEhUwHEmpYvpTDXOmJ0qf96enPEcG+KuW25ee5asfL1x8DfCfqpz4PcBxMvLIHzOpmHlurmMiWtDsaHMy2VzFAshDgpa7/3H0p50/rW6+8c7q0R8m+6vXbk4P61NgJIZI/Gabk0er8Pvki0ufYOJfmez/aXIR7tAgZzja+bc6PNjB0Bc6Hnpv76OgauPX8TW4cEhSxNo3rIHAtFAWW1M+TSXtQgS6UtFNRrJHVWSx7kvbBuAQtHSSCkBha3u0rqANiLZY2hakKVJuBmONPC4DjlI6ilEsnQqSTXc/VnSWOEmU6QMOYRQDditCcu1Dlkhg2lZ1SKdMzxPWv9OwIJ6S+wHOdn7ul1+/rPCrff9kZfkaoE/WONZ0uPngzOSXuihs09BjdfPSfHP16M1cAzzE4vbJ6vTyTbZa0v7E3G72CVJBneWhOTy07dIn+/M/MMTkk/VLcMIqqQ+U5zfT9cI3xPiiqN5RYWmxthPsHjzJmOGYJpT6JkNga12s5sVEMDTRzFd4hStB2aIdoKHV1FmoMb4I6jGm4txvU50kZUWhVBZ1bJXUtROoJUguhqTqv2TmmKgky5Y2qYCq1i6Q5GlNIaEGl0GBwd6ghTsEDn2MctLowEkvMwW6tZ5M6mx2mOm5WE5NMnhKMsB7d8P8SqW+tfhPVJauAda808QswpRsb0Y0IX24x0qNReZ/4N7kNUC6Hb6J9+a783/l+oZ3x5N3/rC7j6PkIBngIRJDZoCwfTH5hAmiVkmtiNOLkz9N+Wmtjk924c7YdIE2HzPRoV++ZJCjQMqANCST0q/IfGvb9WEYUoIjgbUUa4g2ZT0mMEJTqw2khtYWzUtCQzVyOqhutAwJm4h2tDC4QlJjobFERinyQEAtAmJQFwPhBoBqvJ2gpYJN0BCayXWDkGRJjDiRFFcvCn2biqw/yaMo0/OUlv8mzwSpby3+E5XlDBBzOOdfnpLTalL6uPJ8DCmHcQIE2ty5dJ8YvAWmCPYa8rej/d1PNt/4BPne/JNNvqM98qfAMHPtO9y89I5tXPeO9if7Wi0R7BMtC+xE3YPQj1+gqIzgBXaRNbFZJSpkWK8UCmRWAiyJbZNV1U9VtKAxEhyOU5k6tv3WJUqPlShFdXSbwWnzHExkV4UXV9tBuByizwDcUEODdXYLCK8IsoEaH7hBWXvxF9nDFmULCWq6kEOQJBRAAXuXCl0DySY6AwZwcYAVweryz/Qcyyn6MOS0XAM8K89blq4B5kyPc2/mIeZjHSgj0VJCOWxurep+y5/seypP/4CVEPN85z+Q/CHfm7yzenf+p9nh3QmNQG5OHs0OkfwxF/yEH4Icre78x9Gf/sIM8AjQ6eqb/HQ4A4ETGtfqu1ca7Sh6ZS63kCRWWJKkqZi0QQA82UmOxcUAYlolBA9WL76ll4ldlJ97BNc0CE7WB7pVlRRJVYbA5U+VQy3oWwT6S5LRLVnpmsQKQfQ/LhVYh83Sq2iSAygrGkrSlKdaDg4M6pEM1chhNNA+6o/jsL+DyE4/c6USS2im53I5Fcvg2TNBXtdywi9BNO8wE8Hp7Ow5yYnMxq9KB8tiG01WUQPh8Q0dPTcn+xNmgJc+mU1vzue7W8gAtUIh6TucrSs7ZNZ3d747+fPscJ2pIPw+2Z1PJn9QvOplkXDs1EiF0cEc6OglW0UQXw4kq9uRr4GrjR3kT26llBQ8GAOsF4I7oCIL2TqISk1Fis6dA2iH9CDVgKlQ7CYIGXt3aWQzrpMMqCT0DuTUBidTlAZAVZ9bL4RPJ2ykbQBqSkESDARjOBA6aSir5N3/n/hjoD7iTM9TWs4ywNe1nPQ9wOH0y8mHJho2UFgw5TgAadGTqirIPIqYDDGKUGCO8N4q3mo96S0Ty6+1GTvVu7CEMkFodb1v1JEitkaTyJGGDpBLCFjjk6NfDcNULQFtKZxhJMlSl1JbKAo04RbcQD60m0xWcQyijZI6LGbBX2xZAJE2YiSRcF5C0l8gtpPLRlb8/p8kDR6gCpJlL0OTWxGE7JJmMth25tb8fy34kNSTtQu+0oisyvREOUXvfFv5b3IN8J+wPO17gFg0NH89iTUTdTbuR0UlBDZRA84mrjjSV4bUiEAefSUkXoxu6BbkkGElLqka6cDE2pRq+TeCbfQI7dls9g0CteWyCAvKgDwIVunIWBqljkwu+kSTDRL5yJ0keFgjQaNuAzKbJ+q1AFmf8Oc4tmpwjWhtu7lxkrAdaOhi8VglR5meRgAKKySFYuhoI+19D2ag0aeqPmSXapEyPZfK8R+FvJryzBngrYv8fu/Ty/M+7O0p5bnD3HnrxGE5zvBwutndnToB/WOeyvYs5fhT7G60bzgvPTbvucuJ3wPk6uGJqGkJUZMaLHWo+cfDQud8TVC6wCmePUmRsfw6xapDoqupsYGiHCSRYj8WpzpeZIuRm5x6NxEXlSJFTnxZwXm9ko4qCbRrqFGGVa8FEqc2m2ENkdwSMJILILDsiuUlRO5R2idkHxur05CGKmMGFYJJYtOFocui5DAYAi8BqhrjI8wxfhgryXowQVBRagJshMJKdy1rxhCzZL+syPRcKvkB2Ssuz34N8Kc/SJ0+78PeTi4zP/dtf6tu8tzLva3cXXmxXPvupGF5OIjWlpl+G75f/FS2/a2THo5yQpk+9Sl248hesCxlgG1N0lkYB5sWQU3RfpouCrJcStB85p8VDCVdIVRZAJcqCsGUeEgseMdZZ9RozOCG8bf8tbsO1lJYCb6P0AZvB7cinLdkAdeCivEiBWbRLkonoRp3OPn1uEmcqDFkGDQgFIV1gIUqA8jOkK5vSYURg0oWmwspL2n42XWuRsjYL0cS6CgmqbgHmh3kUXj8rbJXM7AjNFJp5G3YJpsZ+NiHIEpCTs2XAFGeOQO8/tNfpXvyvA97O7k4zEw3lF4ss34XrLE8Ofk3Ho7z28Hn3iQ/4vXtaH5BmR174tPTy/JT7Krn2yds4XOW5fsBau5h6ukgsVS6QfDJGVN2QRXHkZTSDRB5gYIHCRZrIx8iyT541EQPTkylFghWBwoIjPDijNYIZJWQAZW1MhX6pFFwRVMv/rVrQstnASI1KAaOtOzk6VsqEw3hYQvblEbaT4uFg1QEstLIKwRZVQkimdpOMiEG5BKJQn8dQUXrz7Kq8T8oGzARRyeu+uTLlBGrIk9OaJOBvdJQyMBmRdvlkjI9T+UP4Z7nGqDuffxyym+X86O6IfVS8Z3+Ti6jT8sAkRz+on/FU0fy86VngL5l9i8qSxkgJ1sdBZj6dfauE3i9YG3z2TrO0+ZotGAiGuLFP2d4dKQxCY8cFMlODqlOZIK7m0UK2sJSx6IxukyMXLmPdL3SyNQVRC0k44aZZNHo5SadfPNtRIhi+tYVaZOkZe/FgmjTC9SUpY6vDeTQ8E9SbQcaGigwBv3MylU+5qSIVzebK8nxFBY0QFS1PVphwPZRGwqGCAPNc4BuBWQjxwYqWKIsIDM9VU7fIvg8GeDWpd353Sd4896fYHbuNh/L9uhcPextcoWyftzfH6cWTGtVhhhb8/JCmMlF3W15MgRn4W1H5npKW3uom8rfbsy3dpaGleEgzxLu5hv8AodvwgJvRAc7Gx/IdnNXT4hrQ+b1ugx6UrCM5h4DEL2wOU8OgNvamt8aNuyEp9hBvLwL0G3mplu+9b2fR/fc5YRrgJmAnJsgCWxznrageSkKSo0UxAnt15BkqOKdS5gu8F4yokxyQYpXX2Is00QXh4VIU/3JsapBwRdEk3mZpRi2gSZKg8rEOIolKbVUqgZZq5Bba1nZQoB15kel5NQenIF9u0xG1PXJkbRRjSv/3pH148YOZg/ZfQcphYCWgrSFWlbBNGttQymMXhZLWqYlHyjSliLTs5W8ETsl5XmuAWLhmEzm2CA90UO3ccESg7XqU2Y0vIXJ3blAu7xG1p6whreMUH3qtl0Uczb0aLJ1qx4R52eJQI1kDXIFt4PvwPzZ357g7THNehobCx/pQTjOLTWsrVuOUxkgH+cWCO9Tw0BYgvKcNsThE9x0I7+tpsLoy0WPfEO+Vpvhkdzgcz4ku3Br+ar7OWPn/G3mUTAsbX+V6ebk7zgnamSPJlgKuWNfKLU+IQPk1NP5t6gJyUF8rPkUXaYFqsxCuFro7A0HH5ILhwKFHH9N13uVGGFUFQGptgN0aFvjsKzQTfchxUpTeVrmICWVQmSFCGIEMRClt5/05Sd9iY3l2GJgiIAb0KaFIAoKoiqSrNaCR5hO0qFl1aJ4l8osSR4OZZl8j9xIqkUCgJiSUtWCKoq9bKmOS2hGfdcmHwSnduFT4NO19qk8+/cAd3h7vntvTHDI+5bFvNHeO7yj5yavbOVRH/96mwc32P7UtEe7l4A54OPXgmWpG+b96xMsHvR6QwqFmU70ALpHvLUfHFWmfz/2UDp/iv5kh7fy23yDj1+rYSGk79/sW07ncW7zfAq8Ob/Ez5+GOJe1+jH/qyHH54v/pBqFK5c3A1FnHkmTWYBHiEe8zth3Dh/2Ad6x9j9hn28+8iNJsIyj0WXV/RrYc5YTrgFy6uXo0dlX07qdzHNCZtOyBDQ6Ugpmq6dwOQFbZqMNizNSprLqGCeNUkygGJcJL9gHZKOo3APjscGrG6tz2MixawXS+EWQ1Is3yWhSlCYODspI6olYSRXCzrIrgoyGOyxYGUIt52r7hRSr79xiAdqOKDUqSGopi2fvNBHmWE6tvS02LEQxl/FCI5sFNMVLWz4RYMKfbKhokkp12y+kcqk46MTdRTs+Fe40lme/BniNt2k+d4XLQyU5N66vT3QndxTf6Hl3DezNyWV+zKlFBenN+mT3gIf45vy7g/7dn7qX32fXz92V10W9IVSYfEaKTLA5PIlu2h6klk9iMywmUzUsPolNdx10BnhDPSFxczLui4EZH8a2CT+9Fa0h35hcGR7vdm7/MdPax/DLpiavbDLLNfexuHO8NUOsxxMkg+rDVzkv8inAdxYfC/rMZemXIJhznHmcd5qJaTkXNVVDVoMxoNooNJ3JUpaDEjCvLAgabRwMEJ+mcglK+DMxsP5kohtfMiUGJbUgGmwui1m1Dmtr8qLCEJEQAsYiTaJ5s8gfG0rbayMJQRo1La2CGC6DICmYDWgEtVszG3BYa3VZrJaJbfVpd/PUVkSSWLmWTkLFsMBKJF2JFOo/FepICgBMlSqKmjK7iULpWs/ykTRYacv0PKXl2a8B3tDyoA9o2+2OcaBjceCdXJ7kUR80XJlvPbwHvd8PI3dCfRPLQWFZngwxtvThaOVMSOh+m89IkQJOeHWPJbo/OoPyQ91Q/ubnvc3+vjgs33f69hvQ3p7keRx/d6R9XQy8p+TQcfw4jnoC3C7et2Ilo5WFdyzF6y0G9vDrE1yMrjbn9hvqQ4+MG0ahrHnhKXYIpb4cQztzp5mfr5x0DVBT0GdyZWs+F1MURw3VPngM7VT4chLQ4BwDWKQgChFTC9AY6fyKuS9t9E7TVKD4QquYC2qPIogcXiFjy1RMk8u3b9Vg0nFLWTHYEgxF60pKqaQZ1aAhNC3goIwu+gZVEw1MpTKQXIGlEJltlrEfa8xBVR0HIGoMSIFito8lE9WUheFekSZWKcvRRM5mRSIXiF1MmjD6R4vJ9DxWdD3qFJTnuAaoJUfpT2Vv/NyA90ne5aUyHvftFs1PfKWMBzy8gFHadesx5L8ymN9V5kbPd8XCC5Ahc0OB43e86IhSedfwIDWVG7pkd4s3f85dmFvu5YeCTHf42A9mZ8kA9SXAMY6HQpUGjSFvxqpuYfyDYnJTkWgmF42szfHN/ZMBHhsF+kssmOZbjpyt+f38ovfiC5Sla4A6OOrI5AQ0n9ldZ3/r8IIANpjRMVGwgg7xwjpGSAcASGhFRpxCuy6vSglKUxRX61tljA5sZjeDjrWlIimpVv/uUy7gx/EqYAiRwkLrXRBZRGeBZMk4rFFA6YiL2S7WNPWCRjyUYcUtIMR0mcDK0XosE8PLqK5hcn8ZiMbqBl0Ir1eoUAJIsKIhqCy3QZ0+qitQWSQZY1gZyMs/0/OUlmf/JYgzwAMuH4uPPPN7PFXdMD5hDWV2yYtMez+IDLClfUMGeF3vJfMIYpbpf+W7c9EhLh+8hjTOq0pSwXf4ZLYhJIYDXg8Gdm6KN+A7Punc01M9EId+fiCbxzQMefZfSTDZETbSMTN85KINl83xw0r8fLjFUeAt8PgUu7tYbXmJMlvzaPctb/wLlJN+C1zUzsnt1Ny0aPP2iwpN3eEUT2M8OJN7lKYW38/6HU/G/hWpHwxlCRwC4eq8OXp8GZAMYtgSXyqSjq0RCUUbOW3mQK0/DYde/hswo2Q0+7M8UHXnVwRVcq4YfaSKaxo14Zts8pj6qNrKo17oBCOEwIpsCkqN1PKRSpw6lYEqq4MCOZJj+/0BAXFx7dHQJGJwhWoutkqlVypTpucpLc9zDRBH6hd6sJqeYLa/w6eB3NTDznD0OwPUMscMcHzCGjDTG1gWGpalPTLuej69dc5UGaA++ripx8/5cXGlu6vnq+lBaio3OKz9S21YfrCahpOHgjye8Im+79SvP5wBMk49HC4ZYIb8Bbv5vT+4uOlM8fYNjo2bwbAYidYsjK5tDnJBrJh4j3/do8B++lf0IvPd+XeOpY7gjQ2q7wFeQ75Z+eFzlqUMsE7BmrBq24wvRcRM+pbhhJq/BGO6r5QES5Ib0M03iFFG070QphNjNiGe7jpjGvDR+yi04A9jPDDUiM93z82BlXD+JQi7l1iAIrm27Q+LpuwtPtjSFh46sM3ZoGqKV8eMK5VfsXtDFrY8sSJ4MOiFOoo0NlvfQ13TgyukvWurwetHIDHWfu6ye7dKO7QwrAIShC5d3f2LDCkBbKbnKS3PnAE+uTaZ807nXHj4BDMSEr2/8ElwzGZ08W64/nX7DSBg0qPS6LiudqKHC6Pg7SKfnzYBdPjc9LrTtcsTmNZn//UdryNmD16eMAhzScX1dw3poEfR1bD0FDrkbIrzRAvQb/kYODjlYWxf6DG+HBWf8cahe9QYMmJ9h2gYIax8RNsb1xFI8S9hNIoiPHYFNwcDUiKn5Vk7AqExCvX2ma6bIjJSQMh8d6yObnKfJGXkk0Lz3LjnLkvXADPnctKvUzEmJOZz9CCd/BsDdbyoFSepxRiYFkBNCEZq5NVx4yEBsVi5qCdIwjkcUQIkUEV2PYxDDSRpwaExwoaOJSKRQZAlxEZikFitDk+jBlNjk0Io1abiW0DwagxuPbEJNJbljitW660YO7sxMpUNIvwTpZAgszj6R2GVGJH/0y1AeRwn+dEhQUgORBdII1IavCBRKDVhAGZ6ntLy7NcAb/yej0HzVf8/7Ex2+QSzJ+cu7kwmf+ZipLVmvP51iw9f0+PUiOGTz9R6wUC5cg0H/00mSi1vTOYG3z9jyXgPDvXINOnQPdImxW3ac9ce/z/QI71C6U+hS5w1XVec8nFuj1sGmMdS6glwejicR41y/SZUetAbesmT5/oj39poGG++2TedRX1s6UonRoENm2xxFIp8vWK5oxv8LuRFP8wYCWbeaz93OfGXIJp7ndrkpq3OzDyFlx5kvcgKS5UjdIqXoP5JqbilTqFUC0uFqGODspKLyK6LahjFEF3soO5sAncaPSVH9IjCLsjGmmt+QkCUZEPshJBhV8ZqM5uVPjBIjl0W8+WyOBI3WsSMbA5ExEwVKo0Ji1gD6n/mTkWyJ3IatU3Kp2OS7BE5r/I3CVekKvegMZsQ0ix0ayXD/sQNUU9FefbvAZ6Vny3r9dDgZy6zvz+vRyvL3wPEnNNJN6djsJrbmpGZlz1nIqJqa2gmY8nT3BlGnczdCGoIZTcNKL3JPtVPWbQwCBurvJuohWAxDq1iBDS2K62SVpAavjQOo0M3KwxFBShPE3lhqRYmvC0VFFApa/UkSU0dJexgq+UpH3ASS2+VQtKZ2vgskH1pFoc2ocCU0dtTN+7PsIauKtkEZy34GE3yYe+pS5mhe2MIyh8xrGM1QnoMhpimwSuITM9TWs7uB/gPLLm8+Ozl4bv+CuKLlBM+BSbppNuIM1azlkc3/mRs5+mx6SuOFDH5+FTyQcCAE2DoALpjCLkqUoJJwgIrHNXsStAyKo7QViVirBYKoQXLFjDaOpNzNBAENASLbWNVN0PHPXBoAJJKZTEgym38jF5tkOQHl+bZlMbbwtZeqpNb29y2S0jZjMqIDZStsXGFhm2UDhrX1gxM0RjDpIsL/JyJjfAeYg0EVY3Agju0c6bnKS1nGeA/sNzj9wCfo1ze7d8RfO6yfA0wZ2geE5p5mK4+OY9HG5ViaoYWZKxA1JPXRAcJmxVH+igLL4qA/IF/PmDYQok6YHEZQSOIgwa4WtzIAx0hNASwGZyi16a1DAYi/6A31pC+HRI6CYEIDAW26SmKkR/acdWQk7tPW45DBAYQ0FaDVfH0YouArgvqARZUgsnWBivEMTlLlwgqbDvD26yogyWnkHhUFG03ec4Ej0R2s9JLrIFqm8tZfWR6ntJy9kyQf2B53gzwcS6pvlBZ+iVI5qMpByimI4+vHC6iTGcA6iDGxBWjKdw58TwoAoskNed4WwMSypaiyrFaOjU4NJfGG1rpjtU53jvKuCEKFW5QCVxUWhpqIFRDTkOSzii+LKoWOMd0WWxb8DWRN6T0BARXocuQX2ULC4uYElzZvBykU0FbZk6CXGEgYelh8DbONr7s1PqnlrelBHMUUDf0fsSz6jiCqm8RGI+NQqbnKS1nGeDrWk74LbDOyajq3NvJSqkyjz25B1Czc6ZHF6xNwarR9B5zgHDOnuImV3fClzBUJa604gSUmIroKK0DX7o4Fv44lZ64eDUDaAzh3jP6GEwtMrq0pSlQ2cz0ytujlygANl4Wm2w7KGrpBERlQ8WunT8EocHRSq59QUoIL50O01bR9q/sNNjjuUhCoRUOo1Qri+QaloebcKgklhfhQf/T/Bb4rJyuctLdYGqOLs16WFxbxOFTR5BbnKq7lJN9O5+TIOcokLXpCYKskIlVUiDV8yLJi/5uQss6sDreKnR5jxGFZ9JBD/Ji2+2gKVprcqjGlFomVVHLSXZ3T5tMpnIpgYx4henHv61Ssip3+9lGk1hqglXvFUXIQi9qLFa0ktRAZiC9emUtWlbRtVfJLZy5BLRIBipfBMmQgjbp2qh0qjI9T2k5ywBf13LiM0EWEj+eljEBpSk1pZreDbqQs2Uix0i4uUitUaVcoJGVTTZ64SCGagFCosbQRhL7qKwVP2Ahja4QJVCtg5NYCHiZuNmG2sfjpZJRBGg9NopDkMr05KyqNU3ImJtMKhf/b05w97iLBEr3BWddEOjD+P/YXD3C4lNB5Vp7R601zFsJGjEdMYQV1bc2RyIKjQ1LXhYoZ3qe0nJ2DfB1LUsZoOcjSGdyn4Ilc3ZSA7NMEAMVt4gqotRjoOGxgeMmNqmhUsj2kkktqsaCMcB+lZbQbo2wXTl0YA3JQrqgWpJF22MTWSLhQFfTK9jTEB9x0Q1L4eiAynZQ2QWsxn2UlaSwtaVSybu4YNgACddhbN5rEhea6IVZtDi2vL1RCKyqkU3D7urEGE0guPxgUHwBFLT2ZDY/QbuDZPMt060M8Pm+HvHyyj8kA5zdze9sl8vl8ZdeB1v5xvELlaGX6wthW/mJcTxfubt78dw7u2+94G80Xk552jVAkKZhpp9VOkfHSoqR5jjldI0K2iFQLm9F4ytiYNAYIlCrFUM24nTYDDCRr56X5MDxCrI0/bisQ81uGcuAcJAu8NUNFOzZQRzFMtkOpxq6Qg2VdweEtl211YKIZwSFax84OWanQTjyohRejYdB0d7ZalJ3TUBpwUoqVEwaBG1diZfBhrSlSyrBur+CV+sB2lSYakn0N5dYTT7pfoCnaTH8h1wDfE+/gDipzC7pFtD3/By1+tHtixX0Ul8yWfetlo+XAfFiZX/L6+oNbNDlye6L/kjjpZQTvgeICcdpXOdiTE+wlDwXnUJUVW3SCaA9cWNQHBmiMVjHCZhSqZtObprWoIKZQ1XmgXpEVJBzfJVqBBZBLY0cKbCq+IWghlK5K5KHA2i55kU7NaJc9xPUQxK61lywltlYtlEMt8deZQEJX7uiPSeEjZUGiTXVGOJKIqgJpHItoMQENN8GMOwb1m04TQtN/Bmrc9IGWepFYggagSQblUVNzl92XP6K5R+SAeo+eCeWPOUt927JbVdesOheKy5/u+yAx8qAeKEy410FWW5OLt3a/AXf0XsZ5ad+CwzSOTkqk/MRMpzEZAWVSS4mYU0JtZCJuIkCxH4IxV+d9N2tBsAxSNsrQY5Z5ACWtfgEoMrm6iNqcRWGCmBYg8rdiE7ZG4OGYnp33Z3QLDirq4J4YJTFlVqqY6RhN48AZcICFBF2asTLYjXJblKyIm+1lOCGLhU+8jh2BWq4xvQwPUZBNWoZDJC+hWlqbX9JTi87su+PTM9TWv4h1wB/5vtvT+reJ78sA6wf8T69DAjdhuY5SxvnuenOY6SBz/mzjpdcTvwlSJ+BmHqd08m9DrGOaZKuqDWlHcQ6S+jySNCzRj92yI9FdagaTSnrUsk6bGpocgKDWn00naTWdGqKhfRqTKBsFMBgGsSBWQgwOHSCna8yiedfwDaTFC2q0jdGOjWAmcLKYrN2TI1cPaZbB7CGsrxHsCpjHHxhYxzdDIOwsYL/ZzL0KE3z55+VVrtBDQPrspWabUn4kz1XWcLXkDI9WzldyeCzZ4C35+0pagvPfntjd75Vv4G96etmN/Ugo5u7l6dzP+WNN0O5wQuCd7fmuzcqeWuPVesPeuuPVHuYZ8UpC7t+ZwIA77WicnM+5z0EhgfLnXvYEQfgbvgJI+0pb1vzfQTbWr+DjWCPC6baGj+NjjfT2prfP3dHt5o+vWXpGmBOuDojd56TE3OeE1Jc1LaYGhM/4qOqJMcKWQLhlLepki4fWeRUFcU3cTAOHRwIgFZswRI4xw67sjVaOQtCbVMNSv71TQRlrFD3EAuMRqFNaotAkbahoCYraJMsWBqLqMwouAwFTreOKG3MpPYWP24CyUNquSaMFdopXRGrKi9HEIQkQYs68ArUAi4MJDpSNMUnanViQyHYyBaQ9CTJmZ6ntDzHNUDeu053r/NT3PzsNz1xDS8vTU6hZr7d8Y3Je5CxECFBBGaLN0uW4/yewHroGy8R6vlqYLEytRvD8IaCBM+/Y07G268QkgXwDuLx5ioBI/KTjvg3tBjcY6zEeTAd49ImCSZe2uumvjVIIMHxLi6XZ+fO/d4L5akty78EyazzDNRk7HOxncN9YBAjMXabIkoIcmAxl9lwngfhAwFi14AMVu/5rDbu+OuoIg1LdonCECldIBletqKD6QtliSeT4OVARtmKNfyDTjbDemSwGlvExpusYTylzyIKYRf3blg0JZHovNAKFCO4pi2TrVLITEFMyQ5NFkILVdSuOnbecUeCJi8KTZ35I97+CWKIqurQSkcgZXqe0vKc1wC15mzNt1Z5Bzyw9cS1euupq3zvMu07d6D78um2VNPca9lPYrs2+b2w7Ylyl3m3+lt5QBvgujXgk8vzG9NjvfQrjboPdIH/dUTs79KUR7u1p7xdnv/rbSyVcMCajLe3g8nPpFM/036v59NfTroGiNPvcBLvpKWrC2o4N8E2L8/X8EHCBzrx0UDRlopGNqCT+PlIqWOrdCairE9jJV+pTDING1RYtQGX7yLR6vW/DV0YeYLGgz52sHW48tAunh3C1aJYtK6tEVmnLjAkoXUTl1ISknzSKmkVQZ6moZMSSBlsMHyNfHEOF94xa5sguAY5bPU0EuyGUL9gRYd0sdoGIqksoJ3jb5AFN5meVfpz0U5FeY5rgPeQ7c0nyNj8DI9/441MbuhjjX4NUI9k46N66y5/AujZHChW+XaB+ihXF+qQMDInW+eDgYcbCj7WrVHVi2/uN15p1CNBDEaXtzri+hWheCPnxOVT3s495n2jsfZhGH+Y84m93fT7OZ9Jp36Sur4e5Sl3g9FBH07zk/OdjV626MCwHDJm5OvQKzJaLBm7M/lrcQKUpKUzesmtyQLUUTnIxbHXDvXPJiy5f4jJOdydtk2S4HoNCV1cxdiqigohwUZlEjP6oYNBEz+RNaTubZ0qbx8c0AaQcbiWTj3UCKhvSIxe8CisjLuEikOqNojcBpuAkVrsQYU/7dPypNawDiWDvSmFXr3DooYj073c/PP8Fvgm79/M2y0/uayl6d35Z+dmSrzObbbc7MnOZB/5283JRX8y7Ds869kcKMMNo1n4WLWbT+qxaXlAW0OYfRcd3n5Dvdz7rn/Gu5ABbmHlMmJXH95+ogyPHG8ojU4uGuoHcRDPq31l8qqMfvSm/PXJAE9+JginXDv9QvZ8bIsMTVkhJAdlkhkttU0JlV8d146YOlykMzvCyNIXTVg2BJEVNaxJ/t3DGDBqK0YjesinR5aqG2FQ27e/dU8t+yleROPJ5B2CRE5Caaw1GdY6TNB2IpG5aKGjYQQUg1ZnGrJUDU1NINTDqopBXGkHGruodhct6JHOEQ2ZjiGjhtQ95SAjpHQoEW1haFFDTFOR+ae5BojsCAuFbttc197+9RbeOfJK2TozPpeL88vIzqY7n93UFwCdmt2uDDApm26GjMLv2k1uIW+TtT+g7dHCfaKfTHf4UA/0Mm9vgfWIupZQ3ppeMoLZ30UsbfrshZf0fN0vcTFadMRNALCb+qAMeE3KCb8Fxrzk1MTUc5Oz/nBuPn4wyqD57HO757VCwKiXtIglPVViRMl5qLdophypowjWnAkm1IkjLNrqDbyHwQAVaIm6HkNQl2WRbgRIoa5GGowkw9sgymOZNw2COi+vUYnNYFOKpm9QNXInOrQQJrpINFFWfhid9AYhsBio7NanQtamdK9INJW2jGoiJBhZMjIujC2iMUI1XR+I2UzPU1qeNQN8gjztIdaJ3ZabvQM2T1zzo3ZVNpFVAcK75yuZEmD2X/keoNc0xkiZXppfzAPa4MkHtDEeQwMsdr715Po1aYdvG/pZcAGjv3ryGxHIBlGQBc4uzVs+JygsyQBvj6b+FLfbk3piyWtQnvJb4MxbnYWlydIV8tkZaR9aaYw0sFVmGKf8WsxG0jJKruXlUChqZrWq6c8QErq6aHDK4axKPv1FWWsGUT0AbfSkpllRSZ+oSXallsFENP8oDH5Qqf+gaJCAOmv0QHgl/tBfEUKxFls9eRu86zzw+AUIzj7tpXGxZQam+CVbZ5IufEh2AyGSafpo0ZwwxEaCe1cLKbJbtxilGH6pojLT85SWZ74GiKTpPT6jjR/m/v/b+54eOY5kvz5oDHC1MpZLPeh5tMTqsUUOx6bE4YUgjKXv+gCmjzwMBO6BX4ECdHi8+WZAX8h7NMDF8gk7IKUnYKG1DWgMC+gn6AFewr8/EZlZ3dXzf4bdZP6ipzIyIjIyK7syKqqquyczL96oY+rl+24GJP9F1v63bX4Iov+YVFO2+E+4H/2Rdwd/6X/Q9t1v+f8if8nPo/yD/ldc6WVv8h9fMdH8S9MLb95NbtH42R26+6se6P5F9x6V0REP3vstTj/6RKCcXfm3TPB+/Qoe/zqn8t4gA6RkPTD2XWAelzgeeUjygFTFB7POzZbr9F5klaCkimI3s5h8YyJJ2oicSsiZZG6coqSQukn1KbG9kW2oVt2sNCZl00ry1vonwXFwi4TVmbsRA2UBDbbFyBQ7VzfszbPQGkd9QHSPQluz8kF7sizzWldkLn27xi3+ihWmLiv4Ewtrviy2RH5gHm3yaDCFcWaBYeEhyoqb/PN7RY0tS08pcotwGZ5ckuLwXFEc+R7gJhIrXloil3Pm9RfmTMjt9O/T6t05iZlXKeT5v5/NfkUjNMxkS1+y9X9LQ+zD1bW4v+O/bHuP/2uNPuodPqZuuxSXXqZ6CPIPuITdRbYHd1uy0H9lozMQun8pt0ws7QxGCIDO9e74HiDqTT/YM4jXJAk84LvAIh99lYqcB6YtWUQbFjLCXzRIK+qCU60sXQn9IRDUSiSQtDSZa1zZStGOhBpMxFJTG2fDsIMgOJoEmyRbN4iaNxCkrtiK7EJSvJqG8ZLQmqZnTAO2NgmSXBKUbTfFBMxQWBIuNeOr2f9KsHajRkaiHds0DYqNxx0+K8mNWY1C9ewaG/dTKZqXOiqFL6zibUNl596czwG+/NWr9377l78i0yo50z5CET/b99f2Oxr6aDNSQD/+9uPZ6f9ALPqHaKj7iET+tzj9g7b4R2/8l2r8x26ZyfmG4cu/Is61vSgD1D+W+9VHr3474+jSgkKGQLSe/l8w+sd06rneA0Q850W6VdkPpPzPcxjnWmDJd4F9AGpB+5ikRDUerjxN10OZFOYqRMP0ykKxg1N81cogujVTjFiLSujUxjEzsxz3BEYGzaBBVrhXN9WLCYpu4ZvCxA5rSzMkyahjrHMDN2ncW1Y2ScU6N6izneryQAP3zJkrco2wtBK1HcXOx3sRGlWqOV8UxJ9FduNprMNQg9IoTDhQczJ0Y21C6FqSRcoYy0cbCxU/+AtJFSZZDAY6mspuxb8Kd8zPAa4IkFgyAB6Aj07+34bWBOPfBVayIw7EM7AWRwqU3em4xYEZouRQ8qwNzsd1nPibNMbVkKogFbVlpdqSspd2GHRgxo2wYlgLtTxhozJkZUAwnpdUgrCpgYpJNGFzVYZaU2NhTXZF1iUbU4POMb8SFhMYhV24pyS6qLEiBNki5qXsk+XRfRVWkmU4UUKqccfWb7B0lCRnIbbYRFMUHFOwRVaJBoWDZQy09l4rYWcmqjzXmOLwXFGs5+8B/qd4cDyGD37zI1K5m/zA4huN0f8J4vQtiYenT9WsZZkUcRBlCGwukQvbSJoa1bFu0FKS2IQLaCTydwTC3ia2kM6rnwIPQQagZvDsYjAgsKQYgAzCb7RPC+U8rKovicCopBVKWdtt68gSFmFLVTQPslwRiHV6r523LvAKG1CTaJlxr1WgDSQow7I2rvuF6BaqVi5BQ9nMchsVUfVFYckQqdErVKW93uVsnqOzk8wRY8DB0qv8ySa0cXiuKNYwA9x6b/eVrqVH4TuLr96r3xp5Q7H4OcA4EevGC0/DzZlfGh2VccQ2iQBXvBtQ7jUgVeEsDROJJSRPlfoJf5ZTQF626dNEZbWNXpOhPf8GmnBDVUijWgzSodrGUKAOMxpKhI26LyKFMktCnNVwoo3VwateWQ6lUbiCwoKhBn+tW1RCY0LuhG1Ro0A1zVmquS2DGoNspW7SQwzI25SRCR6KYErXKKu1BxadpElQ4xMKFDl0y0yQvUHfBV4VvLzz3k1+7HkJph/9u7jx92Zj4R6gDrk8YbNo8wEf2SRXU6ZaladYAhzjbb01hkLfOIhFkg3pt/7bCzXQPSFpxcswzLmppmU0VRNFlRVp1Oh7QAMFmZrANM7TvzMcNrQm87mwQN0qClSiSkVUTSGrs2Rx7E7jPvXFpbRpBws1k0O5D2OpsbVb2ajGFiQa1M4spAf/VZLChrK1pYTYwKI6IcM/KMKsWIvhxlYju59melEQh+eKYj3vAXaM3APEEa+Dr0YFbXi0+vAs5+Z6tEocmjDSludxFGXhoSobKckVpWvwAa39qZYNkASopFvVLcZGtnZH62grE3pWrpO2FGkroqBR0nVIncoM2mVBgg/vXkjdp/pCndGjsbCBCjs1qak4lI1vVaJuF0VpRc5VGMmVSwUV1VOYjVFvPCnTDg66ECTVcQ/Eai0HjUhvXGo0Z26d9Dfd3oxBFROw0sYgyyyE/1KkSRjG4bmi6P8TZF0xngFWwsHqEzN4HZKkImmsskoOa9FHNTYgnsSrVnyuAVCmQaqlUQ0rQTIp8SsyqajFeGgjuV/RUhvUsY1cIpTRWMas4k/CcJXtIXG4kPMUDpv71VBjES3SnWNPsRbjJClUsgl9mkkWuhhYoy0kQdPUs0b75l4baxZ6hOmqDhA0qIDS3BXb26OJ8uRbnewbKlJui50KbMLKMjDtKPo9wI5zwfh3gX0W9qk4jkBTnJ2DKIg/U6MwwV5hkNKSUrTnerctbkPSrgbVtfby11FI0Rd8KskjhUBNbVTcQhSLV3wwJRURtfbB2DtZGEBWXpTRJnXFQm1UAVsEKr0LkrhFoToIG0qt2bIe0hxplpAqZIc2m5FUVUlJxJjGtW3MD9uWTiyA3HqbiMgGH/sSm7qXbKp6uMJLkjBsGY81KO0hE2tShVZxeK4o1vAeYIcwlgHimMPhrOPTByFlcaIGKWGRVXuk4uAtVlklWUlztom6NGxtxpZRlwFIT2bxZxsTLfCXbhpHqliexpEhShsNWC1qumbNCVjah10U0UOsSXAqFXPtIvs25bjoVgQm855qmbqo+EWB5GGUJA/Sl/mOQtZVKUqfIvkzL3HIxINK/3XK6hiKI2+lIivjlNFZeMSfbahAndQMhkY2tB/tFxNy6OxQNuEim6p5+IjDc0XRM8B1xcI9QB+FIh2nOknXQzm5eoSaeOpG4S0O57/paaRYLAj7o9I3ylpRkKSFuALE1N/Ei6FE+7oRg35YiS5jKVGhIpqGNjzA2FtQllJRS85yVMM+SXK7Y91c5KEqlP3UNlKEuniXKqrJxZxYZJsiTBkpzbN5DsN6iahSTWOjpNjEEOtsRN1W7i5lleL9No8/VyFQAYGGpYp7yYYkV2LgQbRkPx6OGlIuJu+g2Nxt4vBcUfR7gOuKxQxQ4cMHZDkuvY2zs7IDVUNU400QBDiKVUrHBsGK6FZOisg9cRttslq7r3xwyjb0eFjV1hFZM9oWC/WnKphWZnLj7FgczUMZplVpkhJm4Ucys7Rk4ZcUtU+8mprbpZSC0k21t4j16Mbu1S5ysySqqK8BJwaTbJI9g0KpKl5W5h/qbunG5mUCRqWNzLWkFjbiO6KWbks1tC3VKpVhHu9hHJ4rip4BrisW7gH6TK1TuA7FsoRyMSm/IfHALqtACr5kRik3wQY1zpKhdWNBojRdSokcQaZUhjQ0rNOXWA5IWypzQ7voiwWHkMYOWTZkPeQ2NkXLIClhFnUoS4c2nNsZWYkLgaxYenLChtKolTHwTyoxFLNqUXTWktKookov4day2IQqB81f82P7Isue3SKNIQ1JCGCrjVmrgsRik2KZ2LdUsT9uXhq4CY1L1SbiycbhuaLo9wDXFSP/E4QHoM7FOgR9PFayQHqsCpkom8vzvL4ny4riSxqTT2e0dsNiMKhJMihSbTv3Rs5ky0ZAYlMWduCFD5vwVa3rsEzRox2iwJaeiphSVIp3ewqlyWq1yBKF7KLfOh5QmNXJwEZW9oqqKqUTcGwo18EXfe62J5OeRI406SelYDEQ6WlClZxWdbJOlhsBrZPlRo1VRVk8hLztEw3xIqN6NJM72hUjjmzoKQ7PFUXPANcVI58DxIHnow6FuDyZe9n6aGYRayCXgogHLw9fbBE2aGVnErOp14KcWKMiTvV+yVJSekqN62ZEsuBWfsOutE0Ti7GpGv+KMUlWwUPprUxCRLKBV2RImkZJalZ6Sos5y7AAG+aNto1S0PpViX1bYDc0VAkqhuksGpsziZG8ykC2iGaRtcdIQLJXE9hJpVdRVuKE5aQN5MUORasNvjjJQUsuaaiUC/7tTfk9wI4Vw+I9wDjtotARGhT367App2UfoG2oYJtQSiFjHNOu5ysrFLM1D3pLVcmuQNWtLYdEi7hSakWli1Jn0TaXY46g2DYMiCa2pEUOrrWRMgT0HBoUkiel2MahQtFQSpNYFyM1GJXowXrODcWW2jwM4i8pzjRqpLp2i7OrMOl+3cBmlgTPF+pgvU1iLfeWvFi2lKSwbA8OBbYqa1AluWJjbIpa1kmuSw4uDs8VRc8A1xVLPgdYD8Y8EUugeDN3olY1uDiRNysxLKlTzffsincTG9YVEhI6otvQlz4kdtcDCXoOS7CSj1E0AUUvHnDpQ6UlNEVBlXpIx5Kx2vQUjFRQxh9VFsgIJC+qeR+sG0xrZJkenZVqUMg20kig1knqmlJVrMYmtKBooiKpOCoKWCo+VSpjk9q6sIyOGtKes3TLHKA7iCGWNmJsIEWWRadNHJ4rin4PcF2xkAHi4MPx5jO7XlHVYZlEkRjZtQIwpGImP2RlCRp4Cq0MWGePbuUvbYjxhjWp021hQOArUeAGvhdZZcFWHwOSWJzsRJK7c7cOS4vbjQlsU0Ol7jgZOEAvEqeUhBo7TyKPP1mKLA7nraU24dW8TEguGpFbc/djB0Nsk7DEdjg2CWiVEjVqmFJvJGXgJHgQeYiolxsQ0cJyqocuPTJtQHF4rih6BriuGPsusA+5PGBzdS2ck0VU+GAGD3Fo1MZ5ComFtemqUZiRB/vRQS9D1lWEWQhNxYVqUmaFDayPjSoSm1DFKwYCuXcRDpom7MHjSbK59CCauzvrZFtq2FAXsuyB4nBKmaqgHJgFNDShoi02iApRDUX6zWBTRgZhsaO+GWW8t6nwEMlHKYIPFHpXw6cV5FrP0oVcR4u3SvItLq8hQalhkNw6I6abSSgjEj2giMNzRdHvAa4rxjJAk49HkQ5On9q9aFxNdWY5WVVtUGnJzYJhFxSqjzzzS+XSElHtrijUWBspkbuItwYesVXbXF9uqH7LzkkRSmzwF+LaH0lalNwW43ZTrUiZXoU8xUVfid2EOHMvNRFB6ZfJZjT0nxxCQQ5FaEVOPeVYbYddu+ImRaGRhCleahYWwYepCm2srwN2o9BYZ46jlSb3JVzF+wymqqwxhRlecXiuKHoGuK4Y+Z8gOAHHoagloeObgcH371BqkybBURoiRKGUNhplFI2Y5OzFzlENLpcMzdWSf1LQiJxVoOrZZiZrsqtommrXmoFAb5NWkkQ3MijtMs7j5RYSouQwWKKKFpSrVR29rKMinyhDplrRRo8yKH1gy3Y0GaRk6V22tFDb8qA4LNO89CM9a7ln1YvasayimLzsLXsOx4116C1NDYhscad3TQ0sqppKVIYL7Dj+4vBcUfR7gOuK5U+By+Fngkyl0qy0cZHLmFXmD1GVLfVRo8ANUIQV20LCzhxZ0mXQoDqsqElWuInmfKUmdwKywVBkL1tVpaJ1iOuGanBOvuiNMtuBIjcLc3G0klKamrOVjQk6CpRt2bIQfBZZFDUNzMZy5f5IqPqVnut7EFLZWYcta3ao3siGic1FHmHplWzRyZdMtbvgWE9TG+cfa5ZazoJ8tU4N7amzO5xvuWUd+jg8VxQ9A1xXjHwX2EciNyh4cMYJmoWESAXjpN1agJfMxytEtLWgnszNSigBTKNteCLLBhbNa2zd5AbWZCszFkETSoo0EoqiDQoZqoQIf9nKviSWJBzXThl55MpG0QslepFSbA/YcOQQhkGxUiF98TMkNlI70MACwtaXbeilDIlbjzktQuFNyumXqpig1AVbZaWQI5EG4ayvCGFQmjZksS24CSv2JAPXZBpDhUJmUflbHJ4rin4PcF0x9j9B8vycRFEtRLRoUr1slAVF4nj6tt4M/JpPQeiykmRR2VDtErriQ5YYhfrDIgxTE51IrT1xvdXX/lpp5kEksGqtnbAbUY0BaUlfbDDsouRGrEQLiVB4m63Ygao5KJaeXruo5LGI84g0mtSSVAmb5l3QS11J4WvkUKqQL7aWWxMVKGCigRedW0VFlCP3TBevYoouSPLKuWduJAt5tEuLNzoD3N64HtwcpjsbG+VfBY9g+uhucCeBvR/WR4NPTtIbd+72sh0sOGgU3x91fCfB+OcASTjyfNLGKZtHYSFKxVE3OG+TVdsUqCwWIlhRQevsqeizhheY1peoLCTyRVx52rKpPTjosFTFRuFBXVtoeXDMOsyFmKTBmh0qEILaKom+08YBEltJ5MO95ihiHGUXLcrmpQVklkMTY0GlKNycetuolj5lnEalDFu/SKEp7SVrddyVcFkCr+1tJlHb3N5koPZpDw6MJB5X08hvCS2adm75Zn4XeO/eBnB38vLRvZDMHu0EJ9x9J5gd/veOrfsLgeCd8ZA056bFDJFm4x05sndvlzeoYEv0Jw9bHj0dZTkCjmP66OHku3/FDh4wqGZPR3B94xzvAC/cA4yDTmfwOAJ1DGLLk3KKffSaeIqmXFTu4ij+yBjibKqsCGI3lCB9mNxBVEojV2RITygi0ZEoqdiQYBdLzHuDQu7sLFqTiy7pEvEIbFRTDLLMTshkGxvgJWWECpCTUfcrM7tFTQKTdfMCkvtAr2zAir2ilkMZEs1kEnyVejSNXVNo7DFoSsW4OXnGoOIid4U1xygdANWVnJFoI7twn4SKdoXkTloqztGElTweLELTN/LXYJD1IG5s70y2rmaCNP3haXDE9NHzYN7/HtsnC5nQ9BHlLZwtDd20mD66ge3dje30PtPW4gMx3bmvcsZy5/4Mw9me7KBZliPgOLZ+8eXkys/Ywf0D+ih7OoZ7G/uzYM8eC/cAebjpeI3zt87Q2KjSHtIhK4d+HqwmuMiW4a26QjXFbG+hXqhTyWVeEg34TQNuojs3irbhuohEESwsolcxugwMTkRvISh75y6okA4vmVRLVsoH8Fhx07CForiiwL5ctw9aZS+qaTLcoLUnExlcJZmjVVMxm024DaMgamgffQ0oxpO1OgzXcrzmRawHT6tmIJaHgBu2HHSQTGPfVrGpvYZI1Tfx9wCvMwwR05IBDjF9lAZXmTwpbA2xkAEeli3d/RcVT/8frn3l/WX2cSh++J2K2TsYy72N6ewpyuuIty6REo6DGeC0RPglKHs6hofneQk8kgH6yBP5+xhzIrwskqo9nedSbao4hENISkOwpRHtLCoC2NlCHtjMWlb5UeXSQhy9FuuGCYco7XWu4gGEo2zEjf8sl6W3Xohur7Y0E1taWsjSOs8TxTIJP2FVvUR3ErBZnEtQVREW0dw61sRY4+fF1LO0JJ4hh98kSVCnTTorZqU2T9lXWoUz9KZa+M/2oa1jTuK+aWM7aTkWaaOqFtGs2IHi8FxRnCQDrFnX1s/XH21sIAhubWwwynzPq9TJ5F0UXvtP3sE15uzRxi3mWxsbiDi3N+49woUnM8NP2DKa6Jr6utxsPdoGD9UUvjcidm5tOGW8t/GBTKfebv1CcjphpA1n2+pD9sDsaQz37tXZ5MP7SFvR5HN0xrLcxdx+9ATd7XwOD/e8O1v/+hxZIP421Mcn7uN2jk7IPQ1lw3B37z+KAJjjSx+/eHIVjPvCbKLkaHOGoodPKJvuyNsIFu8BlqxHcShOyySfjHn0ViFW3aAeRu1SqtKmBkIFTGtZOjZ5vQ1WAZurRTVTHkZNWLgL+SkvbKTJVi4gSHW55jIPAhPGmZHJmsQiJBaEaVWbS/uqTpV8qbkkcgVOJai0sQEZBTcay8J8GZA10b4kZ65QCQZlVt2xGkRRTV3lX+Ekzy6xgSmK1hmJvApLsxA18mbfikm0NskZNHyJK9U4PFcUJ7kHOH1ULnwfYfVvbzwD+8M3zPSw4Lm5khZ3b3xyfbJ9/xNc2N5A6naVtw0V0n64O3lGJppcUUpG+TdojJV/d+Pl5H24ZJZGZKBiae+RnPFpyof0tHOv9B99JLZ5AxCYvbPB3FUNrzx6+B3LrcxhtSv3GIDkBeOg3iku+5AUOeRLjy7zRo8llRhJMPc43hvYCWIwPminj642fb3D3JYnijJD6mE6ffSEw8pYO4+FDLAu9yjF56k5fiWVS9NiFLHAisJndG+ivVQpDlloHHp0tFsQVo1XKcFIH83CKjqkLCTVIMvwNFe03kiQRZN0411E1btvM6py3/EqvXAT6vAV43F/FspIrUC1daWBy0J0EfIiG1pkzaN0Gf3gfWtURYw27oxUmOjblBJoZZDCEmKbZuFfRuRSKLkEtvYoVKhmMxnGxjRwoWocniuKk2SAT8qj0a0NrNGtX6A6ex8pk+WPvqn3Bne+v/d0cu/uvfu+F3b3/uw2867J5P3vZb218WvWHn2PeIDgADnc/AzZ9sb2k43bumSluPTJEnknOHWr69vsrfT/3c/qo2JHmmcb995BKFLDrau/vqIAKF/A1s9fIpxdfQ7uXyHCOK6g3NrgLb4fvg/fn29so6FGp0b0QydVGcwUk8DBa7ftpDXTtPHuIfvS7dDcP84QFTw78P7kPV/5j2DxHqAPUSdCyAaxeH0Eqq4DnAem6+Ss4yHtoztJOpDMWUBS+HhFZBg2pEmwacV6NCwFVjYt9ApbS1CG3SJlT83DY4piLE5+QXQjn8q8LIg+akJoVTP2ecNabcjOoaLe3TZaz5HF2EIgPykzibUIBmTctjFJolxGtqDMBWzdmeTFuHpqncmiyrIn5bg8MeYcNG0sKrXoTaJilTd3w7QeXAOS9o35LjAfoc5lY8x/eKWqVf/ON5OHuHIjfoe8JSzevzd9NH26vc0wxgva+/vfMbxAcffGLyDThSxwd/KQVblR0vPdxnVFmUgM0aczIZb2Hhkg0sS8JVmcvSwDTDDdmr2PRO7exo/yj43c5Ej3vmMktIiOMQ7unNVo6JCnVmh9xcFXEnChvOohV+Y6MlvgXowvtV94BOyGnG6HMvXzDE2nHMl36IHBf8fJ6wgWMsBNHcn88/GHIrk4FGXA6oKUBA22Umn5WShBiFWxTXgudtGrfc55ZjV00ciNwRVHGZzUNareNvtgsmeyUSyMIKx0f7FWRY23HJL4gVRuBnXvT9MTVVFQo7+QURRtrbQ4TVNtVlzalxa2SqaokiBe7EkSt0nNsEnlyNc3oLWTcuC4SkzgU14EjYF7VWNuoJBlHJ4rilPfA8TmF8hYZshjyrORkldtXf0jksBH+1uPtvce3Vd+E6pHG9dv4Lo4Y8Nk8sXVTWz5dFgWfPzK1Cif0uZjYzZwRrXl0AV5OinOFMyGeHh1+owZJXK8rZ/hCulllNFGeZ+zUjjm7jCdc9KGiu1Q3VKS6OBrSTpBZukQV5hIX3NcYfboekwbN2iuPdvC1jPkHdPjZ1g+wpjHsfg/QeJwbA93nagliwzBynL2tqEltIcVFdRHlTRnG9GHTUAqavMkSOymLBO1ydJtRRJZEVsKZaHBmh+xSatIhqp/E3R4JWv72H0JSWpsRbgCP6xn24Z3+5SL2IBCcdK6DH3To7acZ2uiAWtmouK+sEE9sl6/JJYQLajXFk1VpwuU5OUndH6oC4leZezkbEdCYQ7quosUqaKGKGSrptRKJhchoSZZyrmsVxgn+hxgeaobSRSTM+QxEZKAyM6Q8/BeFwLdO98oCtx4Zz9uD+KqkkZT54NApHpwU9IwPgv491ICun+GZOydvfD+0n2gQWakL7N/XdwOgYikoKSUS/foppP3oxRqMqvNDxgHSneVg6KXMjrDLYpSmSGZq7fAxD49i/HN+WCH7FUZIKQPY4Z+lEtu7t54mKeaRSx8E2Qvz9ykuEkTByIJgnrnJsln7EgJSTqaTSky1SWcXAix6tAsrBp1NbJdGZwasSiCpmj5cEEqjU02dXgZ5LOFsV2tS8IyeofcKs6RjR0rQaGNFV2sXa3twXibJLEJYhfqpjhhT+0MsRfKVaDOMnXSqpQSG7MaQDUCyQVUqoXIRRBebm6CB08++y1C+3ctjdWX7FwXeQx+WVtUaW0y8wZmgEhNfsbKfrIxdcbEZGWfeYwC4z2KmBQCvIMl9Yc3sMIn9z69OnPyxFuGCj6fZJPPHSWYeckpPOxIkmB+NNnh0wff/QtH7HeHTu5u+2EDnEm1VZ8DAx8+ms7eR1C6t7GPv9kem927OnX6RbgNI5P6f/97jBHRh8mu+vgEu7yJmrM3hTI1Uzb6CTzNaFoYTcUnP+v0N8vxWfs0+vpZqeRzdbG1cQMz8IFm6La0nMHtjfvZzyIW7gHOvMzKeRyFz9pVotVDXgdrMFY1RmyYemticYFTGSo6A9EJ5aV5epK6yFwtHpweyIdSmGqQ1PYBceM+ZNW4CExuSXHTytJsgv7DmNW0irahCZK2FYjcQKTW2ECKLV+ykBglC9V950y6JLXMsAOyl9AUUVJhLW66MYmNehFXITdqEo7xl3ZiSayny7ATTzHY0IBCSdJRRcqyjI6GcXSuKk74XeC7ute2pTxFT1Odx+gu3LPIbmjGjzXfQLC8987kC97p27kbyRMfGk+eIkRdZxPEB7b9f9PJ/77rB6vTq/cmT6mCLMDvcfwLnyrYezhSvxzODkJj9K8M68qjfFTLhszFpldd0hxBR2X53LVTubLh/cKXj97Zmz769/u1D7SS9iVGZ0RCS6VcDRh9XrxUMJrQxvjYF8LpO/ch5Xgecoaeeoa0mdxIByNYuAc4weVUnMfzGMWfWVI5My9USHHkMkaiZj9tNamwULgJKWRl9eJPptU6NiFgYUuWxSAYLyTyehBa11VdY7a3G8tcSz8ZVZz4qp0VqbYbKDgOeFG/obTIErLO1Lhhg2ZC7EaM6iQ1sO8UldmtpDFRA0ZZYfFpr+rMIqoswTb1JOtcF1ukLrTrrZHGzwpJ18xqg5dNVJe0+Mi+wnNTi7HYuhqSFyMpyr04OlcUJ8sALxD6KsmJsO0vgBB3/VHo1URJQhexc8DOL9wDnMQRh4LHPU/WOhILo0MSlJI4TeuPy605v4NKszzyaQPeHCmcl1fD2kZNNRY1CwGrdTDcpE4+yIjVnnhFFSNRZFHakIqseka4C3dpJG10EgKtWfsiwVplfc5MIYzIqmopXMpOtRDNsaE0xfySYqjiQXLjfVdfkmpUWasc+dRXH6kT3/QqpnQqLybKuMErajKzkrUw85YCGrgWImyjFcbS+iZBnDtgfyt+BbzSvwd4V1nbF1E7Nj5RbibcZb65qnhn6eB422ApFjPAvXLkFaoHI07V5TWIKoW8nMopnSI3Zy3E8QUTylmR2rZUNqzNSdFHFcAsSoxKEaaOkpIcnXxgU0poolnZgUiSyo5oJUukqpuIlTacVSr3woq8jkX1aAZ/VpPklQ1kxpobyQ/sUFBWTKMVpTaUKmQx0qhpCkPOzcC+6jUc6VyLCohWKCRJ8bzNgOwRHLR8N8IszNlMdqx4WFBIGhrbsVm0VLdhhM2KPwNZ5Qxwi1es8fzgBLh74pYXC909HcOMH81ejoV7gPlt4MhzsPHxCuLp2oemtrarqmR8nKNdtE67aK6jW5KsZHtXK8kCchqjYE2WMrZ5w5okiOsycthAGk3VVba3sV8hFQe56mFgEtNYtFWTWe16BJyoUaF6tW+aiaSuVKShQxEtWqV2ynIywVcLiL1t29AGxaAfzYtGKmkOThUwMR0Qa99CqxGlde0ySY1b6xAkZevsLiwhUpkkWxZxaK4s+u8BrisWM8DmgzAgHrk4EnVizsO6JS0cH7lxp4tiH7vRjkey3FADoi6PcCllTBv/2To0rjS+zHuMxcYmUWUDW0vMXUg7y5LlhlWZmZeMy1KyITUWakwRq7a1NkgmDWXSBl4DiH4sC4+SYCOhybJkw85NsbGN1QPbFHCbktKqUJ1qWw/I5q2GXOkbL9TTzAYUD92EgiRPtq4ui74xNBVLb1f9Y9BrcA+wYwkW7wHqN1FxyPrUDNLZmgwO4UgDWFrh5WPiwWojVKj0Yibj5tjkDTTotBSyJoLEXkmtBox5CEkSoZROEqijrqo9W8xm2cDEJm6GMn6vL7xHyUIym6nCevKSgmJENuXGNq6FIOWiQbNoSJPgWGh0sCzpEa3nlGxvpW3VpSks0pASbHLHNDSq6lSjVkkin+t8t64IkYWjjd81VQtBEoWM4099qmKz8kM+cQ7RqFiNAnW+zJlJernij0BW+x5gx0EYyQAnmzoD+zDWAQimnKQlcMm/IgyDdnFIJHvVxEUhFZgwao/2Gl1A6TUXnWTSuA4iF2aFYZEukoYWpFRY6YwoyhDROzYs7QD20c7qSmW/JGXN4hhgaq2MosgiwFktcZJF9GIu1CFuDUBSqT7nBZQ2QxWrkPOVqSikOXnV2gbZG8mtyrjcNotQl8F4OsTbMdRi6pxwQ00aDU6tcWCuLt7rGeCa4tJIBjgp2VVDkDSsSLU4cYfKX0vNGtmoxWqPlq7gD69YE9Emeb+URKi5NKGITTYqbVmEEJsIlOlN9jQLaWhIZMUkZQvYemsDtVDFAg+O0mjPDKlOXHEhc9ayrEMGpawlCtRKulA3wsUmC5ZB0Sje0WoiCj9SpaCISi/cuGojvZfRqhiQl41NKEk+34ewbkktBz2mab69yo3jsFxhPP529YN0xxjuzH8ThNjMI5Tn8TykfRzrzC5ef3mcc6uTeBzJoaxEI1urDLMhZR+kaBKpiEnhk0KoinM7zaGk1ASZPZqvG79UUa/mU+4GjltVERR7Jr8eI1npUNqo+Kh1kfNpssHU/XU1jFGhJvUUsqBYFpLaEfms0wQGesdYcg/KoNSSAhmkOt0kycpMaPz+ayMxNqxEWwpQYATWy6JxEs3Fs+/yxnHMxUuS7WWBjUQ8Alb9MzDAzUsHfNKiY3Wx+eq3wbXYw5HqszUPQh2xPkBDEuSaDcOY52zqmjoJhcyTUkPzfCXVJItVWma98UBebaouSkiDa4mN1KW8sUy5So8Ai8/KIImyf1bFuGJtG6Aju5V/ltWHQzkFKYRejCq1YCdyMqTUk7eFBdlHqEnDDyTCtKjUhkSl9r80ksxbN6dMTO3bL42QA2FiHxZJ1MokPAdvFaeWnsIopRS4aj4ofFu0+o+AgY9e6feoOtYN3126GdwASAFx/NXjMblK84d/nrbjoA8eRF059ositBDkNs/8srVh9YJCHXJjIdvUTqkrxhLCjETFwlI1ycr92JANWJcjqihoqHmU66raWRbmroRdTArKCF2isEy2NGMBO8x7avXyppqFGsI4MwW5PS1tlXK7kEjjUT0HHwYphllhy4akxhRknxKQWAnvRRmjpTbMoMLU0r3rIHlXiQ15NGsdm+Rs1T8DSHz87UfBdawVfvmKP7ewiE0eszwF+5UsiQexmRChHqr2+CWfYhCO7jz6q6eiXKKQLLlqEUILXHMLd1idsMdaqyR5Uy8jINGyVKxliLQD6gf7lYak3MFQReZnCnWpRzopT+JIaejeJEDXbjAYYyghsy1eNJGOYnkvPiyRT+8BrEPJMVlctNnUToI3W6siW4UUG1fCQGLZxPlPggV3Lcm2OGBBfh3iHxKJS+f3f3s6zg+/eo//b28E/FlAHsY+GEU4NuO0bZKwzRJKXUs9zYK0DKAtS04rx7fgwoCKKGlovwNORSR70Swbxv028ykKC9Yi/siJB0Ca8158xrCiG8Y5GcVyJ0llV24qfanZKuoRApLsMluky7Yd1IUpow59Y28WYm7dvnVCUjOUYaSq+eKoEYsGUhuB89ZTGl17k+bNQ98YR3lraO5tmGpLI71aWTQPlqI4IFccv7m0ZCF1rDI+eHUnuAXgiNUh2RzVZfnzVC2JjZpTtuqq6eydSm1aX2BZyeVDvZhiIY4egqM8LLhYkveI5D6JjawsKmyyrmGFSlX340LiHH9L8/e86NUMN2ZtCleFoazUsqicm5UaC0kWbEGxH3I5T2klZ63HsvOV2p0oqtItXijIhUmr8QsEiduZbAAqUlYpHdrZqFAYecuKepSKjFQQr8vD1Y8vPe4p4Prho0vjV8BEWQT1PM2js5zGoSmcrFTKWEY6lnV0h8oaa4NBKEonkluaHmRlrYii5BvzYP2Kvkjpucm/yrBg6Sc1MFATCmP/qitT+jFhTRZN3imlBWvyWttmkqWahG5fnaVrtyyOKbY1e69joe1QEpbDBEseIbAJK7SPsYBV2h3vp8af/mSRMwQ2P/5id1RTGsa1YdjEDcR6dopJCV47boOqbAgSvVOphiWqK/8R6MSdF38JrmNt8Pm3B9250CGJIxIFtj5nJ1EVx2kjqayXjAVm09hWYpUkFR+0UBMtIDakECtUchANa48qULNTlil0Ic5VkD2zCkObqOSSK0NTEY64dSNpTeEipNzWEOGmpjDTiO1fPUrm5qiFrUxSGlYWDCmMybCu3gcaxSJ68SuU5NyuoYFgXl3qaLpA1JHIq/DovTNhg3mkyLw12ridikYJNmvVPiRr8fwj8Pmdbz8ItmNNMH18QAII8ElIoVwZsc7I5tl6cNaWHnVuyPE4hoaNGpJVcxtKtpY1OZTUwWKDmvis1yIGR4KkCCFu2GjdGqgFZclwiasgwaxtEq0ozc6QRLpd6MCgzrKZlEp2QiZ3K1tCRj7EtsCfLEiuwgc3VTooqKaOW/PsTKpQywMkGiErqcsOUlrywxD6ZRU1OHtYpqbZ3l0r9GLojsjZv5uJB0e3VJJzR1Aln0b/5m9rFP9wNfXtzYN+daRj5bB5887oZ2Aq9n2A8uAl4bjUcYxzdUhIcbYWeQXYKNSQhkl73qehm7SJRjbQYkh5WJbWMqti9+LBySLqtiZB7JcqVbVwk0pb6N2FGoQvN9JWgtBy46y0DG9IIUQRzaJHs9YWhjYsBp5QaeKg54yyFOV7Y0FUGEYhEGdd5us2jNYoxKUPf3rTZBm2qoENeZLULS/zeFPh1WoxpZswD4omUXVtKFur+DeZPLjz+O+C7VgDTPGGHXrKwsrhoYhNWSWVqigtYp3HASxpbNJBLpcqQexoDejIdQWE1oMYt3FVfDZh0uG6KYQy9jZGx4qb5G2r2EDhMVSSAylFISNvzxKokWQ04ba6seOw1yhkFJ5rh3ZqbfJuFKyqLijEn2o2wFZEe/0Vkcu52AMqnmlaJKj4lRQRjcQGqZFTsWwltjQCI1nIo6wCdmDehd+p1ltI4xBcG0xv3nncPw69Nvjgt5ceH+EUu+ejWodkLKPI/ySUqC4vS6opBWJQRlpCQpELB6yWhVXcpFh1WRVB1NIUL/FsT0U44GJSKWFDshVTVO6tMQ3HpY8k6BpRWpuqYSPl0CmR0tq2ccnIwq/lmZNSlmIQfZW2YBxubRpqyLU1wY7t+apCCfh2gI+WfoxPF1n3oNM8GZfyGz/zaKGa2ao0AiMP0bNMRKxEKUXIw8AOwx6btXn60eDWnTsP+lfi1gJbH3175+YRLzF8YJp0fschmkevjloxNojFQAHZMMSG7aSguJgXYQjAJqlhaFXYQJaND8qziaVQ6qJRDlT43lZahdz+4kIs5FSxKUgLNDS1DSXsvG0RgyHjbVTNxuDUhhyZck2bbiGMCkvZDpwEq2oW9Fx7l5hVq3lSoYJ/2WLop7We11Q3DSMjCaoQFG29n1ZQArFmis1y58TapngAI7G8BEfZmn6k5J8f37lz84t1Hf1bgx+/ePDtncfvRu0I2Ixnt9zgUPdh2p678aIg1pHkNgGB8RLzYkiiWblplMe+3UqrLIgSG4wSuyxNvKjAmOSTopTQjJYpiFaSptxug0sta40lSUxpgQLWvF60q8YQBC0U/LM1wx9F0oVha1+ISjXO0bZ25ovaRAnEfhWColSliqobhHUaRacyCCMbZK2MKWUgW3gKOYQcj8mGLRP+WVosTZYv1/lZwruPH9/ZubODq+E7O4+JncdPHz99evPpzRugB08/fUD68MGHxK0P7969dffWrW9+980vf/fu96B/fvfde+/e++LeF198cf2L68Kvrz+5/uSfvnwifP5km7T9AV+gre2tD7YKrnx35cfp1vTHKV+BTb5Ms83pxLQZf3xlGqTabG9WlGXLF9om8aW/AnW49fK7KxxAjIXA0DTC2xqrRr29/bn2AHsSwK7905e/fv5r7KjBPf8CU8CZAGFK3uXc3BJhtjhldz+6i9kzMJue1U8//cdPn/63G5hr0W8w8Zj+AN6Vx3fu37mDrXDru9jvI2Jv8yV/EBPHd41jOFozWIXIupBXGY/2IMl45qeZTVMKprTPVRbNFNxQpUljrnLebEjRAiSzH/9NDEYDj8bhKcX8s1FQJFvD/oa7VbqWurGs/UMoXmI0D2F1PG+YBFajlcZ9sxs3GqpNWZNZFXtsUQn/KCQ1DTvN8xko/BVDN/eGVffpGbTQZaXaNucEEuTMlsgE5cuXm2v25GMRn7/74A5X3FO8drAQ8fr05tMHWJwPPnlAfHj3AVavlvGtW1zU3/8SC/xdrPR/ZvAjHAm+vP5PT7588txx4vPPP0fs2N7+D9sfKJz8ceuPDjHEj1s/IgS9nF6JiIQAlUAU45TyjgL+yB5jhsMcL92REAui10QTCl9OOYAr0x+vbOFVwHFioB9w3Npsf6BdwR59rjCIPXyuHX3OOBjAHHAmMCOIgZgah8Hf/fJ7xsG7v4v5QyDEZH54SxP7AEEQc4xI+PTBzadP/5FTz0i48xuehBQGgZ3HOw9+94y7szo48iUDc4PZwht4QPPN2dHTidW6cGnGfWYDm20WV0t8IgNwCnBCzMqtu8W3KZA9r9Z0vyYcNgnSzyZ4Uw6xhHotJ/TQHXvToaXGtXK0NadsPPj6lu8NGtc5HVofCJ8nzwa8djgD6HKEB38JKqfF5jRcKRAuzjjO5jPk+uq2gQ0b0fh7JQPON9XDt6QBh6A3hVdXHR0dAJa610RiSQTh0tx0Ok7UyNDaRyxjurM5bWzWCwx/DH3Y3Sb0nA5TZBIVgzlGqjyVYFMB13zA/GFvTkgx5YyBS8bc5IVLQ2RHx1sEL4OjJmC4OotgKTTLbLjkYEeHcLvGy6zd0zPBZtxhyzlPIPHLiIc+pW1vHcxN4ZIZLWJ0svT6N3I/YhCMOzreVnitHPVenR9OJdp1VkMdb/ypgs2yVORtxNRXtjlPniI+4FNV4Nvg6vzTiKwujW0FmPxlNptILsPB3qF+OjreCnhB+lK13O/KVToH3qBqI+DALIPoLBcXikx6FsFrzLcLM1115nwg9IGikkA9p7TJncmVuXU5AvnaxLSOxzY25DV4OKjeOzo6MjFgUFoemRDioBxdXwLCIy7m9qOiNbZsofkzT0fA8t7OE+cRnBHwcj50i2Bxaigp+9uk1FEun01o9FExMM2j5ga6mqfavngrt6Ojg9Cq2osELpfY+ALZZAoRt6mEuRW5V3OayDSWPgeG4REW4WtKE5v06+yA7MwxCHOyF+FqgHlBDoKldUtnDBHNE84n74tZYrSGI83nGT0n7+h4I8DV4MgWWBazsID4QbU2OgxMkXyUh4sR+BaXecFRnjEMO1trIDfGq8zP4rxI0+5u3j5AsaCrcDZZ3Y1bAVTwD6aLnXd0vLXQkmHawHWRYXBsHUGPqAXLmmQ0SymSvZmKuMZiQiJmBIuJyhsNJICDuDM3L3u+vTcwibiWsqGOqNMbBb8jkDl3Ob3o/UCKr08w6dJ76XvS0fEWgitLy2U+JpU1JHjZbGoxFU2uyiYHwaKMC7LNzbwjSHiJv1acfuUPp+QY2J+7GTAXzjyyufFhrlnoknVB1SbXoURRL2/nZpvm9Lbo6sS71NHxZgBLQItCcS3iFD9RO1hD7YIrq2ziADfQQVsCZLPqefPw9a417M5rDMJzufCwxkcXeA2nESP2xDJta1V6ntKi2av6cHkw9ezP28VeOjrebpTlpAvgunBqogcMl01pAmYu/AEpqZoZfKFyDvHnGJ9Xfp0PP6dznwgaDNqzubc4Pkj8gRlP3GxvNu+H8PsUb4mL6t7m/Kx7+C9vXUdHh4CFER+f4OrwkiGnZRfVuTBjKTCyINGUP/7D+FdCIO9AIVbNeTkTvL6s7hiYfx7ePqzNORoLTbrP51+VQCAcnz61rxMt1GdaAHg0tfu06+joSNRVMceVZbSwbvz9ucXsr5jyWowv1wB+SjfYM8V4VACOkRyeN4bXsEAzsjJDI3OJhA/nkr3p7KDP7ik6mh15Q9ATLqXz64717ejo6Ajs1RXKlSkWjG8DUlI+v1EX7lTJyeKKqlEOatsU1NYXAoxkedi4WOR9u7yf13xgOYe4MJPAJr9AguB31N0os53u9RbyStrVjIMA36dVmZ2OjteLZvHlg1tfRHkh5ffcKC2LpizpIYrplAu3BNYxNL2+4UAE40xohzGlzY/q1OlZnKgZb/9xE/UB6vsw5AdPehj9lIfLoqaHheno6AC0csyW5IF37QCup7JiUwlJxrbhYqrJymxP4W/J+k28JUFwNuVscHf5hV3WLW/2n9zwq4ZM//Y5iYuTBEkKmb4n9ue+Csca83BaRPwV19HRMUBdRLzcVY2rB2sFRbn7zkVEndbvWGRrF+B0trnHNDCqQ4y0fZOxN+NsaHKwzXNHO4WU6NvWFbz/h8i5OFV5biLaB0sjT0l4+azMz29c4i2b/o6Ow8BF4mXJ6EauuZsXpRErCvByXbqwdPN+bAEXDB2fERajwArAwWyTZwjOh+ekHWlK2tli9jdyBuEnpMvdvJrYgYesuQDWO7iPEMh3rPXb0dExhyZDiMvYWGH89Jk5ikh1LbX3m4hBAoPkhCv4gOeX5wEMbjiKVQAGtKdcDDymI6JXfLxPoKAEtQJEzJIttmhF9Kk9notx7o2RD9Q2GPHX0fG2o/3mB9cTlgnvVnFltcuHy6ldQdKbBYZLkMa+9TWKt2gh8jyA6VQ8835zM7h6nSsFz9D8DM74oKrI6iyOxn1F0PmZnq93dHQgWuUKygsxB8XBclGW0i41WqbF/D0oXL8pQi7BAapT4bz8nhiaH84vmX3mzZy1QVwLkzaj1nmHfwPD4ewHz+1w8vNERSdzaXpHR8cIsFQi2cjlyT8sq7oApcei49JKsFllhT2uceSPfIS5HOf0weghfCF4Ipyk4bI22lemw5lVz42rndCARbRayOAq4u6EzlPLrAaBsaOjYwmwgppVyfXEvz2kFlpb/p49v9Y7XOalGR9i8qNrvNvvrcTLcBEL82IX/5L9nfJid8Z7qTwvaLLm7+wNZ5SYNb+ks6g1+CurBPZyeKrRhW/wI+ghsaNjEVxDXkhaPLhg00rRhRsSl1hiSmbGlhCujvmdK95zgpdNPn1ctnIvDgcGgsNwiqYDYMb08T+cFNLncGZGOgoDFktT5fF7gUTWeqjr6DgyuGyaT/J5fTmPmzVf32cyE6zBG05oCEtwDpsjS3rNcPw9WBZtPCOzfAxMzDlfaFkfvAP+ldlF8M1hibRyNNlW3FxQLIumHR1vPbiemLbl8lP+pCXUfsKZK3puFVEC42zXMQeeIhSnHI/m89KFeUt1TPvovNJGaqaWLIegajxwdnR0jIP3qJjexcrxp8hYul4wX6flBX/g7+h4/WGZpwvkzTmN8x/4m5+4mv+ZGX2+QZXkfJMWsSzP6zGxo2MpFPv2ygLlbT1sRi+whpBlx1LE5agmCX8Hz1WZ7oxiI3MrG26Wvjl83rwQBpfFxY6ODgArjZ/TyHWCtM4/x8mfgeGtP8VDkL7k5qe9pKPEyLPGwUGk4OIHthyapYUBze1Ic/+vpGtL2yyd957pdXScAFpQ9Y4ff46TMY+hj88wWTIQ7iNGtmuM8TDY02EuGvgSfBkO0r1GLB0WbxNIOYhbczGsqRZH8x5tw8mZa9xA2XxHR8exoCe8dcHx4yzBHoSDfvLgGJjvivWjdL9CyIlwrjzE5v7IM9i5/WvbFNXQJj8jeMhb0y93OzqOD63AetdJv8h+eBQ6o0cg80HjCD2vJDhqnkkG+8PvxvgCt93J4Q63EbLu+vAmYMS/A086/uxNR0fHcaF1VxefP2TGzUEpxeBzMmeKdVzICE2biFNzEWo2pZyzWWd3iGGgayoj7PRY/2NqJPXs6OgYA5eYroSNzGLqP/wdw8iTyrcVmLs93SnlVLaxbk+nCUxUM1dHm7aFi93Z8i//zqN5Kzs6Og7HTI8ic4GBjfQhftR4FEufR144Dn5wcsSIcwrgPMELUERATkkzLfxZaBaD6/qBvqkMNHXUjqj8sW3XDwffsp7/dXQcHYOlp2pe4R5wT26VUsClgxQO1p4WSpgR/XiycBpYEFPU3hhsxzI3rkHUGkwuOxgI5jvq6Og4BbCcBqsRq6usxumytXa+ceXoeK3jUNRSAqhkbRDEEPhcbUbYzOUwpM3V3URb+RwkiweEv577dXQcH1heWn9eZmKnWtXCeLLX7wICmCPEHLzKnDWYlkQ6p6qdsjakAcOY5haOq6prazDeto46OjrOAIMkY26Bjt3y64sQqTNJGZnuFgzyr/q5vfJspM7iwoTO1TG5dB3SIyaAPf/r6DgZ6l0/wKFN27LW9hc++sf/P7YuwL6cS7xmjgbib/hhpuYCU3k8g4thqep8Lc7c3PDwftQ8bzD1/G5OsEPM9d7R0XF07LcL2AsOmcZgqQ0/5DH4FeO3FJwR/jK2Y+BcBKqPbqHQzJUgNxftiLmghsYlzg1uNiyGzkDP/jo6ToH2kxbB6p7WYFm3v4I1nXs0eeZoH5+uLJj66R7gXPjDxJX5YTm4il2MYpmBJ9qJHot58+YcRfAdHR0nQfzTCa63XHMja6+s5M2xG4NnCa7oc+7itECMU+43Fnzy91BjH+rnFcd+SGJuP0tb4OhngR4COzpOjn2soPnVhvriPXelJ/xR6DPGnMPFq8qVxLLcq1y5xrVshrTDd4oPVIpRc+OhXhRHKZRZ6xfBHR2nARddrC2sqlhY48sV+cz8VdtpMVjVxnpEwHGUR7g5kZEwj05bCWIAeFiGpL3/l/7Wd046OlYaXG26VNNa80JDjcxiejG4N39GyDV+GFbq9iBztMWBz8r8WIetmNGBl+byxPlGuGT4r+ESFT6o6ujoODfEQkTBdTq8dJvDecS/I+PiIgH28uAdVZI6Mp56h9Tt5aimhUNkF9KGCVLs6gPt9LBlHgePraOj49jgqiuZCJAXosPlV77p9Tqwl1Hi9QNzw6dHi5FoLgMk+F8Fgh2D07047SD4NRNMbv5Jcw9+HR1nDa2q2Oh/v/mzbguA6KxvAq4pGN8Wc7Mm1JUp1Y/NjqFYlMKznhOs/G/+DNTR0XFO0CrEYuWSQ7HJf4XEj3xQbHAlv9ar4BXC2LOa5ragGG+WzJgm06w97enEM2e82ElHR8dZo6xXpB3OWLAQHRH3eF9KOtWX5DMdQPOQnHPFP02XJm4IZ9mG1TOcbQ74oiGN+tdwOjrOEUw/yiVX87E0VrhgdV3cU8ClGH5MUsHMEW0hrmEmiyyYzSlTwJjzhQYdHR3niFi5WIC8tYUaBcNPeojfnIz927MOYjPDF1hP3GZM1cI5o8n1Qocsu+aE7bR3dHScP2LN8T4+lvHYE9dcxc06P28w5VwIHqsLJHHBcYZqPsdpDUaYNjcQa8bd3lyYn+EeETs6LgKR9PnHjhl8avzJRaifLLnAsLR08Q9GtwJonvcuDK3uhG8hpLZaNbs57c9+OzouGl6L8X03LsfhKixLtWSAdfEeimOYzuHkLS8c+gRRsJzAwdCz0sQ5oGR65/At646OjhPA13Faj1rQzQ/GCPVW1QUAXV1gb6cEf9DP3D6maThu1vQQSYiyBL3+ZKmj47Ujl6V+78k8Fy4/n1HX6nCxHn3hvg1LfJYf+hv59DMUZQpCWVPst2FyOjrWBLgGxgKuIXAQ/3L5lqu3joqpftR5+PQ80J43rE5BfP13pE1HR8dFIhbhfrMiuUwREZsrurKUI4Npg+PbDuSA/OfoC9//RXU+wJUziD8sg2qfyI6O14xYlsO1OFi+cze33jzwJueJYxE/4TfdK7+ML8Rd0yITk7OY0zmaNnZ0dFwoyrpkguclCxEvg1GJugtD9uu4dNudaFAe8SzRH4LZ3ozfHWz/e169HZgMy8L7jDP21eKOjo6Lh5dmWbUB1DMknCw0rBbmd8/wnrXfyTguplNeAe+X/543yAWDpe9ki6jHv46OVYI/0VGXL9aqfiAGl2rNmr5gnOLa9Eigf8e+E/bE1A/zk23nvjQjcX322/wX4LkPXQbOd2c7OjrG4BTFF2UKB1iIeJHltXBzeXdOWLbwzzUglLTvFHfj+Pyj3NVbvFmqmZvl5a6+EDwa+Do6Ol4jsDCxRr1+axgs8Wd28ghxONzJslB3zikggqDD04kvgqezPX+rt/40VgMOPn5iUV8cHv/nmh0dHa8ZCgNcyHl3nvy5Bh9BYeeEsed0yJAXX4M+OWaMbMsD+CaTvvyYDE8lPQR2dKwamiQvf/6KAq1b1c8/FiYusifmf9i906W4/CQgnwXjehj+FE6LO94ebD5UifAXszvExe1zR0fHGJSY+GGmlmM81zxNZFhlRNq3P8FF6SnDT3vvzx+K5v964x0/3V2sakzxePzr6Oh43VAY8PWZl6zjQokOrfCccSGd6DN8o/+H8ngY+10X/76ivmPdPELKG5oXs3sdHR3HAhfmwuKs65cY1tYavBt36uwPYXTx4a/ATwdOm/8a8iZNXUfHGw7FBQeH4de83ox1fIY7sTfiyxfCs1SdOsh2dHRcFLxctXa9gOdW+Jndxjp+XDh9JIEHf2x5JGydCPMJIC5zefev/kO3/QO6Ov3+dHR0nCG0WJuNlvd0v/noBpZ2UzsQh63v5ZFhGU71sUA3VqftDp0Oe+3n/5DzLbkg7ujoWD/waw58XsoPB9akRjg0Eh0WCS42UmC42Af2qUez+6eJpA34uDfYzf32jl9HR8daAgvaH4Z2tGBtqkU+v7rPJoSM4YDYeICKA1oyJrTyM989/mwBH36cGeLzNHvz3wPu6OhYT2Al72WMaCPKILocFIlOhXOIqwx8+sTLTJsz/SweL3qRKM89KjoY57CLHR0dZ4VMkRjkll/WnVsIPGvs856fQh9jT+7cWYG3CQb/5Lejo2O9gVBRspTzWtpnG4YOgtM+5GgMU7687+jo6DgMDn6HhMBjPZodGM89VzknKPox3uLVw19HR8dRoLDHW1txm399oa/76ndZevjr6Og4GvQ773xiMD34Dpc/WXw4jpEnnjXOK4If1+9rnIKOjo5jguu1394/M/T8s6NjvRCfGOmZS0dHx9sH5H+KgT0NBI57GoC9Xx0dHWuK/EDM2DpekPXFXjCYij4vHR1rikz+RpPA15MZvo54cjZ99ky6o2PdkM9BThMDzjpmvdac6pid96jX0bHO0G+nYBmf4Up+rQHsAuDZGszZm77LHR1vLHIZn2YR9wDQ0dGx1qj5TEdHR8dbBH+NdzyPewuyux77OzreevTr2II+FR0dbxWUBJXfgD8YFxwe+GsHF9nlgX3plwc7OjreSBz1YhBB4mKvG/mvfl8/Ljj0d3R0XDAOWuMnWf9nEDMOukPZ0dHRcWY45BcCzzLtO1ZEO4d8E/33oNrR0TGPi4sLPQJ1dHSsEhiTLvb+3uqix+eOjrcSfekb53QqmH784NK3u7v/Zxfg5nHIOzo6VgJvQhI4HsWPGtvP7xww/fjxT5df7P4E2vX2Zmg6OjpWBUeOAD1dPA5mP97c/Qnp3+63JHDf7r7oAbCjY6XAf7V2fBweCo/6f5beXPzl8e7lm3+HWeAEz2Y3dy/1DLCjYxVx+FdDikEyNWw239+42K9yrDRmPyLhu/Pyu48/nk7/wxd//8XHjy/vvrjsAPhs+7lfT55tT1v+ybM6zy2/vR2cmNvbpm0YtOyzK7KZPnsyvR1O6VfCjo6OA3B4GrhgsSzWVfnriYevo89F7D/Axe+tKbK+6ebHYHd/uvzTqwiAv//hWuKz7Za/du22DIBnY/z0h2v39j+9do1t8PdwchtbOfh0Mvnq2u8fyujata+/oSyglvO4fv/+1mT69P5O6aSj463G0eNGCYVNTBy2boPlasSjMZzryJ7t7r549Z///tvd3R9nH+Pq98Xly0gBFQA3P7t27Su+QE9vD/kSj9pguH3tB/P7iG1fI6ZFi4eTh8l+hbCKWPgHZIh71649/4Ol2qjlHLa+nzy5MXtyfbJ1IyQdHW87ThAQ+E/XA4fnkCuF847LH73YffXTnd/uvtidTr/YRfYH7tu4B/jjlen0IQLcFGB2N0V9Ov3uf4H/kwyAUX567SvEtq+u3N7aug1MJ59e+4zc9zS4z2h342sZzeDvCqIltst2dHqDGm87OjqAEwSx5rcLlv2MwcmvhE/wAzF1F17vyr6Ja14GvVfKAF9cRvR7r30K/PwrZHizyWz7q2vbW/+TIW3rCvitUE/+dG2EZwb4/bWvZDzlHb/fX/ue8hmzwc+u/eHPyA7/jMB3j8IJr5HRg/hFPLlbtx0dHUST0Z0AtfFY8DlOQHLkO148hv/axUGdHWcgJ8aLb3cvv9jdfcUMkPcAL/2ES+DmKfBzBDXGJmR3cRvvq8E9wCdNBlj4Ka5uke3x4hb4bPJHJHtSfHbtz5P7iHcIq1/h9bWE177SPcFxfPI7bmc7+Xilo6ODWdyxwwPC1GikGgpZY1A7inuG4UhcjhsFVwZ3frr8HsLe7k//58f9j5EK8g7gqxcPQqvMT8EO2R0vXfm6wcthaYHRDBCZ3tf4i5t7157jOtrziaiIIPjNZHL7DwyNEQAREZfj9g6aPuwJYEfHHE6eIR0pfB4hos1gtDdrMkpivWLhzcuXkQFi89N0/wtcCvO1u/vL0DoDZIms7/mftrf5ur2Nq1spgeFDkOCZASJ2yvw5Ej3EPUbC33Mz+Zdrf6DNQ9ScFh4cACc3niAILrtA7uh4m3HEGHjY7yaPJYGnwsljc+DUDo6KW4x4l5D17X639+Xu7uVXu+9dvrT7cWjjHiCATPDrK99d2bqytTVFpvcQpQD+6+Rh85CPSaZo9PV0fzqd4UVjPQTW37Vrm59FvOPDDzG8MbgE2/cm052tySf9Q4IdHaM4eaQatDyzgHPU8VS7U8baU+IJwh/Sv93dV1vTX+9eQjKI16VQAsgAdV8PSV3i02nEMqDlP5sFQ+zzQUfgGTLAr+99fe/h139GBvj7H/RAhE9KMgP0w5AxvHt/5/PJ85379/97j4EdHeM4m+h16kA0nUzP4F90XFjuZ8w+uqwPvrzY/fvN2d//5h9v7r76afc/hxLq8sT3e16/6pbeZ7yV1/JR+bTafPXN5A8s9frzDBmgfDCcIgPUJbBuFIo5IAPs6Og4HGedRM32ln4qYxSz8ix4xnuCa4Ufmf7xYzCPJ9PN2fbN3cuXmx/Dmk23t/fN3t4W/rSNgHj7Twv89jYulbefP9frv0L8HHiGv6392W0KiCvPn0+247tzM30xDtje/l8qOzo6ToiV+E0DPQ/hg5FVGMyR8eXjn75F/Htx+dLNm493f9p9cfOD0AizJqAfENuXq9bshNDRsaZ4vVGHV7/4O/giGEN8vbf8xvDkI2SAev77Yvenby/dGsS/jo6OdcHJv8txBlj+ZYZVx+zj3+y++unV7i4SwV99GcKOjo6OtwOzjx88fnHpt49v9fDX0dFxGvAmoL8i16SjYF/vFXpHR0fH+YJRb3APcPVu+HV0dHScI5wBYtOjX0dHR0dHR0dHR0dHR0dHx4kwmfx/kFd7Aaz31EUAAAAASUVORK5CYII="/>
  <p:tag name="PPTPRODUCTIVITY_GALLERY_NAME" val="ZVv1inrx+9dUiaO51OWY0jQOurNSRGSFgpA5kjSwnW7knZAjbt7H/HCqFLUnj9L2aUjBc2RFnd//BrLjSAAQ4A=="/>
  <p:tag name="PPTPRODUCTIVITY_GALLERY_TYPE" val="_who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9bm9wAQSiFrvff39+/v7wAAACEhIcV7Us7Fzt7m95ylpSkxMd7W1s7W5pScnObm3lJKUggQCPf3/wAZSnt7c3uEnEpae5ylvcW9vQgACGtrcxkpWhkZEAgZWilrvSEpKe/390JKQoyt1gAQUoyMjBkxADpKc87W1s7F3u///ylSGSExY5zF5q21tRmMtTp7vWt7nIyUta2trc6EY2NrY73W7//376W1ztaljCFKc73Fztbm3hmUhKVaUqVaGTo6OgAAQu/ezs7mGZzmGc61GZy1GTE6Y1rv5tYZUhnv5tYZGRkZpVrF5hnF5mPOUhDeUmsQUmPOGRDeGWsQGZwZhJwZzt7m72OczrXF3s7WvVqMzta1nGtaOs7mWjGcUjGcGdac5pzmWkKUlM61Wpy1Wmu1hBlapULWtdZaUjqU5tZaGRCU5s5ahJxazhkZzmsZhGtaEM4ZhM4ZzkoZ5koZtRkZe3OUUmNaWmNrlFJjjGPvUjHeUmsxUmPvGTHeGWsxGXOUGZwZpZwZ71KUUlKUGaW9lISEhPchGWvmhHOlzu/Wpc6UtaXmtZTv5mu1tZRapbWM5ilaUtbmjKXmjM5azhlKzkpa5kpatc5apZxa7xkZ70IZhEqMvc4Zpc4Z72sZ5msZtfdjGTEQWnuMrfchWvchzvchlGvmtRDvhBDFhKWMY72UjBCMUhCMGdaUhFpKhJRae85a7xlK72ta5vdjzvfeWvdjWu/v9/feGWtataUpUqUpGYyM5vdjlPelWvelGfelnKUIUqUIGb3e3ghKWjoQEM6MOhDvtZyMOkLvhM6MEBDFtZyMEELFhPelzhCtUhCtGQhjIfc69wg6Ia213vet92OE71JaWhlr3vf/75S15jpKhHtaWjoQMWOl72OEhJSljPf/Uq2MrToxECEQMQgZKffv78V7WkJaWvf375SEnEJjOhkQUggAWhkxGSEIEMWMYxkIEM7393uEjAhrvSEhCEIxMQgAAAgQSs7m9yFzvdbm/yEpIQAIAAAAAJ6hxA0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TW8bV7o1DBcolD5gUZbD2JI7shLINGQTiiH5i46VQSsT/wRasd+xcf5Bx38ggPP8Bc88fAFnyOkD9PyMGjDku9/73Mid0I3gNHKCdncgKY13rXVdu6pIUV8kJVHSXixW7e99VbFqce29q3YlERERERHnHSk+EREREecSkQAjIiLOK8h/kQEjIiLOJyL/RURERJwzRNqPiIg4r4jCNyIi4rwidn1GREScX0T+i4iIOLeI9BcRERERERERERERERERERERERERERERERERERERERERERERERERERERERERERERERERERERERERERERERERERERERERERERERERERERERERERERERERERERERERERERERERERERERERERERERERERERERERERERERERERERcUox/eze+KHx5tm0Z4+IiIg4teiF/oh7kQEjInZD6tuIIcczctkXzw77eY9s/+lFREREtCPy3ynB1Xvj975y96FA4owaMCIi4hSjde8/7n1Vcc/hcBXK0Z0RERERpxBvxsefufPQ+KKPvBEREREnja/Gx9+4swfcGx+PXR0RERGnFRCAffTjffc+SsCIiOEHO7laWhcA8dLSIoQtUXSfaUybAHy9tlZaW6ti+WbdItqwuLa26M52NN/EXsCIiOFDG4PBU3dnhl0pDqzorTpLcra58Nn4eBmbK1WihKW0NmsxRSxWq90JkPm/620EJSIi4kjQT69U97xnlgQr98bvcedelwjQH1ZrqxZXwMyuBFgZfx8lYETEcADXcj/styfOJAmGPrwrIL+V13eu3FkCAy4pqojFamnGnZ344v37IzvkERERR4qaln3AFLjIsSEJnikivDo+rnugqQAl/DaWIAF3MNpiaVcF+NX4vTgMEhEx/KjVwWG9aMRWUjuT8g9AC1jbjADpqu4YB4EC3IUAk9b4+BfujIiIOEG09hRzR9JVf7qJsQL2spsAX2ddf+6qpLPfLC6uOBWGPsDVldcr2FRWX6+8vsUAIHBoRETEqUR3FutUfZ2pzkLP17PwFPDP0H1GgFdMC96urpX+Duc3Cgx9gCtr1ZJtg2BEGe/Hp+M4cETE8CHdRxT2i6Mt/RjwLDzIwSbwQ3NVyW23dEdMqVpao+LL+gBfV6trYRsIsDw+/p07IyIijh+tTjUG8XYC+gwS8bSpwqz5ylFgMVo6B9pL0eYtleYWl3hjTAOhoQ+QPOlbF4xoD//H+BdRAUZEDBkyMqpXkhrFoHsPAg2WnANkzwGT2b55feX1lUegtqUkgXepiaZuqbr2GtGhDzAnwMLdgv8TOwEjIs4I0l5V3GlkzOlsMhcyG7CGbxVt4cZatUTiS+HnFk1g9QGyq9C3pWyo+M34eFCAp00BR0Sce+CitSXDIbgMfNmW+lTRYOWr8f/wmVAh6UiAVW6uJMmqEx+VoBPg7grw2fh/ZNMpRAaMOEMYitMZnNLdjl0jjo+G2NfYMRBymijgzXh4ioOSzkY9XpDYVl0BZgToo8CBAH2o2PDV+PjX7oyIOFM4uat5dw6DTUXqY5u1NzMHQJOtWpq0divn2Gi4ZzwbH3cjqQAzRgMBggx/pgPB3M50KMA7RQWYvh//f90ZEXGWcHL8txNGem2kUtReXUzdx/rO6J52VuR7ap8TyeeyoqQrPP+xownso8A/gxC5RfJsFJjPgsSH4SIijgD7kFIn8TB5mx5s+jYHIkMuS1csY5/quqF1mp+S+59sMmi7+y/DKojuCh0gQG47FSCT222DRF9zSkdERGTYySaSeTkz0Ws3qXSyVQ/sVdBvu7ajEbzbshtQ4B6xQ4Scudo69fI+wBRKb98+wOTe+zen/Y7wiIiTRydrOBuG4HCRtZEkIvk8xlEQDsocSLFHYdtAkOZt17ZhXQAKjw/BsS9QCrC6pjmySIBUflfakr8ZH3dXRETEQOCskZEd/HDn3NdNcuzGNJUd00HvhwNx1q6TxOzI3T3ZiWP6PwoEWOjUA5bAdK9Xb8+hKUzCW6xWS99ACt6GMny8ms5y8ug8+bNIgBERR4BuLBfIhNsD8dShYaXuV3Yhfge/pSlji4+TDCUFTo+PX3VnpwJkJ1+pBLorSfndkS9Jmpw1n3dLA5EAIyIGhl0ZAhFZnJNOGzftR1T9AGXvtlgs0N1wi8u3Q4mv8mkM8tlgHI9AcdR5c5r1Kp2HFGTv3wqDS1U+KhwJMCKif4Ai+pZHvB+5h0K6DnwchrL2rDNEDu+UMfmDIFnnXo7Xc5R5L/zemJsv4KHjCqhvbpa3DebJn72PBBgRcSw4PJs09+K0ju5BS4k1HQehwr3NEQeymOHkwG9K1bvu7IZbq22aMGBn6Ld/1xxZERERPYMTthwEh1R6rRopbuf9gAbE7Ra1J5wi94ceFaGjJ4l6xPi2VPrBnX3hGxOHERHnBurlHwykkFqtNMWyZ7E93HKs4naluP11GfJ3XQ6KWtIqtoCZM1OFJ49v16q33dkXLq9pipiIiPODwVzCLTJp3hVXdB8Qh87Qjk4OZGEqEKu+Ckb2tJayc7JN++V0OASC8OdOBVj56rtyD7M7/2zPx0VERBwUvP4DyWRcUIMMdOfRYVdqO0jVe/FtB5mGpDZCk2UbomfnbldLRQX47M248MZvDvwabnPtgyuxCRwRcQiIDbiCICJPBKY4EAftCjR1e+rQ64KMrjIgZGegw3aATfi2NAhwl8Vn/QZgytYB2t9Hjoel0h13wiKnv/f42pt+/xMuRe2HlUiAERGHgqgAKzCesQLWB5NG1qoMmyMFyrdlP5DbAvv5pgb2o/ITz2HPvBRsnOf74vrBYLVIgPfEfm/evAcF3rtH6747KAG+iAQYEXEg2NVPKeSMkG0zfbQ3rBNtKARUEW22i/pIiu5zGCPaMaD5TpUnh/UCAT4D273hXYGVr74Yf6+OwOZ3EwfrEPwm9gFGRBwc+XUPly0HpD8mMjVV6FXbFbunaIuBZ/+y9kVHkYHdyHhEJm8Dc8s/gHr7QFoq6aWXBBrAb8B+ck8fcnq/magAIyIOAl79+Np171e/Ud8BqQAaCvntnsHdFBTCBZas1RGgS6GsKLAc0GIjWOAGEWK+QH+AadndduI40CzZJFcEBGBGe4d9yeUS3yMXERGxN8ACLa5wyUsQhSELsdXBoTLaOgzr9NVRygaKTOtOsc6AnThgVbsn6x4DwoMVWCza2K2wXz5zfsHs3HlAkwYOn+eZGB9/Hx6LC5h+8+wLOb549sVXyXfP3vjwMBxftL0EZM5eGRcREbE7ClzgW2Dnpb8jpBs7kAMzMZVSstQr8LeoXdKmla98HQpQjJjTUreiu+FA6Sj4nOTCPDAIQV1hd92VN94PWv2RYdFeckkUFaChkg2CgBy/+4Kjw+P3vktSjZaMv8mNb5RKL9wZERHRDX65aJNdOpRqQBtFFSCq2i0yA+IhAMl+5qvr2TeFi+3kcrct8OxbahFM2y19R7hKLgD2KMBEYUdiQx64I+pYsJh33r0Bu33V3vbNboMh34n13r9/85Xxn3oMHbcKXYkRERE70HF5u9dbwOIkBAXCIMhU7tmXrKD96s16q6likJhSkGA2D9OGFWURturcGNo8PSDP31nSjhjbtHmOEyulUsOdz6jw3vy/YX5A4utxn+WF9wbe+3+eSQS+GX/z7NkXZMBshHi9VJp1Z0RERCfswvaWn3GRHELGTuYlOjx7g+/lRcu3mWzw2ySNVvyh4qwc+QJCWMaHvaF7Zq9SYhTwRN4xyEiRcyFv5iyEHR9eF2b18/ugx++9CULwO4g9OXh/oHaA6k/K7yuIwWdBL95pe51IREREAfboV7gjmCtRjy4ofbSttdKacYCtM3R4d6JCumlupBWQX4XJw9N0ofQdYBqL3g27x7ShezKFmg3FBHSrF9ADsbElQ9F9PFgtrenll0RqvXx6EuQ/FTIBlxwI8uEPhJTlsrtmDDOltaAjTxbp219+0rN9l6/99Mt9OspjYwt+OvSAi7/8dMOduyCkuHqRq2s//YmePqByumEAZXdi/71z4GjuSLirofugUNaB6x9SHOwnAdfxmi8erwu/jN3ILn+/6DNe4DoXbG35kqt/++Wnf160uDLO9be6FtOrOMlvc2K/NJ0cs6wbPg5ihWLFbfiGdb49GA6a2okcwlTUnwPhFpVzr7ty7/EiXSuO36bPvrjH50AC3/0n2FARGSXmD8eBCjMCXLJp84cAVz/7v7qm7o9Nji3wYE6MjYkIe8PdSZype8JT3LjG9a2+KiOsnG7ov+wd2H/vHDfGdiTc3dB9UCjrwPUPKQ70k9hte9ht7qrooKUdL17p5hZzhfawI73x042cQ+6O4bT+zE/sSbjH/jkB6YdzHJhgtruoBts0Db2LeVGFQsM2o9mATv/hYLf1EVnJ2WhwBkZYEO30rfwOeNr8R4ylaj6RlbVov3r2hhqQRmaTISDAbnvJp0f4Am1lcyXN0tDcBbNq52QF58bYJPcH50yPUoW4+8/9cluKy1bL12Njf7XgHuHldEPfZe/E/nvn+HaHWXsYug8KZR24/mNE2ila9sB+P0nLSuMVHY6X1GDtAn1wcLA2u9jzaWAyRkiZ7/9UQjhaM8Tk2M9QeDrDxz57C665P3YZ//j3mW9yrFy0P5Tjm5xqsCX7BO8A0F5UvitEwSK4nSYV1WZEsQi6i/4jw86neEEbz97/jyTgd/8RBkHCiMd3oEI5kmf/kb0LeHWtOiyDwDgDLuFwp//i/+MEAu7jr9GiesHdzw6mUVzW3Br7rD+V1kVqBfRddh/YadYehu6D3nMeByhYDnzdHeIn4V7n9IN/ZRyD9mvcY1F9sf62fPC81fpSSjJ8Oz29MPbL3Rb+7e+iSOrCMmiwg//C12qAS56w3YHuoYcH+zN1U/QO6CZu1eOW7GrLseBO1wFc7+Arv89Ggf/DaGQihBSbwCij/W0iJ4fWv8YmcTQn/vkZ/iA5oD05Odn+zoND4aD6EScl06EtctkCesQ/dq8PcuMTdx47fPcK2MPQfbCzrGGCJjA5KPb+SXTtqzi4tNceEk6rtI0fGK5vW/3Qy5B7jJDSm2Sf379+xykOaXg1af3w++8Xk/Lk2NXm3bFJFPZ2DAlCQ3TDtwYWoY979kbhMCjjfrAUhd2RW49+FAMBplRqcwSvXGagCVUGHgfKXe9hdnYr3gfoCjBoQiXxQz1TKh2XufvihoTfjc/GfvgXG8NUhOwOKb+9NjaZvf7kTz9doxvnIU8oNCa4uXjpp2sL6pqpfP3TtRt3P7u2ULa/6ukxS78j47WxlClQCfGn5CYb4DjX85pCjuTrn37Bv3exliwISezfBWfy2Gf//LEznWHis7ayWxcmf/pl7D4S5NZeQF1X3177EaHl+9oIHTvWuht2R3s3/fuP18aujf1iYe3HSf4f77dQrVTbBaZl6bbDMDQ3w9FhV15ZZ1mAHd0LP+60eoKH5vIvZkq2gzxK+c6EI+vbDsvbDCv/qZs7HP+3Yzj+VsnY2MJEPe2atfOHBPwnubbAiPZ4XfU1NCBwRhSPlxVqO540y2+z35MnEtMywVUEK3zaTyyOEOM4LIyNsZmMzUR6X+f5zd9x1iEVFeBYij9gKlLWLfJjF5AqDCtus40CDQVnAd1DDwLtvfEYUGzytvy9J0Z0WQ07qsoSDQy7FrVU+m93FQAFyGfgsh6/8ffjfo2GJnAFBOh9gEPUBahzC8Lv7djkxh/H3rYgBSepNyZ+0pkU5Nndf36G/9X0/o+/g8dwdvLMfPtPJQkjJ5dx7k3i8uVf9Z+ynDsyVpiC5ymWyxpxQZsbsLMaQA41k74dw391Zy2/s9gN/2NXgVZOezpDR9nfIgGTI0Fu7f8dgzIb+33srV1xl3gZdO7YxRu//A4vL0DtnV9kv0NGJMmqlHMuY1eR9/exSe/BwoZZJ9NUdbMD7AZISkGWXmkKdhUq6yiLsKN7958dVkOxfz32+338hvAxbbaDbTtjvwX/4qh9Jq4pIrO8YEdy96exSZjR6fbj37LjHypJa92zwtjCDykgy/37P7Ja7GCX+Ms/8nBOTqYN7kmhw9B2PJ2wneHvnd4w+1kp6hTuhxNC5dq9LWSVPyIV9xpenoJJ+i/8dHfhaL0du80bAI36nIcA7khha5sQOGCgWFhg61CHN4VFehoY3lm3QtqCd6bpC7sX96Lqt0K/yZ9t+wqEpz7AwiiwKcB8FPiLrAn8sFTKbqU5ceCkxNm4MLbA3r80uS2+mJ60M+lH5yWcPjyp/vj72G2djcjBYWOl4bWl3mamURxaFyipLeMYM6JsRkIBot1tJywUHDP6CDSB0/US3ciCq6ytFpiquyiybkr2XKqc9nQGlA1/KHtCLgB7lFsr9lKwbbm7O3cMHitEe5fi2FhZd0mGcobjND35mWIAHCLYC8B/FzuMLZgdQfAzyDIojXIEu0B5VnV7WYId+bsK9Sgv61buw6HJdrBtZ3BktUuKwLrN8qId+vXpw9EuT/5feX5EHqThj+nHP6uEjpC1kBw/feGHFPgj8C8B64md8Ryc9QM7zRNkEseLYghcwB1v+RFBgrvUbsGtEuCgu8ETQvsn0mjp1hZkvpS2FsDa9aSBHyJNPkEKDYJMqv87XOw2EMy5Ebj1QEAJcq+h038A7JolWMCbns0tsxzcB8IDum6OALuWHOZEhaIbf6bZEFp8JkQTomZ6D4Rot8Hko8B5H+D3w3IXoADhx8vhE7RN8Mf+rf7dvx0b+//yfP1dmgh7iD9RqsPPJGKYhBcM/pS5gRDi5pMkLfNkuzCNczCc8jszIgXyoV13AdE85S+hCVPI4R03+qtOJiAXrJZJECjsYRdSxVIIKFLlZOlojWEVHlzBYF2mtrFUVOvJzFpkE5dLVWDDq/yXYlHcvJ2m0SzEbBeQGFmsxyk/Tj8g3VXtQl6bKTjf4Rtjv/+fECRYGrNOlVE6TZISYFyhLMHqx3qn1UgFOydw/RtT2Q7SYQXj+PlxQ+XYsXAkguVFO5Di/yMFh+QIvzSd3Ib0UmlOgCyHhf6VlSDThboXUEwOy5DMfkgDzTErJ1FQe3yaNLParSCsAXVI245fHpvE0cbJgpaKpdIajRZKxcuTfwIZWr5KssHH3NhpKO13g9VMps16bXKS5yPs4D5c1tmSXenW9411gVxCZMaSe2KvNHvmV6RGvHegkK+9CPcVLWtPcERIS6V5bv05kDf3/gfsN/5e9wF+B+Ljlk+C2G0wWYgUoFr36XzpkUKGAzgPU/yJ4xyhTPsr/yF5ipOicTb5If2Z/9kUTH+rsUslZRTbU5QjkBW8/nAy6+z8GUUoStiREecyrl5kp6y5iROR+dhLo+TA3bEfESW1mNzw+z5442rdegwBVBBSezkhnVljKLtNlyz13T8hApU7W8hal6rIxZYUKkHkDeebsGNmoBVithMw7xKaTThOrC47TjiWyozkTHj3Tzijb0uRuKHJXTAcy85uCFaaYFc4GpOorKMswurvZjVVGLPiOkdctoPhV0IimIvsoIj7ym3r3PKiHfg1biHk/mWU4fpMblSC2HD8+dvdpLd4aIvJ7Se0teGm20Vr1djoiA8HBwWF42WwHf/EjJXNTaTV/YFQ1Ti7PmGxBPNV0rqebwM1YM1/kOlaWdJP+4YNKPjSbWpQnI/4nXl+IIeuTqy43UErbKXujX0T7JXEbwkM8wEW0B5ivg46dm8hrD3TgPGiZC9GevYeeg/g2l4JUpkICvC9TxGdZCF8dNj6AF+XSjlBnDyoy/7B/0NcPH9tTFJVeDcXmiv8qydwSV3FqXQZJzCSIQmuPov612eTFV667FfSmfr778Vx5B0ZkQLXNc5TXt2I5d9/5U+hNIBNI2mRq0kLbTELxx+3atEgoikQwcvJ0qHpZN050N4/jr2lOy+7zD4riIWitbCIG1phxSOJF2U7JgO9ELMdYAnwdx6njWAHRRG3qJPddSgWhnpIUv4W2YqjobILARO/FysLR9h0kWD177AavmAnD0Bd5mkHs18JDjYhsff4FVAVidLgCQg/PojLfkC6/RbhcIBw/D9jJlSZHeti1iwM1cEm/ZCOr81kWEkdVoyX+GGlKOj/Z62FbK8B7XjB5olko9JqTfjvqY6QhduqmJpQu96s21O0CBi7UGnRMoRXcHwUTXyLQlEyymP1nBcQqNhdJ53ooJwjgNeaVeMObvLBb/osIncJ7szNLMQNGuWqT4ra4kvh9EKQL6YVUBwFfs+/FRsFNnL/Yvy9NYGXSnND1ALmKXCXKpD/jn/DOQ5yti4rLpQMBE7WP+Hv/fbC2G38fSNwwRSE/lInqAYoiFiYztL8z7s9Y9aDyD9qxDIfi8FZaoeLkAjFSS2LvBYoi4lMgUAJhNReTpZO1hiwK+zhQXG/M2iCI4VjuhEN5QRrVaCXiwzYQH517JgZyELMdovj5el9kPlxglpTZjfL6mxTNG6G7QhRSFP+7J+qTPtX7yiLsPrbrTZZbGtgYRKGZj9H+JVYGOz/K/YN2Ug49gvz679wsANN539NLlgY0kEfuTOvBGcLCmMldmEWsuLPK6cPKjaNxLo/fxIEgaBQKTr+0EzAi8QK+p2JCnsNaMcb7Bg03E2aGvm133NikuMuPyK0xRaH8vkcAizns79WknrFDgXbw8EcCcD7ON8XlCXjeXIH02TpNJLioSHwwNg9z46xjYJXTq06NSG8eUgxTkdRCI5i7ECxVM368Crl777+zz0rst+hgIeFSaWHAfhvvPFHNcmgBS+O/Y7LQ/+19g3/3vfH3l7Fn+e3Y39VTx7/SaUSKjijyuyG4VikzlRmzP9lmfHrHydbN360jEwBKYTzUn13/+Q/uAahcyFyFzasmsqRCgNYnfqgGFhUgCaPGG3pMinIsn+3y9X0CgcNYauU1tjvb4O1rB7l+uaTXCKEHVOVFTPQbNcot8wue0c8vjpOuKT+xS13D2Z9zdFJRqNOC2F5DKEUM1yFXSpDdnGdK8B/6cTynITVjzWTFa1GuZ9BNuNyMavH7OfgTZ7a0ZqC0dycvIlfAcWWwzhH0GeZHZf560s6E0iXuXP77Ij+8zM7in5omRUNCJN4Agy9ijz6zYRwH6Ad2xDPIO3pVQ7yoiB2EOqHrdRBS6Aeu7kA/6VmIo72Bhr15vkEV1h6me5/8v/VTojsivzh2meUxijDflfum0cld3+8wDLZz2m0bOi4msV82u6CXSMOgM688FtQLdBZlqLtFunOfA5mClG7JBkIZkvVbFroSnZ6HBDp41J13d3DgYWxBd0CyBMSf6s8iP8qnscCTrjLkBW3x/72Vn/yQWpRSqRkggUxPYqY/OvF4r83M/7zUnL39wVkxMGyPh9c1Uwy8Rn/wTOVZgCN3Ec57GYwpRBqgeZY4OH+Y57ay2lPZwhlm15Bikt3y9ZhxnJ0Ot22JxMmfCMZBqVQ2LGbvHMNgCq9qb1jbdiMaW+RRrSTIWQ2s1CC6mQfvRv6x88syEwDIDgXgl0gAwWb3FzwvfSchNWPNZO51SYEKce049KNCLOfI/+Vgv7Bfx1zwdX+C9OOH6bx42j4Vgfx8ifl7IB+y042HCDJQZSKg8EqpZpg6CVk5dGb9uTMqsMTfkgD7JJAdHWbxbMFmtabf/zss4UfyrShor32Sx4pteNtRxtNgmAve/rSi6iZh0BHK+MK8TxrSit2H6DLZuGP/8T+TWJXbvC0kg3MWcfGWa9wZ4pvdsHesbthhzZiQfioNLTEeTNj/rhwOzKzOqqW18Kw7ogcGBb7eJLj9dDNhcpe4s+oA3ABWidN0/6hk7fsyzbgr/Mz/xeWILF/Wp2ayIGcJhTkhS9rZyjjZ4WMSIGNZ/f/f1dpjo0/QsCYAVktP01CbXgtKDFLjfOdmqzdGkNWNlP7Pz/iEcZyGONe+qlSsAFTFYqCKkaYLhgz0GzHrnj9TVhKVzhOFUhDZcbOXmCd1NVWiRnaZgbRaReDvUc0DIKoLIPV77lzqy2rLGHHp/W1iQRQq8q44Ht8fwwULckHviha3maHKWw+Hn61BivghrBENmq+/PijSinALllpM2qh0PMf0gBdL58X1Jr8rBjvBcFWFGQ/g7USNXJ20XqE03r6J9icV/rX5OrlhfuVFv9pJ1M0UcYuSpdy/CPF78HiwSNNHAqYpIIMd1kNyqECvETmc6ppbjStAHyoP7noW8QO4hkgCmVD9ukQOKOH8Pa6O2zJZGB7qoGisVaa4zhZD7hdLc0doWW94C5OVwkF/MVKBCUJNNyC7lgxAUHgyhm7m1Tw361eI/yVjt2oJ1cRin/4rD8IWaBRLmc9S8AfldHzhxRY81n08IdsKi3gZ5RtnVjlyd9/gRBgLcibwneXN4bkqVHOn5LpjnQG2ORlQ0lR1UxQwjCs/HtuLZO4FTd/1yXBHYNwRVLsWLuBpl4hPsJFBEvbjhMuQlxmDehFJOQNg1mdMjSloMqCCNqFJqsF3PSjb5XxZ7mapFaWAYXAabIns1obWo2C+DcDH7jJtJJ2xn4lHRdk9f+mn6H4Cpa32QGuUBxV4w2oPrp/hxuJfsTxf4tUyISyJTPbDq1lvQAPa8FpFE4MgeYgOp10XY3UCAjxdnCuYo1I/TRZV7ntOAufMJutUuzXZ7q3knvHzTSP2p9qqCKldOIu2LEzVVxOIV7DCaLOkvK/JidQLs9F5xowYMppqcR/YEJuOyjGsc9lvE90ILUOSHS6IRqOgYu74kYwvPglwjaH2WtKcmfsILBSKlV7mtH09dzwzQVN9WD9XqQWXdvSa0Tef4O/1n8hETfyM61AlUPJob9NnJ0ogOIg+31x2rKDLmRECuvHwqXBW19VQ6FXD5jAeWt2UAypEtVSRztt7J/QOHlqK6eQTkJHQNngs9BjpT4vgM1RmqckuEDybjRueFlmO8Y0oRAzULbz5kHD/0m+7DhOKciRQPAF9sDxrl+rU4YuhHirlxmQJguAMFKwHw1F/WRlGbJj5+b6BpVPWE0AsyLMumTbfyX+rqH3scPyNjvILgJ+g3Am6Pmgycn/O/bjP8dMoaISqf6KjQQBMKeYVUnymxgB+Ikf/6mfRPfjTWY7h4On+9LNBvthXYrRV7CFFYVKJ8FdYSfzfBu67lvZ3oMsa//iPff2q/LcnNCBgMK9WJ8c+7nOnkRWBQIy+jHu4UIg4HDYL0f3eNGfPp4AErCt80+s1pHG3OYIsGTmtM2AMVMtlWZWZl//fAd4feEOHa8vvMYqfBRm2+xzZalUHb6XgfDkt6E+/N3zbxG4bYSS3VRnf/jY4ATTnzeIhY1inGxMwitO/UGQQPzLxZmXKTFkpAgIGbFFChs/TYNKK4zrEvifdjvCFWwdXBAwqPL+1bwPELajIESGdPnZgnoLZSMrEr7919jfJPVsx1xLwc8NRIwyFKsMBhb6ACFvdGw0Xn614zjZ4MKY7eRtpbykOmXoZGpB0FCXvMFFcSa7cHDL7T2ihbJINIAVi7WsLm7wn3GfN3xYjxt30MsHmTLUjp/2wwY91GLE4QyW247ADkpH//WlIoObXESBC811W/ahEjvaTIEd2pm17YckcJrwzhUkuZ20KqiZ8fopNeeTmfQ3HC80Pe0EYRxWtuOUdwz9G0JwDsCFSrEDlNoE98WeYkFYmtbQvlWJ+B+ivfbnI3Ng930eqRZLRpppTcWi2qgAscIR58uSsPJQ32To9HfDPmnamE3IapMEFWRY14IYyAz62MLdNp9cjq65+8UVaMDqGvgMWHPHGj0Bf/dIbHNUS9XhexcIn5U0WXD3R5eCOFdx5Ux+a24BlyP/y/EXH/7S777FFWP/3ziziwqQm0wC4jQsZkQU8/DCV+tFAss0RQaKxpAdtUxeumB6hhw1yefY89RWDmDpFGawwQdRAFPfBgNxFjhcAbSWMbQlF1EUYDLGd0xVBgOzPkAoQA3k8rri/nQepxS78qdpZKMpvGC/ravOZJWGVhTkZhhCAMpvryyUBSIPu29Ht8Nq+bS+MTZpMx7DZ12ywN1LheNHfgq3e8ByWOee3I7PWMIEO8/8YJZxYIMbR3vyBz/+2ShwcRfas7b9kAB06kXqtUtlEAzDv0XRwTSgeHCyH5bXr+2422yaNa+0Uqngn3vyElLUWhWaeL/CyZ5bOAz8mfCVZSl2hLdsCxM8BehBOW+nCzamKUdBYJ3eF0w/1vzsRLewfgDOyovMpB+Jucv90Z3Vd0kh048Md16QzwKt0aVVDoT6Nsfcix67Ds8XcN3YuR9xQAS5O2TY+UPaZKUtda/l8fLscrF2DXZ9S4Sp7C1lHdRn8Fdddofyh5L5auDgBtkgrrkhDcgXhuTVD4ZO9iijjWip/Cw1ArnszNi1qLwI5fNUXZNGDClsKCHiEDAdOGzo9kO2QIEb1H8QOFm8z/m0EzY9wA5kLCeeIloiUXBGFlPIllFkBoVkKeDzJAxiiaJEeOqwko6cVvZGl1Rt2XcvBUmk2PDxOmupDhIfaFaCNi7OIXe3chnGcsIq4lSgrN5870OKOCC8G3OYYEMWO3/I5kaFV2TF4t+22Bom5+gK7XaZ7qSvHdCYr9r22X1zJjWlo3a59ito5Kp1mdVsCZWRjU5wr0tAT2Hx+yFPhRyErbPsXUthIq7c25YqOwAspB1dywpAZBZfLDpiqPFH9tpEAXg4QAFa19jwoPKvrj+krkQs9abHm5rzizy71jMYke2G7KpWqjBwANTNmYIPdxTg+lHhZoy7DKHtjHiOg1CD0eUFan1AOKd5zuDoBsRZNL+5wcqAVZYxZ8DM4ej0AwxSwYYuKSKGEPcnxxYi/x0Sw9gHeH+s2w+Jy9CZ4P5nO+Lza7TAWpmoMxRivPkb2r289znASqIA3PW6Z0QxMjCFiA9uLNSBGhT2KKHo3hssxnIrDzZhy00b8jDf5jtjAVl0zoGCfFx5cDE2uEPhxbiIiIhjR7rhkq5IahBZNimhX6Htoi+/aklz8onVQAQISFtOCO28EIa697jmWQS3IWmW0rrcYJIV2WbMoUDesU8GtYXTNHvUF7D4ovk6Nlq1zQYtB61tDylkdIQQlZl5CuuIiIhjhkRaWqlQ0OEyzGhFww0GbPn0WRvjwOP+DiKqtdKK3aZnjOLBDrtvhKuOiBw7I5yEKnWSD5imiXZ6KKSNUTuzwt8ZJHiBNFEOgU7sC632ADi4mI+R3NWWsbyCs6jgyAKIroE5EFwofJdEEecd8cQ4WoBTTOh18Jg62YAKmRCtzc5o+2V0a15Sy8ZKsAbF1UUdYNUdP15I5ETYBUVKAtynTUoJSqXK50mcWa2NrUeDs+9+cIazpFhzKVBRlgBBDC9EKK2wowUfvB3BQiFMzrYi22qOiGgDz454fhwdAq3xKG+4zzvwxH9w12wWlnao+y97KMJ5ENDvVUlrGj52dioiL2eXXxWSzlrdFh9S2fgHbRTXkpCLjMxYJDU7dym5ACXNE+7cPYQpyFK193UqQnuufPIKwWVbrduDdiC3ty11RESGbidnxCBBIslbkna0C/cZtySvOn4EMYLP1GzxXCScsNSLgx6OlP2Hpgi56mwZG1hAW0TuYV1SgBbk5lG+MrzG1rGNIXctuB3Zvjms1s6MSsVwxBb3R8F20GylrZC7AjykLUJHKwfc8raliYgQeGrGM+MIYXKv/RDj6uYV7kpQF3/FB0MMCtIzwyAgCcQ6X3UEn0Zmd17MzTTdSNOaboExPeUpsMnkVfGXLqYxMG8r02JZprpZCYv41LKK2P+MUaLM5T4PyWEBis3jvANQMCMQm0d71I6AHZzXgRCyMybifGP/szmiD7hocq4LOnCDx5xRWU8XBx0CMvJBbOo0aHBnkHf87ciVuvghAcWbgvcA+rCuwX9prSTmZFuOWitITkR7DQbVghCV1hbTFe18FTzY2mJghDwMlLQNyLPk1heiOzwBu6QwF9adQREREUcOMAqlnT3/6yxYR0vVZVVGdW2XJa97I6e02So+2BvS6G4Z8AR0H+8r8WAvrfv1TS51Z0B7zxth8pLzMXckrnEvJFIRbtTVvRqDctt3R60kOwWbwxNbcoMCjPvyQByF3OMIAb4txBfN6+aKiIg4etgVB7IzEnMq45OudLfzT3Z10oEsIDdxZw4+v0ZyCI962DpXSQSf/wB7ZIVlMK7xrwSgHGQKTqGatpr1ZosD0ymU5AbnyS+ilXCWmYrEaHvMTiA+JFPSkD5s4QjcR09whAT0Z0E5NA6e72uegi75CpnyMh3wexA3nbERERGDR+FaK15yLZN/ba1ToJCkUqunaXsjlHRJvcdk3k7l4CkT2dWuMkFl8uyQdiC4GhMqP1atmh4G9rFkQw00CB5sk5wF1GGV8sJt690hkzoT0dep64DCGHCeiyGWtuMoeby5dsLDum64pbMjNCIi4giAK9e61MgxnNrFgDYr1V+hx89hFySub5CfJkklCsnsJuHs+hcZtppKh/QKxYrbnfqPnYP8IqJmlNJJchB+Ct8VsAQJmK2TuXN4/WZjwQhzZgGIL0QWEypC/qyOQmzmDI48Tq4d8V3gUXukiIiI6B+gOb020S61cMGRG3Btd73+QsoiN3Ym3MipQzQThj1ccuXfdthdzSpYGYojLoIVm43I7AaoUDN/n3SiuD3TWMtX6QoJ+T9RzLZrEaH0PDvX2deCMsgbIiMiIo4alGtFpeRXnj1PUWh2FkCKKnSIdUWzg7h8NFhZ7QonGFSoW4oQfhOVjA2DyI5Qq6lJObtC3O0Kck/sJCAEdBYsP1Lm+yxHJkQzyexboq0MJ8G2MKEjVVgFeMjOiPOFx6W1tbUh/Z7JZdDf4V7Cp7tz1w9fLuEfW9pdhWj/FJz2IbRVNvsqhIH8hOjCJ/P5ppg3++ITYu3TLZEthYS27AxgkK3z2s3hbk8VnLbkSd1jCz7Z4qvw6chS/AQHlyH66sPFiSoiIuK0I8i53bF/igNjgEVFREQcGvWaZlUpgPez1Hbed5cB6dtvedkN7Q+MFFpwu2f3R3+7o6lbsgcMNLGxq4Vq09Yu1fCuHSTGAfOAbuy1v4V2uC1rc6NzgIc42NGNiIjoG90u2GYYZcVVupMd+Try7j2D7WAPXzPP7hXRb/f/dQHIqKLL3xKDbfI+vDTdKNS6sVsRe6Ibs9jNOcUnWFB0t6PC/smNZnHcp1uqji7LrtD01SkOzY7xHaF9bCUiIuKo0ILS48107SqQAwh6Z7nJk+LlKPf+IwuesFZvZuME4EJ25qNIu7Wwm8SsN+vGL2KqjK40+FC8C7AbuCv5GMUhgCx6gjkDa9qlHFhSuPWwm3rbLWcncDTy6XM60F19R10YETFQQIjws8FZVSqan6AFiUMWSbtpPH/49iBXeJZG7UtzUMBBE+5+Cx/llSevcAga1YlifBB0L9DoFkomVXrQQZGimpaNeDvozB403gGY1Ax2BfTETbwPfJeMbZN75dj9psaIiIjDgnzRRWuY/milnfomUMIBGCZPkt2ybMQE+bRH56KJK6W0R0uYtDgt/S5oE377pu6Annxu51i6dy2GDVQ1Uos7UpHb6OyABiB7K2068+4gwgMWEhER0TN4FWNTFDsFLqml/lo2Qm1Xd+2DQg9ffrMyGKZZ5wiHV9bJrkTBDk10oGlpdheMAR0EeZBOuCKUvF78J+CtiMU+wQ7YUy7I12aZPNqDfQ0mYDRvvhTPd1O4bk6BGO3o7G5WRETEYVC4goOjY1qBVo2TLQPF0P0uwTyepQZ2aqYbu3Z5BeTRcNFTFxftgw7+KxbTjkrNZwtsg2UHuxR4C+Ks8+HmjJIE3a1NGYhtFk6G6sbrXZD9zVSCvt1BgnUbQjfaszq6WB8REdELctrILzxQQHYBZ9qtjpSFa7OttbkTBY6jq63Tqln0dEGeVcxJf9dOsg4L2n3IvFs12DejkzYoe0eJMLsLWWfHppil8C+icSR+d2YtBnEKG3cmab04gWLb3obgIqXK3aX0iIiIQ0FXkXQFXHZJ4UImP4gjsvkNlIhcZB1eWeJdkJOPkrEFK99BkKV0R5ODuvuLns4KOH/DIWCE3s4skp2d5RbBGvLUYDQdPZNocHhUVzssNWD3urBToPAHQwWeefy3MNIu8GAhQURERA/AtZn1ZBl8m0mkoAADo0m3IGiPqy+jnpC33qUhuSuadd59iDWySzj6a+gAe//lLqBcy5GNuRwUZqDtthtrHLRXQYjy4SO/NVE5c7p3IddWgswsGGsOv6uwbVIJaEIZYL52WLIusjgiIuLAyC5Dv8p0XfGyMqGR3RXXfrlSLHW9LIUsJjjAEKTErIy94bkoiZiDtycWCtq9EJ9UUIrKOPowaKYikzZG0RSwhf3ZCbSP2fRFMpNsSNrcsHm04fRbGYliGRS07fuBWCUIq2Jq3YyoXQ87X3isRjP3RERE9AJdVEYVdmnhyt0ISkSwmwDDxcqkUC5qK7Zdo0UEwZRd4XC0MiIoNOB2Q2fJBQWmOfV3ATlPe8KJ8W2nDgHeeE24oZY71CyfDlYbcGwyatbuFl4CCiBDrTB67vlhWT4iXoSbzFVn9I69yWjvAIczIiKiK6hcwvXGa6zFefPs2ioQVoq2KFTNRvaMmBhQXNMViihc41Z6gO52C2OwnGPVvgV+2QB9tWrh0TA+JNamynaD8iOrabKstF1A4iiQRwVSrsj77gg7acRayED7wXgI4MgQgBXqtXsACRpRr4DqUGogbR4TcTPgBRehIgCrpa3Pk+GgWrvrUBGWCIUzNCJiSOGn+64IVz47hI77a5ZhzYUeGIJgwbz2oCouswJVIInu12AKBFPhFL/OkgX+YU0KQxsRObNOvII2snr5xRXNG4Lzt9GFzFkFTFOnsPJdyBbF8RkQS094qdbcxJdZ5DcDbX+1jwDTyADFC3lR7uCkgiwEdVkBOjqKZUaEwzC5AHbgFfaXvoJtBft9Z+Fi4qabSa+FFtZ8/ScPREFaIspiIyKGELvf8sYrQ6c6l2OHrkuTD34J+VgI1ZlCcLFBwHRaD7+SiZeMBQxWYK2OWOSzXVI59kXABtmp2eLla3RlSjDnOkMLPGnRKBI2kFA60+wBVgaYAcG43OFAgXmZepEJ8iFR/tALdxBfe6WI7W4A0tFyfKk0PcbyCyJBFcThHESw048UGxIwyJ0AUvpB1xdebQp6UgGGFoNVdjiIeVxExHABJ7/Jj07wpO0WfnxA7TCCdoCu3CU3b84wYgRHuH6pOVuEcLjkcA7xC7XC3c2TyIGv/wOkbGNmcQWyyIGmLlqUtZYxBeQUMthRYirZmRewA0F5dUX7waZ8KlScQk+xRmehHLlPIyS+uxk4sk1bpUiZGLXACu0aV1CI4G+NaTMIaDejHaosrJjdc7FmBTtareYGb6RkrPZZRwWpyNQn+Y2I2IE9L9kcOp+REsuRblGP1rY140B4FDK4qthEYwi/IRbAdc+LTRkMaKXihEd4ndrFlhbHEawFrIshpBVXUgAFN0DBgyKbenAW1w5CW3w4Ax/Qn+4QUS+e3ygsUslN1ibz+0IqQB6TZPB7sAXRryLozS5W9+LA8IV3/KeiEZy2JodlxYqTX2FvkYiL1Wa3rECiWoFIpaLtYPiKhXAnlcJsYzp3ctFRYEbNxUB5bAktBcJYCa1Tch8B1jgyU2qFCP0GomiYdyJbmRsR0Yadp0QhRGe0B4Qr5HjgFyCqpuQj6RRm2JNBZpX0qy5vRCuI5AQnrmoGF6zGJanOQTq9t84ucdbjpXFTuDWEJWd9WQSokHOQWmoISjrkoXFwaAx6H1iCHYezPZ9LPgNvbOTIcQvCincfGsWoNlpg1tD4bF4cO3SMYDHY+lGBnW4ggrFj3AOWzf+YYBNztRuDhJ5dKxwRjkjTFx67zkaXCao/U5wWTWZEtLjYjhRjj3vrP2rBzoiI3YDTRJeEOU2I2EJnkCpHsPUFfl40rBtXv4YqcSbbVcRgdVxaPMM4OMxrUCUh5QavbM0cSomDyBZ0U6uC63yD+oraR7yg/KQW7Sb8vLBFAy5n1I0FBcRbb5CNtXOWLAIpvGcOHEPhBTcsMAFk+xGK5cLZY8gHdlCx0dFkfjmRwitlVhqo/WUs86cbqolBKIdK1ILti/r58DDsUaUyj4AbFrMEpMdBRXYZYOVyLEcu9v8xjIagAEVzbeZxkdEaHgf7ykM3vxydRrT2VVmVlm1jEU74y1GlXPNQ8Z+Jv9dxbvmFBTImImI3dJwg5uXazmB3HeXXFtSEDxcSDT71Wgs8gxis6YeLxnAYeIM339U5H4yudkVSnPHSQ7uLqVg0iwJ36fWTWnRBqworSxUilBV6txbHQ1AoKYdKCtnUAWmlIzW5EqpLdMr8+qhcqwSqleyohSREhQaLLSPrZAa4vXoLYEZY7De1MJZ2007uAUgaekako0OD/eK9h9Q4iKdWdIjX65osUAlZqOpgAI8c4vUoi6VEkLXsWY4lNMOCgxVwRVNsJ+yjss2LvCgccaQbjdDzo+OEX4fh5Fgk4TENA+X8HrE//HVygyUiYi/YWeLnCs5qnP6mZjIXVoPaqhpdIaEWD+GVExycrN64iEoM1ysCgyepaBQUTUM+mWH57f/eMoOOKjb/MlquUEEIRhjy1cIIgVXLNTauFIzEqKw2EvCqRCS+G1hzEWcgOS/xoOVMsPHuOGS13NSdoEcazlRZeu6NEvEQoHVvTt+oGlZJWevJfV84/CyX9hhOqD5kUpgsllUG/nYkxAr3zmrG8WEqfiylGamkcCmRytJGWfhFNU0oTLpoChMjHC7tqtYicR4GGGY5QZP8YxD18HCheIS2WI6OqY6MyuLhPHJ/ZhkVaEREV+AEKYD/nn4G8QsvFj+f5B7klg44WQEWfHR9+ocnLq5ctt7sAtbKPBCGzGUyirNFI4Rxlp3T57Onn6VR/MED1wbUSMVohwO6Ss5PXiM+LNyrwBdSzgIZoN5IGm7WbPB+OskrFmxlQXfBRd5jHdgonBNai8stkYfRySWEwDgWZRH8GNuSxGmjegJBZmJczlXPaAke5gYodWCAhaMu1AoiVNH6IB2T4XDRiSxKmOpIkA8pBJkQG7m4WJBby9QJBDnlqNYVm4Yn7JHxu33MxRWTIN6OqR0ZOxieTT+KUg7c715u8G+GUyUiYlfYGc+zxrSDVvTqCsFHMoDewWx5WeE6QAC8+NiKoXalpXVe5PhD50UM2cYuuGAU8+N60oUlnwqCQ3e36ToDTRB85kFFwqvxUnzJHYWSvDrzZC5GsBx38wEQOJp1qTtKTiaGx+IZybzIEHZI9cJA6VMaZCkVxSOQfVB2qNZYQjnlgmm0lSYamddB59iFFqgHLT0GaU9VOjkJu8jEVlqTnaHZxyA2cFZ0M7gL/FGYk8mYgBE8TjCDikq/A/eDZiGSxxspGBUyKJyfVDtMhxaWCuvkzD8c0vFq4GYtg/Pj4FQ2ECwPvVxxVyMidkLnhZ0cYgVcB6YA7CJB44sbUxJkDtvS2c/WeYWXhfgNMfDoMrGLlBXTgyhmIHvhgmc/FFPX9QRcWoEoYgCkkTLaFxcm75whEGBiR1Fas0+R16QSygTLYx8WnbuVnBu0BelQMO+oMWIRc9ABScXXKSEN90Q5kFXZdGVmu2sxWHkqeFhUhW9yA1V7Oiuj7aYXwv0hHtU716EgFqbKlGQaG5WFvw1wD0tWOHabGZWOSZWfQ8EshCsdjVCFjpyFWelw8Fhzj1i416HMDGeMQrhLcDBCP5QZBQ9T6QCEPUC5OnJWITaD8NMOmqBwxmjDfYmI2B08P0iB9u/Os4aXDRykLW4tECs/pfrY4mwlF3IB36oSXSQCUyGNjTggOly8Ihyc3S0GIZanPDbIjNOdJTENA2u4AqgZGcDLUQ6EE+QaupSeJEIgvi5+4c7pxUu0B61lptG6Ru2HYusyoo7cyGCWowirHNJScXp1kwJQaQ3XI9Oh+A3bM6aGldwJFUNuSSv4MpABrFLlMjF8WmPDUokKEzJY8XYcFZE29C0jBkaAsEQ9PCKOaR43mQSaSBv6MWgj13DLIWzQBGRGAV6rH+AWDizffMwQFm0HmebiX4F/TzQfAdxTFc5wpqC72WIKWaQ95E+v46PDwCxM1KefPwNOAO0Mf2EZqYNkp3lERAE6K0h72ZZnDa8JnE1waa2TiVuDTqs+t/zYFuesBWfQZeiUmFUKKKiJ6HDB65SHU4lCIXYdZGwB4JoEGP8lHbg+QkZeiAYSnOxABAmLaSBXFEB7SE241KxqBJOfoDAAXGqZFcwgZWo2MJiP2Fm6pl39SowVK8CXLKM8FgCG0X+D71RKNiuCFDeNEoy1GA1Bp8RlhE9Pt6Wn+SxKWQLkp53yCQrSlruSp0bB4CyQiWCpyOKFrLmbxwsbmoWtW8/9R3CoQCISUXZkkZQ/QJP53M9Toj8/AYN5CEG3CJD1+PnIuRERuwGnSuFDYghnLcETGcD5JpZAQJ9bnq0ATtgQkNcnB07qgCzCz3gP4PkNqCDSQU3XvpWLC8Ji/WqwrV3aeXHB1dSzwICVpeuGHjgUjNjAuUhMZRXykgdVkVfLrQSmioC2k4RCAJ2hBOMu+vhFOkok7Vj4Woosg8G5L0CRDDMDvjTplwGsGgpo59CcjgrwIN8LP3R2DO2HkNDlUUEgi6WTX48mWCMf2Qn5dYhA7dlPIeORiQeFqtcOOqU3PNlv0K9f3Qlw2u9EY0IPgJ/pEREBue7LGNDP6/yCPxIcrPDildt+FXdDgRx2AcrYUUxbwJHuc28ok+RkOD85bG8h+QKmp8mAjfajAO+OPc6w/wE7DMTFu4OV7ZPkKKFflmd7REQ3iAX50Z/lCRJB2/Xa2P3q3QFPml/VbXkzT0eJh6jghFBGy5bUMd2Ybj8cnZRIHwkvpCIfHpLjdia3sgrVtJlgnOZBXWvLk8P+zszHDT/XIyIEnRDOfFrpLAH5eUvokDjkxZYDl0V2ZRQuqCL9ZVc1UEweUHbl0x5RUBxwmq+hfsCAHQUNHUBjYD5yBz6dfwhFv5xGivpwBShJ24EIecoWGmgJBxBEm/2IcvGodeSHO0vDKHyz2OKv0JaIQNxJM6DO+oiILgjyz3pLugMnOk5rP7PDCZ5tXaDsCN9lay580XIjdGF+iRX9WkP6IAiOgvZRM48o24AGwGJMfJArrEgGMSM+LN1KZDh9oIYAFNsIKQhmNNCV+9rdntjgESG+uKX15qMDudoyBiCJJ26HdlxRX4rOvmzggGBlUWoZwyEWQxiDGccE9kUA0iC/HQenRQYwL48fPSoHhSArSgWQliFwMZrVozQ7mJYCTW0RMT2MVkFIqzjYyC3jwy/FCvhVWv6U5gIYka/k6N/vFQFZQBbi53pEREAm/Uz9dbR9/Qxmqog2aFaCAwHpDpo04OCFDxpHW3Oh7KPdwZM6fBGnCjmtBRp0FtRfJv//47NDERERZxdOe7kCzFCutTxNRERExFnDHvqPXToeFxEREXE2QZYz4ivoP/WKx7ZvRETEmYcJvYL647DHdJR/ERERZxkZx2mM18hPaExzosuIiIiIMw1wIMmPHBgoUPdoWWxERETEmUfOfmr/xtGPiIiIsw6jObV+yYGBAhtwRkRERJx5iOpEgc5/0H+x/RsREXFeQPUnBnSU7bU6EREREWcYFHr2zeivwaf1FRkRERFx9gG+4+sS9MYGzpcRG8ARERHnA5kAbPobH8pxACQiIuI8QFSHVTNp6XU8VH9xBDgiIuIcwV/7amjEBnBERH9ozqwtcluurnKzsrbUeVFdWZp1VxG1mTVkqKw8Vjai/OK/G+7sE1b2HghVVS4sriigD+xb2QFSHD34o1Q2KP9qek0h6Y+dgBYbERHRI2ZLVV5Gs6XXWKdz2hSBoNvuLKJcrc5ofcsDkvXS/IGux4eLE+7aDVb2HghVVRarneYeGntU5pbua85xoUIFyDdsiwI5BuIRERERPaIxV6LCmyk9xuV0q1TKCC1g7u/dFGDygimROUs/USod5IIsz5XW3bkrVPYeyKr6vtS3Aty9sszS/cw5JrSSWr3CBnAcAomIGBTqM6XvwWTVErXcSumxB2dodleAhkZp/qY7k9WDKcBGqVp2Z8/IqprZIVgHiEFYOjBof1tJs853RxMNLIqJiIjoA2oDY1W6ArVnhHKlurb2OKiepepitbT2Aldgc2aNgmt2bSkFYTI9FKC6x1aqa6XFUilckc0LS2trc7PFDEl5UUGrJUAdjeVvSlZLZab0EJGPb11ZW1u7IDJG2auIxbK2Bv1ZKxjUVtVM6ZtFlEYbyihWaVjpyhqq6Ci2vcZZRC3BuaOyrJxgqe9qt8zHixYOBG8DtDdg8u1fHhEREdEzGvMf3wKTUPyV59nYSxfXStWPqy780rlSFRSgnkITXBfWFtk8pLs8X4UC3AAhgUCr8xvKgQL+Di9zZBlqpJFqaSZZV8rFGuuik7Uwu1dSrd72stEaZwC1XvpYLiZNZ9bo9Kpq9BGwuoZcSAPXjIIethcLGu2sEbjVWdkGy0H5iAEB0lJPQft3ZD5m2Ahw3V8DF1vAERGDwEzpCpRcY6l6a7b6GBpjpTSPpt/rUtVUllTh+hzIK5lZgxRKZqtLTQabAgQNrFRBNxCRoQ9whfSTrN5h0VKA1aUWJOZNBTXmyJmIqkLFNV6wrO9LSw1mv1LbmPs7xxtUNnFTjLNSpSkyyIrOqpqpwtR0ibYJL5hxpvR3ZGIHYSjWUnTWCONZTUdlgsoJlirF9xSdOzMfF3DASfmt7C3AoL/IfxERA8Bs6fGd0vfglisvyHUQSuAYXvaig+YcRBkTUdBp0HW2tEjBRXd5nn2A1nC+FTrmUACITphZCxmg/CzQRCMVFWuZIC9KJ4JuwKWzpUcVVslsSsSY/zZLaJDFZFWZwsQOYL2Klnqp9IKBWDGSaUFUqI4p2mpUMStMaDsCNKrmyMpBgAiQKb60g9KW+ZiHhitsA0MBVjIF6BERERF9ANTzGCR3q7SkFrA1B4GqjbAurfHSl9aDVoQzKMCfPbQxt0aCQj6TjLdK1XCjy0wViUA/SxWswCoVz6LUakIulWZRLFKBYkSAj5FmydXVXOkR1kgKSmLTd8WrAps6ARrB0qAVJiqV4DIrSYQqVrxaXartqJF2YUdCZUulJW5COfVgqVLcKn2sfbLMzHB77dHxMVDdNmlSq4fH4OJTIBERg8FMqTrfVCealBSvf6IqIegKUMJt5u/iGyrAiitA6KtyVSlX2YNGwGFNRxdhliFJ2XeWQlcp1hOh0odtUm1tsYmyJeySlbU5XuQ0iN1yMAiizIRYUIBZ+ZCJcKoms9Ij0+rHLLa0WFmleivWiFDsbzOrbJ6brBz2UpoCZAqQemdmu4H8eFBLKnU2g+uVes1mQoh3QUdEDAizHJ1Ikisa1wAT2XUfYArQmsCmAEscxFUfmIkk01BQWHZJIjDcOVjMADIi15RNVyGRy0YXlhYOqQYFKHWJbNaXVzQoqyqMAqv86lJ9XaM00oIW6JFmISxo7agRqdnlGSqzdjaYzsqpeFZgae31l/Y30JZ5xzMzR416pQYRqAZwfA44ImJQ8F4/NCzFATPs5E9WpYuCQlr9b/aKrTBmtUqZZf10JuegIJFxNsgy+lHeKlrQK2uPyp5hRW3l10nDewhn1qplcgxEmCSbFeWijGVD+LkJBYOQy6qS2KzkklT6DsVRAXo+RZa9WIavVRvk2VCjVWZSdnXNM4VyEBP6MnUEsE/KDGWYV3pswJ+CXvvbatVa/ihwVIAREQPCkmm3pSpaWVJc7HFz+YNI9b9R79zyvri862yJvAG+qOp+FJNl9ANrKBQZGFNdqoFNCJSpu1QmVAvAHrqiVKs+Vv8iAryQtZWiQXCqptAHaGKMfXlmZqm07oHtxTKFzIJBocZiZUsyprR2Jewuc71gELbcVWQOwSHzMSrAOgeAwXwaBTFM+8GOiIjoEys2bLri45oNDgQs3bGe9+bcDLw+IDILDoFXClCSCZoQV2VjEbwyE/oAWcB/l0pLajmDG5mhklyZW6su8qJlXyDbtKilVFKIJJu6E02Uaax3do2chHJ560xuUGPGqgoEmImxxiJ4dnYGIvZ/KdAj7VkVk2sdNTK0Zh2Os2uogNVBoVo5FJpw0tKadpWZbQeyzNBlxwzQn90Fw6kQPCwiIiLiHIASkG1g6r/4HEhERMQ5AVrqLW6pAEMbeHieU46IiIg4aqgP0FvA6XR8HVJERMS5Qg0N4KAAYxM4IiLifICjwDU+CUwZSDRiEzgiIuKcQDcBUgGC/vyVmEPfBL4x6phILmo7eZnD5kV3kpQn6dFThu0RSXJ/dIGFaDfThdHLCgTuMstbm6s7z31/dIwbJESujqLujo2OXuOEaAWTisUgkzIn6TXmLsSwXMfFXQy6j0ACZRd/kQFZKbQV4LhIH8rJcLmtvGJFzO24HCJsZyIiThFSCMDKhj0JAgy7ArTrEfg6c46BIoru5Oo185BM2iKAT4wkzJsToCcjUxRzX84SZtQSinKWKISPXi0Wo/Cr3K7mbO0xsMJxt7tB5V8tK7MVfpFCIf1YKRQLKJhDdCFAK69Y0VsPBy5nEdqZiIjTAfyph1Fgfynw8M8GeHF00l28NGH+ZV22RfdNCJaydExHBPHX0bcKFNEsjP5DgRRpCJ5ewN6Xi7nve20Lo5fai2I8irg6OllBeGaSiimzGKB8zWphIa28ghDkuOxFtxkEf3D85jodGJSVRNtBKpgTMBGk4gVpUCuvrSIgS/SJR+joRkScDmSzwfBGQOm/4VeAF0YncX27U83DS1Qd7pYGwsUqnkETNG2LID7htYtAyahLRjviKtdmVEN5blzY8lzyXFlRuPRBCAhDAblJEG6hGMIMQeDlpJFXQFzO96KrQeAlk1SIyG9NH5CVQttBKpgT0EGAdpSRLq8IyBKFiKgAB4nGC03bclhYtkU+XnYUsIJXfCp9x8pjPe8sWIJvlKAXK8qwP/RYHTk0HTQpUE3gxvA/CtymAKWOro1+2+auXBu9EeJbbYkIb3EC2NOFEFr+g1/STGm5ceFXSC3yLFDZXCgUteAR0/jDyE368qOsGAJtX/APKpugYivGtCnAnQZdHR1bMOq6OPpr/osMyEoCYjI7SE0It2KccHV09KYcxQPYVhGQJQoRn0QFuBdW9311ZRsO+EK4TiCbplY+mplFreByx0voCu+4swRYg/rMvbp4KBbMJqVhzn1fHXyAJLuCJzZQqdUrPgx8GhTgWLsCvDE6+oPcUEo/k3GgkxAASJ9kERYGvhFJgGBQTt4HCEE0pl1HbjGP5b7stanNVyzKW7dCwaSsGINGP4wt2mPaFOBOgz4Z/fYH01K2jwEDshKAIm0rYIcCVMclYRbYUQ4VSQ4CWaLQByg2j9gFZZ8L+aBYLdk0CocEsuFXWuTsBEeAygwLblTbXu2WckI/R0U123QxsOIm0h5OBpr9BA7YfjkPkGR3oBotUIHWAj4Fo8DSSnbduVMXOS7T4MZVaaeZWKKYiLhvJDGJyG/BGK4Ak5qGV/GbZtd0+d/I7dKoEnrXBBQFLWb8QXjdyhaKMbChGriqLcZHHWiU+gDbDdq4Njrx5Ue/8adAnYVfZFBWSrt5ATSvYE7A1yFB4cgiXaEiIEvkBQAWEdENpooODptE79DYK9uETWjQNzp3ZUlTShdQSNCYy6ayPhBy+1HIfjkPkGRfaDrA0zIKXLiO3alrvOCGpvmaQUnjI/iLiQjnmzEm+yHrAwSuklxW82taGilIo9DPGIpCpCtKoGCSFxN+ErILYu3nVIwPwULKERzoUJu83SDQYT15684iAQ7MypxBcZAuBHOKBJglKJRXqMh4LkvkBQBRATpu8h2PbBemK6XS2iL+k1c1EcsSZJFmnL+wtgTltPbCY/mCy5IyCJphxWZnWSmtldiIVGJzWgLLt1i6zap04dZCNr5tDZXoVZMlxdUuVOHSWzqJ8soaiirkN9EAlJFOJV9YMyL6Zm0mDyxbwTbJTBbanONLPjU3fzEBJ+t6PaHptJYWUQqwYhsmWys9hmHpTOn242C/HaswKc2q5eT79K58gyTcIvgODlw4vCFJz6j5bdC1Ft8L3Jge+leCtPcBUl/pkiu4JYoIqZxiIkJ3qoFhJJUmwyiwgICxXDUpd2fvWlbHRwW2+Dk3iVAxDrRr/5h3i7FGc7X1AarogkEQWDfom8TpRPM9oWMwVrYfpC6jwAi3S6J4AL2ielCAWaJQgP5eIoDGf5dKVV3s/rrHWU37V+JceYVp85YQwthbSWOeDmMHMpchRYvSUoAaQ+JVtjOxhQehM1UQa7WqPrksG4QRK6GfWRAHailU0LB5BJW/xLdtWn4B1QDrFFecrcu0nM3sx9lXVbAFZqF0yJm2JaD753VGVB9r7mskDFKRtajSmbUqUKqyKy/fbQI58dEBIx5iy38OzoTNw8ud4cyINqliT9DfOTbZO0GmG8OvAKGOghPqCHzAK7noHvPLHl4fBfYIIrQ4sesLECxF0cNkE8lPxdx5p5dy5UVdGv0bw4WCSQKSuNBjFpYZkMWASfzYw9lpUPlX5gKQVnW2YzBWth0kFNA57Jbp6GJ5nX2AWaIgDeMocMAF9vet36HkmW/o5ZMbYB31ixVeuWHT/63PlR61ZkuQTMxArKxx8mdNBo38uCZfgxRsAr1VTavsoWtIMFN9pDEPxH2TZ0sUMPP3R5of+nUyoTmfV0LrEiqrAfFV5TTOpZCmAJm4ssa5+f5rzaY1DHYrZXixB8BQM219ToxfmNRa74ZDE5hpNXX+6tp8oVtTBcL+UP83mvM6nwP7y/xdn+pinKnqnwMHTq8D5dEKSXqGRoFDJ2A5LYfxl2HFjVysQJvUxBrYAxstNfcno58pXnfNFSMIH3NQIddGsz5AYfpXUAuuZXk89zXma2k0oViUWAhIf6Y7M0mYvpZxHqRTMVIVEIVhV40btBmUdai5nlOyHIOxMmg2FRAkZAFShkT7Uf6NRJkNIWeJQgGSsxHAus88j1agJA/fe/al94tlcx9DAUoQ8YW8tzyDYC/UQFCz7MMLzO+Jq9UUpWahM2tMq6alJpJmNvxWmpHZJBNfNQnGAPNAMMkC8A2Lgncd+ZnmijdNgXUILonXxtzaLKSsRhlWpcLEby7wqBgRCn3HmjPTPAH2lQnothfTJSt6yVw1VJNltfrdft9tZyHUYgfMc4XXgS5tZEcrJOkLVIDWB/jl8CvA37LBTFNHuBpx2Zu7ITd0yQJa9ZO6OosRhPONCkFCD00u3kAAxyzac7PtBw8u/86iftFzY41/QQIVxlfzYhxwWxXtMUExAT4qUzDIbUV1015nQJ9WFkpqL6BgTkCxDxD57CiD2pGpfCnEFfoAowLsAN9X+U2dRMjJ4Nd4wTb0KjVcx9mrM6CQSGQTnFDeMxDQVwzmC+HW1cnF1WtIK4auQ/yoVAW/Nhml0pxs16mg7AUgzhhr4QXCKz699OqaWA3C7XYhv2GF0zhXNTHzCgL1ll8EMoxpwltL5lAAQ9m8TVIzrcyXENsbgdNqCVSieaFTGxCGELyFXXC9pqyqJdS/2Ox8D17iQ8meJGyZNDtaIUlP4InNuWAqfC86GXB6mneMDTUgagzWvYeQ++YWUcidpWGrrS1CDmtxynMx9AHi+hZ4/hRz48o2UPF4UX9VUY2PLAKsAoowTFDCEcoqgGdUb6U9piC5QptcHhoEVtF/2vRvSB2MUc2DslIoFtC9D9ASuga1AxgqMlLPx2JiH+BOpNRMEHbqpYKkum0UALgCXHsUFCD0DCKUQdonCDQ0WK3jkJLsdpK9KPgWvkSVL3jLexSRjQSCSPxirgAtbqkFIhPoDxVSuLFjzdPwZyaJ0a8stOO15BsdCtTLPiDTkIrvH8lCbT8aSpy/2tiscCcrsteFAIWs2cuEGeg7KFPyVwibifmB41vn7PBmSfoCm8E+Cjz0t8Fk1zE1jS715EfIj+Ae0wDEVYghv+ckj/hd20IfILDgV7KNrk4a+xdy4++Inj/qMi/UwR/gMuhojJSTmXTViyn+JV3zNmF7TOhMA3wU2A26dBmtTe+se4tEWdkyZ0BWGgoFFMwJCMxdLA+aYIKZst2ICnBP8CpHUzA7HcAacoe+/Md8dxopK7yOrVFVTHgzCKRQ+uW8qUYA2ouJLyDxl96bSORvUytkA/VQLWWSCWfCHAiDbwIhyvMfk2okBDvexrbOfsXghRqUAFzNA10BcpA3D3XTtB9mhUaBTQ2iMhkLjrM9B1BzKNDeNQJnE3RJp9kPi2uZApSJhV1Vj7WOlr8PuXdwFHij0ko3OAqcTsfpsCIiBgG9rxKKZabKl0/q/juwhi7klepSOVmd0ygwb+xYnWdfGDKk9k44UiTHZ9k1mLxgYsuv2NV5doi90L0t9kpLk0V8QdtMiUJM2SpLHMLN1BXjVLfjBcdoGkt8g28hPyFx2Fiydw5jD3SbnQXOSQHKCgmvQqhk46o9fSK3KTNY8TOdxrscM3a5ltXSTL63+k0M2m7bSE2rhn8M5QwKcIV7jQMH2+xo6X3ITuq9oAWNAE7nfTD2XvT4WuCIiEGAt8NBceEq/+9SiR1ovPLZaoMDV7969RZrFcoyOsFGcnkXmd3lUaKgKs9V1QpGfiRmWqYpz2ehBZXX+G970aUUILv/2tShkElAsw9FBT3qCnDD3qvpllgPIDsLQ6AN+Na5LoTqDZtrpSUSiiSiqbmW1jO0CZaiFb4oxvECEYysuR7Od5ssBFJqes5A3jxwzLWowwsHd58OHtweUa9hqaARTEzH12JGRAwEr3GJL7I91VjBxbok4uHLJ3mxzoLUFqEDU5AFb/N7wasOGarKQDRwXVf11nB/eeVrMIfuNq4qMW8Z5istEVpUcMhWZTYSoKgnxFX0Jk3yh2kp5IfPX0fpCsy1D9+v6S+wRIEc6+AW9nigBF7ymhLRQ0sPk7kZlDdv98sUEpibyTgmfItdlo48a6j/Mdq1DIX91gdYa4WcQQH6+0MpFrOjpdeB9v44MFCvsBMwPAmSzz0SERFxxCg8Q7svvKOtL6xkN/WdAL6c/9ia2cOCFpu/FWpNPgpC+hv++QAjIs4QbPT0gDhU4k7col6CXLI76k4EsydZ+a6AANxI/L3ApEAPjoiIOGocTtT1owAbfFpuDSvvhDt+sD+vvwHbwYMHo8YBEDSB9Szw8N8GExFxhnAYUVfrSwGmK3Ol6pINJpwIZqon2PreFeoAtEYwEW+DiYiIOCfwm185IX5oAR9ZH6C/92wHJgqPTZxuXPWbggeL9NrRHZ+FfNqaDpT7+lXSa3q73E7s92PvmjEi4ohQqdX5dQVYHrwCbP1NRV5uexI1x0T2ZMJpxILvFLcXd6H4/tC4dlhavRoeVNsPn+xGf0my2tevUt7N5v1+7F0zRkQcDSACK/WCAhx8H+BFE0YLu0wTcnHUH3w2XN2FJ4cSZX8C1rZ/3fE8bRFXd2ebPXG1SKsHKqSDAHfN07pmU7p0Q8evckis7vZXsF+xbRlP1akQcSrBQZC6PQkiBdg4glHgX/Qms/qPuzwkumCvE3PUrh1QvQwByqOjevQ/bP+212Ow9Z963LGLhePTSyG755nYo8l+qe1XOSyKNreh/cfeiWLG03QqdENtjxei9fi6t4gBg32A4MCN8CBIOo2vRQ0M9yc14UD5338CT+CK44wm1CT34UVE+guU4VXO2ZQuLIhLpF9uYBuUi+ZAWah8xPD02lgl+T8WiQyaosTiWcro6CQlBOc5yWSPezzxxh8XPpEZXn3TywBCMZz6DjELCzafSrBTZgfjhdUbZfXPhe21b5Ern4LeivFSy3+wYjLbMmO9fKvvrvrIygpgGNLeB7fWvBBO7ZKXKVxEHisglKTZYMofrTIRHFgjtGi4p+PGglJRDQ5tYW/1q+Cfq/7HBZT4LYLvMo5nR/HwZrun16wjlnNyjf3VpmHNym0Gi69hZ7Ifu+NXDjsbisTaTLGspw6NPV7LNhHmJXUc8m1xEYNDveIC0KaEbgxaAV4dvXuZs5JMsJV4f/Rq/SeczFeTJq+2CZzgDV4k1kr+Ea67usRw5SPgmp325Y/gvrTAhbONpBZJQfmj0QX7jRYusSaUiJAsnuhIHDah+rr782LKvyLx5Yn6TxbxiyfUpevrDEFDadv49w9J/t5eLyaU2rZjMCcYW/8xGGL1iTIuW9ryr4i7O/ptZpoXIq+OBnCB5HAZ1WYlJZcnK5wOED/qH7IjWjA87HpyGQ4Dy1atIe7LXxFvv8rYZYSgDr6mUwVqF36x6oMpWXVllnCXpRMyEuVmxzb/salLVVL4lUPGbO98Z/3XP31o6e1p3bHeToCNft5sFtEn6poNIZsNpvjD9I/mwmRy8TcoTZ326egNXYqgQvWX4ZrQ0KkuxfK/wQAWfl9koMsyqS1w0maoq4u/Udjc9cg/4nL6t/qwFjil37UblhxXWBZPdCb2TVa9+1lNKMZ68nStFhJeo6ipaZ0jDHtoe3X0ts+TDNS8mFBq545lxmaGWH0ML//BilERHI7tKMS8PpW1Oh6ZIytJXx1WHi0Lb/5khwMopMt6ZWl/+Q84tCFOjG6/yh9uI7piOcof/SPsgvL6Qfs2r85sZr1EKDckW+VEh1bsb+GHZLl2nlhl2d65MTwWYWfPDDoUYHkQc9pF9ASIM44DQwGS/4DBKkDy3g+6mn6nF//75WuTqek+/bNfIHfoH14XHVUgVAevETTu6DZ1BXfKKwlXiyIvIMD01yrX5V8vSlNQWP34GSid8UA981hi3zQocFDt30KwR5R/vdBALZk/aeCKB2Bf41eYXUFzrnjiXvYuq8ufbdDeUW4MKS5wwI2DLGzbsQvBWD8OgXLIDjU7JMimOIQH07wQ87qZyd/EHz9ddgLlkWQqUbJSWsXT12w2RJTTls7gh7bxq4im7VfhHlzmXH9MzQL98Kupb7yHzEqPpOVfebxUL5FCFC/4QeaBlVVivKwk/5UlORlqaRko83QAqa1PHfzlaDN85Zq9ls0R3tuWNEr+SjWb3nlJefxNbRHHApyOOLU5HWpq70RKy+lAZ4Mpf6S+JJzOOu0lDRq/TVpQsgFV8wn+52tUNxAEG6YCcUmx/2eUPZR+KWsodOEfV0ebuIIVCb8NKSp+FU5oiNq1SRQR4oHc4+OPtrHq2UWVDUt6MWm4mU9+T1ijAilf44tGQN+MdWinwhbK5prokvBiQqntOwZOvjSJvQ/HgfmsvuTir2nFS1lVHAzsKCTzEi2Jo/K1u5aaR1SpLtNM7pzlyQ23dNyjEEPw0Nbcmg3EUVf6r/LbRpOivfzv26rad8GOWmYKf0X4alaC7wv+Whdu8JeTnw5Zpd27P9ri61IA+5VDRttZpi3s7NXwI50mcCa9KyRAvnJNc6EYOL0Jgf1aQgzf0aFJnqqPFUJENXis4MmlTkCjwIHOBnNZ5/joAqQY/8+tcyv99fKEFMQFsARlxrT+4allXDvo0nOYGOEbIi+M/cprImMZ01+KfztW4buCNGdxMXPucbFmG2MBVh80nFfz2Ua4VffyJEfIJ9SnZ71WJhsb7AZzhAFW2zmw4EV/R1qowUpdmKzv2LHpj6AXK56M5YsbdAACfXytui9xsmuaBmlohfgOKw2CWMDlsebXvkurlkrq7fJkM1ScGW7pWGMWA/wwxuBV1cjDwgHt7FeRTFVq6tPi4VU3HU15a9XVrYS37PQVLoyRxrJktKrxm3YLf4z530XYj7CzTFvY2f3GjocUPh9V+yvXCq97EzSZX3hbnNA+cWnEEaOSVPgksI8CN6YHqgD9jjRJHZzx90cryWW+vuPuBjvTFMvOJDXfFujzBtECT3sHtcFFTRJ/1d7xuOCioW49Qx4P10WLKGbOPdZC3LCLrq4xAfbYWRlAKCalUlqd8HswNizhZTf7E62VnjDZErZkBuvgBFrUixNf87qWcTt27OJvnBjIDUFdzgbQPerzpPMPyMc3mJCzCoXkOwyIm++P3koqHExQSRf/jb807ReFqeUx85lBcu4q3z2XiV9AP0+wBpa0/SpSsxf/DcsZ3OW3cR2K6sof4Z/qfv5mOCs3s5gG5T92+CEJ3Um5386eMmgqPH/lWTYgbFTIl33gNJMaREx4W1z+PraIYwFn1gez8EboQIGDVIDlX+31lG9H0/uXLtorKNnuwZmd8o4O/sVrhPETeG6YvNOtD8klSyVARY7Z3cDe/+aR6igCsnjKTSqRYubg8T4zkx/YevWF3qVQTPobHPWyrEEC2ouEZrYbH2DK0DSTFaXRVYEZx5q4pt24zh1zYzND3DCG216ysNHRi2PIhcMzWSjELLXf6fIYG/nM0WDXAO25BN1X1n5JoCpPwfAG27BMR32YwQ5t918lE2WmdHf+NtMpAxRLm+/+wmQGKzdYrGK55zf0cxRLYsYLNBi1Fo+YZVUppwz27gyfrlkv2AX8vW1660X+orVGyRRgeB/bcE2ad4YB8qsllXqtUrcJ8TkXwmk81zJ4Q/J0oLuxmYg8ENT72Bv6yBpxEOh1H/5SjjDdcmNujTNa3SqVUmsXz5YeNdlEpgJszPG93/nUzBHHALZCNAoSFOBAB0GOEZ9Qdnin3NBjd2N5o+Mh0PsOe5M44qhgCjC88sxfumsv1JACDO9FQ4y9Qa346rWIY4H6qtMECtBug+Yo8GmdEl9vfRz4c3xHhN2MRYvZXQeD9T72Ant4JeIIIa4Lrzzz1+FyENjfe3aLA8AQfY8rVIB8ZYi9KU3vPIs4HljHRKuykSvAePAjIgYAez1uxyvXCq97y16phtavRkNuFV6yFnEsqKsJ3EzqzZqRXyNOiBoRMRjo/bnZa9mCsMjfe+bvReOL1vhmM6q/PCTi+FCv1MCDrfBiYA+NiIiIOOuoYalXWq4Ap/HxiIiIiIgzjSabwHorSJgR+gjmA4yIiIgYWrD9m4YZoQf8LHBERETEcKMlCkzCpPgeGhEREXGmUSf1sRncrNtUCHEUOCIi4lyhspEkzQ0sosDYBI6IiDgnqPBeQE0Hk6bUgKf9WeCIiIiIA6OObw3rwrPAX1pMRERExJlHM2klNc2GIDTiIEhERMQpxiEYzCbubTFPaoPAcRAkIiLi9AIK7uAM6DPypnwtXLgTMCrAiIiI0wr15rn7YEBqZjH+K0cFGBFxnnBYvhhuHJb/pAHTpN709wLHyRAiIs4TDssYQ49D7k6tzieCeR+gCcCoACMiThZpM20QU/ZNG83wlr0jwKAIMG3KZjN6GzafFKsepl6bD7Vea4H+vAswKsCIiBNDTRSyObXJ7/aUrxpTpJWjuTL7J8AaqG9zimbKVti82aDlNPrEaPBg4G2AFIA8BGFGrKgAIyJOAlAfoLpNUse2iKQBGoSawtoZBYTiaQeIvviPum9qahumwkzSNswkg9Ny7ckmiPsIjB4YKuRA/QkIjek4ChwRcfyoS+5R8IE6uDIRSDVlqoqMQscQNdFqqZkI9sPGCE/EZxbTbXvV2B5SVlHXAp8FlgQ0DowKMCLieJE2jeDwkQKUmBL3BU0oQoEuZPDUtlpuJ4wm9CpMoUIV69FkWUebQwT3hNKQvYJH2I/ZMyrgQGjAZqYA43yAERHHDIo/139SgNR/DKDcA4UYv4hesu3UiSsqdvsFoSraI/GRo030wc094J5oH7AeJu0a0GqxGxA02KplFHhaX4sZEXEaQSElbjPRxIYkQ0xYSUGJWLgS2/j6RBuVKUlum6aaQXCakaI7efBllPzice0hGptDBdlT4ShwGAOOfYAREccHUYmxGlykC9Leg3cvX756+uoVv0+fvLy+zjj1DoJOpLu4nFRbDYoV+s9MlSliwqnPr7+kycLTly8/f2DRNJ222y4OnwrkCI3mQrAbAWMfYETEcYHDvkEkuXBaf/l0+fnWyNZIhq2trQ9by69e/oU0Y4lJLHAexZjwvmiqv5LV0xBZs/7uyStYXLSZn61XT6+vKxl20rbIsO3lDAV0HyA4eaPS8keBYx9gRMQxgU1GEghEkoTg59dfkTe2tsiA+GIF7/ORkWV8R0Y+gAQltphYJHQCDeGmMbZLus3Gg+tPlmUjLQ0UyK3CPmxtkQSlWCUFRYNe1PBAgyB1EWDsA4yIOBao848kZqzw4OUyiAMc8nyLjKIvSYUOcuIy47a2Xj4gl0h9sXvwmEWgRn7NZJLZ1HUqP3CdWwvtuizvyNancMEH0xF8/YHby9zYDE07uC79l/JZELsNOvYBRkQcC0AfWthAnNoEk0jsgUlAIdjwK7/5sCCCng/L142EXAQeZ69ak/wlvqblf3kCdpPw09f1qrMhtqA/toQR9Xzk1TtyJnKa2cNyT4yb0fZWuNgHGBFx1KCUopJis3Bq6h35DUQhlUfq0AZ0QkfwcLMMcUUZKDZRPxy+xyUCbbxa7IvN+qsPoGPpPi3kPXPRQrlpPzdalt9Zq5krNKC9zJMG74CxMRCjv+n4LHBExJGjpl400AnX16X1QBlcfUruAGFIA4JUuFIcFoSDBkWKL5EPPGRcdDxsUkPDm21Ymr25/vQDTJTYs4/tgxbshwQgnCPLH5aff4qd+hT+5evIaToQtg8Hz9gt5RUyYBwFjog4FjTt5j6TQ++WP1AigUI+QABq0YbUAhLEijJKIopriSxy4ksUIhnIHjkv+CjRMLYl3059DvUH82SRDKKl2sjJBQ4yJFUr7GffIAPfoRCVQ7O94BNGM9nQjYDGfpwPyyMiIiKOBKARV4BTD16R36SgSCkkj7ABX4A/GI4gaiomZCIRI2LXRSR2X+CRX7VN0R8r3Jx6SXFKwSqjRIVwfgqxZ9aZnRR9wX7FMOHTBypHMnBYGptqBkMA+nuBowKMiDhCUP9RuoFOpl5K1VE4UfaROnzzfOtTk4QhCMnEJNJWVIDwPWEvoCRVY/uIRxVYB1kL3+uwGdRmFqldTjPhg8VwqxFPIzkQ7Hxo0pXRW1tsB0sBwmgv/ORACuY7MZsQgOoEbMQ+wIiIIwWJxJQU5R+kE/QSxRFllFhlhBQCN8UVCEVB5EQkxZZOhFmudTWkRSlHet1KZWLZnpp6orYsjTWDzHZwnaymNDUBaPuFhNwRGkz2AyGOvOKNPBoOHpLnQsJ7gdUHOB3fCxwRcXRIpdjIWS6lxCdoUGqoF6QhxcRFUo9BXMgeTEg2ZEoBm5dqTqvMoxsMzoasG5vryx8+pVEwEvpU1pCPESYFKOsRxoXQPoEDLRW+YMOR5XcyWjR44rfD4KhV6jUsZD9iOirAiIgjwzallJq/T6iiqAAposh1RnMuA+GigIKsklNyiy1KpVc25YaeIpWAT7aPrh9QjV/avXldw9Rq6Ur50SgRMaxS05c8F8ShWM/2R8GWh9//bU+zsMiTp5t6eBaY9FeOT4JERBwZ9CTFNuRUYwp0IHlESqHEo+aDhlKg3KQTc4sZQRwAVRd5EKRCJiStcFgBDAiKOho5VVODXYrtibVwJQLFbjCfBnE3SIHu5E7RPu6ijIXXbFYefF+JtVHoCY8Fk35rUIH5KHDaSPWAcERExMAB3WNS6oFpI3zFCliJ0eBgsCgDBKIUcFPtkViQTGvFYkN6GVn+nD10JJOjkVOc+Y90NbX5dIQDvdJ3RmXUp2Q4E3efcjdMIkoBirODsUiu/aODA8YPaLCGsE9cA0oCNusmAaejAoyIOCJIp5FN1l3/kT2kk4wqSC8USlR9ZAvGWiR8oEM49IytdBZ4heyCpvO6MdTRyCnZSwk49coVHKtmRyTdNBNbs1fDwDDOiU87qJsa6Weo7Z9k4vK6PdCMPwSv6BhR5Fy4m8lGk6/iE8onTsgREWcT1H/q+XpAQhB9EaAE0gVkEmiF4wTSeNJPiiGTkFkoE0EhSo7MaDmLkT79sHVdXWq8tXDgIyFNDn7oI2Gqnjz2RlL80S07EQF4EH1SgBKwTpkiSO6XJC9WI1ufSwKyQ9SrOkYEkrMHQZJWJWnVbDaYcqMcm8AREUeA1PQf+E8yT/JOukhKjxRCmqA6ksYLiyUgHYo3SCBMxJ5DlIIUoJa/mEprbA5avmjQWlqNBop+JfBoq6ySyW4qOc7IWaKP0eJHo3rrE6TBjEL+B+JWHI/jndGmCPaappwLYaPZshuhy/FG6IiIo0BNnX9Qaez/I1mQCCimQA+gBoDjHkYZ2vgizSfZJaf4hjJR2ZmCq3XIKfbVDXoomH2LUpevZKEZQqMk/mQE9gVO2iiKE0niY/LPNasUIXeMoSiH6T4sfw5iVf/lybY660krqdTqFSnALxuRACMiBo8KFRpF2pRGUUmBpBCA8omUIlkkIeUbDgqLJ0mTJA65paKYDXHMat4H6gPcHOxQsB5aFrM+lYVWndhbTuNt2GGz/1GPYkUjYR9tpJlmNI3VPnKfyIlIujzFMSEeFq/v2KG3AtcqSer0B5SHZaKaiIizhG1NiQwx9QoXP5mDYglaiFJJigoMQRdgG4olowyTXlJRJA9FfWp0ElLqbhiOsUw1BtiFVVOBICk9/uELtZz6+1izGYEVeI7kp1iZyfY6d848sp47BNBqWrxlD4VgOYmBkAw4XlCgrVqdoyDT8T7AiIgjQIrmHhhqexNcYvqHWkp0JuIIWs7WwUGKAW3Agy0ZhyQC/WhCinQjBuLnVRhhGVyPWirGhtUvRXSUfGaU7lck4YnTZImRH9eUg+zHDPbLZnYTgvR9R5hTy1PqVn5PrBuwphdjpvVmy0aBG/FJkIiIwQMtPX4a79gVRv1DZvuUW2onMIbYQiOtVFcSgQyXdoLHZBRj6CcrSlzRTSDj/4YAhMjcnhpYI1gPv4Gd1qX/ZCCr0ggwK1Xlru6wcDoYczGW1A4n6Y8K1rwIDpPEsMNz6/l1VDFYow+Flm00DuLDwHEQJCJi4PCnyRrruPztUQpKIBNU5AaKKoki9pAxWB4AfiZCGN2MIbcoyFwjI9RjoJitd+AqqUyvs180KFjB2g9UPe3mlzW5scsfaBYtsyUM4mCx2xVhIpUgxSNsZR6mthiWifT2xqTG0UrAPUUd34jEB0HCW+GiAoyIGDTYNqUI1L1xVElYgyewpUIyzSSFJEHISHjUicYEzALyIC0qDxdSyzLDqceY6vnWn0GzVJkDuoT5eAm56ZWRmupUVRJvtEHPfsgu03qm/kh4MpWpyJeE9sIT05XtnkZvUNPxMOCOQ+N3AoIDw3QIUQFGRAwY5D4O0b6UdgMnUAGJ0tgiJuFJY1EVkR7kVDSph6HIQlFFr8WZiIJXFCh6+fRpGAfxWvuDDVnLZpTv9tApBWg2YIGPlZOQbWPMB5/vDa1HMlAhSA/Ex5RkQZW49ekTDQMf7azWu/IfG956JzBixH5xPsCIiIGjxqEEXOYPRGlSSmQKajfymHSV6IGUQFmkaJIF4qm3xCMmtCwrsjAzgpUSbtITZ5wHAw6ETJqSrNtTD0ykshqriiaL6ERn7PdzAUgTzHhCuSwV0ytOPYBMLj3JBUGf02JKTa/4OFHRktQrtXpqN8LE+QCPBhcvumPgKI8S+xavZJfdE3G8gMLRCAgak6AvQuqHsk+kYloJa64Yzo2CSCOIZBAgJYhQ9QvS4fRCHmHByy7aBsElYCTR0tMPaOiqNlVP27SSDTKRNWONJPjCiZSUiEgCl6iT+yf7+aUfMfaB+xUt5tcrPk6wAcw3ItWb4bVwcT7AfjE7s7h4obNDI712yV0DR/mju0kyMbrgXuLG6I4fMb32NkkuT7gv4lgBAUg6abyTMKKKM20nVoEcEoE4TA5qA3ZAPGOYRuGkSOcghFjvH/zeuHw+8lIjqoNoBNdMTE59Tjsl1mQGxRtXsoFhQQCKql34sVtSohBWWpz5EWkK0HJyoVZ8aUx7Uq/KBAlWaiBBPQoX7wPsE+nMWqlUXVu65X7HxMLYVXcOGo0/gADBgAUNeHd0R0fuxGgkvxOD6b+pKRNzZC+KH7lIA2A1BGhkFasPoYNNUsrEU6YPgaACpaAQp6mZ6Wbk1rqYdgADweoBhNWiMTNHNGhiLg+kQdoRKkI4tYF8tTDdD8g99DTYysnS7Mui+EAIq/OqjxM1tIBrraRVB/3ZjYBxNpi+sLhWrZawzLX9naULPyz8g81QtkFvgItuoD06Jtq6hu1V+KTg0mtsqIKqPH4n0tZ0q/0XkgJMkoXJSijnIgsBH2bFAldHlSpJ7ltgefSCrcpmgmpkYqs5XcAmUuaAQH2Dz3Vc+rjgXRKBDaSSbEwVHEHuEB0yCaPBLaQHsJvRBmASi/EWbdmMh1TaU7AfyaRfNaVnQLanGtdVKWuTqhPNojpKN4ZI1XEnlp9/Sgu5xUbBjGEybmyvFcw0Gr3WV2X8b3sk+GReFVwHBdYpAdUH2MDiEREHRvpirbS2Zt9qKcACZkgjjWvphUn8vJdHcXQXFrCVZ7pxTSzztzRJ/wBurP+EFaJD/M4B+eZ34+Pjb9pOlNSoDVnqb72cu9YEDsUKC8aFnzDqx4Wk8RsIsIGsZTPhPteXLoaaSdIRAwI7uDigYOKOjMaXaPDyh5NUZ6FYi8mwiCY07zIFFCnRoiUVCQo+th5ddllnInM+9xny+5WApD8UNIVyWScNI4+RiD/N9ShZjKKP9oexaKxpC3aMctG8TDGyNVVDvNKHENmNzZ9hNNvuXvnxQTdC85UgrYr3AcYJUXvAolMe2A/8p5UD7kdIcP8SiAaUQrV2dfRW+d/irGv/KF+DLjTcl4JDmh/+nZaN0/LIDC3w3/h420/kCvD+b0aLLOeiESBBr+EyFZ4lRj3la3DQV/6ItcjLrdrTCYRoJMCBQc27zc3rRhBgDkghuvIp/SADjb9cJ5EoKKUkmajxpLmUQknkJS+JDzn8KkKk7wlpCy3K7AzoDXw+A5z0zmymFFWN/u7frSR5JVOo8FizOvfMR0PFl9w37iiNo3ermbyiw4xVmJzYvIT+Yz/gSTwQxzthWkmt3qqFO6EtPOLgIAGK9ubhmKejwIRzoJXfQCsL1GKXof4uJRfQviQup9RhAFu+UIjqqLswmmbxiiyg8pUI8Jl7hca/f+Dm8iTOHpXTYhGKoncs/z1/GF2wrsDpjy5IAVI8WhfiBSe8UPO3C2wiRwwCkGPsUJsiY+hJD131pujgkciTFgJ5UDIZQXCt3j1LySDqR4ovJGZJpCV8OaBC2hGrwDklCdjnmKpIFKW8osSEMTAn1Mxal9ME9VKh0ux3KRrKjJHxtIy7pjWtJ09yL5ebUIBILvbnV3tuRwESmQ+dnETrs8UpYfg0iOgPiE3gQ2N1jnT3MSUfKfBjER+/H1dL87PeKTc6yZSjE9BaF4O+MkHWuoaoT/DdoOZbeJvH78D0f4y/H7/3VVB1hIu3hUsgvM+snItSgyr2MmsN+OTf0pjMkitAZQ815jVPj+YyMqIfGP1tXjdpR55wOaeb6KCceCudWI+hJLdP1eFGQQVqg5OJ7eFZiUOEBnXIBFgU5iEmAaf6mxaLXXKNqQYEoOqm0mTN8hHNhHtiVLY1lUDcBlVKy2xXmNj3yFrRyGT22r7JXEsKo61Gr/64wUHg1BRgOTaB+8FrkqDE34yHENduYDUxSqW2MDpWgwITZ4X+O7HO27EW00jBpSF+BzbekAD9EW5D49/UahMoKSvHFKC8l9j1GHB3dOIjJgYNf/nrRVQP8ZhK6jE7kVkGsEMyom9wShVSoJMeNRCuevUGSlOZAqSXLMMQbkztuVhyDcicWVZ6kJUJTEWFkC3xbX+zC3DuVmpA3reIclkvjUXh1ne5DC5bTtjROLW8JcXU2Bp5V5f300byF/hD9MjIO8Z/bplkL8rj7tBwHg3uzLLawJvH3gaWUMAa35bfB9iIBNgH0jkqQS7rHgKY7EqucRTCmOYThlxkBxx9bJde+NNvG6BHpx8NSSB+J5pff/f/uNOhMtJrYCsvJwz50nvxT941mHLk999vNchRv/Y3WPOW1dx2E0DMqPHyRGYZy/2WERF9wuY85kMgkoCUPZRKZBQJPW5FY4jxBDaUKtpRYrmhqxDpQpCBFI90k0iVmPFYXQd7cfH6e0HKElCGrEHx3IKqrMuRVpLLjGGby6poastO+HQZghC47tHp8sgrOdZHqACRW12V3H+WTfWLHUIzWjWe3K2AUIDeBo43QveFVe8C/Nn9xN8g+gANsCYLar6qr+2qd8BBq41eTi6BwnjzyegYUnj8QVDWrTP61VQO+xrhGKvnxQLUlqMUopex5U3Z6W/w/3YhDCIrfKGsrKOjE1xDikb0D+veb7w0GtNi+odyiMwn8RakkRLgK6XFJjC72eDCQvIwHwOZT/qJbMoSVABCt57aY8f9NCdFoFObL90gI1rVL6u2lmu15a00uf7hZZI8ZRP4w9aTJH36AWrwJb5TTNkCCSqaOd6BKLdqUoDcEysF5lNdaveeUHPC6L4a7r0AmrOp18LpjSCcDjD2AfaF8otSaX5x1X294BfyVMQZQQ1UwvugQU/iLqzUTWbyDWRAjSWWAReEFJJ5WOHDGFKGqTDLww0FGRYbR7YCJAHh0zTLfY0okLJRwCuWDHNQuXXwYWvrFGKumbz6FKsnW5vJ9eXnaugCD8CHT5BLPX6KfvWA4Y1lZTLz2e41++Xh3sJo1nn88otPw21wFKTi78WMTeCTw2X8/qn69CLOCNgFiEt7/QPbkKQtrKR/SCvWv0b5JmlHfhD1IYUkIMMQRbKk5iMRWh6GqjB8ubBEuhAysnVdVNLo/VbAhiTk5oMPn7IKl50SnUa1z5drlWUO6o4sg+FGKPu2AgH+BQrwCUxhjx9Hi588tfDt5a0KB0HCLmNrZWG3eADQBmbX5THLrw0OgLRsEFh9gNPxNpgTRPkPbH9akzTibEA9W5tTL6XNguQx+qOqgpeT6kEWkd/ADaAG8p3xoHEeyEeP/XoRiLUimJZreUWVTMmnQcAlEHFuweFhz2U0roc5nmkLLTR+pemUd5nEm4Lse/4k2XgKAz6MSAHCombtFfsKnzyB+ENsygyvkBeliem56yza+HvrqarcPOZxYLudAs3gViW7DybOBxgRMTBwNBUX9lPe0kfRQ7Zj21aiTzRmHWNymwhELAOoC6mXRBAUTCqAC0ux2QHpVqCRlAmqZVAu5VTP/WmmIDefsiuSBrN4LaQssTblXdJ0Bagm7iujrlcjUoCwib1+y7Xk6ROFszOwXgvvVrLHS2Q/y5UDdQ76pXYHgd4Llw+B8Fk4i4iIiOgbfKaWwyBBAJJCoPBw+ZO/sBEjEkZ+6mQjOYBnuJJgYgpSJT7aWBoWqC/DkF2hlIAf1jc3eVtxz1cyGXt7akrm0Q6oQDGvTFV1pgBf0fHkOdrACfyfM+v1kREoQGZBNPsKn4xcR/D6A8R8nqxr97Bwh+lCOtZC5+emAE+AflAlXwhiFIg2sAdHRET0i1RdW43PSR2BQuQAi1BegbPULUYaoxhCsFgGGy1MqxQgTZN+zCwCURxCGUlaIq3wSZGt5ZcUgBBUbsNhoTZ7Y/NzK1PFi3xZHS2EGayGJvsKwZR1BJPAXgR+oFc7ARfSazdlupEeN7YvIsTruhOwj57LXmA3OtRaSd4CjjNCR0QMDNvUUpvbL03umEyj7IEMosAjb+DiRwTjxQRKaLyHhW7Sg1GK9Q+iDH5VoGVnoUjKOEa9MgbrtROQc0GDjPToihVPKYoFNUpk0iJVT/NYNyuX2RZDP0xVAAqwFJZIGZmXgSpCBwGep2i302w34vjQ5EAw+E/vBCnHPsCIiMFBnXGNqaciAJCJKAALuYDqSH1gFgUSMMozXRTimZwplFSsqHC4EcxQz4QAn6dla1mys+cBBT2X29h8qipAYzKW6k1cJZvooGF6+Ru/lKfWUDZbGErSZnOfaWWwWFx2M1Q7xuwsHKVxtLx3o3uEuhxtEDg8CRIVYETEoCAm2ty0xzi08GrXRU/GMAVEwoCLBIIYrPi+YBEMyYLZSB8kCdNM8nhxUIXIxFz0klK2Pv3AN62Bw3ocUGCvJWQr+cmqppGkMFTOus0Et4R+Vguvf2iLgdnFzGQ+7RILoDLETuspEGUXYfrtiycwCrLBewGbGz4hYFSAEREDQ42TQTemOBOMaAIMgKvfxA+u+pe42pt/QZjUkrQUlZQYgfHGNyAXBJnYA41gJaXnxXkOC0EabD/9C6gEMq43LZNy4BpkRJ4SPwF+Xw5qoIl0wGKZBbeScQf0aC8XmkFLZD0XdgvSMuvBhMHka6yQ6VPuFUtYxz8Fqj5WAmQfIN8JAg3YtPeix/cCR0QMDE0oMSzr0kJUP9JB6jvD1vu7XpEiKIewMZXlLGFcGOQW6cNdSsr7o/lEic3RZyINwSSTl6q2x1ft1pAVsnWdZaEeVEpDZAcXViUTaQa9qFg1c6doONfY0pI8m/yWXQeAJrME+r2065oQ5vifBamzIRzfCxwRMXhATbEX8PoH4wkyxQf1m5Ew3iV8iPbd1Ac0Cj9lXxtoQvqKXWfUg5RMohIJRPpDGtAeaIMF0SElRR9FFhM8YWdar6/adQV4HfUFFUdDjMLIYnBj69XCDY5UtdwpfGkLbKMtgQm1byoNQKjEH/fCdhcrkDnfjYTPwYaBQVTu6hf4l9BsMDYbVk/PAusFEuGFEnqTBbYTSXK1MBlnRMQ5BEiIVPRShEcpRBVETqH42Ug40Lr1CquXuFLSd6CBqQZoMX3yZ6iSJ1tPeW0mU0+e25RS68hd441yU8vPG3zg9klSM2pEaSpSVANJ+FS9aT2OqG7bcyAvKeCoK8FW5DNRmPSc6TbSFr0IZwANEROKD98lL5lV2g4rbBgFrgsl0FodCYlBadlXoF1UfTCjU336Ro23QdtsMGEQpJdngS/pdRM27xNfaVG+lk5PpvWfIv9FnG9QAeLzhLKH9CRVZLpp+Qkn0RNthAdpp/gYRYZ02SaS4uMV5vqcT14QNWSe2hp5kPxF+okUxU42shA12zIfqziwmOpEaoPAT+zmPWk7lizlSScctJ+cKIUH+lIwQ5QDK/AzOY5p4SMUS+WHYHEmjgJLVJCRp80ceyCj++e/PDcng6lRAor+euoDXHibbzkb8cV/JMlYej8+1BpxzrEtJmq8wjUuCYRLH0wo3TRCAgQdwAN6u/6cc0fxudp18t71kSfNZPkVHzR7VePjFcB1Pk9Lz8sagmsJJ6QScZgmI1cZIYGZpAB7bAIz5/aU3wWDCqQASVyqRrqNqg00SJe9DYT7wxDxGmiNzwMjEaJYApO/277OaDqRVKF0qAR6cGw2We1Bje5bADrRpRvsBGwlzY0gAXvoA7y0cI3vryj/qlk57yYXsR27fWSvAo+IOCUA/4EDG69GoJJEUFI/3G5tveQsAQyGq8mABsitkTz98Cl5byRJnj6F1CPxrX+wKaW2NaXUyFYF8e+SdahAsgizUkqRWkEm0lm8CwZqSjYcFmy002ZIO6o5U3WUbyAq1KPKnMpBaZ+yXkQrgFSmDZ8HRiYmN923XE6uf/CEXLFQ50srG2G8ERqVuxl7YyANYBsBtgnxk1QzAvbUB1hZuFgp/+FtUv7oNljw33eT8kLl6tgvGx4dEXFeQTUFDgQR4FLnELCpHwqhkWUqPnieQgtuLyMJ360B6cSZ9p4852O0UIBI+y753NvCKaPAMYh6vtVMH/BdHKRUCC1+QLJiI/CNPVXR25vGGzR6anOZ7IzyyFe2IW9pD8hW6qxsPv1zkmw89dkA15GikawnyeYynweGon31XE8CT/k00Q3PrskgUKZ9aTfxvB/WPjC6tHBbvBewWffpAHudD/DyaNr46AdUwEmOPxkdnbzxh51vNYuIOFdQr1ZjU1MfU559YB+dhBLUEaji+sjz9WT5KYeDPwVVPFHn2TKauHyDhinApxvJ9SdJuqUmczYJ3xZzgwylKMEndKFcvnmY4mqTtNuYqmavqz7wt7S2ThrabFDn0VaJSnIeyiW7kg+xAwWd1ACJy7HufZji8SeQsB+WpVyRQj17mimaqlCKzws17Qi7t3isYLhyHB84I5YUoIaBIQB7JMCLoxOmAO0dExMLf7ubXJpQVID3FEacX6StgbRcTg2kpaZIJianbAMGoJiCnBOuP6dMAkAg6jzjHCqUga9surrt5TCl1JNsCpYRjovwXmUpPugqFR2alJpfGWSyZC8nPBzWlZevM3LlJ87Dwmq0MCjrrHzK3kiQGbTeNpVeA/aMbPLFSE/Zz5k+DdL2OpkTJpqRKJRciBDex8haRh7Y38WxniGaDQESsFZvehdgr+8EuTA6kX4EybfKG2CSZGziWprcb5/beNS3ZxGtc3Zl94T0qy/evPnuPB0oXtK4qEUfVDtiQnaJiVX0IqHaA1CBboNhJ5km0yPBUQGCYBA+hQxhSqmtWmWZ4hAycUSUIt3n1AfCsicuEMfRhB4HQfSCXr7FzgSaFWhu8RaW51to5ELfyVDStfVRpuzH5EtAJARRQjZP9OcIeakd51IsUy46tp7TZnw9y3EBR7jWSlo1vxG60WsT+OLoRpNvGrtor2T8tgwCvNw+Dnx2CTD96s2bN1/HlwjtjfQLvdb9zTliQAhAXNNQRq79eD8cL3iXUpoyisRCAfeBAYzil94R9gHSawG+GLY4OoyCGEb1JPpjo1L8NMJhDKg4t+JwYB8gFSCKYr8lC2QdXKsKWk6NB6naTF5q1mfvo2xSAYISt7BJtsHcQdom61KAZDntheyUqrSi9QzglgafT+DdwLhu06RVCYPAPZyefJXFL5eoAtPkF75McXoSDd6J5Kf295qdWQJs+ZUdGXAvtL7iQXo/Pv7s/BynhqY4abyCzOFl7pe+WnxcRFmuhowLEM2vnpEYYR8gvNZC9EVaCcyB5vPnIBPGBDEFmJ4il3BEtcdBEFOAr6zXkl842LcId9CuzzXMsbxRw6rG/r7t5Q8v2UfJYNOHWzVQHsKeIheyNJLPmZXWaX9UGheaLNeI5HLPsxj2BH/wWI+C6KUg09CAFnYIVPgSxb/R9Ylvf7zJu6I7B0HOKgHWvxb/4cr2gIhuaL3BIXqPzxsPOAfYBvuhVfcUnES6s8FPuqmEIKWoCuVXGLWVBkgpAuFxkYc4yjtmIndwsPf5SK35DmmUy0uwNKAWOEwA9tYEBvlBiU09RVkgKlaGsuViLSydXLvp4m+Eq7yPksIQljAWgT76y9FgtZGxN9prqT8vVZbTtSz+63kWw17RqvFpODSAbUbUnpvAbbAHTDpxZhUgr+x7/EYJuBdwiMh/4+PuPwdwBUgVJGkmvSOnM5trIHuiF5D/A+8t/gAaJBRNVcgEVIASYgggL8HPMkCKvBXGKqDC2qaG67UPUEqs8ZQ2jIyAj3VDoOwQ9cmUET6LF/oAn468wxWvae91A+Ayb2fc2nrAYV8RHzsraYztAi22xZSl7bXeCkKrmeG4oAu2lWw0k5ZNBgMJOAgC7I6zSoCte6K/9/fO0ZXdA1L8T4gA33vAOUBTUmzzpSm/TKzhknc9R+lD3UcygzYyiag2opJ4Fmkl+sVATMB750QdXOlOQM5CoNRIv8xOvF5bk6m6ABt8gRENoZmmAlm1DJQpJGcQJB3u/6BApUSAJdl6/kEpLQnNVXE8DDRYtwBS0sKveax7la39IE15P3Ra442A00c5IerZVYC8qs/Xld0Lnon/3o8/Oz+jIK6mXuLSJy9Q9GQCkA1dCiESl4gMrMANHYU0yoAwMiNZT1FgDbKKmJLlSACyCqXdetKfAuQIMmeDEZmpNlalm/VQ/odPFaZ9caOZgHuGFQ0kq5kPK/JlXoytNP2BircieRhG+jK6d1AE1mutWngSbhp0eEQ4qwS44Vf2+2dHdujOBu7hXwKfc3SUNvR86xTn1gNZ4YI3FqMWshVVFqUWmUFMIjfDXTWJMJiCBBdes2FaCmm4OBGRhUw6bo1wZilQr99neEjUmHWqwTELWsu6QFdw24gwOzJVI6kNYWF/lJZGgOuo8zTBIaOQgMYrUPoPIVgr2otUOddNtvZmdD/YSNACpgY0HN18gGdWAVbeiAHHYxfgPnj2/v37L1rn6DA1+RxIY+oBJQ6ud0kdaSNRHhwKJycglHSGzbv0CVURGca4wySSuJOCiYGgEOZjAaI8JSNnKu3yO3AJqu1xcmW7H2/qgz1YwopZI3nWquOW2o2V8WPGsGbugHbHEtEUuZiegVqYIzgkBZXm+dY7HqntzWOdERptkVra1IMgfBJYk8HEJvDhkT67N/7+i6j/9gOP0Pk6SiCTqc3txtYyJA7og1IOlzt1kOSd1JLoy0PBCxxHIGFY95ty0E/yEVeQM5RbHvEeM3JRAUi8Dt0JEdgjl3AsAl/xEu0yUwn42RSnn1YxVnNZY5GW0w6JjGUHjdf+ciOLbR/p1PFAMlbBqSK2Rv7M3tJjfhAEaCVo+9bqlTTRw8CNqAB7QQWXdeS/iB2gqoGcegVlxJFaXO+aERosofYfqcG8+IIPSA98HBh6ijFbkIPsi0M2SiuxCpIEzcUNlRZpL5uphUmp4PB1Gw4LtZ+3p16hfBUPkoaL4pNmoTbYTnu0qEJWbSkVSm2njSdCjHy2AyJOZkMYaZMZ+W2YWnYjjg1NPgSMFrC/EqmX2WAOijNMgBERXUElBi56Qk5gIxJXPzagC1700ENkDji5MAUl01SCJjD1H1NuJtfJLUZ2ygMWcU2m9PSxUCtPHs2tTA50Gw4LGwXZfqn5ZVAVjZMNVhW+Xg89XMswmcVQGYtFCpacnOXmvpupTCmetCpYhowGb7sRxwgoQLaB/T6YeBtMRMTAkFJNNaauk6lIYWAASSF+denrmQ/5+OX9dJxFQM/Qfr61LDXSsBnx/yKWAYOQW1ACviiAPhaKReWwhpd8nHdqu1cpo5eCTDXegb5YvKpVixUqE6VzAZ+J0aUAsRfGeDRFxlgUjUW89lQ6j2YilOmYRjHIwWxbz1/qObieje4NaG/XmxucE9onhD7St8JFAow4b6hJ1WxOBSGFa52zn5gcooDitc8Ptpz6T3iyZQ/X8glaYGrklXhxHSxjWW1cFh6TaCg0i2CZn5N0Nxu9PlRWs9ezwWZSlpEdaRBWkmXhZTDpy5YtTtBv9dPHHJaI2WQSrWK8HAxRqdqyRO7KFozmhNDHPwgM8J0gKZWgKNADB49IgOcercp5Gyn31ijFE3gBjMDxU179WCSmKOWojiCyntYTSEUOgjDmHeeJ1iQqIL4RkGPDO9aUXB2IcLFU4yKPQE4NYvTxinEORsDsV7QQpnqtgHruQGuIkDrkePN1xL9MHnyw6hHnOhdfMvPWu/S6ZkEkKwKuebnj3HoM1vYmkmN/L3pSSyoUgH4TTE8zQh8UkQDPOTRpzncn8h9/YtBztZsNcBppDOQgWYS17v8Aj5Ar6MfyJNkEQXA+AZteSrOr8IUgr/5M7zY5BOVQOCk3h4NVFsWWhZN/XolJepwLhuATzCjjpSwku1rpXNMCqljVDM9U8k42wB+qZ5QGfCzDZnKduwzqg99e/kkXCrUcbAnD94ot4M2pAY+BUNjtgwr0X12jwEaBsQ8w4ohQOY+T5vCVIJCA73iRmzAiBejCNwVIOcRQxL3kw7OcUMWnl9LsKte3ntt8y5wVWi1lCifqL+owCikU4KEgLBRpL9jtuQWMing7yubUX4zZUCVqIKGxfk5w9QBMzNb6lPdRwt0YWW7ojZ6cJL/29PnyQ8ag0a4Um3oJMqfG9y0fdNYh4DHY+hQ+GA2h3IfR3bAv/7EPMKlVeB+0jYFM9zQd1gERCfBco/Wd+O+8TZpDLgKh8MlXKilqKhKK6NAknRrHlEvgvXcjW9s2vdTzJ7Xm8sgm37RhM+LX0mWmR2Z2GrIAKixSIUtloAoeGXlgArD3C7kmAbi5CYKiabJNC9/ESaQ2R/WU91GCFKc473OG2vKH9l5MTf1KSev59EdAdjWhCNM/5507U5sDZh/KOnfujro1gfUsMBCbwBFHgsoX74nzJgFJJhA3nCiZvGfPPpjww4VPCSdlJSnXsHmUsumlnvpkKvLAq3SUesoiElShKpUsyvhX3oXXR28ab4NRu51F0j5suYC/Gk/ZS3n9ut5IJ+cHMjSkawN0x7ebjDyptCDpkPF60pSG/QBtmz79wA7Nd8nUBzNeWhaWc8+Xt17xneg4TIPtAqQC3I8A2SNTr7EFrEGQcmwCRxwNWpoyh48MesD5wLbak5toDXL8QIMHxiZkMLIA6YshWyOffgDf4YJ9kk2B/1xNSLU7NSO+51RmbkNPG8WZB269FJf0NatKU7J16gEMRpEm/tgUDsPUoLoHycY78DD7KNl5KQWoN5n4NIHZizw3uReBwh88R76/kKphLso1i+G7LpsHPhPCfvynhxc4ISDawD4IHGeDiTga1N6MUwC+H/+f7tNFnlFs2JU9RcnHRfqHMo4kgLUet5V0I0FujXwALUh3wSVueL71QeOqvpgAVDnqCaSQEpswMfwjIK/tPrVUDSWwS+7VB9bJgiHSUGn+jo/nW68e1BO+xY6j1Oq85Og1Jwfc4hzR3oupt4SAtzPi/IB8iJbdLFAbSEA221HpoAfI9iMznoktfDaa9Zo9DTwdb4OJOBq0OGkOJeAXHnBOQDEFMtGUWFRpYhSoN/GdSzmjF64kueSRS+qQGg9BXJRamdmURgBDECQKhB7cev6Ugy6g3L64RHpse+r6pyqfvMwqKPU2nrJ6Vjzyubr41mFdUIB6YZ3eaoe28vIIezER/Hkh3/NPRz6sI59YXDv+Kff3FSfNGXgL+CBQjWlSqbX0LFwDX4UfBSIBnmukKSUgGPAIT7FhxDbpaLPxgBc6LnhpPko/shxZgJqO8k+iDsFwUCAZsVHdkTEtCBzC8VhFwSP5hzASJjkKQVtb67rtps9Xa/ABFtmsGWHUVBcXQ88RyyPLG9xet0GRV94H+ETiTy+0e8lw4ImnsBGS5a1lba/bTnIftePP9R/Rr9E9oQUOrCetesteixlHgSOOCrevtjRpTvrdw/M2IwwElW6rI+uxG5ArLfKRu0iGZASqODaJsUgfkQMpwegSmIYxFIUmo5QIKwSBYpc5AyEotz8txQdYuNjzwF4ZuJfyDbhuD+l9jkD1UWZ9gOz+sz7Ajl7Mrc+xBvG9om/d98UKBZ6Cs/EnsSlWPW6AApsQgmmcDzDiSLE0fe+rSlKZflOe85BzAjZJ2aAkXYGp7LLHF4sRG0jN+gPhkSCi2mPaD2wfIhAfCT1PxTzM60npRzgF2nMIQFVmSq13sBC2pKUyZahbpTd5ojoKU37k9xAmpYHago4/KKtiDHQ/32JwZryWP/MQ4T/CKz8+WD+BZkO1+QDZBlbYUSAS4LnG48WKngSpfF/1kHOCmo2phicryFy8FYaURu5i/x3ZSx177GgzgiOfmUhUWo1CiDYoypjf0pAySZNMAYJ5xTFnNii97l5R05O5sBmmwAjxtGqTLbZQygYTZTcDtBekcTi5e3lyLVjZi0+UnfSIxQRgP7du9weoZTCgzYcVB0EijgiLt/j2PL4YfcZDzgtIf9ubUw9wrZNBcPGDwUhY0ENgLVEHOc9IRn2ETKUZ+JDKiILUwUyMYQSKokuBSginzwW9OYDbSWgyvuwFtLLJwHKzExI+yjz4YRZ9tNuNYRy2XIy5YTH3j4tslXBUVh4NbNYp/7ZPYiYsPgfCUWDxn90HE2+DiTgSrH6j1ye/Hx9/dvxNnZMFJCCbeHo3EsiAaokLlRM5QGwBXkAYuMW8SAWOlJzS8Cs5RkIPUaJAi9H9xCyTbkQ9RbtVHY5ec++osQEMo/lGSzGY6pEFYjDWLUNpEpaQyr1MhR3QjtBa5lAuMT8SWlYuW0+3p/ggcB+PrvSLeqVWtz7AcuwDjDgSNKoTEID3SIDn7/XJHOFkIw8cRclEuURaIJGRtkxYBbpgjyBDGM0gpZeoeq5naC2RfaXMuMGao8J/1t0kA9FS9mhaY0pWsAZsUB2rl5KDVXotCFwyVrtGc7kz4j6Qm0lc0h2ycFFKJvSsSLt8k/8OqMsrPk6g8asxkHql5fMBRgUYcRRI50rhSZD35+/1yTX2zOEi/4togXQgfoO0I5FQDZkAdAVFGkGoNCKDyBNsOUJU2VyC0mDUVYiAl9yClc8oQOXm9fYDPhBMWlqHBaKwT0lWdNIC3iBIPzmNBtFi8ZwiaSFdsp0hvlhKER/T8gA8H7lOogXbnsQsQfZXXNcYcJgN4UuFHQUiAZ5fzJRKt97YWzHH73nYOYLLKU2xR+lDteY6CETiUsgWcp+HGPdJRSlCokoKy3gH8VJYKI6lLC9PoRpSrdfaHyha+RzfU1bsjzCrLvh17w55mPsCC4IZbh6/XBABK2k3fGzeK4ym2r5j2XrF+/9I3F7tsQPEq07Apo8Dx2eBIwaOb9aqpTvP7FHg98/OXRMYElA35zUe8MoHQYhSyCPkFTqMYOCUjnJxRLqwhFxJIjIZt9RS8KEs5gS1wLX1Ds1fVjOYRhx7AVUceZbkxUrUa0cbKP5oHzeq3ATgFjUqA9RziVD6aKRZr91iau6zLZ/rdpt+b1zsBxCAnA6mZbPBxBuhIwaO2VK1VFqs+5Mg54//IKdwkXPK4+skECkfkArVk2tBqiKwAgdYGWlfrjgILAIie5BQtCW3kETgV5hinjQ0BDywu0nUb9nQPA6ibSxgLLIttrSdus92RWbBqVBxoxrlDOWKD68w56fieGWDQ5/rHGsG057MwFilzm5ArG0IRLcBHp0lkQDPKVbXSqXSEs4xPQlyEn09Jw9d5eCTJ5BtFD68+uEQiYEjwA4aHRZtkN04jBC60JiU3W6kO0sUksvPSBSAtuQgHgIpQJ2AMPo6zYRyU81UcKyblnOhHqQDQfCZwewFZJil5nCwZdb+0mDmA5a3npjIPEEBiL/jlvoA7b3A07EJHDFgNOaqpWr1Jlx8BO6cvj455VXOWVr4imAsuPjpMO0kHWXkZ91mrgwplhDLpOSOT5VRCktaivGWlyrxge4lGaSWakJQ6pGQVyN8IBj1GFWrbl9pB0Ru8n741HgQYbKZO0fjtFeUupYQ6xGWuQz20y1CJ3UPtEF9gI7YBI4YLNIl6L/qqvvOLSin2KjkfPISQUZbcIARQCEIE02QI8gyzoimqCyZJfQAlgI/spkGe2fjv328CmQntmkwzeZc1KbmQt2yDGaZgbRCK9hoiWQ7HUEMwmdpyJcjy+wq3Fr+nGM2rMMrPG5UKDwhAFu1eopF9wHGJnDEQDED/ivdcc85humzzal1MIHpJ/CcSzpygwkqE08kEgq9IKMknZCGAswDEGV0SP5bBv9xAHh7oPyHhjtMpnTl4A2rE+9JttJUs4K052EwTEaKJPkCJFqrAWq5qVs/YIGHSZdH/tLgEyD4nlQDuG4tklZSeCdSVIARg8RKCQ3gF+45f6/FzFGTPhMD8nEIaCGRCKmFXKKmIwSTRlHJIwiSuKLQo3CidpK8QoBuNFYKFbA1ch00oi67AVOJehUb22BAr990KGyAnWYFjVAYFhA0zUdSWS17uTeIU1aFf6qhYsS8I7mSYo+Oc/YHOND6AO1ZYDDgkXXSRAI8h7hN/ffI3K2vvnjz5rtzS4FNSTTgnfQfeQEUSJEkweceBIMn7Hlg8gYDxSLml94SayqBopefv4RKU2Ny0O03jl6TtRufuz1gZNlIenOj+UQI5Jx2icFIRN5DNMUqvkzHndUO8yXB2pGR62JsCkCv7ETA9wLXK/Wm3Qcd3wscMVCs/h0CcM7+4et6Leb78/VOpCLAJhRqvBlGoBAkl4T5UciDlHwaNyWRsGMQKUgkIh/JKyMe6jFLg+AnpBIWPvjHyaQASVN8SaZkHA2EE6aKDKlYYQ32A0bDKoazk4/WmtBjOslFpOROaL+ej7wUtXLkxqs6AUDsYeGjwLW8Dexxg0ckwHOHBgdASrfM81WYDOG8MmCNGo0cuHkdKoiqD7RGZqOUozoiCdocMHbHHIO55vCppTGfaI8BTLr1/CVKlPw7iptJxH60eZ38JuaTjXSQ+2Rm0Wc8JzGoOPq5b1hbIho9snUdfwdWtld0EkD7l3cCFkaBy2kam8ARA0L6uAoBqHdkw/MG9Mcbod+Y/xyiRiYhCTbeiexIE5BIpuaomeRBKLUh2IL0pkByj3GLPMxhmSimXkr7kU2OZCzBWsEo/oHoCxaI0+iQFbQMEbJVFlLEumaVvRSAjILORRwzIvs7KxUC86QGQHJwGDgfBYmzwUQMCi+q0H9X3JPc04NwUIHuP4fgxFigErDg55BNJDtKKUo7KiaqPIklEoq1FanydEug2ITUo0U5yEKfLo9wCkBKwKO6mbimZ3VJgbyDR8bRGrbSXeaR6uhzScqtW0irbW9sV0jwCBtZXlfHIu0+Uf5jByDvhG5TgB43eEQCPGd4vQb9FwaAkxYVID/vPeA8AmwistqcWl8Okg/sIGahbJKQYn8ZfOpII7VgjVRkHekpqjDnHOQl/2ny5iObTgW6lS1s2v2UVcNA1ex9fmRq7YeMdaO5ZgwjbG8sVrvgb8FUA/jFSY4Aqw0sgADtSZCoACMGBQ0AL+X/8HwtJtrA489O9pw/WTQ3be6TbbCJdBFoAeQWJBPc4DawC0iFfGG6yVOx743SSxSkcWLOgCohhTKP7hFDsrb1XTZe0k5jMhqpRRwuQUuOltEuDUmLZEN56DQV+JI6mEegsXkl/4M8IdQk/8JsWI04H2DEgHCL/X9zxSG+ezYf1pF1Mp8K8IVrlD4glHdUUFJJkkhSSiQ+rmxMwdSUwhHIVidCobIQoXBSiSvKo3zEOrwkDguawT6iS8uk82g3lamY0Aa0/Qu+Zoef7iHkrpI3R5bfNUioItVmo1o6yWeE/FTkoyDeCO75nSA/X8bq4ujoGAkU26tJclXuHJEAzxPSJd4B3X52P3v//v2b1vkmQLKJOr+wrPPBYEojLlBJXJNFsCKpfMpAU3oWqHhqKpOGr/5isoyfI+5KU3MVqm1qivMDQn6SAiX0ZAqb5NjQaD7poZ0x4uZC+7l34MORkVfG19SANPp16STfEci7oNn+LT4M3JsCLP8bBHh1dCJZuATPtbT8x1rawX+RAM8T0kU2gGfd5zjn1OdAi1Jqirx1XawgohA9uJ7yRyrMizgTfCRBe4qCAovyz3gUnyOfYocsS4u3Nxufv7KOPpoNQ+gkC8IHm/XiEo3TUABS/yHSWFsJ+Miy7i2c8ilQH5dWtD1JiP/CdIA9KcDatdF/JMnCQpJcGE2TCyDDsfT+XY8MiAR4jrDCBvDJn9rDCRtUNSn0vyWhxB8UeeaRgiLhSWVR+IkPKb2wZdLlp+ucSc8V4DEMpaoi1rfd4JuSzCgqOzplkphOhuNr5sJJ8mZSZdATK9ZqD68uvlkN94meAHDcmslGRR2BdWPAnvoA04WFHy9D+H1LFXg3uUgCvA0p2I5IgOcHrzkF4Hl7/eXBoZuAyVxglPWnoornpAp9jTjcYaGhy43kAlWIhuQ70RGfo4Ca9FKPFjVUZjNu4fOSpAe1Z6p0i5MV0lBTgAil7ZR/XMDg2p2tpw9orHN2RtqvOVXkCcGaJHwxZqtmU+L39k6Qy6PpPy8njT9A86W/Xaikf6xNjF3bsVeRAM8NVkvQf0vnc+rTA6EJEpEOoh4CBVIButbTmgJKW4kncaG0n4W/4jiC+JMseAzyT7DBYBvE3nzwknTsTwHTeA4DGyGayWRIW8CJDHmybjsMCQhHweil0mt3HTt4FwxIcKOZ+FuBgR4ehft5dCL56duk/BEIUKv7o6OTN0ZHOS5SQCTA84Iyb4CeP8FnPE8B1J7Ep8zt+pMR9v+JMTLp5wvwKQmGDsSMbL16R+4km4SRhOOCPRhsFNaACiT9UbrKdnik91wCwq85rE0Hbj3h3pro7dSst0qlo7v3bl/Uk3qlYnfCAI1eJkS9Sqb7BQrw1wtQgP/+gWETlxbuJpfaxwAjAZ4TNJfYAXjup0DdB5wcRlxCFtucuv7qgzr4KKNc+0n+MdDGTxW0fP2B5lQIXOLPGR4TahKunCdVNPiOvG2SVbQHDqQotJ0ws8naW6+ucw/FmuoB7ODsldKiu44dsARLPgg83cOEqBsLo8Lb8r9vkA0593nyz4lrzeQyCLGASIDnBIugv84B4IidYE+g9BCXzampl3wDpe6ey+SfcwicFFiv/jcfISMJkTvh2J457uZjSgLjl2O5jcbNd68oWc1COMDgMFgOBSL06Uu2mmGy0SZy7tCsc2v970WP/YhoAKdJZSNp1Vo+IWCPs8H8BBX4o48CJ8nFfzSupclfIwGeIFqtE+pb5hSoJ36D/6lAkzKK5Adu0NMcU395yVcHs8uMYpBjCfRQ/L168u4m2UPtSNIJts1kda16zL8yb+JxKhMLNxrrL59KnFoDnepPC/fh1UvoVaRm+9dos+uI9cNSv3uRsg17eNi8RC2+FtOeBEELuMeem1+g/kh+19jxV15oJZcmamMTFueIBHiMSL968+bN1ycx8dQd3gB4Ym2aU4am2CzwCXXg5tT6u+tPXkE+SVlBUS2/uv7u8ylQDUmvkE5U8uL4D7U9GyxK45AGnY0Hn78EDYKy2d/HHsGnT66vf44YIz+l5X7u8vaj/veiNwIE6pWkptdihjuhe1SAIr7Lo6O6+YXMNxEHQU4QLU0+On4Ck4/eIv+d3I0Npw7s0TNlZ0/HwgEf5GBj6sH6emNbToaKSpBAyaa2/QincyfQ2dAkodFW2SvDYCjYDZv1de4N48R+fOUH47mhZO2OfvdCArDXc07Pgvh90HE2mLOB+tfiv/HxZx5wbCjPl0rVefUDRxwMqejN6MTmdZF3Sjf5kQ9FMYFrsIIrF1IP19qetz4m1NStJ+UqI2UhjWWQkTXN57Cxsx82zS6tX6etvveiZ/6jTWgB8+MUeGTPK0UCPD68Afnd4/e4JeAjCsDjHZo8/YCiysmEJBfEoNwIoryyWK3bmGSm9L27jhW1xrZ16onbZCG38JsulM+YXDZ3f/NbutGsK2Jmrb9e497oD7mk/zL6a0xHBXgW0Lon+nt/77gnH13kHdDxHZiHR1PkIfYjW5AyjDjopi50KulgP6BZrd525zFjQwKP9mIF4wLjyXLZHuJ3bftSe+k/Op1fO6G9ADZIgJkC9MDBIxLg8eHNe80/P37Mk4/GAeDeUWuSPwLvUUBpxS1JRPyyXevCJLOluRN75kZNYRkN/jYTnfIUtI3tLk1fA4nHjD+xvaAB2SjwdJwP8ExgQ5OPggKfHesELLNs/8YB4N5RS63jz0iQFOIiahNtzF1fH754sv859pAwbNRK9KeGu5x7kJ+hueGOE9kL6yGqaz7AOCP0GULljRhw/Fi7AG/yCbiT6JI/WwALckxV9CdG2d7Y+825jVJp3Z0nBhpNtQfSA2lzB5q1/bivHdiLk3h4qNZKapV6uA069gGeFaTP7o2//+JY9V9jrlSqVuMA8OBwUAa5U5o77sGuXXFI2ivgTtVfIH3MqKMFzOmwxIBRAZ4VVEB+x8p/LT0BFweATwInOKHKAHH8e+GEW69lb8Xs+UmQAyAS4JnGDDsAz8J1eApRLq21P3W1O9BWTRsZ0kbzRFRXVzR23Yu0SWP53B2/AzW6XpEArKc1Y8BenwQ5ACIBnmW85gwwcQrUE8Lr0iN37Y4mu+mmOD5R/CBks7H/WMWxYKX0qLPRQrKGhRxc1rCQ3RG0zScDd7235pCoJ7VWrdXUhICN6agAI3rBbb4DeMk9EceOpbW93z+Q8lFcDcySSPix8WaswYEilCHQgu17UWvQYNmp0RVZb8YHT983rVSSGhvCnBLap0SNCjDi8CjPV+MUqCeJ9VJ11977ZiqVZ5yxydn88NEde8aGYhi5T/oHvJXvBaSfbqYRQYcNDJXxVIT0krnDU9G9AFk5KbRugxb/TfcyIepBEQnwzCKdQwN4/qDdUBFHgF1nFdWthWw5SvSJQnTDHhjEFCCJBG491jHVSE+0MYxGMDe6H5IfsTYNJN/JQjK2PpkLpvdFWq2kQhVo7wTpYULUAyMS4FlFbZF3AMYpUE8S6dxalx+AT5eQI0QYJDz36ssg4xBNYABFiAWSiqLohKC9SNUviQ+pGzZpRc2HlYjP7DaK5AIO7Lk/kHzfqjfrqc0HU45N4IhD45s1EGB8B+bJ4mGptEO8aCItk1BwmQzUit1+UoAhRGFMwyZyf4qqL6xWF52kZS1W5DtqP9pJ6sNWUpAhTMcvd6FHm20yBEpA6T/AIwaPgRHgic11HNEVd3gDYHwC7qTxomMQXs1IsQkpQkoJ6wezr1f+1+KjRVtWVmbXEQuVhWjSCJOSYsIDaseN5rqP9IreaA4Nejj7zTePHrvNL1buPCQJaueMIJV2l8lW94LzCHsA7S6YxvTw3wh9cnMdR3TFKm8AXBqK+yjONToawSnJgy1H8oQk1PqdmUX+VkB1rVT6u5Zqae3R4uuH6gKUmDJx1Uejsh+A1mQIViQ3eP+ysrhEg+37d1hOZ2l+8ZtZp0ljTJrd25gwMrUqSVq3UeChnwzh5OY6juiKBk/I+aP734w4KGYLD2Kn4g9jM4qk9dcv5ninkvGIr7TlB9sZkKDJKXImHcfPgE7BRmxwPbzCzmUz1czENnOUSo++mQX3IaF2lPkOP4JBvkuTjbSiPsBpfCz8CDAQAjy5uY4juiLlE8An/zB+BDCz5o1gzdTHr6mjqddSfiQO0Yexnn1CBLD0ep0cgg+zgjqPjgu6wSWrSBDb9RUqPyIYGszNAuCq/tdfQJm2o7K7h0Fc7KbmhDYMexP4xOY6juiKGZ6KcQrUoUCjWtWEKpJ/pufAJrMzQTUFHgkbD/IAYpHtSjU/yYCbx3lPDGxVtVxvbr5+LKty87TVWraGEOza0usHyqZbAw8nAsXwLc4I4+w3/M8Cn9hcxxFdoQHg/3JPxAljVu+XpIYzKQVimH1UNf4rMkep+nG1hGW+9DG+IVbxS6/VZqYAZPfhcYnADVYpq0ndd+bMJn1hZ0mWmoXYmvEhCdYrU2J78echx4OZWC9GDxw47LfBnNBcxxFdgSsuDgAPERZLK7z1Dx8+8NGYeqh3tJAjsGTUIUpx7sCX1CKHMczcHWoxo5PtYxoLoWa1rjwQ2Ip6VbQY67m9H9NhNuIL4uaGPniMArnjWB3OZs4ImEnAxrD3AZ7QXMcRXcEB4Gp8B+bwoFF9Qfpji3Bz2+hPnPGxCMOpgxv45sWHHhT0ldZz10klum8QhOJFHyVQk/Qm65udC4rVFtGz0x1c2hPuT0hhwaBA5BZ/cjnkKZlJwOnh7wM8kbmOI7qiwZZKnAJ1mPDQXyAHNXXzRWmtQCUA+E7EJzoxzNNNHiSnGJUQiw9YiHi0h5HVw8LvemaN63qoyCymZbQpp0ApQEI78jFjxOEKXHpo+63R74N1XoIn+VKmQgP4FLwT5ATmOo7oilQ3aJ3EPOYRu4ATXoFIOCJ6Zx5sAWbAArLQYuQRYKoQsBRiGq4tGQQVGQklHXVHYI0NbpduKzJYK4o8OmkUGr/waQdAeFzMbH2D9aXSi3XeQMidP6zNGQWeghuhj3+u44ju0ABwnAJ1iAD622T33+bmzZk1cYMxhIOCKVuM6MAkJBNbS1cxmHGPboGXwCVkQS/+SJCy70/SbfNhdsszDOSKFlsAvoAZbYvtAxbabPtQmnvI51n0D7DLe4h9WwD7/woKML4TJOKAiO/AHDbYlFdsTj5cUkcafiDQg/rMjFMCe/hiYeIQbMQiToGl6hp7AskmFIFHqAE5vwEFoI/9sm6ZE2yDVdoHCxUJ2kKPrZROAWsrRtksbqfNIjp3B7ArrbKRNJ0Cy/GdIBEHw0OeeHEK1CGCDdzy+1q8YA1HAf5AJRmBYFGgiA8RTES4E8sLFEUy2Txon9rhoeFfCsDNqRdWr75iP7PXrSLgC3aa4b4fWUIsi+skP5o9tdPmTv6T77T1AUYMBSZ4ui0dxxBhxMHAoVQTUzP8bfxT4Al4A02ExQKxYKWUoswsaImdgCiT8wR6LQMGzTXBFpq/4Y4/WEKvsZuMo0kKNL+c2YL02Blg7qF6LlnqDpvJc+7MQZ4kBfJZ4EaafmmhR4BIgGcIjSWebbfcF3HysK40ih8NpJpYCgoKK1KKsYnRoXyFQEsjX0aX1TnqKd1gdyT9gBWOf8ju9SXUhxrNENgAHy2RTdkOMAZBCjD7s0UfWT2/LntZcIcGlNJzdwD8LXYD2lQIw/8scMRQIH3MEzK+A3N4IP1H3TP1SGRB3iCbkCqMOhTGYNuExbb4il7agzSsIDUFTeUVDRKu1DYbf5nz+gRY4E+oyBV2gAk8yGLzxffVPXyeT4ei0XmzXFd2q1dEjJoQdfjvA4wYBrzgDRZxCtThQWo9aduN9SW7+c+FEhuUxgpiEC0kC+cUD2QikUdnAjjBJmyhHsX9gBJ/1H8PSW5ukTXDVbWskLNgHBeEuOFMA0eeXJnv0GBavY9uJR9WvBfQgDawRR0BRn0bcepxhWdgfAfm8KAGktIVP/XIuYOEIiqRS9TCGFtylwdyINjYw4LDlstDV4AD14A2/Qs+D/Xsm4iNdeMLMgtGGL8VjVNo2Bt8udaeWhC9s+q7ZNle1+6oJ81kgwJQ7wQ5DfcBRpw07Am4oxoYjDg0Ut7+R5U29YiTUxgjOGHk0x1IM9kS5FIIJHswSUhgURbMPjXj18E+F9yEvVStm+vh2V+rkzaZgUaEtELRwW6FmuFMQ/Nzy5W8VHposnXfeV1rEID1WiVTgHEUuDek52mW/ls84fK5NyNOHPYABK74RV7/YRy1QAiBWvKl4CTjgFNs8Vjf6OGLuXU2gMkmXt1gQIaiAJxi/1+hbjOUTm60E+JES+ArGaadxEetZvm5KGr+od0OOLUna5P9klrxRpioAHtB+tUXb958d14oMD4BN2wgjbCnbupFxh1iBCOEjFqMD30hbXiIpTIYC2KxBNqWHpFbtXiFgwAFK2XrlI//horpZP1hrShL4WHaO994Bt3LbYtD49ekwL1s1vvvWpoP1V+LDijmKDDq2zOH1GfpPx8MmC7yfIvvwBwe8GFatlE3V8QG4i0JI9KbcQLZIhCiLblT8s9pkeEGj+K2VFpUUxUMO7hTvEZGpdEvrIpAXW6xcyI2NEuW2A7wS4dvAI6bcOvwDGRtDrDs13UJEVirSwH6azFPgQIcsrfCtb4i/b0fH392Lmao0RNwcQB4eKCb6Xila3JGsgIJgzwgtgjMQRIxkgucosWSeIr22BCK1WvJKRCK19k3YLTa7I3Xqp2chxqxQWWBBQsG0giz2GNkp2cBstSegXle8CE7vlXYq+yOOiiwUq/5W+FOxWwww/ZWuBZn6ecUXW884EzjDh+yj1OgDhGabPyCAtfndeWDFzISIEmIVIzXijG+qPuM9JGn5cKvjQszGOQzyxpIs15pv+AICM2m0azCarXqUa2bIJ/MMoZDQCFG7s4w7Sj3Fa0UE5l72VxJaqBATonVgqw6FU+CDOFb4e4Z/42fh1n6V3myxQHgIQLakmrrTWn2U176xhfiLv5a9HDrzFBcjDEYFxweRSehUHrmHrAVDDYZzE/fJDWRn+zFR6JtcpwRrjm1drOUxoKZwGLM7S34EGYZlGd+nV2jqGRXm+tqAkNUJWkt5W0w8a1wPSCFAhQBnoNZ+ss8ueIA8DCBT1NQ6KAtyctelz7gw6TiCOcND8iXTP5lBJQRITiQHmZCFFwzqGWbEw2KMfoFxR8U4OY3NE60pUq5Ljj1zektT6HvjtS2Qkot8LDrUs8y73kvTKp3wrUqagEP/5MgQ/hWOJ+lf/zZmR8FqXHELj4BN0xIxSWbU3/mDYDGYWQKQY1Ychl/NdFMcbFAQFu68DWmZCwg+vPM/nzZHnLqEEg5ZyGYaZ2Fw2hUw3rlzMdkfI1YMy4LoiMkygIVYnY70AjWX8PushXhpJF6/k6Qnt4Kl14bHb1Ix43R0THfTiTJ1bF2Qhj1bV8YyrfC3XsvBhzIf+NQQ7eZxXdgDhOCANTstLzoxRROCIQ27ZSnlLpbkIsRYkjjSRAd3J51ifzH5vYATvMwB6BeVywC87qC0fIVA83WLIihmTNLp63vlXLN39StNttTXm8ntCt8FKRVC/cBNnpQgAsTyQQZ8Cpob2EB7aRr6fRkWv+pQxCN+rY/DOVb4Z69f//+i9aZHwRe4UkWp0AdJmzoWdrG1GzbtZ8RAqlLXMbFGM4Whluob51FvAiGY0XmsVSIXrFh283+2zl8cIUC8A6KRRUo2wWcWWMWOoXJACbBKuyfm1hM5+tgLBeuVmCxKNBr7gDvA6z5bTBCuTHdYxP42lsQIb4Xf0uTi/9IkrH0/l2PChj1bV8YzrfC0Zazr/9m13BKxQHgoQJnfWIjT30TYdHKKMFZJSeHEIngTibR4qkYyQ3TaoGD00yBTHaTUweHadbGpj0CIgtZGSsPdckZIFu5DyFKccFlbg9BIttXLgh4qLkB974buqJHQawTsNf7AOs/LiTlXy8nkIJ3k4vYjt2+5FEZRn3bH+Jb4U4Kt3iOxXdgDhVSChzQyevCxc/rn9c+fy6RBgnG4zMys8/OJSNFoxALNg/kFLlks+9HgptqSTemVqqZAGTFtqAetzNYYo1xmuFBIcIXZbQdZyKZawtWM2y34yDtctrWKhSBvA1aAjBtfNkjAV5E67f80W00f/99NykvVK6O/bLhURlGfdsn4lvhTgZlnqvz8R2YQwXrAdycmvNL3y57Xf1GDCILrkgRFgFXzh7ZEohFKfBFmDwck7DwEiQguASE4pX3Cr1mRKpVYE0o3z+0mbXRw8VhpGhBHpFtFC6HC9t8n2xWBJKg190OU1Eg9JwCyz3d4nDtd6waH/2Akv6Alu8no6OTN/4wCiFYxKhv+0V8K9yJ4BHPrDgAPFzQw16bm3d4+ZsIsguf1z4/CMi4jB6yoGBBhcW3llfUYZwTktO5QiYB4fY3EFwTifp9O6hEZZttsjTshAdgjYXJfMd8sWztCxLZxxauXuhxuM3d74SBNtxohkFgwsMPhwmwnSnAj9T1N7Hwt7vJpQnFBYz6tm+0KrH9e+zQE8DxHZjDhRSMBDLZVg9guPx9MUowXnAuoasw8QtT5A4jliw/nHSw/cloC14Hb3EoxKvvDU3dUc1JYFAiDVLZdFslvg8MsBVhrBgSKLzosYX7UqBIZSmtk7RRo9feBT4jtKZD6PlZ4MujaeMaJN8qb4BJkrGJa2ly/4KiAkZ92ydamnplyChw9vvFxdmz3D2mTqY4BeqQAVRCMtFDwO1E5mQh0iAN0OuhAUrgURm3GCOSSESBAHNbTLX0DZkEEtCr7w1QrZRkegd6sI9kZfZr4b4oUovZjeQebEtIW1zc8mxh4H/hD4I9pV57G+qcCqtmgyBSf0CP7P7JaFq/domdgez7u/htGQR4uX0ceNS3/SE8CjdMbJO+Xr21urK2dHbfEXR7DedTHAAeNpgADLfT+TWvhb1hYo6MF7BVKN22kDRIKeZApNOHymLeeXysMCuqNEf+A+f2MwxSI/1RtcpWVsXFPr4okNsQkt3X2JYoc2YLUgHZDipHlS1g6NbdCaPCCaHTDc4GM91Ipz304ChfA2nyNpgLo2kyxo6/6ckkeTuR/HTVEjhGfdsXKt+J/4Zq6pVK+WuI0q/LS2f2GbE4BepQgkIKyzovflzsGYmR84wqxFvkAfk81OFeS2gry62lI50vs6Suzd1uqzsQGjR5s8HXSqO2oOScZYOPi+0IFq/bLbOEype5w4IP0+eg5w6HyVGj19+GCgdCWnwWrumPwvXyLHB5dHRUN718Mjq6gE3lx5u8K/pIBkFab+w2wPE3msxwKFB+9h98POVNuXpGZ4lq8Iat+fgOzGFDQ4MJ27o/nQhEoa0oQVvA+MSWQBc5w4hMLEq58WEKpkGo2qAWX11UC3hzasctHgcH+xChItECDlRlZmvJt9hkvszKPEGXhV9YCkfYQy6w2WVrt6GbQCKtWj3MiNpjH2AbunPTqG/7Qvpm/IuvpqefDc/UK5U0m5/hQsnDzhge87SKU6AOGziawE45NiZ5tTuTZVc+KEFbMUcGi8goIyzmDXnlxQqkp23mZ5Wgk97HgVN7dGXT2DeXgFpyFxen6GAPQ9y+XRZSNHOG9L48MM3Zpd2O3eBcgGwB22wwjele+wAPgFHf9oXWm684H+B/Tg+JAiy/fjzB+RmIN401Dz1bmMFJFKdAHT407YY6tYC52MbcgT+0bddEYckYxtnG1pZXKVgkfQrX3YCl0mvS3y7tyQNBE2FtTrEFbOXb1qt1hy1YZW4zOvd3X2yjgmxvsH+w2eeEcQt2osYx4DAbzOH7AA+KUd/2hXqYf/4I5+06MMp3lkrVteY9ezoPorTUfuPP2cAdnlhxAHj4IGEzxfvpdKU7mTm9GX+IAjmSkXFEYcGq6NGGhZgLi4oTKcJraWcoAVGvm3B4wGjemMxmu9FUZnaoMVtEuRYtA3zHdl+Qpc1+ZSqVFrfJud1sbnGpsBcwtZeCQAAeHa+M+rY/hEGQ79x/Yii/RtODx/dmmA/wXrNUejEEvDxY3OaLth/FO8+HD5xRAGJMd2gKOh/tpCR/cBEviBTaF2OKwD4FwlHWsFh5ltRyVlEhabfncWAbkdDr68xSVYKl2Na1xbZceTdkIa5zsQ0dcmU7yEzzdqD2spn3AUr/DaYPsDtGfdsXml+8B0CA906Uaaj9wuG+E+YD/OIhfNX2mx9PPRqcaH3u6M6KiF6Rikk2p3ClO19xKWgmfOAVgcnPpc3V5pdX7V4sFmBFelKFVEvrqHF7artXAkx5Uwo+KE2cZjxl5KZNYfE9UcVa2qM7Fk+d7T2/ylwqPeR917s8DGI9gBn/lYf9rXAVn3/+/QkOgty64tqPx3fxTsPmA3x/L+VgabW6eJael+U+4ax3X8QQQXPhNzb1r+unoznNRfaiCytxgvwFrghrj/JYZkSEpQtlFpOsWMdjr23gJmdTgNFOTrS2zXwuBRdXQf7l9nQuYWMr+Yo7VlqxR5i7t4EB9gGmeikcKVBBR4FR3/aFlk0G8378ngccN8B+2dGuPgb7Ec/AgM/Kt27ZI0nVlTPTDm7yHtuzJmrPCMBCHFFdEZOJzPyydxHEE5Sk4aPA83caLxRo52i2toCwIK+BPpWokBBdLc2QdLuSyYEAJqIGVBeg2euObH5WhWp3fEdguGZ7zVi4uHTmqX48f8H3M9jMG2HEut1facceQKlAeynS0PcBZvPPn0SvlNiP4OGl9itA9uipdDQZz8prw1c40XocAB5KsP272dj2x0D8aufZVyo9wpm58ZqUQI4gsL6Z2KzRObkEiinwCYNyTrHSgk+Jq6K/nmeEaWxzEARGO0HZ5xEbTZrTNSwK1qb08UTyovQiWYV9HllYij7zorkyAyfszXarxH5HtLvNhAL8bh6+EyS192JOD7sCTJqQgCTA4xdZGfvxQAft58jmZ0h5klWrazNnotfsAnc2PgE3nOAjrrisORMWqMmpTFd+6Xsl8JFWKECu50mAFm1EEdb55nXZ7qm2MMlBWzxE3wccA9ls9HgnoO7Im2pQ78lkY1ZdPFmgwp27sMjwmYQ3zuQ53PH6yyuwysK0WHKZ6wZzWQdp42jtsBn1boD+dCtguBF62BVgmA/wmAVgYD8e1+rMbHsLoMVbE79zix5aT+D8GXh1xurfsSfxHZhDCgpAXNi6xAW/2t1/K5m1MA+XMjIniaVtbRRSvZlcCaxjkQ5nGLJOtTQL0gUF9jgKojvyYLRbafa8IPm90L8tA7lRvC0m6Rwh3Bwf37L39GvRB2be0n7KXjecNpO1u9msq7ZSq/soSM+zwRwAo77tFzT5eOmvqP1KO2d9qfutiX5rdg1nEX+ix6e9HYyzEmdRHAAeTvDNalCAFEZGWEEVccGZSt0ENTRbS27Nf2zzmFEZzfOlBvj/XgepKBQ0aclu6l/95k00OElJHP0y/rDy/PQvveaNLHvMr7cnUinATTfaGFWvmVGbOKu6tkoLYcH8FWWbgaW3kOK/EJwijRsOu4FbJe3e6jzspKPmClAwF2xmvV1tpvxr1ZvWAmYvoIcPHoMiwGPGxEqb9utyfHa8qviWbs2qlk73YIgNAJ+V3swzhxpoCOA8Zdn1bg66H6oFDIUErIR5HK0PMEj6peqStmBAS6ax/vWZZL1Uvc3QUBpWRlXkw+oLaCkuTHxo6HVwvHdbpWYWo34QcnWGLMeq7boBBwfDsV133qNlwXDZvY4sBJIbXVIw+h+BLaUXEoBdbK5LSrEZbPMBfonFYo4Ap5EAb62wQeu/1E7tJ9jA9Pv3xVcV37HZHv2nOZ1Qu8PPwIhhA/mPDTvv6BM3BQeCeOKhdXgT8g9tkSS5slYtuzJaTDZm1h6l6iLkDwziQDJmYoOyVK3U5+abiU5g5MUiKCvP6UUpwM3eJoRJOZnMZuMb2JwTFEBzoejSmqqep3Hf1JOZR9oJGL72fTKBaNp3x2ichs9/fJMh0IxQHHBC215ZQ5Nlpipr80U2b++8d4d/BZwLpllvhi7AI3zC7NQR4MTK3BqONH/3aqmr9jOEWxOLb+rkUDyzLfb2TzkE4ABwNb4Dc2jRRKNuc3NK55lONZ2qwVPFf++tKhQg/8ZeUD7NWx/gx9WlJsTf2pVktvpYbzgAAa6j7YmMohMwy6xUIAskNIYCmjIVWJ2jmOr1RkC2f8HaL2RvwVrNtTGTVZ0maHU1khlKQusD5C7M0FQhM1yU7brP8oYuw4xeudBmLp4wg/ektexOQMPw9wEeD9DyJfvpN9pN+xnq4dbE//EAwypvCkTm8POcMtzmrkM6RAwpIMPQmtQNJW0KUGSF827JFJIR4ATIS6OjiFhMmpB34Br/dcvzGmcFwxkBVtPGqjmMPVQaFl8tUcSBTizzIWFEtPk45yYJQJb8kG1bq5pKsDS/kcx8n6zKrBm1jqH0jC39vgQZDkNDKwUECL5UclpqVmsxm7d3EGAdmpRLK0nrTn/DPwp8HGjTfi9m9xkHfWY35rzvnKOVI/Q8+qexG23177Q8DgAPL+x9t5wNWtd42yX/4nWpeodsADUE79JG8lqKStH4VZeqj9GchKKaX5OssoFTbG5zw/YoFBjT2pJRlaZV0H0sPd4I6DMYkrV9QbnVjx9Cx97C9fJ3r5oKEDJwBqZiT9imJbct1eH7+3+twJMbjj/q79UERknaT43+sNRctepGQGpPM6ILeB+gPwpydE2200KA0n7GfTiV9mM/wCdp3fmqYvtd8Asd3b/KEUFtDZxKEUMLUglEIJ/K5GVul7wWHx2llDLVF+ayJRnOs0eQaMyFGX5meI80oqzHeo5jI6troTCWly0CFBy71JT1sGDvIfKC44yarHRXdDjnHlVQtSnAahNG+Rk4U/2erVt7J+G63+ZIw2XxkqWaq+bJaWfhT4F3b7Nqi25DeBa4ok7AxvSwT4d11Fj9Zq5E+hMOwn7AV9O6NTENdwIWMGtTEc2fstlEUwmA+A7MYQbEFBUgfinALnautH0BGZOyVWt9gBJ1KQhFCR43eRvM6vyaHvF5eBvKS91mKIOsBu0FMWYlacmI0CXgFLTn1OZ2FdfJ2tohv+tSj5tkbRZupdtku6tSCxOq2hXg9zoH0xqse6HewBW2WWHqFWxh+EqVFteWbLJeDi0jOfaNpG//CvpjQMYHbHh3Ie26X7JgQG8DT59nBbj6Dc4KHDv97gdkP+DN+FdJUknvvelyd2KNnSnAY/8TPh3Q5XBKOy/PC9QFuLnJ0Vq/0OlgW1UnnHVg43c0nlGAuRdrCTt45AEnVfm0o3wh1eNak3dAhcKKC7EuORXGIw4OZufkzGAi5LX2aaFYOqqL1H5wZBqEFsJG9wDcL3gVnAVwZT7Amm8AN3DQDeKlcPVDl4FXeL3Wogr0+wCnz28f4OoL7/fjcnD2Qwv43rSeBJnuPj/Dqk0dM3/l9LSDX/OMiwPAw43GpsYi7OyyS96ud6NAC8tDg+fj6lILmqktwn1aqiWc+bNZKFgqI1ZnxD+z2l1mFtgPUq1TkK3BGiuSYIW4RLL7D22jjyVWkH1so/Dih4vFyWhbRLS3JAB3PL+XKRa2gv1GmPM5CmzaT0fvcOxHTNuc+G/SHZ2AhjucUq9UmjstTcqHPAyP3BMxpACPsBsw12pGVDqFAxtoAQUUgjgKXKFslDusuHVBNp+marUYfwhtxZX4ll2ITzfjcAAJ0WwzmjVmpXI1v9HQ7BtaPNijFCC3eXOEREpTcBUCOAhC3t1hs0aBK9lcMBwEPo9PgmTaD5/5/zok++EofqcbAcd3n6CmYR0xpe+Prn9hgJigqXOnbtzmvEEPVWxutg2o4uOz51mYMaOtLIideN5YJGMyUuGB/rBkSsCC86a1FhsEgfx0Mw4H3gWN/Issmt+MZ82ObPDR4+lGrAeY3734aOJCcxcXrooGc8/Ifpvbu5I25B8awqLAc6cAi9pv/oVGlQ6J5hcaA257EqQTD63R4c9kDjUaap+cqi7LcwlKKVzW5BJc4rzWRVTOApxZhVc+fRRaId6DRB+M4at4PaXKYIw+TkwC/dkyZ2Kqt/9yfynwIxQkalIVVnJWgVtkX/rD7oXEzMs4Om2n4LJFX+5NFqLAOfIuPm5FEXorXFECnisFeLtN+/XaRNVLkbDsNUfrBpoV/C2GfjAkfUwz4zswhx6aWa+x/b/4c+kM1tpIzIgOABcYuSleyRhPX5aFEYDUFL5GLErg+VkcScgocYliqjuZ7I/UZoOx4WjWinVmsyxzOzw6sDBW3Ir4LJkFKBwrC+aXlublyW7aTN3ZhbRNsrAHEB/D+VGAt/VAjg5hj9rPkPptgPtMUn2Tw/xofwz5DAk6KHEK1OEHJQ0o8IWu8OxSt9NZC1YO0ZgSkBOkmZSaPqU0SgHXIJh5jeuMewg6/Ft9hIpBJj02gXkXTGMKJ5mZg3W70YLb7uYEMstCtUWAVCCyu52Kl1O7EzwMfiTh2ZW0a5zDCexnDeBTMCP0gHD7e/utuepd+xmylyLt1gfouDOvH3uud649eugdi/EdmKcANSia7akGfjBe4uFaD2whdsApbvrN8DEnxWd0SC2XU5BIg4lETR7LUAvA2inxhQnAXhUgMLXNW/asDrPBiuZiNkvMueG0OhiTqVTthZxYGGX7xAIsEROY5ViqM/yzAPe6FRnU3a/5oJNWS23g6XMxG4xpP1v60X4OPQmCZfcuQMcGf8lS6e+LQzvH3irPovgE3GlACvkHOTXr17qrtuy8ziEhxSg+F0JvRgwMDwmUW1uAEQoIRdHl7tdTbMVu93aO1EhDmzDaKydJyTYvnS55LIg06FY74xkxhsQow0zlTkkQMo0CPQ2BFg1MRrU75gMMVywVoA+CnP3ZYKT9dFhK1blvBqLGbJLqg0wRuaob96uauHEIcYuHZa63P/eIYwZ12ObmAz+VfWOc4qxgJGYcxzB7LsTYpXRl80rucRYSREosS87OpXSH9W5P9cgT5OypxgPVanV3CDavxSIZr6lq6BTPXWnoCXvlo50EvMqir0veYmmlKm0Ga3efEDVpbkgBGv2d8UfhoP3sSOFT7bPlWwAn6N+n/Rvg6n8oZ0hI9YhSnAL1dGCK3fpTDRN4uNBFETy77AwXP8gnRgD8yWD4yA429Ys1NlkEvyAVRBttFosrLusNSM8e74Pm8yvsQWygYpSvOq1mLxxfOkzOWf1Bt2JBMK2mZbZzmZ2WlRnkQEo5rTQ+CMKux80uqrXCZjDvBKyF+6DPrgJMXfvpqMx9c1LXeVk3QZXWXgzfYIiGac7Au0zOByQAdUuJndL8khhwkgdWMH5QDNscfKhWbY9ZzhQI3HSvZTawlHyxkooL6+z1Pmifw2YKRrM+fn2V2x1YURHWUtrVapmIRfxPTkRWK4bBeWl/lgDsanO9woZwGAVunNnZYNJZ6/fTkRmg9usFs3Yj/tC9blcPAMQB4NMCKilc1j4MbCpOp7jOcSxBQ8ER+lxmfIrH2ZImTln3qWHAJaYhlZgUwi0dXlS+PCL7dR9QPQjsRkBN4yp+yqrL7KYrVBas9vliulgtTlYerLSxrCrWg6o2CNxlCkNpkLpmhDEBOI3PAZtyh8fJEWA6+70fGRyPk9N+GWrq1KiWFn36nuHAHd6H7zMTRQw/mmpMbs/qtLZrHxe9+sCK7EWC4IONV6wPEL41TYOvyZSV7wq8VgIoE2u/UBgQKIaLiakXkp093gdNozV0c0elB7O1yQzXoh6+zOoqZz6gmbnV2glsVQ4zwsGcmaEWTh8Hrjlws4vNNc6HykdBRIFn7z5AaD8dFx6qk9Z+GSYe6YerHuFNga3W4cpepUVzcQD41KBm/Wl8L6Zd87zWCTvXtRITYKuplTlVaNU6n8NkyqVHqxQ8fP8fLhH/iDasTF43zG8LV7PseOwyoHpAcBgYFMgp+mUw1la3lY7FPvLkVj+S1Q0OCZvV8qoIUR8zwKecdNOF0r202W3qv0bXWxdTdt6HFvDZexIkaD8dlqWT1345XuP3AuaOyKR0+it89r0xJ0eZp858HAA+ReCAKjsB/aLnNe9arcCIFqTJ4j++lXxv71MLWqr62Np7X2oOKvEQshptcLFNscgSG5Pg3Z7/KO0uwm3eDaFaBK+3sCjKJgGEAnQzd1ptRTA9bYPb88viLBz/EvzsYnO9wlHgtGIMeJYUYEH7VUtz9ta/4UHK5ki1ujZzFEe81fruC87QdWAGbC7xIA3zLdoRneCAAvSU+tN46YsBsoUrfrjMqzEJ+fRC79XglPIf32Qf2vdJg/e9I4wXirgu0IavySeFItmdxnEMN+HwkMkympVhQSW2ZNVwUR/eozqt/pIvR5LV5S5Wi+3MOOVxj3bGgmkzJWCXMRBTexWOAvt8qI0zowDbtd+wsZ/wEP+7oMD5wY+7tlKfoat1UAbUfDVxAPhUoSZhsw1G0PWOD+kgX8gH5sjubQKVuMPmvw9DXhohRFqkNBJReXJxyYorrUgB9twFiH9aPcK8eSeUXYBV44tC/KrNrH5hs5RnViOZEpp1dFpu33P43WaavMvDe9B/9aRV8zbw9GlQgPv3bqWzuKDtn2EItV+G2hX7AR8Puh1c+W58/B4+453vadoNKzxUcQrU04XUhA0nhXZ64tlUXPANDjAH55b/O+f5nn3IhiRIrDZH7216ldZIA4UFDlGp+GbF/YUV9tECTprMDj5CoaxBIlCLC7ls4XeeVjdhNYeDaSbf+pskc6/rmdXIRhuZIctmG5VL0ObGLi3gCkpqahjYMfzPAqecfvnrPS7s9ML/CrNoV6H9hqjfbyduLdpPNeDBED6cZxKQj3rvD4iIOAB8+oCrmh1y/qis8QiVT1hyNy+Gkk8i79MBZl4NsaIEpOeKqcWbvia9ZAUtsdsRGq7XMRAA8o9td7aBZXa2eBVhwcqgOft5RQfDiWC1MhqXch2yWwDisJozzbqbzeBFjgKfGgXY+sKu7F0YENpP3Kcfce6/hlX75bjDnlzYO9DuN76qmBgf94C9cYsWLB3dX1/E0YBzokLdPDSWwo+oJWzNWfCa31ZYe8o8NAQYhdgiWBJGvuYACGSnG9ALqCBhNhvuZCnXf+27EOozmEde34R9kfpj5hCDr28UgKjqx695kLq32nnKQwNSANoYSANfizoCjPq2L9S/Fv+hcecBRUj7ac9xBIaz328nGuzExmdxgCOw1gW47wxdjjLOouzViRGnBzVrTmpIFVTgZJKLIHP4wjR+abg7rCxQXMJMCrWUpsN0Tx5iEfdnSs5du9MOhBpMJiPxJj6vDF9yraqwXWBdstntZSLfyK7cyy3TKquXQa92WinW1U+wm80UUvVKre73AZaHXgHy0r7Hb6cEdO1nh2VpZajuMd4bq/6OmAG+hu0Z6Q8E+Owg/2d8mCoOAJ9G8MIGJa3o2ucpZEvYFIJEJx6sDVYgCzncaZHGHL54QosAZvQepj7GgAmyHwx/EQhbMi7UkNeJFaIsxMNs8S1WXkAI93zuskAKC/AtKvTad6KJDySg3wfdw6Nw6cLo6OhFum6Mjo75diJJro61X32jvu0LLfXtj7+/1964y7UfsLRydCx+NNAMF9UBzpBQucf5ud6/txum9gb/N4Z1epqIPbHNIdXNqT/P68w3MtBCTglu9zJSN7VgMZ+YwnJxY3SiknxhSsuML4v5iwnA/toqNRTiwyBWD0G7VL/Zm5tpK/N7qOfKxarufzFDmbdQDkJmqTexeO1dkb0TZLrRw2wwEyC9CTLgVdDewgKaVNfS6cm0/lOH+hj1bX9g9z47t967H2jcWeQ1rKNSPVXaL0NDb4Uulb4fWA/EM9Dfge6C0YyacQrUU4m6xNQ2e1HEXfnCVbu/kABOrKm8yCdyKglWTiDGNL42CoRvRk/B7XpH8QHRVAuYwyBWjQwL9ctlXsWxbqwUaAuNVxiNdTOVN6wtwIP57LJka9chEFxtKV8MzCEQV4A9zgdYv3YjSRb+liQXf0uTi/9IkrH0/l2PCxj1bV/Y8OmX34dXsJXvPOZ+amfBfqdN+2WY5R8azslBvY3jINqPuM1+gzgAfEpBOoIoeyA1RJ4qLs4vTiNMgK9RhkUrRHzHRZmcP5iEAfIpIX0PQVuchtor7xVqAU81/hwkHDmXVrotmcVZtIVkgZk9ipf8s2y+ht/LQoJZY9u9SBuXSq3uo8C9PgnS+MPlpPzrZUrBu8lFbMduX/KoDKO+7Q+VN9a7JW0D7WfHiIfidGq/DDXe1QQc72uTbvFkj1OgnlbURElTjf8SF7SjUwtRNpEryCUebRxhLgP85A8kYohRCZMxznoAp7pNq3coNNUnp9t3UDoWVdG5AIyFsy00d9E6LHTaxvai8MXyiLMgwOzd79uB/mttVPydID0/C3x/9FZS/giaj6vyQuXq2C8bHpVh1Ld9Ipt+uTxL7af95P1+p1b7ZVi1t/zPXxlYO3hfNHgTzvzpGC6P6ALNr7c59QDXQFBAtjh5GYcoStdKIAtPQCdTwKNsSoEQbpnD4xlQLT2UdOt5KsAcVs4muy5VAWuCNQWLZY9i6XNjFRFSIKAIBvkeMJG5EXqH8g+HyGveCQmpCkgwDIL0xCPla9B7jT+AAFMowOST0dHJG38YhRAsYtS3/SH9fraZVFYXV1z7cbX0+oxImDs8JUqlueOasmZDU6AO27yEEQfHBhkJl/iKs0W+2Cp4FSceAcASnoBsQp4wH0CiEYHw43zDGGxnQLSUbv0KQN6/SKshAVUfFtZE0AR8zR43RpbAo3A5PQVNo141k0OMHFmiRYhWVNV9Mnz1AWa3QasJ3Otb4Rb+AL2XKUBgYuFvd5NLE4oMGPVtf8Alu8Z7w7WXXD86K+xHNPRMbqn0/fHsk25BjFOgnmZ4s3RzCT8l2EKLOCHTRFkIVwBi8KsbfdDNCylPxUtK0eQkXWRasHpAou17CESgJuMUfXwY3mA2wACzpGBMMJ6LHB5tlhksmRJYrKeZX6f+w9HZy+aa7gNsSv6lvb0V7iJlX9K4pj5Asd7YxLU0ud8uLUZ92xf00Fb4XUrVpdfD0fI97OR7u+MhbwrEj3kc96XoifQ4AHyqkeIS5zPBnBc1X2zTGYLTSg3LbPRXi/cMWgpjGfMV6ebj6mvdAbO5R2/awZHKZBpt5Tvh0gCvW24EeaBf8+bQklsmh8dYkmxZkf7b8x2euG4rmQAUA3rEIVAeneRmg+3gi6Ms4OLlFAR4WWIww0AI0B50s/17NCTsp8eTv/huEGcGsKGJCY5jMEQDwD5BXMRpBUdBKAELNxbn5JCHZEQRvpYkhCEB+c5YBD6yIJMxoZZHHErgiMIABCCMpskwWl0w9lVdmU1uGbixLcj3jeaZWcFChLSnZMgcuE9Hx2vtjlatTv7TfYDlnvoAL5vqSy6A/H5ix1/jX5VkYSL56aqCA0Z92xc0bZ3t9dCMetT3fjz50Lhpp8XaEU4XTTTY4RinQD3tqNl9bo11m9RUl4YvRa9dM6QFcIMYxAOwIATr4FS8UmR0At9DDbZ0fbNaD9BDfBCB68a65DO9wcTsCQsC5MrD8HVHbh7TyeYslScpPTQBuPvUDX6BVeq1bEb8HvoAr44KIMFPRkd188s1uCdGj2QQhI892o7Pe8jJY6/Hk3vDnXmdk3NH+XxaqgtmqOfKiTgI+GQFL/OHxgedi6jCZCD1k7gBQXkAtJMlVYA+2CqhkwkSvQb5UUsN6v8SWlLizOYF1DVNhxsVFtpW2BVTgMZ9uXlmY0dCpvoGB0Xtdq9zF1D/tSqn5Z0gfK2u7ffQ3Lxrdya+H6AERDuYUxyVSn9fPLqfI06BekbgswtM8ZFguzQ6lo4NiSV4dDGRTkIYyIXs6CQjwmGyGTIJRdtgBCDANjCX8BALatG2bSHa/WYw1rTOuM6o0uy0VLZ5RIP557CXzRCHtQofBvEZoYf+nSDSLfrBhmb2kvo9ezjlgHNPHRCrmuKjemQP6X7DkfQ4AHwW0AQ7gZ8am4tBObUtGVM4vZEiOmLzSAO3pBpjkmppSS9hB18Njh2aLJAfDfqpelpjhobF2S2Y6grQ1rl1zEif7UNIPL8uibk5td/UNXWwYGEUZMgVYLLqd08O0dP7b5z/Co8nDwIUu8DgZkgoQoOG8Qm4swFKQHwb6/aqoZwXbClQBWEjwWFx5vA4pw9nJPOBSx5STFEAeoWDAPmUVq/PsxrVXzDUFoXJkQV5mjaiVITFuAfLrPhv76m7wOecMbheQwtY7NfrfYAHwqhv+0SZonlxiPquWno8GctB558/KMr4RwfWXgz+N1nlbLpLA2vPRJwsKADZqwYGNP2TLTlNiNDgCAyhWA+0JApTLLY69TztLMoXmQz0hJFsxfeh3f1vRubES4dLvvaeQCbA4rZhyUKxzhLdocUct9nxRFoHapwNq1ZvVdQH2Nt9gAfDqG/PHlwCDpj/gFl78d/An9XQFKjVU/3odEQBetsur/f1eVz+RXIoLFzZRne5FALBF+ZzWoQrEAmXWXbWUbAN9g/T3g4CmtLdgLItGJi5cofCfCHEd0XL+fVCsPz/23u73TauNGuYIEHZgkNaCdttObHkgcVYDtsOaDkWldgHUU5yCSVZOSfmCuaLL6AHYPBdgo5enzuHugC/x3NkIJDSmGk0uplGp4N5M62ZNKm38a61nmcXSVmSJf5L3ovFXfuv9n6qpFpc+6d2PSD5Jbgsb7K5xIfhmpnwLHC/q8GcBheXANPHk4eOCuQu1/9eHipZ7ajfJQ4AXxzsOJe0HpPautkrbGAMc7kRXQn4byDxaYNf+8Ak2fID7/87GPaMqTzLhd3pUHBqIk0xC1NPl7XmwSG0TmSubN15nrFgGe11HQe2gJsVjgPrxZgFMKAljAAzvr+A4NpTp11/6oyY5XuvwYHDnBSoIeY4AHyRAO7j/Z4U58lvZIbXNou3nUgvje8KGZV0eKb8qwcH1Jagk+HPGKXF6l18wApJamaPLBG/pZ50sxjxnAy1GI8M2zOVCrvfYLNrFj0N7BIwyY/oRr7QBDhSPOe/dDZ7c2iK7QEXz47vwLxYSHDH86ZvrS2SxKSc8I9jmwupLtfFkm1AGhKB6D/OvM9JrCx4OI+A9IJr2RRAVAfPQ4VmtWx0vwc9xjQhk0h5lH90lcmSuVH/wWAY/uZWGdUfh4GtCxAt4KgApw756/xrl9evD2eE/mP8ry1+6YGIC4KKBCBvfLWCtQUo5BrJHBFIutkB8hu5BM7JLq6oL42CyusZKjiFUS33ZJ5WsMZgiDlCGmURlgRDLYyDuAsHYINm5Y8BXK/mJLDjXqtC79pyCIXYBziFWOOyGeXy4jCarY9/Qlk34wDwRQMYEHSiiSWfGY85m7mEsqB4TfTnXoU6uUUhYf+rxXmUaaWO5h+mwvI5xgLhCjNYc6+9HpP603FhnYFMx9eyeRJXbbDugDfarLdml3ZJgU3xX4JNKaPAjO8jzo7Kr+137suB28GJZpLHJVAvINTrRRV49zMjMN9s1+MHY7jXQu5XgkIgk2z53maQf0MeAO6gQqM1XPH4pqQoYVb5nluIk9/uBONLZ0ulmAPOpr38NXizzcxRy5Q0DVoTodECjgpwOvGRFoAtZwccDMnrDSrjWnA1Yqxgbx2opJgcPAhURoLoKCoGbQs6ylI8Nzf9lyENic9II9KUxy8nMDA0g4cSsLWqGQ9dVoWt25+OCyMrvESwngdmP3sp+tNF8BpOBN8Hgl36HAg4MA6CTClWOCkQf++BVkh4RhId4guII6YIeipYrb/Wmv5Z9P+iTwg5RIGAYkkeIYdRCY+glArFjUr/EVrLAaoVrPW8MxTcZXOPV6n8KCNOg3TZSfpadEoKPBVnNykAu1eEzhdiE3h6wSXE+bdf7v9v9Hwdx8cB4IuKSsIl+0wI4p9F5OAU0bvhH8lTjlOAn2kxZXJJa4RPhxG2mAPsbiVrnPOVWqUtBG1DTEhSikDuY66f/vc82usy+TTjvykg+boVoMcOHzO+j+gbjzmDGX/vfiUcB4Czn3kg4gLC5Q85YI2r5Isd5PZsIBbsPOghbeIX9aSxEOqp0Yz/dgMM6FybJJrzZVb5Pv32bjC0ixmV4wHOWhajqFNrVhBllwCc/tVg3nb8mn/pcp8rJMR3YF58mAIEBUAMWZNSm8mpzkbneAX4H1xGSqwEQvWCRwkYrdY23JfPaK+s0talALusxKZos1eZljf5PHRCKXnqh5Y9m1aEDhow9gFONxIuFw18e/ZfqkSLhcQn4C40as9dAtJ9+XWZv3n89G4gFuw86CFtJJXrr3Aw+YhUMp6fy0RkS8otHqwtp9Zw63jTKG6iwJQcs59p8NfLOPWiNewDrDQzlVJ4J1IyF/sApx7znP3OTmoPnxZ5jSOf9aiI84WV7Pcu3iQEV7/WgyFBNqUbnVQBImg8gq1MJUU20uEjmv73OnZps8QbG+/XU4OOVoCMVCJcnss9W/tKjH12zdrM7OxCAfqK0LEPcOpRecDfxTO/NklHxSVQLzbuZrObeu8uuUBs8vKZzx7o3kR6IZKk4t7ss5cHoD0eSwocY28Jh0KctFH14+9Ti8OeP/qdjXQYqJDqT4fp+DMOWSt3uhrMXHwS5Fzg8T39Gyz++gx/LQ0Ax3dgXnAs//QfcPlUiIjEWHDlmSunzkZH4srUlCKznz036pOYApeMdvT3MIy2RWTYVp/fc2NN/nUUoGtCKcBy9uaDTZ2sUeApZ/91gEZwXitCN0tiwPgkyDnBiq0iefPUU5of858+PgF3wbESHnIkm4AR2CAkq7x8vqxWY9jEHRJX2tFdfrCaaOEXHkH6PCOVDAGs1fhPVmw+0BMt/GoLe33BhdnyZ88e2wlS/fHb34xFeymcmsCF2AQ+J0j0UqNs9tvT/WJ9xLxxAPiCI1/OptPkOSIqHeeEBj5ZNgnFrVdNffb1WotNX3EJKQj7SfxW7sBkTgh0IsRn/uvOg82SgUEJZu89W3lJO+3kzOizSlblb1ZqpUwtjAJP/5L4EY41LWua/dVp3o6yq7zxCbgLjuXuSe72kBm+xmuUSsnm2oOvORZmChDbZ88erK0diEI8C3Y4ZnTPvp0MmiK7zXLt1ua/fuYTYGX1veUHz9dWkSSORB5Z3KdkJd+VajvhpZhzU/9SpIgUu/YexNMMhujtInEA+ILj4+zNHv1SAZ1IGYngyCZiFtHc2pp2iXgPHuyoGUWXE6M/gssjwBLaQqONDM3ml2v2eIptSNOwsZl91s6/LpR27XE4IMHXY4ePSIBDx11OCixn19+0QkIcAH4bkPy1fPg3Lk+eILkVSRPSSWIQAvFiDmMZJjhTTpL+OFv1AU2hZUECcqOtRn38WhKNl9HFg/7pr6n1UL0BHEeBzxtWFm0s7MQVElY4ABzfgXnR8ax8xCB/5UDUR/4IhAHKkMIy+jMqQYLFTJj+cBbr1/VwHE0yded2cqPtHgFXMczWb38lXwmcqehBkEqYCx2bwOcLu3rBR/an5eP/cI/ZfXJvdL9sEVOBtfXFowe50BIWcXTxhmkoeEktnsLvpNkP/6x+FhUZS6sOnPFotVlpAZ7BAWIGGNkTcZbAgmgCG9AGVsooEAlwNHjMJ9yy5fJxgyEFMuRifAfmBUft5gnvuWJvoBMeqMM9ZBFyi+9HvOjL6VDpOguOCcMu2ukGu7U02L5JfuDBaq6HxQdBrBUcB0HOI55rLOS4FRI0mSoOAF90PHtTJ0fe5waKC0kedOjDllQmMevlCHy93nMWlR1YRxKU5Wa3MSF8OwPb7OsedPoA4zSY84mCRnmz68+O+OtpnCS+A/Oi43G2fBrtkocWVDMYvEJ9lT/YGZxHhofH2cXXz6KyU1FnYBjHSZKDYdlcK+mtcHwQWBRYiH2A5xTzfOATnyseTqGpMnEJ1IuO/L0z/shNEet1kL+XPXFW62iMrlVKtTAPMCrA84qK3qhQzi73dvbNk//iAPCFx/PsPfedZ0ziLJoVmwVojeC5/BOPHz6GRoAga/dFdGGW64mDA7snBX7EqPgE3PlCfnVvaWlr2z9LS0vFN/4BZ7PZyY5y9WHz6xj7WfClwOwJBPv5JBhQoOJGgSERYP6bT1+8eGqmR/RA64mD8NLBkALfgbl4tlWzIiaIZK+xVc+1621s2OVydNq5/dz2xtJJS9N/tn6aByJHA9psFrdhM0yGA+9+fetkm1/HZyc3gEcCEEmzwpHgpi2INfUToZuf/nAZeBEZ8Ajkr7MfsLx+3XpyK1o9eqC3yEWMDcmrjSppD1RSxQ5++hCut28hPperb+0dQyi/Xp9QA9htNlOx1Y0JGVWlJ5fb3ju1FJzYWWg5QHUCTv+L0fPfiP8uX/4qMuBRWIPmAwUurmTmry/fXC+XJ/CjGnF2JEvb0HvkDG7tXBXCDy45BFQIQhQftverjSM4sFDOTuJN97JZjC1TzUNjaS7VoOLrR9v8OnAWY39dA0dVmnDDs8D5uWlvApc+/QGIEvBYVH6dLptBNRiXQD0HyO9ts+FI6oPiq0JQkTxu1av7klGgEbaKQYG3KAWrr2mq5TJXQR0vaDPNJGPLYnMRI/NDBJJv4dy2l94srJbLX7tvbGD7VzunP2Dam8DNT0B+EoEeEXEYH6nh+2z2o8ecAhPHi6YdScMZg7LJOgCp9yj72APIneSft4pJOls9gm9+/ea4H2GDzezuozE0K1e9BQ9NpXKFmdjLfMXwrHLtXptfx3x27GdhaHIq4E5tpyb6m/YmcOXFZSrAHy5/UvOYiNewcnNx9imHigr34howU47ixr6xiHMgfZR+IJc6WQSx5EeSSuhmI7Ze+vEgo2x5zM/5FDdgsvX4yWwZSQtpJMM0kuY7R5IMEbN10hBvMsGnlZqZ3R0bAmEb2COHj+EowK+o/8CAX03+ue3pRXL3U4rkyy8K5UWPiphGgEqo7yiTyBnUT9i2t5Yam5ubq/fv39/c3Fva2JIQpMgSVTI7jgqK6vqY57mT/lg/eE/8TNJuw+bG0ibMpdmbew3YTBhJihRh+v728Spw3GcRAL6DBNyhBHQGnPL3AjdfgP3AgbEL8CQ8vfzVF1988dXlr65kPSZi+pBssJeM/IGNPWbgkcbmalLkuzn4DKyWK01aSVK839jO3WKvWhWiSkSYy22ptYYG8Di7OZLGvgyluqPgg0nbjVeryYFeKGJmt4oHfFp3s0EWpJaVquURbvPrGPNZOLzKZiZf29kl+52H9wI3v/rk8g+flkbG0xcBzRdffPHixYsv5l4kkQCnFbU9SSc2E03TbTf2bJFje1JXSwCQTcSCSNhsbJN5JBfxbdf3l/KZ/M2xrvS9JwFKNap9rrpxvwiTzWCz2oJmdOtVY1snxxO9BSaUza9jzGfRA9iTz1RqO0EBevTZ8OgG3aszM5d4etgjfEP+DoZEgFrCIeq/k/GFN4GbmfgY3JSiuE0FBVVX51BBrtpY1XqfJqNMAtILv7MJP6tLaE9CUPHLnrXq6rfjfNBRNsMA6lCK1o1NiFO+TYlrVjnrccUCLd1yEE6mwTawNCAYvwqbvbQujPUsekCOws9IycaB+10R+tHMLNwbcG+/m8kUFvKFzyv5Q/w3NAKMeCNqX/zz5cscL/8qM/apVRGnwpIYhP1j1EUbeyAK8obLKFN99CpW7+tQqJhsboBG2JykGGzX68esgjoKmM05dUbW21uv1EbvWEe2FvvRem50ROarsJkiUDbn6huHSeZxtjy+s3gNsKZWUguY6Gc1mNszIsDbtzOZKzP5zJVrmcyl/KOHlpgiEuD48MKmCl3+JErlqUSyzZ40kALFVL2xaozh7MeduaIT7pFKjy1rutpQn5ozSnVc1JFIsmJTA3wDNpPezEzaS8aT6rOTgJ8nhbhiEd+GDwvD6HZuu3dmdH5xQg1gEfEO9pXmji0H09eK0I9mZ0mAhfc/pAp8mLlKAvwYUrAXkQDHhtr/4UD5DxCBHhExVViFIIL2Y0deu/7vRTIGGrrW/WcuvhZBagQfmoeUo4gNKkd2rlXruf3xPAUCm0m4nInTJv3RjvDKDmk9o0F46NqqpWq/W2SClrDa7eBPEP8rL1V4UP7SfeMH+S7fmQrd54rQszNoaeX/Ac2X/+VKKf95ZfbSwmtMGglwbNjlUDlF4CceETFNaLAdqKlx1dwWlRS5wj9OH1J7rqicS8QiXNWZ2+oGeUh66lau4eWOEg1pPz6JQgEHE2gY2I0mUuuZ0dobhZO1abpidR6rGyZ5aXeu0Vnb7/H6RF/YUNOTcGEeYH/rAd6YwRkU3gMBynk0M/POhzMzEILdiAQ4NuQ5W5Kf+MT09KHUoJTiCAbElPr+QA4gCPuYIz3FgAQh/WJAakJmZWB1WzMI2R7d3xr5pFjazKpotvVXGtth10XQrggZHSI9Fz7wr25L87IHsb6VMs0bVkEdOWpcD6tZYhu43xWhH888zWSSf/yBMhAOJOG7tx9m3u3tgI8EOD6E2ZJ9/ZxFjBL5LfX7cRyj3SA5kCqMUUz00RFdkDXEJ6QRqSjRiliQvLKEEtQTWK1vj3aB5/wWrL1FuZmrL8Eak3wkNXE1XH21s81MVkBB5cd3ie1gcj90pLP2g+zEGsC4PXa6l0IA+lWA7ANcgOSTFsxk/nt2YSdzrXd99kiA40NtTrMl81EATh02IILAWqCA6qY4hFTBnejDeII9Z/KICSX7vL9NUUxheHNbApANy9EOhWxQsrIm2GyWGa3Rhd1mkKyj5Wa22awkRnOPIEQgOwE1jG023y1nJ7tgZTNT2uWDID4O3GcfIEeBF/7MUWBOJLz6t2Qhn/ldJMCJockneuaacbr4lCGvkQDd/9veWSbiE2OINLhP6cWphPnEM06LmnrHTHoo19hkdGIfNlOuUm9uuzFwzBIZYrZQCzJWZstCxussJGkPqByTYnGDspVFtqvUgPfKv7ZqJgfov9AJiDawR54JUoCZqzP5zMKH8BRulzLvzlYuMbKDSIDjBLRfKeq/aUNlC2qNgq2dayTOFWAKMiH5xBiRZIedRXq/HySUyz8yCr3IUkySPQrA6q1UT40AtJnDt6ioYc954CN+M/O1yRrb6A/JYkVF2GnBOaDNHME2m59nb070/UyVGufBNCvN8FakPvsA1d13bWbmNvf/DeZ7GgdBIiJ6ob40tFpzHP0gL8DRJirhA7SdPYnGk0QmoBIOAbMrUEzCOYGIX9WiqSgy7VMbMmQzSBskSJtpFO2hj5bRLJpJc8xg7CyVxjIHw9rrKGz30f7XIHhuO8lOZC1Xh6m9WiXtBDwPzwJHRJxXNCSl2Jzcs9fcGpGIRkgNIg1Qh5QgfYiTlzmVka4dyGPp3K+STji5bjQMCJv59DFo1kZ/aQjs05AMh30Zph/fjvGWTaekXOJqmS8eXK2yRGrKenbsq6D2ggKwlGmW8uHFmFP/UqSIiHOKJSgpzoSz4Q+Rg5iPnACPK8DAHSQMeugVPSrGiFJpJBNsq/5YSC634fUME7AZXNWu5mgz5afxmFlkfKYIxJtZEoOwztgw5GP/nx2qJOhWiUrI4Qmv64n2txQgl0MF+uwDPBUiAY4VzWZcMnaqUNvj4Cc3DqWyw4/cQYYjJ4hTgJTnQhJzKR6BMBTMeNIiA61icVvjIBCBw58RvSd7OWqzqjqd4+BQ1tEE7KgI3SzbJFLpVTbz2NmACJkEm6H/1LE4jlncx6EUtjx7AZ0CPW34iAQ4RjS/+PTFi2/iKMgUoQgW0fgn+M/JwqiEAey4N94gWUAxGV9YvKkqSjAqLXEI09X/1ipuc2iZomrY/WmwWVqtWl2VaawW9flcRZpi5yC/kvhliLYp0eJCLstD2/VACKXlBPsAIRH4RkyNAguxD/CCoKnlsH6Ib46aHlTAfFRq9Tb5D4xAQiAfMBC4AR6nEIRJHpZJKYxhLsUHkcUPorjYCrZ6+2wv4n0TaPM+9B+Y1WumolP1xr8yRUPDqesUJ9N4gOLSaJ2HjXDjx4ATAnO5kU5hPB2alXxmoPUAT4NIgGND6YvLL76Ym/sqPgo3PdjQ87/gwE0nA1IKWQVOGN4Fz4VYeuFK8ilKh/BIxlMQcjhYh+O7qmEKFL7ttQ0HPgBcrdNmVSQSpnW0KjwDzKC5Mt8EIpJ0jLhb2ejnQaRFlLEKdqUGrA/X5rOgguav5B9HQYRz0QeYb47OyIuB5os5rgj9Tf6FR0RMGDV1prGjbo9MYZQBHRSelmCYVCEvNqkpxiAERiH3iT8s1g7gsdjwbRU3qS85xjLEgZDaHstkB+Aex3bdYNojS0lqZj1tDCZ7UHuKVOXmh8mM5sHK2tqkuuTozSgGb04H6ybna+HCKMj09wHm1bsVKfAk1ObUBP7nF194RMSEUQST5OogE85/NvVmDKI9WUWcgngmGWkwVul8gIJHWQh75uCnq6glECzbwEPsUitai71dbcAaVCkiM8tYs+LgoSW0yhKM22RtsFdeRTKzjjPvkg2w5HJHrBE9NjT1CavBPJl6BZj/9FO+7if2bp2E5jfqAuSK0BFTgQ2SCbBlVKAvaYLswCAFFoKexBRFOIPYF5wBemFq6P9LaQXOBsUaFdvQZgPyqWWuXLDt/CUeE52xRnK3V01L+NUIrwKp8cht1poAdFGoouBtsOPyFmyekJ4pcRYMx4DRBh7oWeBTYSgEWPpm7ptPX3z6b3NRA56A0qeXP9F6gPF3YjqwuX9Lw6nVVbv5SQYiiK7hXdFGV5qFkUJXPrILE0UiTLSQc882B0Kgp5a8zkGxyc4/PmSySuNUa2BnsBcpTyaYBW4NQuahRbKW6crDjkHltFgWpYEQvRVlWDafEWgBlzK7oMHwKMhcn6vBnApDIcDm3Kda7P3F6F7feQHQ5PtAxIAeETFZ2CSVap0PU/Du14c8xg1SyMgFKsmYARRhkdyJCbnJCUfCcSbxRmdxFSKTnXbtIY2q0mLOVLmv0lkjqmSdVjsNkBVKZoBRzMT+PjuEG/0MMic7/yzWzupgs2qLbA3L5rOjBh5Jn4Qjpr0P8N/Ef5cvxzluJ+HFD59qFPj/xMnQ04CGT1JpiLLIGfhSVoUOPzjOcx2KYZhJYhI7jPzhRyrCmMcI6CBZAlvV2/Xqltc6GLgENOXZhtXMemiWWwJHAVZuJuCjbBakXQpqWZg0SyfVhoPZDajVESc3DpIpcUloakAgmZv2PsD8p+rbunz5k6gAj0fzKx8F/ipepSlAIvXXbld184MHQGROJ6IFIxMGXPE5RZBSzOsqz7MakVA5KiiyYd5ttFir7fZQXhKSsP9PNkvOsSJu1HB+FqxVTB5GeM0q34KZyGDGc+Mx3DHRnOI2NSuuz2SmQ1snoEZBAqZdAX6ipl1s3J2MUvpe4IjJY0sip5rbI01QSxkxkBAYIBnKL8YAPTCG7OCKij7xjQ7UTtLKywjT7pLWJpikDtU2DAmoKYBmMy022oKX5qA2bahYCbKRHjhmm4w083iUjuZm6bQWjuL2JDTbQ7H5zED7CHdIXn2Amgh4DvoAX1jn1g8/eETEUfjmh3/mj0QcBZ4G5NnJ1b61v+08QUdsAW3FgJgi7MkKjIdHGZ1LOiRjgoy5mdcjFVds8U1J7FQbXE7R5mrdbGbhrIqmmWEwCpYiJtigWO69/0+uTsqimRAyqIgQnyQb9qK5Mb3b7mg0Mzu7A60HeCoMRwGmr/sZzepnFwMQgD9IJkcJOAVQbxpE4KZowugAqkisJ2ZwYpGmM2aAhxngFWPAyxB3og36lNgdh2BRXY3V3ODPVjTUZ1mtr4rqrC7Wgr2Gc7FT/IHUnjQoDfZcRnPYGFQcYtM4U6yKRmiVVydXr07ieRC0fzUAwo+ehJv+PsC0DRw7t45HqamLRAnoMRGTA8QUB4HbW6QBIwJSn5GBUaC4UEmgE+6V6DKKFETJxQDZxo7njnmZ3Q5kcoNiqj54j1reXv/b3rKK1Gspk/0bRqnDx86EmZgGb+j5s3Ok38I6U0v15n3SkGod1+uNe5CSCCnw3KwG89UPP/zwaTNKm5Pwwn4l4lDRFIBiin1zm0YGIgvyAImCDjeyg5MF0yxVfJEyXQiE47FnAj5hUBipq2pttweWgLSZqwzK5i57U2PoyBR9gnVdicFUS/FPSPVirGRIQPxA5IYgW88MzpGwOYA+CDL9fYAA7+l4X58Iey8wtk/jhZo0dqo5PfEKAYjbXxTiBCd+YAS5wiiBnCF+ML9HOlfQxU5aD3nCvEHTYoxExiWusoeG8GCrwpQ4pRDfLVpKS4IRXUSNL02iNYyQpqPx8NIcsz4MeDNSeViATsNK5DdpgLIHt7lPUEhVMju7gQLPgQKMeCOaeb4XGJ8olCeOV/ucTFJvr4o5xAVkLwX0EXF4PCPEGDbyCkeR9CuD9ub3jAqLctQ7JwmI2gZbZvQVymAbeJWGkuis0mCvsR8JlwnIoV49pVqAsbJS6XSUZmPItNpLw6kzF02GRJ7Q4yCaBJPSX1wR+iKg9sLfCxxXg5k4trRMCwSgix9KJhNLCjrFiRAQwTCjjSTIF7aXXyVYXslAHe+HYafkhvRmruq194ctLYLgopUVWP20lnuvLSQpgntPpX12gGwS41kO23siS+NpHhQbtijM8J5iPjVKnAYIyus0gqMCvAiofXr539D4LXzySXwSZMJI2LpjbxpveuMT8Z0YAF+NnYYoi05n+IkvsNdwAfaUUKQNz8984Tg7FMlF9jiiykEWWNEk6Fyufl+1ySZWSYOk2GgFLeSOafBqZ0Yqc/AqgxvOfPzqgM6hxYNVmowKx74ojJ4F7qa/87EidD6+8PYNqED/CfFJkEljT89TtNskic4THUYQJAXsLFIbveKFoK+Y7mliDItSEcwHN02jH5Jrm+KtWh/k2bI9qkg0S1GcpKZsVxWqCkZqC9YY+yGPLEIm2uJexOtI07zaWQY7VfmKyTYfYGkPZHPfqJV2jQLPy4rQth5gpMCT4QQYL9OEUduGumGfHDlCSo73vRQRQooQVXTTnPECclkeS3PplXp1DFMZqzKZhrLAuFrFeYC+rG1Sdr26waplmtVGD+sOYe29dqubFnmYtsnvWd1icagPetsR9OxJJQ9k8wAohSeBgenvAwxvu5jMtTo32H1a+GLu3/DbFjFRJDlOy2vfuk9OIF/gttetz7tfXiV4oniDqcxI/jD+QYIpQvKFJSuz1JRyeYzCt/QWj/1XbsHZAZvbuVx1n+/BZKksVMbIFtauWsNe5Iec4jIJRmWiq2zusBRlMw+8KBNgJi6LhSonMBWwydWguTsvfYClL8R/aNxFcXMSStTJX8RrNGls7vPdP9XtpMMcrn9w92uveEoryjnSCCIVT7XFIL4kDjsGG2mDHh4Hh7nEIuYtJlzHtFqv9j8OrMULc7ltmuoVy0yzAB/WTCNQYzDJclkO+mU2s1GjKi6UpBjmYzw/zL/FPsBBbO4PNupS6hoFnvoVodNngeP45kngZQLik3CTRoNPlLVzG8YGdKTsKH5EAKACIwbxAXK41FMsjrBYz2L9aJ28zKBQVyGtFnsdBxoHbvBpEtjsVVnZ/ASzVTVTeCqMpzlGxBaBk1BOxuhIT0N+ZVBAXoCF7JnmHGzsuk9wRYRK7bwoQHZukQDjQ14noSmdDESdPGFA/0FMtV+JCIyrdPPja64HSAfYWw4m2lCwEQazIYOm0SnGHGVhAuIPmIoiUMIqe/ByuVzfUoYDEu22xoAB1kOpp+JpIeuwWllxak3S2nx2UwteJ0V4PNY4EHtZ2fHrZHSYMrzkstCD2Nw3mplKqVZhNyDZb/qfBMmnD3l5RMQRoADUMMiLOA1mosi36+qSIx+oe6yVzC9ns9kv16y3DPe+SULSgEJkGcWTKDwTHCMS5xMlOxspQE8nepsLuVT77lDLc/HCXLUtk6xU7mQD6qN99CU8j5vPNlmjRW0ulj8yO24ubrbWys90LBw7dxzsH/h1Yl4q3AONAlcH6LjsC3Z31Eo9U6EVNwoMRwF+BQVIAvx0/D8W5whiv6iTJ45XGgJub5MljNq+Bm1ky9kHiiAncAcS8KB4AoJLNOGx4hu0MBFgnGk95WY6u+FWPltRRitug6PAuXq/HWqb+zi8ndumDU7ArBw+nQXrhvZsFb/nmWTLLxmhqM1f3XxJu1rFm4t3D9YWn9nJ8BjRHFWkPjyA5algywSbUWd9zA+DcBr0Tiazu8NX7RLnYR4g3/aDLU5wOwFQgPqViDp5wmjwmdpcriFi4p2/Ui6v4J5fK8IBw5BgxAVIYzLJRF6LsINEIIFGEMGMPNizopTl7AozeMSrth7k6HdxgSU0RiEBN1gUq3QzWBH8FktjrpfXktWbqtliNm+W+ZJiZLuZ5YN/PEIG+TFWgBw7GWlfRMDHqYe38GvhNowT+Yy/Hd0w9fMAM1/h1o6zYE5GumpivE4TxZYGZHN7uN3JIkVQwzwZT9/5e9nsvecHxeXyGgLle6THbPYZGGI5++tydnn15vXl9ex1ZF1efo6sr57RQSkri8yWFJGezV4vtpYhKbPL7FWTpiqiUnaouQ1nxTYaoyhB728SVxm3wqFeI10pAAX4CoK2/KB4s4wW/mJ2bfNX5XtlGHZQvFe+C4OXIU7nP1sv31sjKYpFrZRQJov3Goqok1rZbRgTStYGzvOdIMZ++cKU9wECUfudAp9IAv4Qx0AmCz1R0a77ogKt1hpprriGpuNKa4W0BcJI1rLfJwdfl1daaB6Xs8hx8D2T5sEs2XKZR1xH0HHvLrPRAzYtM8O9IpPLyyQT0kkr4Uxo1NxnYw5Hkz83VRQoy7nLhJz35sEDoz5uUQHCjM1i8R4IkPbSsBYU4AqoudV6Dvuzau9rw3E6XPQn9ctIhhK9GqTdr82DoFmpdSvAc/AoXMQpwFUT4yyYCaOi+b3tdrj9QX1gBTAeCHDzV9mVg2Q+W15rLS++LN78DImfgXWWy/PQhMs4AMyycjC/CH34ffZBcXUR+dcWF4vzIduqp79C/nlOQ1HXHD7bObRi2+3+lpfayfHoeluU7cxHvkKAnY8wC9UgAKNIy/fY4wcOu1kGAWaLBy9FiYt3IWm/h0YtrySt52tpWVSALIABsaEqIAVuaynr+riXxKrwFintlprhtejnoAkccRpEnTwF4HMgkGLbdq+DSagASQHXsyugO9z4aL5SC648125d2u5rdq+Rye6VX4pZLHwzu4ZQdg3aCvnK4ERLR/T32eesgaRCdyPHJyvqe27F2XDA1ze1c9tGfdZ4hcnscySBmV5DQus6TC2zwQ4zQHVSgC9bxRUIvnvZ1Ra5XufI7Oruc5flsgQ5TFM8bCZp92fzYOAocCU8C3wOFkSNiDgn2NO68rktCR3Jn5vlV2SQ77Pza2gr4u6/jqZv8ebyMhqOz8l+aEU+gLxbI5stLt5lO3ctYRiyai25e6+89tzaw8jGQdh8UHMAADuZSURBVAdGg4vmWQMJlfS6tF/nKvP9DanuqQuwzqnb4i7qs+AhdzEsEl8uv7IwzZAC/NVfi8WD52Dmm+W7rbX17xN1bDJ/GO3l1wr2cuhXiC9OgQQc77MgJLtK7xBIXA4rImJYWIKoQXuyYUKK8udrNH6LLTQWVzbRpG2hoZhdSw6el0FnCeThpjgGApHjBiS4FtSUKUBJPdIhmHMz4YgHB1sTRifL7GYjp5BK+FwFlzPt802TsJkv6WgYMaHUA7NcbIUYVcMAjKQRVIBrrfksFSDsgQxcQUxRrX0EIE3n52UWCzP7cLCKc0GoBPAu32ay4VaMDzXOha6VjAITfD1++IgEGPGWocFH0nL1PecS7mz2XLY8jxavAOoiUTB9mdqOPleANxfZtiyvcZxYnkRko2zgGna1SSG2njGG3MR6ismqugDb/RFgg3Nocrk95zoxrVgLBnIAN/holFLslMqLa6B04nqr+L9/WkPz9/uk9Uz9hN9bGZwIKAPT0WSE4NHA8KY6S/ueu9M32FXUmQZ9LkaBIyLOCTaqmpGn92GCOXjLt1Y+AyfoAYo1ToNZIQm0vn4genxACnmeoF0Mxcdm5aZ1/akPkFJwFU7SUja0nNnVxuiD4nI2uwj16IqK6+LzYQ634mxocOZOu/1KBsEK4z/yKnfkL9TBEVxXgElrczlbvq4+wGeLaJlDMz4DrYMAkTa/WM7eE1GylE4xxqSkQapj+vkyk9yAK1mfCWQ6DoHkM1wR5hy9FS4i4pxgi+/WaOfUsLV7X/c/bn9Rgh6NEKEYx4gVWi6zyBFo6bb8+QlRm3hDexaRxuhj845Ry0FStFHg/tTUFpVYtX4fJbM8sZWs1gnIarMYltFsMwBC0axgWCcmvccM9jHZhzgVY5bqUIXwwXVCteNSgGA695EF0+UA2Qb22OEjEmDEW4Zt9gFW96HjeMuLQHj/d4gFYbEDE4wMjC0UVlZmooex3HkE85rXM4hsjG9aLWo41OxWnA0b9SqfX77Pnj/Z61WYXT4cHGLNxuBhZvp4oLw6JOTUufFgST4E8eGh5jtQw7vd7+ztswI016T0k6+SaXIjAcZBkAuDJv7AEZMF17jL5eriJeMN3uzycM9bv8MeJIcOm0gHAsoD9WQ8oTTGYJcebxpRR9jRyb41Y9ez6+tn/GazOK7dvlU3xZYWbBXJQy+1HBMl8zwq2GMJdgR9HiHr8PWQUs107BGSyX0/vnJWoM1L9hPYBYj2rz8NPMhd8+HMzCXbzWYyNy4dKioS4BiR/+LFi0+/Gf9rtiK6UbXnG1Z5j9tIsN/tchDiV3QgDyMUNj/yaOcxyEzasGJIO56mjPAx0cRXUq3yEeT2ImfVnBXsiAMJrrJClp2W70bRp8iw81ORowATzEpL6Q4gFeiaEMhy8GklVVvJekyPgjQrfGMsN/CgBkGsFTyXf+I5+sAN8N7t25nCQn7unXztT4epNBLg+ND8isvBXI6PTE8WfNstNrvH7X43gnByYYCJFFegAhNdSDQSIVPIY6kuxYxKyI3hMCvMIlWeVpi/1a6nGucs4GNwEGMoFwXxy8JZLz5euYzyk+FZcZMWVGZ9lY+ptFuZQlaELXs4nPkQydnXqLcvmweCVgTcqYn/yIAefXZUbn+XyVyZyV/9WyZzKf/ooUeniAQ4NpS+Ef9dvvyVR0RMBBwBAaFAAdptTh7QLc8decDGUxnnH3gljoxFmGBdavwoGn6U03UwwzxOfEIvSmi367dAJ27F2cA3IkE/rqpqs8g21kYtJ8NohBtq52a5GEY2JChKkSrEUq0gS9Phdoy6BTV1MZebwBNMNcrAfIVPghQGGQUu/Hwtk5mdeXgVu0sfv+uxHUQCHBtKL7gSwg9xTfwJQy8Yz7U55wXUQNEjzSZuYcAjuHNXDOGpxhyiEaVySx186Xq8xCF99CdcDoa9j27F2bDFJ+E4cs3iQExWAculIWYNTWAqYhU2i9xynSvlqg6xjblsBFinq2O8LCTrbNhXAOp1K8YF3B8VrYfa9FkwA/QBFt6D6Cv84+Hc55kbl/7z9ReSRQIcG5qf+HJYcUHUiWLDevb1UnS7640LLADfQfE/OKOPsdJTTEAKeUcxygfHBJMfBY90oyjH8ypM7qFTZBcgBJVbcTZwGoxGrkVcKt3rpWPW0YsEs0A5QiQcsTANUZRtdPg1S3kODNt5WMaWFrAZ84KAam+bAMzshOUQlNIPkvdBgMnPDzMfzMy88+H7MxCCPZiJGBdmqQDJf5/kPeai4R3/p5puaJ1jzanTDU9RNF/mQskMkMiK36/zWTjSCXIYoyCbKINswWOUCkfp2Oa51DKPZ7JFpUxk4VW+iq7feYAboL92Tm8E4UZLYLcN+rJ8VQsfNKdcfN10pjCz+E2WyDBqPh0BPyPoY26eAf1KsKdXquOcCA2Y/gMFcgiETeBkboB5gBB/7mRmb//5YebdWYuPGD/SBVHjojCTREPdWu09MIAoABSxtshXZei2B3G8XOQDHCQAIw9mJG8wSJ6g19UVtpXPVnAgS2BRSjaJpuOUiwfbq4Fzuf4IcIkN0XZ7jyWbYR0ViBgETKF2OI6WB4s8J0+DsbRJMlKbyrLT8mxKkFcToet92jwQmpmdzijwQApwQX2ApL1Lswv5zKMrFh8xAejdUT9cjl2AE0VD3VrtpaB3jDLkp3ZqFZ9nryNIH9M8B9kkkAm+DElHtZbLK5JTjGAp4RhmNAKyr17s2871+SwwB4Fz7SVWo5rFyKqCMfB4pfDREm20jjsLu2XK7CfGoyy7irN8fjxLO4DNlJ792dw/uCR0pVZJHwUpDKAA8wvvZjJXZ3bhXMuDAK+9Ng4cMTbkv/rk8g+fxnmAk8Uml2Zut7UcljEaV4pv+Vr2d1tfc5oe14Sxp4K5DMzzxewyl8Bf9CXwN4sJl8kqP+ATwvBctxISHnKTh4R18Y2SNFC7RPrL9bm01B674urtLdrLEklQ3KjVtA8r94c1/RF3M7t5oIeWl8u/XiwvIwU26RFgW72/pZUfeIiKAOMF4UdCpCdpVGX0uF+NzsUQmnwpyBAUIKfAZC5BBc59Xsrcns386YbHR0wAbPvG9u+EsWqjwNuufeBopfjiTVJZ+Z69Im4FrKj5ymgba6GX+eL3CnMaMxfUs1VWuEogdtefl1HCQeeQUJaKl/ZqNTiVr17tb3HRIjsQq/VtlOesTdMpWslVpEMuaE3lCipG3Xz7JVeA9mVrkDRvKxtmH3A1GOKeXgIgsSvO48bizGbTj1w4hy1vt2I8YAOpVuEgcKC/ZKAl8a/NzNzGbfcnkOjszGuDIBERbxl2+HYiKCqTOlJQa2WotZvlldbaYvkVtBRYgasDJgdcUa91nfKp1bqefVB8qSXw+cIhLjGwQia8jpjWAdeZ4mKCYqI18M5Ka55rYolP6LS29CxHu78XA1ckANttluQMlVrPwkniy9jzNcDPzWwuS5NwSVRY+D2lHZcBPHjOJbHubXLZmBUeomayhCQLU3nmqJotDgHX+7R5MEAnpH2AcyNcEj8i4m0DnwTJtdtFU2a84efL36O1uMjV/EB4z7lo3nz2HtuB32dXIP1eIRN3UlRwkGnzGSXgZ3wLBxd+ngdpaq15dgrOc/FR5TUhxSoS0h++fb8UqV2F0YGgVCoIS9xnJ/E1Gr5Fs4FrF66A+9Klqx8js1l3II1IlB+0npVxyIF6Cc1MfpTHbG5xzjhod8wvRaL663oQDhjheoAREW8btu35hvtOJrjruVBy8eavNm19vxX23vFFIUiCUMIXpGdL7SmdjrWAXQGilDWoRK6nDy11vfwcZOplWfuUG5gEDNb3azHZfK63+SpPGqxSNcLMgE6itfr1YpYrU8PsIpfjh041G77nGz4p/Cyz1nxFq/hBMXnJQ4zrzMzAptqSIkUrKnYbxgwxIDmwgEawx0VERAyKDaqadnuJUsfogw3YjmqDAjxge3a+VbT3wyEOvNNZARoO9dTB2qIU4AMUMp+9fqAmcHG+XN5sLXr/G2gF5EJ9tclVBep9zymmzdiWrDwylgtL+Dl8LfJ6kH1AGw6gaMF54L5kCfbz5SXQeEzBCc1TJKIJDP5kKTjE2M/MVHmyl6mbWsCmOt5pgOoDrDQzu10K8ElUgBERw8Ire0Pvtt/t4ALoN4ilMkiLigkKEMrNhdIDSDqqPijAsAI03wiiAQRg7UBjJi9ZQsJDJK1aN39F9SXiRPHgl4MGnwOp9v16jVcwWDZL9+Hj8k8BceFN2rEiG4AHrZav87/GpayZ4wHHQjhYfV0vuvuIh8CzolmAbqaVFzwNVtmewCtByIE98wBjH2BExLDQ0ihwu0pW4Kd4AP0GOlgEaZkCXCYFzN8r2+L4aEIik3bFxcW11l1m4lSSB8/KUInL5WwZug8ltOY/s5kzd8MILHiEFAt62YaCQ7Wv3IazomUKsAq7nLfFUdRtYiwugZ8tP0dNboMWxc9ep73sA2S254tos79C5q8XwYXzWjWfh6RF+h6O+bbZVVpv92vzICjVyICOQeYBRkREHEIVrdFbOa4JTQqBo/e5gSRIBSaG6FoLWQ4bjB7rrnxqfCLNs0JLKZkpLEtRLtagOjkG0nITzoyqOgFz98moLJDFu0+k5ZXyY9VyD7PkIoCgZUJm7ZSBH2X1gAoyIpTNbejO/m3uF5VMjU8E5zPNii+INRcnj51jPLrqnojpwFabqxLUGwd235NAcMOTBnTnW4gOEzqx3CSlSEK2GV9g82PgWsg4B3Ees4cKSYFuwdmxzZcKt9uw2UsV06mrzlzWSSDNCJLW0FVA9thxDHVZhmTlMy/L0Tlhz5cRc8aQWzAuSO2VuoaBk7nzOghSmBnxcydXZ86gjXsyn+nIAfHBRJ6+yfMhSOIsf4VxXpaJoUY2AplsG+eRIEgZuvUVg6BiyRB8OkJ8oIQQTUfE4axB0lAaRZi5JB1msxg+f4cWcP/dabSZjxKrGlWqelGDBa1O1sWATsaXeObJ6CCz0Cy2HPoqHPYqyPInDV2l+vi7AMWBWgyBayEQU9IHWJg5m5YpLAyufQpcZuS46dtXZuYypYXbHnoDmDlFT2DIKC3M6EItPMTuBswfx/PXuk49F+pPgQD5VzjlVboyM8BDR+cGfMafgoy8pqeBxVQiB935wS8+EcNQZDFKBHMgJ82pLIpRQV6WopVHLMWlAEEm/U8pvkv9hzY0n1xDwR0DfGd1sikOL5kQ1TJOxkgjKq+ywMMoJnHjQbbnxlOww/ToXm4iXYCZ3R2OBJsEHOl7gc+EwkJHS5xGK2gxwsFQWfguk7l23BI2V3/J49Z+fZnXI61j5hTdgSHLntrtWS5Bm8lfgumFz2H+HzzlSAypdv1tZvX6F0PzPz80j/4Keib8zbj6y5tXP78AKhFE0s6195dIDuIP7axLzbjEiEUkYj7Lwigm+jFKt4MUY5ksWl4GGLPJMQx8B2jKgbBZQoPcxCq9oy8sCO31qToZTmMYpC1IR8iSEMfDuMeRNNAOsjJ0Mgy0kj12AeJKTaj52eQrQiT/gCn5WU7+0bmVr55CQiXvnXjrnwa2kM1x4IPOR+IogdeTuTswCjVIwUVK4qsITl6B5zQX8hRI1NCd7dLoQQGe5a/wh1MYc/X8q8RGW4szayKM+MEFlcSQcYKYwnZGDvYVdegw5vdslkLWsbzI5PLKAq3WFrsA27cGWVeqQTpCG9jIT5wlojOPVUXak9ZT1Yxi/XJ5iiGbqVl+uSlbTxHMWmxpDcL22JeC4RyYUmbHxkDCS+Gm5CcXKqOw8BgtrYe4C7TTHqoDjeOFmUshUe0+MEDhvY/9yL5xQ/c1SETS5vbtwsKsVaE63vklj6Yfb3TagRq94kPWpZnp7QR6M3toOKhAcJX+CO7mqwhsBZ78wneogdZ4TXbNrHadXvP2APWb2sblUpcfnNrCd+9bPfgrFN7rvkpCsCL8zRTx+T/CWl15tOP1IsFHns8LmJXBg3dtTBQJxRS+911LGUt0mMSIDI59FZTSSpkCPnpcfTGEktI8HWJhACE9U1bPDfJQbaI2NGyWAW4qqU4WonbqOTeGVevMaJ65MsV2TFFGRnlR2ng4uZOe1jBs7hc1dQOmoyCjfC/wmZD840qygFv1d5BPf5CEekT32ky+sMB7pcDEaxAI3+Uzyc/XMvn3Bu/9um13bLLA8mceqv5r0ClXedN+x+r/kyKL1b97JVTsAo92HsoMpIHezCE0FIAooACfQpLB3A+MLv5Ikrt0Ka030TWzC5ks3IAziGDW0t+sN2GXX4Ir/8d3sP/5diYvelvoukqCW+F/s0PXKFOjfnwXl/4DxvwRHvyV+QuUyTwMec4xNKkkV18SFRRBHc4IYgPe/tylLOE+KihxBDzY0xeyG8VYZsaTWNI8xdbSPgVgtb8XIgVwVh5Kaah+N5UVsQp59bXN926pUhjhe/GdZw9J5HL6rTg4S/u3+PRye/xvhOM8mC76AwZ6L/AQQQVIofEYN5JYwzsFF/5WeI8dTmqGMZF49E6moJtyQNhqNrr1rnqRrEJjnFco6nBrd3dOsmLr4nMBuvC3Uiczpc2/wg19gGlmDw1nvtGCFofnAjw0XwSU2V3gJWLnIMGrM6NOOqPf21y2cZAl5bXq942Zd/krgdAvUIA8z6czs6YNEeq5SgKt4EVKL2jav8e3qTJkB6MUScwbbP1enQkq8fxiD3Iqh/bdqvWnuVoSNZAPEOaO7NC16SvX8zDgPlGQHPuiACQzBcUWqxRvg46nLuWqdS4qvSoTZAStNu5SteoWdAO5IU4+ZJEghE8WMV07naWN+7rtSPcjqrc46DKBx0DAfrgL2RDetTbwQG+FGypAcBIac9AXum/VHAKumf7QHTbHG5Dtp3fypj0Gxh/IgBRK70I28Yac++WK0ayMgFa5ohChipuWcEW2wTrrSDSm8V5F6a7uzMFm+gbH7BED12KYJ0zwq2M/D1Y7XZxe/4Ce5KnSg2LzuEzqA0zev2Z/hZ6rJMiKHcnO3gtK6CpB69nV0i/bB7e5deU5x8jrsYx2rsH7XtxnpEXSUAeYdsYTQRpZrFx+LJT6VIA7GkvlYUo5aO1xAATibdVr7w87+5pKXd1gsbTJrDLuUt3GaerN1Fkg0kxkMjcdhhgPM2S5FPLy6G8lPnFxAkthgfo4Dxr6r5Qf/K1wQwVEgDiOjmSTWnqeElwk5qmAPqC6YOzg+IB1sf8ROmQBLThUIYUiI2pQVsGO5sI/QXNBxkntpdZRwFhmwI7EXdybOW8h5hgGHr2vyrqww0YoTIcetXrtTS1uVslOr3+ks/1MAb4PBUiBCYGnvwLHhNPrQYTzDX/QzgUVdmktZKlFKxO4cIGSOs1znqFXw4FO+HZgIwKKJxGBPGIKfkkIxijUc0YaOiRoJcaIPRgMpUhvIQIbvNtcBqE+8IziDT6ZC9peZems02xAlWYWP4pjmI5V7365+AaGk6EM+StFFFCp2m9zCuD4Z0EHgAXZBm5WjAGnRAHmf7mScFJb8osrQAoNISEvWScW1IKkxneXMoWfB+8DJNTr9MG7V9FMlJyhEpWeUgK0TWhYquJ3L7moyxvD0C5mduWSBnozix3evaQsQ4B6zHohRQYWCTX1KMDMtdtXKa/6hjiKCFcorc+6FruukuBWNPUHzc9csQvqxgAca3qnps5EBh7DvT1ziT0EnTznGHo0DWzSwC0vESQGkCsa4JcbY8gelHUkC+cICivmcbWlfFKOgUQYZ1uLT1RwOHXgCXVaUYtPsKBMFmylm8ZTpR5JFzlcyNLr0W4YHR1o6taORyx5kJ2GLOk+R8kHmrg4IEr2Vjijv6kaBcZNROep7qbf8Ta6+tD1h/qTkEjZcPX/g1BY+LOOGwB5sELhH9/BNzvzDqsma7B+deg/Qh2a73aboWuzqvjRLyUIl27rMh/Q87v37DL+7j3mncl75qZlZlsPNg+he6uwwMmJNLkHzf/ktECcSqjX9bFdSD+9/tFR25zx92jmoeqr8C/Ar/SgXyXlcit0LXWwLmi4RpnKbS+OTL5rkwidQMPA/PkGFI7WV1nl/S5msyfIyA+iCcbra6IKPIEEJZMj6A3jqU6D4A8VY8fY4dxBAOqFcNWBhxO2bWJKe1WVqw7uxM+mOmmizkEUxwCdoPDMRubTITwPFsFU0Z+dmPJJAA7y6N5AKFW0FgIloFHgE0+YMKAWTF9wPuDVmZlLFcgB4EbG1IxGfSk+kHYt82cNMQ7I3RQiNliQeZfKQ32Aqp+jC58zSkqHodsFmnNNfWk91nVlJj5A4B0EejKnNg+OBOUfMe340jser3r/7H1zVjss0+n1D+uFle89XDGUfelD1MfzKSz832bPVRJkxe1rJul/xsE91whkCfxTzY/xOBsicoPPN1bJJdA4DTGGGEv8IQkUeA6OlJM69bT3XHC5g8sIyw/Xi7HjGMldQ09wtPt8G0g3VvmKjmqOPZc0Ia3UjFKdTmDiPcQzF4y3wWAF6eFBCnleRiqB2eVZ2r+lXstJPAWCfy3823W9FW6g9wJfINzmqOb5hfXJHY/bJydPBOq2vKDYQiMYuszWVyGX4f7vogWpJgomMkeHOJRLWkt5/ShsiGMGi+JxLITlrvIRDk465MseB8T2LZubB5vdKNYXbGIEE8KOFtiWWkmfWcoz8bxMMFd5EL/K/lFUNJE5MIahvRXuwoBttnMNabBjYcOt04Nr+NENGvVC4iXfdwaVs63nIqwVa6RAoWce+hGij8lGGSkpGlk4f+Arv7ckXUkhxwZFG/hkyesdBJCtKKrd3hbDdqo2w1Uh4lKrEE3j0xwWKftNE1pWP3eG6CK4AcamAByGzf2Ab45lA9jYb25qRoEniN0Fvtv4PCN9NvdILAzWAB46Cu+zCXyB+U8DwVRTPg4iijCS6AqRZhg0RahIkYn4hF/xnRGHouFREdJYjLmvgVswrdc6GLSaP9TkEmpRfVanVaU6qU7NKp1AyBXywuenZ0wNV3qWh/uZJS0+uUwBOJkeQOtn8WFgo8CoACMiho3EBjpz1VWSgt364gYxiXebkVZEEIhnpEiGYXxdKCrWdRQ9PMjCTKxat92AcwADZDOV66bbwJ0ZQmIz2/2LABLpY7xn9yzYKYGZmAcfnh7CiKTN1H9DsvmsqGFD07ub/mIfYETE0LGnceBb+1xnXhsZASTgtCDGkIuQcogrTDCFL3fW54dolRL8OAZeroJAobnhdQ6KJcpJTodWXaySxsoKBeDSdLOJASbpnETQCvMMPEs40vPS9qS1pc7RiSwE2AF7YKICjIgYHWo2DnyrvUHSwJ2PTRIJfCAvxZ0ohmGSiCK5WSSD4BWNDZNFxCsM+DHFZGkfSopDwENbU4oCkLp1gwozdOXJSlXtkbQXu5Ak+2SQ283oLjuZ2wqAu7RPi9u3hmfz2VBBI7inAXx+V4SOiJhmrHJ6Csc790QEpADQAfaQRgyKKUALogwShiIlrrAxzmLpkzdEMoZ6alV9aaCr4Y0mvMxBUXL0egk1S9qhJn4VMP72+s0cRui8pF1DHDelWQIP8hiOAKuGSY2AsA18eDmE4a9XFzFxXICFRc87GtR/QHXVxFR3Rxp92BubMAofCS72uClPyGpEoiYmYxWn4Crkn0aAh7mmXsMkIGw2K1k9a2OAtpDNaGowR6zG81KcZKGdD2MYwSOZiaazA3AfrI0axr4OYDea+HTYDxrQ46cK+dOuRR/RhUp61SIBTh5VKJ20G5AkoH4wow7jFyYYk7jgElVwz3gdZJntSHPsuNaWC8ChLqpc4gs2zWZaIptJYbSTtritcGSbzoJJojmGIQRhJDZl1nnQzzTanCNrQxlPrNXpCzJR/wUSnJuyO8Vv3T8d8biDEG/t41H7Y7hqF+KZ2nOOIthJ3YDbRg5GXnBN7Cno8qqL2LRDNHbW0WaZeaRxkNGjBkDwHfKaokUUuY92am7bzHN6E9nJR1uUQOajwpPN5tBE5rCzEvV5An2tImyW/qtO7CFgLgVTYjM4VYD5ZNqawG8iuEiAp8GFWFXlvOO+5rvxdWvQU9ZNJsLQTkShreNYBJMsxRMUbccoBt8GZFSOPXYNr2tY2GQbFUXvb6la2myqDvazdjdG5gUPEi1SRsI1phb16WupfHkdTR66zWeD6E8a0Bhw8i9Fujpjz3/yCVFbFP1h4ZeZa5m59x4vzMzc5mrqV/mwhh4bVTqC3Qfxgdy3ACVb9z6fsfXu85nDC8o/scdzeaX+hz8Tfo08++iulP5wXCTBzcGfp8Dl881KWsGWefdf7Jw/d3NabHDCG2WgDauKNUAHIAfSWCAQIw46FtHFGfjaIToCCYo5aNmLMKGmBnkRyNHYQDMVFHirvREscCKmiRyT9oCZxtgO0Yn4/ABmD7Eaymb/Ik0eaqdlP+iZBzgHDejxk0JY+d5XlLtiawIvfJgp/IyUqzPfKZWrrBe4qpKlc6mWroPeCmglRC4Ibe8IyHzwyw6CaPTy8mjZZ141XLGHCP1MfsSVQpplH92V8pIfoUqaE5aAQbUfIVqr5tzmgjBmzdv0F+MSKxzzrEJPgQLIGGAGOaAxYzx171maus6YZkOqihO9WAchU8RH4BKWy/nEfK5ryNgGaVdBVNCtgcNkjuqmX8bQRI+FnUxADEKW16N0njqDVrEhwYpm+6RmwBjYCViDk74VaeJN4MIveibqT9dSAsR9pIdbtThLnouzhOdGr/1TydILXGEkk/ljOOjtwB+p72ZnHj75mesI2HqJfMw3+fmKP83MR4LD2nt+jf50LVH2hyO7UvY3sBVjuEQg/1gI2SKA+iMCb+dfbKeqlY8p1cga4AV7+BdfqSInEMQYbVge+ZHB+MNZxY/iIRvkEi47PRIu2dECCxyqUD8gLaJjFnGUWhFmq3oBubMYj9dpKl84tpXAZqo/UOBE+Q/t3/RZYFsNa27SBKg2LXANbSPeI/Z2Db50wqREWFJObxKDBFLvVjjoX/2gtwJhGea/2fJ8Rnla+vnRd9zsqtny81cptQwf+urQo7tSKtnNCet6Y/++lnh2vnsr/2JkE9AfpU+7aosDkkhM6mFvYewoqkgXDBiFGHuEkB9q+bYhKvdJULnRPE62Y8u1sI8RNkvvyQ6JPlreMZz+8EWIuRAwWxWBIApoFbf4OyBpOZlH4AK0Ag1XBGxWQiN40oshdCmC/AzUXUcB5rWanC0pd6X2R66yHpZY7pIzOujtgEmqn32xP1viRQoLXrKOrppFP/RFqYmwtPborlT+HzNzbs7MQ18GGntWG6w4/Gd+W1DETU/hw7FPkYbrJFCDDe+SRRghsqB0EoMwxB1DzOvUg8/qNgUaV9QbGZck7LjkQ8a56qZqpVVuTbDDbOVJIGyZjPJCBE+PLr60meVxhLnodUwONXy0IKoAAZj3uTETggRDAG5xG7/k8iYSOqYn/vHw6sxdSA0oQClEFzUG8cJbAHvxB5SWKUC7Bia8blMb+1X7B3Xi1ZlmemE7788b3ZVagM6k4IM5T4ICVP2+JnVm7tCf+a1BkQMh6lPLLRlFkAQD49kIq7jDFJbcIAgRiS9jmVsZX7Egji3f2h+dllqtso0Nm9vtBo2gTak5ssPUoE4CQVmmUW5GIBMidKoKJ3tVlMXy2hN5EXA3aiWKQLSCu+ZCT/pZYC0pz7Xl8dODO8PXRmcfIG9ck4HvPZydeZr5A8dLbNH0a52DCuriehvAN+gWFm6HBZo19nGJA6y4aHw1h/UB6tIwzS7sFS2jLTx5f1RXiu9CuTaTgNrehREw6RrX98ZfjtxMc2YP/5nfHhTZ9aU+tfoGlZFzIMmE7OBKkF9Xf0Z58tpmscrT2Cf5UaGNdDIdbIbEpN1ts1lmuMH2EcWR7BjLr+Xp5PRToM38CWB5E5wA2AH0Xq3iIyCkv8mvBqPuoVntqGOwv6T+LhN/ricYna4xz67A3oPeBuwucN37P/s1Abj8vvgvs2s76yXUqvwckvVrZNlHd6VCyVzfnu9pmftlZuZvv7gCtOjb4Mauv9g/KeFtQbIN+uMqoGQtUgaYg2pJREFGgWMaioQB5mBAfkZ5NCJaxdXw4o7cqPvS7GVz4Cw0g8MS0WYjHX5cA1qAp+CmynRG6aQS2MxxcBSGz2T7/wKaJMFaqVIrOQV6fMS0Q/QWce6ww1aw+tRy+xtFsgKHgL2TjLQhznCv2o6kD6aTUhSt1AZ1WU6r9lUPvOxRYWebvYyyur2xitq5yTzZCh8t4gmYn72EbipcxlHYtor/bv2f0n8THf91cDGE7kHgJK4IfW5gfYAR5xBbYhOIIJDBkrOEsZxYwrzw0UNX8ipNNEl4XwzKYnK57TFwiQZuKQPruap6Amkk7KAttBbkp14/fsWDOAETtoywlL2qn3cdlk8D/xEVkqA4kJiLCvDcQPMAI84jlkgmt/iQba69vUc1xU1MQZLDFx9RCzsCxR5BHlr4/jaO9GZpvaHZHKPGEvmWE3iwh82yF4bBKvOahbJedKiQb6K/+2ixs92PItrtDS91sthRH6C9FVP8R3haRETEqLCJJqC0EMTQ/vaSEQeZAlzhm3hP5IGAaynvDrxPOSYy4fH3vcxR42WV6o+si7b79pI6KmWVLBXVhX5BnQbjEMEwcoiy1ftJATiJd2AeDeg/PQ7sDFiYgoeBIyIuPPJ8xMw6w8gLYZlUsQfogq525pqcIrnAAyoB+d2i9mvnbo2j+evIb7HNDrDbETbLZD38AZ+sIzvbSXiALr2kP1IfDoeM3J789L8OKqUMXwu8K/4jxqKnIyLecixJDWHDHrywtemdaNJT4j3szUFI9If0zX8XY94CleiRksYIHv89HrDZJl2LBtsb98l1RnIykXZLp9JcmU12XG2w2cyDcKrYxtNkPxU0CNKkAtxxCZhM24KAEREXEwcbUENSVGrOtqsNzooBb5h6EpeAQfSlv5VsLm3v34KM4tw/8slYRj96kGzYSHD7Fhezr1erjfskPxkMT9iZw0BrFTZL/OEYHjh+m08AmLjUMwbC5WAiAUZEjAWb4D9poiokHXVgbnvpvs2pkwKElDLqQ8Tq0gY4BFk084/qMVfd83LGCU4+ZCNYrM12bXursSkShJFa00bCT57VpS3KW4k/OvhOxOZj4U+9kfKoAZ0CLTIiImLUWAKRgEM4ww4eDi+ABLcae5upAgT17TU22O3HBVTYYFYm6KmG2m9jx84e17HaZx+kcSC++7R5lcZS/OFLm7f2kcyzqu5TNOIM6+3JLn76GngFK1oNK5+vif7QAp7ww8AREW8T9qp19qqBKUAXxm5Qd9hBOG2DasgyDCBdQpEZqRkbkxMqtT2OYYv+uFKMRJ5ZXd9PbTZ7UwfbfnW8HZanRI0CkFtFDBhfjR4RMVZocQDoJBsQrrNbUDP8qPMo+rBTSKO+Sm5XlyZLJbtUrrc4tEFCVn8kUOcZAAq5ve4w34RtPhpmExTgTs0fBonPgkREjBWVzQ3oJFNR1EtgDJGKRochniD76JAFJae29yZPJbA5HcFmf6Q0Hk5BXMid7OXJyMltv5pG+jO4AvROwIkviRoR8dYhb2tEUS+ZcgL1kewsAmHEMrh/q7o06ud+T4vK3jbZTZ2Bt0h0tBVWgvrY64foHNPgbDemaOT3KDQzu1CAQgIK9NiIiIixIb+3IZEn0URBBR4hn0hPMZpMsjQdK6gEJHtbVKqylNqPAe4ZMC/06pTZ3IMKx0GanA1T8jWhIQBjGzgiYiIo7vHNcWIPUiF7/EQojNqYUiJpwWbrq2RXH4UqpyrKA5un6ZmPI+ADvs1MPqyGBczFYZCIiImhuLm3AR6UpBKLbC3tFaf7+axaCzZvgfPqMrva3qLN54BGoP8gArkuNOdC2yhIAV9PjoiImBgq54FCDqFSnPLuvsOQBmxSA/qzIDYXUGkRERERFx3Gdp0Xw8VewIiIiLcDepyG7d/dUtPnQkMAzk3vpJ2IiIiIYYOroja7Xo3U9PiIiIiIiwtovVol0+x6N1wiCvTkiIiIiIuPnUytFHoBoQDBgp4QERERcXFR0Yqo6gg0/gPiXJiIiIi3AN7ZVzEG3AndgKRAS4mIiIi4yAAJaiJgJl+zFRHYDRgXx4+IiHibAAW4q0fiOBMmisCIiIi3A3mOAuv1cD1IJrPqdkRERMS4wOVgtLdmsJHgXAIFCCeKwIiIiIuOHT4VjCaw2C8dCVFL2HNEREREXFxQCOoNIU1/PYghzoiJiIi4yGj6M8HeC5jJN30wGPovQBkjIiIiLiRIgZJ/cJsVXyGfM2LUGygwPSIiIuKCAa1fGwkB+eELsvMHgw+jgA+E4bgdfegvFJKCvtq9nlPZDkdeQOeNJ4lLlbyejVfN/LpM7qSRvU4nHwozl1Cxlkav+TpH9fin0WG/dvwlj3gNGgUBKPTAgul7Mh1QgRwUnhBUs4SoG4H/Yhun7mqmW9qTyVk59ZjrXBx55DxJjr5ivNyeYjtcXmT15sD5hv7jIyIC+EScN4LFgPhUvCdwKmA0Z/eek94T/qIDFDv04Sa19Atxhw4B3T8NAXNp5BP/ShPRcxgJkv1ShutaeDI3wR/BYYL/8xERh6BmcOBAdgT6e0KmAbrx0Obqht+MImrRoemTo27nCKH3+gFOiK+TZaHDlQE8OESecx7kP3pExCGUar42DEeD+cmnLwyeCux2k9tr97LfnUfERzi6rs0bLlNXcuA660FzvM6Y5wn+/x4R0UHXfwVIkEtE79RKJb4rRO8L2dnNl0RBk8JcxaTe4TsXFE3rQnsdnkiBhiO6MI4UbkfKfObEVQ1/cOztWHgUN8H/hIHR/b8eEdENGwoxHbirhfKhA212YClf22HMhD4ww7olOzexq9MKrZNURQbesgmzpgeO8mPojun9cJ3t7vAkPyBE/DToL9g1xs+grYLGBXGVz8HLzQvOx8TzO/j1g+rDDgXwr7BT0r+Hf5C1NsH/jTN9aGdExBHgPwaHQsCCu1otn+qvWZFT26lJCaJRDGEw5q9qFgvDwX3ICNygjMCGm08yVelNrmeza/Q3hg2OLIEVRzmwh7kQGKJbAuVT9B7lHL5udgRD2BGIlVGIJ1Smnwai7f34DDO/XUMU5BNDEVbPsHbkx06dqol1dhs6PS42XRF4+Eup//aIiKMBDiyxPxD/6Pxf11cTpPnh7+cEviUJKTm8SUu8hREC1yGRt7P+ye0DIJKKZLcU4t706fL2/QEJvOZjfyoCFhySW/PLsUNtdthhvH+ZY4dPN4ag1HMFPxEZ084WaYXiquJ4qn0aXDGlGK6LVklj8coot3OKVh1C7DCB3+KnzeVnR6++sR/6iIij4FOiOS0m/Vcp7eof3BSh/pMm9qFjYqRJeQWT8KOu7igpLXxwYzKZHnxDs+6Nny7vGT9eLz+di9PlC+w3rE+zhJvYaI0fUc8hn32QsVay3600gWMX/DVjI9aj/IOrCpYzAsPHo31H/jNGtKpBqyzSSdKLH/aJDvvT9P9jnFtExDEg8wmBBvmvA70BEUAFkMH/PyUiXySnnkKkjuWrV9fx9sT/MCmOPlvFEHedbmdF0STerbQfXv7kU8oy6WRXR6ff07v+9Stx2Adz+Ivicfralevfjz9AEwJdwRL+EhC52DMTfDxX/Ciwwoq97I9/OrMCh5C8eHF2pfRUBnJzzyzQeCwGIV6MGpKYwD82rzevtX4CUWnFTgnfcHFRMouoaSKBxUyZix1/w2G7BSMijoX+QfgvLhVI8LeToKSAsrAbxRrJ/FIXjNYvc/Dd2ZWPdMfbFLc+00V/zAc20E1OXlSCjoWL78muO68nnOzq61q516c7jnvZm34trk8/Sjcys9KRxnXM6OGfhblwfRiNL9kRf6kQRFoNV0u/FfaDwWRcYitU3QvIgxCy7fJvrMr1x9alVv0si7mwU00VGGC2GAmbHzmmyvWrxYuR7iMiTgX+E4lo1AbmPxK9gsQV/8UIlxLCCPwwgD4ZQR97AOmBwlPQ+JDiFAE/RiG7MRVj0ce4dFJPd8LJrnnDFQHCtTFfJ2f4wuENaNnO6per29qYkReBZ2wOgKzhj8J0vu/ZZVrQifx5sGFcHcXLiQJ1NXUYL9gOYo08gKY3GXl9vWh8wX46VkWrWHp0HBEOmRbXrGrKbL8eEREnoPv/OIWaSPZPZF1OujcZYMbwDzcKv/3r6re7YnG8LZUHVpg3D00iH7zW9YXWMnusOkwaCj3surfbOS5rtysHRtmFYBwjQj+aJQf9aV85IfFkP93eeHNx3W0k1iIo1WACfqOojZWVV0nH0aPfB6bjj4dwSR2mtXwlzxBzMZ4FoWAkqIFbM/ENua9EZWRtuJ7Ix4NQrF/TzvmZQ8AzPZsujm86SZkYEfEG2F0h4CcT/zb85+d/vnU1WcAeHSEYtQv1MAK/Ql1R9i/ccdX+ogIssa1Db8d0giqIxx2LcE90F3wKdGfs1NhTd68hXUfYxTQc5+8uP4030csLr78CvqEOv0Lhr6MjLC39e+EoXicIwHQkwMWfZbTIEnZs4BJS00gkAwJekuWjv1M061OPa/cpTBfI2RERZwPVgIO3WCfUC/u3t/touP5Qo911hLQPb2X5CeSRLAI48JtmDaQgWOzrrtDlBY7L2u0eCakuQ+dMmD89xjx2gsf56ZqvJ15Czruz5DsJ4fjeP1htpwmlbHTGi2OlE8pHCWiHlmR/uJKdbEehN1VFTDGm3LyIaULXv3a4oQjcG7hfDjNT93/WKPwKpRGsNXz5244WGgxqcnoMRA1ts6/3fR3LFl2nCPSGjkfIh70XrutjI+b0+m6YYPu2YuXDKfVcJp467LC4Q0qHka6jOTNwl09zELUdnYUNKescrHsBDvdohbtP4Hgwd1YOK+utqNscJvNAP77XO+4Y2BK8b2wLREQchm6fQB8UOIjg/xR8/Hey/3vu7D9Lo4hD9nMkUh6GFYX/Zr/H3JXj3YMI4QjcnMFqAoURXYe428Gh8OtZO274Bph5rM86HY9GmmIeO+h1P1yWxK8LShJNDadQqZHpNCwiFVza5XlJo1tGpQLWgOVUFibwSjKJxVA4a1qLtXJxoXRBA4zzmCz+U0gZZCDjQxVusl9YFM3aaORUY8rNi5hm2J0S7hf8K73+35R2CQHD8OPu7UTzvrP7HLCbUK473KVhO4g2hsO5V/LrrnkDuqO6MvXE9yQEiBFkYLCSe+YJ387OPd6D2u3vuOZLO9U0+xgkw9EJk7hC6ukG/zJ+mP2RunNB+HGukPweH4aIKWCVkPd0uKTN44DDX+v06/47Tgd6DTzpfCIizg3sDiX8H5x3cCoCjT3Ggo4hI0bFZu5R8qWavB/k8xU9xEGWs0+HIKE5a6VK52mJri7gbgxSfURExODQPSqnm+zGSHzjBXmKwq9r+lG/yHeRmvGgsJM+3xsuIsTc6yo/IiJiGiDys94uem1GWmjbIajbeCyE2DX2O0pYN2Bo1fYNziU8GuI/zoIxwGP+qPciIqYQZAJjA/Gc9z6lN7BwcW5ePgWN3cAnFH4iekEpyOnRR/xiRBUYETG9EO3ppjZlc6jbaiwacMQY5jkcsRoKyW+HSwBaPb219V7NiIiI6QFvZm/Q8Ua1e/vwHT40+nidOt6AMx/wGnBWnPYyRAbM90pIkl/vozNh5YsjMEQzIiIihgC2z9QRqPs6v8N7tKeRd4YOujfwVR905rNK+gMP3uFzgTgnLY4zFHSzXaUG5ef+FLHFGxFxroBb1mjC9Iwex3hNrbyRiQagqmPRf4edPdfME8OJsGduOLwEtRds4qqA/dsXERExHUCLLZVHZDEueRL83RgFwxkOk20XTkiiQcckg5h8Soo9/TvErjhfCOGkR1YiIiLOFUzJ8FnPY2/rkd3vIyhYT/uaB/T+hmUPzgiQqrj1LGZHroyImGLU/Il+4vib9dzcxmQ/TmuEwUPr+utAb0o7NBQSERFxvgGm6H4ByPAxPv7UExlkQa7FPYJqXV5GRERcHHSY4g2ccaZlgaXDAkZARkcg8FN4wUdERETEG0H9x66tHs46AsNvVQ4Z/kwu5N/UmxoRETFNYKfZGxjQnxp+I06XayTgVOQRiL8zn9EEL0FERMTZoNuVD/PbEgnHYfpWrJtSRPqLiDhXCIOmxz7MFREREXFhAXVXCY+FvPU460WA4rMtIiLinCJMIj7qPn4tLt7sKXouRbwuERHnFmwHHzPSMZk7exK1Rg6LiHg7Ee79QThg2PwxUT46Y+UTtTUiImJA8BXBbAkP8U6+6KSA80u3iIiI842wtPsgt/PbTQWRCCMizjuOesVFRERExMVHWFDgKLwF+iZyf0TEWw++USNCiI3aiIi3Clry/YjXoB2FMdMDn1ceZ5Un1xW5MSLiwuK0jUHQwHiZYDp4J7JfRMTFxkn3eD/3/xA4wwRgJJ+IiIjRopI/+eWYw2ShM5U1AvpDkZFUIyIiDmN8vBAZKCIiYppAToq8ZIjXISLirUS89Q0jug75+W//+vf1Dr70+IiIiKnARWDAo8/htGc2uiuQn/9yPbveTYDLnhIRETEtODUDXASyHCMKy6C8v/+0/tf081MkwIiIqUJ/k4/ffMx4JzVPI+bvrf/07Uf5WmZ3J1OpVcCGf1//1tMiIiKmB3x15slIMwRP54guqousl6KUQPvdLMzNX8nnP/rL/F/QGkaE9QHe6GA27x6A/s6l7PLP3Z01T02ep3dnbcszIngzN54+UaY8PHe9SEKRERERJ+DNxPVajuMO6cRPhg8nUefraH4Lxfd186/r6/n8FfX//fT39b+bAvzNnRQ/PnUPQP9dZQBuHOXPv3fnt/kfPfudO7/P3HXfnR9Z6udXuOojM13zaEJHHsbDd/4HRZobERFxBt5Ic3Yd0nt0d+j05Y4bI7Xs8Tq47y9/yf60nuzMg/x+0mCI9QF2E+BL9wA/dpFepZsMU//unTtXPvbcwO8zv3ffnd9Yqf+CfMj023+1WEFHHkLhw8yN7+Q+mt6/T0TEWNHPrdA55pzdSKM292sQ3l9v3gPpSQFC/XEQxBRg/knyBNT18snc3C5I7+WTJ/81h233JAWot5vmwW2P7vymcNc+c5kf7/xIz4d37sxmfvPfYLsfrzDTx7ssEgz5X0+eWLv4dSTv8l3RybuRACMiHKO5GfpvCfPIMx7byT7ZO3sZjPcT2r3r60lzHvKPg8F/75oHCFIrcA/SezonPMk/7pBetwKsQSWan+IOZFd4MocPme3HO9cYX6Ma/M2da4/u/PedfykgEyMzjDweN3Tkx3IjIiKEgVjjZPI5S9HGfGczBrlPNiDgbMX2ib+yzSvdZ32AaACDATujwGjJSpuBCANO6gMUWUrcgQAdP2bAdTbG8eOdRyDA32d+i3YwtoeKRHtZ+yPxSMx3LfJfREQPzkwPPcTThd5Ihk5Nap1MO6c7YPrwv8h+lH2mAG0e4Pp1T00Jjuou4MfZo1QfkBIjm8BQewEfox1tLVywYuZ/qAZnHzHBiO9kBVj4nFe2cPucXt+IiFFhkFviFMeeqngxZW/OsyrCyWKZfCfZ532A8P309weeagqQ/Xogwo+fPn46i08BRGdKD0hVH5rDqRqkAszs3n16F7kR+XsQ4G/0AaAA/wVZalcQOk0TOPNnisedd+M0mYiIwzgt1bwh32EGO33Bx2DAw4dQwGnxgIwn1Zc010IX4Pq8p2ZqgdRAer9lh96TJ3P/hbgrT54UnhQKTxLF0/+kMAc1+PvdfD6/C9a8Qk9+N+GIye87zWERoPEd2sVvVICzVzP52wW5qc6MiIhI0T9T9Bw5NMI5bUGdfEOrui/Mrv+UJQeurxdK8zYK/NPf/17y1E4fIERdwI9drdsfd90DWPx78t+ZUxvXAjdAgFd+zw8ia7/5739VyTjyY3kCER6F37/z+Wwmc1VuRETEURgOhQxcyqm7Dk/EuPnwW857KeP7vNn8y/K3HBVe/4undTdruwc13uy/lvkX992586iGJrDKyPz2zp2SNYEzmeYpm8AREREnY+ikccYCa5WmHQJn3AQ2KApQf9jK61+WmqXm7DIEYPdiWE+ePvUlue+y/099gPC7d/aQ/+mNj/WBaCzI9//Dv5u5e+OplZG/cSNT4PNwxI3ZOe2f+j4iIqJPTMXIg5twzlhw7cv17E+aDPjt8pdoCq8vf+QpfUOzoVP0hHqTIiIihoXJso5qfxMPTyU3PkYrWDMBQX4/rf/1LwPzX0RExCQwYR04fdx2SsxrDSypwOtrHhcRERHxdqA5/+2Xf13/X18+iLPtIiIiBoMNB/fI0als+0ZEREQMEflDz8RF0ouIiHjLIO1HLoyIiIiIiIiIiIiIiIiIiIjoA5nM/wN8Dg+GJfyO9gAAAABJRU5ErkJggg=="/>
  <p:tag name="PPTPRODUCTIVITY_GALLERY_NAME" val="i2H06S5iVcBEWvz3qnLYkRh5/HIo3wZO9ZsBbA3v3CtK81SuaIjn8kGOiSLhBxu8AB01jXRqin64qFgZz5+kgrrLckSdhlIsghZZ5D4Q4ZxjRRRDsJCUj30reEJLefxr"/>
  <p:tag name="PPTPRODUCTIVITY_GALLERY_TYPE" val="_who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+b37/f398V7UiFrvXvFlO/v797v5gAAAM7e7yEhId7m5gAQSggQEL29vd7e3qWlnBkZGUpS787OzsXWzrW1vQgACL3FxXtze2NjY5ycnEpKUu/m3ikpKSkpMRApAEpKQgghY73F1s7e1vf3/zFCUoyMjHNrc87W1qW1rTExSs5aUpylvc5aGZyEtVrmpVq1pWMZhNaEhEpSe84Q3s4QlJwQ3pwQlDFKhBCElBAZlBAZ3hAhSggQUpzerZx75s57vXNznBCE3mNKrWMZtWMQ5q2lrRBKlBBK3hDmIRC1IWOEe4ycnAAASnN73lJ73jGE3jGElELm5jEZlDEZ3hDm5kK15hC15nO15nPm5taMITFSGc577xBSGRB7UhDmY2PmEBCEGRC1Y2O1EHuEpc7mrZwZUmMx5pwZGbV7jHsZUnsZGaW13u/v91p7pTFK3jHmITG1IfdrGfchGVJ7OnuEe9atpaXm5vetIc7mY86thFp7EJxaUlIpGc4pUpxaGc4pGXtaUs4IUntaGc4IGXPmYzF7UjHmY2PmMTGEGSnmpe+9zjG1Y2O1MXO1Yym1pVLmYwjmpVK1Ywi1pfdrzvdrWvchWvchzvdrlPchlPetc86EY3uEUs7mOpzmOvfeIc61Opy1Os7mEJzmEM61EJy1EJy1Y85Czs5ChJzmY5xCzpxChK2MUq2MGYSMGVprhM7mhFIpUpy1hAAIUvfec0oIWkIICFpKGUoIMc61Y85C785CpZzmhJxC75xCpRBKUu/mve+1rZRzjMXF3rW1rfc691qEWlpSWvet92tS5mtKexAIMff/73vmpdbFrd695sWt5u/37+bv5t7m1t7m7//37/f/Wnu1rcXv7721zvf37ykpEN7ezhCEvZSchEpS1sWMWgAIKd7e5vfv78V7Wr3Frd731nutjCEpCL2tpd7v75SlnO///xkICAAQCN7v1t739yEpIQgQAL3e972tvQhrvc7e9xkZCITFjN737wAACL3Ozub/73vFjNbe7wAAAL5ANeQ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zW4cx7otihagjQRNkCzxUH+kSwRllWx4WtgNq+OG2HBHtzEt4O530GmsRq2e3dArzEfwKyzAwPEL3DllQI1b0OoewYKPN8tbwKQIc0tedwK0CsIdY3xf/GRWFVklUUVSjFFVmfEfX0RGjPwiIjOqVVBQUFBw3lHhU1BQUHAuUQiwoKDgvIL8VxiwoKDgfKLwX0FBQcE5Q6H9goKC84qi+BYUFJxXlKnPgoKC84vCfwUFBecWhf4KCgoKCgoKCgoKCgoKCgoKCgoKCgoKCgoKCgoKCgoKCgoKCgoKCgoKCgoKCgoKCgoKCgoKCgoKCgoKCgoKCgoKCgoKCgoKCgoKCgoKCgoKCgoKCgoKCgoKCgoKCgoKCgoKCgoKCgoKCgoKCgoKCgoKCgoKPmx0On9/8t3DL/H57snfn3XctaCgoOBDR+fJ9xfq+P67Z+5XUFBQ8OGi8933Xzjt1fB93wMUFBQUfJh49uWFC7+C7n777cJvRnwXvv+CDhculHFwQcG0qPxccJbQB/0JpD989JURY+K/eaCCgoIjUPjvDKL6zrU/0//s4CwILdA0wIdFESwoKPjw8MyUv8h5tQ8UQVsGufDFE50LCgoKPhw8Ifl932A++8r020DBEOg7GQoKCgo+FHx54cIXfPjF+U6cVzt8r2BdjJK/eChjQUFBwQeB6iG471fQX+C7cE4n0/s61BPLgnBBwZlCv9XFLwOs9jVLzfP8PfA2gO6H0e843gsfXwT+G4myTAMWFJxegNcSjOcaGHUxdOExECE6C54PLhw81KPPGf3pUDP8m1XFEw6SfT2koKDgVGGIziz6ejvYNH8T410/JHD829T4aE3nL8LTL1AVQYBlCFxQcNrgqtv0QOhpI3zQJPjki18D69mH3y9/NYPs34Ux7xONlG09pKCg4ENHdw+HqtXCiST4IRIhp/UC0/325ZO1v3Wqngrcqqrqb51O/lD79799gXC2HvLha8YFBR8KbG5v0tzfIUCUD/u1lsrVv9++/O7JESUdYKwMxfB7C/akzAQWFJwWnMBg9sNQgfj+2xffP3xy9Lxe/7svNAPoD0J/WUbCBQVnHeNZDGPAGpqhPhylkA/2PXzS7R59Axl8yQcFL/z2pa0H/+0/yvYIBQWnFQOQ1HtV0QacJTv7ePj9d4NptOf+d7/aRgnf28iXG8eULQILCk4YJLoa6DB/BQ1ceya1ws40WlzVeWL7ZHFZeM3c/k46/FthwIKCUw1qgbMy4oczwJ0Vg2d//+7Lh98L/EMQfH8NewTqCZgL/kDMnjbN/9UsBQUFHwDeWnV8r2PteaHzdz0QLUDVo4Yno51AeF9c+O378EDgd+a041bi/N42CgrOKGzkmnfdGbox+LLGfGeYBrvPvvvywq/hv0D0WExu/J6233797dcwYOazg0StyIUBCz4gnIrmbAQ1BhM9Wnvz4iFONjYWQs4mBQw6DzWgleKXfQA30gfnuBEgl45rDsQZ5v+CglGcXG+e3JUgU436NGh9m553DL11sFe1BpPSOYb054Rn8V/gAt3pkxll+eL79KQgN4/hw4PlneCCDxenSZsx0stJ5SjV6wjpm95vVVix79wUzvcD/xc4MBq+RnX4/tv3X/5qCiC/v3358GH+kkiHQakWll2xCgreGw4nJfJOLYQ5ZE6j8eES6Mo88yCjwY/E4IyzX6sTV3hBfvx++d2T+O7vXnevV3X1THjtOWnnv/BKcEFBwbFglE2k5yVmonWvEQxuDW1wShhZKvEab+ZAVvAZe5wEC3A20Lel3vBHIN/5I36OHnjPjRkG3wVl8eG0bx8WFBQchSZrOMcE50By7hwZCAb7HjOQ4rHw2KkmQ67l6uG+3y58/+XOCJ/1xsxwYsgM+mOcLwv/FRS8FzhrxO4He43lGoohcZgSNyOQ0JE6Jce+4zMccZ1dgLmBu/uZMjfdbN7gbw+/+A/GQBSP0S0vgxQUvA+MIyEjk0QpE0jvHWApxhwoBH6SJTNnpDbCb1XFNPKR+kiQ0wL+EybI7MvONMpc52/f2bPRHC7HB6Ifln+IKyh4R0xkCHhEPye7ubEJ8rPsR7/mC5i5CZc0nk8tviObfTl5W79BfzAYdDp/e/L377gTjOP7L34LcbpfXvjSTAUFBTPDSOYdMXH0eyjGxpoloYHpheMRSnW6t4zhhi71we+g8+zv3z38/qFe/ciQ0R8sYfm3/92FX8umgAUFc8LsbFId9pxeY9M/Yz8caTiUCqeSQ/kymdPLgd9f+DIv57O/f885wQv2F3E8OOSqse9v8Az/j6QF4bIfQkHBO2PvcMIJmFVbZKKHxjkq15y7ohkpTieIXhWh4T3vTPjWePgkrWD0v0vPBAKc6CPh6QEZs5vTwzhh2LW9E9xWUHBeoFn+4wFT2hsMqgrfQ5Mdq8gdLgd8DwlweFwCIZCppRLNMzDZXmuQj4AROdDhKUE3FabDjfHFc3wo0GjPuI9H577fLnz5JG3/8jefFnRrQcG5wfF04QGZNE3F5eap8U6SNB/gYGJKEId3ShjRq73KdmbNGDPR4Qw0Og+Q/ggxHn+iu3TA59cvv/uu9ubv30GYX2BsXBZBCgpmBPt/IJnIBXtQA934/jCR2qYhvMMIujHRF4KSBPlznMp35zSVByrD1xjvy4fffffk72t/+9szfTqdnZFN859p+EsVsLwPXFAwC8QGPEAhSlofiOGduAEEFGnmHTGaDiQNwjWILlAdh/C1iHBwk/nHeQMkcOj68dzBV3u5yqF//P3tu7/vTCHc3763hREMit2loKBgSogKcACpGCvgOJ1qZISJ4HW2eUfyHAtlolyOIIRqj/OXJo+f4AKD8xxKJkclBjkp6vGL+7aQ+gcG/OLXC7/+9nCqv3kb/M1WP6gsfnd6SlJQcMphvZ+qkDNCPE+5rpKC+/l0oEYCoj4cTMRMYpsOZB2QF50qTxq2HYwGv98/nEqizneiPw2WL9SnBQsKCo5C6mUw2XcG+iNv8NwbWcFoYnKSNR9YJoecGo0kA7sFZozqbVAmZT+GfN8Vf+Ms3vca+z7M/95jIrRcAm1R6l94H7igoOBosPfjZ/3ee79R37RUgHAevm/71I0C3CMwZR3eA/KHWxzMKLAcMOAgWOAJHoqRRbMkAlGeGDSRR/prvBAyFv2/fWfhAa4Wf1nUv4KCaQEWGPCALi+FKPCX2GpqIGjFqN1EN8YiSIVLFbLIbgzYxKjLWEwOFrOtgVnppROLaOyWlcv3lcoiJ+OUIr0XQJ+TKvewfjfpPOv87f/ztyf2+/uTvz/57u8Pw2PSGi4zUlH/CgqmRcYFfgZGu/6Iy3h26HfDALgLVZBAOAUNpGOWaBXEiImWcq/DMJ7yGqiqsFAcV4yRPvIKsd2UHomZNvv3imdis1//nnY+Hf7t4ff2LpzAwa4bBaqAiNF8hbigoGAivK/rFPu9U1iNojKIqiZ5RgzIgJWWW8EvCO0RZOLHHIz59IXlyFRzMGwgsRxwzxeus2f9BJNGYXCmse4PJMcRr/mBdJZtB+P7/dkrHgGRAWnQWyFfPplm/6yCgoKR7u1WjLk47BInwSkQBkGmcstRZCXiQ/gBp9w8cDwoaTqagc6Z78jJULO8BVL8ZkojPnaqWeaO73794mHQpvt/82FuTecj4dlHg+ULF75M/w5XUFBwOKxju4JkXCSD0A/sZFaiYTkcnFTsYTwMKt3rd13ZwofnkFCNQ91oQd4e4yN7IYNe6IF8YpDi+MJHRDRmbnPG33990nJt7u9f/odUP+6Rz7eBDYH9/PNl/cGX27fdUFBQMAp79Ss8EcyDqAeO3T66fQ8fMMPeoNozDmgwwZHEoMXU7qA7HHSZEGMojiiQhhGYhwcbi8k+NQSeq0ORzStPh2bNArojTvaNyM3zRHj02bd24du9IDpynX39g+/3D79bq7Ff9d/vLrXdfBqwsbz4qQzV49XF+v87ZbgWQh2FlQ03HI5D0ltZXlx34wxQvm8XdWa0Hy8vbt1zy1yg0sUrdeow5UWfCqFyXfNJqPb4FIspbEIw8ZgUtqmUNL5xVjGtARNRDMRLyfHAc/iFYzpPg/Qm3JFA4QBEyGcIAWQX8k8SyJSsJ4hn/oCLFj1++/7Lh/4ycEfYGXAZuz7v9+jBre3tB245Ffjn9dCt1hcnE+CnMdTh+HR5uj56SHpr19+CxSzft4o6M6qtxcXF1enKeTyw0qUrdcow7UWfBqrcWE6xgXOU3qyvPccsrguzdQ45mXEUg64IRjG4EMKT3izOB7xjTMFQGxcLTftsyLIKDwDG1eAIepgTBfWz7A5Yavb54e8kP/0/3IUvn/wtE6JLuDlH78HdbeCExB2Pe4uLfv9eX9ycqJp+G0MdimvTBTs0vbXF2VnM832bqLNjbfn69cXFFbfNAV66dKVOE6rB1Bf9SKCfrywuqnJDH0lPhAztIT5/gqXf4jKuIzICqU30Ngbg0aoPn0BiSJlpJY2SiH52SknhzIjB+u4YVfWyc+4X90CQV02IaABozu1zwMMvfr3w/Rdc8Jju3banX9/6cXtpaelUKYDsVn6//ezlO2uAn6ab9+E4TAN8CxbzfOdEgNcXH7txPpi6Vk8A0FiOVTxcwlC5UIqMCJwApALKBexHo2YAyWt0c5CyIm250YIplR5n/aTI0ceUlCw6jeFnQRTSXMyxifGus4O6KYSs06KgB8GVj0syUZa5ov+lz/dN+XDf7R9uQPlb2t6+25jbOGHkGuD1if/09I/p7vJTKoqHpre2eP2aG6fGt4vXmdzbRJ0dqLE50GwGL93pRNU/Lg1Qff+FKheaGQe76uZOCSArWO3VAxEXPbmaUeM/gnb86qqgTF3XAfURBnvIyXjQnWKUWsDoOglZXop4FFSqGt2RovXqR+4IMC2lZ4ZglckEtILScZ7gzs5c6fi3KbS/6vbXd6n7EdunbAn485fh/m1zgGuLy58O7y2urvosPyel13u/+F2etk35MNy9zeWttdbVx4vm2Nnk8IV3cCSwuLq4zmtyeHotxKXHvdVFDr83VxcrqXHQKiyb8VlmjgDyRXY/ryPApKiO9uPF1a32NaQDSybk059XH2OkuexLG7FECRtb8P2UYVFNLxcXt2J720ealgqQgjULnqWp3AC4oCj3UANXWSloxus61eVR6ViwqKtPzgRoVP24+gKyUHkJshh5LrUKaVROe3MRAv68Dle5ra3+/LhZn3n2Y+oWWa3+/JdPh2CodSbmlQtekmTXYAMp9O9t4eKlYncvorHd4zh478njxZAXhtDrGJYP4bLWZc3cW4Fxvep1cN3W+4Nur+qjFXjotcVVlPfnvzxrMVQU18gEB57jSY6GzJhhvOuRIInzHAnbNSRZNEcpCz6J66MhIAY6NhyVlP4d+MKF72rTshD4TRufjn47b968eXT7m6/vgPyg+5H9lpa+8oCnBegJfv+2OcCnPy9u/ONndjn1NpuT2fS7/JPVRc5/Uc1agbZ1ffH65uAeAtNxHX0BDouLn2nWithEJSLcxj9WQRnj0gvZD6F9Im8k8LhPFkNjRaifQoRGllWL03DuCCDadXScz9CeJ0U1wIFSeeaZkIyIHgD8Ao+LOFuJAip6wgU9c4AMUM44CAZ1E0wlDyZps4LnaYqnAVQ4VG7U36eswsXHl1R9j2vyfGOlYwy/UodkQtSrfmx9AVmovAQpRi2XXPhG5fQhHuIufgbpcOF9wrJen6z3kP1o3VpWuHduVd0K7QBGVG6X/OeSLVKGgaVnAq2tXv/lH/Jk+vdWwZpKEyW1pMGk19daAySAQQljPYK/7s2sjCBNH4J9BuNmpZyQCuIifWZB+NlOwfGYAQLXxoBg7Tgd6UNhkZ7GxqN5y6XmPBrmnXB0cg+5/JENf6Hm3flKet79+CHnOfE5B37VIMwTx+ex76BnUwOUwrH5clNNTUrd5kvvYbubmy8Xr79c/Bl3ymcMxlXXTbU+NKPPKwamE4aibNHXFxEOLRIa03VEHE0PQBw0uu4Wbuat1j/pyshMxyLAH7ZGlh1ygjsqDWbn+Y6PKkiXgiAAMh8jJFNBFfyFaeBDHwOqhgmjI+3BzO6jfghAAbJU2O1SMPh6mlaR/TxN76Re4feUgmS1EJ8rxEt86Lhmpbu+Hq7UuEy8dgE4IBFERD6T6qseal/5WwlijFouufC1ghC86KjS9f0tibC3tYlCXULEVJ/ZhRiJDiArBlBW6/JjQugnrFuk8TLVLeuJnmuUTPWzhSHsLVjowDTzuu327/Fi44cv8kfwexUqAxJ76P+kN1vgFrIJjhA4HgQpVslqaNqnwMQoprmZrmdm8F8MTS4k3GHs6T3g6JS/vPBF+KvfVvvBV8Z3YyDicw3w7ml6BFCoaYBQSNilHu/TmfrgPbSPJxiaoQkhlKlOCPGx9aHPWlUbZ975v918DK3rU5utwigUJ5sQ9PT+ubg5mh7Q31q8jpsybsBot98yTyaMOzVuzoxwTSnWs/T0zVEwh0OiCi/Q55k5mjo8zDsI+XITQoL8N0GjP6sPfXv9MahIYIKWFBd/YUuq1LfIkaVbfPmf1F0tsU0Go828rFCqpevrRm9KwFRuKh+wouszCOgVR4QweURGXqt2pSCdyVLPRLULhFJ50SfUVx7qH4svH3eY+PVnrafgiWuMQQEUhbnECoHwuG00KieI91ilaUvNYrxYn/mFGK1bVqdLxwLdU/mFAcRGImyJz1qv4yXY/K9WBQ2QXj+h2GtMk1GubXrdUhFEC9tcG1SMy7qFzv5ZH1qh1aZn93jYegL2+6yPRrysUn26uC4CxGDc5xwjDRgvHYXDwhwaX57NhwANWbx6Em7LJasHeN/o/PrQBW5/fcO4znU9Yzw3ifj0vbF046ZFOEX4KehiummyZby8/gi2La0Jw42Nu4X7OkKtb75kFaMJaaxx/RIsz3B3vWadTz4a89zjOO6f6r3oMZaeUq+nRyDKGjrw9c0tuF7PEvYI10ezZCrmuLlPq7yZLBSDcVFDKHDMNzhRpWLmdSEZo9UGC3ESMpVICMX6J/QPERF7i2ELzIfT+jXk4VK0/guKySAVnBWJNH/+LKQJ/UgJQB5k+vnLlz76xJ2AdJDJ80yOnr1dKRRHsjQyUYkJlSqkMqm+slDUn9gq11lk5GfphBIzly4HBaFCRisnFHtFk8nge0QMjUj1GS/ES9RtlpQj1Bo0YRQIhVTddFvdPdwbmQgl6+YCoSUg3bVuq6diM831kCbkW++CSFS3e/eg2HW6w3tQ/zrI4fpLpI1bTAX1ktK0bkLPXkMnZnrXVFUkET7CxmcEA2RK82+TcGSAw4K4z5hc6i5ma9CxWzO3eqT3hY7z3+2vjOyM9YzywIg0uMNdfoHLFuE0wfQKwhQSdKnHHKbLNkQLU9NSK9V0D7H50nQEhuvKccuWdkJjBtrXNhdfmjIT0nvW2sNYLKUnwH8Fntc2r7cx5MHtmgLQQwK0fWRSyzLKsbhJ8gE8OeZFaz1qCDX4i2eOzuGZQ8iXVB9CxNbmdeTwl6xERLUZ9Ct4V6gxaEkOKDwSSYC+48Febu4pzViRmihAmgoLH9cAKY/rPLgOFAF+I/J46XSlesjEitPMJK3gt6+hAEqFscfVF8FQ0HswPN6MigeSs+LAMSuxX2L5oEXUKidWPq4edCqQrBRTa0SSPzWb6+1B3loE3I7s4YM+annIQooA+91WJ6tbhDLZhzB0eI96zD8FVt2iBXKewcbUIPXP+igP5wD7nHFkTbNu91S6axjxQwJNHyIqywuuYAnhGtZAEN0XhhOm0wDfBZ5+zCazJ82QNvNIJsGNSczM733jAakNEN1tL93VF9AxcCC/N07ZArCQzQHq7o82AS2HLYi2v5juwEb+Kedy2E44i3aPbXxLzQTtGw4/a/ZEwYA1zlhrcoXTSll6UIdSegIS5RTM51uL95C1DWKgCXgEamsjWbocnNbxgZQnB9VqJGoWSgom4KFNSGmAQSdDkOtrrWdZiYQQkYY11pgFBpDJVnysKQuGVEJFfqaCP+P0KeRhmvBRAlYlrvO4COa3ZvNenqHLe1kqFlw4QmtkYkkRKhUyYirwHF9fWSh4KgUhXtR6idegi0XhRWFZ5cRriYJW3mBCCSVkaDaIdRlJ8baUR0fab/R4swr0uYbY6vCsW4UgAyCUaa9QuZ/usWSUz4qN68XSLN7ra5SgnK0x/5fVozuqiikNZVFxMFRXOmRvpQGx+swd4sTNA0Eq5BWEs+9smBxnhFMzq4w6hFdEAmBNLrlfUh6DIfd9j9gg2QWig6onrpOLHKH5SRvEye6ppwy4O1IBQU2jjUFCNBZXT6BTwM1uwmjkG1QW0Ezwuc6JoaCktCp4skXhzq9gSGNVM9TXTaGL6bVbUACy9Azri49XVjf7ny6uQ3toCgB2tTw1F+VZ2py+3JEn4c8fov/+ldYsqhYQLBQ61PUscwlJb9OVlPIAgSECSqRO4qn3IbW6pCmw0ACtxgBkYqoO0AuFG26tIn+kaV1RpWpV30pipolyBB+uAptC6cExeKxrgMjQK0saINXMyZlonR6lQk5wZqkYdrS+YqjPqBH5dQRCvqgHz0UCtKprLxWf0RuVk64l5FtZ+1kXL0uHir3lrWuIpHDOovehlw/4KB7axvX/ZCK6+uCfULcYjQ6kStKZoZ4NVIPVns30tbrVt0jdWiB8EH+wZzOSSI3V88TauCprxyoDh5exReHiKgncolbsUUPdBXTidjHERDZ5F5ppxoXdnPYCncUQtfnBZjwHIwWvCUGOH2/u8/Fm8BsUPiO/9AX54SRsL92yhzhPG9au2820tYfBDQxqW4DdQqUAAGjkv7TaW94tCYSTtkVUG2Q73K4RjMoA9Lyte+0V3X5jerpZZ+lJawBWQACIe29xa10p1mbI0HeTfhIUvJrSIviLJShLipopEI6QOUShKoXUIKTmhVgYVULQfFAidClzSxGpVFZxmopAlSjCtc9upmDoY3CsFxyoPqUiBZmod9DBwrtC6bJbLF4U6XmSxyvLdHXpScCETG5xMJiVyjXARk1YqJ9cA1QJvmUJ8npQeh0JAHiF6IrXKydeyyF0eTAOp3mYjst/vWpeiBBdhIZ7LLIatAZdVOXLTuseGg1VowGGwJBsB8Zr6xAlCGSXgMVmb7dGCn5EmgiNNEMJFL6Pm4sqFZIhN1UxSpSkieUFYhKtCpynl00G/arr3iHUeBzuOwOkaio1VAn/IYSPeo9DFKuRtazmhmPD873gtlGckaBoj9+g95mdhjsTSnLSwH3WlIenP29yPoRti1bpFF2MlHR3x00bjXxz8SWDPuY0NsKJDZ/8dYvhVzSbgr6A4LYSyNuvKTMpPXZUT8/OAEYfLzc5wYj7L90QIahxiGBqacjSlJU+9NLoKFi+jCrdTFG5vlwL1ffMUWKcg5BSWRBRKapQK9diiayPcqFU0t6TAPkcoK99tiD8SpDCg0FaBYMwz1pPP1OaXBJW92XWnD9EXKsmOjI4NECXh1Nea8tMydNFQJxSJkyklgmQqt5SoWW0vmqh1jUHt4crkqn1MZdVOHiFgPg3+16QrHKC+q3hwmNrIRDL5Ed6/fwavk7RyaV8ESNEv6eyXgwDEmD9OgtFylvxV4f61UWv23Chrz/rRvHQfnvMEa24DS0PcV/Y/CqyYwj4obxoyrEyQnlXTCyWsEc+BTAoH/RIQ2KRJpOMEM8xIksbap/yl0RJinreDVmiGlgP9f5w+QZ0P60C46DVDmc9gR5wOpXTfwbOav/y6BkfR7NWopum31x/Ur+oYGH7+wV3SA4BqW7grqqb5yNoNfcQDUMqrg8gDd7yFy8hgGuAeXr/hbj/xYcUsneBoSUsonrQfZAVI4RRHSOgJ6Ysw/06dxQs36QBjkQVmDkLo8wriEchfaISBbwpnUPvk6hEcPM2BNVz8dNe6wm8f4oqm+FTKLuXkInrJT97MMXPhHn2cvMl3aApo71uvly912rzcRxI9k9payH4M52Q98uXz6j/0ualQ/dEnSHcqmfyX41MgFAqOYPnxtdXCKULRM9HrYu4CCqBxVAusKvEsEj465uL1bOXZk6Vw2qleEwJ9zDSD0uxKPklR5Y9lF+LrucJ9LIvUl/8tNp7grJ+3udEpwpEeDxJduklBequIEV/2KWqBrylqVksXoQbMu+gaIuLL1rtx7ierFurnkeWKGONb8RMAmI92Xx5verxHeNBFx8WSm9i2FvHTYxzy3CE9wR/vcDnTz7rJWCY9MKfPnLPf0Q4JxglmiY56nv8+Eb0Jxj32SKI0yCdTtf+B3WwKQg2xYO2GW6uvFGiWfqiGQjwDW0/rwYlxZQF8gnBe63S2uKWRnS7bhpgSI+386FWWOWn2z5xzbQJNHdpBUg4RIAAfBiWqGVJHU5yhL5i+fIFgSwvhVr82foAYZmjMMqc41EB+iY7gNmYZyiRVDIBHQ1Y3XzJ/PM5QHGUwOIgXxr1KgPTVMZWDksBQJr9v3CRBYWRD2RnPl5sO+HoyXoIlg4ny0RAJhzV1TKRsidcr80k6gnwrCaoHCsU8+qAB2VB4rhYFsOLgrqi3ctlCuNI5bh4LrUua5T/JcWK1xC5hXrghfK+GauGWUEDpJAaP9sFBLJiX6cC6MXuaQ6wj6P7Ic1QAarbnl8q3C28inGqNeKfN/VopCWxusoJ4eFgwOyNe/jdA9Uy0Ew4infG+/M/6sh+ljMAW23yz/W7jA7plgwBUQ3MHd8jHkjtC/ynr7RCPfty44dTOvp1bGhKGK0itF3rUlJPQiOEfkiNDUoI+oJWzjghp2bKZTV2IToOoVBtLg5uM7XrW5p6ilN6ttfM2hbVhEV0mqgBPruuWRloUQpYm8gzHdRTD/drjWkoyMcSAIDOiWD2GjHgUZuhmBNcHn8r9RMiwEYhuyr0Z/B6qXfo8hI51skSnv3nLqCBz+8hns0rsR9BEAWLmqyEqVQz7vXTdaa/viIf13nWckUQGun6ugpOefapHG9WYb0eCWaZ8EnjbCcfVD3EsapHWl4EVWJWE9RYr3uo1opdfhpTDOWCKLJSpaeVlh2QZ71yUF1IntYt+EgMqv24ryEc5c+vIepBTydtVT1uSa/OzZJ6q2rd24x3NdaT4n2swbYzr0LZKrleHFnrugDmBc7jRV6/d33x9WAP1zhVajhljVjlHQwHe3YXYHEH3WyXGFKLq2M6ZGjax+GIMKPekcqS0ikBxiZER2NCfOyLg9tkcoyNfczoPbgFwsv4T9QHGty++7VuzacZa+to4Jvf2q4OaBO6t+PmCi0Ktff45eb6PlyNHtHFN7+VKagXGFRsbl5/LG/ca8UOP4GQvkXzvM51ypieKqKDe3NKj4CCQDPaYGBg3rXZ4BUBWb7kBGQtSzhuvowUaoMXDV49quWVpHUg8+vfUtekrrsShOQo6vo1OG8+9mv1yyZIGWOihHuPQSsvzOi5ONaQZny5H8EWP7ZgzYIjzcXH5gVxNxEFfRU+qZMyVYul4y9RnqeqVQS0OmMmnlJWYl2tVPX23GRWX7WaQNmvf4qb0iaf/mUJrmMQqeRCDOUS6yCvkE+bleMXXXv82MygyQ8l1eszXcNWX9E3jPocF5mVysZNGlRr9hDKGhrf9RceFAKFfJU+1CW0ERR7YHW7QWWpQtG41wLqdq3feiE9b29l8SWnlUNlxcqo1lY3+YAghUEjfskr16+076BoD989an/OgU0cN7GAs1KSUfVj5s1nYYS625gQIsP5Yfebr/I5QByWlm492HXfgpPHp+v27AUIUIpJArqGevBpwWmTZ0r8EiYlDpHf2YzzWs3HIoLqFZ9CORRR+4/JqLf74jLgOU0mAfPgYzQyGLjwIR/7DSAoN6qC8Xjo5JA0allQ87PQcOR3NOLYpFISiuehxgY9fuzdfvDDV7Yhwldf/fDg9ul88OXcAtoF32t5iiGfayYBQTc4LYA80oPOFlZWbRlL8mslfxTolf1uvwsFz/ip0TPNMXKYEIhsPJwrKxEiUot9TgQJXyQ2ofub81AP+mVBmDutPT6dCFLu689D5HUkxuRERoqsNMbfQbryoD4NSOVTRlMFcwrMk5F5XLp0YzrhUHDewRVC4np6gtFha6+nB2dQA+RCi80pAodqgFxfHWTqX3zlAhjTTeWUXS+EHmEjcYPRBA+CrANONE7o+92h/JzcRKQ6mGSIxD/PbFUDsjWUG7hMSKiBFAoxCDvG6GNTYSAe3FoLFYvLROoYm1YAPKN/nnTBeQXGvqS/EQXw1GlckzWoUws+SLi4+NQsa/b83ThQnfHZLXVJGqVpNSC9TKh7dY2lAAaIfgqe4riPBreJauswBS+mgZMxMRIJAlH/Q3QxtqXtgaeDc5rFSQw4BvAzb/5SKRQBhxgxMWA0OJp2gE5K2DAmRME5w6X169dfXo/PT0c8OnUaoK0gnyV8dn3xsQ2Aj9AApXT5n5+xU9Jgfb7LDetlcAeh3nFdXcz8oxv0tQiLRFKphcwhD7Kgo3Ijoio2x54yI2D+HEddnsPA7BnajjyFM081JDc/p0dvzCF6Jw4UZOPBnXPfYA6J534FBQVzB3uv5tZksdOIgS+iRVADS3ALw4kIQKdOCHx/LSHyWm2BowZ41LixzjiwdPUPHSZTLeS0IO/YJ4JDYUqcsZj5Zw7GtjrUdoOWgRVQd8kiOoKL0oyW7FhQUHACGJJInJsCpWiB1WDrsfU+isDuEL0ifeoDBa1OKIKxGQ8Nj4iB/3FtkIPhLKwpjUNZ7ducpbRwCRZqFC5VXTwaGYE8aA4mfwxio23bIN+co1cwRAdirGMCnLPEJwQqOO/ImnjBe0KXShqfdcl6oUbDAFQdjIptRTaDIgAphpmcMqohOBOn5jRfCFRjnjrS4zKEBUNuYEUch2BHEpCyASQ5Q9EWfkfBGc6C4sivpeAIFKhc3OwIlkwBNARrw1nI3GSsJVnLuaCgDj7/X/B+AcbpYwjn6pR4j79AeezrwVxD6Lo8egAYe+SMrv4reBTpYk64rOAeiyn2jaG0OsMhuvFdna8McDDXCSlnUNAUcBwFGUdZKLsTBMhDr4MonqxCMNlZx7rTCJK8tdAFBQFsIqVdvF90W9pgIAfUP9U6KVFP2zWugVmjY9WHqgdWcn2p6uerHgYRiiWaDiMw2iFMnhRKdkppHkNjScsmNJJDEq4h5WKg2KMRFYru8M1rR850UAQG4FlIpgB3qXlYJUXALGstTEGBENp2wXtCeO45R+zdxMBGsaOheloZ5qrx3qDbG/Ax6hCtOV4WiRjNAOIuTx+npCoGygnIjLKAP4NTPQc9Wm2RcTy6xShQNLnNXRLMQb7JzycAhaCk5nxmxhGHWpjc2xFcRn0Kzjfqa40FxwwtOEQFL6wpaNtjdu/4bF9+FYx7ELSrqcGszwZacif6MUWjmKoSYcgpzGtkcesUwWwTMwqVvxpC2DJwQJczgcoDyFMZjzpfBYvFj170kIWOJO+IFCUJkXk3LAETQpgJx6ZTQUHBe0edsALCG/6DbJE1BSGN2YIxBs612cEQxmbxQI/VoOpF8siDNjIEur72YT4MOUiZG4I4A1BpPQHzoBt+Rl2jOSRIIvvVWJcg2cnZDB7YghvkYEVJjhAgWRzBwc+Zfy7eOFNBQcH7R+xxMlif7valncGS6AoID0LLmfw26NVHoaQwcIO/9wt/HBGuyjgUMDZpxmToAfS4+IwgwZDc/BlJVIMeDb1Bt0tW2hs0NEDIBO+hpRsFnQD4M0j4xfDhDEPgPlqCIQSgPToluCYdkELQJFsWKaXpgN2deGr6FhQUHD+8r9VJQ0/8jeuFbrd+DlpIjBgAdY/bNYeQHOqKBVPAgf+Rx0hUBu72ueDPJVcEG9IEc2LEwR43BESuI+QpgGbJQUH20RxyiICagcwtmCIoUDTyxyNdTI6mNCnVWioOdxt74pnGhmtBQcF7AHqur6QCWW+rLXhmCEshQz7eh4iKm8fTSgSJzKxggirwnb9IhwPP9YdKCAamhgej5z4ihMTS/yGNB9VHy3rkicUIz984ij+HGaMDJXcjUTPDInvMIvONxmBIfjKN+I+Bex0SoqCg4N3RI1ONdmOMMslj4yjEwvhbaI6RjgotzU2aCAzTeFpJRmASYf3NOIGubrTcmyFsIJp2WxgL5gedkWFCahMgijs0jGVoVJgCVlD98mgTkwipp+g8xp85RcgaPAsKCt43yEviIWca73nqmRMUKCpz2YTYWAxsnTfCR78YCGtwiwR6vr6Sz/bRqUdGJofJvZ5LyJWj3/GyGSzNoAgeglECgkPDzewImcosQ1SQ83FxQC0NJ8Gam9AIFQ4B7jLqca7Q/3/+j//n/zhHX/0K5ofR+jaXKa9DFozGSakdAQRqhJsqmoFB8x/RjA57/p0GUwZrYqpob5W2iX5KvhmcqQoKzhj46DMGimF1lmcpTfX1WqIPj0F/QKVq3PPSR6GvKEr1kOiuuMlsw9gMiOc+kCWGekdArnpaKOMY+WIwnOPAH2avJ49vhYzIUjVQbgTRgSX1pLIKYQ6KxkP4hWNBQcFxggsJgzRM9G6G3qgV3AAST5hQA+AT++thQO/OaZSp5udx4Et4jOIBzBIAzxix8ZTMdAgFqAM3ADB7kpTFy7MNUJVQgCQ9g3maIX79kZwx6fDuwThiWc4weJgsqO1tHROST7pHFRQUHBfUX9Efa9Qw4IN46HjonuPVoVGXUZCucgq0OLFrB9Upg17hsHAWGEeXC6IwNbMAiFyT2HDEugjSG+PPGmBB3QrAmNlyQIh8XdyMgYn9VI86XiDkqXRC7dOoI0F1MEZL8evpFhQUvCvU7clR9gFnUa+CK3dbyTTADK68HAl71KVbJaUNPZ4fxPfJ/JH02fM9tE4Uwmwg09EnDWsg3RrcYTKa+SJhE40SuMN4HRDgekTMIhj8bFFqWi8wISEkVfka0IhEoRpiRsKUendBQcF04CuzfFaPgzt+pPLxwWa6epgcputM0Q3jaDmtk6Kv9+ABGEGM0B+cBsigb1EhRog5IB+PCR4B4nSh8ZmCAeughNzAIRWYKfQmZLjHOnLREiVbxcQotbiTJNeb05bpSF3XypAlUHMvKCh4F5BjRruntj6gRjXi5Q5H98KMTaRMEpbq3mBPrwaPZgv42M9Gughu/0cyZjOtOqj8ZW8D92ZkCcV0tc7FkqiTc+Wz2yxinpHM5oBjXQmckBJJG8Kqnkfqw9POsxDGVlxBQcGsgNaCjs7OmfeybAxZW8Kg3mMY6ZNNZLNk1MjchO6uaT9Pcwwp+HbO6uNGl/yFv0CaCKqxNTSsEaamNWHDUP2negAz922/xoFDUYTwxxoD8kIDtbzGZKwHCrt2e+CNqFkfKTlAlnQoKCh4R9hUnxsjGmTS5RwevXONpt7vRxDmtQD01r6rZiBbqDtHRfWz8vCwY6LU1avRICNREJ5RUJAx/GGPa9f9QLoa6eaANbj0JQJ+tVeRZUz2zMeyz8G/RyGQhN0hMO5vaNyBrmvp0NpwKCgomBlJz1NHN1uNWQKNDAY1Lhhoh5dJyIPSFJQ6Q24eRTZ5RxOUR31HUWeKjHAN9T8RIXxxeCx3BB2MoQIGQ8QYl7MDIUHollieaDB51OSB8EkojnzdyMqP70tj6J/X1kQNtFb6goKC2cGOxgVfNwroo3Swzsmj+XC+i9NssuA4OjWYkPVgNxyxdpsjjkE9qpY0zHgoYpaG8CciU8L4U4eYELXeQwVnyBB6Lys1WQ7mmFAGF4qKnut8lmkl5Y8moZsesgZkNHtyrc89FhQUzIjUr+I0INUQ9tHYt8K/bEQ24VgNgSfzgu0cKFgqez6si0kcigE3NgUd8SOtLNFfFGoMQFSZrsRdstw4HeIaDeFGezpFoo8ok4ZUDz4I9lybD1rnsnCaj4/qxDQtIj5wsNlROQOWWqzNHArTm7JKCwoKJoPdLPQy0l/W28NjLFHdsy6J49huKUTVxYMgOY4Pa+PqQxAStlREhDGvxIWjCNNpnGV07poWqQJqsVz541AaxQ+lirBYYD5XoWXB0eoKRs4NOvLIfNCoVhdc5Bb/8skfVngKzRuTbDwE5+RdlMCCgreF+g66KHupurDWQ+ho84GAdCppJXDra63S+Sh27SYC80SVkWnE0Ew3eIyHx0/pJ/o7DPq3YVLVoC+TO0+LwJ4eT6euLwDnE3INeCyUSOQXyixlDvbamNZOUP2qxnvCApyUFs4jvkasRO7FBA8RraCg4BBY1wG3acpN47KklmQKyoBKIIkxKoHo9qlLNhG2Na31zDwwPLLUR7HXTH5STmPAnVb1c7uADKegiUYuihG1yEPiGwUqgD+5bYCzdEO3Any0EewncyM3Ak4xekOxo3u9ULn3IcIVFJwoau+Lnj5oLo9KRAVVh703jH5DT+5Tr0q6nICeCLe8N2bwxd8sBgImHkmb6E0EKKKm1hwdIwPqm0WZDYwUBKtnFm3jZEBNSet0K+qOtZcxHofiGSfiDhIrYhzgx3J72Wt14NVJZs+dhcOSLCg4WUAdOqUU6FKxa1XqtfjpRFcYfKg78hZE6G/j+x3/vaPmJ6Pb+cdFE+JlQJVl+6eKohMSr05EU+ApwLdHPJuUG+fkEvmOW1BW1enEPLMnmPnsoJn4v02qaY57ayUZLQrDKYi9lNMdZg0nixredIm+sGchCwpOEabo8CeHqtWTfuLzfup1VOH4MId3zxFtKnS1RA0JUBepADZ9PKie8z1UBRLAuVX6T5JW7Ylpvazs5uMElxmccrPskFOyjd7GIOOAD0KC6yjuHo4yRSVarFgN9jgnGRI6tPjNp3+yLFOF8GLp/+/cFg4FBacR7M9uPGWQWOykNLA389/X8IXNe9So4MllTKE4wdUVJyTQpqD+mkPs4xMBwkgkxz+BiwDTBMXqWIBcQkFJUPjCigrhTYtryAPoYOnPO7n8E+Ui4IHK4ofO4WcwThT4h3fjpR4pDOOH8iqt7C6T0nbAL6ubUf+CglOAUX3oVMC6S+hCFVclaaz1yFHBs06WdJqIPjijV+/UMRsP3T/6yWTKEkKBhbLwJBr9xZvbjxEiPAzQ9/SfxrEM4Lfs7pUXmPRoLpAmlRlu+MrKR8m7Lf5PO5KutYLMmJWOkI9540ZhniF0Fitof/Yvd7LQ110LCgqOBtQZ22FF/0zpfdYxoTtlfRBmkFruwNEylSa3CDZ+zgLWI4wHOAgUSE209mQyABv4r0EaR6Ghtk0ABqoMp1nQLAPKm2QOOhfYj2zpD3sjeAqivFiPVqGVFoFxX+DYPYYKDw0CIwWMgNmt9TBCTGovLLkXFBRMC3Upoz9qMt4d816ZunRAc+4tsEEAOjj0nL2Rt7fytEZTHQXGnNp3oQf2cKeA5hh0GtS2dpkA6meoBwy9uWVroieIi/wSzQ+GCAlANM51ZvLRZDYO+REftIcAVmdI3HS1SIFSH8fARK3Vkixk1JprAhLiX3JKxRyfaEFBwQjYZ6hhsbNbf4z8N7rwAaj/1TthbiMfUM9BRwzpdEeYJ+lARwGKU29kE6q37t9HR3SSo9oJ+vNBdmA+PQhkYAnBkziqlPAINRghH/zSEy84QwKVBlxorqlsWdQgqJ+Sj7TePGAzGm3GgwUFBYeDvYR9hmd2des1qe+M6UVN9Q9IrOD0p9UPOAb3kSiREeaLo3PVC8dUArugb2qZGeHwaARjEOc58irI2B7+tef9LImQoJ3TIDiHh8iZ351GK9PPARJrJFRBQcEoOOHFHshuCEUt9EyCb56O4Agne/YvwBcu1Blr3XxMKgnjGeHYMZ4lwHAUDprfAOwD9ROmIK3OOdUFaImYBopu6QZ1sB6cFvFjyFnTgSnMaNrBxc4WbWRLmnogAKRbv5YFBQVNsIdwcSF0ceu6rsDwWd7QTSNGHJBI6md9PSgSKJCniowQE49orGjUMB/2OwQQlzpUz1RiqIGpgATVwxrggFCsNRM9eiOma3/Q44zVZTW3lMpIFsSoCxB0y4YWPi4si3BILRcUnHew2/CHrqnOqUOcO6IGM9Kxxve0Ouq9js/PydDVmoBjXDoZTpQDo9LG4a+G8kmplSHYUC6G5UMzQ/ubALK/e4Z0svFvvBeEeUUdBYQNEc01WyeuG9zWUO/SpcqcfWW/oKBgLNQ9SHQ0+DsL3mV4GnnRotbnDFV8T800nIwBfOFiZP0WGOcWcZjfMWO8IkrpnL1AgWKwKDAsUePd4yrw3mCPf2hHOw6sRK4cM3p4g8WCZxarb7c4mK4bhezpmGQSLJhETCDzGqsmZwUJV6egoKAOoy5fkKz1UJnxy7sY0LACSCEwQ0Doh4BMGInVOzAxmtKpgh6o09woX4cJ+poGuTRE6cGN+fMvEaS/WqE9CbghNM0hCa8btyKenYSYcMzPTHLPAxJIJzwUGV0pb/4kUkFBQUDsJqZgWD/RZFR64SvrYOMeWxnE8V3oZWCLrMMFbm3+GUdikNMJkhorgv9MBIPzCkC5jaQCKUoB9AKRgxC59kygQTGSMZ2AcWGFzCNJIJDYLBgz9srFKaiKIQmQn9a0CwoKxgF9Q93Deoz3lNgDa5yXKXYZPEAKV+ttwVJfGM6Dn0JIaO6xwgdhILm/tuwg4zh/i22kA9oPFQTeHGiB1kOQkWQ0ZkJC0QaDBcrYzUPt2YJyUDiBbBMeCsObTHCpwh7diiJTTJkGOJW1kIIPFT5megsgXuwWtf4RE8ym4RFiDP+F6b8QLE5tBUADtGnANMMPOH+cSgTRSGjcFowb2jSm4JL8qBKf5aTWDE2R5GeBm0VEGl6BqbKIPbhm7zPHrFSRWW1267OmMEeh9gYeSwGCcxSA/6aSmLSg4EOCBqxung3enSKDKRX20pAgelUY34bu1FgUDkSQOdIYe2bdpxHq1IOkNujh04USmJNPvSxWmr2q26/v1UAEmlJsfydEUeVqiWj9fcwbzXqTJgGaXO1FX7Bt9K7p1w2aNUCAegkKCj4IaALqbVDrXLFj2d4C8oMp8p9P6zVUIY2ucEpJ1f2BWi5B0MZw+LQhVkZV9XvUAFGsnHqIrATkyYr/6+HFIp3h1HfNN+p2BN+s0wXTFgs4hyppDnEJuOQ3N9Z28JJrXtl+peTfuAbmk9IpKPiAIA1w9tbtMXBin3Fiw8k7D70z3TKmX+9b7PqZJ9Doe3VPPjNihtH/Jz+l8CE9DhwRZ8ht8LIdpCu46llAsZ7NGaBGrFJ4tMTMTs+QiFx68q1B/tGdmWRAOnkM/+c5wms3hGaoeCkLCj4svEPT9ohRsUj9yXQ77+Up/djFDNbp3QKktWNHQzZSKg8Y3LnLqQKEq4mbQGfbyiWWMA12jZZIfnzngw/OIKB8PQi1vYyTuBOW+0l5x69RbVEMP9u0Yr0yoZEOGwzIZC2IS5nC60q5uaDgvAN9gWM66xJhcFfrILBo0gnGvJPVwYeA0bHY7225wN0zNJzsvz04WDwk1Wak9woV4SgoSNiM2mgt25wrTBRwjs5vJtLGYOKQVxHwkweC5iXPzUCccnAk5Y8RG56KXRuZk5RNOjuGGB53JH5BwTmGOpc6rHpGvXtISTu81/ABODciFPiA4z8eg5akqDJrX1GBwciZZjt5UBgT9BD0BlqOsNGtId/VPka3YuGwB37kdrBjQWcylRKTKuyvISYEkWop9BtjZOPamlu2eXU9RUuoHr+g4FRiHuyAroBcsoyafaOH7kk1rS5LIgCCOlDm73LzzYmeqYaI39NMlXqjZyHGsYQmUM84Z8Vy87GCckYlcAJD9D3vfEfC/CpFs8f3Vy9EmCw6rCnlFI9eWSoGOMiNB12DHI2M6p6EVOuc+0KQ0aAFBecUvkuS9DcNoVLvTECAXMUz1NUKxk4dK+tiGuCi93dbQw2MMUbmhvEiRcL6KHOw8EfBgk0ZeCY4oxyedJfanIKkcGkADEReivDQ3FA6AkbaNE7VIrCAkHCNiptF5Y/B8kwA1Z9MumwWVYETGsvVnoKF0XUpKChAR1Bf0AH9IvSarINQ6zm0v1j/w5G9q9YLmWBYk6x5AEx2lDCOAmONpvXuCLIcKpE0Od4L+ESxo7EiGyw8W12mkLWAJD85UDmkHpzC+Zlpe57yq0WnxS4MTX7ZLES4WoP6HzfX+dDDFhScW3jvSR1jPMtxrk5wO5HUFAP9aqqQw7qohW94c4MUPjQSnKfvkO+n6zqzHpq4hAWP5S/41osd42fpBG5VVJi8wsmHcc4vVlC9ZsPMQ5aaIThY9cJW0/fc3GsmRsSkanIXFJw7WDfhDLp3isagyQCOYrdNvXgEwV3RG4HU4wH2tnqP47ahOExKdDxMEk/zWOEpH8GA9kYGNz1QWJBY7e+JgRoDhsfFqwFnUg1+R/CqltlZL9shMaI7lKclmhLJKzO8LUxzfIyTR7rV61xQWtItZS0oOJ9A+8/fDEW/GOU/an88wHgY/5lXNOTQaoG6Wt0PJEJXOmpMKccpMZrLuyMQ4OGJG7/Y/3oMqh7/061BIyl65rE36GWqHTPisNbSwo90hR8n+hqpmSMPYseURl1M00z9lwGJuosEbxRtpjovKPiggM5gPcb7PdHoPrSD9nzw21R1criPKTcTgVBUdqSleIw4f4aIh8aNyMQ9Xlgp00h/fDb52Jer3INB45GUdJ9wfjGljFsjMKAxaL870JvAZD4jNWmBZmzWBNQ5pinPJFRdPNWKh8piM05z+SpGhXo44lVQcG6AfhA7h/qEd4wAUh8CBNf0flUNeR9qJEAHdvEAeAerhzRNyswnDspCvjezS9hA9oQ3goypkWyqNJWLe8Pg5D4eC2Un6/XhE9IxqjRzBp8mkEeqz0xABICNDtlmMgLdPMFaukbORQUsOLcIXcN7DlHrIuzI7Ffo0dZPsr6UQ56Wwihr+OxWn6EGoFva2EOZTn3lkzjh/khZVN5GKWrW6MnXft0YAb+8DsxkZbbnBuGiYqtWoIGJF1UbphmOq2Ag+/vhSJZZPnC06cOw83QjlX5iaouE48AnbMdnWFDwYSL0Gj9r9s17R+pQYWkWnZlvdMVOMw7WgeAp/3og695pcEcrbeYOc+yZ5uDOJ4RAMqQw+5itgRCqMbLs8gHHBnvGEN2wd1hPPGeFNhfjwFg9chy5EfTDH6rgl7JNOUGXDMstYUdUhyuEdj3r6Sa1saDgvCB2HzR86ADqfGHQ5GvAPuAiZHJF57Ce4r2MvzyYJ6yTDuaZujAGlHw1TvlOSv+wfGsIlDUrYjyTHVRDJpNLQG4LJcyqCdAbIqJAdxCiJf2XsM8koA5SyGoQn4YetxBMmbK/JA3x7KyjLmO0UYgYOtBhDBcNOjdLWlDwQcObu5/YD6wvhG5QIzDBuki9uyeYM/UTD5DCpeEdOqH1Q3l654NmGRKFZ4pWxyT3UTDk9KEjyFnS2xCXhSfTmMUDNBHc/Uxi7/Z7fLvFC5YhSyNt1+J7NtfS97VkU44npBMPNU5T6JSWm9LqPr0Zof6/TFEXhB47mt1xYUyNFBScKGJXobqX+o0AvaHhQpiSMMYjQ94Jw9nVPwMs7H9MX/7sgMas5k7DOyPkPBuM/ET8OPUGfEDP+NDRSDbu/YJAKhYLgAFwrbwBKa7U6/ByrpzpgkikQ7ryH+eiXx0+upUPD56Vh0QyJpGcgxioanNlKIvp4YlY4dG3oOA8wLqCvuwE3vbVwSb0g0r/d+uWBnzQrGGjmVKSnPbSzFXo4Pjtdf3lLGhZmkOznu2RJmTyXhGIzxhPJ8gl2wRxwjowClBpp4fBcMw/vzky52REob1KQ/ExAlZt4GBVWs872OhNS4jGOJQ3D216t5ANhGUaVBhgI25yVdKNycyCgg8YO3Yy4so6lj+lliOwmz31Ox4WB6SWBZGR/4oxxBiXvUuch47HvkdSVAD/93Cm0Mx4jhD1mYmkR6um65wQxyLEQAmG/AeOAfnP62oEKZVgstKm9K1igjtGpCH9gOzPV5QNArpDcG9EyDDoZSvAsMb53sB6dtndUlDwoQN9pYchlVp86LTsjOgl4/ow1ZxD+pf71P4mQ9sEVFUXvNCt+ujO3a53uz5f/eViqes/To3EYGzu7x8Z2cikB5QpKK3JL0f4vw8AI1pWJdS/8UGB5MEq59++ATwaxZKcQiU4UTVTy5Y/APdi5LT/Ti18ZqER7GwWAhcgo0PCPGsJFBR8uHijI7tUUvlC8887mmAbPHMM7A4NROd6TMThPifIAGTR7Q+gKg341gH/KJK9mx9D3huRxtz7YZKEuimVOQrMB0kynwixNwMmZAPOCYihzRBL7M8X+QwgncNyBF+OMXp0JBPB+5cMMeu6v9vjvQUB8/tTuJZ++aPtHKL9w10rdxUMb4tPF6aPv7Zwz01vh7eIX20tzCDgGIzPs1q+5ibHEdUwJpVZKu540OFTL+pAljM6WhChIQq1tOrru7tkr/HTRDFCsxA+JdZGgftVj7xhGypAGVTPt4fa1EWtL8+OY6k5U0Q3lJQVERortTqogCSIvVouuB1If3Ur8J+/X3RTxIhcseYiCXHZxGMGfczYyh+B8RhxVblBsv3//J3tiNkEWepZms3Ubpr5fyGJAis2Q6dQ2Jh2PfqHhr079+/fv3Wn7dYMOze2TR/o3nLDYeiBRQyjSd2DW3d5y225cRSd5Q03vR3eIv61RTe8LSbkudogQFbDBLBKxqRySIz3BOWHFu+NPm/7/dabO0v3lx7Igr7OHnRjm2rRMJ+Xer19x02ObI5KhthQ1pZfyBUp9aRgqadXbXmi7rqtjQ25gIPkYj4LC1Nc4XeuOTVSyWsECOUURQZX8Ili8APYul/PBSVAKVAbVhnLW8P90VtaiJH6gAIDg+BEYooxpfYhOzESjCSk1H1EtyGBgParDSZBmFczgLsEkjNGjYpr53erXqNEd7Wr80FicGdpaWl7e3vX7Qlv7m6boXfDDUehvTxOE7Im1F/+ONz/quXH5j4OVAveBbPHryT1L81b8wwYn2e1/KmbHNaTHHVVgFXS/nMklVqMueA/8UOeyraRd3dwF01l6RbN6hBQg+7epbbmf7a98dVtHJ/e/ZqWFD11Hp6p3oHjWNT2lWaBwZVVd43X48kC7kqVdfXuFqvh9dbE9jUG42puJq2QV8Qkt6R6+ru2wRAkSA2wr7mzjQWRh1BZOA0dwUvV6sdjChjlSn3A7OC9AWIEqA4Ej2BquYy17rOx0I5ERiCEKje762QmggRO+Ig6FcAfy0MzRIQw3rbXHOspfGC4s32zVd1YYtuto7q75IrfNBog0ZHyPYoXoeVNcV/emZDGtJg9frW8hiNaklnfAhPy/LmhAdY65WhVVMsjA6ZajLngJvuOGrzlnPrHoPVoG+R3+b/TzAEh9J1eaBlSeu7czxtRkLxWAlOOqvbyBpSXTrPA3T79O1eoGK5Bz1vbWnwK48YCLxAwqX2Nwbiam10rVBqWFPfUo35HgoMiyEqiZuq5wHXPWhAc6CaWGSngWLlGHID2K1OOGaHDBXFnOZscyHARBIhac2+gQtx7YVlJaY+kz2vnRiGzwFgt3LONqAmWFhaSfRbqw8Kd7Uet1tcY2dy5/2Dp/p1h6/at+/fvoim/2b771f+8/0OPGiDq8zaGP7BUd+58s33/1qMfMHBGxKdLtxI5UodpL7xYxt17BSMV3b5p2HzFcc01XEzgooyt1rqFePRqDQZo3R4Dl4/RiGqZ4deCD+58MMThqruOi7/OQNXWlobl6DyfWjzO9YW+BLgAEgq3bwCpeNC1ZU/VEGSV4J9mSaKborQmsweKhh41wHVPxKshRvwFJ3gFoW2Ax1TcP4sh0JmJN2rNiqTZQxzaCyuosi3GZK41GZXKUei3cEmzP42tYfjo/o1HGBnttarLt368/5fbrV7FIfDdbZDZ3e1POJRYunP7/hKHwAxxC42ouvvDV/fZiFJLQdJrV+4NuywwxFX9SFTtgNqqbl75J1xWUKate1vfwiFqPDWNKjaHUL5Y/15zqk9VjVVeuMTEpMjxCuuK9CsltRwuG8qp+qZ6NIjXx6rZWtC9PTpvtbprV+IVpYeqP8YIF1yNDDWhRP/zd+Y9UJtfQUmtaizV1HL7tajunZUdaP95EXHvsZ7dWXJUW3BYWbgILl1bVjt5qrjy1IGJbXWf/elZU1AJa3etDxZ37j5q7d6CBqgGfLt1e3sbQ+L7P1ADhOHHW93uLTTzr+n7460eeJIB+PnxVtV6dAOHAOowYC1eqccYBPCCbrBmH/O2t4i2fM/uf5wcu0bjKme+0DiuLewzRmf5WmvHJ4YABvt4qzUMaS2yGS0uWn7BdSQ+tIRqeaXV2v/znqsOygqHqEkI6y6A6xUmWgjqqbrGEIMyn9aWDArXsdJKA4yBogEa4FXPMlaDR9xxrZiF+BNFY+1IDvdvZxVHrDOdrY2YtsvnRdLsYbX8orMM7w02eSZTl3EqgJT0xJ/nmibmAbAiWsgPZMjbP7KJ/PhDCxpgxXnAXu/W0qM7aBMgwCXOASIEgqARtW5Yu6m6r72l8ACBQXUSd20B1+ozE1XVPWirBaBk7eWdi5u8qqFF1DWq0By8fLHaQ81pMgu14pV3Lw1EgEmRdYXR6HD1vm31sssG2XDYoLQCvfqPoX/91WXXELjfAs1Uf36GAGi97dguRq8okveL2LGL2N/jiGH1H2pgXjVwl8qYWi5VPbRyRWXOplHqUq9umX6IuAM0vJVWn+1MM4ZsslSpW9cWGaazfMXbyWcLu2h20BohqVdTO1wVJmw/f3EujQbeDbWFohPH3h002/vbX/WhCqK9Qu/jaPj10vYjaIC91u6N7dto4r3X93n/vgPLne0He7vbS5fBfdt5BwF4H2lfiTNff72O9kebpkpo8gEAjHZzfMpWjvv9a7/An20iPu//xEq8/kBMi5pBBFxH48N/CzrDxiYi09myQrNJzQiw+SQI4HNvyigGVaqBvbKgMK0sPMrCqbQdWGOgaIAG6OFiNfjkFyvgohcMPWQTB1YJIkb/GINWONvgUmJZJiafl5AlaC/8882r/3Jp0aAbMk4B5vVokP1Jba3F0/IAZPZg+Ib3ydbr+9uPMDaABni3V8FwEy3jMsI8WvqhZSGeohFBNbzcunyDowzrvYLJ1v4ThaBRVnARCKCq9nQFV9A91x+jMBwAqCCIDOUHIHUBsTlY+WK1p7pWrVz5p/mYmxkmR5ZJDa8HArN1/HjZhqtqQny0bxBzgTILQ7X8LS1drchW65v91mD1W7bFoefuV7QfZGDy8sJF1JDCZFpZuGQZXvnJqsaERrZR9C7SGqqXUE55M+Bel1ZSlcWFWCY1S/UUodY3H7eGkhoeDMHc969YO0FwGOmnIRQLjHRFVJoZrLWEdwMTjYU5DdAiyA8Q6YelT2DVRA9db6Pt4nZxe+kBNUDqhQyIkTI0RlDiJ6093PUZNGGHdedDWKry1yvdxEy7oj7n92Dc6swDt/SKMz4dVr5iDOP9fu8JgygqfaAKaE6t+p1HwnIYic+7LpvFFsJtLcBTwwTgW1hxE3QodQiAYaQklmgvPOg1S5VJpaBS0Lb4jUleqxSEbSkUaMMN8Fi8ptl7IFZDzCAowyraEGf2h4tJgKzigIuyhXRQRVE+lVAlgKtElDoKU0PGaYBm/oj3+7GAM+53D5bur6GJwLT3w9JtaIBQ/rbfdPdugeLggHCPMAROjYjzx3veUsh/lrgpebrUFDeJyu4BDYZm1Qev4lMM2wxOJg41h87v11TqZv2j5tgarSKs8mJtEhZ5uR6ZZr/Caq9iQt6qooCo74uaX7MYF6kTuld3Y2GHb4moGXYrxmfNR/+1hSeogUCA9FZ+FfhnS0zVC90CYewisgJMaLVcY6F+9+dr3Q5rgvddpcdYGBtzHDDgBKvivoD4KxBVdf3zRrVcrT4hGQIKoXkbjLc4bBuiBb0wP8SkJ0bmuBS6HoKeRE/V906Y2MROBlwEyQxrS1+xoeJu/ubGDQgKAqQGeBvkxyEOCJDB7t642er6fT2BFWu3nf4y1Jpr170J6Srx5mNqDyfHzAOBpcvwZu0xkgbIm2Rr62PENJ+ubl/tBd3EWoM8fC3+5/BdRrrM4M2VK/nI982r0P72rC1Q9TcN8OIC2D4GjVIBWVBw4Wv6pHC6bbItmbqIQEaXkmjhHlVRIFZDkkV1MnShW/1VaIBIK/pbKgqkszl7reG2HeVjCf0m/l+SRg0bptCgXcajwdfSqrW04VLzrq/Fz97XSw+eehO5f7t1d3uXWmAfbeFm6ysMCzh4+AG/rzjUAgH2bmAYUdEXvd93PMEISyLdvALCpLgoXsgV+oY9x8ZCE5toS6hELSrUCJCtCGO3BVezvWp+vxfr2rr5n6kiQm0Cmp8dE9musHKJjdQum6JCSmihfBY6ern6hqph8tAMcUU/wxWlPle7oq8xckgy7NGb18+uHR9ErdjeoUmyzQfZGUFVo4GpRa2W/9G6qVjwV3oUphuvM1KEGogAcEZ1rr1CU/ns441rrY1vRe3dgeXJ4B0oyLB0cdBNttfaM0/kz5WuWGHWHBojvreCePUUYe+HQGN3dJt+c4Nrea+3lx7t3l2CrDeWblMD/GT71kcW7AcE6+qW/pemBshblulT91ibW9d7uEHDJu2Kl9fvwbz7SQfArUu6DG6Vqv+t691sDpDzvBjvuI9rgLyREheveA4Mn+JLCwWpbG34zPmq3+QdGtQQ6dYfJIZoFhkwDYt3YCDXEj5e2EQriEmaYQfNJQbaZbOVmIvfWjoMxmxB/7qzC8rPC4G2BbkoR0z4jQQNs1bhGWlLLtaaSbt6bZ/dBRWn2LqDo0KSjF6Mo8DH8fpPu1xzHNdE4fT108Ee1Lzdu2wil5dw+W9sv+H0H0a7ONzRM4KfbN9pvWGIvctoRNAAMTA0DdAZtdcHN1GkHR4pXRtqlT+XW3WHz1xeNhiU9WLrWph4i0USWEPd1wtPrRpC/b+OTU7lhmeoPL/9Grwtva5HtisM+gJ+vjZoh6QgIGnInkuWXJbLvYV2+xVHFb1B1b230KGGpyuKjJCD+sMVlQaK7SvGCARIby37UwDcLGDdY8Le5k12ShXVVjUISYBw4mrU4lDpvZEMds9kXNjaVy4O21Abq75u36+5hlL96TUR+oyIDo130EUFrHEsgQzkiVJpKpgkmLNeqsB3wOliwG5DA2zdW1q6r+dd33BycAn3czRzTvBwBIzK+AoW3PXRoun8evtW+nNR3jx0A9E96eL6Qr/1Gaufc9wD3nN9OofG9eUKChBneXgdFu5Rg0KMQSs9DbVll8vT6uo5qfaCE1vIoS01IsbHEIQBri5sWuT2q09bf6UMG7K3eYc1MOweZ4iDxDxe86DpDkwwKGUFXlsJQpJqiCiQ5pOZHkTkjPQeQvMmHxq8qmF9eWAGyqL82Dgvrl8ZtrrQALXaGQRIFUdUW7RdW2v99YoJnWmoKGGXMT+jNg0HFYeHWBaT8QjoxjxovYZJD7mM3O2hbaEF3F/arjAqYMPYftCq/rK91lPLWEJb4DoZbpVcBUYIBgEhQj/sQgMER27f2mVLqQY9V1aC8j7sorADPvU8RKcbuAbIC4wOiaL1OWcPe5hBNQx+/phvPcSnA1lXenBQk/mfQaFnrawjilXea9R2jN6jH9uSJ8nIQ168eIWlYCqp9SsVDE9RlxucD2tDAQPsiv5ZDWCoWp+Cc3BFhwNKvcGG3wNhsRWYOChbzxLjkrInH69Ua9j+k9cf7cXbfPK6auLElsue9K1pyaxFa7YUvxc6jsUlra0vt1Ul3VafIynPfA8aICrekli4BwW7j/JxpXmtqv66Au18MPxP0PLQNtqv9HbL6SKtY4UpfjS4Kvj0q6Vte4Lh67tLS1+j0T64j5b8gI/BwlnheUvXrf/R9lfpMRjqN7qx4IpzwuRj3LSu4ZamqTDdc+G8qOkR9+DdC+GpeV3UFAtvm5te11z7NxXQfBY3Yfer7Dk8vialrR5/EcqEVts4iGJi8Fr484ms1yNbSwCmJpXJRLMoC1dNJfCiAC4rsUVNxZJEOFcZK1vP80DBoGI+tlVruQWZEFGG6/0gtMIilb3kH2MIsmklcoG3AGmAqG6G3sRI5feFhU+h9EW9QYqNJxXV2iOArtUdPlWGA9sLuoZuq8cm8APvkp/cWvoRTaTf+ndw3C7ayw932Sq+2iYBQgPsx0bEdWLTAG9uf7WDlCu+yipBTRFpa0FYoj5VpsP2K+lMW9dFwb6WDVxr2+ygP8uyp+aAerbEYtV4XSGaaoV5/JUOqDzk4s8QWFtSZKscxZEpXOHVa57xFleAJeCKJgOv23C94QUNlskPcLArunitj9TRLu7RH9znMXy/HVxwXSQIwATQTLvsId7mOaYwf6a6+SkcTS/lZVq81tpnHe1Q8WOmfSUdeoYlewUqHIgROXZ5z9m42B1W7U9JZoOq/edGxWqGC7TFNquJdcqHZv6CSkbSav8YEoQpQOmCtMQHBArmBN4WHZnxSPABsoLpYTf7Vvep9f7a7I+B+mGuFfagJ6a7SQbwQ90941LpEjXUrfYo4FSwddi3xHSR+VhLXeCG+HtdvkkLQGgoznLLMKZ6ODV6JI4ULvDSoWAYXE29sjJaq5Jt7PWL4BuKlkzAVPkWHBd4C658ZpeQDjkdbDqnYFqoYePQfxr7BHSFWnvvQ3dLOz1p16dRrhoqJbqbmpQDnRF90d63ijCNwtz8jzHyTA+DFOy3BbSoo6EaqHf6OgNylgwEA3DrP5jdM1Dh2KKMbDkFsALEjdfavTBtOBl9VD7FGpu8gxsXgsNYAAunuV0DcwpVbiyIEKPUjAi9LBs71auj4D3CnvpK/NdbnVqr45JZwQyw6kKnuFyvOPUzA5jLt2s2RI9BZVpQP7x/JWQ85yERyJNLqpIeOkTQIVQUeuGX9zDrxeOhSeW3xXSRQR29hgCxQrgBBMyDqs8ykNb7ev/WvAO9ZGXJ0LgJEB6Qw9G8zY9HFwmQ1kaTISypqidm47jV/7YUbiO1qQuHZMbKCQU4uyz+5ZOGBQUfFtTN0b57ToA6OKyfo5v0xqku7GLdAbfzS36IXetp0i3YWdl9BPVcRmD31DYrdKBdTjE+Btm5KCcObYAoQPHbY3F6vhdOl7sE1icOtG8gd08YVYZRJ2PKNXVR+9xxhpdlLPinJTgiY9Uir15gSqp0bkQJ+GiR+4QANXA/V10RmHXpeLUmhC0oOLuILRwaoN/fZYnwTU/H3Pv53nxDKWAHqY2n2A/lYB3IIAM0PLoNyCvmoC86pvpmtef/kHZKEMQX+/CFYOhUPdIcKQZkkaiBO/uDYODAzWPcsQHoaAlUohndMjgK9tK0W8ZCf81kGUPq/PpAY/Xbiz+WSViARoq8EsqH7qHsI6EKCs46vOdRVbkNy7gWjh5OCjSw/3sn4lRg8giIHUtI3tSg9oISpRS61PEq/m8kh5TMPEuMeiWsnlUN9RzmAq6D6g+gVOLBHo/QfiEehSFVJ5KAQUtE5Biot1mZclCJDEAaYKEJAetAuhRh0kbcVl3cuz9co2ZAqdWmIIZ5i3H1iVBdzeV69Fi8RnIFBWcZbM7sEuoDfPzJ3XLsoa+GPlJBdTHtpQL9gbfqBIWoNf0PiVOPIMgY1PW8JwXNCJpST3+zwT9RowODK1E9kBiC1SGv+QKy8+7gQhoRUswuhemB6zJFC0H05gyEJ0WOLwMRtDOup4xU+wgQhOoyc+YtyV1zoK6VmQkpg1d3Dj7qWZGdu1JgVeP5WUAsBFCRo4MOI8kVHAU9xj4GW++4Gf0R0DOh7wo+UH80JpXwXfG+0s3AMRG7H3FbrbtBLvBkf3MLA/BtMAXsg7rqNdTobiDL2BcBdt3UOQFPFt2Q3Jh0osmUQQRx3xKpXcQ3M44G5yq1c7/ZSFk+K9pB+VkHuUxV2DUQRYQ2Vr9JZNhYaLM67DG7w2RhhtD6nGVVVROCmxhpUjao3BFml3MYuI9JytZ/LLGQVf1UUIPv3zsWExbdtBHKEegfkuxYZOH9JYF3w1SJ9KdYVhzOWhIgPrA2uXYPq/cpwNknkZmAITB6WKbKAPD0v/CFgSGlVFjPkHN4CxWAwhB1s14fARm01vthV24YoeUkpzDGa8idPuYbEjs+IPf0cswMBMgiJ2lY6ywbzXwlB63EU2Ih6KFdY2S3UONhm0prJSjq2DmG/ANRVmMfVR0DsFrjLakO5MXLZ5VM1GYADYo51EyiX4PRMBZIwtvHre52zlFvN76b8uLkjjjhEb7VafhpMb78MR2y8Dv2UsHRaPSDmtVeFD0KIyUc07VmLQkR050cefHx2Nymg17CVVzwUbcFVU6DMcGS5BGBPH10BXZWmqCQWMCshqARyo1/G9TlB8PAHjcszskOSWXW3IfggBEy4TtZbzoEoSZCn22CBB9eHmHofTeNYsIm4ebcXeXOf3bn4Ls2+Fl+9rg4FCuTHo74Ur0bj/CCMvXffGl4iAS41jvgerO7Jahwh6uAaVvnMUzpecLPr+xoED2hBIRj7WyWc4x6fzuy90148N52bHmPyFSTw9EoQc061ThaW9fUcGSlTAXbtoT94XC8dW6cMlLrBw+BAm/DVEvJLAhhBqoekSCh78GqrZ2Dvae/dKuq3qDizqruhlNgA3rySPWPFMEvKTDRoNuSw2wINRG67DjkQ+DQ0UcxoU7ljMIhov7Gs+I7yn00NbgxgiYKe6Au/XsIC+L/IzwWngmrtRpqM0ackGZ3MLTpOSLUdwDZErAb0Xjg3uOmpJKPDU2d3Y1CENQIlAe1vVSC6P5hYI9vH67wQviLknrfcq29XNtd3X1tJ+4NWXGy7b/N1tjpPoR0LHIHcjhfUxbcoBZQPNjjft502NJsig6U7HWHyXZiapKOfxQB1GV0YSSGhb/HFy3rWQLjBPTyBL968eyVTGJChheXUTd8Sns9bD+ILEOSAkuy1uYu6cyBlhguob38ZDR1ve+wvrCRFYuJqhrs7iGfWm6zAhzIfioNkASYt24zhlWNIPNrnCmcHLa4uQsEQvYkvcp3oPfaBD241Nr5fQUXVpOGnfENTDvUh/wnNM0rUzRNiMGP5EOgcNHpo8x5Sa/C8S9Ry7NN8plNvRWMz4C1XnX9InH/Fe4Ks85N86stlBnc39U+9iu++T49LCHUxxOmgLpi9M0FcR95VP8Uz5gmUMTog4RhqnRkdk+3GUPuF43hQhpMR8X1R9gUOsyHBJewiG1h8JMh+J55+H5mvnF3ZVtS8A+tXnFvHwyu+DZ68G1f4f51sNh96zFb7D/YRFQdjModT1rLjO8hBe2S1v7TdvhFHHUzGKSghSjIBZ7ckxuuOISd1JBs+09LTQ/w+x57jJ7LSGH+pLrE8J4753o8y0Bi3HuF04R1Aa0EUZJUvD+/xS8SoGWIAFmG4DX+lRpy1ft3oapCpRBZSYg1MFYKF9H+808GzYsDUkUc7jDSZdFDNWhjX+3vIdCW5TYLqKyYXoDOQApEh+/ZvZ9wA/sJjUHmQajrcMUWlitKyY1euHMKHTe0RUkVmsL6ws4vC2vw1uZUuPD1uowNLNA6VUBEoDH4xaYZN3Svxaw3TXXTvstn26BQFG9aOmuL+q1XVGEZnE1Um0quvwJNpFYwPoMud4uutnbQsq6pdbEtW1NTc6n2BhKfGwRikLm8SWEQD4e1Pzf3eO6aAMua+uOTQPrLOZibsHVdqJRmzY2N+b3sz5FIqgGBC5OLI6aYe6EV8IIbD+KAQMaBGUtmxrMO7dwnVQlYtZ2I73EzNThouw4coq+UIQaJu5S1rr0cBtsidRSGXFt4EkMafmbX5x55j9FuL6JJCNq4JERZ81xsRgmHQBshWQRRgrGvy9Vk9EkoaXs/x/CvNdfDLDe4ix8RcrNd5KKAKkHwqxVvs5dmuBQgbdYLXFvsdWyfosVrIllLg3pbSgMSWzY+n7e6mIeLkFOocrlc2+TOOcwfTRhBg8za4i2lz2Sz3GYCeow9rAETj//dOpv1jJCk9AZwnsns69Koay+ESd6+stFDvxiEBQaGrgaQtvMKg0PU+MbCSr+y/RtDm1LVtpc3vIqXr3VIcgRbiFVbrCldLJRTda/KfvPqojYTGt80B10X2PfDoSh27e7tMwnV/b0rOxhxMhD/swZhXDuMKcXsUQxtYN96sdABu3R/vka9DfVwfY9h+OcjrY+3qta9lwhO0kB5OUmqt46RrguDhGjgn26oIsMc4KDXH3DfgkBWNbA2OCVoNtKPGxMpjoCDczcinDGjvao9CugEFbVPC2U6qBqFI+aC6EmIDwTaj1t6PfCtdlUExaiBSUNr//nP6KuLSC8nIY5JcF8MtrjR85+3bV9iJkL0tIcatzRj0C1tqEYH+nuUhUh4uoXyYDuFS/Xx1LTtciRARTcZYRq6MHxlOMippGpZem6v7tUFVJq+8zPcQoGUYgxkJm5EbjK6tzXs5W9xL2dCBitpgO95br17Pe6hpHARYg77nwwc9iz1/vKn3NlpT39CofzbC/8MF8ni6R3pPLcZgEj4oqmjiWvN8hvZOOiickgYPdKSZO6bcPGKSS7wHOe6giMoBHHgtbZ8sTe49IobznEAatfrn2/CdaNLSDn+iYpouNE0delQTq+Fe0NeCm1LRt9m0ySCKE/+5Bn5hMbC81X+/QZD60m3Vp9/R4RC/MP+XyamFLMX1T5buIcCcojL/ZuHVWoh/DFGxa2wACQK8XFEo+8i3qcxIYbklKH+/8MyIfRMJet6YK9WN8A5xUSOol46yjYBHkiG0deAiRjd5oG5KhzhlhiEVrPwGJ0/AHR+z7dq533x4y1TNmxruTQYxe0Qd07eRm2r4uXrvAEOwsbFiKq7NCPrNhc0GXixo6uNrmL88doc7c5sURA+5JI2tNuBZFJwFJP5Lpt0BrlaaBxWOUKhbgkxgpxKpbUKdYM77BGWGzJ2Rc4FVAlsS13GsduyFa+yRAjJq4h0k/fm0JXB1YV7FCxVZE0nYx1Ll2VWTC6Fi1Dqb9SPcVj1uvV0k2JLVYMXKc1q0vZ2GiBqC9Gsv1l755sgtOhVV8HXSICskbCuX0YH1VBneUNz/cHxKhQgFmUDqmFl/9qys8z/arMCaoHeNLLsbzvkECRiuLxpUtPFEFi1gLsFNy+e2DSF4GmcRrWTyeMC8r/w7WrfW+g400uR7yz/YO68GEopZkAX7p832FhoD6ETo9a7q9crtRAkq6sX/4qB6HJrgzb/6WOAkqe/5IIc8Fp+YRlFAoQUvqgcrkUNWvAA8zqRcU5RJ7NOQBorD9KiSJ54jO6G8BfDOCRRmLFZKGMyxchnHunvy2x+G83b1DC64rBPC2GuaD0b3KN3Y+EZWiQ1QNpMVVM6uFd7VKgzgnQfXfH1xxux54rBYpS4963nSjM0R26sHNU1zkMjQ0NS4nBQ+6IwzCtIb8Oxax+H/fE9eAu6nilyQUA1wzcKTUVD1lA8i0KYvFcuoiP4X03Qm13bCg9vBRFSyxZI3ayF9hXJEgaKGUw9UZlepeKE0kgDZCQGq1WDkm3kNh3Q2K1966cEuKk9ER95C8nibCUFgnC+wXesbgwmu8lRdtTmM/laeZf/YWX43Wd63ct9FckMobfmTZP/Y4tSKzD/WZihw3+ZWUx6ZRvf1+TjhbVMof4vfI6rzdsR6s0WSbknN7N49kaRqDSqWccL2mEinMFEFEqHWmc99L0J6MLxrxh8ahapgiPAkhr8MG8EQnq91k2KDNubKy6AwhOZyWs/ghvA6BQqhqmPCdeAUtS72n0+yh4jN9D1ZzUZXI8x4ZeEcWgSKTHgBwT+nW7cit335Na9Und2toDgKwfeuzWVvbbwtPWCU7v+rwu8Q3OWmH+w6spj1ABBenvas3stbFYPmPIUomDEg1w+e6rnCa8pyZ1XuC1Lo2NqyNylM0RdjAlRtdOW+Awf1UI9mogspaQJyu1nV3F3Q+u2EkRJvHja3bxKzzdKXm6iS60wZOhKC7U79r1YkV4pDtaxqTDMA4jh3rzS0qNXedBRQuraJlh9GsXSX2kwRK0alGw9tymB/sBWzRavBzaAQIDp9u5djPZrC0+HrQ1e/bXWPdaMXbHXEprKkQLLcX0NoTtVl8tNrGT72wrUwh7qHl4YIqBtqEAcW1ptbJgD4YrOxKapP75gs4hNk7lQDctrwjbDpygQ/2c0P8/cmxg9+UceKisfJ+/wYK0AgUOj8AyQLTTAFyEDXA/e0dVC2Gb4g9/18Dw0q4zir27thXSvtqqNDf7/xkAFdQFi+FDVQoPaumFlKl0YqXfpDcXxMEXRFpa1uR80+/y5QsXmLHD+DCLfdWSl0Ik/hM99o0fmeHbxjSsTmqLABeHa/cLLeFPHgUzhvubApgaHRR6uae9l2Wy/Pj5DgMZjIcM/vFWLn8IZ/RTY+j3WmwLFKGwMCwtb+8hgYeHbZahYJhlVH6WGg0tnkEYSRTJhkEcevs01uDzLJKAKGPQHxkayUZKseOQdX7UJyQ75L1rB21QEexOEKhucbSlTaQh0gg/nAJkDgCghXPsK154BaTZWJhw8dal3SLfP/8QzTxIg47JuCJtaTLlNjUrLH9aY/Z3QQIDoI6qy1Ltk0r92kg9CXeuKteOFsGrWRuxvrDah7ppSaxN9kLn9J66uTcOl0obakDnMv3uE4DemadIUYsohNE3nz7gZfriwb3D+Fnngkpqcm6FpDMIm+eYeWgEaRcqg312z/wRc8H+phkn1sP/nJriRsmoi2AiG8Tb7e8sUOyTHhMKfcZhUm69cgBE+qVmpW6tQ6X0R85+sktktLfet+Ngm4qer6s/FcCRQT8Z5tuZYz/iDBu5u7w2P3znt5VlTePcs68ga0DFgjf8L/BaYuRoaIM2QaUwhcMowAlQBrQ8E2Y5o9YMh94+fA6Zsmkahs0C3kcPR7Y88o9cE7wr19kH9PMMAFdpXVY1WV6OOsz2cYYGnWcPkbOCo8CBTE9qPkP55srDwjWK3ZULE3awd5Eo1DDozg+Adg8FQj/JhgPvQm1LzfmBrX2+Lt5KOs3rHiWPu6J/NXtmqBipW7wB0jwE6Cds2fqGrkQBDs6ZyEbsgO8P4gle9ajjY04ul7xfTX3xfuZ4JGr8cjn5vzCtt7mB1463b3SiE/Zt1Bm0OI/FMUUyIb2xEaFVYyOjJVEASmawiNLiNCBZXrzKZpQCCWS1rXDJPfzQ67LYBRi6lBWK7MDQjfQCYbk/ut8dqNuUxO/b52MGs0p3y/fE/S/OT04JzBO98kTRC4n5vtW4X5gAF2zTYMJiwpxM3+ENHqiXyftCZumlOnu2fDE22HgnSTrM1yW5DyZ9DU7OTSDFXWaGsgU/s/Vsqbo1aG9NO65vwGMB3RNTjBtAO+V52M3pMna/W1cXGYNjOMZAefEro2rM4iNWQ0aDYPDTzLCg4G4AmQHpzroit/OtMzfN5QAOUwTEKYNwP4W2A9OL3bIBEM9rn6dCsBQs0EpR/N8oUbEKvqQKOBCfMMX840JJIG5QBFIvLG24NCAnCt7b0kWUVDPVbhsb6Sk0UqEAjUYjcXFBwdsDWzUbf6DNf+xmgT9bLxk1/1dWKd8EhHHjK+lhTmZogoBybVeY6n7bJ78GcxeRLGiM6nGBPwAzyf6SiSufGCNFi0Oya0IaPNa+QQHDU1TYjEOYz6GJsa/YUhK7+LSg4c0C7RZuudUEhI8B6pxht6P4K2dvDXr4TxpDrqUXFHQtqEBk0QacxU5EMi2qXOh1YhSaEhI42ekEEONb+QWQCEHtkICy9z9ySD02NcHWr2bQARmNPpihuCNtIoqDgzMAHRNaEY0Put35wU9bKG2HoQktz2fBtgZ5PmjiexOaCyv6VN8OoPubklyhOCJMK5Lk612nFQsPUUc4EetPWNlJtCEMRPM3kg4xCOHdTkOBvmdmjUWZU4OBtBneJjmccejApBx1GHE8d3uoNiGPByeV8DPDG2+ifsEYNEL4+aUSdAmM2di11CL082+xm74T3PAcYt7M+Jtjf8iZU/sfIDTQql4CT3hCBiSLtecGpFWozHvuYYwPT1/ekYTDzSYh7CdrJtrENsPdC8r+5g3ReiUrEUwrj4A8Ber4+Bx1GHOvg8+1vgyPizZJsIcC3QRizcR4qQh0vaYBZD+ZfXyAKTugY0F24U7F7zY6RtRT0+PF9/pjgTxAfI/pch3Uz0eU67Ch4v6i5k3S6fdxXqOlx9dzdCc4L6rGU+PRKHdkmZUdi4uVJ7pwS9L20zM1kMbP/1QkBh+TfSDb6fRAYrwEeQYDxFdsRHEYPg0PiAd3c+yiaKQT4NqDk6GZWAC+GdTvXABtFG6J3ciN86IH0CVPkM0I85MvOCVoROG6KqiH+K92xYRD1J6GxwhoRq9gh3czKi0NMQWbWC498THAM7D+opkW4wTXQ5b8wBzRC5Nb4+CdPbjRpY3w748gbo8xnHXp9NgdftPSdTt4CGwu7bno3HEUz2d4fc8bb7b9yDBjf2WaB+geTyUrg3c40QLb2zE9dE52XimCDvmbHSP8eocTjxntg1+YD0RNGnQ1X0CaXU8mALHLQs3zQC1JUeH83uQbQ30w8o/eER5FfvyiynT28LD1frSbqo30AciSXCUx7tvDLAt+BhMK3bI+Z+j7f1P5sGw2+w7gIB+0JDgftBscNXxb4nqw7aju++MqFXnuEK9929AGt7w1O1XKBO/ZZvOgaw9aSDekAUlFxiDlK0M2wCZ8S5n7qCgzE5DLH6MaHU7WnST0qX9tsOo4G9pz9LVI6soghbRdPfzUQNsW5115YQ/1scT8TSj5GYG0txwjmFCW1+MNYTS7iO0GCuzbnqkxoxyLAmnoD9NEBudfzsdzsG2zHrBrZnQHUH39ErUyomBpB8Fk8/n96hE+88f7Ct7Fx6lEZbNQQwoHOfDuYKdG8gg4QW5KnLrJm+OCEiHUPv324I08qlH1ldq+zis/Ynz5+0eELE9zmg5ux7yxzB5YXtmUKtzbnphUdboBHCzf40R51i9fQb9VbM0eDbUoUt1chFhG9tcitT7THs8eLrilsSJYuSQPU9iGd3+8p5rWFfXhBuMfwZzJw2UUREjWE5HLHmIUM3FDPo76xUGK5puNI4E7KWYER5uMXFkr5WcEsLe4ewoNqV9u4MxFPqCYw35hC/eV5KjUrdGuRb9qjmlzEd4KNcLq5KqmiECJA9p7oIsoaUDt5P039Pehn7wKqZ0dD/wYVQeOEqqkHG3DXUyh+MQvz5Qhaqx+6Mt3a4gOg0e+IJnYocKlqGWdIlhCEJ78K/S5EaWyeOoZLU1vg8f20i3lBOgbP3OciWLjbJbclpgbo84DL17RTx5OFNb3vKGJCp21f+YmbAGWOBhktOdtoWTvm+RZDWbyhtmGDq4UVAwdv7v+cktTefRBIgsLLXrLcWBj466EQUC6GmJz9T4hgbtwdk2VaWXiEQlvUbzsKFUir5jga2LZ4M8nCu6kx7VAwT4v74aDirHYZtqIOawnlAut9ZSRp4mbSW6H7elMV1fTuBMg/rMWJg1qcrK3Hy6Y5wGQTYB309Bpsw+McozYHqGqZVDe5OyqQSiDhLu4NBU/TDLw2uDp1CnbVb7barwfObFkyOYn5jKSU0cYdQLph4N9w1JkHGc31bCL0qB3pGjxoq/dFOXBikMM1wv514c3yC5GUZsB+hiZHeuz8qe348mkxzc3JEYlyKzjfFqPNbShhCmRge5rA1cJys72U7PLFLEkJiINkrDxH+gcBv9Wuww7zfbNwz3bqFWxj4B2Sy7UtflPZPFRtD/bgOBJ4bYFbWpuOG6rP8kPa2qRwF+koLRP21T0JrwpEycYJrPgojOUZpdcG0XTTG6WsvK2Ft52WDdBaLkH51djjVauvAguct0Ij51MQIVjW948Hx57gEQg9f1qM0QpzDdBMk2ZHs6y0kjvgxjm+8TIAF3xd66MGyEWSsAUPERZYJv4LMGKN+tTuVnXvZKvSgDhdgmyQ7DAHdw6WmP6slXnaEHpwx3QV/hkFRlvXuM0tNEB04qhziLOoynDzcP4nGTei0ywhfYKjQ/qRbcPiKqRtF8j/BdHWduzoTN5cX33qYUEJezFZ5R6qt33lv3BY/ucbCbpwzxTLjYXhxZqADk/uVVC3CHejAzRInmLZtN0v0F7I9mAPjk8WXts2cO5u6ZhkwTGmHXa/s7RMA/zzntWu15X2kiYy2fjXEfaXZ3RK0ofUpCtKY3xzJVbJW8GX+KzdKqU8OWiAvOOreaN/8Jk/gGpB/Muc6TEVsXWRx97MSb8LZstsfCGyNy7cgDpKtJYhr13b8x7lHaTn7lTTkomXhBv05CpgxU0bzTQqCGmIV6qWhR9zt3qAzGKl4DX2h/xYCjcFuH1kVtEoFj/m1Yx0huD721K1424r91oXr6DzbV2vuJ2zVoKNv6S7oLRXNhDF1wKglkir4fa20dEgzc0USlNnFNotMGmPZ6YovRCulo28oRQqWUqTVnkte99KGNE7rxgTephUOkJ/M+GIyZlBsDVtE2drgXOPyoaIW0O3Fq9JhyOi48cL/FO56F4pZ9NN11whs0V05hcKBiAtE/aF9sZWAm+gDoZcc4G9/syvLj3TDtXEoPn+Im+B0JK9YmtPo/ljMGrTqVHvoeeGVxHq80PHAqiko537PcL2YgmgiVrWbCLEv0yJ9cgK4x3DbY7G4ysxY3u1QiD7UQGEACS52hQg90Hl6Jip5ns2E7pEPOhUh7FThtxaM1vA9HdxWcEMkEcU7Dycx6YRP/ueVVS+bbgULP5VF2feLq4v9PU4Hn9hT3BNTLVf3U4bslNVkyM6fX2XdugwtHPJZMi/WAX2mFabWwSneH/eS65aa9EjgKvuTWkCP1PfhN86Z9CoTIET/kq5+Fe+UcDIYgAXGvqIImXMYW4YzZJL5KwlDEYNoaihxvSC42sLrOUiuJth3VaBrfqeuPhbruaJwJjWqkp2z9RX3SxwGCew1587/dWlV4Wg0F5NEh3qMk9vCd/mcqBber3d0vY139bKug8NUFdw8l7Z6OCHwIduR2Ew9Pmn40Gz54+B3vAah0lRx4VPClmIVfHl6IaeVjV2EEybslS5CsmVX38ROF8E5qPKmhTUsbE2Id4j3OTOBKxRqjGov1bMyPHqMm4yC7RRpLorw4VManmfQdi25lKPpHBc5HMoH2sldq+zfH2IYR5w1dQlaijamvw6Sg21hFqaosnxZaoKRFrcU9roukLac5wqnqlGFzNXyeHe4gH9EyvT8Xp+tbDwKZSpK0GZYoS/kHck4JprTwGeXCW1z5GJs2XzLPcY9aqrXEyHiqEXOD0FuWVtz909beYczG9i2lIFIYmnVV2B0Fy6RlKST4cxAlul9kKeLj0KivhQFFVNSJ4xN1Mtz4i8Z/g5pdXFvX/v60EPZa1lAPVjxG06NPrMJIwOu94z6kxCJBGmlDlpSiEih7e9ihN8Afyvc9V4Xjw4efbJGTqgzwHSKT6ER2IkH+LIUXFiTEHpuhNNAW4yj7Hg1XQgJ5/bSCk17ly+BgIv582QNM4mgR/OGTQp1YSWdCdgoD9HH8HYdM4rJlfG8VRT7DE4o03X2y2Ul8qGwNGRhiGfnh2nAx0fMiFOCjOLEFW9EBMqHWtQ6ixoC8ZBb7AHhQ8sEcIC0ORc481YiqvAUvIyQRSX/KS6H7T6vfpFqHMcqYhXN54OQ+arcQB/ZrVTJi7vFpMvvufo0c4NuDV5XdsC6BjWe8dj/NSVJrcKxldqwrFUE0ZZ3aG3brXZrOHaawj9B3E63KEHI6JSUhDhBBSrEDSn6QN4YOA7hHeo7EH+JxywgtrcRLLqgjkZUEsfCBdqWpU+EP9JP8V9KE8lChChnMmq/B2K5G+ZQTx3MZ/axYYL7BoChEDpJCMO9j0nGLtr/tFb6duflzUx8pcJ5xRtVt/k+jueahpoMGVge41jnbS/Sf6fINas5TM6aJwPYqebhCO83x6BTggyVo0U4B1IJApgzAM22xtg6MsnpX29HV5h9GqJRCt37+MU6JDB69N81MoI8J9MEKC2G0LIP3dzjHFqIF+pUWhXSkOZaoNghsVNEadmI7Co/ikoOP3Ard47llqsm4NWyOMDb+X0x49O8M4fzJgvpuhbLurxwhK1D/iP1Ja//ka2kyGsaQAMxgNf98jdCeOr6MjEeEbo7mDAH5fZYQ/VbCGRDCcfeKI934YQ+SfLzBiJ69boGkqKM1forVHENlCPDBulabgWFJxChIbNxhqUjNBwNfaFBsjWTjN+8OqzZ44+CDwfqG9NgakCzQCmB5KgOoef1GN8qNwF/8AgWc5UFBFgRBY40VnuHr/X95dB+Ngfz6RNapk2/2BXRhFsEZhXAX7MNmI0o+nRkBLqJ+1NVjQRKJLTsNwSFPyd5CgomCtiW4XBzYEGAbo8yHQ9hcCwzFYijxVRkKNwRMDoPXWC06HPfk81zMpNjU4vsZF5yIORK/J6oQI4hkTIoUjBKMu9u13+l6UZmToNDEAiooOBqp/qXpohbkxKI3zeCaLQCCiasOVJuhm1ENtD5u1GO0mWYxCpoOD9InRWNFSqKm5MoOWbYOrbwxKVBmF5Nw94hwb/1hEn4D30vW6fbAOuczth+h0+YQ6vVhIOkXNSMUCxM8WQlJOHpzNtFYhNlMfoWiGOiejs+wNWXCeGWExFPzrSOQSeDcwvSwWm+hPb0cyHxiPyEAIdguOIZ0HBKYO1UXYo78L1Rkvb7XDDp9LRY5/3R9SaeKf2/rb9do5A8SFjRkcCFEGjILfnnokWc4j95NV4xwKD215Vgf2g5FG5EyV28y1L5QhJTFukHu6O/HkV1pI8Clm1k9hVECWqvS7qabmlpvunADL5QcnUaqWg4BTC/7ii2+2aYtNor1RF0h+jazKqX/Vsksr1xRreobXbTNdpB+tHqpvbI5JDrh+O7/7aAdX9Ms1RoLbXG2iWzxROTjbmihiNfa6SiIfTRKwHMcqqpzkLOKw30ZhrTX5LWsick5uJwlAU2zyyOAUFpw++CwyOQz4QM9payUvhQU6piegW7JzjNEDEHtfcp+wCEuTUg3wl+jKrIy95zafGIAkKb14NHRD1QNWry4f9wCjQxvg8THhQU5CH1M58shYISY7PcxKaHIWxN1ROuiJzeCEL+yLnLCQpmvSrkBq6S+UDLD0clIbZCgpOJfwFBL6lYFQYIHdvu7d1lBqCPsHpqZFH4CbibZr/qew0qCJUUCK0XETVjBtqFTO+JCQJHs02OkmoBwB1PaiNkQrjozAA35HrckMYxLQpQ4BjaiU6NsPDMC48xwNQTZENzhrgG2R3QI21l5qlKSJSmBmETaDBnQoKTici6fGJi6yTJcC1ZwSIEHyNS0b88pHe8eKUdhzTyCSZpEu8JRaKtmggRshNUCqpkKKLOsgvvDmJSMg77m4g2fV4EaR5CX2bwaNx5tobH5xZUD1NG7WOaqtC5q9jppa6PAUFpxLOeehf4yb0zAmaBgjQVhrtb2DFA2PCHxfYgU9dp+EbHCizMZVLd9jJMJ7/6M7qTJ64AixzfguijtXDeJg6YDNRBef8bXyDjn9yp2BvWXVjIg2p2Q04SZwLmh0dyWLTuCpJFrIWuKAgw4lPe4kB2WDH39sJ9CwQIMNoRkiYpU3P3v6Vl5tPEcQ0LpmLZ6eaJZwM5LmxQDo1L26PQGJzq8D9ZqFzM2AtrBgGl4zXzhXAPlX5qALWZXhrdPugV8iAdJMEXgs1wGq3UttMabDHr4eqSV5QkINjGzeeCKo9MjCk4GSPOSUEtsPpNv+BzIwBwfhemje79ymF92eXb3Tsm/d3MpobmxgtIdU3aNh1Zz4BOODDeLmzyEgOJD27bl1XAW3/wEm5zgiOwTkx4mNgy1UzH7Ubt3KTs2uwbCxQTc3sv4KCMaDm5cYTAVs2Vxk5qy6HtCextXG2eWiAUfUbgyObd+iuc8M75nZo9FCWECifnWtGZNjDEmv6cYFdY9sE2yq1MQNYC2IWXEBeMONAuvIwC8RxRnQRIDJ3icMDe4Anf2RJSl8VHgv18AzuzxSoCmYWp2A8rE4/FOgJfzefBGzOCW22D/VBhKe1RYEPuhBov9XAFkHG4PAObjAamGs53yGzo6IG8onh8slTOKb45P3JqdFz1HtQ9epKIKcAEbh2l7RoIVuz2XNJIsu37ySNaLDGnLI/aOE4PSuzjRSCr84hol93mQuOA9xaLa/7M485E0MTzJwPc7HZ8qZuz/4bpFGom/b9MZi3hHeDd8Fs0RH6/eUXyxLC5IWDKVpUdW4eA9HfOP9MCQTV2PXI1UyPmqDg0sDIfMaC7ChvgRDJ+hgzlYsO8RFAnOsTxgzNhwIFHxwPbONWBIvfgneHttZw8weB0GyOG1O1NwUatEB/aLVq7WjKIab6gHfR7gqPYxEzioZRMJVDvI/GbJHfKasjEbnHzjpmOUbjJH5zyLfGYxExIhs7PrwzpS0BiXpMqKCwhc15YDMefHv4KBqp5NptnBOmRyZlbCqG0KBNBMmposqx4B3BWi1VOQ2mqiUGQjOVBhhm2uud0m2XdTwch+T4zu1/1uj1Mvh5WhwePpVFZ7PESku1VyvzGDpiyEn1AvJUjEE1sKfTwwxtACJmDntaqAD1vCvzBfgQN+ttlqpnGsSOz07J6hknuRTawuKX3McjL1DBRExqMgU1TFdJHoodhw1QqkZw1MkbZTcjwKCJNHradBnOCXVhZhBtmtaVOioMaSTohhQ/69AwDblIUdP26T+x0wdBor9vTwAEysn3b4aaiJCRgezzrtCou6YCAg2xQJAxQHBMKiBddIzhD8E0YQriVS44BlgD9SoN+81lukYwVq1P/BybN+LUpyKOo8u9J8wm2BGhUc4QIuhpBncNnsZJDr7Jxtm8+jgW/pMZ0DySPyf6QDeEOXBqNqI75Oos/8ZXvm/ZSeIVtcf4mFRMKQhi2QebEERyx+SXHChXcj8LkNCn7utAJ/xwvvyDaS3goa01ivvWX6HhNvarnzSTMNjRxktmCV0NeMoDrUHiVo+7EVsHScFgGvtt2mf7qoNN/3XU7NFy1BeHplPtG3s7TXKIoD05JXLknYWvsoEBYcPPNEEVKibWBHe6AnhUO+H8BMApQY+Dk3z4BbgswYeZkJmm7khmzGGGrwa+JjWPyidpgLQJlAMneESdli4aR8hOYmYQe346fc8CzoKwqGRU8QfznQHHfF08OXuEP0IdjINh9DVzAV7jx+C+Dyei2Lg5Icr2rkKOid9gGuKwXN5FgjFZ1aHObzAmQDXQyX5wcIs9v8cw3NCU//AGr/j0HOtOHBGCxx+C6HqY/qgcrJEgIZAfr44c6cBjbESDwUA3UqbCbRvqV3VKKEmHZSKjEK93kMAcXG3kjRPNgrJYHBzT5kIsZ5bUqcRplw9Aje+xivWI2of0nQrTXyCEnC6w96EoAQ09Oqody9n8NAS2NFX5UhZg99Zv8Dz9dGyAPCYnMWUeh/qj+072PyJlCsNTMiYw3eDm/5WE45D7qvQ5QrVcw/N0FriegoC6Z+VKg7RUQgzX6+TYY1wq4/JmCNKr/j5kTJqGcbllMNnDbc8C82CjExprXoQvPZtdz5DCqlAKo4lieTLtGOsUwkug42kG6pMV/sEhFqrGKO8XfrWlAGpUa/dvDG6lqXDXK7qqiT+ih0sH8tMckcW3Fp61nNFGVPc/HNZRGsEbDocn1vSFnU6NFManMd41B1krYrygdIPByKLiX7vx0WaogbW4AEM33HQBBHvSLvgmdwAp6hQH2ebNp+ppJikFWoohAOZfy2wE8LUAimbGLAaG1sGR6miWegykFyrtQW4cwH9ibLemYKcMNbkk92n8hDsTq11fmzo760furcy3mDhasGmYVOT8Y99pPvweHVZfhST9or/oZs6PupdaskgRXv3WGjSLUO+ISSHtFxEz1UEfOznc7dAPDzrnwe3gFjPTFq31T/AN1hEXuuEor/qHXwt7yIcHhRSZ8E7AhumRjWLMk3bWkRhhUEGvDku1uuwgBoVWtPDtsfZZ4XSkF2OzmegqAKp/iwRPzvoFb1CgVkVoVWBdJ+lzQXKK5uYxH351sGsqJ0vD7slME9IooMcAEEICSAizQwzNTjIE95Z2pDinGqdbRF6KWKN2Tc7+EYiGY8MM11HKn1oyLFICuQGnPXkLJ/u6BkigSw2hNuJnPYNdWQY/payjPTkdjbFhG46HpjdFZuKBsTiqkwbyAWRIHZxQbBENs1AIi8C/WKarQtvVppGkpGTqAJvAVXOx5s+w+FlQ7k/KFBnC/pmA14+pgi6ZNl0YEAlYDEF5AW49DKa22dt3bAv6SMtEbCagkymBnhWO1oiUPnf0p1F8yaBy1/nUIcgUpLTDKfyhcjXxRIsuiBzO/Bcloeql4oSZlnE/+07z44loODd++vAg/QFOJg/v5NIAKxrkQCcQIP8RMvTiLpQZ+UJiuyiI4mnz5GYZDe457icpzIRTMiXHzIYfjzzwyw5txvCzU56k29zBrTUH/dwlGsb9cMTJYsugnzvhk070ljM3UOSJlQTwEquWSScIEJPQAe1AtU1G01Ss0uHVYXRQXg9B5KZgNCmwouHi9LRJtF0zRUYAxGSmNLpc+I754ahRFse5jESJqxY34kcWHFzz7+cUTD8elLhyxJcCwdajZIMht9TgVCXzc8SYpw1RsHg4hT/ebMzIv2UEX/CyfwhflsToz36xnLVf/XTYz06poU764aBVXuTO4Td1Pn4pDhSMAdctdVNHqybFteHX6ksnQKsW+TEPm5Vngp6uJ81f/cPvuJ++CuC/5O4nN8UfDnWncZ06Gc0mg7sIwey/ZDRLsuc/5qUurUxRezqbr7nax9lGhgA5cJkUNapLTmKUo8Vn7SNJfLRs3OOfchCmgZFoEIdsIzcLSl4F9dCfjUd+SAa56PIEUJfkGRnpGPPMfiaINUMeGY7NQ6MBiSWhLSQDs/wwcB8hEDNl5AfF4tZZloLS9AMh46lCUx7arXCn68Mv6hQ3JN5odDl4+jC+/Ni9lR8jlvon/x7+yb9HBpdiICGQP2/yLgwarv4XDEQnFyp/bap/sFm8vjbGRwYurn3TOXz8a6dxHx5qtvzbtIVP9GPU1MvsY183JbN+bnGn6BnMbqmb8w9cRSD84sf647RePbQ8Y6gE1tUeaYxVZvVqVchY+KJ6wWMe2OAJKTADZEFIiTTpvhUUQMsQGrxFgNkCG5iJ2Wka/0lGxjWrCJYGnGBAKSgL7FwJk9aK7PifgjgjgIYFKqESQf34PTIkdxoRS36av7jYuMxdzrDiSlBXYhs620crCSx+bz3kO80F8kOyBtPoV03TtQs2YAkiYagvaPqI4slv0N1rB1ERmQoKVyL5VBoL4dmklN2UdbVwGPPFwQ1Z0GhsmO0bnOPXXOybf9JBnyxILVYehp/k2PjST76KzpJb6f0jV/maSYYIVrXVNCtVyREKCLtPMDQwGFpgX4Ly+oc7iZeQo1Q+G2pT3UuI6dmm0hZCWfOQf4M/rqgcZMIBvU7ZKiO2UrrJS07ID80CJoRSEHPucgZZiifZEqITSFa/UwMJo9IHwawOTusHlas2BLPuOppd4V8i6JZjtz0Yz5ILX5EKZTrOT2Yc/2EIGrTlbzjLhWMva7pw0Z1/CL//xAEndTIUZEj6Q7tWKawo9uEhmOrtKTPWPgyYWfNPZhz/YYhoyT6ZMf8ko31rH/se+bF4bokO+loCcgoBAlhDoaZ17LHxCrLGTw7ZLBbJEyduVsbaFnRik0IQfniZ5EHs2iklKV4MVstr7IeXFWc9a6izUqdJmcgpOOhjIrJ4w4E6JD366KH0QxQtpjCCM8ypBMWivDzkH/uerDm3oxP6GXqgeietVGWojOOanS0XFYfbffAxMbnrXDfXLG4I56a5ZrSPfUfN+qdDq01zHYD5aLf/PuIBLmy+FHPYZggYhzhUVY/vtRIoFQ2erg462TkYgj18w8e+DQ8/hU/dEM7uFJCc7JMZ808MKchgdjcmazSYe7K1LRwfadFHNgskWCgzoSZ3O9UO4lg4a7HkPsRU4yVCSgqDdrHDp0iCEZHk12XTH1YDPkyTMgOYZh8tSGHgzijVflV1qs6bjjU3fgiJLqO5pY8ddGK7tEIhTT256A74aKdWOfGiezTEALhiw+AUFvdHsh9ZEa44SmN0lrHDqUAQJ3z9oJJRcvuZxU1mmaeZSPY+uyQ3iMRV179YmAcuh+5bvM/iCpwdF9yzeULj3kMrgTe+9RJHEy3REO1uMguPMgUXd5A5mMzCIzPss0spZ67eoQXDQQEEdWGKjfv4G3Ch/Vcti1FVUAFdG0QQSC8+hSX7Zs2JPzfLSEQrXfyUWd3oDsGpYTWEc3TEz9zS0X6yuzW4+kkuNQMhi9t4FAPqPCD3szJqJQ+B2zjZKyCgIbASwqm14nKDHhhzyGUmQakMMIbs4SoMjcPoDU0cceHDRs927/Sn9oMcOrudN+QWXLZBD9cFV4i3pTYS6OGDYGprJlGHHGWy6ygpBRfZyiz10q4wMsRFZo6QVmHEsPTjzZxeDISGI5MnhKApgjnKGT+xTjidJgTms9JRYpmzH48nY87tVRfXFxebLQ7VHG+GrHI5wozTmXDRIJL9A21DLZXeHoTeFgg/sxDBI/hEh2TGL4YKDv4z19wM4DaC5ksrbygAKrXFDsgBlIeCTBwT76CpMxirfQQqn0fIj4AMPGTulACG5BIs5hKcDGZpOOVWnT3J8LNTfvTDaNToYo7BCzAfc4qhjENY5HDBjAkCsvi8u6nycLFppxfpjw70lKNBqbIhoElAd6OKLbp7w1h7vOfbzb4GUitpjm0LqYH0jItEoOQgiGc9BJePVxSKoSeiIw6hiHYyupQZSfOPYmiNiTBxD07QSFpXi6AoDEfys1QIBLEIZBnNGxrdnAYEWSQbvy5tlDnAbbnjPM2E7Dr4LQk3ykHFR41k72U3UzPgmsVb1Ol0YbuBwdz4phSMKAyCCY3asG80B2N2qiELJcMhQQ3qN4HBCLVnkw6HyHl0oKwODeVkwkmSK4VmdjSEX+YM5Gaz4BAcM2NAwykLeTTGpBWPjuhk32Croy224uVE0e0L5MGoJTpP+mXWrQ6wi6+H5GByRwyTd6s2xsoBbxAbtsgrAMnWjQIHo/B9I1ddAxImLqMuDrQ9OGW9AiGYkobHQF0FDIX1pmcAX3pLDSL0QHTKyKwZ6LKLtJFKaOUNgFw4MHauOU0wkfzD76mGXxICBprNPrbSzx5OpBijmdqs1Rgk5jvHwLjTTRlYXVmVOf9NvJ41jzcdfnZAZgFQ1zpvkAKcdy3VSSmNESWhEWknXdZM1DpS2QJXDpJYEb6+AqSE8mqpZ8ww5Jbs/mrcc6KQDOFg7Hf6+a9gKkxs3hk4geTGDIrJFp/1RkPoDwE7h/e9DxhkKyloNXA6zo1Ae5pL4Oh09lWZ7doF2ekwkXan3ah4UuvkxA/Ltm2rIjJOCtgJFInsA0avM4PEBKI3ojZaFMIM1ZJSyTLeOS1I/Ffo7xyBE+UjsFaNI3p4HaO9YAwO65qnB+8qZbsN7azdbtwhSIuRXfSdEqbrUalqxOm82Uc2u41LwXD6jgDpdHYQw60jgMjg02C2cxOsG/NKtdRgNUDl9ABt3S/NhF9qJ/IfcOpRbhi7kWxIMqeGAAP18cPvKBikoECIO3kWFIyHLR47nCGhVGJwzOen90SBxoIW/gRhEug4jv4kuoIUFBQUzAIRCJVMKoc4aazRogpo1HdKqCWwHz8S0EDibhfyKygoeFuARvbBIhj8kkw4DdjnujV9nHAs3EkhZm/C6Ocoul9BQcE7Y0fToiJAMiEfMyXvGeMkBjo5mCx2clBUfj1EQUFBwVti0Kn2uagsVqnagyqMgUUwp4Rk6vTnX/crKCgoeHsY+QUK1DP+ohwdTxImgMhP6miA+M/DFBQUFLwTdvQkt9hPCIwDnA6eMXkMounCfwUFBceFnf3OTqfd4at9BiMc+3mYE4JEkTh1CnTvgoKCgnfFjt4P0WqwEOnvhOECGAMKPlI394KCgoJjQGen3Rl5R478c3JUYzmL+zLlz77yKigoKDgWVG09DcPnYQB7U44UdBqopsaBhf8KCgqOHaAV2yhCD0S/cdIx9jkphOyd+ygbPmUAXFBQcNxoQwdsc5MGEAxVQdtG/DTAeNBBDdXdCwoKCo4JUK3aO6QXKIKaCxQBnhwJMl+jvoz8OABum39BQUHBsaHP3Q7b1W5lWxsO054I5n8iCAxY40D3KygoKDg2GLt0pGYNqlYv6oAnClKg8x8lKwRYUFDwPsDlBQyDtTPCHvfF75N6REEnBcve+U+AiOZVUFBQcJzgFtphN379T5Oo56QY0HJV9q4Cmv53MtIUFBR84OAasFZByDbgHP25+knxn8CsIUTQAI0BzaugoKDgOIEBsGYAuQbcB/UNTPk6YQrM6M8o0H0KCgoKjhGcAeSfZmoVuFsNu/zvkBOkP8+7oQIWAiwoKHgf2OUaCBUtYDDoDvbAPkZB80fIM9Gf2K8ogAUFBe8FA/7dcMf3Bezx35E0CI5cdAJA1okBiwZYUFDw/sAnYAiuggyGFTVAUwFPCMw68R/ZDx/zKigoKDhe8CW4DreF4ZPQ3agA8jB/KE8cTABHIcCCgoL3hDednR0woD8HU1XSAJ2KTgpGwUTRAAsKCt4jwH36c2Cc9gagHKiArR4VsBOCVM/EgMaB7ldQUFBwrNDLcNoSwUEC6hsLzRshx8R/lK0QYEFBwXtCmzuiUgXc71EBBMQ/JwUj3sSAosAyBC4oKHgv6Oy096X/7WTrDidNghn9kf8KARYUFLwX2G742RCYxFd1bSh8ElC2kQOlAJ4cFxcUFHzQqHb033CkGm6HRTgJzZ8BPefIfkIhwIKCgvcFsp/oT28DC0ZB4qKTgOcvUUwBLEPggoKC94LObrvCt8P/BRHnAK0WH4g+MdQ0QJJzIcCCgoL3gvZO1cHvDbgmbIwqBtprdVt9DzNHMGs/URRbBDkpXbSgoOADB98CAcWEF0EI0U8X7Nf1MPOCE11gP8LGwOZeUFBQcLxo77RBf7YjakCr6va782a/ALCdUTAlATmTAd2roKCg4FiBce8ulaykAoqCupwEPKF5wMB+hDTAQoAFBQXvBdwMsLMrVctoB4dWNeh3W/jOHVL/RinQPAsKCgqOF7udN229Duzognn6rd5gwBnAk2GejP4kWCHAgoKC94P2ju0HzR9pp98N/48+/zVgEZ0fAgdqDEyngoKCguMG3wJpt3fsOeg+NcAW3whpDbr8zh2kv8R+pGWKZ34fNC7/sH2Eolt9ff/+3dtuKTiLqO7cv39/yX933HFmIJUJzeAp0l26v/TDI7dPi/YP24g4c7TpMFncU4E2/xXJVcAuTi3bEpo0dEJAxokCpQCemCjvjPbXaJJ3p2lZX29v77oxxyf/MzaeO0tLSzdSVUzTrl6jN6Crzd4hKPbSnTW3Hi9OeYd4r+A1DHhrAvxkYtxHnvSMFXx7aZuxfrx1vB1t5SuJMVncUwHtg2AvwxnQQsk+rVYPY+AToZ5Ef8RZJsCbaljbS4e1x8vWTL7OyS3h6x9D49nYXnrgRuE1GMqNE/GU2ROzdYhvflSk7Vs9dzgeeEmnEfyDxt0bt9z0lrizfdlNDbxeWoLP7vbS3Vm6zDf3l259xOtSa1/vjKf3vdlNFPdUoPMGH5If9wSsdgat1p7oDyQ09xEwsiX5yWQcaArgmR0C31navolb4GH9HW3WCXBpXKO9uxQUwzvbjW5z58aRtAaNgB3i7tLSOO1yEm5vb99Clb/ePt4OEUo6jeAfNG5s3+IfT7wH4HqzaqHRPTWHafDm7v2vZLh9vENgF+a0402H/4uudeAOPiAecCCop9Xqj+uQ80BgP4G66VklwN6NpR/cOBFQ0tRMxmuAHJwYDfVubB+Z1gicc5DKDG27vb30lVS/Y+4QoaTnHne3v6JugXrmxBur+of7tznpwKmKp3GW8HarLUMzxA9QztEmMs8I0wB5vXHfpcr9P2OIZP4BmtmtH+/fCc3t61rrqC7fQrIP6Jnl2ap+YGbM/T5v1NWd+xgeeIBbHz1AnFvwpPMdD7ihUQRDSNxJCZ84OnwSWm8Bt/VCMJwGe5wH7HZP7DnoRIEamp/dIfBf7huVEHuXb+GiqwF8fX/pDRzQWqrbaiZghn9fWvpmtFHcWfp6WzMzbEbbbHuIexst6Q4aolHjoztsg6CWNpobEsgr69GSRh/IRNN5nyBiCJDMSPHeV/f/51chIrLKhMjErrVbdAiZsrLEDvGIEv4FnnQOAa2kCOGCT0r4wwc0QNU1mcwm3nh1hYoc5oD72BBfb1sFJs8IXG80hE/uWst4cH9pm3Mw1AbdfP81jGhJnoQAcdxE3FGUZp4IRAOGMojN0cSd+1/thQDbSA+/pU/YXhWdLei2GS4zEPMal/As45L3hTYUQNIMX4UDC7YG3aE4iOxHHporkB1zzFRAGwOb75nD3p3tpVugB6J750fNrN363100XWp7gzvbX/Vuo2HC9TIbhbWYvLDt7Rs3b7BNuzei0YCm9AANUe3KGtM26ctm2POJu9eahnl61wazX9+3HMgzmVkdaSmOd6u79Q7hYiPV2G5xde4qOjpEVpYgCzQb+G5Dr+jf2bbpRHYIEB9wGUxvHWJswucBrgEKD0RZqICv93iLCBcBlzLMm42G2E2zweYZgetNbP87H2HbuM+pBgTG5fwmmL8aMKkb7dbtUNdQRLOhxe37bAiv72/j0mZ5IuEHreqrT+mokcqdpVtdBkBgHG99xGCIcgcNlonQ/IndfV1cuI1L+ORBBdA2hAHRQPUbQvXrV10Usn9CKiCyJv+JAjk5eYbnAHdvLP24bWMQu9yvt7moAfJSI/oRjeimN3W4wR/Hr2lzQP1Dm0IMwIfT/w5mucnmu6v7PEY7pNgHoRs82P4x6xGP0BlIRYp5e4mdoMINv4fxiTrE3R9vDdmJtrMOsXvDMxS83QaxkZAK8gkb9e4dk9jLIjNcMKSCSN4hlm6Y8gfzTe8QlQk+LuG87B8serd+vJV61g1Wg1di1MWssThGQtiVN8gzAhqg3UZJUu71aBscGcwca4B+sibS2r+Rz/Xi7sf5yX/fxi0LtyrPs4+ICLTzkciLjmq7D5QPiI7pIdgeJ6oV/S6io2UrHxNX3iMJ83TCgALY0UOAO/vcEnoA+uu2QIF8CvA9TdUehUwBlP53hp8D3EF72V76Bgqg61WacPnaVumgNVWh+cCNjWnvbj7TV7HdgrfUTO4aLyFB0w3eUK/rQ5uQLcK1PUMYT5HzjHd0E76NDoGbuXeOmKKhvZ2lAHlysSUJnT5Rh9jFhcnLYgFeG9EpJhQFi750k3FU0rYyH5/wCbW4+eKGa4A3MUAAcMGjWmUzJmtLS1/pNYTxId7YFXJPtQpHmAO8D/3szV36CrcrhRQ41riRP9/0JumT3qgASKCAGA0yzy4OS5xmSYKwDLisCOCanvRaOYvALwd3ZvDN5IRPHFD9uPzR7uxUOyAe3JrAfwPdoU5iV1SS3ygFmt+xo72w4qb3h+qrpe37D1pv/D4rFoDOpUZErSmslY27K2rxItzvXTHDXfcTns39X5ky0GrfuUF1L+sRYQ5w+8dbvV7sENu3d+/6VA3ZF9JYioZcv2jt1MWWiD9w+ufO9vYtKY15WawMNhEFjkVf1VSROsTtIIypHI36MK3C+/+Hjhu4GjhhtKkrgOvlFx/6k3gPl1HToWNDdKMKHT0jQmN6sL39iNqgsL10Ge4Bmm1mUgHdWxmHfsI7os7Z9da8HZL8kYmHa7UNLRajEZg9U7RcXG+bk5ST0gAkrjeKMQmfNDgDuMMJQK6DcPlDtFftmWjzFdBzM/rzIbCWQcx9EtYWFha23Dwt1pZxF2zz8N6B2/KNas0fikKH1x2QRZLW5PoS3KRJ4T6aSMD0J9ei7t6QbvhDeMZLesBadvvGfV/IVMjX95Eb8PX29kdPjfN4uIxmCIOGS/F+HNDNl5shthKoic3pHzTiH9XA87JYGVwNMQ2QHdaVQnEdIJUDmsCY+lDgDx42B9je1tN3mtlIlciLHyYAocONCVGZNpV7RnjV84ZzEyQkM6FaDvCkArp3tpM9KGpS4UKe4SkZ8bI57klUM69ZC9ZYBM68hC9AujFTNdR9H1c0Ej4F17sN4sNnF98dzvqpLjT9R9NJDEmYb10BPHwI3F6+12pdm3GY3Fl+/8pfAEYKj4JeJV0Id0CtpHEeJd60TZPSfdTRvkHOur+9TQ2t5zdqD4cqYopv0hwQQvPpvdoMXrjv3t5eepR3guAu+P044oeQA7DriprEDlqIL23fhkqp+Rwvi2SD2RLfuwV9bg/aopQdRg+ZmuB5fXjCHvhDh88BurJ1i9crqFVsEKgSv4STQuzwomv2wj0jQhV/vbTdg6Idvaq8VTSvNxqGeb7GFfGASGA35hmapIavSZCQEuIz01wDxA23F4XxOUBj6kbCPJ0wtAjsrwL3BhU3gib5DVy0eUvI/JIGKPY7Yg6w2vqHGdpQBNdaa5vrCwsbcIWtop6H39rmL3DbWFi4pkAIVS3zRFMtlkCFEk4Kw5Ary4vm8bZAJ3+EG6Q3AKhb4Q7I23m4UbtbPqcH4pTCtq0GGpumwkmR+gbhTT0EbMU35GMIGgEj7WaD49185S+m6HgaOsTTB63BWLE9S+iRvJuPzAFKa+xhoMepIyl18gjCQCOA4K5nZgnveeAPHjYHCN74eo8jS9RmqsQBq881cqhW/w6WGQmhmwfYyKNnSopV/e43urxoPojeus1WUTfXrzc1zh/ewJPrE+AmhAkJ+PWGuIypmxUOoDPwWNT4fa5PpUJYDN4tOtech63blWmVkxI+cegxQLIfBsCD1tCf/iMHGRvNHcjUGNBw5BC4s/zaDMvXwF1VB/ogTmsiLep5O8tPKnnJm6Pe/StInqNfHvJYRrR07Sy3W1v06bQWt96+Gp7y0TZ7ruTBNl/QRPMBueD4NZsEKYIrsXut233XgvI5QF8naP2wTZXMCRANyZ6e2rV2tf0jV5lvf0Mm5bMF6BFJjbKb8P/+RrlCP/sBnUWdAHlHc2NOiA1zWx2CS3kP+EDunoltN27T6rIOwTeoWBY9F4YAfue/xWAgy/9Es1f0HZQNAvZsCksJe30EjeB8aICcA2RxMaK8j7sbF/VtMs30OzjLA5UEFZtPSeUheHWtAhWdnpouNKAN2JhBbeArhrjPC9PqBzOcvbYzaDUFiVEsPRS1LQmDxk+LJpBpgD6HoDQzJQrlY5i/MLqexLqP6GyjSIo57piyTy/6NBI+cexQx/J/Q6oG3YFthGoESMxTxJgX+U8UOMWD0O1lUXZr5Uq/1Vu+R4bDr/0nxsWa5GsvP3I3uePUBdvxzANjVTGWEuJ5b/mfTxeGCskB9ttC7QFt9CM3o+WwabbZnNiKeAcE3XDRzu+KNj8kPA3LsWAJ3GKTLmbV4au1fL4UTRtDjrsyeG4GaATM6EdjUnUCSJDM92ke0Qi8Gdu7wJnYQQuhoqbnAElo4GFLVk+YMSXT9HqgO2oEeirQOuSd7R+1POmCjyZ8PuYAu36NK9wvtn+4fSMtg0MlqqDZOR60ehwD5CE49da1SbUUXS99GFD1cFz6Spp2q7WBq7z0lb0V9yKavbZzfMKLYW9qt27fwuVSw7OAlidcl7Zxg4UCj7C3HlBUF8pmsfdMA0SbCNFbexK/G+cVxyZ84uAIGPTHl0DIen0+BSMGwlC4WU9zALJk3kZ/hMbA7jkWHeettesQfOserXJahcq3AwMUuuCGn7y27smH9mYswINoJLzworVorm8FNqwfbz2wQcrtr9A6rGnssqE8CBMmuOH+4Pdlzg95re/9EF5ReqPplaQBWoAwq/hULRtNcDd0lyQwlDGqBHmH2L5j7dw6Bz1GNYLQISR3Etum+ExRo6s94chlbpUlpFTXAJe+Wrp7479bDaik3TgdmieMeGHCsODMwS4vcGdJq/5nCW/EMOTAajDUg4CaA9SXaPaNuSDyn2mAhxLgHoaqxMoCRF2+tw/6Ml1u/4p4DZag37mRSp1YDpaRWHC9oiBXr8vWWjXXgrdBnC8sOBfwJxbOEqgBSv0DbBHYNMCwGZaNL+cJ1wCdA49+DGZtgavAa63Ve62LCxVVO9fl4CC3pga4RtKDj9xAhvdqsXRmkFUQ60ohwHcBlbqzphEUvD3OohJviyA+B9iqut0+ea8atHo8IcDh7HOs8Bx5NHlcAzxChBUMVRfbrfbvXLUlfUmz07OBGwsLj+sa4BV4kNLgo5m/juweS8n5QjG0QCTbGrzLEPjc47ws7BYYzuD1thHwLh+DGeyB9+zPkHjbdjqa9x3c1b9Egfi41zFAc3+HY4ogBVPivCzsFpxZUP/bcQ1wMNgbdPt8FBBMaFR0EmPgxH/Gzsf5LnAY5x6CoAkWnEM89nPB2UWHcPPR0LvABtCfFoH5z5jwsR+PcwSy09cZ0AfB7nkMmIIApwhS8KFiwc8FZxedzmAGAtzVdqj+LDSfA9QqcFAA56v+BaKL7Gf0d5wEWFBwGAoBnn2Q/6YnLmiAID+9CeeUxxGwzQFWrT3Y5z8JaF8xoPjvGIfABQWHoRDg2cdsGmAF/S++CDIcdPtaBDECNQ1wrloglT0xscE0wEKABXNCIcCzD/LfDHOAvhMM6UbPAYaNYHggFc0bnnfSAPGVxyzY58PMBQWzohDg2QfobzA9AUr/E/1pFYTPAXZFQnwRbs7059mNaICzi+FP/bmtoGBKFAI8+5htDrDDVRD9H5ImAQetbr/LRWD+P4gf50mDzJnfjALfdg6wrOYWzIxCgGcdH3002xxgW2vA4WU4MGCXyh9pb7DH+b95sp+jSX9HECC3/ttqrev1DX+LA6e1Lrf8q8x5BpQHweaJLy4AOLyP71st3hUCPOt49BEVwOkJcKfq+ADYl4H7Xe0Co5dCjP7muwysLDMOPJIAt/gqMGNtLOxS69tZ3tGeftryD7i4sKPzdCg9YI7Y+5UEqMOF/zje469feB6zoVz+s45ZNcAK2t9OeA7QhsB7NgQ2bxinH0+/I8R9oj5nP1cAzX0CtJ+L0F4eaN5v9Z+1OcCwYeB0KD1gnhBZvSd4FrOhXP6zjj8+mm0OsL3bCc8BugqoAfBQKezNfwis/CSIQQwonwlYuy6qbmPEe0W7urQ+ftHqrD61OcCKmx/MUobSA+YJ8NRv7+VTCPC84uasc4AgGD0H2CbdkH+qqtdqdSvt6gA6nO8AGKAIif7EgO4zFqYBUt3rmAbYX7UNn/V7hSHxz4UATyvAf05ZfjquDyiwzAGeSzz612waIJ+C4ZOARjhGPXD2R6Fpn+8YWJnbRzhSA+SOfq1rpME12/nvKYzS/kCE3NdvbcE2BZ8OpQfMEXtOfOFwjN+iAZ5T/MFFkBk0wDed3TbnASv+N7DTDpz5E6JhbhALUgxgqjdBMPjdal3D4eOtN77dn+b/uOXfZ3DemmVlt/SA48Enf3zy0R+f/PHoj0v4jTd+9OgjjYBJV/45LgM/LshsKJf/rGPWRRDfEdrnAUU9/F9g573BHp3mCGUmMaIGiK+8pkHnnfdvLj3gePDRRx/9gZ8fxxlv/vHRHxlfzUhxhxjMWFaBzyce3eQIeBYNkGNgIxuAtMNd8SPn0DA9AR0DLEOTxjXA6fOX5vdOKD3gePDHzT8efYTDRx9B1bskk9mhAror7HENpHF4J4OZfi1zgOcSs64C8wmY+L+YfPAZbNPt83FoYa7LwJ5VrgCK/44YAmd497c/Sg84HkDH+xd4D0RHTU8GHqT7ySLHSFqRwsJB52QK5+lcaChzgOcTMw+B29VOeAqwqrpD/PqgwAEO+AY2mhuUVeI/0d8MBPjuKD3gWND9RDxHuvsISh+Zj3ogtD+QH2mQCuJHj9IqcOCtcAifdAifdAifdMg/LslsKJf/rGNWDVCbofpjgP3uQA8B+gg4aIFz5D8C2SUGBAoBnkWQ/qjjgeh4Ch+jxKgCBtryU/1j3/xj3/xj36Yd3/8oc4DnE49mfg5Q2wHqKcBB1aUCyA0BA/kRcyVAZhbZzxXAeQpQesDxQPoe1T3w3c1HtD3i+Y+PLmlKkGsgGBvnc4D2za35x775x775p34qc4DnEhgCg/9mGAKD/uKLcDp0MfbNNEgpZHOCMrIMa4Ngec4HpQccD6Tq8eBTgBj76miaHxVDHB85XzllhYPO6WPf/GPfpj0Y7VTmAM8nOAcICnTb0djFEDj+L1K3r4UQDIGpBhpISnNjQAPJz/hv1lXgd0fpAccDsJzGvjgYF9Ii4yecFBQPZqvA4ZMZR0gtd0qfdGh4uSCzoVz+s46Z3wUO/4kJaAisqPX4c+U/UJ9RoKFogGcTGOdy8OsKnxiPHMjFELnBAMdEV9FgH/u6KX2ahtwcPvYtGuA5xaxzgJ2qs7NLlqmqPW6EAPYB++VzgPOjPzGfzoEATQMsBHj2QNrjMPcmmE40iIPOXBLGeFgK4UdfZIwViCyZ8o99xx/s0zS4ILOhXP6zDpsDnEEDfBMXgavBkJtBc/I4J71AS/OC8gtjYKNA95kHSg84HkDd05MwxoM0axnEHD761yOYHv0hDdD5yo3RXLdFQ/7JjPaxr5nKKvD5xOyvwvExQBsFD7rQAAdcBh6kOcD4NMz80NQACwGePYjouOxryp4mA3mkKgjyk+VmmAN01so/6RQsOiRr+MSvW+KnrAKfS/zBV+Fm0QC5BmI74g+4/R/IBowXKIcPRc+TfpiZvoEBxX9lCHz2AJK7ZNoeme8RaVCTgJz8k5Oejm48BpNMwRid3ThiivaGS5kDPKf46KPBTBpgmw9C8204APofCFCkJ7VvoH8IcVKaAzyXJv0VAjyD4HoveI4nKXzQBmHSVCDpT06+ChxJKzfXnWse4WPfzBYNOrsgs6Fc/rOOT2Z9EDr9L7oRTwujX9sMRjaw4NwIUGBWGQWKBM1nLig94HgAerOvMR6JkDbof3KFSgjX5hxg+BxiGDW6uf4pGuB5BTVAMKDbjkZH/4wuBVCAzqchMLS/HqwMMkf2c/oL/OcK4DwFKD3geGArwHz1F8QHxpPqxzPdeYbrJ2EIHL9uSZ/aIRjzTzo0/csc4LnEH4+oAM6gAcatYKgBSgHstwZ8EkZqWKAjDz0fUJCgAYoB3X0eKD3geGA0J6Yj912yGUCYAhXKmHOXn7KzjPEUjfHbdM0PRQM8p5hVA9QImCxDgHWCBtjixjBOfEaD7x/MRHll9CfZzHsuKD3geGCPPofDo3/BIBYkMZIKjQLDc4DxlA7jDePdxrl+UTTAc4lLsz4H2Kn2w3OApB09B93vtciE3BELJpznSEHKKnFg0QDPJsB35Dm+7mEGHWTAj+B0YI2yJnGaG91sn3AIxujmhqIBnlf8a8ZFkP1qB/yX5gC1G6BWPkCEg65Wg+epgQEjGmAhwLOHPy6B5vQgDL6++qtHosGBaYss+1tM+2b0Fe01U92cPnVDNLsgs6Fc/rOORzMOgUl/Hf4hEiANsDto9fkUDGmIE4JkxHlRILPBTwwYNUB8zXcuyHvAsKp298vHP2glw+mvBLU8jnNBgqYA0o4vrFT/9DT0o3wzBPtGAsuMfoqWcI4OyTXzLAR4PvHHzG+CtKsdextugA5vGqDP/g24Nxa/c2NAR2A/1wBPhgCrit2+2kXP34URXHi+zc9xqoZeOUfC1T0b73IcDJUwLIuIEfUoNAhQjBU+4aBz89M0ujl8moYyB3guMfO7wCQZmwTs8U04aoCcCSTpDDkW1u5YFnYOUM7+EU5sDnBvH33/oNo/6BwcOA2cZzPp73m1r3/Nnwb+/DMIz844alaQLwHbayA4H/4qXDiPWsInfqOrn/ApGuC5RH9WDVAEE94F5o+qjw56E4RBoBNOT6jHgkwDPCkCRF9H99/fHaLbPz8Y0nCuzdXBPo4Hu8+nVKxEcNoHmpogJwSp95kOKErUGLjOWfjYN7M1DCMWfuoGNxcCPJ+YdUNU/SfIrqmA/Z50P20JSKWvS0UMGiHUIRsIv28wU1f/AgWKBM13LvAe0IfCc7B/ABKEASoQRn/7PPIEt865c48uHV6kI4EbsRiPQ178/gUe/BcZD9awNyBHyJGu4tct+adurJ3dnNncUnaDOa/gIshMc4Cd7F04zf3xz9DJQ9wa3xv7QCshc0PkP1cAp+pyxwTvAd7ln+8eQAkCD0AbhB7UOeBIEKrQcylH58gdCiDuBrtDmKebBhTx8b9ASHhU+TQbaF8a7W2QyUNg+9g3mmshMyM/9o2f/yjvAp9PzKwBaviL+z4Uvx7nAGEABVVkPGmAtjHWXBRAgHlnDHhSc4B9dnmSgLSgA3DCc9hoH4IIQAofujvKv4/jEA744U5AL6mHcFcVHQFN9qUP1T2offwrELqT/sIQOH1qh2C0Tzpk9mag3F6GwOcUf8yqAWo7aA2BtQpsm0JzOxiufcCoJRCfDZwTIvtBMjGgu88D1gPIBab4QOmp9skJu9AGOSnItYDnu3R+vovhobTED8wdHEd1j1y3jwD70P524Ute1MK4qugIkOU0/0fOo8pnzwSKC6UNPvrXRx/tPnn4b7kS2DiET2bkJx3GBZb1ty/KIsj5RP+jR7NpgG0NgG0M3NUR7VvTgH2uB/ME+1s9UvA2YOb+NWFORgMU91Hf4bQXOEB0gSO0ITjLjiNZ4kh3pASGufT75YnhcSIHweugurS8AhayvHEyehpe+n3hJzjB+9VPzfRnlSe4I6fhpeWfMNIHsVH7S/kekO/3qRMiHuWvGPuA3IcEhruqoiOg7aA54uVjf7YkrDfh9JeY/zcVQjr9+t2z3Wdr3z38t//44jf7+slNmUvDmkz6RYO5/cevRQM8p5h1P8Cdff4xsD0Jrf0ATQHEj3ti4avB72Auc4DMVadsAEz+mz8Bgjeg9oAweK4uLSwsbEE3Aht0nh8cQEPSeBBqE3+Hu5NgwDuXlq8+lwVMAvd1pAgHZLM/tPBQv9ZAfmvLV0lFz5E7Q3++PqQCtrUxFEfuIxkkm9KZXZ7gvrv2+8ouchvu7nLwi0zAfgeWL0NrzIt4HdN9MRImU1pKqqIjYIu/okA99Azu+9cfpESpf64EfnThwoXvv3sGcQ7aT6gNUnnTz47JNsbqNjsluxm/+LXsCH0+YX+KNP2AdUfDX1sFNtpp7dkoGKTHk14F4YCYG0bPAWLBxIEn8yYISEvaEIhgt7r0+8ZB9ddnIA3QiXQk0A+YgZoTaAVW8IfcqV0NqWpp9syi6xGSDnWuoZ4k4ffzhfZw/RJVL4Sy8NUu9LHL+H0ux4pTkMPdrVeXoITBA9Ql/W2IbMBg0uigoB0hzxh3Fkv63aXfr3aGsIDhSHoQnoVGDvuQk5oewkL6A04HslypdPuqoiNAkiPNUc8D07lFD8fgEMbDIEBy4MMnrBlkRm3wIfgre0MEH/vW7EZ6/uEh2fDhoWiA5xP2IPQMGiC6QHgO0NDCyBdUV3W7Omt3GFIfSem9g1kk9nMNcP4EyNkx9klxyNZn0NI6u/tUBFcOLm19vLCwcbB/C7b2pVdQo36/emnzF7jh91dw3jJC7e4v/7T8cn+LYag7IerKpU3ofRt61OSXTaiXw92OpUhd7NLvK/uIuHB1mYFAOgh2sL+2Cd1Podafr15evn5VeiNS3TqgDnkZahoG6zSuHDDHzX0mgkG09EaT8Hf6mlhX902G/YM1OC5cRcJXL209VnE+pwvOLDOG4/hC+8X4n1WAqmAhIDPpd6pFkD6n+rjUEWb8SHjkQj0SKAcaxG08gANRM7xl7L7Zba+luUF+7Fuz14zpED48uCSzoRDgWcfMr8K96fAvQfivIJzyoxq4RwWQy7+m8flxaFOC7x/KPKPAk5gDRD8X+YH+oH/9L4yDwTSrnx1cXbh0aeHFwcrCpZXr0JTCRNql5fWDywvrdN/duja8vHCpWtxsDy9vMgwSona3AkWSPkOoYzdf3SLN7K8y7DNqfWTSNhN79dnwmwVom1LD1l9cXkTOHPgeMEEqibtbG7vQRw+q4S8LN6G9QY8cHmwg49WtNlRGpngTPFLtQkJ4mYQSC3qny1Atbxw8W/4cHp9fWvi/IHqbwb6BB3nOnnqR+nqgqUCjQY6DOSGwO9UQ+L8B/z//EcEse7REyvriwoUvoAdyzQUjdGQ0PBANOpnFT2bMiU+H8LFTIcDziZszboawy5eBw9/Ckf6AAQmIiqCHEebAf55+k/5OgAA11zWkOvR899Iy56gq6EhwWb7I2Tz8Li1sQCVaW17hvNyl5ScHl169Hj5ZvopQUP8u7i5fHO6uMQzYBB2agV5BA1u+KgVrfxVKXPU5GGx/+YViL8uz4z+kAaLZX7y5v3oViiIcEW5Y0YRITHF3f3cNgsnQkYzLL6pdcBxT1OAaTA3PNcTdXX3xE8TqrCIrZfP574zNcjy5tPz04P9cvvrL4m5nf/Eqh+uQz1Y+ggJIrU+lOBAzDqcaAovogP/h5/EIo9ffftVY+MKXnBDk+jPKhGrCXafNJRIEC8QWDskSPvHrljIHeC7xaNZ3gXfAMLYGoj+FE0RFdoyYj/7nmWYceCIECKWKFHDAtVkoR1wMPljZBB9sbVBXg/ZUDVcX1qm4QY36X880e/fT7s3l/7XCoeTCxu7PV6FKHTAMJ9cYA4Gqm69WbHpuWC3/9flVjISrLbDS5bgme/MVUnp1GQy2O9z/Zqsa8keP3UWMY2m6ukhuHF76E9ncJFNxjXgBSuPPGAZ77iAsTjsuL3yGxOC89eKyeTDpm6+uriANeFQQ6abEvnwZg2iojqA5lpnLIpr7g0WrKJSHFqNEVdHh6IPdatz3P/5fcjA3HmUK5OVDYeL7h8+Y4fMDKqH48NGcujZoMcIps7jZDEUDPJ94m91gOjtSAAcY+9pZLNQgQDrMB4n9XAGcV8ZE0ACpgKHHYxBcba0POSKG6gXdjkrU8zXobByZ0kKtzNyuDvH7fHEXoTv7q5epSoGcXog/4OOBkKjWYX/ZQorUFjfoAQIECSqAfojb4WQfcNOWkH9Gggzy+e9Q8qrX0Delmu7uQu1ExtAAr3YOPl8EVYGmOAfIx2cWXiAxKoefv6QHBWTyzBhJ8Rcy/QU5XeWiN8tMxZfJUFY9I3PQoUTwoBI4lQZIesuY7n/8t/83T4RxoCFO9Okr4PT9wyfUAVFePpAjHtzd3X0+DNpg+sRv5hA+LshsKAR41jHzbjC7Hc7/6Z+BTQMEAym6HQPmR0IUIFKgMaD7zAPWA7gGCn0H3R8d7/LCxv5w/fPh8sbuxkL7mXS1yxwfLm9wMu2XhZWgFULB2v15vTN8cXCwepnP0TEMEoHq9gpDYEaE6vh8d+3baviXv+7Ckynu/vxNtcEH/ZY3EECpUwM9uAw9bXiw9dnuMyhru4ufk9FerTxf/qYarl9cuNlZWYCmuH9wdeEmNL+V3cWfkNPi+u7ze1xGFoft/gx2XTlYWXhWrf51f/jCNdafhkiDJ5NqF2rn7urNCkN+Klx8VhCKHmzkP67/ch6QK8nUN6l+qoqOQI3nnAMbgAMJD1zllOUPtIgHHz4x1XN/KA2a+XK0L22QNMjg8dA08FzeBT6f4Ktws2iA2gzBloHDi3DkQGCeepdB1NegPzGgec8FrgGi01FNo9ZzcMAV0sVLYA8oSdTlbCpuYWFr2IHi9LHUqAOfyTvYX0Xgan/16j40PIUhncDn//z//i+coDpyqs48uL4LlRCJbEGNq3C+ZqlD39odrv8VXb76/Pf919DikCBXkxGss4zge+sLC7e2tsjSu2ZEADIGcyf5Pbfcdyk08uCs48Ii5/8oSnXpCl0z5ZXejLhL1ZML4FzvJf+xAuDMD0ymAqqKjoCTXB2gvMCFRodS50Rb+iSbceAzqqHhMnAmlnoxBUpzg+lj32j+tcwBnkvYHOAMQ2DOATo0CTiw9l2f8uPGgHOCsk0ceDIaIJlHD8bxcb7O8KAaYlA5hD4GzZBK0lBuVBHp1YEPlTU+0IcuCxs1FfjSgg4LW4d6FTqzUmDkgwrdGakO0amR0xB6IZ/swxkHjjURWEqcZcxlYb3CofnDIZJnKK4ogxsoAZzJe3SnKqfs6EiVUrxR0QPxKS2jIEGGhZFp67u8gRE/GI50x8UO8h+LS72QlLrLBWGcVEWHw+cA43cCagxWJ7ALXBn+/uEzPh/IUThKR3XQBuSclA3a4MNIfTqEU5kDPJ/gu8CgQLcdDfAL3wSxSUBRTtUa8Oapw4lgRAM8gSEwNQ7xj2a+pMRREyELyC4nqib8sDuSMrl2QD9a6UsdEgaGVBrwJq8qKsebIDk4w07/ijnIQFWHmeOgTJQ0E1ZmpphKEoaFHglvPr8nec1oEitzKqwHB8+HXCz2kOahD9zstL/a5roweFdFt9QtM/I4LEOVHGw53ZsgznAB5EDnwUSH/+O/Xfg+clY4Rx6jEojD9w+fIGuVE8JRXlTCAW4BrASUtfHcYIhcngM8p7g54xCYGlbtIRjnPaqDCXPbDQv6n751CnTPecB6AKnJXtClxsHpLyg/dBHJ2cgQPEMtjyohGAJeDMXVS4xe2Vf1fc43a+mt9zgYWa/YKjLJhY/7HYjrbNmV2g0z1isjRjx0QhTxH1KHI3RNpka1LCakKExdQpALGX734BJXgcWt0PgUhoomn/DDF4lBQGZxk09Tb0CPhQwc/SLdfSleVmbnU3hBlmkWQagBjoOxX6TDC18kwgrclR14BEfqKWkUjWLjy5qAHNKYUU5cCdcGbaVYkX/7jzIHeD4xqwYo9c9eBu5h0FUN+Kfo/M5tzJvgRDeiAc6fAEF2oAz2NZEWmMTei6BFIzGjH/ACtROfOBO1wANxjDOgpCg4zNK0TG9EOnSkMgNSRdIMxb33lJ+0Lnh4GloOphPpDCHERPgwEeaFlPicCNyVP7kLNrgwICXgkjSzoIYoQSUSolODojQ6q4AUEbRIftGAV5nID6wo4fgiMQqsKjoCkeUi2Y3DhV8j29knHeLH8PBJG8I9h56M+uU21ZCDVQYRIRglpzbIucGgDZY5wHOJjx5RAZyevcgvYUNUvhHcsnaT7f8yT/oBlF3iQMp3IqvA6P98K9YUDxy0XQCJA+RHJ825oQciIMZj3FZPGhL3VOGzvOQw9EjTUOitMSroB+mQTWCW3keDqI7zW9Qn4YkujVSQhmLThwKIBjllR83NtB+xlMQRBSAVkBVuaIhPfRXeLMUB5wopBicfJTpFUH5QR43fRLdImZOACIGyUZlUIuQXUg88EATGt9QAnQwTHeIspgpMN8ZoB6qCwK9Pnqk0vDQUhJLBqvsIxCfTw9m1we8euiSzoRDgWcdH//fsQ2Dwn+2GgOOg0uyfL4UI89oMlWC2NQ3whAhQtGAqBtU6shvIgCcyCJyku7EvshcqFHsjglJbohkaCkiDseQNzUmRmRBjKKQiKQOYSWHKk8sPYB9T1khh9CFHMSAVOfZ2eMsRKSASuRImfHHgts6uH1E/5PQfiIMJWBqgPtpxYOLMmRwLkzRW0S4LCYtoFaKoIPTgjWBaDTAyXSA8oc6BaeLOvumcrPjY4Xt8v+PCMCuaQqGCWIE+PQm7np6WGox6ZrGr4YwDmUKAZx2z/i9wGgHbVKBzUMZ/8x4LS4RIgSJB95kHrAfoRRApX1T8qHhd+v0y1Dv0NxABF2RFN1SQOI1G9QlhcCCFSJ8jucFbnEe90Jyp9GluDd12vxpyez8mAf6hJ0Nx+xVRHpNHttyxDzxEJUdxSZ1kUiRiyhkSo4JoUtk2NEZuKgGlwNXlA4qIeGn5c5skRN4gCCm3+CpHBpaixyjIgYqgWWAk5YOLWSqIoSo6AnXaa7AgYHYnwEh60ZgOyWD49eET1igVcIrPWqdaqJsDSw4Bn6uuEYYC41dN/3/GhQDPOmZ9DpD/CQLNLy2DBAJKmOcKiJ0C/bkCOHXzPQZYDyCFkMpIDFSOKr4vS4qjLiTlDGqWdC8pgU/gSa7hOx4ItHsAnUT6Fhd72SNFL+iu1KqYnLQWveTL51psDhEpcBIPQdifkRCfYeZLGurcJC5FtadSYFBicEVQyAl/UTLNprQZp4JInw/5/B9ZAamxPOA3isY0qNOZYDhL0SON40u5mQh41njGRWY4VdEREL+R5hLzBUtwwfnC92kVJBoOMwK/kQPJ4bwXoa5Zc5pVZXmposIVtwUotAyiOxK+egzIZTsEhQDPOv6Y8U2QN/w/EKM/Pg/YMw0sayr8X+D5wam3wYHymg+sB6APaYwlElP/f7S8QmrxXue0gY5Fzejg5vLnCKIRoobH6ozsj+ITciETJI1JOdEaLriRD+ntk6QQk4NZqDVcREZgBOB7b3xXg+8Fmx8T5QwXc2CflwMlhBM6ONdJ4CaN0niMEjKmJYUU+CIKCyQFkKzwnL4IJc0R8lFKrbdQsULKEIXlg4cy7Zjyqio6HLV3gWH4dzcaok18ZiSXDulTO+jM069f4EsOFC+D66hq81pBZC6Y08GKzQpCGNY+Z0VJhUfQYCHAs463eQymzTfh+EB0dzDUvqdGgIFF5z8GDuwHkSSee8wDrgGa5iDq2uW2flvQofTixor241to73LnvaviRBkX9l/Tl4NmdEc+VMJNCHC6eTDcXQv7BV7bpVpH3tOufpe0+x8Jj9yjSLvaxu8m+ZGp2v6ABx3t86d9Xp4st0ml+6ufL2/a5oMH+1l27V3u9Rd2/gteeh/k2e6l1Z9WX+wOXyMJsEcHklGKocLsrykG2JT0aooVR8mgQDEvSVCUP4sGmBGf0WGdCLM5wHhKZjdFe+5CfPkdZOGiN2mQ9yuofboFcVqAFG5kqLV3ny6kDnuoNlgI8Kzj0b9m0wA7+xz/QgXE4AuMw02v7H8xA6ATzhfIvEaBJ6EBVkNpDlxy7exu8eXbq69W9lc/G15duHR5EaNH0KD2/aOW9bziTn7V8rUh9wOksgH2HP7iIdElMZjlfoF/ZQR7ZXjFE11e5y58NpeIXkuLbeNHXtX+gAiBlA5uMbf2N1vPd7/Zkvq4y/0Bd7e0RSEFRczLm9TsbJPB9qVX2raQL3ggPl9g3ljcv/Tq6i9bHe7DQKUIOt3WxvDgGmRGdN8r8Ca5xMSxh62hZ5JEOBnKjFlgVdHhGPscoHEgj/jp21AA7WPf8fZoEAXyTRHperhNqcp4J4GkGryj3js2d+n6LILQxrlSaYPgwW7zPz4LAZ51zDoHWO10qp1dfDtvqp4WgW0l2L2JuSlgoj7+Ghrg/AlQGiAfA8FgEKQw1KaktnnLi0uvNtDXPocr9+hDj6sOri5f3b9sGwHC4QBUxt1W9i8tIyRVSdsvcAXMd9VfGebGfVwEWdM8IBPR/NoaIi28QGxqKwiNseuT/72G4Ff2uafL2nKbzKm/alu+N+y4RHzoz2LCHeLaJoN61RdJUZI1bum1ehUpvV6+ebD1je3uwrA4hei2VyDSlszUnsgSspIJyS70nO5f4QLJRa4bi/AmCD/pkD72rX+CIeDhE9QfP7gVgfA0qDcNlhMCmlCgC66JFQAHDedJhhoo5yvFhQDPOmwOcJYh8BtTAG1DBIP7Cc5Kc4MySxx4Mm+CaA2Witjzavj5JnoLZ9GuLkJpgM5ULS/8FbRIbKADaS7vf+1qnz7u1oxAtlsfKG55YR2dDf7cL5B7p66Y8acVpLXPHWRogWpC/YojbAx+h0h+yNk7hIbueHn35qurP9ELI9qtDe7uTE1sd3XlObRKOetfmywmNM2X0NS2NjzpobY9aDOTihtv/aQkOIimWsT9Zsi0jM4wiPG5Jic19tUsJxVYDYapSYFCqEqpig7HpDdBAic66kPgGtvZd7w9GvDh0zEPn1C9o/JN8TjSpRpILrTHpEF7XC7SiokYEU4sHKdeSY8o3dBafSHAsw7+Kxwo0G1HY4fvAksBRHMB0PkDAcbB7zwJCBjRAOdPgPu7fNlAmpBUuwMwkWuAnCVbu7KhDfaG0tW01ws3jKY2hl425DbM4BIx4asX0DHgL00P7gzKtH5v7w6lokHPM/1q7XdEWmUkJE+dRb7L2n/atvPrHPyy9csW31E52OX2zc8vv+QLHEMooB7z0rL2ftYmg08o1torSYKMn+/+zMyHTAJpsduDxbmo4tLiRIWTSh7LpEf/+KPqpKdryCAaX6qKjoAzXOK6uhroPOgEaJ9wCMb0aRwaQS58/4W2jtFSupZDqN6SsKn3hT/YM1euDpP6fJEbtaAVcRQTYVCBj138grOKT2Z9DAb8QgXQ3gZp91rDAYkvfxFknvxDAm5Q4InMAZIF2OGpA2kDvvbyhm0IeBP9aQii0wZ70Bz0mAhoEcF2N65coo6xu7JwqeJufehSyxvQSEwd+5xq5HD5F27+h9AdzgFS6VoRwzy/alv8dXaRPCLBcfkXEKht4LeqXQZ3by5/vEHdtDPcXYVO93z1s93n9/avLjxDlitUVIOU0OcuU8E0SaB3rkjdW/7FkmCPh25nUryw6EHhJHNQIOUCA58KBGNQRDIFbgmqosMhDdAIz7nOEA2GQGL2jeaaYZI5GS78qq1jfv2urVVhvUaDqqcWjROuIDU+OQxRuSyMJgLJ7iRHXOaoMUL1piIwMjdYcFYwqwb4RqofaUZoDbogn36L/4UZMS8G9Hya9HcCBMh+Ib2BNMEV2K3hLwsbHE5eHXLcSTUMrtehOFDL4E5+7ot46EvrCLK1pR359tAFqVhxF2loYJ1v4AaVS7v60Y4flyuRFSLd8kh85O4g2x9wyP36rqOvrv/elmDUANGfKcSi/hdu69aWC2abDCIS6OwJl5aR6KXNVwvU9lCIXSRBIkAqoDcVzaIjhhROqUb2SDSKL6JEGUEbvCFgaHwwVXMY4bqI3B0aYEZk8ZNObkqfkZObkJK9KbKvhzEhOGoU5YAeT9bmEBlnLQlzfVsTgfA3vZAfjItFl7t6wpMsOP3j0wWnB3/cnO2P0bn4y4EmrvigN6iGXb4Flz/5BzKa6+1QrS7jwBMhQKgD6BzsH+RAqHnUI/Clga56OoT760FR4gRe8IW2xMHW/pB/ZI5g/JJHtVcgOhs0DEYbUvviCJrP1TEE4kHfGg6fDw+Yh3KhAsOgOFA1YcDd599sSXXhgFSDUibGnPGTXBSY8nLbP4tkOwwqHBzwRRLUk/QmMlzhqXAUTPKRDPiDJ+8DesiOWi/n1sAoM2iAgex+cBPPAiz/rqOTl3/smx/sUz/V/TOz4Xu+KUKNVdVoZ1fv+JoNl6hYHtChVrVZSXpWhpWiepcKjB/ZkJe5aINnClwFnkUDBAG+4QCYe+JzF3x8mjc+KIVzA/NO7OcK4DzvxGEOUF2Bi6AcEnHyHz8YO1SLyBzUFhgK5ASykBqBHzsYTopB1kAC1DfY29DBLCojqmfSroCcb1SAigNvEhwsUEWYA1O1uExqf3WF01yWtjTUcOKBaWG8SjOfWcFZ0itXKjn02N/n0vABn/ZDOhYdR4QgqcOGbGFiWI4VrWimPlENFEGoio6AU10TufoHxDlA+6bPyMlNtWD1kz4GPiWNwuGi8VJAcJRGdYxa1dWyqwtX1gGLztVi1DKZUF/dxmBj8XmZ5qsEFLw1unwXeBYNsM3HAPnf6AIJCN9BtgNC1Z0n/wASIVCgMaD7zAM+B0gFDKoAuoG9YA9lAR2ED7iAHaDdodtQTyAPSX+gjU/Ooa8N9TA0iAgkRu2OQZxeqLrBpIc0GJvjSaRGGmRozUiR95AeBpukH/RQ6mTwhfPw84UNOLFHwklvb0A6Jco+Dfm4nqmnV9BnxVWwIFEITGaGw8HlhRem09mYlvIxJpU95zspS9J+USbmTNpEHiwnGAGsoio6HNAAxXWm6BntBfLj2c0kLfumT9NYO+gcT+mTG/Uvw18+gWIL4uJVwtViiVEDVm0w086ldpaW5WXVq35UY0OER12oNnC94IUKxQWsak/IFpxGzKoBUgd4g1Ew10BAOmIe93JQK5wPPOMa/Z2MBsh9UkRGpCacpXKRCKlPwIEvUahHPccZZAEuohUmKl2gFNg4zCT9wZEdTwMxJiTVg92ONMdE0d/IiHo5l+xFBZAWeJPDwLZckSYPSS1BfnBnqkyLPw5NxboQS6nTSmJFGP7EYHz/jtkNmRB8aRRbqmSWjTL0tFlaBHJt1IrNjaWRg6roCBjBJcRXQKKBHFhbBU4M1zjYJzPKEs7RIX30L8NoSKw2llI3HasmFo20ptqHiXcYXmcxH86IAW8EJ+NZhcAHhYaTWkOZGzzdmPk5wB2qgG2MgEmBvVafNNTDLdz9W63hOXwXGJRG5iIt6Fkx0ByaP/oK+gQ1Bw2nqNt5d2KX4WgLJj1FZ0oEkuBXnAKaoQP71L6movh2FtVGxKMOgjP0DKqSyBOpgs2kH/IVL+ZCNQSCIDPmZ5kiT34RyiWBcEidTEeqpExS2ajymQ7ETg4h6UmCY0RmCVeUiEHlJ7KmqFJ2GYizmwilbGZaBQ5aX0DDnjjLvtGcfzKjfdLBDcnkHyNAysErpwsTFGUVTBXPaQ3VBO9YXosoI4JYBajQiMg7kfEi7oS4VyAxWIs2eDpxc9YdoUF8O7tSAKte1a+6XdMAI+t1u/05X+kRDXD+BMg2jx4BHmTfkW5FThIRkTdghSe3yaKddBYUL/dFNBjRtSwE+xjpi6ocdUUpZux3CCqWlHam3kgGo6+0MqQoKUhfSAp0zH4oq9RAdVYamA9M0iIpJLJnXyZpGVvjw1jUeJQ6jOzkzJslI1HCnwopIyg3E5WB2PdhRiy4zqwBGukl6ou8mF6FC8QVP6MGfP7tyRr/I2lKcGpT14FFZJlJd7yFsfise355KVQJqmZ79lO3GZKk37xYaNYr6waNQTFUZeDCD+Xz4Uxy2r/CTT9obXNDQBKNALbjGkj+DEy/O68RsAP5NynQfeYBnwNkd6AyRoaRjoDvpd8Xftq9ubDwOckFfUSsBCbiE35cRoWLPV8mDQNdkF2K/UxEQ35if2S3NH2LQ1kGpaYn5YzDMYYInY09lXkpHjulHfHlpBSTZm81jZN5MyiJDvEoHELJTrNbGZ2uzAZmZiwJyHnkSdG0ygspUTzOZTKgktXd4ACkoSo6AjnjRXPmZMaM3fSxbzrobKcL/9YesipqYNXwCw+p3Lom/FLflorOAoDyWCWsPhVfZ1wUlIpjengzBJPj4jzqk/UKG28CSEbViUtFRZp1xFleJIrMdDFZM3AHLZ5hM01z1nPeEzAEnmkRRI9At9vOgP2BFMBu9iAMn4uZ0yBY1DdKfyexCqyuhl4CViA5oEc8393aGA65fQC6GnqKSERkw4fn2IoQmqNYzRehl0BNoHJF8mPfI5GQ0eiAxoYeRrVDNIS02AbV0aSwkafgLWVQk3XqnHSEFzsnGSskzXQ4vc/U2DHZTaXJSCWFnZSGDwfwlBolESFa52ZCaPyKTbqlH4SFMkRH5q6CMQLzZ+ipLof4DSyX0yDQsGZzgPat2WuWJ8OO1XftY3bWiQpptUMb2Y5bArL6ULewo4SsUdaA5lzJbyQB1j+rnyFZdjqo4HRnHdg1swuuKwpHSIIATDRSCe+RMJxFMysR57lOdr0vfDSrBlh1dnf0EAzRBfMgbm0L1Po/BL93KLPEgSczByim0KquFCfx1CXuCAiyowqBjoIeIRrZ1Z59NKIlMRzOIir2DzESVQ3Qh/hNhIojmx2XFxESdvZNtEGGYTdWfxXtMApz0nwg3MiMzyuSH2Noe0HymHxAeiRY0atS5fgXoxtLXv3ctEUa8UFSyh4mzmpiIITclRciIBHEpwN7iBKlQcYZngNMSFwYTThGetM5fDIjPzo8Qz1AWlV4/KEIqCw4i6JVStQQ1W5pNawGFpHzuXBAWVh0OvjtgHVDhrNrDS9VHBc/+DoJ65wq+kFH15CVy0RYN7wxaWKAWiFvM6hAu7+dXjOE560RF5UVxJK7GR64M7DSPoRx8Ky7wfBNEFsD5hwgFcC+9L+cQudKgA0N8GQI0KjJXhy1ffoOniwvLPyVe+39taN3LXb3l39avr5Pl4Wrz6UvSctAxEAkaH+iDY6WpEJwnHHQQbtkAzQdhL0SYahpqcHyo61aIAGoCfmjYSow02QQ3ripqag/kwnEgTiSEXgnZ3fHT/EhA03s9pCLlEDx0C/Y85GicmJcSkN36TfmRTHVfaQ3meqklVFV0REY5btx4Hu8TnP2sW86hPMTii7FNqh7OKNyIJpOKABpTldNai7cdBmMGnFkQVhPiEF2FBMySQVGxfE/W6jn6xKhtlR8HHirYUqqXF4DbQ+G/BTO8qQzqJDhWUG8x6gVnCKzrjerCT/UkV1k3SRMb1ZZmw+AnEXMOgeI7rfbbqPoAonHPRLAiHMDctc3UqBI0D3nASNAa9piFZy5Xd5Nbs7C3QYuV9xxj+/Yrm61h3z5Fh5sUuoy0qZES2BPtS32MFIUlT5OHoFh1PbQadggmZNUFuZjvIWM+R++HLvCgyQEAxJWEKSG4Jy84q1bSXtHZkwJAFd1axqZDZmBnhRKIiGcUqEEzEnzZOJNeNKfRIHSG1coVR0lEJJQFR2O2psgETkZ6nGYCxPGwOnA04ULX6IuIbOEg6gQTkVm/4XZKo5fFpWO1IlRVywgZKd6p77OUthdQNRoVSFH1rMeDES1kDoViryGLxRuNQU2BpErL42e9rTbg1yYP+qHeiND88KcGrM1ON4AUDwVjkVgq2ObQjVqTIJgqC2/fmcX+l/gWR6DqTAA7uyYClj18eOsn7wii87rT0G89hP9uQI4z6viQ2CwGWmAzQXNonNpmaNfGwJrg8D95Rf47nIPGLmhv4Cd0MbY6NDy2Bf8YUHrouxQzmjsuXDzvoO2iEDWs6gS6t9GxI/sowiFzqlZJ8RBwkoJTgjBE7xkZUYUGEYGtUYPNzRpyOZ9HWGZqpo+9Ugm1lEkEKEEQABFoycjMjYl0XQRQjK9ad8FzkHai9T3QzI7/9m3/qkdbrJyNEGnuTkXjpOcpstYzdGbujRc2ZvJAJRd/VzaI0rMGVqmEK4F1XZWCUtmVYmvyo3rY7WAesOXtw8EJ3OYQu7BWd2gFQpBVVn3IL0gaQTEiw2LbmtIDi0Bpjmb1bIgLYwSGW74qg2pIvhhBAR77pfv7OImNcAZHoPhXjBhCYSD4Gpujz1PgLpXgwPlMR8YAaJ7sR+ohVSXfsco96b2cebOLAfceXl3a6Na/LwarmxqVz+2NDY1diPSCr5D6h2aIpJ2h16hAFIunrO1MXm2PgSzCTi0RXixocKBblLavBUrCbVd9inmQb8Ob+rqanJToogL2U09YTIw2lGajmiTOhHkY3dgJGqPJBcFIC2CLSmOzLv2lgi1I54YUlV0OKQB6t1fcF189rmB/zFhFdgtMvzHF/g+JPWyNiA75WC/NSHVmVkDqncIBxeUhMVFGFwHRFPFqRyWDK8PDigcq5XFYhQmzrT5hZdKaxkxL4SRoqx6gCunCHUVWIGsJOpXljtSrhgAwikEr56xEDRz5jUvMyTngIOtAgWR4sfWgR+k82lBCM6iwwcFYKnOvAqov8WcQQPka8AkmQQ49rNV4PmCuSf2o1wnogGiyWg+jeRx6RU38uMWz1ddA/z9Jnf+21+8ur/7+UJbe71QLUDjE9OgDYo+MSBDk2JX0xsabJRonGyWSlgHtlJNwaCn8GEz67H4KqKUFvQxxKQ0bKR0Rhx6STljp2RXQ7Om0AihBs++qEi6u9tR/OHBNQ9GQcEVOCNLJW4B8EVR5MtZMbIGNRspkZwMUxUdgUzjE2gjEQZXO4fnACPfNQxf8MW23y6sqGZZEBwoFgRR14XAtGqkLgF1y1KxEZL1DX/UCAVnOVhRNsLlyJDXQBcFUWBVcqbyoTbhx8tCOzJi2vDUFBozQAjE5/2OvgyNWMyFlY2rwAqFD2uVs6dMilkgUat/yP/+zbTpbgYbGp6JCzNLrPJq6pnhGIXBQZt+/c4s7DGY6bW4XAPkv6MPWnv6H7g47J07FYLuahR4Ehogmgx7AXlkf2WhvX914TI0wMvc4BSH5V+4497u6gq0iuUNbqLHRoWWhn7A7fOkwVGdQyLcTpm6IMddYBa4uMaFhqrexGCIyuhyQlzT3nCPxk2ZoRmKfVGZqHvjx2GfJETjZXA0YSc79mOO4MgJ9uW93/NkSjwiIJq7ZEMHNQpBAOTH3oxckD17rpxJu8xH2VSzrAIHJbCO6BDZjppe7WeGX8WDF55RCMhJfYZVTaZmseGEXutyq6PDm50bP4RmxbDPk/VY9bxBsDBeFyQkGZgK6hx6OXyQFtNhlSM7vhuCELwUrLKhZhmRvrRDm2+lRs6qYT0jMBJiONajZ8/KRm3CjvC8aSEJZaGYnE2EvMfiTkF43SmIrj8LYM0JQkAWNAv52NiAVajWKA81sKnU+1MN7gc4yypw1d7tgACNAjtVtZf2fjHDvCYAAdf0RjTA+RPgUD1GbeSA+/Rt3drC6Pfqc3vm79Iyd9zbX+XjfzdtFRit0Fq6zR6iOaJlkkLU8PjkIBsZ+g5dcJYSYpoClRO0WalczJAdDU0WVhlFjYqlDkQ3BFYiTAxyopVbZErMtGBFfnCRDsQzDyoM+z7t5BLe/eFAYmNm1FUYGzZJLUfKg4DKgDwJ2/5UCjnprU58sNUcaMnmABs/c/Ql4rZWXikPhYGErGjIjS+5GSJptMtBqWRVV2aRObepKKgvTd2pgqndkT9YS/z3YNYHq1p1wp/YSuWn2gcH0i0JgqF4NTSXKDFUX4xlFWnqI8JB4wqKNWVEIARj3kESUg4j0oP5HYc7TlZeigYnyQ9XhEV5WA5GZgPiZKXXKA6MQJkh7DxHW+8FfzzCAHimOUAyTKQbaIB9LYKc0BiY5OenKNMJDIHZ/EEfpidotzz2geFBh5vnoXfBSe7oBNxqT60fLREtC82LrR8tjRqJpvMYFq3Vug5MaJrgMrRHpqNOgiOzU/skRSGKRllskWyvTEepMDZJjj6IR2fLgTa2fKTJzoiATJOKKO//5C4KjHhGpwwHdxIoEoTsDBEyD0GYgnoLU2QFwJv9bJpRUvYcoFgvUp/ToNuN/+InO+l74Vdx4QWIQGmksqIEqkJVD4psSgyVbJSQQpKzggslpuzS+5AAfFRM8hvjijZAngxKtkR5VU5WLa8SeQVHuwZMFWkwH/x0xUWXCkm5GJxiooqYOA44MoDNuPH6qkGoNMzZro1iz+5OF6qdsElRpyiUi1aY4I2KUKPjcgjLg1uHtycGVAMhPbMYSpmN68xrgHwXeBYNMCfAXfBfpgEa5s+EIxrg/AmwpUZtDU4dzhq9W9By0ITQIdjm4EoDiYKtih2GDMJehB7rQdl60fKYAn1000VY0wV5ZN9mYxWP0hMaBiVgcvRlm3U6I8eZ+oE2TAklE7Nhj6SSQZ2DJzKBdVaqOsZeCKXc2amZMTzkCBO1F4hBSSg1A7k+wSJZj4L4Vfq7hEMQaM6Zbiz0LrCRnX3yk5ntDBajNJSYDGVcDCtFYkXx+lAxJAGpjlUw1gWioa6k5YEGWFSqhVZdnIHVeB+MoWpVLLvkqEmrJ15lJIWaQbXSweoAgXUNSLQKqStrASVdhfAUBcEtbfjDI0jCK6yUNVRAATQ8sJx52Y5yZ2QkYjnDmRIpZ14xxmLZWUFsGtYSVR4qrgzG2uQtFo7ypqfkm2qC9zSDc4AzaYA74D8wIJ+FqTo9KmCaQDwhDRCABDUKxMd95gEnQCp1bB5oE9aM0NKlD4gMtCzB5o4bPt2s76nlY3RCdzioOaFV0iAvcp/RF3xkJEehG3FWh3HUir2vGFupebOdkgD0gQ96MNOz2S7SmyhBN3TP2/qYJGdo9RZmxL4IykSnpDj8kP5IqigQZDcZ1BHUc9V9kLblyjxhmm6a3DnOIBYcx4YiOXzi1y3hY6cLKBJEovCsE3AUZWXdQGhUlF0fOpFZ+CNxeWXYfYBrABSeNa1qZXWp+hgGR1aF1Q8TRGIgN107S4EZ2WSpVyx0aXuumpWNq2kpw82Soz4t+uLRX/3xq68lV0vEvrxuOLM9mV53iDsrACkiL7jABOpGipSXV9IyZUSljtLolql6QqFVLSyRRh7KAP66uSIEM0NZ/PqdWXz0Ef8n0PYCmgZiv3Yb/Mc/RgfxkP4wCo5Tf3N8KkbUN0p/J0GALd7c2fbY+NUC0fjQUKwz2f0SDUvKG/obb6lskowhukFPUCj2CrqxhfE+q9fL5GPcqYYLC10Rjmb2NmZJWuKZbVPOSBQKj6ltTBXR1fzhxI5iKpL82TkQg9IiL348XfUeZsqs2C+QFl2QD4ujfCU0e6pqgGl4h3XxvYKOgDNcRNgOn+dEhWHQGz/1UzBQKC8uWARKjiiKtcpKYulZ5/C3SoK2xqq1osCk+nOlljUg5YxsRgvC4MLaRYCD6M8uJtPQjQRW6orwIvWwDlhf+DAu48CMuBCNAZAJvNlYSC+MxtqUsMxT7IyLb1ecP9a38qY/285Ed5YGl4sOSgb6nKRli+DFQxwe6cSGwOZCD7XkfY0WGOL/39779MhxnemeBbCdKBFDlgkWTYldFtliuQ21jQsD3tyFvbgb3UVbwHhtzG685F25ZzHfYDbzBdwfYYBG+2L2F03hNtAuaLYWWtD0MEe0kCqoYGksqNplYp7f874n4kRmFquyWMyoJM9zIs95z984mfHGE+85EXGSltTHWBgyK8qnEelVHr/NwDtfvfPG48Hn4eM3WAttNQLc23lmBhTjbJ1s7a/zzY9F+AhUHDgSAW5xmvnE01hXwbHMoIihlDbrpIa+TYuhoIu8zhTzh3TJ+kgx5qJ0LvkckmLGiYNiwjsYG5R0GU4QTgyVcCE81FJ1S3XOPpWA6IIiSbIS++TSSWx1pg3zAi26JF2lYbfhWrC0iEIhZy0EonacQHkVCXZmjX73ikY5cRTNn+cMMAdYeG7B7ksovee4XuiDlGQBQsDB9uqTSMnfD5rmt+Qn8U/OL+QCkjFoYKIwBTn14Ry+hX4WVeQ4QWlhfRPys2AA6oNRpLZFXfyGzLDFr0GjKuVuuH3vTUX9C2J6QU8K2OiHe2Lz3X0gKt7mN2avbCgCvzoHUrX8Uy9Lj6MZ5qPbRIXoRTRId3SAXZJ63q/2QddQH74a+447xtFz1EXV/Kvy+4Sm5AHcDLwhfOUPLoKvVydADMAjvwuyNTX9xRZYowWY6NkvDcB1XpU6AtxCKdAJ9A6F4vyJkwrlwg8Flwb5Is8tRvQQ7UbjOSWtY7CnVU4x16cW9oujXI2lyNRHmdFG0xvnrk8yTltrvce8KDk6ayXno2T1Q42rGV/3lYY60zvORzkmhlzYbauyO04+ZwY9c+fogW2KaM1nBudE6Zi+yvkfE0uSKwgSxB/QYVqAyXRLA7lrwXOwtkZ7OoHVbR+a+C3jN/UPDkWwcdb7qPkbugiHS1/EX421bmxQ8duR6QNFM3xbMQjmkorwu0E3aohflcZI4EOqYja2PQ/JwVcpfiu3Tnn1OF5edtegSVqDpJC4Key83IW+gbla5Otu8HXJc7oS2K0NP4n02Z2gPX/FqGjjlwOtMvqh1EXS+Dgt1JYhuUL0hcBfye2QlsdvM/DVVw/l3th94w3Ch2989VgU6D+KzgJnw/yXqyHsTx+x/inct37aC+j399YZgGbAzFwHegLECJSRYC2WikgTU6Wk+ZwliqFCOtUUmKRQJ5WweqOUVOIk8VlKTEros9K6GyzGfAztJkdKG82cNIIVYhWmPKeI8zjvQ2lVwH1RnjtiGqRRJXE+IMduyXCLOndNJW7Su1ZrascnjfcChfrb0KzOE5f0WE5FJud/JqojugHhBZT0XyI9GK73FtkP75p/LH4OewrUefWJnxuLjW+qTXm+YvDbxDfgi+iX4YcnA5tPgb6/fhF+G34OZ+gIaA9mFP0MVOSQUUxJao0G+akwCanpqHfAZUTt0Bd+MkxIyfxkPl6y/thgVn56FeDw0TcNGdgX9mJpXwNbt65D50k6S8rj66vjPgpoi4uS7K9Ke9oZTaCECtBNorSsbH1tfb88jqU5TD91Kc1qfgxlq8ZmWYCPsfogPZjv68eiwTfeeCz7799WIEDugZTVsGT/+Snoiv6m57rndznIq8+A/sazADcAByeyPfwkm6/uUDVXflkMnO0655SgEtJ4nRhYAjoDzJqc5zqFdAIo7+RlPP2fRAfiTbilRNjNAS4NUmAOEOKKb2YziXM4rF1oSd/UBo85gasMdM33hwzZ+P7meaXoi0N5NgH926gGlBgGkpmE2oqqcaXAk8qPn4zd+scmGj7EG60pLv4y/ZpjlMXPTQK7cb000L2WuC+oTEgqiYusOdiHyrtRWX8J7yA7Hw2r1/LZJw24npJQA8nan+14/Rp8MwvyZFTmHvnd3Ar9067ZpbjQXK5fJ4/fZoApv2C/HAe/IUNQOrPKEFjWH2sCQjciHlHfWMZfwkeg58AxLcANwcHhMbacKE9ngg0HXfql5jITOGGwiyTJ1oAEi7kT+T7BFLt0CizPASbtFfZTOCDCjuQqIYNe4DlAc4O/jr5EWn2cwqIWTundL27GF7fVAxPonOYGJ+bN7hd3VDDOfmwvFb/xgVkDGwiaUU2yzZWwhU0r16WiqpAMwZAmUtRPacPR5qNvKMNTyuTdbH5U/axRBJLkWqQEKptOVTyISxtfiiq26UzWfB1IUC0qJJ0dYNHRvyOWHoKxY58cP8lEaEaV1TJN8PX4QcKKZyaQLimB34euU4ESdJxykhnRbNwc4Fe2+hj97r7x+Ks33mEOEKXJAmdjZ+8ZjwHyFtxkegLxBAOORIPQX89+aQE2AjwbB4fmO50NUmmPhGJSjzTLsJ8owDQS9BGUoLNK58SlM2AyHKjYL9DToC3AQnQDBkw5BNiHnkIqM1Zj3L4H8+h7wAXq/u0v79re0SAQ9rDlBSOICXhx565pQjGIRebRL2/c5SKgE97Gm7jAlKSfxS2aHOEG9mF+0S/n0WlwGiUhlMmfboh3STXPMHI1u/CgoQIGpyYjdZESk6PbN26GjakyNMlvH6Nl23TRAbpNio1CiNvfWsJtsTxfho7HnWx24gOoXpOmfVGfX0A7UQPmOJVyR9wzf1lJdIn/QGFXtCNV2LOZmMdvMyDK0yYKlG/7T4bgY+tNFjgbMQdo7E/2+f+PsX8C7X+eAjNnHdhUAgQHW/4vXC7qnAecWMl4WAFSfU4Hz2CSL5ZQnLNHp8xs73KnOmwBDoy9BZD7657uHC4Prvk09ncQVcsGksV3T98SCw+23ztmkZ6w/SANTmhFZeDC8KrwrhJVVVXgqqPJY1Y246eBIEiCLbm5nDfLXZafUT8Z5aloisNI4napSe/4yOsA0RHacRsqRx36xA9vY47CMtFUYvfGHfXP38X8Ff2h19hpquWvpEOjssFc2qN3qzL6HncorxEtvJVXr6jIYVUR1WWqkD67VTrGN1FD2IjuaTCfZ0coorJKdeeZQTzfH75cGSTrQX8EokKNhlGZH2SBswH/ifpNNlMNgQ9HtP+S6BYswEaAK+FQtgaqzLlm++SIR744zWP+LM4KnUCiCZ2t0nwmw456BmQiZfCJeea40D7+anfh4av5z8M33kj6y5WwwuarV4MJaHgbHCc3DFIIGZNF3VS/xdS2gd7dPuId7e07T2c3bt74w20W6dm+ezS7weLdR7fevfFdm1kPVOTh7g2VvHd0Eit7H9mCZEFvx1xCZDA7unXnxttu4G4UUaaavh5JMxfciVqT3bfV1s8mRNQPdUo/3/e2tx+Im4/VFer9Qe19Ge3dPI7yJ1FexCUip70HJ39iP09vO3uPJrZ3/vSlyn9x95d/83dK+2R7+81jCuV3276rbUL3bs5c6x575xib18zVfG9eC/cEX9iSYjz9groi+OhnqjWECvxSyrWuzDbrTRBpGtomDZXaoaPwIDr1b+e+nj/EAPQAmDnAg/2DcZ8DhPwyiD61OcALAmMQevPgTqoepKfzRKYFTGL7AfNGXGkzqFvk4IBrqTeECNE0lAs2jMstH2vcklCX4mQ4MOQ8IegQPP8mSAbXrvk2pm2lk/gLFqwhna8nP9venVx/e0dpd3dv7R7PHnz/5M727sxrdZ88nbFy48ns4y+/f/LJ9sNS3mt4vzt74GW9XUK/geym617m8c2Td7d3bGTeiKaVdFwKii8dkQFKMNtROf14IpXZg09OJn9798a7tjddLyrToZ3dLz+n/ORjlYdoVOfBzyYnb+3eelPZD6O5hzev6yi4vva/+8X3lfa3x3e2P87ezKgt4c7Rre8f3+07YW7D5gxTjv+s05UPa5TjyjyvaM1l+DGUJ1vR9qd+EGjSVIh26AfTN0kl2Az47oesPi7Ucal+542vUKpVhsC2/4IC96cshGD+q6yudRpgoGe/oL9GgBeGaEBqz13BnNiCExkwSeSU4BSIQZtOks4InOc02O9rBaibPtrK01e7b8gelL03CKkmCxD0VGcgd6ujEunnAIPq5qkvRZ3E2DU+h4+8IM/R9bv6Hnu7t46Obnx+Isb44Nbdp+KuI9lo356xVjcn9u7256onm2ymj64FrOx9x2t4fyjeYVFHsYgK8luo3omXd9y79bl2sTe78W03HW1+TlMT5XsHdEGfE6YeTWcqpYozxT1Jd+O9471BZbWnj61D/eL6vVVeZNdn05z6ou/H6pIQoNJuf3GTatrozYlrK6JaMj7dCSUxjufaxtMA6oy+iTbtAVOPmzXkKZUBsA1AlSSVfKhQydiIqiQZP1RgQ+C7HnHJRf3Mh6vOAU78t0hgeuI/gBt7GlA7ryjQJJg568CrRYCGhsSco5yo0nUGP5gLMTEkO8CmoAdQOgVcIS6pj/V5B+EdE6HTtMGLyYR2b3wdUheGwZgMV/APw2hBcNxS+us9zwFyniqQQfPxjTv8FansJK/UPbsOLXypAeVscpPB4vbne9c/MKU/nZzc2H5LRtMHYVe5/J0/yGCERcA9l/AIcXb9zt7JB5HKXeKTB/fU9J5IykkU/Nuj2MG9h19qGPylSc3zqbOnd69zN8N70hD2+gfHx3Xlj92Dm2K5D7DFdBBkUOqnv3tdRtmDezs0pw6yC5W7Q1k1Q6DPpwqOVEpF1CvFva8HP4tGP8CA58oAs+kYMmvIL6UvxMXNlzqbfL7aYRcyw6gLofIpgV1NshthkGwN2BQw+kVVUTyrHwpqlckCZ+MJK6KKZIRH032YZ40P/s3B1FfTXxqA6+TjV5AAjZOTCXP6MEhQoM4LpgBjeo17oebGGY865yVV6iS7j1CjXwIUzbZfSWULKXRQVKkQgkwLMFBRH6I+8WZw9RwgbhjUEU5TrFidutzwkK331989uf2FV+o+uhX3RrUdvXtdxUR9sgY533X+i49EZ6YqVvaWxfjuFzss8v3uH1QAw0clPlfTJ6p0fHTnDzSAOfZUltnR9TvHRzdp0/eTbn/n3h3vAFvMxhfl9Pvpd8Mq8/Qkn1gp8tbdWbbHKpKk082n7POpTUPsQCxAOqimPlR/bm/fU7vubTaF+KV6duNz74373b3d6AbFX9zQcLNxHPmldIRFa+zM5IelB8XFUzyqw0AAAxDmsz2oGEXWea69ONA2dJChR6ihQinVChbgHiuiPvNaqNwA4UnAkZ6ASfgIzHGgM9aDV5UAAye5JAomg8c8PFHG2FhnkDnjaDJhDlADC/GclEkaFjMsGu+a20yNShDXUUKa91iXYReOGkGQOQcorkv2S+br4UhyXMd0JRhGrsHNGC6ctZ4DfHf73tM72zv63JzdujPBtDq5ef1odv2tvZPPZ8e37nBa26iZiF9sTH3Kyt43t+9MbnwiI/IDFT0+eg+WUAkuCbPr74r//5UGmKuTNbmjJJGHkmbf1q73ZrfuPb315pHy0zyb0RbjTEzNnx3v/e3HN+4d39v+QPtXU9ffFRf961sT7UXmnY21o1sacMNTKn9vdvLWjvyfMUV4R1R2RyNxJavM8SfbYQF6N3fo7c3th3SUKcKb1L33nYe2AFWTo8jR45rGV/agl4uZaI0fTIKO9YynIuE6zw1EGV8OY3pV6SqiGptlAX4dypYe2qdwtTlAxr82AsEU4hFkBI7Igj37qWdmwMxYB15tAgQHnhjkbDET6qrvOyWiQQbCs6OTffOciI7LqZXrjV2mABWQ7CyiwYTOQIx4BuUucKKSQ8yEygKsgyq0YyinM1Wnr85d1uPevivL6i0Nex88mGFuyRLaO37rgcy47e3rexhzOtmZ0uNWK3NnKsD/O8fK3tT3LdnrUeJQ7R+5nZkbmN1msOw1v2USkfSHIxdkplD5fhoZ4+vkE+7eMnbc4x7tg4niD7S367JAj/71pn5Qkv+g7jGvp/aVf88/tO8gqy/ej7LoZPSWMn8ZBm0xBt0bfX1q+8t8h3jmssppXrwk2Jozu/kCoB/MU31cQPTb8cyh4mI8M6ZqeKiMHdiZgKklm4HURXm+UmMHPv7aSpUFzgb8Ig7kTZADj4C1jXgb2PuHAAe3QTJzHXj1CTChMTGjMN809NDSD4nJHJhMYD0plJyfMJCKfV0GuaibWU8J4jnP+/Epg+FMGNwFrpC81/FhEtyA/YrrRVmAvtOg7uqknrAqt6KyeDiTeXhNXeftDPVdWSc6mRnkycphlEt515GZpqi4gUIKTljL2yX8EoQaFmcQjyfubCvrx9FFgZLOcftyZPqRuqgublLj7g2F9eFnxKBSKaVz/5jdc80p7OOG6ASHwEXcP0w175ClS1VEsuxH32smLpJSOVelxgyLXlnKYxQMB6ovHEo/H6gcbDvtznvm7XExtXaoEAvRdMjkr/odzTw93qzHYHqllJ5alAcBnv85QH4S2X/xJshk/wD+GYv/0tJbsAAbAb4knByEyfDU64NwCkkbZBbMTH025qxcUN5DHjEIJXOunDWPj8bHjqkG6Ur8GnoTz8UW6IQAUV+sk+f6IKWMyWGsxJxV2CmYLJzXzFm557DFEXYitpVvZhJB4GvJN8FLnsByJhMX85dWW7CFSUumkFKx1hQq23ShH4R9206kIdchHYEq9MWtKxffAh11VXEavirETBxdcTOu4nux5ihn8XQm5yTf2HuchHlLljutzT8ABMt1y+8S+5ewGaimifJVRGemRcx8mlOOyirdX9W/Az+U9syO/UyoxFSNzQBX41DOeCvYaojKnP85QN8DjtvALAcN/fEoYOaOALNgz4HtTZCXDo2JfWphBul0wEQ58oyySc70lhFkU1wt2SAMu1AphLIMBxYgVNezX82DPcc9L7im05lTVnYM3KXN5y0nvM5cU0yYe7atbMfoLOcUZyzI822YcmTx1WxHiZt86tv+EQHRsFiFvSjVb3jQPnwRdhVF+YHSYMbAUhWPJzG31Jp2zJsk8mla6aqurmiDvlSB/pp4JCldLag7mHXuNR55Iiv3OL4xNuXulxpMuyVMNX95eRhtZjLasbWnTunbqQnvxb11Dye+M+IdksDXVimJx7zUwp7UDN/QbJ5KsRnwmx9cgwkQ0EKrTBY4GyyGX6YAJwcQTzwIOJIVCNf17JcWYCPAlw5eJebk0dm45xNERqCUistqEBwTLFYy3/ewwvneG7ZgzBaKJKOAiXHB4AODZwDxcw4weG4QVKEIEIsn5rJ0zpvKJHPS2hLjJBawsOAeeEcMoFEmpELUTwU6C1vRxpP5KDJFJHAmLdIEzKIhKI1RWoNNnqVUFDMy8yEUXqtxbeglDD5C6Cck35ZFhgLLm8TRAfpCO7hgRgrLg7/cSpiKyqPLojl3uaT5i7iHkLNSlea/bmbvUQtDPmRJrhWUqULsWuXJii9Gb+moam/YkviPvw7u4zpsTeVKjVKtQoBeC8YUGHOAOhvEfuPZgOrCgALbHOC6cMgKiGG/6LQJcvvqja/ht366z3wI4DnF46obrBcqSHZ/F9ik178EV2gxwl/DcYXn5oKU5fhXONGdTleYAC4IymCKi5MaIpODQmAHJUFy5hvKE5pITBiuZQPNtpDIBMsJdjEN0oS2XBsFslIO9hn7Mn1Q2U2yD7hIezN72h5VBTpHNwj1a/KD0rT3K5leUJ6MoCGqmf68iXBVtSR6zxjmyDLVlEW/3ASF6QaGoER9E/qlpkXa9NbfRxJflLZjB7Ya1QJmLP2kk7aVY/owdWEzYF1kyBHKiQo+fgOdOf8coBlm8oSbINNgwPEswLT05umvEeBacegTROfdM/NdMFvqlkI8ER0eUX1QvHgLpKjgLhbgqSh/DyI8711giyGZhnSiczpzHvukVcjMlgKd0qYEkQsMyW2RpB7bVRCcKQxjSEyALef2KDtRWVoOO0pxSsMYlMIMc453BY2ERemCnllTe8qWVUc34Df4idm7tBox/FRM9OI3NUx/pikacD9oXnHlm5Awwm2leSwuc9xmrtoPKuajzuiLYKu7VzTgnaW5qnR+DX9LGlWo3cF8MGKUNe+xm+ikElTA32rDFkPwGISZl6RAlBKdOv8cYFBMwNSz9WjMZ2DcgwEHNgJcO2THPfvdkU4yGM6ze9Iv/LzJ4ReEpWnwnfkw7T8K57vptgA7m6+YfUVwgCddLSwXVLc0uCYm8Mwk5zTLHnOyssyfyAR24C0KrB+IwlYic2GYRCfK9zsPu198qjqwCqc9pMbrFa7AXQHoSwwR5lBQQ5iccXOIJ+gcJZ8a2j23YcVQksi0H51RzN1QeVVQjId0WMNPXSEV9oN11ICK0Nmwy6ik0k5gR96XTDhVcyUsUjrHLW6XhP6UtvslzxuqUx4g46u7mKFcBkjVT0G7VArRhcXkYWGS5G8Rvd+wu8BxzdUm9dRm8SJD4P45wGn1h3AjoWe/YOc2B7hmWKf4xMVVHGc1k12nmJ+5V4p1jYj5Me8YW/bouGI5Q0LKXZKQBmDw3CBIOQQsE/GQTk8Jt2/cxOTyixE652UASVLCZLb75c3gAaiChW/kIDs/JwgfQGd+Q8JvFLsoNBN8YTmsIO8HZ2NMW5iEmHwQlXYGrSjd5HbMzCmDUPYl/o1CMJQahKRuf8ErwPAdvZQhaNvORpqL+u0QSRSC48knKUR9SYfavxqnjuhLDZ/M3K7vEVPBvQ5rmD1hv6pBdUItUSDY0MNh79W7UbPsni/DtIDaTh3YDHRmH5OBMTu9+rvAfg6Qx2BO9g9YD1CbSHCkmyBCmwMcG2aynNtLL5lNIY8EEtMH9TM55vMxyPnGyCnPAfaI+yGF4QbcN0yS4y4wdGMD5wR7TxYRc1a+ucsCzzd1Gu/x+J6NrDjzKWvTTiX9GkaQSCRDXEwb2kYTK8TtXVtGMKKtOGgNUqE5NSi2cF1IS3xlI4qXkm+S6xK07/2KYXhIzwXoAdQN7YjT3B0SJWgHKgw3wWxh+7mukn1nWd2DqNQ1ZagglWPkTVf0HT5QF/UjKJc9w5/+wuqNGqfL8B2To/wuTPL5i8Ru+Kb6PWBlfoLo+qatBxhT0ihi8TUEluqs8Bxg/CEwmE4fyQJk8DzSENjUN0d/ZsDIXgsaAaYFaIVCp7r1NuJmr1xmhMT7wuR6NiZS4Ufzm4HF1xt/IdmXV00BFleJndNZrDNUlgwm322Wc9473mWhPS82cG/3xj/LP/Zyew9jBb5Ykg9eYpG9h7e9JODMSwjKarrrdyv8WkcuCbgDF7Ak4B/8jsbdp7eVuP2BIjdzlcA7T2cuWJYMjNX4Yp9iLFHq23+tlE+2t9862WM/N2d/TbM33tz9Yvvm7nd5jcOZu6zxkgv+kfImuxY/sUCgl7u+OfvwwV+6cXb4UHYtVu/u29nC90/ct5tPve+79JLvk6sO6mfAPtYP5L+WM1PDrBiekiTIJvSY19R7vGfrlxpKhVZTBzYDzLcw5dL9NwjRVecA957BM8Kjg31Zgcl+o1mAZrueA5sFuH4wjsCOE4/ZnEOzfKUlHRvPjEgWVKfELjOLqHgyXPCd0d37qNI6ioP3Sti72DwHqLOYlz1kV2HNMdqU7cXLsn6X9vsKHnq5veMH3z/hxVlW94OXbl7nMZLdL948/mR7RxafVwbslwS8kyv96dR/OquW8Huo1k92b5UlAVmA7+Ed1m6ZxZKBrOFHsWP2CcNMnrKC353tvz2++eWuend8b3v35JMHJ2+9+ZQe7954y5l36a24ygv+qYG36IHsruO97907OX5z91bs/AuvH6gd0nd6cuPT3e+wOOBbM1YCdMpDL0co4c5T1/o4urTrzjAi5lvZ7mU+0CTLTCKjZG4TcaPYlqhtVBmNJIoZUwc2A8F5vkb7eVVfklGa8w+BwwA0A061sSKgV0Qd9VHoOQuwEeB6gU7BbL6dkTqGrRc0h7zLJdf0V5ZNcKGKKJPhjLD3/mi5gxNtASbNda7bSnquCM0ZrOEac382AW/c/UTG2dEt3ptlcRYvupJLpWijjEp5kb1cqE8tzG7fOLrzxY5iLAl4wqoqXhKQQSqV1ECkqi23895xaVMF1SCRWDKQecTJnxSKY1RbsaciN0L+5Xn3hnr8PV7upV9+GzgW0cqa6jDTmKwpyFj33e2P1d93v4g9idmUT8/cd5YzVAuz3S//pDofqhoLAlJ1j8b75WFo2KZeGJUYeVw8NLylj/x+/ITOU7+8Jjg/ku8gYxcqM3VgM8All4+Jr6xF+YN/k85kgbOhQxXvgfhNkEnMAY5nAMYoeJ4CM3MdaATIXWDRWEwoS2KUEbSH0Zc3gpPu4i1hSSqUj0q7Vrck/sDeE+YSzW+VWxowB4h5EiYLa6Qwf8YfcrAYzE2ZPqYdL7cnwwncm12/KWtH4+aTyY3tt0SWH8w07BQrKRNTDu7x+DmXBGRMOJv9qyzIO5G6o70cP7h3cuvm09KmC5YlA3lZ5OGX7JOXRrCtZKXJJmM557L04LH2d3M2U08/lZ2mAnRAZusdaqrTSvGSftwWuStr7/gpK9qcPMgFvLxAIH33N4sWzK9Yr5MHP+M7878kn97Ehn3AKoV+h0X05pd8uWzEZB8TjuI7DEEyzdh+HdhfG/M3LcDNmwNE+bjqchW2hq76LrAtQMaZxuHUb8GNNwcYwZwF2AhwvYhrqknO11eIDg60kukTb8FhH8bYg/ygRNuMFPvK/DYc9Q6pUBisBxjbAvlZmHnmCprRqQw7MK3PXOAn4hmvpgKhwQ1PY50/VuOzzah6og2MI0qIAxXDArThNFgSEHKQCTV510v4sRfF783UTklS4d0v73VL/H3IbKT2+SHvp2lnqkEt7edD7+fWjqzTv2YUKyuxz0TEXs0UPhO1iBXHsoI72KEUoWHGv5/HXoYtfMgCgZiT3M1JC7BbVnCm72Qrz1cAm31iN4w8/XwiPH6WcltFXVcqLGgLUJ/Ugc2AJ55RQKmcdREdRGv+jyxwNmT/lb9F1xiYBQHjReA2B/j6ItVJRJbPvCgGv3GpjRXYelLsnotRxESIHr6xu5McB6oHn/+LabCnw47jHKZciSFhAXpSy7dOsfN0CmMOHV1/yL3gMIw+ON679bPJ5NbfHk0+ZzU+zMUZj7dMbsheuzmRqSR+Obq5fVNksbgkoGwgmY3ai9cUZLyKcXl86wNZTl4lUOWOVPDkxptHJ5+Li+6IeO88ndz6mQ1A9edLmWg2wu7E0oMfnLz11snPHmhwjL1HJjbcB7Txs+07stWw15TyrmrT8uzkrY9v/Wx2b/vhx1iHt+5E309ufHL8yfYHsfwfzcsYvKu+7RzNbn0CU3/AAoFMhfpnuGPO83DWVwAuHNz2lsiPqED5KsNvyo8nw5NEj4TFk5v2Joi4z2oIB1pDL/AusElGmB7Kk/W3D/uNNAcI/Q0swEaA68cf/+IvYsKuTNtlQvmAuaxKKCIM1xt93WvAA8gCDLp3uqUAAGvISURBVI6rXGwp2fGfIDpjdVL7mb4vGYNeZ7U83we9zgLPtgK9PB9psSSgxnnMrbHIHvNossP4YzgvCei7wE9nXvzPJQ6ZBDzys4Gs//dd8QpFjvnvEeUo8t1cXXC2xw7EWzbGjmfcm8WEsnmGVar9PI39vPXg8OTowQP6lpkudE+ZYcaVD1+MfucCgfzfsFet9g77BQLLyob+BeiXcrAW/TdxMZuomL6Cn7PxvJ/fAvFPZ4P4iFsgZkMTpH5X2dayP3Wd0AjYRJg6sBmw6QcHKvRkDWMTDyuywNk4eiKGyUlAZgDzPZDRDEBzYEWBJsHMWQcaAQ7+1PwSMDD5CjKSDDfHePPyNQ/ROHVt1PDkmzeW9jue3PpE/t4kpvtjtUCWBPTElnmAgrzMwdp5WS+aYCE+V1AhUYQk7MDIkznlRfjgNqUpkaf55CIyYcpM5TGjsEvVP6Wyn5n2QwtPWdUPs5LHAFVZiSqgj3vk1f9U3B8PWGk0eibeUpq3yMzyNO0CMvNku/lmh0w4r3SoWpJkxqmCTdVgPGw6vgC/Bvc7GPTCgxTmwT+Kmvj4tbhN8nTTFkQNBwlq/MHMzKpzgPDfk5m8wHTrRIlXZQ4wDcA2B7heVGT1nyXpQ7yk/Wd9QiYzc4pYMvmEVyMKpTFIbjcHmFTXuUqUg/hswHhiX1I8uKEx4I5f6dDo7YQT2EM/5ZoouQGiNNGGBrGqzLOEVMIpTSWZWVSgREbKsAO1YjJMzYohPDDmtV414WJ0gfZEGzaYvFe//GHHUi6YXdCK98GAE5bhjVysMTkCkxB9xcn6chXvGInuq6S/Iw+yKOq0+PKebYSw2LEC1XPDNurUkhoPouOKga9eRT8JVYixLq36iuIHBBVSw7tKHdgM+Hn9GP2Gx3P4qMz5nwPkHnAxAEU8h/mvmONxYJsDHBsHHUH9/C/+R/NUwin2MraALrNDRoepXSwIrvfmmS/cNdlJpj5YDFvGU3syp3Z54PhzbgnDLx76+YTXmW2zirNcG7zgFfdEFKRQiiGfmqMpWU8qbZPRtdjF7OMv7xCa2+A+TC13wfwhxhCdaFfuDdwkrtHHzKjuBNXIvjP9maaUol1AUrzMS89kuLlS7lh1SAmLze/r5tdQLepJtiHH/+LFBKe6wr1czD5lq0kWkaEaXEnXzKjqlYrRRV8f6Jjz6BHfTkF8D7Pupj0GE8T3+GH+aY0IccU5QO4ClyehpydT/zHwSORX0LMf/WoW4NoBNc3x2DyGvEYwX6GPD8smYoGs4Rxg76UQ27VrHssySSWS4CRmrBZmj4elMl50/iqJFJ/JkrIUN4yxkcyBjAJ1sivBthmGjwRiEI3YwAsEcK9AdAHJKREuUWGFSqQb3DdW2+SaBxVjYHzEw3/qj+uwzgItqxht00P5yvHuVCBi7ksQJospSFQ7kCcZ+TVUlaGt6mHP0az24hSK2PKlVYjQzbphvqK+B2/5wnhcA2gOOg+70Ld9KaV2qeAmVPd401aE/orXMB+mAcgk4KqLIeRfIrEc1qN8E3hkDOcAmwW4fiwjszqpyBFWOV3CsESFKg9UZFcJVWjHu8CM6WAsv1/LUBbOwLIhHvRmqyfevzUpcn7zhq9OcNY8hh5MNZJ4Tg6aUQHRIuSgCmRgV2lP8AJxlfKTJNFWzKXRBxMRbCPSgAZleNFHOqRUc5hllaV1kw2cCNdRgOQw9KhrK0/dtOXo72hOIkXp3htp7M5fW33zyxyiNHVLfScbG5VybjhIVY0wO+neqy5fmCZo0l9epRRXuYr5N2sOkCEvBqA90Z8tQnTm/HOAR2YYj4Knk4NH00PeBhYHjUGEpr4lFmAjwPUi2QmmGhJWHauST0kN2X4lAgRHTpkDnBOuwQqmlTBndO4y2tSJC/fovNUJrYDzP+I2phSBKsxI2FIQk7IhAeYFaTCm95RBO0qxJM+fIF21omZoK6b0TIaqSKZagGegSjdvi02b6TEIEgpUS2Giqb80oOaycaVD2P5q6r5bpx3Vg46S8bwrt/1U3aKMrVEVI0ddN5Hz06iM94egArCtd0NJhtoKYpEcOib2pYPaL9/e3w0/dWAzIIMP0oMCsf20ySBEqc4/B8hNkFn8JxLEM74F6CPQc6Ap0BnrQSNAzwF2XNWjThpQmSEh5EzpMgoWEsCve+oLruuFDBCuiQg4kXWOe/GWOKfFeEoKS8fpCIwk8YMlTRUuoZPf57ln8mwewUtqEeZUvnagmi5CZZESBbCbRG9hZ/IqstkvyBBiNZXYzgtLEhPQlp8S1Jg8eIwmTWvaoVrSztWgJxSxLk3SdFeMRLfoLFG1Kna0+ab2sBlVjVu+Qb7yqeOcfNPD+3Yik4UUondmY/dz4j3RsnYA34pP2Yu+oi1hOcmpBJuBePAvHwS0AShxtSEwc4BPyl2Q/YnNP5HguQn0JWDBAmwEuF4kO1WUVrFXL6ZU5SW6lLjfWxf4h4xlWr0itDmvk1MM2fcXeIaEcSjswiiPE1f0JasF7sEYUzKkAeVQEOZRHSjAJz4loUBoAHowy5mgZCmpbXhQnEQRkYuaIh9zjT3HnlQk5yOhLnWJNM+6wYZuwOQSpiVRNUOTNGMmoj/HsgRVnV7BcBASrZkC3TOadGfdCqag2qEI+aRRgV9AYXYsjDl3Vz1QGl+VDHUyWjRDi/DpFB8ImW+tnlNH/Oj+pw5sBoL50gDE25VolckCZ2PvCeZfvA5s6oknoMcyBMV13ioKlMvMdaARYHUXuPMLlqUJXcKpOQMq7APrqlzvpdBLctfCkjH9KYCyuLepjwhAJ7ZHdMpQLjQyEam4ICQmYyutJLGDEoNAFUBXYg98ZsJiLowSMAJtumrEZR/unbCIim+6RgfMGSIhWAdGjAa0Y6UHL3k3WKFmPgxWV4HEvCyzGjOhwaVULr2wgWr6S87iJq+nD+Fk+exf3Mv3kqc4/OffQRlK0zdXm9TlS7BP8vkt+C5MH7oGPeEnonF+Qqpt2rvAfvJPzCcjMLa0AM8/B7gzeaLfPdlmwkIwIqBHmblmpKU3T3+NANeMJURGSp0Y8mJKhuK7Os9YSBCwACumWxbgcSuCwWpyoAlGnOeTHJoQCYk3Zl4BT2dyKcgfp0EQHqSqACwQ57xqKSYyC5sM+gjmgxZt/WFRKard2tYztyhLzdCkWlFB6M5dUKrJ2E05xbXVAeImGQxS8Zk6p0JQkMpIUuPKhomUZbvS85O0SN9VnS+jqpLjSzsvJx09YQnn+9Y0VflO7hXfwPUwMbGLKcnqL7QWNaBTfzuymRB1RurAZoCXP7j16yehwwsL8PzvAmv4W1aDEe14Sehx18Q3C1Yc2Ahw3UgLsMKAuwZMJy+faxbmKS7jQzZMMYKK6Doh5cpd+zgZyXyHwaJzVmeyZ9MwfERucYeXNyswxphhE5EoT+e/SpkFbA/5lga2T7CXyARKIwObD7qBEiQpXw2KmaAn0l1HxKW9KS1MSHXGXIgfGSYkzzu6c+wLZnJRvoQSyVMC2XAdTWEpBtWpx2FOqin50QuYk2oiVfLcc24Qq898Ae3YBmLwpAqosIqrebepvaph/Tjy+bVoiLrmfAn0WEmTI36djSLAg5j6C8svjEF5VpkscTb0a/HHwLEgwnSfu8B+F1hIg2ytYJ89+6UBuM6ONALsngOMrTCWkWRXJwmKFhacr7BYsvNBNQU4DIY8+CHMwkgTM4aTHlsIsvBsGmwljuBUxs6B1VScB/aCqlRCEqYYZhqVWc5FZdQW5t5T7qFgLYobMNTCVPQewi6KCTnTxnHMAbIX74cURrniZs87ku5HYmgCirKVqRj7sgWoDTbCbOXZZrVEHT4mJxoLIlM+7KYc85Pk6PFT7EqajkZtDbIXN6Ba4nn9Kv62bt6luPNN8978k3n4z20QxbMgP+MYJ/3FIcr7ymv3slqHl+XQ5lFFFjgbz/TDpQU4PeQZ6FgIYcSbwToElQFoBsycdaAR4JLnAIVixi3JWgYV60qWegtVf37KHGAXKeH/ik2ms5v7qrJusJpkG5l/IBtxg05uprckMskHs5ghbAIpQcabeYCXaRVVE2qJdOoEY5kdTYsqy/wcQ2xqmmApRCV90vgKU4y9ugdkIGo3sjdhIbJNvbCd9qIdKNm8pEbZrSpBXTAXFERl9SAMN+0i+IzumljpKj2GlmldjeLD3pTtGnCH+GkwkanCbiFeE7Xzzc3+AmlFB1tSjzdhNwb7fvfNrOfVUG0LPl5tDvCJ/xQkZgGnhxPZfwfFAlw78uozoL9mAa4fyU8gLLs56iIxCbHjtRD+74wlBpGE06J0ZQHWQRUWp7PZ9zM5UTlV42T1XVBbbViAsJTNJexAOKvMqamMWcR3iW38QDpmOlMG3AWviBvIQcp3i6Mk5lhYeeIPrDnGmyTJFOPmMxGbh9yQoZ5awirznWCsMzVOQ/TK3ZGsiB+pocP+Woq7neidycwUqCgmnjxYEOPVRO7b1hJjJA4pK6SgGqAN9wfaRKZn8eVoDMqLeUJsSQfur3qqPqUKbAgY8fr5Z/k5AygLUAqzwrvADH/jMUDRDmshjPq/mJBfBtGnZgGuHTEH+A+Fv8roVijkNY+SNB+CQZ0I+xaD3ux1Qsq9U8r/KobhbDb3xQluC9CnuSwvjCtZLwxouW0BEcGRqgK5UAIyIMDOEw8o0RyhCgqQITObXmILSNEmFHHtAe6A98hTGUXDXnI1MyftQ1cKFWUcqupkKAWywTBk3/THO1EvTFxuQqEEV3THRLncQvaYmkE535c+UYjvgSGp5mlMMdjNIV88SI5+QIl+A4UCNKh9qgFKQuDQflw5FPB7MuzfLAPQzwFCf7L7RHw5DbjqeoAzXgPpboP4XWBMwBEfBOzZLy3ARoDrBdQ09xceNaUJGa24MUGGUyUM14MuTwAOkBagvUpM2UJIH0NGOplFP/J9TsNcTG2JNDBgbPtxtgcp6FznfJc9JN7E7Ik7ps4IHkhbUAwQlGrbisGo+EHcwh1TqpguRU3MkCkPbjKBiGSVK4YycfLXwJTM5wnNZaYXBrlqQJabDTl67xJp5ZmtXBL7lEa8T2rjVMPE6u/qb6s9QrRMTprQ/AXVKLXpp2X6zo+gXFuYapIWKC329jQjd8Ylxq5t7lJqw/iP5wB9F+SNd2z7sRr54xXfBX6CBZhrQpt6ZP6xJvR4k4Dzc4DaMmcdaAQ4nANEjKj9msRqWZiLBhYTMyWG0Ely4YZCCe2u/Vonr05bJrN8XpsDIDHxibL8pBy2H6YQNMYn6AHLznUhBWVwwisOxVEbQ8+GkxgIPnLzKhv3YUUeBGrOTXggjBlqw9BWnirQCjzlbvEAoCgGhrSJpSztCh5SVXqvPcZXwEyEkDAA4TRa5la29qnvQSPKpjaB96D+MnJ1DyntihRzj0hgB0QUqlmlcX2Ib05SDNdpQSFzgPpFVYheq5r2MeIyoBdCTAHCfbjdoEM0ZpXnAGUBsiKCsX+wHybgKDD1LbEAGwGuF0FR4qfncFpmZaE+VsSSM/TDZCxFsACD4WKrKK8T0l379ccxwSYugJdMDR5aQgsRgSMUOCt58qnoAfMmB746zYMhlIFgy4yT37yZJhlkwS1kRWlF/GALMdqHvmjKtAG5kIWdp5jYSAkpq0lao8eeBqRZNQQtU8uUp7gy1Q+qehfsUb1SnwjZk0ony+P5Njdfu6RSGNtUm0q6Z44cx8QlHeEX4zvqK9ExG5Gk62vytd03151tmv1nCzAegRHv+XlAEtCpldYD5McA/CHI6GthmQIrDmxzgGvH3HOApquaxWoGOwVLC9SJKQe9FZabI8FwsYkp/xf4CiLx2Qy72BRKq882mxOYIMMiNCngTAMmDCbG4ELYgXZEFNkAthGsBM8pR+UxmWgTSbylAHaFQOiAilGB8mokrDRley/MB8K+9FDiU0hVNERVSujD3WQ3zF7ojxqkT+zKM4JuSbUVKJU+cQ+XYuyU8lT34Fu7do+cptC/Tz7zEt0j5nomcmWwCzVPWdeir5iTefw3CPwBjacAv7L1x78T/sUfUZjzD4Fne5Mn/cvAEM/II+A5C7AR4PrRE1SN+STFM4kgpwOdUpcsE4IFvYjU3QUubiiWUE74tw93OKt58K6QgA21sKO4H+uZNrgNS4oTHI6D05ghg4tUT1kmRQrrrI+3NWwbKTGyXVcVbEsFc7hdVRIzYXnFc4i0BEvRBZW1KaXyyOojvVSGW6KEEgk6mRbVIWhaPad5atgihEBJhbb0HdQu7bBbisFs0S+ZsbA593T5snSt/D5h2JWvoy+m34BvwRwlxfXlKaYWsvebZ/4JcevXT794KlByDiuywNnYEfnJAGQW8HC69ShMwPGmAsS/3joKNAlm5jrQCLC3AKEoE1bPWjF1V6f0Ui0CRRdTqkAwAQbDLeO+KtEUuBLy26yGdvg3CmY/LD82boC88ZBhxSrPAU6eeDUYTMDpo8nBVGPn0egvbfCe/tIAXKdt3s6AnANMky4xjC0ASiu05rAvH8k95wUc7/4XOLYSWhy6CFZDfpnV0A7/RsHvAnfWn8kwLMDzzwHu7D2ZTGbxIODB/v7+gQbAjH9HexbQbDfHgc5YD9oZYAswCSt5KtA9GVhl8qn+97crW0uFDqtqBYXgwlVizYQZ1I7t/732bz/4dZ+kSCbDlKvMAtVoh3+j8Nj3P5j7yxnAr0yAqxx9XgTOKcBH/DH6dD8MQPljzANCfz37ifyaBbh+JDsN0NFWCBWL1YSWyKSFonWGRekqpBUUhlsIUjrFVWLQnl1Uyi+zGtrh3yh41u9hPAr41cOv8VclwJ3JHveAPQQ+5D4wvDfmLRC6MKDAZgGuG4WgzFEdWXVBjz5BkjZbeoPRskvYWzqINmcFaXVcV6SBV2+9672BYFptFuBrAM/8QYJ5N0TRGFacfw5wtvdMFmA+CS0K5BbwWEhLb8ECbAS4XiQ7gYq2erareY7UPqeT6yTgOF6+EJLetV//wJQVvFVR2AKtZTAok5ES9s5efpnV0A7/RkHsB/GxDIwHwwriqrra/wKHAchigAc8CX2g4e9YN0IgvwzoUlKgs9aDdgYsWQ+wIzQFPX+dir7wWehGrbU7S6i39Hq5iM0CfB2Q1h/LYcXDgLYAVzr6O3vYgPkk9GR/Gvw36pqoCxZgI8D1ohCdGayE8ximIy6WlJWYGbUXvi3IJMCgrBBK2AUpV0K4SgxXiUTyy6yGdvg3CjL6dlkCodh/ElclQN4Flv2HCfiI9aBZDGtME9AD4QEFtjnANaOyAIOwEiVSJQbDDUoVLE0UBumFrMJzWCfUssP5IMVOruKNAF8DhAXoBwC9KKqoMJUqC5wNCOZo8iRMwG41mHFg6lukv0aAa0ay0xIU9lrCbv2cYGwZCa8TAh1v6mJdSGvo6iDlYbx4DmupE/LLrIZ2+DcKD5kBfPw1NMgQmKcC/7iiBYj9l8sB7seS0DIBxICj3Qj2eLfiwEaA64YtwCColKpYhSolxMUiy5JqVM/x1VxW3HJxWclwsYXULMDXANCf2c/jYO4CpwW4ymowPAkYHDiFd2IOcEz07JcGYJsDXC963lrkL6U4MXLwF8uA+eX/SqXYCnh2r2atIvWyvdMS5mOV0OYAXwd4CMytYKYBxX6Kelixwl1g+CXvgZh4MP1GfBQmRsE9BQYDZuY60M6AJXeBY3gr4spx7hy67I7fKo7r0gbItIqzBp7D4mKrvdp1W0ZK0AjwNYDsv9038i4IY+B4DnClo2+GGa4GAwWOMg+Ylt6A/ty/SF8L2hmQc4AxTzd4z61DJNastsBwBqldzrKWytsb9hbEKlIH3TZ0vRdBfpnV0A7/RsEWoAw/WDD/FW7VOUD4ReBJaB4C1PhX5t+Yfwtitus5sFmA68ccnykSW8JSRAfpndzlLSBZtcuKEXBPWgM35xVXC720EDQCfA3gZ2AeY/ulW/0ucDBMPAk9fTTdn27ly8DjAPpbsAAbAa4X5qYlLKZIxgfJg6Jp55UCDoP2SlIgEtIA7Liri5RwMVgUS9glRHDuWaAa7fBfNTw8Ojptmx3BePAeKyGw7a7+HGDwn/HI1KMR8NV6DlBb5qwD7QyYmwMc8lYdn89JnJJsOK8qYAKsWWsYqV3xHC7PrVKbBfiq4Ig/F1iKh7Mj0V/cApF7CBeWd4FXIEDzX1LgZHoYM4A6CyJ7rUiiW7AAGwGuFwtEJalirUou93ozpS5ExOZgl1jlFrGzAJO7arl2vVcHfSQTaq8R4KsB2XmzoyUgecbtD27+7upjeXUL0AST/CfimW4dMg04mv1HHzKIPrl7zloP2hlw6psgorNBvMCJP8/BLxF9hgXrhD5HUhJgMFbNZrh6q9K6oJd7qXL5bVZDO/xXDbOj34nqfieLb/gxA/L6R0z+vRP0d8E5wM4EhALjDvB4Q+CK/YL+GgGuGclOiSINQnmx1ZiLLikR6O8HiwDNVkFZvVjCLqFOyqATe28g5JdZDe3wXzWEqZdmX49I9dCXBwBFfQyGH67+JojoRaPguAdi6hl5NUD4r6ZAk2DmrAPtDBABBm1V5NWL808CLmU40GX0JSQ58kd8S7YATVcl7BIG4mnyMLE4b80CfDUQTCc3hNN+x8N/vg/yOP4Vs3sTZAUCFPae8b9IQMQD/ekzBgua+mr6SwPQo+I1oZ0BeRcY5FMrBUV22DNhfZM3hGUsGflCJ0i6lusBhottEJ8T6yDl4rqtRNtd4FcCD5P/0vJLxMB4JsYT9RXyYyi8+l1g4SjfBt7ij+GugAG4wIHOWA/aGdC9C9yhv5dRpy5iMffU8pmRc4DBWMUrTDaIFFeJcxFcFTQL8NVA4b/ZQ1t+TACWGcAYAmP25Z3gdzQOvogF+CSGwMJ0a3o46lqAoGc/kV+zAFdGXiQvitlRkFMhKYKKyCzaxJMU2yKqrMjvOHRoHCYB9t6CnFLteq+UiK1LCS9/jdXQCPCqQfpoY0+OZ/8ChQCZ+ksKjKdg4k2QX//g/PY/BNgZgFuyAPdHNQJjFDygwGYBrggpxuJNs/N/jvYKa/XhIgY5RCIBfpuv1N8eTiQJKqWwVkVgA7F2sQ3iVbAgNAJ8NZBcFyPhgkjzYzBlLWivB6iNq6qQtc+GCbBYgF4OJm4AjzQHGEFFf/BfI8CVgGpcGFQu9FQQIr6lKmeIszOKUML+Jsiiq4US1l7vFgXENgf4SqCbA8QlJEayyc/3PtIW/OqxlWrFIbBIxjdBTD1+H3hEmAV7DjQFOmM9eAXOAI8YLgirWbJTYBmrZZoCJD79yLbPS2swEzpk3DUWWKuPFc/hMOjllBaFZgG+KgiVxB1Deh6lBPvJ9xJYTP8p5Ebw4zd+F1fVlQiQJfG7QbDXgx51CFyxX1qAjQBXgrXlIlAta5aYySzVU1dI+CWtzyuYLz2AkhZSldDPAcbWR1JadMVz2Esl7KX8NVZDI8CrBhQSwnt4bOUMPS0Om48nYbqgLId1/qO/s7M3mZV7IFBPst+FBhCXAnVhQIFtDnBFWDd8z4wpvfR77/R4PHPPHGCHirV6I28Al+iKDVkuY3UucgZCR1nzbih28mluGNg1C/DVQFLd7Cm+jMB+AlAO2uOvgbH9vBrgBRZDwAD0X2OadYJ+hKsyB9gIcGWkcqyKolQ5BO5e1wiuSsYSksL4zHOiC2We5bOQFmDNYCml0Mt9JBNqr3ex4eWvsRoaAV41xHB3zpX7wuI9Zv4ef40JiFDWA1zBAtwTw8gIDMIx+XRMNAJi/w6iRyZBZ60HrwQBhtIYYeT1ODWeKiX3tGOvQnCFzBQuswMjeynjKbHLHVZ1jnXVhNVTV8dgnauDbqu9Pq2LXWs3QV4NSCNjYNLTXjhiZj/Zfh7/IsSbIKtYgHszbKyYAwz6GY/9Ej37pQG4zh69KhYg6tHBz091D1EtiTP7119qO4YCSxgvc4LDOrHDPG1WUtbo4tfyX5GWeV3Quzo41Ssuf43V0AjwqqHTynDS0ooHi93nZ2BiIpBhhQ5/1j4bPAU9i1sggqhnvMm/hDm4UGAwYOasA6/AGdCphzTlnCg1rFyeA0yO6qgqxT7eSVURUV+JVanPAU9sJV9lMC9UYZU672ohwzYEfjXQqWa4uBVSXFp/MvwcKrryf4Lwr3B7+SCgiYd/xhzJDszdDuivWYArYzBrgn3XeYEl9t9wePHHpKeEuKw2A01t/YIuINiu47wiUKsyB0uyw4hIVwtlDd3SYF7ovUXX5gBfEQy0udZSXLH+/BgMJuAbKz8H+GxvVm6CCCafceH99xzYLMCVUWsIxl0B0331FGAXr8vL9W+CFMoSKtaq0zupKgqGtmBdqudSRcxfFWn18kDExVZLvVenptwswFcEnVoOyC9HwqY8Hn4x+TEOXv05wPhfYGN6OBX9TMceBffslxZgI8CVUE3n/c4P952BUjiqSa86fup8oxIdiXhtHPapgUGNGiWjjICTtDqpiMUtigNvMSLXboK8EkAvh+PeyjEHyOQfS8JI/jpugnD4s/bZYABcJgH3GfxKb8Z7Dlr7j21IgZm5DrwCZ8Cf//znH3n7859//61vSZBTgOhPF8+EKJ+fb8lfJK4uQcKyTLNglbFQhgIlscqMITBuzuvlInbBcjcU8PLXWA2NAK8agumqgbCu0F0MHWLCJiZt5COsZgHONAR+FnOA0xONgT0BKKyTdApynwsWYCPAlfDnH30jFvvz72G+P/8eURCx/T4/cJzjKke8o7+Qv/VnlMks1XsD2urkOq3DoDx+VWpeTAMw3KIwEB0pYR/pgt5FkL/GamgEeNUQ5p8fg+5cF5ubrQ6sZgHuPJEF6L8FTgvQBuC4NmDNgW0OcGWIxr75kZkNQpONJ1vvW7IF5cFviLGZ8n4EReqjTaKFVKQOFW1VyFSC8kk/c7rQGCRG5OeLb4JU4rLInOcgpYx1rhHgq4HCdXI58Vdc9c5Sp1R8VrMANf7dmcGBgheDEQGNOAcI/fXsF/TXCHA1hFn3LQUWFMi8+xEWYdh9CpygHHmKqRhO5CdSFDGiTUJRKEAYNzaGi1uV0KgivYiUsUFhox8CF1e8UyJzGb1XiRnkr7EaGgFeNZjpYL96IrDwoHUq1KpXrpUtwCeTfBEk6M8m2IhwFzoKNAlmzjqw+WfAPmYe9hzTexh9sB5EB8tBiWQKNgHFji4p649oECNatEhWPUpe9SxMV3xwT+SUVkiNcv1z0N2WXhcsifRuUbBI2G6CvBpIqlvurEQDSLdWswB5DOYZr8MZW1MWxWcEPIYVmNTb018agOuk5FfBAjSLFZbDt2EH2SkdW+9H39joI+aBcRRTNITUpUD5698MekorUgkLHQ6KF0QsbMgEEneBe95adLHNx3qvdpVol7/GamgEeNVQD3rtqvsh+bxC0arUrdUswD0viB9zgFuTR3Cf+WakWUDILwN3KRjQWevBK3AGwGjfyKqzcRc2oCf/YLhvfiRR6WHtYf+RYfd7b3ihSv6n38JXDis1q8QqnEuw3zeSQX1DuPBfUFYIndyJp3rhaqGXGgG+Ggiq+51XA/SKgOkgxnoI3GM1C3BnsvekzAFOpvsn/CnIyOjZT+TXLMCVYWrTBrWZ6sJTUgGmIFFsQQllfpBbI5iBqUjnQtG+JYoI+rRlubYAhwyWQYnY61K7oHiVWFxscvlrrIZGgFcNHeP1rjcKU42EUC/7q1mAO34NxHOAj0Q8MQAelQNFdwMKbBbgatiH67DpIDpMPHnM/f2ou//rvMgkxMPwszEIrEvA+iRvnrw8gTefmFCyB8PdBCHlMpJNZU0FwVmLrhLDVWJxlYirRLtGgK8GOrILNxwRhyKlQhV/NQtQ/LI3eZKvgkA809H+EiSob47+4L9GgCtBbBazfbYBxWke/AIF3pgQjDGxSBBPZOgiToAAO54KrQoKk9ylG5Y6phvg5/UjWoOIkW34Yo2LrXZ9UMI+UtxCkJKFdhPklUBPeUteCOk1qcKqFiBPwXgS8ODRAX8Jd7A/1gSgsTAHqM0Z68ErYAFi9UF/NueY8IPbwt6zySdw35d4GIp1Ce4FpyIN8Mc5RRtGFeu2iJYwxZIiVGLoamy9lJG5jEqowtrrZcJmAb4aMNPVNz7COaVau9xaFarFowXnP/rcAmYSUJhO9kU7+6P+JRJYsAAbAa6EeBPEZh/0ZuKLJ/+4xSFHKmNi+XwYFBPHkbBAgDVlDSPEhgl9fFl6pnViZwEuEFkJu7Q6s3eVGK4X89dYDY0Arxo6xuvsv8KGD4+fokMLiuaJ5ax9NuAXUaDpxtSDBSisk3QqaLfeKgqUy8x14BWwAEVhYfmZ7TwfGHYeRMfTgSRiA8KP0KGYURL3h02NOQROlgr1SiUrT/lFtMSWIMsHBpEKc2+CZFDccrF3lYirxIjkz7EaGgEuhZdPG2UbzvnVt4F5Ia7olv3iwX8/yI6fDT8HmGQTd4HFf+OxXwRD+msEuBpEamI66A9qs+lnJrTNZ3jk65RMs+FHaLJEkRbR01ivbgGJxMqnoH7exVyZ84ggg7QA7RVXibji9ZG56CBSCflrrIZGgEtRr6K2Rng1t9rki7BnxdCiOaBU/3buGeB4DjpugmxNPAk45gxgsmDFgY0AV4UtOuYBsefC7oPmwuaz9Re2IOyn0ERIikORZUeAHZvVhl+XCBQZxBPzZQZhfdvEBGi6stfLDourgxJ2CZXYbXjtTZBLRC6ctmYky3kV6MJ5xQZ0WA+BrVQWUarz2/9eEHXyJN6F25f5N5L1l2DvPfulAbjOLr0KBFgsut/7jQ/xHD5xUVwYf8omUFoagUwSpjWIBShFStJbpK8OdZJL28tUB/OVI4x7wi6cFmBQVlDXMJ6R01xsteu9/DVWQyPApbA9VhbQXcsnjT+54SB4uC5Mp1L2jfynrez42ZD990QUY4h4ZP2d+C7weDyoPVcGoBkwc9aBzT8D9m3JhT0HzTG3Z8vPE33EFcrgU8CjgWY9srAKKfXc1WAs4lVplVynBorxuAQqHKQ1YLFK7CJF6r0uGIidINfmAC8RaZKtD7CbmK+e8pMbTAHKzd0FzpHFaneBj/YmT47yP0GEremId4GTdAf0ZwaM9LXgVbAAse983xdPtAa7mfow8DJeBsh+FcQGo4p8E+VCj6xUFX/VVFbkpdSX1aoURxyPxC6rHwJn0HvF9V5xsXVynVR7+WushkaAS2GrbF3ojb+BKzOAhOUTWtQrlaXV7gI/ecJ/YvouMKsBTrYORn4K0GzXc2CzAFeF7wLHhJ85DisP607AvLMd6OiPbO6VYk6LDCtSR1IWIlaJQgo9MTqh5slEV8OIWPjzpDWQHXYJffqShCpehEaAl4i0y9aC5Lt0MQCeN/1w4j/mAIfKBeC/898FfjLZ694DgXamW2M+BWP07JcWYCPAlWCeM9vFSx4xu6cogd8REem5DBOAxJMIi5eKdC5Y/3qvoKQsJvZQNOcA7dWuD1JKIeVhTsbnhHYT5BJhy8xW4Jx3yXH/levCyLebBexuAxeXmpRI/UKpVrgL/GxvUh6EOYR6RIFeEms0qAvzFJg568BlnwE8y7TWz9EzTLpgO4BvrkurkI/iMQTOhaMVsZ1IRYWhR9an0KnK70RtS4w950eZDlGsTuzkJMDexTZ0lTjviuewS4ggD8BqaAS4FOjVOlCT29zNj86RHovDiABDk6oZFwUo1fmPfv2/wGVF6LFg6ltiAW4yAXJtWyekFTbyTGzxkse3YjrQ8bD3nBymYGYp4vlC1+zVCYTY+zXtORWvLhQocp8rqG7KEZgAC2WVML1K6KWhnGLxBmEjwEtEWGsLmE9+wfipnIdbmtdrUgUrVXb8bMAvbIDnAIODRlwW37vvOXDT5wDz0rYucF0UrYngmOGznQfZYf5h9sGCMvOcTCmoDzoknaxYMDAVaYluBZYmd4l17qBkiRQGVTwZq3BWCQqNZWRJUhWxNxDsGgFeIsp/q3qI0XuBS4sXXhPXxSAYfzAcnp8LTE3qdMvBqhYgLh4DnPhlYCXqM+IouGe/oL+NJkBf5db1idtnYcbFJ4xBE1zc64jpvjAEI0eiYzYPTZa9LgUWx7BEIj5ILVjMKvJc8RwC995AWIiE673eDQMLeQBWQyPApTgq+vUS0bHaoltq/S27C+zg2q+lVtnxs+EXQVgUeuLXQJL+RoP27a2jQJNgZq4Dm2wB6ioqxdiBw+J9X4jvGwjOY97yDrCTeSqQJwQRXcGbKFEJqUw173Xa1Ymgy+uzu9y084h3aQVduSTA4nqvuOI5nA/6HHu9TNhuglwipFeJ3nyzF3jRuJEsN2fj1Y4S2IBhB4r//lvo0hxQqvPfBd6Z8CpIvAkyPYF5xrP9knl7+ksDcJ2MfOkW4DoRl0XMuqQymXhBcDHh57QMnSDAhK4g2Ab81u9TkYRF7TKWJffvt5EbJcpgV0Ccq6aoCbDQVi0XsQ5S6l0d1HK4PACroRHgUsA/FY4zLEOPF4lnkhmuclJk+G6p7YfzDeHj1KRE6peV6tyXP/iFuyDCo7AAD0d9EDBYcI4DnbEeXDoB5vVtHZBePNUVFFvPs4AxFciNXTOijcCY+PPzfnGLBBvQTwSWYkseg7Fm+T9CKhILqY/XYo1hsmJVAqpqtrI374ZC8Rwuc7XQ5gAvFWGX2Wh72nmXisJrGdYu0pbllLvAvVbhr/YmiIfA5SawpwCD/kYiQeivZz+Rnxkw8taCyz4DjrjC+TJXeS8j3j8/z3KA3PjFsBOdxTQgBBf8hpEHHVLEFOioCznrR98UhUKbuj+F6+GE3oMXSxmFS0QLXQQoYuswh8C9V8WXRPqgRIrXRzohD8BqaAS4FOjVQ2vanDlXUMtgxXhobjJd2H4Dpxw/AjiwC+WnLg2x2psg8N/OZOZXQQ5iDnDcxwDpwoACN9sC1IFaD8rUyOwozDhGvtiAiJaY+8MsdC7xTDY5RkRZqiUCXITVbEHXKswTXGJYZb6BedLqtkE8vaGbF/ogpGYBXiKsV9Lk55t/8+nnjz9nrGtn9lviQos6rYopF/jv/Eef1WBiQejJZP9RZwGO8hRMWnoLFuAmE2A+YceWwcuKhwknP2bybPDZ+pOtxwu/SXFiwQiQSMoyYQpKHiyGkLo1R2gRDXWTXHLr5Aokl4/9EAjiX+GKmxdrubjYOnnoBmK7CXJ5SHqqzL+CFzT9hN8VNhs671KX9I4ZPes350KRhPrfq61T2fGzgf0XN4E1Bj7Y93LQI1qAkF8G7lJQoLPWg8s+A2AXCAZeQoSI7F92POhNvs05kjzR943IEVLLdHnZHTlluWLcKCZLUWUXlup1ahCCZLk6yXACnj6xnYLICarKrbhK7F23ZaROrb0urVmAl4jgm9/JVivm38AMRK4TVoyr7bKDOVMw174qaX1ejHZYDaZSsRRXswA1BNYg2K/CHeQcoC+dI5Ogya9YgJtMgCYdcwt0g11GFB/j61Ljhd6w4oIMucEbqeS6HLlKUd385xBXBBiRisoPPVoGVCxv9w64TZFBvALpxSjs7xQnKgOwE+bFXqrdcrGO5AFYDY0Al6IQT7HZEkNzbt46PDvu+m657GDRWZ+ttlJeh7FZ0VPrhrp37dqvf3D+o88/gpQVofM5wP2DWBBhJKgLAwrc7DlAbC9tphmOWca9vWgciw0DzzFkicoPTsOa827jyb+sp8DlEsqIXBNoyUlFCqRyLQxse8xR31w0oVRnyFNTUab8J0jSVrfNi+mFWxQyElsXbQR4iej4KDGw/4QSL8nnjSvF7T4UD/bmnaSS7PearPmhv44FkK1GoKgX/jVw7gmQZ3szjYHjTZBpvR7MCDD1LdLfRhNgHDsfLs/FZdxEBCu9QBzuysk9eUU3sPPwPPSNKkLEBNuI1PWW1Wz8mTbleQ4wFapTqs4vOQMp0BFb5nT5mVoJgIgswKSrdMvEWihhl7AYFCEPwGpoBLgU3Vzc4hTevD3YlzgrLnjsa7Jz67079pwfs36Mc/ignJXmevwSBNhrVUhWquz42dib7T3Jx2AemXq2DvlfuIPMXj+gwJoDN50AO/NKvGSiIg4P4cNAF40XciOBDHOYOU1eMJp3F2FkkoDvh/+yAfs5DYi3bAhcdGxe14TTZgMLFoa9ddFCWeEWxQwsdHLGO6GEXYJduwlyiai5KTFvBFaYz1kad/2q3Qh6M7A4KShayuAFVUaz82oubU01GmK1OcCdvWeimPp/MflbOI2DnTsKevZLA9CcuCZcOgFytKAjefCWjhrGGVNtBHDOi8ZplWtkaocvjRAuBRAIkhP1obiSlZANkEgr5ERGKtIS7lqKAfcpsoQL55NKvJsDjK2Tu1gtF1c8h1XSnJAHYDU0AlyKipDSdgsUc25g1p0bVau/O3UWsNPtUHpBykoSettrUoYEq1mAz/b8LlxC1COMegMktkKBwYCZuQ5c8hnA8sywkIkKxsGQiyRAwkXjhNlgKEY1tUchEkNzSMlaipOkze3QAKVoxXVc3HqEKsWnt/FCKjl4DiOjjwV16lNKGYRVGYfJWUlavauDWq6T7HXBgtgI8BIRXOSx6u+w3Z5j/iXmSwzjEYsm0+izl44kJz+c7aC01miPcqy9FlDf8sTqcBSymgUYj8HIBuQusJkn6G8MEkxLb0B/ZsBIXwteggVYrCwdN3MVXGPC4UBeOC59QAeIK1BC0F0WS21xLqWzlmJKgvWiHQo5Qse0D0Ulhx7VKKzVC5W0FCV7PgR92rVf/2Cewmq5d3NeuNjm04ucB2A1NAJcisHItCDNviqYNwhPC31HeOG5vtjJYFdyUtTUUyRrrzUZnbWmzimiV4NZwQLcmfUG4KP2LvClnwG/zyfxdODELxY4ksFBMI6P5QXiTOQR/8Y3cZUomQwkpXPJVIoSqKBPVKMBUvFoj5LI0cMI6jdBOu0aqNlQ54iVlGL2DbGYlNfsbgiM67065rC4SuzdUCxyswAvEWIim3/hno9543AuXszHp7L5CtnNk164eNbP1CcVlfZKi624ChQjCC0CUrHUqRUtwMkTbgLHmvhTr4k/Ov0tWIAbfRMEcNHiiPniFZN0TtBhDIN+9biD3grsSMywVKzOKJm7VRXRJkxHlkmRTASaYL7FalWRWsdeIXRRpNgCCPGXv5HWZSSkn3Vxo54D7LirSPYWoiUhI11SJYTcboJcHoKSis12PvTmXmAQZ8gbjQ3cHBPyHHTqsNRSqs+Wp5CS8x+se50KwUqVHT8bOxPuAhuP8l1gvFHvgSxQYOasA5dOgLp6cfBk/cUxDMYRa2F9abMBt3LcghqWFUiDNvhiIysKsztfO/l4r9QKhQrzMVOjCJVdp7quJuY0DPTS80Apl6yLSy5pZqqatWqhi/Re74q3GCkJeQBWQyPApeg4SQwlu0w2XJnTi6C38ubsvYV4YvZwOOu3wH2dwYkOc9qExhddTqW1PtVAsRgBn389QN4FFsV4FBzvAgfdjPEcTBLdPP1t+psg2GkyxxwwiYEBFlQTfEh0xbgNt9AEdAF1sDXnpp3pnUWt+CiiDEkUS3p05UhNiR7GEJj7GHO0lahTDSU4LTI8Elkos5DkaFqA9iphGHRit1VpSyN2eQBWQyPApUgy6lxiYNT1kTqZ1z+quEW47jgswFzeZeD6wTaSVDOGTgjI/khZGdFYkwQpU69efsH83PZ/rAbjNfGnkwNz0CPR33jPQpvteg7c/DlALl0+ekExPoK+qsUVLQ7sqvEw3OAxJv3gR2VG0+yoZDhwFywjEIgmSSi14MPsGy3Fclh/LBrVa5YRMy0xng1/gDqO7Hj1PE1UL4Cpesqy64MSFrcohKtER0JqBHiJSDKqXI3OyqvMvedZgqoP/S0w38B1axtJWdFZ9BWlV8AJpSRt1q95FVxtDpB/hZP9F8Ng3gXel+034gBY6Nkv6G+zH4SGV+Akk06wjQ9oHNVI4Gq2Sly2m601EZZSlAGXKQf7j9RgOECtsD5dk3RKZAVKUYtOuhXkwRA4lCsehel1bV7lQJ9W6hR0Up9Rkuo5wNgKf1WyvXDzQpEGkZTyAKyGRoBLITLq79mauHoMzMAuWiy/klvi3ch3MAfoJmG8YL36BrF1NU+BOJms2tb94fMKRbFWnQNkUfwnU7ENM4Cyv2DAqzMHaBLMnHXg0gnwz994fk7HLC9cncnGMYy4cXY8EqIqCdrEWU6A6Ui0KadK/LkbSYJiLqjalhy6AqmRKIVCQr+UbnU6DzpGS0LrzLuMdyldkS4DzL0L3Akl7F1sKc0npZByONkA7SbI5aGwUWcGHsuiq4y64VN+z0FpIx98XjQCi+EXTvmppqGZ4aH1CqWtqUhCpVirWoC4AhEPrwKPdCPY1FfTX3Ruk+cA97GsTC0yv7iI4QlhhWGyRezMOPXCVnNezPupbWb8LFI05/9SVSiKllhb5HsiRRLNSHRRUiVnppvyHGAwFlrVU1gJLVbxGnPR5egb8MU6GesU9xyhdr1XXB6B1fAqEWBw1CVsJqP5x/ZibZc5869gmJyWYBp/ucTV813PjFZTlBQFl6balohrtQlQetQtBhjjlNX+FW7v2d4sl4M5nB76NrCtv9EehjHbzXGgM9aDi50BhyaWZZvtMc+0ccBIsGnWGV9xLcNse35c9eRRPzhNaRh4isrCjKLeDemoR1h+qT3f4mFEm4VRlKrRdNZTgKEaTdTPAQYKrZUwsBDLhAykjUh9eoQlYtSENSSxblvwKqHbehebXBsCm3AuA0e/sxYNP6vDtaom0Ms6Xn+sry6gT/j2pJ8+oRThxEg1ChTNWs0CjJvAfgxwMoV3RH3jrYRg9OynnpkBM2MduOAZwAHhEA19jpPpBrLREVNcFAQ7KdkRfB9biiDbW4xnyTT8FLE1KYm4d2TCC4/dkxRlFZEcsWjPfSBONaeTJT9KzA2BB/QV6ESEJLoBzkood0VsAYarhV6ad7EtFOq9XsgjsxpeLQKUuwSoGesbWlR9UDI7tgyqbc5jc017oW99vP6QV3aX6opDpA2n6uNLuZWo1i1kK1X+Bmdjh/fg8lUQ7oA8Utr+eFOA4jpvFQVuggW4z+H60YJTGka7jpSOak7c2Tct9UkdSyVJ+RDX8VIS0sosJyCaA1XGT/ZpT5ZcD08VqU+qO0GbpKtSVy0C2v29r7xWI30qaqvCEEtCQY6U6/S5Io7iRbr8mAPstozUXrjYBvFhoaVyHprV8CoRYN5V6IagF/2IAaUUBVITQ4piFT+35+syWoZvRnOUhPIJqHDC6q84Wi8xxjqqwweFFgF2StYJKz4HCP15PRgw3Tf7cBvkKj0HuAE3QeoDOISvXHHx4rDj+4jG0Q0mdIoCDDOyfOGr433J+NASrswMBp1JypqRljIEF/lR27vOoDSgnH56MhVpAYXkEla5Xu+Gqhgx/L7EXBGhsgCX0Fgn9F7tKnFZudf+JogtwOM04y4OWrGySTOsOFY9q0rBabo/BHrY6SU6B5U5gTaz3bIfXGS6ZqHFrOpTQntNNUp1yoDnAP/t3EcfC6u3ADX+hYVkAI5pA9YcaAp0xnpwwTNAB4PpCR2U2hVrrZth4+A6ZnVQko6kL4Vx0BWGZ6GPk6mC1EMvrIahBJ2CJKH6kxI7Ue2iMkpVf0hh93TNpYHfJ1YYbaNWQ9ZybJhUoRQIcRlInmPPABdru2FQXO/1ch8JF1sVS9csQJjL7sWgFp5ZmRiFeAyCNklfwisqZm1fvkmp0C9bceh70Tm3iKJaNZWOSiuZ/XhTIZ8erulWTHuoquoqgg4t6Nxqc4AeYuaS0NMTiGfs5bAq9gv624g5QA4Xh6VyPro6WD5uHHk8iMjHUIHr2P7yxU4bmoCnKkgS0bLIdPHuCkibEqIUORaV6iacrSSaUQTZ3YkrrkK65a6Q4I65m4poCz2qeK0DCZHoWby5fEf7N0jszxXpR9UO/NC+XQaVmEHv6qB4Duu0FLTlkVkNrxIBdm9ZvBBMoaiOgFZZjawmRckQnw8rliDf6q6KoZPWQAV8XMSR0qDLpHJDi1SFP7lMK0+eNQnk5VVK9fMLECC3gYVH8Z8gpptxOXBAgXKZsw5c7AyIZf84KjV0nIJX8jrpwyZwQQudiMPPVc+IY2xdcJLpi4RElEYzYmfRIImhElhy0a4Cp+CjNEQkk+RYtGySJo9c75b2ysDCKAQ2R2QduvQi5BskVXkrJ/E+rUg9XZWwElOqgj67CoqbE5oFaOoyBzKZ5xm98Crx7Lgf3DNRhdZYo1CjsNQQQw9zjEOx2CjBx7qFmqUCh66ZxxQ6A8lNhv2Xu6NJYvbjHNFF27W977khcK1U5z/6vAv8JIbAU94EmY64HH5aevP0twkPQnPIdEB8qPj48Oko+WCZZphhMx2GYF9aQmkdWok+5D70QUMkYKTxkcxGaULluVXap4I2dka1aEK5Es1yXE8VpzDlvyGPpNC5VChyXZum5tYD7Iw2+3gwWtE2QWIfq9IHr8AVDOsN5gDDVSIutk7uXe/VMYcR5JFZDVeMAG++CMJ4s7s4or70x2qDhiKiiCQwa2yFVATtQYesTvJQulQ8WJAUFNdKCchzcxQOPSZZ7UaDEXMlN0ldtR+KSrLQ61OlVyjVD87/LrCXwnpmCozVYMb7UyQB8svADChsBAHm8eKY6+hxLDlYsXUzbM6nmDP5EPetLYl8OKx48BC5PvD2UBJxVWiLj77qWzE6ZfGsiGuzLzfvgpmrNBo0PAuIvvqC62rWxrgAS4mkT7ENMIwrNsdwORBZNPqGQY/5EXAGxQ08h3XaQla4IrwKN0GSyi6Gwn52PcLI6/H8eNTu1SZoyjSGhoU9JiHUMdTeCRRD3zKZEqm80rzCdpwYSnN9JaB+pT4txoiGiM8gab9TUFx6MhyrGGjYagui+m+B8yYIq8H4X4E1AB51DFzYLw3AtAzXgotagLqg+R/aOMSet9AWVy6OH4pBjANnIa5sUcvFXSg+0UBkW1XgriFoikrKjYDNoZogiUnFEim5bk8bnqLE3C+nREm3vGwI3FFbpFRMlqKCLrHKFfoCgSgZUROg+aqERYqtS1kihqvELhJBHpnV8IpagLOHWHP2AueNZ/VOh6x2ocFcKyONiHXImheJiGQw4AmtN7UlfC7kQw4I1KYCCun6SkgF5uOIW9XHbSGrQuqT0SkY/4p5/qPvvwSZxVoIxQIcF+pCZQCaATNnHbjYGbBfDmQeJMAB94FF8NG0eQV8B0yJoSp4cbWjoKPFbEzrjnvINGXfxUh1vuBA5ajJNZRcFeku1yU3mvCOFaoIUm5dSaqmLvWk53jvLWDJULcuXlWaq58W4DJv3sWWUh0trvfsrgoBJhuNgPJCWb5WdhFE7Ycz1MaabA2R5yGEU62ODD5Cc61WwVASyUstdWlUMGpQh8C1aCwKc2JQHI+zxAnZADE3TIp3lu8sSalqRfOdtfz1z8bes51JzgF6Rejp/tb+CevijwBT3xz9bYoF6Isf9pwOkQ9yXOX0UTpXQfI59uX4K8omrYADs5x96iKUA29KJY8mSI12ymVUgXcjj/JOjEqmOBXtcinJtE1JdMuGYjTpXfs5wF6jQqrhlKVZSlgsDurSSawEUtWespaIvTTIxQ28PlKiV8YCTDYaAcF7nXv41LYdsHh2vK9rDdLHKiQ1sc4gKSm0FqCWjqRSk2M1DZVH9UhCE101aKycDtZrC86Mxks8Ysq25ndtLKqb4laq/PXPhteCiScBH033D/YPsACv0P8Cb4oFCDj4HOs4yDpacdTk5zEOEuLaFyQm0ce0HF0KU9xXSldwochzI96FA2rSnLNoxJ5jkVZoNDKcEKBtx+mF9xi1ojVtqUsDWNHgrDmNczTS6pw+uU7tEBwYTyzMuVpYkIobBnMirlmAOQeYKxnY9/RePcX3/LipL5w1KBSFgYU1mLeGIqnoEDmKKZI6ilahW6prHbMaArdQKjAZ7Ri2IgVpNzxnxB4dpTw1aQzFtholpGihVijV+Y/+zHOAfgxwcjidsBqqMfKNEPenWICbcBe4XKR02BXqAKEFVho0IXhG+fasABx+ynFQfVm15yukrpTk6UA7G+NNtW1aaqOIkW2SpQJKZovdyMfay/1RlXapXEzBqEaESrEzFxasRhVzpVRR2SKrVSlp4VUgM8mzlIvw2q9/YLaao7JOTjHlkpeRPmFp7IrcBEk2Wi/u3rz50d2KwGIll1XgxV9y8HykIbD1h81KK/WxGElWWymRI1IikkKfrMEKSjkbg8VMdBGLSncsTgHFrYlKRD8l0oxHSSogUUmum5r6DwPtgwB//YOVLMDJs1gP1Wsh4MZ+CDC6EdiYN0F0QeLYmrEK4/g6xsFzTJlEKROHT0eSw8tFkpSQhPDj2MfMius73zF2FPuwvrCfqCOEJrmYlCZ0xbku4YzYfTQJsoJbI09KlBo1r1tGpigIaVDCEXvmwUFewc//cwq1BdhtHYkNgzlxMX3Oe/kWYJLNS8btC21wYJKXXS6z16M2/MC8IdjVtOv0B92R3qElRWmlOA6dGPSHglIMdbJiAZSWEFWzHAquKtEYmuypRbdhRSTbrcdZ4CQ8lyI31UgoV10pnG+CnP8xmCc7s3IbWKTTkd8YJJhEN09/V5MArZ0dOFJczWxUlSNuP+wuQ0HkWktSCTj6xciLRLEWfhSmlo9+6AMlQ0Ei1zHDdUrzVitUigSiirkdyDf0izJOz4s57ag1aqcuSZviT96sVlBZBjX6+DBzkB5elVtk5quDruxqoYRV0mJwaol1DIHz0L9EmMkuhA8/uiudtDbEFjpzfqAT1Sf1x7djrbGpYPadjTKZxMhRDacXgVJWxVLa7VI5ruMesKCdSlS+K9FmzFi7DhXciIvRpqpYkYpelXC1OUAGwLEYliDmOZzGJOBoMNv1HHhl5wBT0xJ5jQqFETi2HERrC1crHWqnBOvwkeyDqhiH075SQjcIM9WXSoXUdxkFLiHEBElkKkkf8lzQ7bip2K8vrG407EE3VmIqgcZJooXQo46vOqGHkuqB7s8H94H78ilVRSlX8hXW/NcJvRsKvbwgVULn8jithqtnAV4Edz/C99Es0JG2Onj+rNpOi7uwa1mH0BPrDxFromSiqJSKW1+drGKUIhe1cxYFLCugDCVCKbWxM4k2/pRpRcwsciiPR6/K/ilGyvzKlaFZq80Bil+eyACUqcVfgmABYjyO+jLIwALcFAL0ofJbHvANF0odP1MPRzNNMyXq+Ho2QzGOpkpYd7I4KU7VR4XcEOV89VRByvQlJVJc6c5XEhdUX6XZQzSlj1uKduKi6p2S6mJ0UoI2JJWqOWwRHZ2pUM2CoBqIpFeX7sMS8RA4tt5zWFxsVax2xXNYS7g8TqvhZRBgPTRdacvKF8Ddu/KsJz7UcYClCor4SJ/lKRBSW6xDAgqmJEulAJ52EEGkolipZuhjplCYfmSdUHgkCuOIuGg0FHF6r5JwJtrONdsZpFIl1UjqVKnXNZaEzmN0NiCYo/xn4IP9g30MwBHtP0EcWFGgSTBz1oELEqCOauoBR5aDpEgkBr0B4nEZ8/HmuHMoI5VrIMlxWbWaOFOViRQNKY0rUUm6GFIwCqNFynWExtER751M+eXinOUduG036Ytq9D11SQjTTiQWKjZUtAKLeJ2wgJJYZVo0AYYbClU4TO3dMKjj3l7+TZA89C8RZr+7H3248sfIO7aCFUvHNo/7eWBKsv6hFfJiqGF9DqWNWOimgyysehlDrcli52ii62WdUGO37XQadknBWRRzOy4kWH2t8srPJ2k7RaohLViBAPewAPNP4aaTfb8Iwp9iXok5wDQAr8gcYKhVwfYAHCtdrXSYUzl87fKRjnQ0Kg6okznaKpAH2Il4PriUkrZ+QxjtuGRX31Xj0qhablfXW1V0buwWZjW7OpsM2s9OuZ/UymbdZBR3IbRoKY8F+ixJERmWdqzPGGYKJcF/3xCE1ZHXOYISsTcQirOXR201dIf/oz/Zner96aN3UhGei4sZcB1Suy4GK5avkxzn0B0d4lBIdAAFGMQyAXVARV09SnSK6bKI0R41rDja0CFHSVQB8hUlycoewyMX1RaJ3qtbir3knkvfaIZCaGc2RVppO+YAE5202hwg/JLPQUM8YxuA9CGD6JMZ0FnrwQUJ0NdYH57uIMf1Nw4Vko+ojqQvXUikoycxbrWOuQA5usBRtJASFbyxm+5CzjUxM2gkE1Chcn2lsazm/Mhl39GB3KXLUDr0OhUpVGqBvoRTM5YnAmVE3qBEGQJ3QcrzQsqLQh+UsKS94BzgO2cjFeEsXJQDqZfadTEUBUK9fMCDlPgYqE0XcUxACyqNsFakKqstq4dLUCRibhTFcmHeYCIau/We9SFJElpI6T5RH7VNOdeK/dJ0xELQR027Jl7ku6VUo06rrGUo1UorQrMcYMWBWxoIZ+Y46NlPXXP/MmMduCABfuPLky9ncE5e6zhWeWiLz5XNGkBxSVlNUecU4w5RAZUgJZWksODj7p3QonWVVAo7QZ6rhxB7JZpyJFp0StdT8nxJVlLok2fvrFhWq8H9iyXoskqVTFlapWTnELhjrXTnCOZEXCUSyaO2GlYhwLsmqedvL8hhL4TUhNCuCNEayCY0ABrLiHVDIvqFBqIWFHeqPlYXYjTgEq5PwxKjpgvLC7IkKzYX8q4ijhzDEE4H7SnbIUkRfbSRF20qoJByLSoFsNf5/wRJgSnA1VaEzinAR6YetpHXQnA/ok/mvytiAaZeLQWHSofHBz6OIGpRCVyz8oiiLmRJFYnqCugDT4bzLZGV7wPrqDtAJ2hNDlXxxZES1mBkfxCtPEQVcQm3311FI9H7o2xpJKpqt6FHp8Fq1nn6xBRhSRigJHQZCFWpmrKSwaowvcVYuGHQRWJbgwWYh/7KQocz7DEf6hILLUGldMSlEsipEBEq33ogPUulQKmsOFarrkToFWyWKuXS5EYOVULJvpGuup4zKawPeq+tKoKnquyYljhxYo9RhH0gRarbTzUCvVZxVT3/0Z/BMHvJgeIdrwc4kgWY7DugP/hvLAK0pdcj9WopfGXk4PiA+ghaGSyQJT8OuA9pZJYLqUqRKheXRVeInGBPlYiyKFvUcYt4xPRBznipraaiqBWYPCRS46qrXO8yMqIRR9GiiqV6LE0cwkXqh2JKLfmLz8p4uqansDmvuKHYbYNwMXixmyBJcs9DHvori1Ad65WOPsefmA47hz+OeSR4cwlCKYHVQuqBhoQ1iHKEjlASDetURtqrkkpXYZQv1I4SiA6oFfWcSTzTaN86K9EqmnvRJhRB1WgZCac0pRCkHnWPGljwsCIP49ngTbgyAD6AetL4u5D6XAZsgPYcOOabIEl8BalXS6HjEkeLi5SvqzrsEZJlTQCRwgGUYCWwUnRVBS6lRLs6+RiURRQraruSM/DYR2hcFLM6RVE3EvldJoHSuZdGnyT2Wd1qMAJCfjLNQeeVj9DbgcC3j6tcIxeLrtDfA6nC2sWWUpXbCcXF1mVc2AL8q7/6qd05kIf+yiKOsZXQvjUm1SEUBeUwmVEO9QiB0lYeiujjOla8kG3POUaqxRjMgNBvdsQuS3NEVDWV3z3Bt3ZGT1zTeyoppBEJRSaBKtm30OJUowpSsdXmAL0iNDQjXLn1ANMC3AAC9CGKQ5PHLQ6btU+Qr+Pn42tic6q1DwUh4tpoY8RhJV9P8wJMpbK5mVAjp5Sro+ppr5ZpSNEIuH5mfhSMJqIVd0HRvl7+K9wCW52OQdFl9fo0SYUq5fEmSEVbxRXPYXHDYJkwrJAHcTWIAM+NPPRXFnE8OciJ0Bh0yspFpnwffcqhZFaUKIUuRAl0wvHQFbfldrI8gpuhldT11GqqUSLKZYJ2JNFaqc3DH3pEnut6d6QogFlDP8mLZrQzTgqFqUZ8YgPo1PnnAPMZaGPKg4BjUp/tP28VBY43B5jEV5B6tRQ6Nlw/UQUfM2sEsg8UR54DqA+yL2IcP0uC1/tTJedRmANOiFoQAbpkMm+iNtyMqTWuqkpTlPYiIXdO1IHqq3nilHZ32GH0wLtwEJ2QtoVG9egiMYa1PxzldmUi2ZGuVgjdMKVGx1Z2sQ1pLF3vVdndNkgtYh7E1bDd234/yfBU5KG/suBI6+BaKfHjWMcBRxlQpKAni05ShLKpEApIlYfohNDVSnUsOCfaUVy7JcdlrMnErLvWTiKh5kLplvMcuqdIFFbzfCTREX3IVWbsdYkFKECA5z/6OxoDex6Q/4SL/wQJK3AEpKU3T39XhAA/Sr1aijiEoQkKfHh9ADl2HNyw5CjF8bMmIDjLoeLd9dRNkUF9txINkk8bAvEM4T4aQ1Mig09WikBb9ILiNBoF3F7s3x4qK6QiwVyFxXJAO4ASBskLBUipE2s5+DANQNzSwEIJF4Pieq/KyoO4GmwB/oQhMEz4P0g+JVR+Hvori1QpG1Nhq/kgy0+jP0R0M0RCSqeeuHDRidS7UBOUKaoHX0VO6h8KHi0lDUaDKuv9ZBtlvhBVJEtRuus+kKR2XNpNRMNqkKJWZHerrAc4ULx8uDSP59l4hgmYz0FfiX+F8+4rDhyBAN9556N3/vTRO36hssOfPky9Woo4wkYEXLGsBQpttzkRlYgcH1gkp1CdAnAZCeRmJV/6qJnt205zRdfxpRSloZiaj7aIWQFJRbWybjQfd5eBo51GUZCcVKTE0HQrClcrXSVLjFidL5Ro5DuGl4wVW0VexXNYpfduXiieQ4ILvgkiajsPMA/z0F9ZxCFOLSrHGh+VgroQI8++suGYiDjBmkY5NjdgC0+5ViG3RL0ogv6hRVYkpUqgumUXS/ORnNRMMiSnfkpySP/MpiocjlLyaJR8NmsselTA4MOKtdocoOkvb4JMJ4dTloMeEdBfz35pAKZluBYEAQZ4ofIj1tUIpF4thS5XHBwOlg4Px9TH0gcMgSOeYSRQlsyqnI6xFAhBKdaPLB41XYJkClvdQqkiW4l+daRXD8rI7CRRha1GURcQKgG1iqZLMhtaNID1qgt69AnDrD4Ge+ZoeaG2MJgDtDcf9C62KmMY9C69OJ4rIg9nw6bgOwKeZacEvpcH9EzAL+U/QbwSzP74z0FXFBgMmDnrQE2AsN5dFpfkkda7zx0CQyMwiC9lYheuiLjO3FJGXD39MX/5E4WgH7iIMB+G8iXVBXxhdbtca6MJ0xvZ1OFyGgTmy2lK0ZrboWLumaQui6BU6bri62qwFX7hrQF/9ZEqWeKg0FxsgMyqGKsSU06xhFX6oudwEFyMABteN+zBMPkk9HTCmvhMAoYptm7kPgf0ZwaM9LWgJsDe+APPHwLHnIaIBB6BT0xMQUsxm4HgHLEM/BVmGhSkRNVSfXIpRxKThpTRhoWGtdZZapHCjhwl1u1XvgXvJ+rYI8WpMblCcfaXSW6q9DfIKQ23ASqO69ltyHMZqxIRI5r3fyOC//w5wNPk+SDFTg4Xx7Oh4bngMZj4S5DyHPTId4HNdj0HjmIBPn6H7Z2bd6vVNZ5vAZpMbJaJZYr15bTgGQIJ2H5hxJmjbJA5M8gJay3MQ+ebL43uGX5nUcvP0UdMpaKFeLRK6bEvS9RWURpwauwzdmhTk6RIdbt45qeAuUpez1t9KBRx7h7JkhLLYQI0XfXekiR7pyR1keJl2CzAhvMAgnnGqvhgymoII64GGOjZT32D/9ZKgGH8GUlu54FHqRCJucg0krOB8iLLhpd9WMlk6azgriC2qohTSIx6UYlaWHCu6wSluLhL0QDt5b6QwgM0mSaogmw0kxBlJpKjLxK0VahrGYU5LTJcNFaOXrhdUld1uRALuj9F6r1hkHK4YVBcbJ3cBRf8T5CG1w1+DjoswMPp4f5062B/f2vMf4XDBJynwMxZB4IAZf/tPl6FAE1CNvmgGTOVuUZe3AMudCe/GGIxJwgZKexIiUR4TiIVseFULaiNEhSiScgq2iED0dafa1HZNEcVm3kIzgwTUWW7W8GEkqhLltKSn+b5yhiSXIeuqISFIkqbyy8pwVi9673ezXm9i62TKwGvWYAN5wFDYDm4ZjrhfzHjjzFHeR3Y1LfEAlwvAT5+J550WOk5B5MKhAOPSPQG1fH4n3McTc/kKJjCLKSdRoXe18dpwV0lbsHNQ5CmP8kyFmE+N5i1o0eORsjNkjQOQ+TOMREVoAnqkWqmCvR3cAtnZRAslylGX4AwWXCuwDxkARbSqkisJPaRBbmP1K4S2xxgw7mw90wWYD4IszVhRehx7wGbAisOXPsc4Dvv/Cn5bxUCFL/Y0oOEgqZMJTAKnITJ1duEtrMiWbHyaBVhuYnsghnHJoPaXJyQfbgVJxe7T77nBTMvZv9UNot6jwxwIUKchOA7dg8oGN2aJ7MaVbSIcxZfX2KRJOdRyCq2lIqb8wbCQMTFlhJeswAbzoO9vWflMUA/Cu17wHEjeCwMLMC1E6Cpj+dcV3rUP3gGKsGMgl8gGfOKWU6fsMvsE7clBn8lB2lzuajlcpIcU5rr8qFWacqFTIfkuZ7Ql7X52RGmq5oQXQuhtIBAtjsVK0KDQl0LFFYlhLiM5Ko07EjbkqTp023VXeDiYuvk3g2D4rptkISXB7Sh4XnwmyA7E4+BRTwnfgxmvBnAGAVXFGgSzMx1IAnttQdPl8aTpfGgaYEfPSW3JLp0Rhy4bqSW5ITzHHNRp708vJ1HtKHhOfAUYPlTkAkWoGy/kUbBOdfX018agOucA2xoaHiNAL/ICgRMAPotkLFughgjzwE2NDS8RnhWrYg6Pcn1EISRRsHsvGc/kZ8ZMPIaGhoaLhcMgEUzDIH3J/EeMJ/RDEBz4IACmwXY0NDwkvAEhsnbwFMMwLgPPArS0luwABsBNjQ0vBRg/z2DaASeA9TQd8QnYEx+GbhLQYHOamhoaLhk5L/CBQ6n+/u5HPSIpNOzX9BfI8CG1dCGDK8pLnDg4ZeduAsynfoOiIzAEWcATb0DCpTLnIaGc+HB2zdTanit8PbqB95zgPkY4GGuB8g4eAyY+hbprxFgw2p4e3v77dspN7xGeKADvyIFMgcYayHIAtya8C7wuBagx7sVBzYCbFgVOg9WPxMaNh+68q164LGwnu15FvBwwnKAuRqCeWgc9OyXBuCIfWl4YbyJUo6CB01xxsRmHHj4pVsP9XC6dchN4PEsQPXcW2cAmgEzs6HhXLAFeOPNxn+vGy5w4FkPsKwHw4LQoj9t40wCZr8H9GcGjPSGhvNBI6Ebf9205vUDB/7vUj4nxH9PyiSgqQdcoTnAZgE2rIwHN/5uzIdZG8bCBQ683wUui8GYA6e+CTySAkF/PfulBdgIsGElvJdhw2uG/2/1fzXfk/knA5Ax8CNTD7hSzwFqy5yGhoaGS4UMQJmAaQEG84z5HGAEQ/prBNjQ0PBysDM56gbAB1APkAU4khGYPeg5sM0Bvn6YbG+3x5hfI4x6vHcmT/hLJDhwOtk38Xj+byQjEPTsF/TXCHBTsXMxxX7Q5vA2Ew+/s3nHm6cANdA0TD3GyLeBKwo0CWZOw4Zh78ZFToidC9VqGB97Ny7y9s24x5s5QO6DmGumwYHMAY5Bgaa+mv7SAExWbtg0SLV33n5re5sr/IPt7QcyCRnt7Lx9T2n6vKn0G/34J3PlkyEM6kQ7POo64ZTZ+VJt9+0cuJ3J9Zs32p8hjYZyvO/pJD7leO9f+Hh/Z3C8o53prY9ufDfqXhSivr1ZTAIO7gKPNgR2D+Y40BkNGwcp7t6N97Zub888zHlzcutNRSZ7Nwgsbj2IwIjcrUmxCIZ1aOfo9nUynnx5e+sJbfft/GUE1x+0BwDHgyz+yZccJx1Xjt3sAsd7duufok51vPc0tFbbS9p58eO992RHHFhug2w94jHAse4CJ3r2E/k1C3CDgUXAxfvG7ZtW+rvbOro33tu58TFpkX6ii7kUXygyWRGPOgdbj6jj8jv/TtkSiYDPTZVS3YNsqmEU9Mckjt3NJcfbx8mllx9vUl2H8o93vjM43vPtnLz48db4F/ZjCHyyPz3J0e/+WLOA+gm8VRTYLMCNha/aGGsf3v4u6+zeflsH98F7ezc+8vSgPrc1wtne/rZL3/6ulE5WAFkRd51IzfIyG2QCyPorbecn2nlv63oaEw1jYPKdckzCcrvY8ZY3d7yxEW3xz7VzGcd7b0fm354XQ2BB1Ol+/DHSKOAC4GDOAmwEuKHwVRuFffzhv3Nwubpv3XjvqLqSVzN2N7c1nFliEcinjssr4eg7PjsUyTbcTs4EuUTDSOiPSRy7D/89j3d/nM57vLO8Eo7+vTP/F/Xm1gsfbyysfBX40WEMf/f5X7irMweozRkNGwddssuVnLHKm5Nb7229tz150l/JmQfaKrcOVebbUn+SS1x1IhWjj4+gRrR9e7u2AN3OB1vNAhwVOhDd8SjHzsd7eJzOc7wx+jLj+rfzeC+2s/+vL3y8RS9PuBEC2UwnNgFtAY5kBcJ1CxZgI8ANhS7VKCtXbe72ljt8e/2V3OkeLgl7zo1kw3X2fL8vFf+mijzY2rq3vf3PAwvQZd/emjQCHBPcqa2Ox19uPftOOXZ1+hnH26lZfnC8F9uZXpIFmOsBinhklI42Ak6I7gYUKJc5DQ0NDZeKmfivrAfIv8Id7HMDZJx5wLT05umvEWBDQ8PLwR4rok48Cch/wvkvQUZ8Cgbyy8AMKDQCbGhoeEnY4SFARsGGnwK0CZjZY6BnvzQA2xxgQ0PDS4ENwHwQektjYP8p3KgPQrc5wIaGhjXBU4BlNQQeBNySBSiM8UaRqW+O/syAkd3Q0NBwuWA5VJmAUOAh/woXDwKOCLNdz4HNAmxoaHhpmHEXJC1A/hVuHwtw3CdhFizARoANDQ0vBdWC+DIAZQJiBGbeCIhR8DwFZmZDQ0PDpYIX4TQIziehPQfo10BGmgOMYM4CbATY0NDwUgC/iP38GMyUu8BQ35h3gc12PQe2OcCGhoaXBghmL1ZD0AA4F0MYbwwM/Q0swEaADQ0NLw0QTIx/xYBbk/39GPyOPQ3YUaBJMHMaGhoaLhXxKpxvAx/mJOBoo+CFOcA0ANscYENDw0sBD0Lne3B+GVhkYxNwJLgDCxzorIaGhoZLBgST/wo3nUz2D/ZPIn3UMXBhP/ivEWBDQ8PLwkzk9yyeBDyMOcBxlsLqUKYAmwXY0NDwsvEs34UTZAF6NRgPgscYB3dzgHMGYKY3NDQ0XC76vwVmNRjx3vgGINZfx4HcnmkM2NDQ8DJwYAvQNDM9mfg5wFH5T0gKDGAC6hM5DQ0NDZeJfSzA/Fe4fe4CxxzgWK+CJNPBf1BgmH+NABsaGl4KpnELxINgzwEyCCZjLDtQXMcIuJiAWIBymdnQ0NBwiYBfymOAj0Q7tv4gv/FeB4bt5hiwEWBDQ8NLwOQZr4E8yccA4yawV8Qfcyawpz+hMWBDQ8NLwl48A23EX4Lw/Mto7BfWXzCgOTCHwI0AGxoaLh0TpgDNMMAzgEF/Y74OJwwswDYJ2NDQ8DLgF4HjHrDXQhDRTEddDRCk/Vc4sI2BGxoaXgoYAD/JNfH5R5BDTL/x1gP06DeEwn9tDNzQ0PByELdAEmYdhr6yAMc1As2DdAg0BmxoaHgZOIhbwOU2yD4MKAqU/TfiPWCYLhkw0WYBGxoaLh8T/xlS0t/WhOXwtw4zb0QEBdp1aCZgQ0PDpUIGYFkMGkz3p/v7fhU4XwYZA0FzYQGWIXA65zQ0NDRcBvafTPZ898N/CWLGuQJLIQSCAXt4IrDZgA0NDZcFjX3Ff92bcGKcqe//jvwIIORXGDA5MOivTQM2NDRcFkQo/Cl6UAxUI77xLKAw/pOAQX/FCGSYTnczu6GhoeGFAKkwAC7rwEA3sv/iGcARx8EdyQX/zVFg5jU0NDRcHGFQ7ZV/BD6cbj3S0JeXQK7CHKANwEKBHWIgHCUaGhoaLgyoZDKZlfm/6f6JNluAPAV9JW6EmAU7E9D9NQVmdkNDQ8NFUKikLANzsD/xX4HELeArwX5Jf+ES5kD7WaahoaFhVcjyM/U9yRsgj6bQTCwFfRUosOI3s1/HgIUDhcxvaGhoWAGwB/c9OirB/jP/CWM/ANMBgqNXIcxRYGPBhoaG1RG0gfXnW78BDX+9Ckxy4BViQdMf7DekQKFQoNmwec17IU9uh88gYl8uEoqUrnmdFz9OBHU6bpDUO7z4dUtsXV5yRnn0D0wPJvsH+7EO6lWZ/gvYvrMNGBTY0PDy0J0fhs4XnzIFldgwj+Cyhd9o8IuG1MVhxquBrcn+VCNgGYDcABELXpE34Ywc4iYDNg5seBko5+LCOVklXJnz9Sqi8N/gR4rI8t+tpC6S5nrBrQ+IZbqVq6BeJVTkZy9GwhYaGtaB+vwc90xdB17gGy7hv+fhSvyW08n0UC44xQNgnoMR41wtGgRQYceCOSPY0HBZSK16Ll59/nsB6MeJbYD4RedSr8Kpqz5M+fe3g+m+QrkTc94JHn8JfKXQ2YHuaW0MhtRccy/q8rTMVwMs5Xm6N5PLV6WcOoarxJfhhqhzzuts+/m3i3iAMGLDtAxTjBrrdekx88ftj4P9fSXwBOBVs/2C/Ex1GVRunN+uuVfVhTcfFIgHHzktXGyX6ypx6EAdv7iLbejmUeedx7EVpFgyuuz8ZAxEkWWuEl+ee3Swr9GvSG/i/wCO+78sAHP1hr+JpMDovl0nx9bCFl44DNefmH2wzzuiB87aP4kkZ3UFLidM38Giq7cXChddX8RQBJ7vEs8TKkgDUFKm1C5LR3YgMyJI0SGs9Ojg5TvtC/KLP4Djrq/GvXET5IoNgCsUCuR3mifCEFrYwouF4SIIz/4jnZHIGhtxwjBj1BWzi+1SwipY5rrthcIlLvgovq8dT8SJhpbWXxoq6JrJhDnnzAhKvM+0iy29ffXg8j86iP3HXzHu/CL0g98raQHG7xOef6WSVBK6WC+2sIWrhBmTHx6TQ05BnMoI3OdsyfJOjE/fwouGFqtIv0XQexcNI5JBbg56B1NoHIiFFNs5wozVoN1SxgIpThtsc/FikbHx619uuH8w3TpQyEbC1gmezT9ufFxJ5jsFwx8yUrpYSWxhC88TppBRq5Z9UYFDx+MZWRsLxCMxP3iXEVou0tzWfUr8ImEfi8Db0Pkr8jCwVwQgjndGSCDfsRCHbJhwuShI2dgyyIi5ih+ZRamgLiVeWqgvlCQXyx3wJSVYMjK4stCXsOewQvyymVoyW9jCs0P5JcEocRki8hA1CCZJJqB5IUvE5k94Lx5GgN9JmSN0ySXpYmHGSiLg2xUHIAE+hS2GDZwWyofhHJZUy0NXCiAFeskgqr1jjom24KauJ9DYoxeIO5BnUxDRPOgsoxOuNPL3it/QW59SIv1v3cIWPi8E8jOhxG3JeApMH50mCBoRsk4wgk+qrgUCxyJ+8bALyscoJarkknSRsPgOJNT5Fs37+uhLiiXKjxAFTg+B+Y8wP0ChigRKAinpl7TeOQoXhbWmn9wXHYcdgV0wbkkpbj49PhTNjKuN+LmW4jlZDQ2nY15xSjxCDcMmnCLcAlHUNiACqGpejvYt6UqftEy6OEobhJVsUSQRKF/0PIiGShMBxdnMfZlf5RbMJdnwhpLYPYzU94K0ep5uxbhkgW+XGYrD8FGir7YBmP8ZSzzCLneY3MIWLg+X4xDjh9OCUyb/JMzmoKMOFho4a09nhcYgcir6Uqc1tjwsscRcNHHo71nIY3lDi00N6S3pb77UQnwZko1qUqpki6vGQZVmnJqxCdDv2G0NDRdDKk8EqUwRSTuIgPuE+5PJvmSbgD5fggn78qfjrHxKlDJVOKiWkT45pIysDvYYLrwefOH4inzLcyHrVw256bmGhUEJyxHvJSN3HNccxRi8Iqtr7pbkVeIh9pa7i7hgfMjPK9omo/8p7Q+FFrZwWQhS6OID6LzI82M6mZ5MJ/sTRYMj4iwyojm3MB8G+liRqjDRSz2iVOTMlSzROqKgRE8LI0CwjxeRCnxjQ9xh+oiSzwmNtACdNmcNGl3KYlbANb17327nR+anXsQ8W50VN/giNDfXZE2MG474Xc/8mRsazoSVh8dgypnoJNMg8bmT6HmqVuctL7eQ+rzmAlFiWO7sWoGK/ubqKBYJwe3lS56HILLJbO957LeIhazYYbm8eCAemxNL+rniEc2UDm5SX2/uMDY0NCwgxl86Y55zDl9FLO+uU2sOvER40NvT4LlwyV1oaGi4TPgRWgH/9JN1o07j6GztXxq44bsS/zU0NFxt5MNjG2gDLiJMtMq7XDTqa2h4BWH6syV45im+EgdUhdfJHexrnftraGjYZHhenadguC3yPFyU/taGMPsa+zU0NKwA85686eEZ5HE+bhmVga4G/TUSbmjYHMCALFFyiRbgK4UVv3mjv4aGzcLzqa+hoaHhVYYnAA/zreDXHKtacCofW0NDw8aCMzjXCJ3DQlo72TsMfor2uzQ0bCjKybv0JB7nzB5jr43DGhpeT7AwDHgRDrhs/hiVj1bceePOhoZNhv8/Yt//F3RZeNVJQd+v2xoaGjYb/J0YeJHT+fWmgkaEDQ2bDL8Y0m4GNzQ0vJaIBRKWWzKvgX3TTLiGhtcZWH+5anGD0BixoeG1gsnvnEvfrZkecs2rteH5+2rc2NDwyuK878eJBtbLBFeDdxr7NTS80nju6jAXOf8vgTPamlcNDQ0vHxoHT/OfvE/BZbLQSm29BPpTk41UGxoa5rE+XmgM1NDQcJUAJzVeCrTfoaHhtUQ79QMv6XeY/PBffvrT9/8fufC+l+kNDQ1XAq8CAy7/Duf9Zi/vF5j88Hv/9f2fvi/81/R+nDkNDQ1XBedmgFeBLNeI/+vH0N5P7QiFRoANDVcKF3v4+Ow6632o+Srih38jwrs9mR4cHPD5S/Hgb3/c3sJpaLhyOPvVkK5AEfoaFdU11uuxI8L7yZMnP7w3nX70w3v/4Yf/iAX4H8k5/PDu3U9zuz3pxLu7e3fvdr9fLU9u307Jwu7tcLdVoBcPP7x55DKTu3d3Pu73cNOJDQ0Nz8HZxLVQ4rQqffo4fDjGPhcxYfz7TxMNfCfTH8J9ng38Z1uAv7jf4Vcf4n/mD/LHrizcHcq7Fib373978iuKU+P+b7ZuW9L2K1p98HkWevfvyU645hwmD95+EKR6r3BrQ8NrjfPzRleyqjKsXcfO3+668VJ79hEzf//pP/zk/fefTN7rZgJjDvAXn93/LHD/V7sSxWB4D3YL0Qm//KySCxkeiNvepagbuP/J1m+i8v3P/tWt3v970dnBZ/ff/aTsQPmuOYd339t6/Bbf/+O3dyKloeF1x0UIoa9zdYluKV52d/8TpPeTv3r/tz+dTO/JAPzpb9//rQgwFqPYe/r0N/fv/7ene3sTWX1HT58+PXn6dO/kw/ufxShWuNnL+0oPApzc/0zG3S+OwMOjjydbb93/3/YkfwJz/gJe/NW3Xeip9vD0/i9+I/+0L7r3z8p59OaDRoANDYmXwwoXHwlTc8W6ffGX82XOi78U3/30tzIA33/y6Ic//a2sP5mA//UfM3dra/ez+w8d3r//4d6Tvb29J0cTyd2AdE4Oa/DABPjZ7s7OztEO/PiLz/4u038j+X//lYzA/34kC5DELcbIp+PdN+Xdu9kIsKGhxwuxxvPJZ5Wmg/lW64xKP78DBas1e0H81fvv/0ScJ+abTtICVLR/DOYDWX6Ed5nBMz77VW0B1rLKhCzj7lONbrPCL7Y+vn//U2f86v5/FwF+svXuLz77TJbgp172+/5nnhM8Bf98c2vr9puTRoANDTVWpocB8VQYJhI7N6n1hR6dr8LVw/8pxmN7//29/R9Chv70BFjm+BSKsex+Vc8B1nI3H8j03sln/1OZ3bv5m8+CRbc++eyzrQf3/16UJgPxflqAnz3PAvwEA/DN3cmDxxFvaGgIvAjlnKPuOSlQxYYlV7UIx8V/FOOFBfjEc4C/Ff/99v1/ylyNQNOq+9P9+7/ctbt9+/Yyq0/4U28B3v/04OCXKvzL3U817JU1KJMPm+/+Zwe/uP+Jihz+RinvpgV4OgHefqAfc/fB2w++91b7k5iGhjmcl2rOKDfPYOdv+BS8YPVLaOC8eFP2X1iATyYfITjyw8zd2vq0twA/3zna29l7tjOR/JudQC0/kfzJRDhRpXenk0eTyaNHjyjwe0bCjIj12QoC3Nrq5gA/u3/P4TK8mY8HTh50D9s0NDR0uDhTDGpeGuGct6G+3KXt+kJ4R/bfT20B7j3iOcDfKvL+TzNTkAFnq25iAjN+dZq838mf3X/aP+L32V2NfH/z7m+0/ffP7ssC9A0RTxSGBXj6EPi9t2X8wYFtDrCh4TRcDoW8cCvnnjp8LtbNh//CGBgL8H+e7P/Tj//F7wX3I2ARYM7r/cZTejy392DrN358j8dZikwk5Mj6ZOvvQ9b2K9LdBvakLMC/t8zDghY+e+5NkIaGhjNw6aSxYoMH+wf7/vsS1Vs3gb0onjEExgT8x0ONWD8SAf6kfwhGX+eX5R7HhzkHuCuLMCXLRwodkY32y7u//PRTbQ+3th7eRfjl3U+PDrc+/jQbOfr0062PeTUO/PL23iBsaGi4IK7EnYfswoax4A//kXk/bMAf//h72H8/fidzLoJDbx2e938GDQ0Nl4hRWSf+xvgsHr6S3PjOj5kFLPjJP7UHThoaNhJj2oH74sAUNw37P/xHngXkGcD3f/xRJjY0NDS8Hnj0w3/5m7/67d/8+M1Gfw0NDS+GuB08MEev5Nh3HvttGdSGhoYLY/9gX1s1Er76pNfQ0NBwedjHkLLB9yhTGhoaGhoaGhoaGhoaGhoaGlbC1tb/D0Z0QLpk7D91AAAAAElFTkSuQmCC"/>
  <p:tag name="PPTPRODUCTIVITY_GALLERY_NAME" val="R/5Tg5CfhrsQ+CcbdHsQtRYnhGHivof+1Jo69WuIngxdMPFxexvkKgKWzTv2mRxbK7gVNLiylP3OB0hTP3ckV6nu0OCydeDt5HlbdgD4uC0pRLYdRw/atabpjetGCuue"/>
  <p:tag name="PPTPRODUCTIVITY_GALLERY_TYPE" val="_who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+/37+bv7/f398V7UgAAACEhIRAQEKWcpe/m797e1pycnBkQGc7Fzms6IVJS5gAACHt7e0pSUjExKUpKQrW9vebv3sXFxXNrc87WzgAQSikhKaWlrc7e1mtra7W1rRAxANatrc7O1oyMjObm3lprWpSMjNbFvTpCQgAAQmtjtZQZCGtz75QZOs6EhGsQtSEQtcWchIxSOnN7a8UAAAgZUsUZCM5zvUIZCCkQa1oZOhl7Y9ZaWnuEhBBCazpr5hBzOms65iE65qVC3qVClNYQ3tYQlBBz5hBzEGsQ5iEQ5s4pMcWt5r3Ove/m3oylhM5rhGu15hC15ta1Uta1GTq1hDq1Ga21Uq21GRC1hBC1GWPmhGO1GVJzhM5z76Vz5s5KOoxKEISlrcV7OhA6KdZC3tZClFoQcxl7hJxrhPchGWvm5hDm5qUhWmOte84QMVpzOta1jJR7OtbmUtbmGTq1tTq1Spy15kK15jrmhDrmGc5SEM57EJR7EK3mUq3mGRC1tRC1ShDmhBDmGWOttWPmtWO1SmPmGebO1pxztUJzEDExOu+tzoTmhIS1Ga1aWmOErc6EY3uErfdjGVpSWvchWvchzvfeIfchlPelIWtCIdbmhJzm5jrmtTrmSkLm5q3vtdYhWloxc63mhBDmtRDmSmPmSnsQc6UQzqUQhDFCezpjtVo6tRA6tRBjte/erYTmtfdjzvfeY/djWoS1SoTmGfdjlPelYzpzMfetnN7e5kJCGWNzEKW1hITmSnsxc6UQ76UQpQgQe0pSezFCWjqEtXs6tTE6tRCEtWtSe/el9/cx99bmtaWEWsXm7/f3/wAQEP/372sZEO/m93trWhkQMTEQOq3Fvff/xff/QhAhOt7m1mtrhNbWvff37wghEKWtpYRrhHNS77WlxZycjFpCQvfm78V7WggQACEQCO/39xkACCEhCMXFtcWEWhkAAAAQMYR7jGs6CN7Fzub39yEQGSEpIe///5ycpebv9ykhIRAZEFJS9wAIABAQGQAAAOcXG04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W49kR3LvC2YEmJmsLKSG2cxKilXJIshCX4gDEKBaJYyAFr+AxGp9gQY2pKfztMHzoq/AQQlokain/RH6pZ9Vj6KAeZqdjJMNEBjsAQl092YdNC/o08NKnsKgMf/f/2/ua0VkZF3IupFcttZyNzc3Nzf3cLOwdYkVGxNMMMEEE3zfYa5tggkmmOB7CYvjRWETTDDBBN8vOFmcLI4Ln2CCCSb4fsHx4qSwCSaYYIIJvhcwXfmcYIIJvq8w35gufU4wwQTfT5D/O55O/SeYYILvJSw2ppvfE0wwwfcV5htTADjBBBNMMMEEE0wwwQQTTDDBBBNMMMEEE0wwwQQTTDDBBBNMMMEEE0wwwQQTTDDBBBNMMMEEE0wwwQQTTDDBBBNMMMEEE0wwwQQTTDDBBBNMMMEEE0wwwQQTTDDBBBNMMMEEE0wwwQQTTDDBBBNMMMEEE0wwwQQTTDDBBBNMMMEEE0wwwQQTTDDBBBNMMMEEE3yX4eDar1/59zeAt1/5951rRZ1gggkm+K7Dtbdf/+efPSP453f/+ZlnPv/8mWfefXvygRNMMMF3H669/a5c3yf4P8HPnqEEvLsohgkmmGCC7ybsvPHP7/5SId8nz3wisPd7l4LyKQacYIL7hKN5IRN8m2Dxxj//zD4P/5cw8N1nfmlv+Mwz7xTTBBNMcA+YTpe+hbB4+2eK/fB5jgDxej4TrhAwEeAbUyA4wQQTfPdgx94ukV/zf+xF+NmOuZ555t+dTzDBBBN8d+AVez97vrXb5wdmE9PbRiaYYIIJviNw9HY71dXW9/H2bvgIB98wOsEEE3xL4ajtrfQ9h8Xr/7x05a8ho/0VM16DabohPMEE3x6Qf1soWbkxo2L2lEZO8Pt3B2cu7+ebvcM2JN4+/+WvzfmO8HfLGU4wwQRPISw5sJGTG0CUk0KX4EiOEm67TOB00+8iLN5Q/Pc5jq78XWVj9PWwcqXwmWdyP2SCCSZ4qkD+6uu7rBYjrrrG774TfNsP/3WHF4+XrJJn2tMv77o0nQJPMMHTBnJUa8O6B4V1VwS/007QUd0n/RaIt3/8/PWRR3yjPQT9a4jv5n7IBBNM8G2GY+93B3nDo5OFHOuxneB30RHuJPr7Je7u3Tdeeeeda4xXcLSYn3vn2rXRj3qOHBHWJcDvfmQ8wQTfFZCnW2yccC/kAUHO4Ltt6QvcH3c2Xn/7nTq1XZqkUWHxhqPCd8P2ynQlcIIJnh64ZzRn+FrebJ3bVGBY2Lcajt72839vv3Lv63o8K8gVwLoH/MZ0JjzBBE8XPHCAd5ZHXHqZw2mps8q//XDtZ88888a/3s94FP/9jADw9czYr3/2+c53OzaeYIJvLywUoD3SV9J8R4z/7Xdfua+RHPGawM85Va4zX50OTyHgBBM8YcDRLcF8Y3F/J8MPFRYnfoDwWwfX7uclV4udf5e7y2ti2lux/h38X6cQcIIJnkIYftihk7vjB4wFvxsX974WzH/9r2+/8fq7737+7ruvv+u/BHlDCL7u85+9+wm3QOoC4ImCwWc+/zyFCSaY4DsACh5PvsZVxO/I6fC1hHmGT57hzYDvvutfCHf45JlP/lTMOiGWB3xm/MXySC84TDDBBPcP9/lENM+4iHVsug/iy44XS0Y//j3xtwwW195+HY9W/o57vQb/NRJlnv/75Jl325Mv70DUMZ6tb+c1gAkmWA9PxRf6mU/h9YrT1/seys9B7g3Hi9mpc+WvGUA+YVjsvG03J/f3Sx3tJyFxhkP5k0/6a7B4JwykpfdiTf5vgu8UPLkFfVbPOD2cDr5Znobw7esq+RDc+4mEzM9yeN8eb7DzSv77zee0fiV++bu4v2fyExH5w+Fu8UJkk749o5xgggeEpyICDOjkSp7u1ClWOZ+ZLPJU1HeasgQror6WI10sjrQ9TfP0NWDHcZ79Hh4tkd0nn7/+7uufv8uJMLR3X3/jjX/N+6AN18r/fTK9FWuCCR4ZlGcZx1jCU1S66rJUXrrdu+aKnCpbfYVujUf5gzuy+bf+v++u5baHHZ3//OP1N37cf/t7cnx0ND86fWWv+b/prYATTPAw4fTPEeyfbIEjb0Y5VglRkZ4y7Q966U9R33EFiqdeltogHnPtfhYs7vMneU8D8DPgRH0O6N5+ZzTLgpN1d3UWPBB9+gLgBBNM8E1gxae0c1LIJ+X+SGWT9lnxexTDeIYHuxusse4B7u7l7h8eipBHBe/kIh/e7N03zq3Ox5yIehV2Xm/XBN/4GlM+wQQT3BvKa3QLE5I9gKWOgzbO0s78IcaDx2PfzGedan2Pq5FPEngR4Lu//PyZT97416LcHRbv4C8/V5tn3n0l/nLx67t+j0wwwQRfA2RVR81xlIUpDvSL+UbO8BH4lvivM5xpB641+vwQPUPqMOfhwOwF95L2xODfHQD2tz3fHa69Uw/LCN79vP4cePHKdCI8wQTfEM58F0l3dfJ+QUaBHt5v1fs8OJzxikBHmLnzfDptYMJpaK5vcIFPKbz9iXzZ62e/1m8xXyzm1679+tc/fjt3S3hYBp/5RmvzxnQlcIIJvjbIRdzPi5juDvOvddthfto/5aXP66K6Fbhftysv+s099COENz555t0fL7nwxTl+DPzuG/zut8Mv/YOQz3/pcFHFd9+uNv4z4aATTDDBo4YH9yazu54mrwvfRIOsw241N2DGqTJVKhC8+68+InuuJg+u9eOCd595ffR438bOv7+eBwIFYwdYjk/wCY8FvtG8+uJtOcbJAU4wwTeGNfcb18B9MQ3gxzgqrFsDco3j0NFsp7xlbH1IdaRwH7DQqJB68rQ+Lf36jwsB3n69vBwe75M8GqMjfxjnM1//VuT1fsFw8Yp9Y5UmmOD7AvOHd/PBr+7T2ejieDZXEuI6GF9663DG9bsCRV8P4jE9JuQR6GWAPItzer9fON44mY/Y8YH2g0+PMxy02+HpPkA+T14uD7pkc9yn02Du/b7x74Py77zxz25RxQkm+N7AQ7qydbyYy9E0kzqaP/j1wK/zC7a7QBycBqd0cMblDJ0C99PnfKFvCcV/R+MfCw/O4+nxgYb/We6vPB6xH1vPCABff+XtpZvFvBCVqvrD9AkmmOB+QY6Oi3N2EUWSX1nMHyhi+1ogz7O+j1Hw2RiU4710cB1P2Zr7Jh1WahLMymn6gZkunN+eFPr0gH/b4ccBs737+htvv/LKr//0zq/feWdH27Vr53B9S4pf4/YHHvOZ8Vn0BBNMcC8YwkecxjHvE7CbWLog98AgIWd7p/sEgrwh0AtYWWsYOKWkvSK+e9k9Lua9JISrgCVhtYMnDtfefSb3d4n43n3jxz3O65/TaXjHlwNpNz0FM8EEDwQnjojiN8qdkI29x1lw5N/vzpQf3xf/1wHM3g8BOnzrju9ssOeTBzSeAS2OT+QR5dkJHP3ooKXmXV7eT/nRJwWLt3/2OS+D8RN+b1y7i9PrsPhXrv7JXcptvv0/izjBBBPcA3TmK1fALRS7FYWC/mkHMdH4bsFZwB/xxs18szDqoTufpUuiM8W0JzxA7FKGJRx/iPtT7zMUeEpuDB+87ldhfc49jjfOFfGuMP93uT/elEUIeH9/KDfBBBMYHFWN3IWcAOXlN8ufBXByo0T+Y4EzvTvcp38R2zf3RMvXLmfc+zDWXW3V95Fb+xb/PkH4tc99Sd59475iOa79GXy1cHof1gQTPADgAOqJP6GUFg6H7ttZ0ZYTyZOzfmNxIt+zmM91pkwMtvKfHQ8NTkk9mqPb4AbVvdXrcZ6zkcbtQaJHo999wz/alQk+v4+3ISzeeftdHguU53P8NzwROMEEE9wDZOp2EQQ/eItm+joxvH8v4Bf4cUltdBYsYTqn5ilCSedGsq++nSgIW5wOE++zq+af1sHg5gZQj8dSzve1K/Cb8SAMCFAh4ui8tyN36+qRg+I53NknK6+2urZz7Z1f/+uvf6xD6b++/cq/v/L265//M7GiTpgd/D3z7nT7d4IJ7hPsF+KzRud9jpKW3rp5yrmscVjigVqthHKnQVLxJNyLNViQwrBRe2JDns9rMkdVa6F0WWYTcZ3DyhONadHqaYhPDvW43R9xKrCklDrtscM7DgDH4d/xr99+92fPPPPP/Pq3/hLun32XRN7PsWIcYHsb1gQTTHAviA9xFFQvtBrgrLsf8lMKoc78z6ECNcapgcq/qB81UBP8nqjcMnbfCgaPZ8cLbs0qVnygmEvn2ut+8yvi8q0YKyHO8FJjDBW4bx0SkO8CgTVLi9GXwuOFBd7s9Z3+Gbyjc1xe+PfMJ3Xg7nyd0MCpL8fST+gmmGCCu0C5v0raj36VUcHP30RSxejREMVT4erIGXDEr3nVnLiOU2kx15U4wkpFZfg7eb6N2XHOht3TcpjYM0N3T/cD63hFK7J/CjLAqFS+MOXGnexxw9ujNzsf/Zp3Xn1OnFcH/q7yvj3zxivTtb8JJrhPiGH7aecYuwlK7BHxf7Ox1+GC4OALTl/DWwbEcleYX/0qJDu2h7U7VGGWHsaeR/UWztmwa0uNJThNOQXrWfIrj+7G06tOc+mfUWVctE37Ie4bFHzc8ON3/7V1/mtOffFwifNI4vN6Drrs/Q4PC5lggglOgzyUjL2cjVIe5ZNLoiy747YFBO5gxDs0txTgXVL3Aq6jzXL/Q75QYuw0uf0BzXiEEHaFovLav7soOLNiDA4l14CHoUSdjk7f7eqsB05SudXVwKELpNt99foIoL3ZdPH2L4cbHGzJWknbu6+/8ut8SgXzf7p68WbhTwNc+PKjL7e2te2fj57zG5/+eWtQef7ZDdXeuOBCZ9Z2xZSNjfPbWw0V7C2V1sGF80qq0Y5k/+Tw43u2uX9Y1mYM7veeEI2q8I3hXn02be9PtyVufRSXKXwDOD1XZ8/eY4S83mXZqalM0Oc3pbTLYsRrZKzV4ffAq+3WAGHe4kRteeylNRXRlQ4s43QEVPkG8n2IPQXLl/vuCt2pLffjB3c8QGLc8Ix/DyL5Q+EJQP4euId9b7zx9o9//I62a4ZzdSliPKR33nvztYvvVeGpgJ2tS7e1X9ra2vq93d78+tb1rcEF3NjaovLTy1T+CfS6WHU0S7kwoIIrS6U1cOVL6qvRTyRq60cv36vNA8CyNiNIv/cEa/SwtLlnn6Xtfeq2xL2zdeeGqV8fTs/VmbP3+OBkcSRP1L6AncvkZUj9xLb5Cj+u50t4ylsDbmQ0hlNwrPNKHolRhIk7UZGAS75QoWT5qtxdjoS8Mzq4T4gHtgJT7wp3YxjVRbC6PqlHARvE/RkWR1U5M62/IEFZ53m8wKtdnvETfs+88fY7YyWONo6OlsYRmL939eJrFy8+IXXXwy7e7Pal27g1xyEfC7nzU9dJ48tbW5eov7RFvLG7BZ95n29By7PVLiAHeNdoZi/1h85kb+r8QgoPB5a1GaD6vRdIozu3txLufmO4d5/R9j51W+bW57YX8teG03N11uzdBe76Or4HBHklxWNNns1EpWYuyjH5ble5PKbi0aK14ZxYCq33S4odiUjmJZGn73wO3INHSao+ShxnxMroURU8KHjaqNeY+X0BOrQHWgQlGZ9O5jRg9ULg1F8M4QHcKD4Z4lDxOGDxhhwfIeDqJb6z4IU/KvoTPFUBIIa0T75z+dLWPjN4eev5O1vtHFj+7PrLmtkfyuftbmy8eDvMZ8O9IsClekWf9xD3wHBWNHnPyDTwp62tbxpXDXCffd43X6C49bl901PghwEKS8poHyJg7gnRUg4kNiPhmqA4UpuH6Tqo1az5Q24kSDnrFyV52coMhTn3NWUUYnG6GX9S0ebxYiasXX4bPx04wJKK3wCklES1EY9H5Me4GXP+8E4sYmrdounDUuHBQP5PDpAQ8P5+2vbbX1zF+128eLUITwkoqIvJ7+jU90/KLm394PrWnQRBO4r0XjKmSFD2Jqu7h3+4VzSzVK/Q75tGMatwVjR5n1HW4dbth+dW7jeyk0u7L75AcT8lDrA7km8OtmP5rpN2Zjnvzki5fJo6GvUFCl+/MwsQLtFAh6LB484el5jXT6HzrFyMe0r7CgS7NJ9ocsoMcD6X+jNgdBdaSMfvBhI50lz9c+tXyEo/DMd8/qmK3OTJEa7YPx9RzoQ5kr2reo8A/Gq/Tz75ZOn/Qc6Ao9/+4m/j/S5evfiU3QImqMtikI97UY5ahnXlel1fomBk48Pf4xJfVMjGBzIGuRzHLzs3trYv92hm58afP73uoe5yv+T89T9/qpKc7O2trS9/mEbqULA/ktDabLx1Y6vjht0vP7ohj7K932hf7W9t/+RHtdIOxL71GwqJAOW4t2FsEtUvoEGdEiwYRF1Gva39YS2NelnW4G76MGKNyaCxmlVGcfnLjxREj6fDI49uX/5Q0zdIFlT58M9bO1rd17/cmo+59VHoo7ly6S6TZDWub++r09HMjuaq5n00Je2TWB1NV/gU4CZa2PJNoG5tyOeNbjhIrlVoxj2ONcW0OJrP+92DBjgsOTpx+tZp3GOPUuUqhkdLBDOegaFkMSDu2/XV+4x4s2sSWO00MOZ4MEBpNMtMxucG6gtGw7DibWZEbqiVcXho//jQ4F6i+Hv0Z575ZfurtwZHN5fh1d9+9W/v2/EVvF+MTwsMQZ2sX6b2w607F3Y/vXSd8S/2Vq6H9XBxBDIaIpIXMExFdEPpUuK7t0QRVcUrOKI7suC/TKMbW8+LfmMsodqc/zL3WoYYh4DnhihbW7+jOL/xKbdtctJu9tuXrHNkybUipktUv3R1eePQnGPBY1Fc8VS3N2KMK70sa3A3fTTiPbT3tdLLsDrO/eHWJc3vMB0/j7bzO/K6t7f2hPvK697WHWajRrK4vHVdrTSAG4uB+5KlXv6hh/cy3IZlpVBDo9asiN5m9vRcPQu/apmSUE6Npn9+a+DhGF25v27UORtd8TT+t46wcC9Ysc84+BPUHeI4EJ5jttMQ+Odspi5pu/BlQdWNxNCjeZRU7y6Ou1Ivyx0Dpyn3A/7hyWxGF6Orqb5Pwy0bouHhqugKrPS44om+IYznaT28we2PXw9KzA//7f3/vPraRW5zvNY3Fwv+Q8evmnE9LbB7u+7+HlzfujQnfX6+sV9mdfnSbZ0VD/CSjGJ1ABVzYex2Wr10/fYlogasTyC3s78xv64I67ZszY2IAK9v7c9GEtLmZN+S0j6gQBWArIhGTS9tXefeNbrvXJdYan5Y2siO75hOCzV8eS7sEv3uq3fajcKZLkqBHxq1+RhXQVnW4G76vEON+rmTsTpWg+cSrKPpOLK2B9efR8xl6eiOf3L9NhL5JNRMU8EteY3o50vcGy9FARXyJQAsK/UnF8QqSdImgz41V0fqQCLVUrX5JJZHE4Vva/r6vDwaSPjTzJhlVv0l89mq7/zGG51SpgJR6Lg7eQ2drEDTQeTHieJpL6XorhpW12KpcvM7dp6NqcFK8X7glMYNOLdlTDMH1Dzt0/Skl2qm+nGfpo4fiTk9tG8G9xzg4vVnnum/7T333q/K390Vrl49cxKeFLSgDm8hRJb2l/0608n124QfA5T1GtpIEjUovf4ZIdTzlNJ+d+vSjRltnr9xwP3V67LKK7l9nEayN4KeFIY2CzXBZVzZuvEhPQBI+cHBxq6N37ePzbxFhHrl060bO0hRhIWsA5kvajeJCp6E3w6+KngQdUmiDp9PnGRY7kXZSIPl0jKnAs/nf7Mx37mydV1EqHR6pFjuxTTMdFx6Z2nkcjvU79xpEbm/ina3PUcStcItOdfFeOHTS8SVgWWlXpDX2pMaG3/89JJaaGZ/sLHxd5qNAyTdyVxtfBbt9p6/oa+89CASWY2mFH556xLqPSrgCpjAARGXuaCYTiLQOWChigO19E7fkK31qHgOD7KYzY5n3FKeKcRTZIlYfuMWGLc9aQs5voQUSrGCwj06bb4L3M1p3K0uOswyZENdEhCM+pVug2rF6xcdClRc9+vjRwmLZ14vJXb+rRzcXUDnwFcvXn2aHoEOVNRgkAkoBsIP1EOB+3dGj0QLFMzIuAyEWIZEDWqHWRI7uiTbla3eVvMX1YSQRjUyIJkvMYYa/Whj48M8XNMkuM3P5Vp3t+58tLfkeSXltqXsSN15k7LxsuKfxcb1S1vcqblME2RJF5+XjiSW25D+WyuCmyjpsu/maBRY7gUNCIdfVCzEWWVGdVqfYzguvarSla0vdZpLp5Z5eYvQrk/HJZUyDWqNvpp0CVFKI8HviONeFrtEavLmOM1wM9Mv3smE/CTiDH2S1EgqKvBz1WVKmQfFe6b1udp4dTwl+SSWx80IGc1+ZD8icHwTAy5XSKEHPYvc+DX4sp8COj/zEpKgMEjHs0RGCqwk6kjBG+e6KodFML5yKFRtVV8Xt2fmK19jMPO4yXo45ZJPw9kyUjM889Nh5BRH7R0Id14eaAR8rdJwSswjgWvV3W+5yBfgLHcASqHUJcAedzw9oC/4uMDrrHrFgdc1Kh6Glrda5MbwAAQFd7ieFjaDowZx5naxzXPHV5AARWJq45DmhsOyMt9DB2TPxjVYQm9DoPETnYNt9fsLQJOycf159azubbMnQubo3D9wyRK47DNgwZeXxFz9cqq3JHh+/U5EIXNO8+4AGf3QizS4FA1+wtjP1scxr9I+VhWRuZA/FtNoOl7KyBufzlRVo4K+gQBxXpDX3Lt+e0eTo8B0iXuQw5XbQKPNosanl6zGTqaBefjTgVTrVhR5nqWakkZZHndX+FFFgI74dNIrzYTZ1XF0h8JPdo3g2PB8xw7oQE0eGTxnky7MFCc2QescS4OjBFBHFYICoQwQZ4qEe7u4rw+l4aBGCFwA9BgC+pZIaVmVepjxRMNweTQjjx7eG5/5JtDrG3s5QRV/Wy2eJlAoo4Dl9qV9/9pNFtCAIECx1NKiV7hoYxhDoob9Cgllnld8qQ+7krc5JADynePLjiBcr0Z3yCreukDBP0CR+9NxiO+yPxw8VQujiIV2N/afd0zj0p/Ucnia8Lf2zkRKSLx0R0JUPGz97ihaXBa8JKppFBiqiP1GGiiI0kys1edO6qxQ9TlEgEzA0nR45I0PBi6/ttjaFwGvbx3uf/mhgjlpvBSfKcyMnKUIcKyiGvl+NjOL31dyyFx1C8uHsHM9k82UtM9yGLfEbF3yVcYEsI8EuJuRCK/MumagAxfgRrcxOEnG9y2OuX5X1wUFxiIo3k9g75Xfd6wFz5CR8rFcirOQEiDwJcUUB+J9gmQ39VagD6jBWtnh6Z+Zy91DjwX4v4QlYoiVz+j3YcM/4d0KKtBbhnKFF6/+92rxVEH7gg9c3sJlbHHPFKqMrYUj+xc0rzBjdWNw1ECw4HlXC0Vz1yXmNh7tzgW1ue3LagmAXN9CDaVUuUC8piZcbFeXc/HhD6v3QU2s+UViFPdGkPbiwaXnb7TP3L9jkRBCQEmUQO7+3r7Q+kWwerjTBSPBC8WipMqd7gDpauiFcfwgZGJG6WMnd1of6i75RnL1KVbLTAglMeUOxZlpaLqpdOGzulkLXN7a/0yCr2xdvvIRMdmhr58OUs34wzURoPTRXFNCjWuaSO69Mw/MlTmA9L5x8Edm3VNiyrFDXEGN5nb7/NDhYYPmftVOc9MTJ0doqNJsiIoEnNgueE8fZ7tsrTZvcrYf6yIdt51Q7itkBRprbwICM1KV8xthoeqTyjXQGz4oKKpdGljcbsTxpmp/HfSIbmC1NoUvD0ttoyauMP780cM78XLl5MiXTnwHl/jU3f8NtHDFcHD9zu2t53FCuZokgyh/cGXrz8IIX1IeoKKGukIk83Q0N5jZcgCkeqKzXM5SSpUk/KhOAAeY/w5d+o3HXalp3OGJwy6BQs07c/XmiGXvsgyUa2aXf2fpkjgoa70M8/MKeQfBDvwEkvL8fONCC+yApV647ZpG1kCj+oENbkkf7tGKU7PEOqyxEjbDmstvS9OxFNM55Pvt1lY/TzjcurSnIRxu7d+wwOUIcGlaA8MkoQafLGocXL/d52FprjTYzImmRNMmppdNGcZNNLquo4cC7RMQ5IKenBo3azFwfg8sW8aIOdsdAS7PMNyW5SE5XAEVruw15uGscThZXoGQ3dxxXmitR6lTVntG84K7194FTnmpY42lpPktNSs/PjZkUAXL9dwbaiGgxHxtvR4A/qX8W8CRXt86SfC0Pf/XoMUJBjm88kJa7ooOZJI8hqtoSidJihDOfg7wRu7uHqmBcvkBmt3g6vpyACTzhS+Nyr/mguCoze5P96HLPyY6E6hnByCou+BeJlI2Dj/lutwPfaVSQahU9AjERMPrz/sGqbVIvxf2Tgnec+cOHSVKzXsAtqHIaNQLQrkegAbWx8JX9Km6TGmNNQ00hdeJ1VTydEhpAk56KD4pfOf5/a3n+0UHZl81ZNzGRfrA3eTk0mqgTZLGN1LjqC5zeh4U4ivtc3V+47NMiZyrpkQB8Eifw0+5z7yk8MMDG6l823DhvkA+oX028msrlfF1AD9SA/CXivNoIteBQ0lrIsMWKAlfcqIDlDRcHhyU5vllsUTK//AGZ+StqEFtYQ8fmrb26poBP+FsaH1yRbTRGOWSdjzWaMJjigEXh2/ay/3H4PI6dBd49eq/FPtTB/qCd5xgiNsDrigi0BL7kUzwUEag8OiSpv/F+r3wGBKXyOZkUgecQivqkQnt+wRPQcMQQRAAiXZZH2QaKS3jU2Fo86Jszr3eIfIKSMrW1jt2BmrCdf0r843Prl/izrWUpOUd4hXJ+rnHMdDFu1v98mjciuAuyk1Ko8CoFzl/a7DTNOCG61ifOx9dOW5C2pTWWHXO/NHhxrkfqvmrGwSS7kEqvkh3mq3ik8K+RUNtgMchpa6i6y1un2WeirtN616F3oBivpFSL96+lE9WAXGfB8/yos9V7gIzJb6vnx50Cv/plZPRaJrCDzcClK1iuv3bNzAEdt1+20dFINeJ/HMHf+UmSnlFrgYqI4IikGwOzbC6aBsUva77WRXf7phJJLePJZhfoPlP6FbhLJkFd6/G868DvK5alk879pU94dzFYXQquWzhNRfDnDSRuWOT+9b30PJhwNG/JO4rWPKCcYpX3ztjuE8BENS1NbgjP1ff8txCBPXroQxcNZOZ5CaCYL/mXYaF05S1bG35BxwqYYIAV49aBJFrSJjh1u+rkdLfdAmtDSFYvxRJtUFqmlJhmKwx4NiqWhKDSpZcivpUXMb5HoAW7ne/t8tlLUMj+dd/YrOygaVeePAlkJu5l6pY+tS8hJMn7qrP328sFNu6yhPQpsOljLz4qLvt6WvwR0nXwqlsmXskpwdmotUs8cilSlajzw8ze61uLxF5Jt7TIJns28x1elgdzUjhhwDdIsevYQG0nuSGQnNa79MLjksYGbPOlPkHy/kR/o47uHJXjgkXeReCX+zcbv6udFSuQdBz8eHy1BKvWn1BVAgoSncx9w0rPa6F01L9J3X4eXcucDQ39r72j6onY+SMewgBO6cnpdBkjxbei9erGJCsUMMviuuphBauAFr/Pf7YdzCwMb/MBUGB7ZK4p1lTu4qWKEZWJqO5dFsiaPbb2zYhwsWXugMkgphf5wrjPI2UUqXoEQkvx+xoc3Cduxe3eQKugDjksjVRUCK4fPvObfEnHr0QpdBdImPChDWHsfYmcWtrzkU6BPdLgAJ55jtNVGnUQKd9uHxXWQNrSDTmEoXS58Z1fqEWTi7FoThj5ZLbBWtx+YJjteZPfuq49Hlmq3QTcV+uaBRmKQTlnm1TSvP0O6TiT+frArNBRZTaVQSY+YsCUe7D4Lg2yVXv+prwL7ThvXAnDyHy8p/WoHc0CjW/PshWHafJ05DJB+AG/B8/XoVc86JXkwM4tr4ORsDL8XSGqMS7vZgdg0Ax0GKe9+a54LxDi5n4ZxAx8vcfBFiJA+x+og++xx5J2IqIaHsPWG2zAqdFjDT1aAT8MkQjOQ0ecvti8NXTI64aqh0o3xBt0u6hxkOBk/fevHi1nnYZwH7w3x5H/18fZJA9ApQx2c8B/GTAyGc3FJfUo7KOgnxrdbhlUVHDxvzG7es/vCZxLu3qjPe6w6xm8T905KQTK37JmkaHW0IHCWpz/TbuU6BT8K0bXRmkKGi7snVd53KBQ0Uk/YG+3Ru3b/tXF03WYS5Wfta14ITueTpbFSz4+PddlJpb2QaHOgutKo/j55f40UkrjfX5WNNUcjVLCb001uuIU9/XP5bshI63/5K6UQTYdeMENTdgAwrdqK5sxC2pw7QOgZloe2MV+wXb4dMQ/kMFr2N5G79T9z/4qih8FW1snB9mt3UkEb2jrw91U1WmKvstP4R/aVAkiA3ai5V7VUB+oYKcGJhSAji5ALGf4ErwXILytWug+5WRiXLuLM8h3+e30pz49Qz1GOIyVO8PDYZX/At4oC8F8oE+gmVas+EORws5x/KB69R/6DD/p//M3d9ygVwW/NV76zSf4MGhxSFPDpY1eHF8u/ihgRzgN5H65CfpniBvUidwsgx7kAq8eCnLcN42groPulyhxs2y4t0UxI0u4RnoQCRVr/EfvqC2Bs+/g/hFXKiJWMJA0uaRvhncRYZUH8Yvr+c0QSiOPfQR2K3ZxY0iRF/ONGg+M5aWPHo4/vC9X/ziV/Z+v/rVL/7p8DF1+32AFoc8OZAG7T3Zgkeij85xb7cHFL8OPPlJuifIxLnS1u08CDdbDc66F8Ap+pr/MozjGZyXIH6Lhv1k2SGmLFCu7LQd0souBa9bbhJofSmPN3Y8KaGkHPeANRYv+cNVuib/NPiWji9CMkdkuZip/rkZLST3dQw1AyNpY8FVy20cu9ESM8G3GZ66CPCh67PjWyWje8APDt+CCFAGyb3fYzkXOQu/4/goHs9mK1o35dHzbCum3kvNqh0F2vn0WCiBoHsZNS5IO4d32u1XYHeTpDhW3syAHDkP4ss6o74nRIrBd6MX8xMd/NFwul0nhRCP2HUI5QYuawmsPvBS82dYJzpBpEfHlK+0neBbBU9FBDjSYPdhvjo64HclfpMA8NsQAcoe7VcMZLHS5jUqeJHFNm8zulYoyP3egBgGl1ROrDufOmPk/u3IIQVKgLQ4kc9pYZV8XccEKKDa3GQmBHMtKPn9gcJHR5jya3j5u/wg70SO0nqq74xp0Jox1DhHQWAoRR84er1A3TFBcqquXHshc4JvCXz3I8CNv7y95dduf334NkSAM0IRWXcMfDBgQ4tSRufIvgLWQFix2pcUXqHiUogTPDdwz4DmYhpDu1Vi5YRLCdoTSqqDQdCZAk+Dn1A86cNRIIjYkZ/uQC8G3B0Rp8eGj47X5JZ3KCt3dNwO0mmZnhCRFTmm8WmWCSaY4PGBI5gW3PX3rxAbkRMpASk16BHXYL5uGVm88M+02VKjPLmnZL7u3xkNalaKBNIEMBXf47+Xo3SWjLtD4rU4wUjAffGWwvEtjcSIi5Eq5jWDBIxiPjDVdV+ZmjQcaThICmMCwcKdTjDBBI8ZMECfPyqCwac1v6JjsE0uky0FcoIqw5Tz0JRzdU/eQ/5FR2R06CKXfNwYWkVddSPAaqfN8ix4Ph0iIFmFckPo16QPoPIqyRDfpkaMofo7zkOLR/2Zl6ivsktAOOUUeTVYmytDQ5bmqDU8pUII0rcJFJximmACwbqzkgkeMniSMcM6nQO4+l+oHM4MxzMGFRMnmk4pnkiBnXwLT43wlF95pwHyYdLbGR+rYs6lRhWh9V7kaXGqaEdN8SrDb2q/n9VSJ6ulcNKxP8bzUem74tyybaC+/QIbQa1LT4GhdVwTlbTUG2QXNmhpR3zml8EE33fgu35aHY8O2tw6phq8CRDDV0LNyAsYMPwEYgLq4gkIgOSZ/EqsddAsPVLXwUrLHlFZKd8Y0a4YbeyXALVqf9lxhuQBGA1M7c4u94FXmtW5vzj8s2bTClyAtHL/tj8WlKkYvh1UM5KNhm0aQpaUNLmn4hN870CLY7gENMGjAAdVw80NWyFxGEapqVe1apuvKDBz/yUul/vEo3NHxUdyLvJhsegROGCLc3Pjbux1V8Gw0OlmVSQbugUTrRzT8H5l8vyyjkNnp+W+7warb1BQlCd9m0SDTqjdN11qZF1F9Utjawcy0/fzaKymN1E0qrqiB0ZKwqJ+FOaOp2GCCRoMP6ua4NGAbfGUvxpdugu25DNsq9xCAPybWH1T8ZcdLS5bjpnE6/fDVMR0LJ5ghJCD6znjemEBLYbH8QY/p/aSl1vB+Vf1FpieCbzTsPoUJ73S4FQju2ucuRQrdoC75RllKbMctJpzmM+apGWe4XqCEbk/D0FwSokJvucwub9HCbG38fMsAO9tIWMvi2yOB3DIgwNSuLZ8LlrMzZERzonZ7gMnYnICppJXD/EB41+bue9V4EZt564eAkRlBFHSSRFiXTU8G6xHOdBSSqAehQ6BGH9v4pw1ODoL4aHnwb8VjNWJZDdYMwrDiN3c6btgLGuCCSZ4ZNADkTLoXm7urrwEMDLLwRnoxHds4+EhDiRX0FObyUuG3fHevLEltYvtdQ2KYsHGGog9rjo/0CM2XWZYBrf2GFsUK8hTOchWgKcO5G9x5NzTEQwDlTdUmtK4kzo5B0aXrYWEvnSqvBoge0rpLKUJJpjg0UOiHexzbMiEdVQsG+PgcYTg4vAPy2Y8UyzoGC2spEdcPhxD3RdetX/CP1oo6fWWom6OF/wYQ2fZakoQyJXGFanib80cDN7Vk0huFCxtWqHrRG/q1cPDE7awM33WCFbBczFcSA2zPZ5I1aLP19JVbfqPDqnvIiaYYIJHB4ujI87mgpPEKh07yWJHAY2hSmRqt+Y2Ly5jvvDPSQCf9sa6bf9IlzOxT1htintVnZqqU/s8hV00Hj0sTS1x2em4MMBrvE60p9czmAJSU2kfQfF2pdDRahqG0I+YUQUPKYQ1I2k/kzarYBBERUpHeba6cY4yHUzWUhcTTDDBQwfipPEVtUJxPkZO2V+iGJ6GVkjUGnYBZcZERzl91okiwZoZ5NIQlzepqLgSOdIZDR0/pZtTEdzJ3KeQq+QxqKXaJz5bz6fOxaE4VQMf+/dwD2UpXhjQLgcAs+a1Mq46Ckp10crr+d3XHLlD47HrWPtYgyrUvv/OeoIJJniUwC1bLDJW28yO/3wTZWz/HUyUaxg7hNVrWfF0gCyZ33lVvb2qqmzfp6UTuKGQHAcMPTDtMG+CVugr4AjwngEg4hRjDrFZ2D0TpVuu8+ErlQ/6clNn9Quiu72xcvF4NV5BRX46YB/8axCnI3XEN4iaYIIJHjJgcbbNsjM/8ifAwJdDnhGo6ozrXx3GN0uBuhvMyS3+DUxxoWkjRri6T0CTlV7UyNzjX9+ugdz9tRdd1mIMFhAxg4/xU45NgYK4QP6HrndqzUd3MgKDmCUnxjQyxe1n1Ugr1tMBoCuifULMo/KrK0p9n+D/+X+bYILvHvz/Kl+BM8iGu9U9cniinT/VUI5qggm+dTB6+i7gi3pr4yaFVX7Gbn3tPWDc5szgbfWlMCuMZ7b7BrAaxdHJmvFZM/GqtmsxwqtFr1oPzHU4l/nH/R2tzoHhHoInmGCCrwX8onZkyAKddnETd8koebtKoyyO1l65PwXyliM2zm1djBNZCxKcezHFsMx3NNz0tT6nPNc9YV2/0kui2nm/YN5O1leB01+fCqe4Hvp/vBnWdCgPyESqhsp2w2l5tts8TTDBBI8QCOjapXkgNsf7lzFyDBXnuBIiqnBXF1BwfDJfjC8Tqo1aUo5/WZJpUD/UoE86EHPzAkd+Bq8KgtOtBUNn6wFhp3nUFw8tVkkgQvpfBT/tOBJQXGna6OubLgF3ZmY4cI+oeu4K5EcsRobxAyMVJ5hggocAPGvnq/4yNEI82RguUYZ5+vEUA+bd47C7gf0Aj7w0LzH8ICPN8+D1GPgRbD3EbJBaYfVPh8cu6jTIQR7NT45nx6cd3D3ATsjPGjaAMJTGQIQ6uvPdNFrSbKXl2IMtwYxZtranB1Y9UJHK9a57ggkm+AaQFxdwEKrx8wqK8jb9zS7LkHuY9+H+6oezMt9+Jp1fivh5wLWyBTySjJWrF7mjfoor53R35ycWHGS0X323yz0Bz8fPSaooQMH17t8Af0MKol73dUsqnKk6br3QVZ4lJzpUrj4PNMEEE3x9WHoxXQOHfwK/FG8Jmhfqdn4WDL9/UKN6Zi8+zL7V5XVQEaL757mTlEcR13pQ8Df+G6PxOer9gJu24NSA87uLmmL2yfqSj3SnUeJUy0G3MeDWudQA+1hSoL4lVpr6PdcTTDDBNwdZH7/iBQvBMLr5cdIDlLGDuEtoVDCK8I7rl294NZ43VqG1X+NGR8Zt/4OcuzmigJzqUoB4cpa/XLmUWZDLlEt+xc63T0Ng1FjzFhe5xOFhDcmSwKVCYE5ETNgqXBqMYzuLrfKILFin/wQTTPA1ABuOcxHS7Uynm4UZ/KoB5SMLPvsMNjB4LN7E0vrwRbYzXVPBUK3oE5eLil21Div9n4pUuwIDuAmOy6VlMDs9uWRA5OmOe2vlYkbFpb4RsMbVrQF+QBiMezvO9bWxpBzXQ5MnJTfn8l3mCSaY4GsALzgugxsManyJz/csnHOB0CTD6G0A6yAvTgbcfPgxnCUWth5GsR5CpBa3UEJYghXXtMpyuhsIJq7xHfmXXwY+NOOi6N1OpN1/fQ+MX4LTJESjpRB3XBhdcFQ/Q0e8cnBQog1reXj0tiZ2nmCCCe4f+OVrCzFkYLEouT9ZV7O39scUchqmhg56N/vr3rEhd3eXS9A5S4WZgsa7eKEGqzcG+mtd7g9OfI3SavZ2lnA3KTy817s9cY92/CTCW9XgzQRVgNmi/fCl/Sz+tgGvmy5UYEHVsPe3dLlyggkmeFCw9ZZBkemQGxk7G+7BhqHYhMx5Dd/J2cbHv4AEq6BIAk/9VvZsOObuMxfkdGqZ16D02zB3i8ZWrsTlotr9Q53QL4217le70yXhHUStyI/zYIE7reaC0ncgCCyP4G9Z33jOEhOody/0gVTVMJXrL2ZOMMEE9wM2KJmjLaxstVlUrK7bV0dstjNZ3pJRL0H/x/MRCy7sPo212Tt/C6JWnHiPvGf3BquwWHSXR5N73zMZwOJzPl091WTkxk0/mT8N6scqqp2CaYd0rWenvemSNjz2sjQZNPP0MFL1OartT/6MJnNAl7+tJphggvuHse3E/B3t2QeUjbXnT1z0W5gJymBesugx9It/jUPlWee+i98scOg3lj/2f2f7oqM5jwDKV3BDVcg9+xkB7rzix3Gzui2Ra5Kngy3KdSFUvSV0q+YWtuKcqjnarQtOFXmbquRUtNyuO3SBlkWyeto/wQQT3B+Ulcm0sC4MiVxU0JHp2lp5ZWkZofhOeCK5CqvQXFSvl8TBTIXQ71mNDTP12PvCuZTruA/gvJdX843vo+K57kNCnF33PVagOSpfHTytsym5dyLgnbDqp7qi6UzbaCBi57qfp/a0MDg7s74DxiqLm5vDmto2k7294s6m8gQTPG2AQT6tIBeW9zxLRdTEMFXqpiXwP3woXYpk5PtotN6nNN5h2Iis0uJ4djy7V2jGFcAxT57Ou08gOH0A9oAjxmq21Hi4qnjWp9hv4441bo0kcqyNXPPSufwqSIJbRtJyjyVSvZW8/g93fBM1fIIJnjbgobdCny4og61wLGY1GLHOeXGOp7XPDxB0EDDJ8AhU2qFdDk7VY+eo9k2Gwp96miX1Cc1WtxOZ9CBg5ScqreGaPcD/mRQauhIcvUtS26+GPiLQC9XSGWiduA+9+TS/yyqNkIfDyeGQT1LcpTicKfXZsBss5oSzHrp8YZdWii0DXfiNMBnC0ndnUwSW3DxxH6YiViPjfv6TyyaYYA3k17VPIziCqEt7fgVCrPhk46id7MLgmxCGyvuZry0yuCzAsBBRonosZGch24gh4wEkrs2Gr/Ot22X3vvQWd6LILPz2ODL1/Oxs7V58y/kApykd+IvzGsWISx1KfRHwSVZc+Kieex4QMP+4pJouRKElf3zskHSmocNBT12CRiSUAzHuw1Qf1saBcKRDTh/akCcyPPWhkU4wwdMHvh5V+NMEtpgyr7yUXqbEGZstquzJuO2uQdwXltdOxQpsjBrr8LxyzBUgslEEBCGx4F0nhPivTxmRWaEq+GpXZKa/pUNtSu8GKmpXl6oiUFkC3LO7gQWt1Sn/e6LvLCmbTd8EvU/u20ZGUrEv3EDTVF3LOVcvpbSIRL1DHOlmSCBb0ggWDsI5BJpP80kdgMSIKSX4ntAAKOF527Q/MVheDxNMEBiW8NMExCPEUlFOdk5w1TXFmOralpe1z/G0x8iomHFChxg/p5cdlxFbVzypTLvf4oI/MzeoTJYqYhZVrdklGMtWvU5+8zShHDT6KhjD6tVWhdO7BBZirTw4lYAoYwHIYFDuIQGwaPF2zrjIxrTQlJ/AtMuR4vYvYjLe49mxmsXmkaKBwpd5sFSlUmK+8CONOM+IESSGDTMq60hZIlXMJFs/E2s6Tc4Iq19JkZdEVvqu4Qn3EB9vphlDzwkm+DYA1o192apOh6hVFTtzySAfqSBIRfHLYc5XXhKzOCJ0ivA0jiN0QEW9hKZB6y+BztKuQOt4gSeSAm5WVmUMTXGMlE7vRS/hIdToCMxEAKq6AeORF5kdm0/WzJ1Wc+FbcEOZIx1SK1ffHOd6+PUvdbCQc70y8iPE43BEi1PME+Wqx2vQsxIUJkkPdKfdkakQfKi8G234wsj8mLu+R3CweEOxcxKvCvceFR53Zn0YwgQTPOUQU8EoCVGw1lrKgRai2I5nMj4bJxGVDddLfT7DqhGFmYrfD+EtlKToFjbg8NmSRVEVboAuCGcQtZQeyc0QM7GFHV6qrQpREhLU1kGX8p6qApEel0qm4KHwIPY5/u9eaqJ001TxHIEfsSc/YPHdEPPNjxTztRhQgxCbfDmRIvGvPKC6s0emNWKEq/0RASxBYsLeugyI3lwJRBNfaHC7XBLINVj1KgoTTR0dSnjJ3DjyPRpGbWcojahBLS46WF3HriCe4szT48yUTzDBtwPsxVroV/dNvYTtiGx7Xs864IkRhk2NjDTbDelohktQRf7y3CZdwYlSYhfCFbuS6ql0UOI3QMmCwK3S0RGOhkawCqi2AKzNvQ9HTzmBtO6IhpEcR5JANZKiTIAX/EcK/gzXhIYo5xnBE6mp3Fd/DWEcszYPXgithforIx2opDbcQXe4S9Rsl2inp2JmTSSK6t+eTkB1MHtTVTTRAhLNa/4hGbEJvtvFx9ytl0T+RNkjRZfHmDFpfIz+CCeY4KkGfBZvG8ECWa5xCH3hEnBRdLyXMMq+AJQgIxyYN5FPSg6J+LtbGUC5OaHYaszeJuyASC5DFPtQAjfZK1yObECV4cxE4ZX8dEEnjviQqngM7XxnXU15iYBq0EAdp46cQrTDQ1l1+hPZtkoJJuoQQOTHzWs5FcI7vJV47L8QIKclVTx0/tvE/4vicccRqi5aRlN5OJ/zztIP4uFA9QR66mJj5jkQM+zIdizJzKE6s43irgKjSmWNLtMmqqNhpJUDnfHjkoTYFmsB2lJ41JkUrVLOEiaY4GkGQoXYkwqJ/4zZGWE5rGJVyyBFsvlh83IQ4iWmkYkrpyFGKpPGEzhGE5k4DR/CvQuCTLHBRZs0INqy3Uagn0Ehox7V/OdLmBMIsVJpQiKpyBRB7PInKKNEfYkND6Ym9nJYJD7UFklfdCVaUoaKE6FKjTQEXiXN2ST6a7yEah4hb7xJOGqfC4nrhIzB92jsNhWRSar5TVZjz5fm1sNGmkXBEdlce1BJYlUlPSUGKf5kpLuVlx7Mg6ji8tm5WzMiZBi3b/Ss4f6QykS5Gzl1T0UN/VGWdGinIK0mmODpBWxWK5cVSxGfYpIAcyPOc1HmJtMXI6bmeEmmJU55DWzcNsozI/gOuT/cguxQDMd4ixi87FHMBCywig+DF4qrKSQxjxJO78CNwRAEDYxi/rI38apV2JEHbqcnLFyN152Yk9BUtXG0fs7FHBRKNbk89TKTV5LOHh5hmzuCAkMcmXryoI9nckjnohndiKQexM+lUZjTs5v4C4FvCNW4sfoUD4UaEf3QWDWgdnVq7VhQWgnlG0E0vlnEQp3laoODzhBCL8Kh0l3m3qI8PY+wJBxEh3bW0gQTPI1g75YVKlNymGfHV6gMR7asL3ItbRgxNcISzlWJetQI25OFq8o3Hh1l8ZQHUZHjEkqERj45U1EHRqEqHC/WqWYW5dxBmKWB28ma284XLx2/5YgR9yqasnQmDNtjBGgOl4MfEpyAUqTYa7p5KpgF5Gi3aqghjTU2j0TjO3IQh64EVfImFCVKs7DAxTnIO7dQSFdKxBn59g2yPDBa0yGCmFYiVwlT/zPmej6fiYNJlrOSZCkwO15YHVRBRQ1HORf8Toixc7vD3WnUzFNNixAPVJi2fG+pQqNmnmDTIexRlZSoCMH6TDDBUwpxFyzf+DwK9isCEVnOKmB4YrXjip1hgax6VvnxiWM+URRuqJbYqFzM4sTci3O4EWwCdhzmidyGxFELW/px5g5UUVVGTIdAOINAdKke1cBCccgaRSrTHi5t1NJY3Sbv7UnNZEVA1bk3fJY2/JcOwjjQRI72ieesx4k8oQEXyKjVvq4dKrEMhus5Sa/qSOT0JVa6Ml2cmja1EQkB+BPVnRx5plVLkxIhPALQibYausvHLrnH1qGEunHkUd3GX3PuQE1fHiHb7fK54Mb8Hfe1ON2BNk+FChNM8HSC3Z/WrS/MNZCpCGrZyk7j/vAuMVBsUhsrXEYlj4XtEp9o7SsTFTqWgOU6fPIlNX7EwYU1jARJC3ORyHwkA99HjQu2fzLosiiYVYjd+WwwvKqR4LDggM1hEerKYuJNYqrRi9fLNwGdydfxNHY7imP7bAairZwbwbAwlJurlpngRHn+P7Xp5Bdjj3yUYcy0dX9zbmJvHCueRKZ3Jgl+GN3fkZ+iLLpmIuNZzKARBkPMATd+X7VgihGtPE2ZMmGeyAwINcVTg/WolTFoRLmRSASy7gcWSGrsSmLgu3Iqp7doJjcORqGm1dF6FtIEEzxtMD47IcrzUuUUCtsSEBfK8v3Fni91+RYZBH4Gq4KW2IcIRtZ2PDvydTPV4hPdgMQxoM0Co8c47FPE1GIFoiFbFEGjbDgXspQmjFBTMwuxX6W2esgmObMYHbpIfwq8RsZtwi4Mpc1tN2mK+oWibrWZ373Yx7UD9eOyuaCZnXBPMufXvIkNGWpvHk+KatWb2BgU3apWRCWlBaMCdSGOhtEpOBYRT6ZU6pDDwrx4blAPXnpENUQzmBovJXJV+nc0CcARoIqjhebJ48zUMg/pIw2UeeJ8KIX5bE4L5bzcTHzA0Q9N3IgBTxHgBE8v+Gp7coEvARIGcT+U2E+ekOt9fI9jjlry7NiTdhmHr3xBmp/MFNoRkVD0wpcJKIOg7ZpMBPvGVlSUYVqOZWCvKTmaoZVFlcCT2bGa0h8SkCsbPl5YnHg58Am0iyBcMbZnI1UNmaqESR6tIpczRoklthQVBYihHECp+hwjU6v5uWtybrJn0dDOxGseISLECN85nCBCHe4yJzrQSM1wsR6VXaZycA5JUhNaWbqDZJSmD9gly+7KMhiux+HW1kIl2hUvUyDEkkXUoBh3PLhYRDab5BB46nMwhyorZFSxxkj5RP4vfWb2ljlxbXwadOgm+jh0iFHd8EHTMZ+QBsNVywkmeFTAgvx6wNW9QuUS7P1c1hoHURFTUkSB/dlJJMJwSKKljxViXVgBub73sRgwh4imQ5a5CDuwEPOZx+3lqkqaWjuzqbLZ5DA/3FLVWoDOJfGm0p8CjZ0It3OlG3ljpSooVFElN26qOdcSSy7BilShu+hgVdishzygRiXPdlPOTQTYq44KENxI/I+cpDyganYytkyDZYPYU3pShOEajTBSR1PwQDLuje7JNVaG67kQgYBMDcXr9nY4R9KxeE1BlLJQ6NcfUqichuvrpLrxtFULSvr8NEbmyp6N3NNP9D3m1MZcHPmnLaYkfjYjfXjyVUdHGiCLaoIJHgloqX5ND9idHzByhv3OncOLhWJBAibWPKvexoifs23LtMjPUYp/I6cZnEJvVoQDL84Qg1WqdoiUcWChjuaI8lq1GhL9JJVYmRa1loRS5vHmsLIIQzLajrpT7lsa0bHiIRu0GllMUERwcGp70/HfXElTiLr5QRuVNo1GLW9eO3fuWlyNxykqvB5+3s2fjX1UqHc9UCBsoov5sTCLx88SkKWeXgZuNmmfXPrFJzlW1mA8Zn8gxWF3ukEDiYSiaYTLDcRMA9NrQq23pbQZTRgOlkyHWrquWoQxGmjzTqdeTBNM8EiA5Vvog0HWZe596Mva4B/UVlkHRiQHsYGZek17VbPx1JvgINkIuQuMeBqKGB3eZyXzLBiqlxnv0Uxg8csA6d5ipGb2JeUN4/LB/GYytlNgwUvS1zAZGpM0K3SJ87T0VtbH0iBNk57VT8HMM0CaJg0KUzbQgD5hnRwJK3ydbYAsrgkmeBSgAE1f9Q8KCvPwd+U7c5kGZ6idGoUJuEicHdcBlepbf+PYsU2DhU2ymb3oyrx3+6UgSiu5YB8KEugITByLA3fR2JLTFdWWHM7qJEgVKqVFNURc1VadALqLi4M8w6dDRdjcir6S6vDeEouLgpFnLJXh9RFIC4BWBucDByil1DNxgeJIrcRULwKVrWLhQwE25yvDDEhC6hFVdBiHeVOeXVPSidrD0UQVaYQEayC+UW0mV7hX1wQTPAr4mucYvi6TqzOK9noACOADeRjN/i/uD2Tk+1jZNs3aBaQQ4YEoPD4kPqOaYoXZ5tdm2Jo2lYSqjtQtOo8lBoMbplbrPdXZD+TNnLoYiQj3Ecz+jvqIst2mYJbsSsLkckFKVdlQFbyHTHqzY9fMxySk1khyEk8KMxBpJnFoC18GkKqq8Fb6q/ESOW2qNw3IQ0r52qy6dNtq1KSQZH7aNEQfZrY+DiWZTKVtpvo2tO1DhUrOR+aVoqKX1QQTPDXAMy/85jcer+LARU6HAT9ex3Mec9+aPfKDbM0DxkZsTdfm58oUVEhaxuNyzNWmcDC7VkxOlOH9CmkFUGzKOVjDhcFlTIg0MEe1YE+1oWRVanAtpRKY1PLN00SkqjVjuOGIJnWQBYNBh5xRaCUQsvFQ6cmCm3Mj6XPUfGDqTJQDM1PkeEIMQjouDlcX8FVQtRlDB4rRRbWZPkhtuOA9r4lGNWvgPKJTLzBNiXoPLXOf4YCCoB2iLG6KACd42oDI74gHXDjNrXAw39OuUUg425j5N7xcNLfzEwJgpyxqjOLARmWqkLYZug1xaKeYVmZpOWYEbiM3v3YKhVVtYeZKVetoKIirxS3sTaJy7YRcEeHqqIvlUvYw2mY+eyCPlJENDqp8G1EVpPGuQ9u5lFw7qowEg6sI30AjzQxKUJldCoRcYqjAnbjWI2yc3qJYU5BN1Q7JvLHTrI5QIiCJ8KDVL2DO3gsYjN6LVHs1pumgmJIGTOZ0DXCCBwKdez5q8MW+44r8XGx9QuJg1coutSn8y309oK9tL3mQZpytLhbRsqBtbzLYYhqi4m2KCsm+wL7B1Y4vqjlcPomFpkzmJjbuyPS7MgCVzmiQZhgmmQoJWCpsYXfiJiG6FH6BEU5pC7Fj7GxNsBVxXll3P6iW4dpBwaacKRPaeEisjxLKprteO+2AmpjidH/udpijkAZonYVaLZQPs9Emo0SoCxHFKI4wkcLSm1NpGdRR45I7cDEVw07NFAFO8CBQF+QeHdABDs+BX6C5Qs6JReZHTUda1/W0yoIfJ9g+WOb52s+uxEfQ7MZ7qe0hKfUFsk5kt+nEcEJoeywr7sR7COXarFOrKb0U+QwkNVMDN7ZsGsCZWqgtKRK5mOziKKl1eFLfXJHtWse1kUCqIFd4R9FZIc7dDky7mwJSkz5Fh+Q5Dkc7tGdMoNk8DaZ1skW0gvmptcgQnPuyo8BzBZhee9VVSq80hxEsHi2sEQ6PK0gtLx0FaOtUNVlbE0zwVIADPHYhdnzH7SmYAFcHHf7lnm+e78p6rxiJcpmLbaG5CleAipadJH4oVI4dpcqKVQKHFi6qbIMSalt33hlUtCGSiaBKmhQUhzJkuERis3Qv6dSxizh88S5t3F2GF0Lim1R3n6YiwmkoHC2sYepAIsMS7MvI4UK4S4D7clsLGiiRIBBrkzE0LKKzkEDdm9hc1UeEFojsHskZlCgtkHpo5V3tra3nnaM8ZDQyu8AFN0iT3F4xSWACpWupkB7lzacIcIKnCPhbR/k9Yr34veFJfS7+kcsFcu/jHMDKzjr3Ym7RBHs7knG70YXiA2wCRjqFHBfYN+/4K/HCHvOMNWHdLpLAV87F0E+X1e+M4CYEzFFtVYOtJ7Ew8t7c5YjP1pJqAR+FWLK3JEVPfRUL7YyooUw7VwsNzjQ/dkhNkNwMmkYvJtkVbuO95WL05AgPl+vKt3nSaE5RokYc3YuR5cJl2tRnmHLIvVhiBSbZ2+HCO2cahwtyK5pifgrVTupMd4EneJpAp7fydI7/AqP1GZqc4LHMiCv6O/6NAQsbw9KOseogKyvKug+p5TaIhCNVSGshIUI3KyLtAUwKWVmdbtqdCU0Lk2ReMuhytqq1oUGPKWJ9NnuB5RonSUH1bhv7bHVJraOlpBBLrko095XAEKozT4JVocwIdYACoqVTV5YL8Qy4Dc0ESlVjRiX4xBCtS2CcN9yYBXfSyEmhio9RZUMyP/TlPvBQ3v0Rmwuqp4hGEmdBliTmCHSbyGQoKeeT9DCoMKeSKQKc4OkBvBuOrn7vpsXZPaGBeHCmFa/dP//ih2Be0FrJMa62sbrFVZbMQmdX3u3F5qADqnLvBzdDix02OcJjT9052bCoIiFViCdKih0i171W2YAlWhoqIdA9oNjAaCzt7Wqyw5tuKDASjqFaSduSRNeqShoRqbZXEWQwqvJAqaGdvQlHjcxMQZR6d0PxkVnPpp2TdmizHu4sNZkVvJJyS2FuyUFNTQHeqGMs7VIi8fhVa0mG7mgFFgxaZath2WpnlYTX0ppggicN8nf+Ph7uAPuCXwfjOv3Vsj/n3/Oec7xis2A9Z1UH8YqvgzjCy566IOIgyz40AlxNSxNda74SnhaUSWR4FUq6HvbaqbVCSFAhkhIcjvoioQdxWBwWnmZNRae0qr4RZ8VcW5nZWvmccsIeVCgS0oxkT/9ClSSWM5O3Nl5285ktY48Ua1a7lfKAUjYaNraQAEbgSREkzZADnoMalKeDXQzJQ9We3qKImOGEvQSFB6p1SGeZrdYIxhKjRoiYIsAJnh6wC1SCq7MTXAkAueGL4yPhRBjnw7KOCYx2JYaW2yxiPkBjMK9Lw8buqkKxMzXGuqALdaYCFFulfAhl6qk2X1iMDvTUOJfx+U5mWSUcXb/GllPyPOUiacpoUWKEpQHkQlzRaW5EgUBZmGeqAspIIwkyPqpujDuD0MZXRXJ9AqkGL5qPpCrbsXkK4uOgueRiKemyMzOopg86mrtCQx74S0wuhg481YjmFlAlpf6owPyRZq+1NcEETxj6bz8EzfENy9Ovg1NmY5AH5N0nWdaYSV/OtcRlPvIbscy2sTeKoO5K2tAoJgsCS0wlxlXmVfaY8M7eRz1CoTK9h1VCY6YiqBgzVH3wYjRQY6aIqYayz9Q7rdsySq0LqlhiaAR8kFwMX0GGBimMhar7Rh8aFGsvC6ICCS2koa+iZSYsyZhVytDghSWDM4P5YAPiuqItrNKv1XkSIhKSJRvNBCKWvOgquBt2MSGLQtprr/omHDZ92UATrwdi2d6nCHCCpwMWR/J/vKeNF7yYkp+DGE4Wx6axvhUAHrQf/zYT8lrGAEbFfnA6GMswOw2pwU7ITBWWzEioIbWi7amdWJlqr4VV2eDMm3JYsDlyEqggjWCDj50WEQGRVd6t3EMON+l8bOLLmCBXtUO9YHk6ThuJwPehzRhyYT78CF7diO317Xav1aiagIZVU9kqzGmk9Gn+HFrqtHl05kKVVClXB3xqqWgbnXhwQGapqi26CrRTnauhtrnpZfXkBiG1TBDpbuj1NcEETxj4/7Ee+DW/V6tT4V4Qfvp7dORnAIVyBRDn1r/3yxIGg8k+ypNRav6FzJZGqRmujqQ+8HqIbHaaLrE2H5FHvc3W3SdIhBUmN0xWTWlIQfTS3FrA5xpXqQBuYqgtD7SOvffWHsxQ6whRSqAUE4Y+MLuKvUhg1WBIGwZYcw2rNDM9OKiFtkYk2XXQqshJQ9bOHFVBR+lNYdQJXRplPvMJSxHPatEdx3vOaeucma5ZhydUoZBpS41baZsiwAmeCsD3+U/YUhzOfuftSWg7yCP+C8KvOOUpwFrizgq3GZRpUW5U9iI4HgIai5llFdm49GZ3EuvDcswjiCFVGwOCxAx/ZLqiNQmvjuo8skxFT3seCkW2UatT1VTk5tR7NtWjALqqS0rFw5EAUFgFc6lI4gJP47jc6HEePdHBWKqW+ugneU3zJM6VZgtWe8bFbnq8orM46ZqpxpIhtFFAKom4udB1qJGYzEAZcEH1du0ITbHzcCBAmpdKbfBuhS8MlsU1wQRPFPx4H5HfSd4GGOB184UKdBJ8pFoZE+9vZiljGFrXLO2YgbAWS5gDHzZYReXKBoKRQn3/1GgxFbjUDSmS3S2YueP+iC0ceaAMnO1QinLKbdcRwXk5zX1GiTjYvLWGFb2x21XR0GnANZQbrVqneNAHU61QX+UoUhcLKIG5kJRSIyWzxqUiNcxv66hmgGqnoSZLwNlpSpBkiqcQQt8MJmePPM8Kivsj5vB09VkW4sYITjENvJcggUoo7bK5i67CFAFO8BSA3Bwr0UFeIyj447LgAHnBvh//u3Yzdza9kPtir2VdeFvkQjBz56IZcR3xjXnNU5fLbLeQIgLTI5CI/ahBaDoMFk3/oNQGLCc6+fw58mqvxKmDnEIRTDfkTpw1F9gS8WkUGH66jQeyR2lby0BaUiZflYWDuAC5tzQ0vO1VocR6KveMQFQJjZL2Abh+7AJVJhtRggkYiRpZRz4i75lAZRWuU1Hz7oTMOqR65FNbohr7ykbzZIdbsiVdIqdfgkzwFIBiO+5x6KjT3YoIx6DA8IQQkRDwmh+EyUIui/HSjhvAcEwpt+CkbySuFH8n2jqrWRmU03SSmmKkGn5iESW9KiLcd67yFVgQrELEI5XwiRHhxtaEUUS0KbSJI24OuV75UmmBmYsNMGu2m6mT3JoEqYpehVGnI1lT3sVggXC0Mo2GydGIqrtGCXRh2v3DEVOEmKI9TXSILx9HcYfXSKtlktS0vkNcxVQ6TTeeQ76kAJFqt7dLTybkA4EXYaE7mSLACZ44yNP54p8ivAD/jUOWEsCN4QWvRWXREv0J8XIGvOJbEY7yLED4BN3OvGHM0HNkG7h8CzRX0mRowmU9cX0q22G5BuhhBXZJ3ivpg7YJYeBqbQQqGk94Y9R22VhIdXhvOSijg9G3mFWwLWsfWLKbVGmfBBcbTd6rz02vRedxTgJWJUYw9Bj/1iqdC+n10lUUkkYxmJtxpJkSxsTRGVujTFLx4bdEb11WvYCmplXP5gahnllqVD6PVKCkPy3htcAmmOBJwTGX9kBqMZ6MbnssgV+CtdBZ4blrWfUOaVj3tdqDscIhtBBKB3SQm8NrQVt+AJuvl4UFsGXJdgqtGIrgQWUo5XxgaVUk2WOZYQMZqeUmiVoo+Le1ERqjB6i0oZZSBHPKCAFNoAl8EJtg7fa1wjxAY9ZbO0mu3qGJCe6zGvesBZmVaf6EeKIHPgPFPiehVlfaXcwd5wYmqb/mVSsVmNI27R63a2pGPd2ZJIgMXFgmPwRaUksxecWLDJg8YkqCp7ZNtcXX2noqYOcXV2MD8/9RyNeE+fZeYfcLu5uHhX0zeBhyrmw+ma+le/f7oKO775GIrf0J0uyovwGmnQ8bjvIQ4Hz+P+fndubn8A5thdfyLtxGkdXtpd5MWIeZfFWtbYMYOMpGs0FqWLPD0ECqxnFhzNZISupUdcLLFn0NsfkIWttzK1dCZtQkYiggVLadoUii1lAltjBt9pRUaivEmA5UaxOAKlEOQqumUMwk2swTUttgM6bM1YKMgz0cdYSRwbC7ieg13CWP5wkR9JqS1JMaYRIyHXwSRcoHwZHW1Hu6W95Cxuq8Pow0VAOLfwKmdvL+a6+99ub7O1UcwfHVi+eMHL158T4U29k8X9gpaA7weHs/yL3gYPtMWQ8Ea+Tctw4Nvtq8VpjgeP/urc9vCi4wGQCdB7vvb4BBvaV+18L8i4/XjefMEd5bIpAv4Qr77AoLRhGgaPz6zU/ByKJuOjqJRZOysJtxGWJ22sqIeoUAzE4jOz+1SJCVUgteUmBXD67UprIt3LmqUiOG1p8JNrSgLSeBjD7VTGWLtyRYlEPGC7dmHRlCQPMDFLXZoXvsjWbPUkygNnz1Y7z26qTK8UWmLCEFQltpVF3jSGWj6/Awamijbk1VWqMcpSUlhEqSMYhMkNT114uIlkyiGWVS+reMMxrXeJsUHe2p9Na2KoTXAnuMsHj/omHp+92w8x//7xCPrl5duv+3HnaeOyseWWxfacgPgtwLzpb1YAHZkpy0vG8dGpwfd3gXxQTz/c1dNfh98e1uyhMVtlUs94JBvaV+18LOBxJ9ejymrJume0u0x9MR97fC3SJBXKSWvxJs4WjOk4Bawdq1qpOWOfs735uqtc5BvMd79Cp4C/EpMOWUSCSPC4AWngYShRGGhxJ5oZTMG9xFlYMqi7GmotR00ajFOKE6nQHX5FwYZDbzBaufeJCY2KqoCWsAHK+IWEH0swowmQqLkPhLt3XSkboI2hwWKlWreCZlXWnvzY2Sjukm+Lpqr61K2rjkgntKXhwZqFmDeAJTZchtloxPmR9DgqGGrkaMutgtx0mG7YpaYo8T3r/40sa5Ny+eNuz51Qr8jv6zQsG7wrlbZ/qGBz4Fvrmt2GY93F8YU7Ak54FaDvDx2G2cv36376g9/J9hvs1k7G5+1bEHDmmX+l0LjgDPgHWDvbfEAp/1hncU9hnl0RfVLeo/MM/lffhezc6NCbqlhBJiITp2hktcjeSjnWG68RD7xbLThWu1O5E9Vd5RG2lrwV5Wqt3GmD25EgcjQuUuVO2wJq4p1d4skTK3c9tlyyForepsowSIOyu9Eave0NOE9ExSpPgw8/poCksKFSVGhy9XxsNR0oazSS0Q71VlFah0i6YrzI2bDNGucKkqBCn5UoC/RWDM/BS4TO+83dm8VgtytR24m4rKxNW+lSi5gjassccM7198dWPjj6+9t/Gri+9dfO39440P39Q5saz25tWrv3rt4i+OiAAVEXx1UYXjjfn77//TxdfefOcXYnrnZOOFi2+WcxyCo8s65/NZWCEnX/4d+KHOBvc2drZfEFXuYL7NuWF5jOJ8dXtXyOHGzheHG5e3ZHHzfsp5IRw+x4wzmW/fEO7Qqpp3iq+O7ahHnPK4ZXRY6a/7puIcqBCufzFyG/uDK28iNs9vV3yn7p0LdjZfJtu/vpAWQt7K5bqRgmnVhSD3yuZuqdf7/VHYFVrWVJWKwAmid55jTjcvaDL3qTsfSpumK8qs3KmRrAXXy6W1E+Ex+Oe/ZpDT4w7I4ng+P5c3YbGqWelayFrFSmNHMoGyAjiEpdAPaCvFliBHJtHqSXFklQ+Wo3KLM7WLkv6FY+yYFBzRywxqHaodJrUuIUiJpZBQYSzttO8kCKy9qo2RQM3DkFVgT33ruRGE2VtBp5uAlPE9aE+edtUWf/YqCWuzrbRNdMvGjZz0mhSNKrGIOEltKVX3KFd0b7W32qqzmnw6fL7efXOpjypUFUsmfRhVtZuZWmzGqBXG+nrMgAN0BPgLnQi/9uHG4WuvKX/tF0SAUN5cbPzt1fnGv6UAv+pzvHm88cLfdgfYoq3LBBp/lpV2RBHgBdvv1p6CMhnknmq+lKU399Y4D6j86eZ8Lsc1335BBveHr8KxuDHfmOMcDocwZgvT3tqaDx0V5djX/uabh45KV1pKh+X+9jbrAmjro6hzuRGaDx1qjC3EG4noYd/opsRNx31iOpcI8PzmZ5S7yvL+tOqKW4cfMBuo1/tFCZLzrY8+DcCORavBfFuu7atNnXq7ASIy2Gq/c3okZwKX9frJ7/KTz+yiHCv8k9cTRvDHpcDEavZ1WsSYANDLXuA5+p4IEKRTbFgEgc7K1oK2MjI7zSjWZJIMyAbtAofpbKWHsjK7Yism76pJvXcPwX4BnpTCjHJuUlXJK1kqhNJwuwQXm1SSzuo5Mpf6T52OTGRSNwkUShzmVo1iQeZPEwrtw3C/wj22dMtkhJeSqiCE1wQl/uRavSmenswRmnKY6rZVGhgjyd2aA2WgiVoQBVpgKjm11h4jnLyPN3vtV3i291W+efHihwpJXrv4qiJAeZG/lWt88+Lihdd+dROWQx3vKTgU06vLlwZbBJiQZ1fRjAlCNrav7PzBldtXYrVyhxc2X+REzaY2aqLAqTXd/4FcAQ6jw19eX8iU21nZ/EsuLX6mqM7C1Wzmi42KttyJwsjqdqklOtBN7++FTYXAHcRpqlRcbCtyVbPBbVyWmMBI5brASRNoCuoUmJUDvDUnmJWSiQ27ytc2Qboe5s93hNQ79jDUbzrR98ezzQEa/vJ6NMoEezz6yDJmEpp7sK39lWNfhLjXNUBqCexO2sfaBmvQ2tR5gP8cWEGiUP8ZiLhZwrWmc2VJYUEclb0TBDJCCHEKy24oc/Du98inIu1MjW+gCxMwFhlKmS51MbVuQSZUvJGCksizcm5dsSFMbhLRFkGNJYVmeioKH+h1mJzrmjlt7/eBe60AB1RFyXbPdhnqrliSOa5KQYev9LnoCE3DdkVy7W1yMkDThm1AGVOVBzBeScmL+FDNrCR4IJQqO2f6mli195AYn0l9bjtHlSFkQlzjSlfdfYE+Ejgi8PuP/6HzG58Lb7x68Ves//cv/jbXAA/l765ePD4kABS8F7Y3k4zNsl0DxJ5le7cOg9wU+cu9H9zy0GSHZjt362PXVlBWTbbPO1zaufUsEeDGs6ocnXJyxrw1M7XgIypvbu8NHX0K5dytPXey88Gh5ay0lA7L/dGwwJwnDt/UNGznRyeOVAR6n6NLn59tOgaeK6vLc3uXFvMPJLPFbF3ltIqQA/C9fXZBV0/9PktTt97v5+lWMZ4pwaXn9FkNm1silou38/W+r9J8s2ZoPJK1ILE89bLk9zrQ9iQ/B85PgsHnJwu5QV8O04L2c3S1krHsWuptgQeNgxkVwthufoRuJLkhVJxXI7oaHCR2ldQbneHvGlfsNA7DQIU6Tr2oaF/2KwKSVDW6N20p/j2HCUXt6KjCSOUZmh2D2VPT5QMUUc4K2FNBUm7UPjuFGl07PJ7sdZA2Cg0KddFdGqNdNksPuWpA8rxhcYTNB/7KGXxWVkhaE8CVLJfhz4iEMwI34mvR9eagDHsh/qwQwcJ6zPD+xf8+Rl4lGKTwoSJAuUIc4JtXj0YO8OqrXBWsZICEM8RBCu02bn5w+JkRxSSLjzYP9x0COVqRiRKZYaZ1CpwmclgOl27+IRHcYlt562G+fV1eQscQxuTmsiKwt9JcMv9clHRC+0OxLbdUq7fsD1p/PUxMH88ncBI1bKO46cJm/4BK5eeiaqCCQeQlOCOI7dKBrnLqSw/wFzZ3I6ird/7WcOYrL/mc1ejTAFj7YU49FjA6sda9fWboHhEgZ7PHs/77j9N+kN+HWAm+IYXO+R2cAD8Rg/Py9gIfNldkNzTqgPd6oTdT4UBqVN/BhtwsLgwUMExSs5YuVBDqUc2O6btZtYcjllyAKA5Q5OU+Ltfr3J7DCChQRZe5AAiK/q639wuv03RD0aJRAXVFppkrjbn30GpQtUdWYsKQOYzHr9vPAo3X1SS9b7uj0O2egjhjXiChUpH6c5lxZd5bRjqmKEGCetLe9bAg+gxhaXQuRTUK1cYL7fHC+6+Vk0kE+H9dfU029A8XL756TAR4k6uDVy/+XwoMdQoM/AK2v1Vy5DCww/wPuQaYqEsxR0e43HfzFiGMnJ6pJNxouESDcROiGJUSQO3d+CoOUvAxtvx7xXGjMObPhFNqlRBOLsROtXetaIiAyF5g1NIR00p/0Fsft4+v4Yoc3CFudNHx8u8LGas8uhXrS26uSvUL8qTuogMXPruCgx5K9zefV2r1brZ+U1/g6NYq7t+JRhl3G49FOmEWvmKw6UVwzRMzGsk6mCvAO1E8J6aVH/4aaOs3AVZlrv6dm5/Ln8Fp/Wb1YwBe0lnYWd3eWfmUygJSMBTFe1WUOSPaQYm28lYcZjE/R3Bbm2tsh7B70+7+Me3m4FqFW1Jj12Dp0IVUHQmUAQlAoMMErnn6LzscOUjrOUYKzfuAGTEgZmAfOg4IdSsqUpempimhPufepgjiSKiCKxsyMiazOzfOlISVzB8RhzcNqZ7H9NExceG7PaOSKU+OFMhkaa7UbEKb+u3Tc5GEQhHyuaD6E44A7c8q1vOFPq4O/kLuTqFeHhdsZ8r4PkWA7+iM+c2yqrrgtLHxm+cUKnBD9C8xOJ7KJSTx5T6iFSIiApX9YgdosqEmPYrx/dQLm9c7DxfIzv/wuTiVwBFMO7d+UI5HpZMvVdjZvJHuL28ekhOIjluijG8+qG6ImoDWRwIqecHLuJuf9ouOs62XChN0lccObhu53HBI3IfbSZhWcIJeKFhxYdND0O6goJ4fp7msfn8Dct4VCS+tolsBbsmcEnxHa+QiIrede/uVkawBh3O+A3yUM9w8AzrAguuDnCNXWXGgCBX9AV75w15FVdqeTAxXgiW3c5Vvn3Y/gcRuxtlkJ/YS3klEwKariBxRbGwqGsjjomJkprfE7Z1heo4HBRghHB6OW3V+dEZGVC9ppEa9+035FTFptxBf96yIzSnRpDurEbCnDsQuO61zxU91TEQbqoUKZ7wWHUX88J1pKbepVH6tNDKZREeGOSTsrZgtSavrjlQoChYKA5kR2Jy02NrKaUc1X3WFy/X10TqQhcUXHqpa7LW4HiMc/eLiPwQrB7jx6q8uXuQxmPnV9+QC39P5zntyhxsUeFrQbD0CfPXqf9Zd4Jtcndrc3DqS/dajGiA8psttyY3963NHKy3o4smOzYplWhOHLDy8N9++LUPbb5Yu+NiXwiTofG/16XW1svdoPZpCj/Nbm5tXJGy+vUWDcUsHQ+P+zvWHBauPUElgu77ZHoI8f33sFErEUpRmIq4nV/5QczkCtIKtY0FTXLAfz2L1fgqZ5oeIkc9TmjsfVvH38Ajmt57PnHaFLddhppps9farI1kD6l0RXd0Anvffvw3Av8Px+EtquAFis1ObYz8Io7WupWwD99oXkDQcaFe9TSukOFritGEdIMSsCDiwKhMbC5RyJWEVPewQUrJ/WdJQRQsAH3xML6XK1ArwqgxovGlejwM60b58C9uaemJMTmvUM10HALUaCRwwgsVTpoHnmRGAe5eQIZQrillg8vjqTgwVbUvWuAfKaEuTyrSd85eTaQOD+lAXGsW1dCjtrC0z4s/YnLAEc5ulYbtWhykGVbqRF9cThtNr/9GBXeOZsE/QcyYcb61WnxD7PM1wvMV95acRuK6nE+D2H5hEgysw2zjWEnc1ThD8eH4kRrvCBoOZOO3BiBd40CIZct/XJVfLam/24shfpuwdPEaW3SQsSagDELyNW0KxhRW7D4gobBtuNCDmG6IKytzKggrXgXaIG5G02dl4YCknB+1dpFGvpANNShwpGnf28NnbqWRtqGWLU6yCcCUVY0K3BOS5NkXFpTxbXlU0XiqE0kpGwRqh3w/ppMT1KefRvxRcjY+jyLCK6HlERxN0CG21prIs4hkzVi+17wfsabDL4dMq5OLY2eBgaQkc+zzNcFrlpwRwbP7b3x7k2jALN/BWLG5/AP4hCBEjJ87itCn7O9zLXIs8uEzWgUozgbYJbz6qVRivrKGG2IvtRmIwmBHRNmaTigH1hvYKojerdFvw+DZ4rTFFa+/NdW7hHQ+QEK9DUzWpGAiSVMgTgqZHWHQCQxVLcGKSM5+7GhPQiDINMx6rAk69Cql1iTkNaqZw0kc6dda7qd2H3XCVK68S7KYC0R6CRi/q4PI59NF5Jl0G8USHFFWcMLNuzbv//enV56RaMZM1feETKkm1vr4HsPMHzs7u5v+2h3uua6H/xHiApz0CfFoV9H1dbvL6f4DxbwGCu1bwTeKggPG5TpuPK/bxuidvi9o51kGNLaGdlw28qaiM3YhyTE5ISsJjL+FJVZo3LD7MxkiPsLveSMLP7FZHe/Fgm+QGdxqy1VcxdxhAm0+vQK95IK799RPf9ks+jnDXbh1ab1VjpHkCyqOqeMyoMOwq16RytxkOHWbiWyDi3QVbIj+2+nisf4vHGKpl+fvJFQJR2YVB6PQUaDImeTwQB2qRPSwTM2YTzSH1sh6UpBuLGL6UsrgmmODxghaeY0BjdRoc4EkXIkGd6s7q4ghxIF5RbPMNmZCjBK93/ytYodq0tFnUWduJi2pvHNrrPKtqCh8SDkm1R7AUdtwGXfkqVEHvq5rhLhyC2AKFYqtlfcpUa59paG7DisJYRR+FGuLBW71PiNmrbI46krXdOthZ1AhEU4neSj/K6ARuOm0Yk3Hchpnth+Gi0oNwRZoFGg6HIA8v0qUgNI/bZG1NGY+a3SVnuPf6eIbNukSG2dS7NM29DLRVVp0Z4LEEqjIE2qI5zSyiGHR8jyLACZ4e4Mqe/wFYeJzf8DSggVceHC8Gx0j4d7I44Z4JUHEdtmTj8BHAsEJR2sKSWLFtCPvSSWQZE6lDEvM0xEYm9uDelZhIdzohwwBN9gltKWK22GKaxdzaFSdw2sczWkBrpNxF6BwSUncti7KMgA/xltkLHe8+hjGQaHM/+A4TvEvL8gxWp/kTZsvcAnHkUmmRYFR9uRiqXZskXtuUNFmqbNlSTl8cLjanXyxOUE9dkbnsFC08eo/BH4tDOyceUNjSwpq6RK0RNa0FNsEEjw98jst3r89qjwgCfTlwDIvjmYND4EjrNafGx34fTPwf690LPPblQhly2VKjpdQxTiBvyu9dgxJbNVAsppITW4nRiygMmzezTV97bzAQuGIl07KEOLs4Cygu6aAynkdtVGUBygp6l+3HILn6pyz3bGB1FgT5jVK7NRASLUDtKNhDCltq3Zt9JVoKh5mqMHtHFXOn1Hyfa+iMnHqnZqRDDz9Fk1NbDpiSmFY/raCjclET7atXNXf3orqtNTGLWaGQZNLRQoPIXHsSOgM1tcQmmOCxgW91EP4lwHNxOQCUp5udmA5oDfsmse9+6AT42jnbgNevV7MO25Ftty1uMygh5GvLnazobPIl9i8ql7yqNDhya2TloLYm254wCGLpu5nIq0F5GqN1qBYRzTCV2DCrjF/AootZeymfkAjX1y76mex/R2k2PTTq1dEqPaQ2NdDNxE6o6WL0NbOacfTy6BIgvj1dqmRPlJokYWo+OiSuAZaUEbU+slZulcHGrHwyMEsha2piEquNAqSuROkknc+yDOYJl+qRqJpaY0837OcJtzHc5XXQ3xAeneR7wn3dsj1Dv9NtB8an8FawTmaP6/knf7Sjux0Cno9p/u9oxj8Gc0eEOyAK/7SUMUAdmPbgMJwnM2rrcrjXzsgo2zAa0tBKOq6m5RHVh3qhP5VlNkqrAsBj+YKhW8fwwI1hXtFQqSnWKIwgMW2PJHREKslpHCW5O2UEPp0jbHVUm6RVnR0KnbtIz1GpRFWFM0erMKOvwKxDvRGgCkKojy9y0dTUeqZ6C3fnoYejVQ2lFCxrNAnUnSsnC+7DSrnLmlma+RA5fQMU2Zl1EqUSrYZtti2n2ARPNAKc3+e7ki/XD9jG0H9N8dBh9Fvbxwx5t8y9YL1+a+5Qm9Fva366bgUTy/knbinwZyArVwBVmZfAgFOlNcxN4Y0N3gSTQLCt+FrLLRTpazv1HIXSqjAlq5hL4OWkBDKr8oLNk9AJBiUMEqz0ytMlNtdOCbuJKlqIRajUjLiKLY+pYrEQ3GJAnCUIM8HFUIpWybD7aFLZw6FSArIqt9zqx5+Ptwbgcsbxx9VMh0djx1J6F90HdM0MLqo4yFoVtQXGUjeg9OfpHJMEeU11NHWFRqPdA62A1P7Obaphhww9kwKKblllTwi+rN8k3AM+WmPxeTHJGM745f09fpB/Gni3yn3AA8u9D7ivSO2MRxlPtw3jlub46YoAuadrh1dnwPzWd3S7t5JWvaEAkEefjzb8n5jyfn4QkCXulZ4lbgPEKFws62jxTgy3iMmMknZEh21DqJvJ0AIxVVLs0WzuDg2AwTsaEYTXJgZFO8JMgcHWH1+q3PFMuLDbMFhEdh2kheThvw4qoAok6M7SlIRewaKLU5FKby4qOnRV2Yp4y24sTK2QKg6k0qacZlHDAakI2j0c1/XUIx+XPDNWqujJwBr0SFlq5klGJ26nDpvEcKQYaJrak6Zxptjc0f/bcA1wZ/tPhY2g/xC4w8NygEtvUzkbHokDvK8IcG3su+Y3KQPj14oAH/7wAnmcDzjJq/AplrMDXMf9DpcU+HE6DAmfuDh3jguAWrnxfX01V+6jnZKy9IOyU4cppUBFFZSJjj2Ei+doMTGfFIJhSAGbk8vssFGFUXHAYa8Dhxlc5b3auIH2qlAKlICgpQjl4iX1Vm9+OWC0IbUq7fV8dNIQLaXCqOyiqGQSF+pqcx1b7QKXPNPeUywmZss8HqshtRzWPtXOHCIOAlJRReMW4pLpHa8RukTaEM8tM58Z8giVKocpCB8d1eZlN2sgDbRHQlbZ44SdTeKR85sX5vzKFGxz8/ZxXbHal0IX6tpVvb2dejsbcxwVh8Kb7eEt8o3tWTccvcU95EM13d7c2qHeUqButbGnktcx+6e7eeVJcTRld5vQnXp7veVGzzDTYWncePzr4113KH+9sz16jfyog3Ru2OL99Qiqzo4QcGFF3QR21dWA8JuUy5JcTQT8TDdzTARI3bKgu4LOOUdO6WGCxEoDlFBUV+e+UYnIr3qFEKK9X2LGIzlFhYO8Fr8v6rbVngzEK3xUbpnju2CCIENawoIISgrFbkyusKEB+FQHE+SusknHkUF11olpXplSuQYxYIpioAvbrTkjQBAZadcfgU6CTt7OJbfzH23Jllgbrp1b4b1+BKHlCl72cqugGbf0NuIBqMpOEZY6VKv6MdEzJZThhsKUeowURj4ySPCUTHRHdFoXNKElNQcFin3eyj+rlA/DE1zdhJ3Ei+zxAu8WWfD2ZUcmftMIb1f5wQ0MX8b9m7x9Li8uEVuPZMYcO3+4dZyfrt2QF+HFJcObmxvFkDcVb/MGeF8Uy0tXqk+DKnkpg9+2IuI1uusc5uItgiV05wPejyfi0J2YpcZ+iZXGjSdvx2u9qhu00Rho3jrY+cNmf+OL372385w43Bl/tOGf5q2o2/XjvTetT64B+s0taQLUC2I0EVW3IuhuMJdrWr4v8ZBgprgv/RP9ZQpHvta/EIkrLBoxYjXQxvuzchUwa15reWzDwvJreiFV3SrrdJh1X9RWbRcG7gPrwVy0m44VZcdiqgJPlYxdVbEmHShG7iSV8gW2fSRZujbkxEB1hBkKCPxCkOo6Llwpi4sr2pAbd36ubr6eIxa0w0p927I3bIxWGYLVH4pUGhpvWllxFawo0EZCnWfPrA1aZaVV7JTINJKWJocDWSmvVtA7/YvDjs9NJcFsrRkPJFVT08nNnTkl9dJ6vHBu+1m/S0+GyV8WYaW8e25Xhrl3XTbtt+7xhmeluLh+uW9381znuMk7Tw7a5bo9RW7LL5+DYjD5nK+C+c0lN7cP/fq94Xe8czvLeonKl3tolM7h4N3HUVawtzX32/jQauiumGsoqms8cUZ5CXTelZoLjPMv8mJUOlj6D3e/qWG3/s1j7/qiBDReUhXVXaJAdZFwFX3qpc8jB9jf3tfq0qoLuisoAnw0X47ya/X8y9HRic9z5e2OyvHF6dV/pK+uzWO/H1ox4FFzFVnc7UpfMpMqI88TJK4s42Af7GqUQ6ZWdkFWlmVeGCJWG0TXF9gj0IIEfjgqHDFJR/MZ4N5dbnzSLJ4zbcMiJH3A7AbycG5WFTC12lZqFwlXHnBs1Q1AfWV0uKjYJgXRxt2Cr4dsZuGIgjnHBGtj0zfReE50pG35J2FOVGHh2VwYAIKvYGQ6dBSbdzpq4R/NVIwyxRFR1kz6+ePmkALmpH/ziyoKXE/mGuDl/Y3Lvv+ryMSnkgLMVD5ivrWb1xPL63Dlj5ff9RfcyZV0DrsTJwveiqXQabgo1ygGkxNEOiSSxFGfQCKlRryC0BHH5RtNWZUVeSIJlzd013wObsjy/cY+ePYJV/O6Z7ldt7QKz3UV/jh+u1+9vvmDP2YEtzmHVu0add9qk/NZn6XtvX1FmNXE4NlJBKg6+ZQVQXcFfqfxCICzWAn2KW1/DpDNVwbbm6+cpVKAIrlNsjg5WvBUzPxIazfWNfi3uqbv0jUMu3sAJWXGuQ8Y+xNJBuEKQdoaFYjL5uHKcCStCt+1JctOVSxWpWTefKPABBhaQOhdGG1bCUidEiE2ZUsulgwmd4K7ZafK3MY8GY2YLIq03UpqLza5wGDoOdSRpF2xqkh06W7MZPUyedIRtKXFMDRtuhVYhSrVh8K8dHKNzWmacnQhTKbbpMq5NLCPdZ1n23NJ6hk0KXQStHZ1huEl9phBnuJLW6likVHEsrf/rMp7+aeKcicEU8ML7szx7J58UqIZJ35n+9Zi9OZmU1oEaHKCyPYnFqM+gXbRr4gIPRw4pIcbf3TH3TiKhGXo7qtijueWxoNu81v1lmVFcW7p5NoHLy/11sF/4MGQt+T89ngZIALWqJvJUdthlrY2D/0nb25CbirOT5Fl6lYEPQnQF67/6M33OOoc25lObSsKVDm+r6oLRKPimDfElAF6QcdY5MDKgWiv62TGK13BUmyZbWKwvfIEqZThSG6ZZ99dxH8ZyjWI2cGojU2UsjIEt3CwNdYOAqgCX2gvAF5mrzKDLNZiJ2ntTCuV+16c2XvVKFOCZt3dx78aTz7MRPiht4mBoN16xfEDKK6wzCLNkgEYz+Y+M69UAHAHL0paJIN7IICkcQNGwC69mNoRHwU+MRNIo21QhtHiVtiFKanl9Xhhf9N/dsady4Qphgu8SXPnDxXBJDTi0tXwiuPPzLHtkMrxlBJb9f44AuyUKomce8b+71wFUAcO+Tqkp64IQttZLSBllZ7ffMdCK4R7eeiu3oXcJEjjFuZB3PYpNX0MVCUHzambWnDkv3CTgIxATlCwfUXK92hIMOgnzgP3IoTosbrc2P6jMxcX/hPLvBd7NNdPCDRl/crfyim2/xwYaGOt6fUv4HCNOv/l8uHieOYHAVnCCvLqUTicSN9qgYO0tJABK4bKGtXX2+KIurHEmgaGRBuwKcUGYSo7tFsQH7amBmakWQpYdrwAtDLfFArCW/JddHXII4q7NQHPH8QZMZ15qly4s8JJIl6Yp698lw7GEr9R7EOr4shW6nlI9iQjkdXEWYdqQUW/qDlKHJhn2kLSXgM0XliFnEVSZkn+QKS5FDef27i/fHTd+4WIADeI4llljxnaW+aJTvw29ryE/QYRTL9Gb4Sn2Bw1BQaOHk8RA/md7f1Pcj8L5SAlk+uqH9Iuq+y7FulTUEFYVwSukVa7vtC4u/mCu3G4SIvRf/Luw7y32zUeYj3/Nwby/nLz44FKkg4U3pqtgLsasPcxifeLPfFeOBnULf1UyQvq+ywRPea6ZP5ZpBg9x/y7B3WjUT0ZONpY8IZnhXInysZuPT+IE7TfhzRPSNoYlXNpkjvBcTtt12pmMefZNlMMrmnRA8YD1lqOssptEbYUoZWlCAgRQ2zKVpUedcRTxnvosMUhqTgpu9OUneVwqiqEpasYp/mQUvym9CSyOqGOFdSJNdBetIbb9gevh65GyOnVpbq6ADLsUBoVNTxcAc3qpnHVOyW+ZNpV8E6b1l2EJUnJ1zdTDqPAIXWjc+D+JGC4EeyEKvPnQ/bA/akn9M4CiOekDJhdsmppPV44wTIFvublK1MyzDLNHWgGv6ZdeQtsBANH4ikSte8voM+f+oaSMMilSy8lztr5IO+tH/UJtYKwRtzhFHrgmEXZCK14Do1EaP8h7PfM73SNXS2pyJAohaybV+rPhJfUdjw7DE4e64poeK909scIyAM6Xd3ox9Mv8n/DLHkuf38dCS343fng+uKEqNL/XbfvfyoeC3rskNu9DvX6EzAFnO4XWuBiY+I9MNwE4cUJ/lWc1m620WJeQlJnAmlHdLiq2uIzXaq4RLsMxfc/mtuSDc/iV13O9b9uirGokqVs7EBVZaujjIswxVJIektzuDa84QuzN3OkbtiVSIjUpkfLLGp2jH5o3XfTAXqA1LVJNRWqqh9clICM2LebGrHrJsztPGFVL750ExbyeKIquFI7c47LKl2cUO6MAn086d06Fpcy7+ZShQRElPPGVmio5P7ofHGBOrErzfqa4GmGFhx96wFvRvTHifCS+0s4yK/eZr3Cg166Dqga3gl9pGXrVe1lXlm3qtMVZGPrcdE2OjYurKUy5IcPa3EptiMQ2aZktzniFVEorZWYiguxSYbU+ZJXT+nSTsz6VdvWgX0JiEFMKEHRJCvSkKJ06KiQvusw3YoVKUnA1SW2BYAiiOKR1GE1arieFX1fRLCns4R4jo3lQqOEmoUxOm9ZjamYIPaEqNJYTQN09ztOQndLeiADU1IfqJUze4k3BHsyEeAE30eYbxzZn8mz4eTama6g3NyRr/c1gKeWp5+LOfFDgP49HIu3nTDZ85UdBOILKZbHqFLLx+mQ2aLBybAapa6iBBcsQ6V//0u9uYYdBqhOBbg40XQo3JEg6aMatVQKPZwp1BjsRdyBa5SIXa2prAMpoEUJzZj5w+xOlHun1iVl0afJt/eVmo3Xegpxqdywm+mkWEnmNlTaZXqKQzt4UkN8F+X6gkpVR904Ultf/tAqifOq3e2qPCKjL0Mwgye5cTcO6sCUqZY9nySTkhU2wQSPHPBoPMrM6S9OrcPwLawYsK/Ik3Y3uIDrh4SAssNr7edeBhu08Vh5gQ2OIw4l747GqigWVzKaYRBYR1opKTcU6eUTbDSQqQ+BWoSaqSotT1CuwZzi7SXamJ2SCt5doC2dYPeRVm9IhhBOCu4dUE/aPbKBHiWQYKr31BpDTKNZKPQALQeSfVDR2lYwIohb5Ro7DPUh9LAxZPPWTNF9uDPbgw7KwpijfxgpkAj3N4pK2d3YbJLLNAqvMbY5c8t02T4iAUyqrdU1wQSPGOTZtLe/ORp8mzziAO1RGAHMhYKI61gOUqdmSljFNouYGKtaq71WOdevRHdNoApkbkVahUhwYyVU2he5A2PFjiFV0WdXlJq5OaGFcdsVNCgUWvCHVJWtGn2JEylhdg15Gtl0U0FiujMJTZGgsLGXohFA9TAtJtQTkV2Ou0gH1tcRkYdjvcIUrHU2EpK9VdSAQzKtFYx3mpFGZg5ajftVlrL35D6Yu1Zy2XWVZGNOpHdqxc28U0juq5maIhgYHYP1J2LmJ/w2mAm+R5CldqSTWCMNyiECquBf31ppXCOUdqzp/BIO8JJvxt4WvF1HagiNfG4nsNsJFH9kGaCUSFuzypA4fJVOjsXtudZlBuGzl/0n0Z/R3Yv8APv6Z7Kv2eXNLZ8U72/u6+jw0zkVyLisChui2l3eFyKh3NEynJ+d/4L8+l5jpavDrc3NT39nzvnB5d9DsqtT/Wz+u8089ri/+dODpQ5/V9jmy3Pf+9q8s0ekCD/eAP75j1whuDBuqlpm48Z+nw40+PMVupnPDu9sbn75I2HcbzNcOOiTMZ8HuyDezBiNdn4omoaENAbIsOfzPzFsUT33Gi2DFVTLytWEANeUVimA7J2PxDQCvf4tpI8b5waZPg1BqlgvhhFSK2yCCR4tyIfhwXK9L7/1AJbucjjMm5WDHH03g8oFar3yr5hH/BBEX+E2G5Z/QjLsgDWdQ6UWd7lKgDHGkBIaVUmNzJbIThjRgYmDbwWgkquK9j+X9QrOq/SynZaMWbWXN58304oD3KuK2fyH9mq4oPnO5qZchoQODrCJ3bwjnrDO8SgCOTuxvri5+RZtUMUO8uebW0KvqbO9xgnsjfxTR7fU7kcSTWP4e29LDlB05H+2rZaZg6pUbwcjvHvYzxqqySiXel4tLQUBB/yuyb3LfxuVE54X1dpovyKRaZCjnBklBt4/MUG+zPrePhpQPhx/dCHXovBXEiJp6KlvzNM1wAkeE2ilHflGRpUD4y9gcdgvHs/avZIGxwvu/soIFrwO5khuMEvbKz2rnQUNBpk6pSqyxKE6EIEqO+pXzALYGVZhMVhdCw5sJ7Gn+NmiFmzjA17alyXvfLB5e1eozP7AESBMOECaX8ABoUUiwHitqIT72et1QtjkqyRyzy7EDo6w7vLB7ND+w16HoIldzVQvj6OQbaYOLzvcaR0q7LPQatSFKhr8Ke0VAdIYqfEYg66GmTT5aQI4NFDEa94RfkVJcQ+TIezAGA3RUtn5zUuf0e/5A7o4P39pm75/zqxBtQT1xmDznZN2zCMjGCjJQGDjs0JdPFpwatDI7czbQRzW1YlaK1cb5bXEJpjgkUJ783MivnZyO/7+Fa2RtSoV6HHFT+6SH77NeBP0/IgoUNTxT+FY5rIRL2afo0LRCtcCT2VlKlNVqCsU6eErmxE7yqDGEJNqJbc2kctHtNq9VZbroMbV+8RilzcvIYQI0HJfdsQmyuXN6+R4LcvV/hPeTYZOqTPIV1Hn5maVAAVW8hfElw7A1EseUnY9QRxhqCM61fQOf54O2e1VDxyVgqO5+Q+ubF6PKh5eNVWZLT2p1DS4og4GfCbnlQ4ULH7QJuP/0zEDknXsEbRu02GmRTrLV/5lUZlPdYZyrUFSkDhEO2JQ73ZffHK1hZ3cRCoheDFoJZRXpYbmWTvmZyS15CaY4FGCAjjn+cKtKHApGKTQCXg+h3xHJzwFeUzs53cmyC/G/3lte403N5U4RnjClixvEpuEgFxYcz9CYgvYRWICyNhQOxkmkTSblS3GQixtR6GOJIFj2dBxMz3Qs7NRQ0dViK0oD69Fe2Evbz5/3e4ide7HQixTMZJZ5Vapm+9KDEHabbUpbXCAxz7nVBM5NBPdIfId3bkpcdZLTajPes2vSO7K5qUdWJiT0pUC8/Lh5hbaqRQNFOHpfL3w2Yu7SMpQ57NdIkC0n7/oWNDEPNViBori+d38JZxv6wgQPzOgYPK6GsIcnaWBCyQSDKTSWVJNofeEfqBQ09JTXbyGJsTk8CsVW624CSZ4hHDMOtOXbQLAugC4dPkP2uAQT7hXcszvg/M2aCEnig9NnYl0zDpmKXuPjxLGIseWVUshthTcHi5FEpq46LSsRYWYhnkohG6r8kX2KpMr7tvaVesZsaCbOICqQG8ue4aok0Wu85n/eYty2OY7M5c3936ngvptdeKTfxJBblAycYAOnKIEmdqcx8X43dDUy4dtEXoe/CRuGC0+M/vvLFSYI0BhOQWWX7QXuw5/jxKtYnR1+WD+Q/ckqoM0ZXiahsMtqYSPjEQePJPhabmz64/DPCJZh4r6DhNj7n5hP6haD1e6XpnpG+MEdqjl/uLMzLe0s+UDr119BbEKam4d+ZREd8AeVPLyGZqPbIoAJ7gnDP9P+Q0gIvx9uxT4FRAgjhwiJUV9UOf9fomo/gthzoJZ4FnXtfDjpIjXTMJaWe5KIBQfFBksRuIdOt5IuEpmAiC0An2AV4NYlcvccfjBZ/NZxU2KiohmFMz5+pcjQCEV7HDq2yDXAAnILrz4geO9qlN81m4i2Ovh4F5KiCQFrSNtttWGgkTaAV5/YVvRnK/piTEdSmnOdQUvq1W7XSGhI/7LOR8WvIzo0pU75wj6cvNDBW3SLhpEZeOedk1+7i3TJDdqfBO4Yf6Easfd7DzHhNRsaNhxgKEaZcLwfHns0USPOGlo1JsUbZSKoA8LJxys6rjOS55mBqpSq4OMRhpKra0JJjgL6rrdN4BIIH7Dm9mj9b+FM6x6WPHLzXG7t3lLHp4+3pgdKfirU+AYVl3t05LOYlfRmFd3EV0dpOUWUHGjC44JIGAXFh3c0mPy1KuKIr3MDp+3+Tvwo9ahoCJABNTFLl/C85MyiqgaOKzi+RVx+kpcc4DcEfEZKqGausfBtfjSWi0UsaWNy6o/4URUp6ub54kAGYJ8TG4tlyQcTvk5O53fiV9KnXfPAw/z2EbCCH+0+fxBokprgGQJKm1g6B28pYIm43bQ2exlMJ+vx8XAynxsCnMPuYBqMfubz8nFmu0ndoUG2ugjLjzlJB3xZ5MtEMxfVqDcyZIMpXyGuVpCnSW0zI841fqaYIJHB+2Xv36yL3c6mmMLUBqWok+H8+9vw7OAYvF+Itp8EQfVlnPOVfEZXv+kGJCJlCk4THA1OY+WpRrDEIWmsAEqi1LgVrE3xLoLy5ORybFsHTjwo9bhTS7nrUaAYlYFkhy2uT+HbNxJxZMpjTqKAHfqQppZFXPZsSkwUkobTnoJG+MgFYeprYKx56kSWT7mgvK6Bggb90M2X9r5IEJ97xbFh+7FDmfTFSlyWAoQLVvaOLZkygu3fDpwDqiRJwM802KygZmXaLx2ekAMF0a5PhCvLS5PGMryOdFKm2/Yc6RoRiNmiRaoxa4tVSEzn2nTgDp/fHyU9akrreU1wQSPCuZ5m8PixFGfPd9y/LcaAOLl/KuPdtPYbXiExpcFuQrIGtdKZqVnIWMFZMa92CHgGX2CC3steYEqIKSNiX72zwSYVJCVYC1EDq1VsbYmpPIsL+QmiJqo4Bu6rnUEKKJs3BGgr/MB8loqzoiCAjqFrLvAaHll8zlLIugyazxp+uS/tgyEUeUAdUorlLuoiQsTxgk5jybKtcsj7ZAgNJf9it8Fc9G5dQV1jBaQLDSoqUtgG6Ezh6NuzvgcTmosqSkNOZ81D3/8pUxinxVBHRX1dgQosWS+WijgBNnzSFIvmrlQEn+0IhTdX0xVDTDP/gydqARQZX1dOUWAEzx6qEXW7gQLOhIgzBvqjrSSue54PFx7lB/MT4FnOp0WQ/yXDi/rvrrt7UjwPTEC2Fzp1W5bwpxEJQowjpHBblEcoqVxUl8Ww4YqbBBPu7D+6vbmh8R2buG4Tbbvk7p276JFgPJW4lIjey1J6NcE9/Fk1FmH3LCVf9opVvmtC/S6c2V0HTE+kXpHdMK35dCsGx3itqXJ1o79w82DkVDJ873bj3iejyCOu8BSkM7d1A5/3BMBnR3bwY/mJ8bhv+LGlh+n5clwXcOYLhcZoD1inKn9LpcxRfUdcrdODaiFFt4ziPqwUu/Msvks/KHyIVLBB+qOXQo3BIBBpoEK1AuZIsAJHjXUCw7yZyD4uZX4z9X+ETArNZVzbcvXHmmoqvkGzwRic6xqFrlXN9aBjQZ3nnOdEBLXsfqz8k1OakMgpwincF88iqmo2pFcuHVgYaC/46kTmfAO8Yyc2M51osH5LmeaBztyNjoRlQwHZDRpoaHDOjX1/dS669uiQ0EcqCKly/UcIK7t/Hz+4nU5p6GNnax/KVJxmM8xGYs6vOAp+VHd4RXNESBC5ZQdGBY/jYuFwVpXF+tub/UUDXaex10J/50iuevidGP4PRkHO5c3vzgYTYtP8e1PDw7dGWB3fvgHXwJUd+5EArQnAoy4IsUZF6mImf5hY+9gAZqEkH2CwErxB5F1ksYmIEppVtcEEzwy6C84aEHeSvxHkUdbRjebj+Qo8YEF+ZrmRyTH/CuIOFm63TdpbTc3FiLr3maAK9Nah8JhQ4gNlGeDBzszXWKxlzA4tdFAMPcgSXt+yIUlEyIFp4KX4wK27X5drV3nq/PWfj+UYMm3jt2rqs/7tgARGNcTYX2petra/bDa7ObOcOodAarplVypq8tsJhT4t8AvSXsLJTCk/udEjCMekWiaoaeng2jHM48GosWujc+pAy/3yRimhd/s4TwNRZTrLFR6EyQHztNjIkBNQPsE6ouGD1JHvsvM2P77KXG+Mz4+rwFPoesKEcmfAwXq8xHTLsKmCHCCRw3+DTCX8OTPCOr8TGDAHk7JyNfFHfLg87KfPPE7tODl9Pgoy9dLvlayMpcaojWODUBJFm+GuYSaNHYiaC7TVtV3G6TySsxi4zzwPeDru5DrVQC7fl/+/OWfpEI8kqkwh+tqOD5HXjmv5VcZt6Fi+FtVZ/3kVaDKO9zGwSF+57JcxdYel8m4ZKZmfvCPG8t2gJdMnO8ryJK1EwFaQnv2xU7vOZFwOVviV18qnfuJ+LsP+4yOaKrsYH7tej1D6J4UfuLVpQF1u5c/KLx38Na8T8ZoWl7e1kjcVXu0x98W8sKbf4c2vW+5TffkweYjNZC3A1B+rcolOFmn1QeVbzNK5fyUhiQERq8LPldotb4mmOCRAP/iZsR/gnkSB9eA1//5BPl40byio0WfLY+coluZEWk8HOPV62WuVc1Kx+PZgxAKsNK91r3mSSCKkEDCVmC7IMwQdwUYJdR4ZTYcYbhH92F2swqZzf6/Fgs2OwCnAAs8FMFDdSlIULNS7izpMbUSmDZ0ikDqhNh6KaKRq83l0VCACI3cDUcsbldQfAVunDoRPc6qZmAqMcA8iqiczboWBIfTPZiXH4XIPbsWaWlVQpM1UuupIUrb5yQG5S5kz89LFAIqA1AtAZ/3zA5HSVBZlcYtKWxJpJj2WmATTPAIYCaHVVfyjrmTsdg4GT3XPOeSoD1e94og9onttHkJfBeYK4B2dUp84c8rXaBlbmM1xSuf2jg3NhZ9Fj677SJmAdCOSoRSUA6JFLJ5nRoxK7m3FHAKMIfTjUt4bjG7ItVD8+FIT65AbRAdxWgIV+VK2riyLaGwtKam9AaQw9MS15o7JcoDNgLzF7EYiquyQVsVd28RmXo6UwnZnafcSA0R1Oy1ysot1J/1iEgGYXkXl52aO2IXVWR/NWZKlYnGOwJdUlpLa4IJHgUc8S9uAfLRX4FwMU+ZneDgFO0kdfabv0/qgBP1m7SII3sE6PVt0JKHVCXbi22iQeyhvKUrUx0JRYdj2AdSOkoX7DEeU0FSaIdpkWeAaVY/TBBuJlrAKoNXuY6ELOyubtz4dHdFA1cqRRrZwfwm1GrZkjraZpxsTEwk5W2JtxUDwVr3OUb1prYtAyllNbIPb9QQWqMMzG04XFEJY69JaZ+OZzvM4RXS8kryaTAX9Dx4T3AjxhsZcbhMGqQ+YX0W2AQTPArgSl5FgD6j7QVKsx79dWen5QibjlMRoJ+OPvGDgP0aICufe30usMwd9MXsfHGcchZ6a2DGUDAHSZBFQEcKRqJdTN5tINRiNjBbsHOHmkHcQBkiQhNYnokmcHYIvU7PVeMw04zDAYv31k/xdGpD6bRRfEdj2MzQQsDTzYtJSe4kGGfcZFVKVpyeDStimaF5xkGAyk0f09plAJgp80lUlQ4yhCoriHtqHRcLqvkDEhTv0guuG6PbITGfuLWmqaeqlAAosptkyOqaYIJHAy0CdLjX34PannXJDz3wikdU1WrkdQeDUywQK835fQgRoBxI1jwL2oXySUBMn9q+0EG6aZjgaksI3VgdJEUSS6yLLkquXWcIKpZANwgTGCzhVkrBSoK5cTB1HOLdNvdgBM/t3KJwYm7sHx9n74f9VZeQH9jqcMSoRHtqoFfe9iGpa21tPHlk0HiNOfVDJvAXUJqElNxpqT3sTiIeia6G6ANq3/yjkKDDrhb2c6VN/xhDaIXC/LkIVx3VwtF0igAneJQwuDE5r/Zt23/gO4KQeExQ/s03fUdQq5R/1OQnwnUNMEu6FrNBC71Fe17nLPxa6KG6YXhc7QQJjhaEhZESdYlKymIE1DXMSEo2JMtBJDR7SnACPdekwqIqSKkrUzRCvBmyLeHWpEghx/+SyJGZ2oFKZ9XYjFUDbmYn8wOamiWS/HrEVHIEb1vLOCSvzRN8lWbCnXqYHCpkIjiqAZ153DRzankuVNI0MkFVbq3UZVeca4zZtamWRnC7oT4St1Qqeifz+bhBxAJZWhNM8CjgxNGdMV7mZ2zk/rL6cG/HOuf1bV6BLwCe8pG8GVBSeCEgzwF2X+OFTakMQEeZVMqq8VKH7DYulROkTUQUMiTYlFldqZa4xcgLt/ujJlyAyanR7gdxTVNiT0AhjSkJQx6lVFRdQ5IoBUnBzPA4KZ6gLgTT7hPcoX7ARuhy0kSPqSFlGxWNMk5hOTT7pntUnuUUQMxiJEwhKhlKwpV4Jl1loJoqc5KbENR0bWqgnQ6qM3aR4Ep5nJin+NWhl8wUAU7w6KD9+E2OjVu+hXYoj2hw6EfGE4Dyh+1kuQBBC7k/vN+M9wFqRRNdOaHgta3cdsF6t0mkotNiA6pRphSKrU4WEXcnCdUURlqKElTpWAZo6xdR3i0SIgLIkYSVpYG7cQF7NxjTEf+hyCYnqwXRpvJOUS8YuEhc//ObAT0EkuLPVbLezFkrD0fFgD5IhppW1ubTYKXqx3SlGZQZGjHUVqovBZ8MB8ycNpmYKiAo4LwS1xnNlFWx1Q4BICWIzCnTz2pwJMvnQdvMveNwJofeaGD1QKe7wBM8Qhj++2hDXkupkwG8+toS9A89No7qvvEyI8BvgFU1U4M8aMY69+YlXtYmsvese2WkdgywsVVD89Km7yT4EQ4osZ6QzYFgxBW7m0g0/BbbWGyBEAEjpYq4+mtoJD3GH70Bq7fyH5a+wNfeKiAxxexGxWKtRy2KeR5JtnvXi96vDGbXZv8mXCxwGndVqWFof8Ms7UN1hRIPHdRDYjw62rBMUyMJKwV0uM6q+MqlgZmGSWXrgFQVituIeYK2PVs+ROWd6m4bhY4huOi0+NGLiikCnOCRAee1AK+DAVu59rf8qIv94EJf4oR79fB0g9SJ6FdC8zMRvInWb3ZWste2bci7khD7zl95QMO6aBYqRUomxEzZVTZgzeAxq+LIGVYZFzLEYtxUAwSobtcryPMIBupTdHNSa9yiORMBU3s5vWYg1ajqnFBNpQv93nCgceogfnKuPSEgFS53+jm7v+G2g8lVJ6JvvDOZEPFUfSasWJdDHQBFYOKwtVLmIFCoM09ffcrhTwv7d3QDzy6eoStpQnmYdmPqJSkUMFfo8AKbYIJHAfl6xaX54eZTAKlcXU6HFSf6pc+5KbwEiiZVcexMy7dWNzuW35a0QEWh2GRRqbC9koOmnVgKwyogJIl/kVTtNs7YDqVwhJ2CRYac9uoVp6dCyhyqhkBskwo3s34qikRqQijaQdy/oaI/18A76m+ceFedb/R2srb4Bneo/WZdUkwIJpdLXKjNUrO7OpFnA7ChegQqpKUgYyHxN0KNloFrzO7GDbK1CJAEFqs1HlqQ5MJGSLl3S+z9kDNGiQAiS0eec6LerUVhPrLzWdXymmCChw2crAInR/nNR4fEhSGUWyTkk5fklsnw33HL4DvE2h0CZnGz+lnZ3bGAlZUo0bF0axNTgDXewFhFC2UXDmzgFcWNKjNr2Y85dLiaLoP52lOjUq82cBXRagiogKASVdSiS219D7MyKQXucohOI1WoPYCYUDiSwkCSg9SzUuBLfzmnda2r3FJJvBQX/JTVZb9i6TvtmAaUYwiQVLaf89eMdreAsVq4Knlo6aBtxoNUmS24qzpyTm7PGCFgKgRWpJfw+C4XEXWZJatpkgN0lcFqdU0wwcOGuseR27ZGx4CPGy4Jzo8V/NUPgtetSRj9egQ1mSlhcWspewvKmmZJ29S8s+JBsARWe1v+vVGMt1MhGIvA1tRPoJmonQzTwV0kVKQXW784K6GzSDaGsiriJOg6OHsVqr+VxKxBDdGCHuLvHTW5plJRS5I2PyGYGrOhcmthBm8OwpwUJ1BXEL0rYQhVYofo4TDQUCCRZZgpMFirYyY7HOVoQZldm68/QnBSaOENerVbj4qkbpJvskwMWjEHKVNrametj8sYubiyviaY4GFDvc7lREtuxad1t1eP+xHR5e6vANZVF6ganxKfLLTll3DYA+vdq70MrFldLfasc+he6WZoJBBKbgJdqVvmRJdIxgJ0yIk223MT0BJUPAD8AhK6UwN5u4GzqpVXjXY7RiSrYIqvvCk3jXroqYmEVLvKmH1VHK/Jqa1WZlKeYupLcs4hgR7lWYAdtM+LKblRKEbajhAPztOm/j2QCPCAXWle89cURJ1ooGK7gy28GDnIlLShmyJxlFPPE9xgVY5Y9UAnRVGH9EmrmpbUq1Az73Lydd+2E3w34El/thXP8auOxIJjiBP0bZHFyTGP97Xv4np91mmYIQdW/w7EK9lLWgubdZ7FzprGKrLgyZrRV4PGHHt0m1DTUmCamcpqqVE3KaSfdOZ6odpVjt1VryZUyyq5Kl26WL2XqCJ7b3d9i+ysl+xuanNXxWJJ9hT80iMMzXG0rSWCHd4t1elAFOkB4EHd/A2/SbX7WBqMByoKRQO1UlPTk0kbhttzZzn7HarEX7W9JeU6XFXsITWUPY6SVp6UzEzWR7EExOFmqDRFgN9Z4E+FTt1JeIwws9PTats4Wbn7C5Rzhse//OgUvF9Te+zBEaFAcC65CQG1vrE6pW0tlwUOt4LL6PCSqqINXKlVYo9GG+I9E2wsiahsOmxUmcOyMK/YKDLtXyxMXBFaCR4hOP6q+oFNdPwiIoxCdU/wu0WlZKHUy2TMNVYqF9LANeSINLjhAMbTDNQjKFqPBBkJFWaK86SkdPkiatuld/RvuzmEqEJ6UG2WsDsBMgSTJTt3QVJDBZiv8HElMq7bNcZcEjFsLrkGTGRUCMkfI500HoGvEZrLlcqjMmPL8prguwbcdV156u4xg5cWd3UXclngeRYGcO6nWuSm17jHwJFvjQDO1EgxoENALWYt5LbVWrbFtUtAKgipPVYAq81Ke0ym4W7vhuYksVw37z0IXKp+KIOA29xUqTySkeUaECTAno6MDljp7UK3fqRYZtwJZI4wBhI6SSgahaJDHfpaIaUw5NKhjtwc9k5RR84m66Yx0CsNIJ7FTu+7IHd1G0VJzQJAyTxQTWFAHa+PIaiQ1ie5mqiQ1JSw2m0WXxuIkzCRapbcn3sWrRWUmC3MgDlETO4FNoFg9UrVtxv40diTDABzRU8zisvCgckL9lsh1uyI8HCgnYLRmbPY5Qsl5Zhbywt+CeJ17IhCe5keHmZkCq7xss9q94I3mGgm42CATy4lxAGD3Y52ogWIWJPbgVZC96Y1CWWM2lKdmkGaEgqoo7z5AZXpNSyiNykdGmMEI8usnQcS7XS4p4qT0HrkAiG6Qc1T28GlQnXNeW/Rq0EvNdQx9syBrTD3gkgLEMFi7Llo4s8o7Wjp3EUTUsD1R0JjRYYo5gmr0ZYpDa/rxKw9ZBJr1AoAo/M3jSeqWqGYOGuJTcBlqLNikW8j6MTyzNjqMYCDN3wYvs7OkJ+wkQvi2HBk2oyvg9wUCdCCv1Xnaej5iYxPy7hW97CeQVj5WAN1sTY4Xa6d2CUOQ0WyYM1QzZSUujRqRGVmgqyjuTEkKAKCSLn5gxgi/K5R4hK5aUponHKj+CiwI1N91SlDcC9ol9RcExSQRd96j0u24eQ4QVtjyWbcUi1FhWJ2HYkqXUFdyRBzIxVTF+WyvzSQmJ6jYebJhHC2rRGbp85nMcxc5whzZfnJDGjtfG2hVjrR7t51FBFCIfmADFME2IAA8Dv1dfCovN99TVLCT1yY1JhplckZ8xCzwZppCZIV6a5gfv4TJD8EOeaFWFnKFeqkoIUeY9VRSFwDQZPNr1mI22D2oCrETmfzF7/w/1Yc7PNHHgf+w/P9HYlWK57zM69ZTTKeYqkBsTFZA1DMv3kCKO62dlMLT8kX/MRm1hIhiC93MXr497Ch6pDOVkhgqdWsjbjLaZkbchWuKPES0ix06qO/HWlRh+7I0qlwOnFPlJLCIMxMKofdqRJ/UTRHikjKcbv9BkztKVoXMaGe2/anAFOw4mQA8+ZBmxNdAHgZYcSjEUVPjVfYBFytYp/gXnDmTdplYGHx7eowDqclT9fmt2jG19wgXgX/Q4i4OQnmHJiz4CziWto9cVHWYJtrpmdLiF32agtwUQd2EOvYPj+7sLkzv7w/P791cP7C/DJJ2NIqeII9F92NCkiFhlgkqxA03aRVBCkp92YOOyMK4RPJYgGzY/4RbUdgTxNW0hqpGc3qCjk2X0/Mbnrp7hNcdCInC1IU9tE1QQEFE7y3XFCjqWksaiachAlSCc1MAqFcRVKQdjhreiVht8dtgSEJWQ6lRIDe2TzT7VsgaTq3EF+gNG00vQLV1CKbYGP2ZC+afVvg/iapvlizvOa8xq+XktXp+TphK6/Db3DEU4OEgLNEgCxkVroOrfEyAKzM65rl3WyuJQmZbDxuKKp/vmEQcrD11nz31lvzbWXbF85fOLi86//hVSsMOnt8n3NLAsrObX6gJTRUSmiVypQENm4f6cEF2EdbejWPsXaYYuhksVozZLtaiWZIxQw+1IjNLi+ZkoMxfyPAEiIc8RSNnb0yD90TXuLdkZX1J9EbCmCyX/IHUwIS7/Uk3yfQU2wFwIURdbgtPd5J+HTdmTv1qF1IPYTyx2Ta1Sm1tbomqDOtCR4KMJctCOzebrzaGlqTrmJhZOOrfxJBsKhAkQjQFyp4DMZrWSvexuZ1ntRruyMhwRMrAERiT5tYk01UyIf7s8t78xe3L8xnn17Q+fCVy5hNtbXFg+Ot6J4iVgTaimRKQrWJuRsVkkZd9Eor1cLpmjwHbaDPXgC3TPbi9m6X0zegajtN2zB49y0IQ0vCnB0fErx+/gI6CiZb3sfRxYdToAF58IywPqVUKBNv0yZ0DUAEyu6vhLVvA+24vtaE0eYDLZWob3zi6n2RwwYhaLSDJmGREJCqtcommOAhAu4NT2an1v/iLXeZXDdyhQKzFfgHJKcDwwXxnxyj71XZKLLglTiK85Iv8xAxp7hGhaggq9JeRoI5KJVJCbNh2TT4E1/+0ntblD+/NZ/NrrxFTQTA+0X+yHaCpwfutE9T4Pi/wml/1Prk+PD00UKDmio+cz5S3GGtrwm+z3By9sMoXwv6hb2lUC73PVy12p0vCJoZ17dyDkwBMr8C5uHGHgF6eWeNg7CeWd+tUr7vmiuNtyTrXhbgtraIOEHt2+fnL926oAjwYL51YT5/8e8+3Nx8mYpY02yT28933bKv24Bx+fQ2cIzQEUHQ8DGtQeMd1Qyk8ZaaUfUyNIZhW4VxXdtG6LptuVnwgTIghpWqgiqlsij6SPh4/FWW7ygBH60+Yn+ineRvOO0RAAtrRruX2ATfb3gEz/9Y5Eogx90M97S66jof9VQuO04Dr8lSNT8Hni+OtYi9hIn1vI7tAoWw8qHkpAiGMhxsQIVuDyS105SK3Y90IrZ/fv4l1wBlOpcPLs9393ihQurnm2B3hTK4dXBmRcGoqdBlbhOKVEhIVcE2wGnKGFIzrheeBtmSjKCIta+Fs+gNluojf0TqaCkwApVGRGckXYQ+EqWm8zmzGkLxUrDHA+fjc5uRMGOPIwKs6zb66i44p+0mm2GH/aWbL73z39956dVXtXd44R9efeHVF174B+8f/sOHL3z4W+21HSo5ZDv8l8Ov/uUw8E/s/3T43uE/ffWediXatF957z0fwB//7Y8c3vb+7X+07Rf/Q3u299lrYx/gV+ze/lP7r7wXhX0Z3NgbErOx9y7VfSnyHhsgJbNLd+mtITCMfzr8fzAs9gE0coavWWhz8sJvP3zht5qpFwr+QbOn7dXdms9X39H8vvPSOzvaNeds2s/tnOMDYTdwgslWn97XANyXm6/6VQml7pS/bWXlBIj84GMJ5CBF4exXco/58QgezY5Ji1mLmyUd7+ZTn4ARez6v9CBmskHkTImkUkeAFzYvzPf35z/fn8+ucBv4xT1bkOsVbrhbs59OqqJKo4T4BGsEv/tGkt9Y+Ci8lZa28T4u4wKqfEYySr15Hg2paEgSTypYSJq5Ng4pV9i67b/+upCMvgq1RVifSee9J3+QrRdKUamXW66kRYDsGTgKqgEfWvH08YWs3acIYqfi6T0FdlRwQkayEksEIPaK4uFxsTPBvyZ4auEe2mVcaydiGcR4H1xPAvLoC7dE1n5IJ7hGB4mr+kPiLYGaouPFiVZw1re/4IX4294Y4MBPS1zr24u/lnosJmW3EZgiJli1XdjkGqAc4ebmzfnLl2fzK5ubxbpAYkWAuN9ho8RhKNGNo9Etv1W0yuUNBoet2owK5+cWVWfB1JMbitK8ENLNO+Ivccudpmaot8TsyXA/va3A8nylNXdgRVHatLNG4xbZXv8vx87NTuKGvb9K4ZCARqrR6YDNzV32d1UdsAujQDJEgHzKpR/qqG12NWYxWMVKCkytFTbBBA8L8HJnPN7nuPLsR//yt28n5SiXAR/IH6PzFCBLt6ylFrx2MHxdX98hV9kp3/spY1rB8KKudh6bHVKf/0a2CAo32g3jNUlFRKcS+sETm3CXXcky1vChwmW2Fu64UO+vanXe85DcumRcCmK3FMcCrZDweJbZ8C2e9FMjaazJsu/8zZ8yc6Wodk9PObOIze6JC7IkonZX+pOl2LmS8p0UNpRLyhqogukwk4ikPU46HyNM002QCR42KHxrbzFYAT8OuPbkGOBuMee4p/2jKflxXf4TJP8LVksa58KqbnGCLAAjSIE1bnuzBRlyaRAIjfa0JadJiNXY1apw5aY5XMRfcBSXSHXjuVql0nR6DL3VuXL5iLWK3XrXcx4xUjHo/M/17HYIYP6VRn93H2w0p9YEkUZlQXVmIew6Svpo08hS1RNLcBXTZqQVDeDl+nsfi//ysxOXBR4EvDr6h6JDez4xddEmaKlODWCgMmSEF5d50JSgvNXncYBiaF6dXqunamYOgZWZIsAJHgGcsax88S+3OdYDVwH4qcma72U5QcI/nQH7YrK/x/tyrqVdHiOULHoZSXFwdFtarVCqhg7WumSTy/6pJAJMAxPhkhCHFOFPJVpgmhLW/JqrnKGCe0YTH8LNVGxm9yiKWnkdvQDC61xMgFa5OwjBtOrQfWordhJ4QqW36rAaBnU0JfBo2u5prS0Zu9xxSCn/6W+qXZ/wNhfmHuUiMpkDTUkcXTaTMsMpOzXdNXGAPjgjNxq315mqAd4wNZ4OWMlqeU0wwUMC3NsZJ7lU9XdirYNjO8lT94D59Qm+c8ZZsNexbVzOA/eDBYnYvVJdBa/Fb9ROTTwwauWnDaZQcQIotSKSp2FR8FNu6giwx3mutSjQiKAqERTFytjtWamIIHiNCBDhsih0REVSl6qyMfAO5VZSziv1+EUHDeBEPNWu7WpXh25Bwp2V+i0xNejmRvFixs3Locpe9l70YCQRlQNp6Pz3r7iSMnnUoqA6kaVuhmiSd8rGCOPSS1r3kpOemlfJpkfTCMhxe38W2fsgW5M+K/BPEeAEDx3ywPMY6rIftz/md7kGiKtb6BT69M/taKK1SvSoAPBc1rAdjpEs5jJWE4I4NZuxbuo2w3gv7eYWbufYmFJjZwrg13LLERx2GC3ABXhlW9UxdNW6VKRkSiO/2htpNcGyc+mr5BfdUMJI8zLTVoyPsfBxIxxNOsyupN01EdrotI5HMrmcUUbZwCTv2bqcxJKtgn3+xt8r9ZdOo2UaK4Wkg274UjAvJAhtOsIm1VsbK9WaeHLYfVXC/CQZqVq4EQJCKBYRpRQl5DI89ZD1NcEEDwnWfaUe1zVBXhLY3N86PtHyr5jLQCvyo8UJr873C6FrjbOEbf2xA69vakTxwk/ARkKFGWJGNFBGhXdRKqGR0SrZh4DMDmxt4NSaBjXWKyBzO5A0IZMuKCyoNk7hMRlLTDOVoQrEUVJpjMDoFNEJkrQT/AXTTo0AxqK5oyEXlvsQCiODUGH1S7L3bP2MVjql78Fx9t/spckoy1Cv/c2/ZrZdCqJ+wlOlIicvnQeKh2w8ZdckDa2ndVVCmGvdCaBhOSAWQYMUko+JamZjmBmvsAkmeFjAS3XOCvG02hTiVe1qlAgc4SnbRcLli4VVlacA2YbFLrAJYM6xuZTKnzQPY+cXEqDmqRAFz5Qz55zBQhoyY/Qma4vl2LbK+wLGyqiotbXFiltSbjT+EpXiVtJKxSGgqgpLM2q8OxPL19avAFKB6kiMPqlh+DC3UdPAda0dCEINrdJVqbdQdkE8Zu4t9/+0rIpQTWGb/exnHpUnKBUZJoOm1KbYhyk5lEQfF/zpeYdW3ZE0xGGgPhK38aRZsAZME8rezWwe1DGfP66UpwhwgocLpy7gDeDfedwlAFS1LwAWS/4ybvCU/BZ4xkt7fBeEpU18h53n257lnVXPhSDqzSbTsw1RQUHLnmaqs0EoC19LTA431WE3XdYmWoSHVSCLAqeRsV4hbCkKaQzpEJlFt/S0rMaqqCGqK+vqXYn9kKFRkmYH7Ihb0T0NKheLct88tr/wBFLTqpWPnqHpef4rJGhlVLW80dTjr//aBQ8rnscdhTtY7f7MomUpAbkHuByVMgLPdETluiNM7TGYSvi0knni08qaWB8fZgwu5lpcE0zwUEDfqGd9qfJ0n47yZ+XdVvyliv13II3V1wQVN/r6IGHhTB5Qy7dW8mDwdhU9EsN3lOczhxIXBLEPM5P6+p5NC8QcUJ0pRaykCtMpcDwJgHBTq62g5ONSut2FpMT9k0CiLm1c5VZFKfnQgrqIH2mEPFHnYkDS0Ky0NFkHzG6QPVkrQhAkIK3diiurVwI2hXe2X3bvB/MX/vByEDODqrbwRLDsP/vHWxcYrmcNFtGsIXvaeqLY8iEVtXJrBLdCvF4D1nIwHfbTRIAutF2iPQlVBm2KQKg6fQja4PUSm2CCe8L9fVfaR60HrbWT9pRf3SZZ4aXYV+Txqd+DOIaU8+NRaK9srWYv7GZbsZ2Us9CTmc3G0CIC6N3QwlKIwFGLCApFQmqprY0WcRuBwh2NYn+tQl3Ywko76NmjVJSsm8rQK+7qTrINksQer135r0FT0CElQbMBaubmp6jj/3sjK8UljYJ3gCxHtd699YIJ8/kLH/j1OIDdeA3WcqVThL/9X9/avoCGdKlOGGH6o2ha5UGRJRamKxRXg5di7qpVgbgcoiLAFDw+J94ljW6R69141JXUfPoh1sqaYIJ7wbrfZ5yC+jv0JShHxv3flUpu+S6B1mOFhoLODGlxxNVDp1rJuKbyI6TYQKKzWu8i4umoIzfBLcydtCUQsQrLisHGlmYWWNfkSPs1QEPa2MzBnSeTHLoeeMvkROhq9zoRQipCckja1SsFbRkFTtJIuhWUVJVt4TDCU3KyWQrURnCdgKahZ/cjMoVbovbZi/ZnVPKmRBB7EtqZd4xr/69vF5t2D7NQD0YU9QAVisomhqe4glShcSXIpt/iYSa4qLlZFCVKM80lM3OU+hBcaZ2YJnNNEeAE9wn34/5wYKfitvo7THzbyvet3/A3gP3c6bAPz+k8L4TxP2l6NduQWO6s+VBItNy99A3laWJAZQBU67D3StO0FVhia9MElnRFgHYvalQ+RWCKyipUC/6zwwDJ/s4EN0gjuytVLfsRnulzPS3gSmVrNGBKGYYlxiUMe4GJ8jQtaOxQzysnoqweEkQay3gCIYmb14Pt3trcvCBX+Pzm5t58vk+6u63sp4oPb1A6+JM4zqv0f/9fLrwqdJOXa3/GsXvr4y/2L4vy0xKobu1eM34G6g8hVNKMShwwhaKtqRalvGl3UC5nSBWH59qZP0Q+YEnJxwCBkhu2KfbKesKw+LerNwt9OHB+c6ewEexsni/sAeBrNbpPWKvlPQB9vrFOj3BQ670kVAd/q8utsYe+vrHI/LXciXKFgDwnzT1gWYPNJAveSzo0FjsUVejIolfa2aDAFNQNkWGJNrFqY4jZWBTF9maE1NupumlRQuTnw/FN8EIzuWVpY3L4RchDf/FObUDOKi+/YDy+YwBEknjYjMERq83cInK9UFLTcUInV1ontARRVfUQZUDcbK647+X6t5QXbz07v7DJdcAXt3d2bn2sws6Lcnsvb+7MP1XUt33hd7//6z/NdxQB7ohBkaOOne0fzK9s8YcrXSdJrs7QF4rRhgy50lbjzyYUJsDxnwqcAivPBDrxHBjtH3DViRwKc1Uz/SQiwJ1fvfbaxfeqAMyvXh3OewpeuPiLws6CHV4Iu7lXpSU4v7nmXuTO9mFhY5hv7xe2FtY3GnV9vnzJ+VBSs7m5rtUqrNVyGfiuDZTr2HnucGPnD/cj/S6AEMPdvv4ItpbhHlMFqMkZMte/BmEp3FsT+xlwnX7JD6fXvA2VH4MYsFytYyyVnJKtIu7KiVAvdmH2cSHFOEJPdcwxvsRtyl/gTVxDA0eAxoK4DxA8FHsaha4s8UZE0KtbqQ4BZoqpmiCOdolODYqDYhOp3CfAQlTlnpQXw5AB0O34KFc2BpehW0AYTLPfRHcjph4o1Htr9yPFp1++JYyYbvZzLUgVLvDXKaZ9cIEX6SgE3P3f/5djGvBeRdeo7Qcfz39+aX6w/fHBNqEiYgVOnUgJj791WVOugsgUqsKhqhA7O6YCmiNAABawlJi/Ifen6UWj2vbRUausFtnjhKsXBf856vnoPy+OSoe/wjx3/+N/pHgm2DfN13rAZ5u/GMPNW2v9xpdnWfX5TYWl6xu5693NLfVSTmGfHnf3z3CY6+H8Gi3XRIXnxiqck/z5B/fs4+7B5c2u5JppKuDle6sR2dZoqs7oYSxQLmvE5QBwfYxHUGf2M4B7I979nhi/DcFWw4qPgQghtynZhzWfxKqPGzJRWCrAy+4omWKhvkZVVDmmZMph5Yen8ZBUS6iJztymGsEeVcwKwa1sgRZZ7WEfyoa6l1qioopJJkN0rdOuXKckHzFX2S5VCF1WHQkNq710y4RZSyPh0vbi9kvaeUk2F/cU0/HORBd0TvwW8eGLty5cUIwn+PFff7h53tcAtz8Mw4c7t1TSF/k+9QH7ODRiDt0u3VXflaJXoyvXEPBdxjiMKihPo9A0Ybg6sZb/ryS1dOWeadM+3FpjjxFeuPirjY1/+KcqAUdXrw6Wcfz+xd+eFQssQeKY/R+ktATrXMsDB04Wsr5Ruv5Mcd6F/a1doec3SQU37yv2C5zfPO0P1kSFPV4DdiR/54t79nH34HJn/VfBEvhqW+HrYO0UL0d4Gt2gB9xpcfpVq/Vxn56NQKPrJFhNpdaRttgHix87su0QH2TFN9tWyiKvBJoR0aHYLmwKWFhogrKyRqlzNHM63KAvCxbdDA1FFMjQT3BLCI8t2f0FsfWqbHk+SpoZelFInePRS8yXksatLfuQU8WvPZyzw6rEenVCHa1cXCC+RppZOJhf2Z+/vOVXxR7qdDcx3W9v66RXDpBCZZ/Nt/do+/evzC/vQ3p50ye94nOk+JOSra2+oDpBo+BbC0LTo3JITupoaKX+LSCnwC7l/k19WPrC8iwzr049dk9rWCKcXmtxPUZ49eLFl4wcvfDmaxevyhaP3rx4TnGhAq6rr736vsLD194/vHjx/RHHxtVf/EpUafvqxTfreqEjo105hN8QiW3sV3hCLH79C1E4KXWMdiPI3GbP1VhxtjY6ZdV56/Yu4bsI28o3LyDGzTefVbQlmk9zmzxBRNH3/uE+IWg/OTxYjgBb3zub57fJq/fScnPuq3FOkL6fTuukukE6q94J3ogAe0POkS9YnOS2gayKqcatev5FG1Rrd6tNQNQYBhvxhqWpaj00yR7fbp/HIjcuwVHra7mP1b4+Oxr12AG/yh3gOc8CHi8UAWpZl6k4YUmz5PMt73VelT77cXXVUrKzArEfYY+BpHlklsmQEVGYyBuhBVVtB2tfob26rAN2k8MJ1cXkaR8f5gJ7XIALOrork1Xv9PM9gwUUVzDvQz5kBp83e8SNHlYOax/lBYRNaAuYBy6tFJ3QcmnnAneBFdO9PNvf3MfNUahA8ML8pVubm7f+8W/E99JL/HnUhfnsij5XrgEqbBRh83eWV6J18MF4Dk1buo6HQuhmkrVT4kbsQYz2n2eHoox5DoN3izcyfA8hWWnYs8IeJ5zIxf0CJ3b42mucDP9CEeDfzje4Dnj85kU7wIu/+O1rOMBDM5jjKuivFhsvXP3PCjN2ntOkbgm5ua3wq8VJ5wnB9j/A18im9jbni+3rIisxh6nbPxi12b6iXCxmlTPbv2E5SBLrzhe3juXpxNzkUZW4UGHfzvbR+UsI+hCyYOcPLxcGzHvff9h8UdhvnqN3GX203Nb5hPIdObTLdLF/mE6XwZ213mmw88XLboP+FXrekA96Tu6pBrIipjeu6p3nbh1lUKvtosZXaaGkR7aGNlU/7T10yX+A8aBVNvKgh1xX9TXqg/zZzpy+lnvswDuyeADGHjDXALEd2092Frcz+ypXwKY1roOYBkozgaQgckMVfeSOCUdVXmtPwBhUwSmwPRfgmiaGHAasNRJssE0jbeEjRxeRU2qNAqLBQN6T0FJbJLeuuoYMmxyefyOsOts4WzqOZnUpETWq0lXk/g6RPuwQfB5ZrUwQzGCqmXeBIrjg4G/+lKpea4Zw/JxzYKJ07xamfoQ40U6jmvBGjFpVrrSXvRMB5tJg35UI1BQdREiXQC4Xd1ZTa4E9VnhPMd57GzevXvwtEd1rr/oa4JtcB/zbi69u/OI1eZOTl+QA5xc7x5vCXr2qWiAecI7zmD8nd/IDXMr1nGzhwzYOv5hfy2nel3sbW1B2N88TMeZ6GrZPm6/ku+BwjCXiCxhft1kJkXwczc1b59tpo7gF56C+oPDl8u+lxgtq+yxkwc0P+K6706b10/StQPLvhOTiHb1Hy805l/Q25n/4uF/nc6fLcE2trsFH7/MvPvZ1STfQDIz8xd714wqKd5fF1Cnzl3ut2r3uaFAG2kFQxTX8skAhIieeX+4tu6M/7+mL4+NRD/AJpJbHd/NWKnuHgx6cxgrdu7SYVx8HlddVVvp6S/kZDtCg2E+H3J9/CdIWe3LbrBAsyJXest5dYYKXvBlMMi2VqSmPkUqbdcwn3iIRINziqxNFie/nWDQipcYUWnWR5m2MZl1KGIFdcXsNgZP84LexERFZg77Jl9mdBcCqRG0DYdqbM3FU5cqo7WFQttYNINSdVnNXYk6GYICpAfSf/WxEGnHN+L/RzXegMQfp3rNRk9hoad0+MSfekVW+MXFiR4gAM7KKdMWqsncVc/GWXTUwUAgPiYi1th4zyAW++irXAjc23pdru3p14euAC0WAIvyLyP+guO8fxhwnGydXr8YBBnY2CbYwRnyWz0Q5p/uTUhF89iXYI27B3P9I8PSWqwmf3IYawhpirJ3NQ2QNDtCIbZmWgzxB7vXKc27KV6vnC2XMYR3gqPreS8j4Wev9M1v5+c0Fl/QUFw1+rPc+AHFq7x3VfVhlhZv76Zpz9+fNykCWxQyN7fg2D+3MfSdkUe2sxmZXYxhsiQ8wVRZhjdTDINnji1KMpshdD54E5GRq87pIrY/lvq6or69UXuqxgNsxvAkwb8Sv/wWO5ZKW5VYk5XWeiiz3rHnX2kE6rqOZSeI0yBTT0GwOK9xYKbkMKb8EGTdxKslCEKuK+EsML0QzQKFP84poHvcudrqLX4BuQefaFbwGoBZQr052IoOHLYVhD0Xg8aiV2YsSJv+otylY1WZEb5SquWrVw6adaZHC2UNug/3x3+QVXRrNMpca1dgETFPNNYlbuiICS0nT3ahG0ncBaTVq1wA7KTswNPeXlWCkszcotcQeN/zx4nuvvvYmV7/fv3io+G6+8bdX5xsnRIDvv4YFvKoI8KWLxfHb3CfGPQ4QX3OAMW8d7nBKK7AP2/h4c/5scymJtm5uO3hKtSMh2ryQakeAJB+J9QaXpQAbr4M2evqqyxO0K30xXp2Gf/R7l1du2aqT1rcb9N6DKAK0FxKhO0BpHmQAFOv1yOeoyFTJ/JaafHRH557X530gS2J6Y2aA6tar9FMMvPd82mlQq85JcLC9eVCopyoiPk4Pg2SP7+YHCiol67A3b3rIgR1tKS7+6Z1+Vt2YRn3tbMPuAdUNkxHgQiWIa4D8Flgruda7NlkSe6HdYsBF1OJvpgZLIOufJK1tLMIgQI/J0s7NbTeJAMHoXai8hiUjmJroYAGQqKQ+e25M2rOEYBbLAnBwpRRgJHwNjQ8UZlqy1mJBQBScpKozXHlKj1C49sSUSvAJFbx6EMY6QEmmBvaYhuIofqfk6ei/vK5kNCWtUSlJ0p2lv4pgqRnTxtQgTGVf/LOCrklnbg/dDaqYa4BtVjmE243TXHLSYdGMIKwGru5reT1O+Det+F9d/FCnwLKaFy7+x0u+BvjmxXdUUIz3vp8RfPW1X3CSLI4PL17874oPjzYWuMcBHO7oRFTp5f3Dcls7tzgXI7bCQxgchb2lEzMCJyxdAZs0+M0PvuJq3wlhjQMnhS9cw79NG8A3aXsEGHdbsPNcrvRZNPdC/rJZcZRqMDeD4r30G53U+4HinWjpnrcVElazNXeGUaz37gKH9coYv9x7dvMdhU6XKgRTsiSmT0Ubp88+Kdj59HbPvfxWqTFMnmD7j4UcfzSaqsxOl+yG1lJh6dC89CAA/J36mu9fWrRoueVLE5u+/JW1BPoeRJBfCHgy35if9JWc3UelXvFFbi6jVjyIqu3P2M1XYAeRoltJig3EEqgW3dcAy2FFmnMsSwUqiJ3iUFIrEg3Tl+uhu9+hQ2ONF45sAoxYoWgpROKKa/1NgGYsZlzgNZpkby1aZh3Ic40QRISQqsrDZTjSo9yMDyBFVWtWSs3mVEmVv/L3IZvZs4S0+pRcAS2JwIymZwtFGNNpJlMzV4WXDytm9vw4JyVNTtDGQt9DkXL79Ut2pikL7HHCju9nXDze+C2ZH4l+8+Ku/J5wnRlv/BvkORHgxqEZxOH7xI4A/+Hqm8IARx3XNq/LMnY3rzcr2sOmuf5u5LzIPL02/4MSEGryPJva+CKYrM3BEFHQ/sgWxfBsBVmu7/IE9SBdAjnf1dhC7gub5xIKdeAhw/kfuOdicu+9a5mCeoZweVciOQ3c8V3RArddGk07aIgH2dvdfGHj/GWZZxtIxDRojX0BT7HjNfJzCuMYwNBO/ViNvd2hO4u3EMGXNVVcAs1lz8aXYbvypip789KDwVzYfGFx/vJzO+rjM/expq9zt+hLPa48g8gfhfg+yDFPAR7NF1q4WcnDcl7EnG2MmA8F4SrbgcCy5Ekqh1omb2uJUROBALHDVItcEWC1gT9V3l1lPgRbQyXuJyS3a/VGKeT0DLdqPgqQ80AgGxWRT8mJpVkKCGkcY9GDIcrjVUHDse+wQtA4ogFZ2GYvcvd270We2zNDwexPvN0FBGXmfq7P+hRAkITdv/4/NjfFqK3OcbXDFAwJB2IF9SflbquO63faUc9iLcWtlcLZEIFqzmm4xIgqcQoMwvXKeje/5Wu20rdSnrOpMoeEKatV8SQiwPeu1m3gf3jz4kU/9fzH1/5p4yY3h69e/O9EhxevHhMBiuM/xfEvi40FMeKC2t2r/1mPluVCXO7Z7g8RD0+a9MdgZFuz7evKeVpwh3uy/UEUtfHgiQATAGH/Au6MGCTgjoMZhz1NHuAGkpBo0W5tj9q9nR3WkMD1Ev4T4eq7hTk/VdG9Ny111re5Fw+nGp1sqpctUf8wOMDEU633nQ+uc5zsfOCGkDUqZXsb+3/sA4mYDtU4g/niUByLjCHtcgnPUZzV2OktyCQ+MATLhJ+q0nl3k/wFIXEqGU2RjWxxCW9xDLo33987zkegPtb25XTJ+3U44olo/hVzcWzjYWnXWs7CB3ENiz10gLpChWAH8g1KZaS2UwFpsIJZPFIJooomRIBxeVSFTmrUJ3WuxNgaQ9hpocM0Dt+3FJv0L6IAt0Gh5JUPNpQ8Ni4QUjDBlGJpDIL0mJ5DZDD0SW3nhSFOKLw8v0f6WVp7OOw85RIu1OAHHujuqYDHP/yYz372v382/9MHOEcDfc93b5nX3bPzwCCywZFVHTgfMHOkzAfU/OUQvXVXd8035r3V3uYUoOdOTlnCB3Z3VIvraYb15rAEPzh10jSAT0PXgG+BrIHTJ2BfH3wN8GvAC2f4gG8nLOa4riy1+3rG/WT5JQkAb4LhTQnHEnQyX5QVeSFrs0MDxyBHC7/iOXB7NLBujsZxbJiczAZ7tknbRlwtqvHyBS0CdIVQ9th3xADhBFzRiEgShwVyMmwdXQOGm+ydQstTvo7rtJkXLMWwmbUVUwCEh8mtTDeH8xIUsKswrWJVOzr/krfciPXFJYqiKfDk8iCgqVQLPAFCD/76/7gwn+3/xh17ooVZljGY9WXiywB4NcuqCgK64Am9i730S6rdytM2HCFxDbD4R4c/xHSV8fkDUpVlKIEuothqfX27wRf1zoIzHKCfeVmBPRnp0jWpbwi5Bvg14PLD0+HxwZm+TRHgvP2y7oxfwy1BZ2lfz3nu6UQ+kHvBuQscb5KUlcw5sFd3W/imC8hdY+OIS1KZXa1SbiaUJPahdGDVoZRwg0ZUuEFr49xdC1NjkDIwelFTJ5WF2wqjrMqhwJyC3V98oNmVg8o71OU7Hb63Ycyjpda3WUKqxAqlyDyU42EAKTZmwSwR4IECuoP9fWI3funLq1zqJTC7ty7MRCbg4+Uwz878Ppi9g+3Nz9T8v/wMZ/eTr3Zvnf9iX3wwHOgE6E7eJKMmz27ubwtRm/ZemHTsrJU9W9aNaWwV7SByVl63sbXzPkAhdT6cgUpAoJMs1lWVsTNigZfWtxw+Gj/1dgrWR3S+4bgCnI/e33sM7hfy2OADw7fR//G2ljNgMT864vYtaIvt7isS7CL1WfEmBIWB/lc47gKzeCvF1WTR2+sEG7mqWv2yKPxBYrXsbqWicvYg8BdLsdmxibhpf5VG9jl2b/Ym6ZnD7LZhc9nVwGlRRRC3pRiMicagLMCcfW9bPeeWo2fj1A8ujqYm7XAPQ8fmMJhWemSK+AXHeX7Wcfmyf9yxc+utne39+fylW+fnF/jtm38JTPbphdmcnwHzjpiXHOb9+G9eUvYivwD+gQSbweyz+Ue03tnZvnEw29nmVTIvbfs10lam1JzvvPu//cVf/b+gu1hVnrVQUJvI2bi+B0CEEgHWFcRUudrjabG9PyGGGhlJ7F+prxU2wQTfEBKmrQMtOTk+lpoTw/0EgivvhFYEOOcmyAnvhI7paiHbRki82qE3DLLLILHzlrix3YEdgN1kajgMQuBSdUkQJNxwB+Fr3M7jCG1sri+pOtzYlgfZRKFRXlzZzEIjx36Ef/7jjghpj/m2o5pw07ezMAkuWAUgZVcr8SS1ck1cq3PfuZj34vYNjRM35wjwcGZ6D/3I/FwzLz1IlKiQcfuvb/BCQEd6h/N5MaTll+ph+y1FhpH0O7P5Iqb1F3pu/tl/++Uv/+Ivfv8XL0cZfxlEs1Kvv7xQUCRDPhKOyuoTsGABONNPng+ktdYEUFWLa4IJvhm0i3yngXcXKNMxvF/h1DW+9VBuUpl37gbzJHSt7raUbcqAF3hhMRg7r6pgxfs8eURUyVKocgUuTGQ4zFXmZEkz/hYz15LclChC1TA7FCyI10yTYk8kmo7M124z90YC2CnXUSUluSEy/l2Gi9qjSnhCL4oIUdw4z/6lWmDNio8BsLu1oz7ivb3L+zhAlRXkXQhdsRzhnFDtF7YQQ6F4Fm/8va8dSiq/FZ4Xw+xFnTXXm2QIEGnhV8nEz1l/d73zV//tv/0F8H/+GHqUK4VHnEo0cSZw3ZCtvREaQFSN2tOsClokd4WLUFrkO0WAEzwGkOPyf6Kf+SKYtXDS3w6tnP2o4j82/JE2LWuWMj7L/ggcLwYkDT1VNg6SNJsdfjY7+I3iEdsIdQOYEFok0J/DjTR1jftmNyMqeU9LWOgnXCoqjRW6lfnMqY0CTEqEKdrTKV670AW57VWuH7+S1Pmdy76oaBkZOgU4wud+zWEuiiJm91wd9GuAvMdl++P2yhf5NCI9hXnnZy9vvjX/9AW/+iVRog4Fgdf++p0Z7SRrl/8NOQiDOdRsfrhpsUh6eQu5Bz/Zp0+6Jvlf/yr+7y/+4q9CtJ7aoz6czJ9KnsZGV9IjQFOCiktJPiQoRhh/YzHUzNUSm2CCbwT+296z4YiXOc9PvWLw7o2Gs2paEwGeKITMPwN7BbPbjFjJXuVBy7rLG5UtYTwQZBhpxlvqdj7UCRmvsjMVs0vLdJC4gXY08/kWMqiCnAq25AP064wCuKKICVQUdxsF0IS2y1uNR0zFEZqPEt48vbRNiAiEpEK2KgRzEoZqmeGYlZsgmow9nJbCNJ2pbunEdfvCAa/7I3bj56Vb2xeOr2xe2OF090UeAHQE+PI//qzFj7xAX5kZdBqvJhe4tGhPGYfoV8nML9w53Dz/snd1/Vef//Iv/lucoC8DMhtW10OwciCepVD8NaGMl3QXpdektVB+CNKm3vNO4gBfwzfh2xsB6kuosCcD+e3D0wT7fm100geAtQP5OqPDW53pz6TT6fDPju0+wD8AoYNjyXAIeCxPVSZsq3BwoCWd62xlABhNUPwauZd8S2QG288d3PjBfHu7fA5tqXRLozrc0IT6TxDtcovp3TXafaKrAEyt7ENdFVXcNIzUgdmbwhTTlDS23MU2L/pwu9e3LwSqJncL+gkNcihIH8ruxrh5yVO2QrDgVF2dGitJ5yBsVSeA24hvsKjO73cp1LxU/fhvxFR3KDw4U2u0Rs2e2Qi8vFftRTmY/59yfr989xkcoMNI7f7qaXuAn2fXtBEee9N3Uhgy0twOZoD0RKJiu2oBZPLSxBrVGnta4ey3sH/NG6xnwNn9LEPn868enibY84PPSc+AtYNcO5AHHN32/tKfwa1xgyLd7U/l7lIFJHD0C7H4HTARoJc2Hs9mhnHXIvfKt1fJKsfTmCaK7EJOwNZh0tbmns7PtghVzD3yTIhUGpNjw2lUBBi5FtJ4k4e/aqtbkSuQtM9EDGBybyayIV0ZMWYB+K1OK7wNT4ero60R1/SseO1Jyzd5xoQpDoJSSmY37i37qOQtYDEBk+pHwJ2l5qC6GrdqTC/eGGSontjvr575KxzgZ5QHpdj4bDWf8pgGSOy++9vfBzjOWqFGqoSPw+M1GSofn0pPIgJc88aT0xCm44/a2/lWYfF1H7FbgXv1swzzL8XnJvl1yNMD+THaYv1DjBnk4s/rBrk6kK8xuvmWBOd6Hf006F7tyE//jatWYM2Dz2PInwkfy/8dzxwB8kJo20iW+sj2jTUP5RobedWYWAj5ZZ3TzQ+2r7eWoQ7eKAdlOqtrgGCtC+pUVXvRWvwBqlwKqAJCbI4fpFIU2WmRnQ6//4DCji5C+uEn4UaESA8UqShUhpZSr0WFQkLJ+EhNc535KXZ0iYy2UVjO8ZW/j4fMnvmm0uLqGOpTpr1oHPNX/vl/rUuAv/+LvzpWNUQYPR2tEZk2krolzqagvKbAqfmVSy4zp4QCWKTg95yRujJL7LFCzPEecE+mr/sjixW4L2WWwU2etghw7tfhJD0Fdxukfwc8AvOuEu8Dyt2NHnQe93l8N/838pVngM58lfIs4eIor8PSqpf5aL3bmLWgtbA5AU5EoxQLgIeVTmISyx9eG4n2lw+p2TUDtaq3YHHY85RT8K5kU2V1AbflNSVaPXJphwrISG4C0hvmGyD2nHDTIHSYhJIaWyk4oVFGVs4ByN2PeALztRqIJNqlpQdOGQpDqzQcJme0kdEOvxCmrhJU3XLy16/AliqwJDX4kPhYqjqEMcu1tz+L/xP8DvrAN+QaXDRlJEEAToE98gJze0qF+ZPykGqoYQs3nFIrC+xxgn/6ebjR3sbul6nLcqHKeqnVaVyYRm9hl0F2HmC+feOWBVz2SV97IT7tQOsnv61tl9HkN87ezx/P6MdXw+aIvFD6VJM/nP8oEoG13X7sK3KbuxahZOeDzyR5/wWaVxtpUhNgTssS6bldGJkh3iXQhIaxtSuokpXKSxDlaTrLFSF9kM8xmTqoH2aa3wFf9o+aPYfF+wdemo+W7WN6jhHVK1QzKSQ1vv4pPau112avOTXlXP67mwO8q3MUIEoRJs/A+Icg2r2a6zKTgWWeVV27QBYjDqX2VC4XUJ7NX35rfqDZ5ak0KHl6bX92oGFx95Lr8/s7WIm3vBEaxrQnx6Q4NZNCtjolUcGlbnU2XhtkMMDtzVsBpY7Bp7miISU3adB2IM8cSkPKdUP5Odu58REDSZDGbzdgtUpS3jOYNkMuJO3GmdGf/Rc1rOcW4cuY4ZFMN+/jK6gunYf8O/m+3+v4zZHLaT48/ZjpdH/8Dtjgkk+BLYFhB3WKEsLdMYh5ohjFPA4FNSvssUL+s+3GfGP+HK8Ytt1zQstLmvvL1OtNcorzbm7LPPc2Dza+/OPg6DY2Pr0uw3luP0GPLVLQ3izv9xP8eT9tf8p795Jv/KbJb5zVz6d7ElQ86DL0g1a7mL4vrxF3Wn/Z+UL0z8yz2u3Otnj/sr3l3W+UUXKOX598hTsZa5IJGL0Vz7Jh/H00NaPHYp5qV/+2VqWDikiTIl7Em6XXs6PJtESPrs002mUOc9rbRjfP6PrH5A/BYlT9B79Opr8/8CMcoIYstY64OaU5W5wcFzOg9Sgntvq/6GvgbhwKA/0gjG8Ce2V7bXtND0uePPVUZOEraesd1nKHvguMg9+SM4CCl+Mxtcv78/NbB+ffml8+OH9BDcOund8Cp0eJCELW6imGAlEuSFkIRkjCDquQcJgMlLLAyDtFZtWFKHn2lARzHhTJEmexeyYKVer7pkO9EqqsEXzQ4ixdPeRKWrm9TdA12Xd4DWoHMyrx8ILWNJi7JRyeFp0Av0H5LS4A/rf8bQiHdVVv8mtGtWcbEIOfA3ST0SD6R08hIa+6yvcMfZI3zlpcjxOGl9Xt3ZHhcC3PL5bSyVf9EFdGVEyqNe3C5u5b8HzVbPD4z60d1nw+ryxpl67iD1V5wIv7lFsGud+sIvn9F7/Vj6T5lSji8euaez8bnwm7fF19WFGSvAqPvwGp/k51e/ODdBsH4b6U5J0rLvxB4aDboAlylxyg33Udxi+KUcLyEsHWDlyl9Lyt+NWvKHTZ/cASmmCYTIu9sPmq5Lhu2y/KHs9hRmcN0pW87PVokxdZCxIBDi+y/vLvVNJ86FPyz7I5jZbH695s7p/BbSzW3Qgeg7U8A7gMyM/pZif8KRJLty9yDKxKlcXZxMTsqyDaFqhwI0jbmwc/3J9v3yJ8cQNFfPv8yIsfOPxOnvCtPfFrd1Tj863eIe2TUV/GTBbpZnF3VimOxZ7XrNRBTnotL6qjlkLo2cEZLRVBu8urPVxGGhQ1ZHTobq2IOaU1wk5SJ/3F19K0BJIr9S6nJHXshv/LP3o8JtspV39FMKQoUB92SOJxpZK3nwnb7me7I45qQFXb2JkDQ9xafSTF3hgpMslMFiUujbgaSCq6ahlyVtdjhYpHOFW6fpy/iLBzO/wi53CCvfbXvnKFjmqUyAf4LcqQBby9WXHVnkn1Qvz2lmGz8opj2+3BZv5zY+fW4Vcl/0p3OEM//PcGPCv9bHz57MH2fGs30R7xjevO3XpWhu2ASwMadyui/yuDl6D6/e7ufP7Fx3mLMxoJa5rkjzrkgjwPAWudd/R9UG+PVslUeeZqZ86hFDF+VXUn9jczD4PUl87+xk99J6eY3BCGPoeMzhrw9ud8TI4TpXudA3cF2wv5iQA1H9duHX7GNB0+t6NITUvM3AKeX1Ga7Gw480phHrEhAPSNYMnBS7DAnXpZl92Ra8/qVrkWvPmwu2J1sz9v7j3HXeCXTGYjAHyRH7B+euElnfJfjgjx25D4JQjWFJJyaUEd8qh3ShHt1KIIlUKMttLN3NoR4ouCinTCG2+NpZO7aZAmtSSZFEJHe4nYzh4t2oIAOkkdwjWfYOIIcrESiofQRHREHIM6A6T0Co/AFK6+jChBZEbia6TF490s7ql7VyA3eaku5krQuD/1EmJ2a1WnwOVxe219QUBCbJttTZw9dFipeWJ3gf1nbT+9vohZ2zb3f6CqMtkEIqIPLyFe4PL6qenRl46HaI2fS7Pz/u+18qc0PKi2Dorke7r8EbLUz00xWpfWj84Vb5xXQLp32X9ATBBl/cex1qluHTtZt50P+BM2EFFxIqF+MWjiWnJxGimSZYuxC81XxTBDwFCKGDdaN0iLdtj4wuYuKqz0P55DRkdf1ORjau+MzmdVbUw68DXHNnuviiR8rtk7IVxL4AfQ/5yXOeuTu1uctx7SQsLm+EiJKTdSaxwLzZouH4GD0ermwCab42DBF6/DrNllfPvBtg4aiXX2QwWAux/J5P78lkpXLiiJXO8t3LDwZORgZOqhOoHbiHsjKWb4fCPXTBFGUmkvtFI5FQjYeMl3lbfwO2wUY6Yl7WiiPS2Uply1hSmvQviYGUqO7FoVaXsCRaipoTv7+1dA1JKhCdKVmZw3J6dRo16mzkzIPPj1j0XNZUuaBHH6/2fvb3bkOo51f7hrQdUtdaMFtdxd2oSoJrgFmR4JIEVwRF8BIVqXQMCjMzJ4pu8NGOAGBAEc6SY0Ns81+G3WaQEavDiwBtL/T0CWhW1Jbh8PjPf5PU9krlXNpr5IfVCqqFyZkRGRkZmrMqJifVYnJeWPUkL1PNmNvjAfIps7iIj6Md9tTZa8sEyE4ULUOLy0fljYyetKZW8fb544tCB48hn5CqkEFYLJGSUUUoZMf1tpwhmHR3v7/6x/R29vlk84JKaR5+6fd/BFENb08x57w6QfzHtxf+dUP1R3+WsMN6BXj9//09YHH2W9W3eT2saXe602hlUaTh/J+A7pfmejSRmyWjWlQXo7w1iLGtc7cZxkXpfjXaaojZOZXSjI3t1nax96du6LcNJf04svLz2amlG1qSNkTixKsXcFJE6qvcw78CV2shza02wCRW++8dmks+57kUBhD0eCsPRrzXG1Y0tsiNUMljUuAjQQr/Ja96kos3VTialb+MJ5tOQqMAy/2MTZJs8t7GkyF+x6JKDk9wG6MYqsyyOxQcbAQ1KihSW8BSVT8xopTVszenAvramSCxOhAynVdqRD0vjQDM0nBzMAV4usvEYZFQK3zem1iAsT7u7ziYyVq6pemy8DSmD5+g0Vbs5Umhek4TTLCNESpqCOYd95Rjg7ZOQ5KNU8ciRcV6ADLpWhyeK5LlUkfyzAXEOWIu1hEOQzuyhOhz9GBOh/g8B17bz2QosA28vo/ecavB+9fBmxhYMPBRgrL6xfbuk4bkamwKu/ED+vWX8pZ/jFTNv5ef/fIzreaPrbC9nrrynop515W+lHoMi0rhlYLn9DkiAogz/V7f44ZET2/GL8w/l5v0g57YS1N8GbCozvno9gk+bSA7OtzvoeMvRa1KTPTmyTrP/6YPA1/ImQ9+HB/FemsjeF+OwhyvI1zY8TvVq74Ig2mpHQ7U9+i+IjpuxTuG3vyWHhqCbh3uD/Bnnocbgz4LT7O7E/JXj0RWCuqWjx2hGwoGNchmbmsG0GsDDgJtDMjCqu7FyjO72qAHBYfMk5QOk9XBzKCVqV3dRobUj1ktb2ERR0X0PC2tyY5MEgbHnBOHpniW+w1J4AF8ockzEEN4jzaDxKdeiquzLPDGgeiZl2YkIVcNVgLBJZKGKmynFyyEKSpdQAJVkEFdvX3nMZInRJZBb5mAZ4l7jUhkTw7c9DcZ09RqnM31nhZKWNjtoOdd03QneZlgNSpkHJ74mQFVCosYxAWVbWDws7ivZmyvY2XvR/tQm4n2K+qXXuc1OcbRPyr6HHFsQclul/ubvJLR5xGXfjnID2mnWXabbx3FYiP2fWzx/QTl7Inn4c35Ct9iMJ0TeGXxu3k1KTl+0Rekg07Va+Id3lhfXEtVvz+W8r/HTmKXkknybSc+Uf0VXsUbrm0jqrdgWtZsmcuyvimZME6ui+tVxsbcoljftQ9E3PzipV46X5iV5rBGDz+atcBc6o8y0tN+7py8w3qeNUYjwu2bqBQLhdnwPAr3OCD/N5DoQXQnNkzeLOQo8xOPAps9LW1nbDMW7ZDZYZy2nNfM55O4Zhw9raoen+/vDR/jDsHAyHi3N7cS02rLwNJl6olWpmrdSbXJXGlJHcnc2O3hIplbYIl2zlvvQp6efK3Ug+2tVAuRsoVbyXri1Ve6GgS+IKiibZqPLGiceagTDLkjpfSTwce00hmWM0Kbp+3RSaeyrWY0CqH9oqubUGmPkU0VefotdMSibkb0QbcwFL5rgQPAy34xBYOFrzQli36AUQ/ZVDD4oODbiW108CvsnTbWfd/1yn758onNXPzxkecx/i5saj3eHLvXJ8WpkuBTIifGIe/+WtBmcCHo5Ir6oBu8Mjzh6eHC2PeSBEK1l2oiXMSs7CBvPRr3/eVWJIRpCAawwjpQrndzjr7X0ehbPEhV9ZgB+sxXDh0AJRi5r+NpgoMhJLTcUJuSgPxiidoEiCjZqRatYyiJ0ccA0/V3NVVjy7/Gxw1JCZsonnp03CJQ9VAqWe5EGYX3JGfLzZ7jtpWz4CtbEqqj6kfO8PposixW5DJ/m0Py+hmWRdIokwOS2euewS95Uxmu1Unj21fOidWVq0ZhIHaHmnON3sf3r1cNJ9z4Ma+cm8DYaX0Y8BxtmAjIOjU8Bh2pOER/Xzc4az/iDg24BcVJbSkL8V2GkHv+MTwASDZ7z84KGTgUc6zPVl3xWQmDQdL+UffQgMsN61wKmA2iYAF81mtNLjlmxxrHoMLsdA+/ODzfkrPAtshXFRIM1KnHWtOgRGkZBunPBcg4GJiwBtstVAnKHSOL23RibACLGkKyWIqrAp/aWIvuYGPR4UwGH4bTDIRTpDRhI2kumPKDLt/KF0kRrN7MDwJxGiyo7Sfrjhh4DNF1g1TSVkJ1qfFFUjRUT55fdSrYzpWCLcKUYhnI7A/EUxozmTSEo8WQJJGZfA37d/jtzWK4Lv8acSAW6/wG/xV/uc7U/OlJlt5d/dnhg8op+fNTz2PpRTSqCW/+rbgWDXN2sOTvGf/9I3tUf8RYhf9iLv16klbuA6yIm8qJbxkdd2rM1LXRu5VrQWuujmkmLkGANsFbYBaCq25ttb97e3XoBdymwdZjoXWAmm4nCjkRGzQbUO8pGUMjrBLbhRUjfd5i3kNqlaQbsDhjqIKww0dadwigcYSXfJUlenJqQehpKHoM47K6Mw025Hn+d8uUFb7jphEk3EBHqraQiE3b6RnwqY2XHlY0BxR+2REnMmn17PnTj5eHeBVN19pVoU664d6P7aIbAk2FIUkl1DYBx3STMx0WEsWqYLbA1r+K4wVGw3xnMK1Fxpx8BHAxcweC9goA5yV491faD7cFQYRY4N9fGjIM1UZNJZ2OWK2lbeBdS+RPI9jHID0otEgAdyg5ZasRRtNjEoJpLnHGD1GXIy09WOUWFhETDahgmGAEiOdAEaRMT+UmKR7x/wQoJJUnKmZEaNZQUg6sMdIdNGUBoAxur+2yB8Ko5QEhm/PNpY2nhv0aTGSifoduUq72+u0w5A5udWeWTErg6oIkBF2/blS0j4U4XROohFiAm2PZrkjvK10JmCcrDW9maklOXLdktnVJX6+IRY5id1DnAN3x5+Gr9gR+2OvzGg45UFlBXjceFCUgR4rvZrwWMLB4D6kPd60ytHqSbHGzNesN/WdV/OQJY3XiyUMkzMnA9QZwfZaDr8er65Nb8zfzFSBkcMcKm7n8QQ7q5FgMqsMoKocoVElqL6rWHaB1IfO2poxUlUWts875oWBEkC5arHrp2FjITo6IoEhRM4mEVMYmbOAAZlgmsCEEveyxExEH2uhma6dQt7hysgRfVOSllcx5GamhuWq47jDnvYvn4b3GCqAQkC0UaxKBUj2thxKusXjgiQCPY5n3MsKbw5g3SFrB79rQHWXjK+jgCfbuBvcgv90YCYjkGonF684C+MKLLGuAY88IceVEZYHq2EgIr/7CFPx4XAUlS5QLnI42WPdmwMrGyb+6wuO+LfjDi3BJ4vxlB0//5zlXy+yfsOTMSoImCDQZosIETWFiuyyhhSBE1QPUycQTVxpt6ow4eCvFkZBGyTIWTrh6UujPXSTdNEueedGnPOUNyRMId1zixCY/D0ryGVl4TRlYLgc+tPNumgzdmn6JRJCVI3r6Laexo1K8OffsSF3gpPSg00iDRxg8JAXAGnQUh2nK2irvI9q/msngV2K6HODR4XEvVdwDWZwrMyfR0BPtXATSGF/riA19K24t4S+1Wsp5WHo2wHwCOYG+Cd95wB7CEg7/9TngdIQORBpUfJS9kupy15uypMKlEGq9u/+92psdwjjrmCinLu/IWX1AiPYKqtYrWJanEX7Y3QdgdOCJtSBqokSrgjQSSoaaUmMGtwlrSgc1cyp1ZPBaJSNLl/uB5xpMq5CBirGyGsitWFktLdGlQbx2Nmzv9Z1D2FAbBPmiOsSfEQMEzy/FD4dyntOKuQixIwlFsAyRrRtsM/HudgGvz2eDrVwqPpWwqfKJWYcr5nNOYcYOjqjU7b5ZcaF2xPEu00Zf60Nl2bF9pPDRbf4RpEPe71dZAXFjw2fMPevnc4eiimKqh7/gJfNelqflbM9U2h+7BTzti3AnLVFmdIAHgGTJtw+VcEqRupblQdHOVZYJ8DZCnziQGxsrPivahjVEa12WrNyfGtMCw1VmBTDsBPCdiYGwl9QmxtUOgyDV1BRrVyyMoccYZbCWFtkU0Aiwk3HTF/G6ynBTLZTG5lkSmiN7OSSo84I1EWSWUZfFqD2x2AIVYy+VTiENSyOBmku5DZafQnPwScYMzTSO+CLphEndk5j4SKi9e5AmxVYzt3VNWuJVjP8p1kz/GViGLt8Nl6AZLQH67HVyOFRVfwsrR+YuAnKU7B1720/ps6wHp44zGB3pYPD2n2yFGeIfwkoJ1Tm8JAV3nqQzDbejGTXgo5CzKyh9V8HXAjujv5YHM+5+YX9UXWIR7vKI/F9cskq9Ba2OPZv5ULPAU8AyIyJwVnvg86a15QhhFL0vIWEhwPVWZC7uVvHGIqH80PF8Ph/A2YTdJWahNzO5BmObwMwRpjh+BEMG7rBq0J8q3Ei6QWMirCN7RrwZHuaawHsauSHiWNj0NRc1rHZgAMnqRPnGDRAVP1qUolSKHalSVqg4hUB7tq9KUDDaY9BFxOVAwPp/mbhU8BOiRzykiMCIXmCyjaRPDPAjzXLDLNzA6Leirp0f8JYg5bS878PYKqt7bLKXM+ELoIP9GrwCt34ZVn8xNbXwH1xhPDVzjDevLkccFPzP574lGqyy/PdjKCKeebOetvJnUG/FW7aowAN/frIZJ/y9F1nRPV02l8c+A1rX4Uh4d//ajKQ7FoDn6X5Pi1h93aFGjMu+850Xd2POrTg/KUPA2sxeujpqxjalrwrGhWPOsbvFCVMYBqMDK2eBfquS3+Fa6EwjETwJplSKVF4UbUIoB1qTDaSCUWnxANKXwDSvFVQDbJuiNKrnKaFTRuVYR4dCbEzsGVMTkT1EU0m2kWZd104ol6vDR0Y8ukUPKVYG2IeZe1/jJl6Rb++i3jYQQRNEEjwb3LaenWHp8KRhDB1DNiizoHjCUZN71IrVV7IWrIOPGapDIPigxhLQk3Cst0Wv5EI8BpmPYN/UC91sXwFU3686yPBw/18K281TcT/lYqT0OPAIFx0qPOr3ZHXw/b+9vS9quN5f78We7j3H1YZbpyBPh1r8R3IKtNB7i8RybUAtWkQmmZuwDrZQgsatb1dDmPZ/28/MUUbltRDhljNsPt+D+42WLrkyigKe3goKWOaNFkgSWHwKMRwYgoRu2eLFZEzm/JJWUUAUrVawyuOxF6tfZFbxsRZsgaRLS5rjmqXWM2r+etaXIrtYCWWjbTXZZQZpmoctJYiaGnuXIm3vizYfvaf4lJxUeZ+miA9vySs8ZRy6Q0ps/lZyBEa7gkVbiugkDcJtTGDKNv7AuVc2lQbaKmN1LmIYYRcKO09Gh/lHOAW3cVMWzSc73svShHOVelzBHLp2H6kdVnF3nut70d3u9fby9oTxByR6ZN2Zu0WkHV8taUh/TQZPL4L9CGmVfRDxbxqKu34TMPCXK9dX5nYJSjUr8cPk/tTjgftvG1TtPBuZWxVH9tjn0qEEGmJYPiCdwD57v3vKv+wuiZIjWesfEIonOPFif1xq/JC+37Dm27B0Vqc9D7afuiYFdS97bYb3s07vSCugoCmbeYUvlqkAhXi+v6cQHRYNwjN0hzGKyPFnBzNNqy/A0m2haLY5w0MecmvD8/WAyvbM1fEcUN007gwkYSVJm43AfofmWeddVkVIpAxARY5Ui2OKIxVoukHWRoJsUHlQtQolkuvdLQ6qCXT4MJntZhZMQamPPuZ90jeinJ8yHB6qluAzRGYQSdkfaUpZJ0/foXHkd2ArQSduaDX5o4swyopw96/B6vgQ4XLaZ7sNUVKPlzXJFJ1Y1TU94a+VHFkJwWA7cQBXW/DJbE/obtfcJ+gyma19gPCgOvmNvYurOUnWmhb7244ZfOQfHbQhX+OWK5K3vjVSOT1xkf8sAC57ReUIP+gnZJSHx/a3CTFySXOKfVAlWzj+0vi7lfekwYFQLDlxmUxuPHxLpI762GJOY+741yY5G2mY0E/b91fpOMYcKpKTWNN1/gBffPzU+PZRLTtqm03sYysnm7X3vHn7o6YvTbL3DagI59TpXxWOf21ucwoQHTkRmslTOGpjCFyVD/GBkDL4Q54O0PG2/gZkMcIWf9IPPsBv7QE3pIrgWIDvLy0quHwce+3G9I/JfDXdZ0ljYLWhuL2+s7axxOcC/1tBAuw5DdK/9Izv/VOfcBiou5CFE7OwXEBbYZEayOCDBSBtGohpuzgaWbjxOtLGSygaK/9ZnM969Z2s2hgBqqjKSUwacGIUTTlHtQZOY2HRUmIuRS1MYSWNtYbU3czIjGHFchyWqf9N7V2rn6CEGRHBRS2dEWc07ZeiCv8QhGnTRHxnvFYiRRXXfVKopUyRV/JaqZJMgthFFJYdmSoD/1aMdoOrVaXj8k/JW4YnderzjmSV6/eWB3vuPIb/jkw/6OvMOXl+2Nff8mTqkGfmp4fATY57vqnXcbhDcNT20E1ejC7022Hk4IqqwXray+jMGvnN6dPzv4VP8oMvYmzK9NAapLzeTeVpR6fOOZSQlXYLvb3ildGvMf7zWnT8eOauIN9jbzUirBqfLLvVMOUPpqJ4ugHecfFpOik/85+Wd/5aG68klXSwtyBpYab7bmHfd9TPe29IvUYZdX3ezM9+WvdhwsnoJc/iD0812Acl65unuWfwO40Zk4r8Qm0M4Jyj9yBvDIluNF3dd21W2PsqRa5IJRtNtXGmnzicw6BWi+JWI+mLKqcQCmEgHaz0bUns1uDUxSDjchuk1SU9n6tiPizCFlM08rZ1Oy56EKgpzdr1kuPDWiIX/Kzs3wRQwPpKd0Rd8lrw9pWqfayjFzN2H1pKz2yPGNy2G1vRMmGZtqJih5UOzPNguEbt/2HqbuKNUsT0V4m1O2erajmAUw3CznAI21Dsead0X6pvuKvxFhFiZLpFbWDwhHRCKy3VfzAD5G3CiOSpTFsP0y9gpaVHu1LBQ+Bt28gExUAY3EuC7bmmDmrRaoGsFQ/ttC7fPm5rzWCVgxYrvD7Qf19yFdJINwDxpS8zm9S0VTnsSDvMp5jOI6RwOwcNeYDhylaUDjWKLSUINvvf2zl4E9Hfyio72h/tWN40081fZ9zYGO/cotIaVz54VhY599bkDAndcOzf50m8N9XqHfh/pqhlqgg2dFrgfzF+WfDjWG036tHnvze/CTLJF/+T0TTvy6l9WLydzo6IeD+UtgLgb7YWAtZGwP69EyFpL1HDcDG2IRJqYRf4VhiEHOfYAn0MsybBvVBDw2E/31+uHST2aLdwswJK3USD72dz53J7LHa2YbWHCl6h8xIxonbcrDwfQAilgk56a4gq+zHlWcfCJtUqUwjEfDgkZmqk3UkBZR6qG7Kzuyi7wGNTtLEoxBSRWJecBoKL1TpW175x2X1idIWwl6bxszPcJkUMyNCHGtCsJuvhJzm/CIsifHGqCB6guhqsysHyUCtGcZXihXQpThYEsUR0HKHHFs8jdj/5i1IEoy8Zji57XK/DUZED3804gP5DaX9a8jrvUTe1WjizRQoON+lHU3NgXHUPe26k87uki8p3tQpNX/dqP90Um9wZooyq/wHw+B653TvP9vfCc2kA7cbGUslgpkYr3J6VIwPGAAyYkA2aJTw8ilb4WCLVD96/l7Wy+BAIwMb9d2aPteEsgy5t7PyuX5Tf9g7M7/pWPbfUXKoU6gnoLjpJ3/yrIFcqc9ZYec5jvlH+Xy0oDHhLlIkqsgsZoYEQjrmUo3+pCVYZJC8SlNMCzl9qIxBx8EQ1cNMopSR9Rt57Asq0pSmIilXeFgbYwhkJem5rW6hRqQLPMuGs6k1StLlYatKsStGs3eyn27kxIkGVTG/dmR5SPIES+b9xbxEmQITs3Phry4dgntxnsv3pXUvHN4NM0MKiaNtYBnny8l1NJEhYl7gKEwJos4gylZ2vObhLySuoPRr3Q7eScokw7vn9KS4YTlpfWDwvAXYg/5kQWvYPYhFrEJSAKRTxzh2ej2ZfgJWvgPkAQyClASuSXcIXIh2lGsNWkik+k1Q6sRhUWPjDv9vXB+4dcpr0JiKIR8sqzHPvceMFj3oGHXC6WLYFKbhNpOAtBh878zYl7d7Cl1jdVBhYf+GxPDGAHW4Jf1MmdpTrkSkPl3xbuybXHW7DjrhFQ6D+/u5BKI4IQxswNeaVrt5fz3bnJszGAcKnMrOMzkBv4s4Dx/o/kQFEnuiluXm9s7evgIt4GOgE9Wr4Bw0dcekbtj8H06rvZ1YNawQwKWthCv5maAzRYlZKNgvWf5qxAlx1287s/3Ae6lrUm4PZsmwhalYutpESB9KFPhAYjHcExV1Ti6XIsgeqvaXEiGLEpcj3mutxT/K5lSnNFYnyrCQ7PTpbURZGk8+ZBCVJdqZi00N9XMmx5jJKuRoAZanXrgNKMLXoOajkVEKcQ0U0bpIoevOQjWAahryt77nJb6ZBRwXbEvLGhIDaYXySi10WtOy/Y0weqkbJp6rNnyFQuD86P8JwhviL/3STvHvqkalJsP7qbCmXWVxCE7nHwvayekaQ0cM+VMHuC3y4tXTRZq8k/7rtQM+AKrowvr2dpPhIQeX1Tgzc/3HvSQkdvmbt7nj4fdT3uFfevtuQzJb50/3E2XOeGGUkKq1VfrE2eZoyxTahrTQeakZr2j/pce4+DbO+5b2WVxUjjA4TPlYEwz906ONSGlc3f8FwF7To+su7n+vSDoqLAPFblAHRb/a3jW5Z79W3Nyhva+gyO5LB7faJHditAKLE8I8oI3LznjiBe3KR94xMMiy+VJnUNjIXtpqwa47Hbb6MjGSh1viAodQu4DfOUBJwFtGm5iveRoct22CXeODmTN4UPvaQnFozE0pxA553Y7EPM0bbFgZjDyASUZ/ya0xLgQbHp12yqMyxUgKsCtBoyy4dEYaj7xTGDqxhJpHgihO61ipMpDwAzNwy6qfwHYLypqXKJWFNjrbM/9/jJIxqsWQjLi+uZUsRwpTtJ0OCGNubrNITBxXyM5BlTB98iYotg0FLgXtjB/lHOAv5HB+NCwbrc4MQVj3b7vV63LFn+FhfEydpvaps+ucbEx92c4WuqhkvXc0cHdtMk/qvbfJdN4vuCJHvXXoq4yZxn59if3m31ucVMJQp/5H3S7SHqzC2VIfuu8vKzYGaX9CCFVXg7vtgI4FXBa+OWusf2dB3/DMR1LVBqEZWLtHffec3nXPbIUnCJMyKmuBv9jgOfOKDXpJZGeG3D1Y398AeDgf/VtIzPUS/gFsxStn8k+9+zU33JjZ6u/PnElths9nvbV+CDISTsSPgvGdzu0r6HcqI6M6x4YoskjljAmx0qmcNRVJpxVLztSXVSVXu/Oih+zWnzpfwT2fYDWYVU2YCECNJlnt5kIMGraLXkGt0z3xhHuH/qKoBmoKW1w69DTOICra5Jlru7IXGFR1vXRrSpq3bqizCciGlRNNg0Ead0IFo7nVpW9ZllPBqga5DaYW6/XDMT1cT5ztmg1TiOn1ZqrlzRJ7yUUeGoIwBGVQhlf2U3PRwhzKHplJlooj2cjVVCdQcguBjJKo/TiQF8c9oxX1w8LD79t/if0/vndl9sueTKDclz204MXv/OwHhG/nbGQxqNeHgLpD4Iohgty1trrHnQ2usnmOeH6LKBcYI7iMCGWclvaLHLhLG4Wfha/oWxXFGRVuM2+I8Ct+SuSRx8c2kdHsx8j7o9zgFYF2cK9oQCeCvhgHmClNNHgHIQglILNd/oJC0eykrGwufGqFgg3WWS8jUPPJ0TX29CMZHNDDQbnoWSHGy0UacoEhDFktyy9YQ2LizeoMFXvxPCsmWoYToLxdkApqi6KyQTTjyXZOUbIvZWiRrEPtKZRT92ZVFK+Dm5WkjL16vOZRRJWvXjE+vwY5wD9j74r4NjkpwGHCfc0zMceVF4O30OmnxLkBN9peIRv+xrwEkrTldBuOf4t8JmrbPRrgtPOEEdXaAGPiCgCRCvXQFi7WsW1mjFrGZPtKYboWiy9G5YIzV2G1O4DdEX0nDZyhuG7gXluwPEWbW2KmJJxN8zBtYSsF76TM/tkiTXLQ65kHf8hAattBhu5peDGVqVElHYkrTqjLFWOAHtraRbZSJELKdQ5JaNnGznmkqGATXiq9CTZ5eLGxdAgQywpMnZFstCaVCVl27+/2EnpggbpP7P27jNErtUEnlWo7lYpQXnOM3okOsamosTEIgqDWjXnEnL7Ns76Ff6+4eGg6KcTJh2O/upxB7XNrSv9NN5PCrbG68sjcH9Jod8G4qfi6k550OGkYsDuCadQt0UXnHa+p4YCmzOAONmZPKDXOrarhZy7TGqlJ6TBY1A2Kg6qvIjJMDABvw/wZaiRK0NBO3pLzm6Gj62NdtUhpprkuqic33MV3CIwSFDFUrLLQWYcT9uUV1bNnRXAmQqkKGrOfFWNsWZ0GXcG48Qg255w67aZpFRMZfZN3iFBUszeumVcdCuGU1+EYUICQF005PX3XK1wUVjKLlLS2fne+E6pMfRQyZz4TfLehFrfV7IgakEqWYiMNOPOl/EjRIBr+GnC1zyu+yg47bkm4Oc/gLMUH0/jxa+4NxCw/8Rhaozy0/aAWc/ayFRR1RZfhijrnUSCJngrw4xQvQ9QpdqP5iNII+Rdq82PwhkX34ZXzkVVt4hZ+4QkymKblkAoTQFVqqcI6hOfzRQipK16gOaTYEqlKxWaqbCw32Blf+tWUTCZU2VhpFkTTBFq6188AZPpDcWi6+1rf0wMZbL3AzNUjR8iiKU3EnVFAjRkwCj+h27cab4sQxMKg6gvwzBkNyhTSzeY3AgNu2P5nlvHTToDbTKqrf8TZA0NZuMFiG8DdmOP+B3l8Q+CwDP19mNc3NtXuNEC9SPBQZLDUf2Ge2WXf8mixjNowzw7jcymSTXNzEgmTbsfxpyjCFdmMXTZw6nEgIRzFbgcgRWkJHUSrYVSh+Q8Zikd5UMiWBdhAXJXjMTIaWRx1awp2lc+hkJ6jSQVGR2gjuncA6mxQHY79p8CLDH6YaTpak1ZcxWkF23XrwsVETrNGp26CkgqIE5xDksXw3PvXeYFWSF7Y6/2qkcttI+RWtjsD5/iE0StP/26VKRd1InA5JJlrRivn6WMne+Y6joCXEODs45Tvx7Odl2+0CH/d7Q8nj3iVagFefXL1/YtKb8oixuqcw4wCzsLvwiuen1XAdk2MFYthaAYCz8KN+dPkWA1DkwQu1mXruaEk/1b4gvIpVWfCjhDV1Lo0jvL0LKNucHPNKBPRXKBc3QZsTRZFQWuuZFLOBlBBkGVOQoRwcLt46ogw8r0hHUHE65HI6b8Uj27rCleumYeIrSxA6NLVaoIswlwSs6Iz01c/P22tClBSz/WbKwKhGEWTRXmY9FUlZnlibegnFqhUdJQN2Bo1P1zZgqAgnUEuIYnAA8vo6LI/+l4NfjZwF99nIIzfKpkuENQ3nJ5zB+DlDGwpFnfWtNezUIwKFdTlpzjsrbyO1r+b6+E1EaYchuTUEulB1McAQrMIoZIw3J+YoEzBgglSg1WEGl2nFNxiqM9s72RmWzUZaSN171uZPYnVDLNmiyFZZSV73O/hnIQxUf2lEC9BjpsU9kbYRox+dpFan0PAdWiy7puF2aIt4ISfsBCaKqKNg+kt0vFbE+sSQSjKQR+k9TEdH3QFxlXPcr+3eRcYvZEnWOUhlpgPyJsH/JmlceCruHxVX0l9IdPvhXkZQcjLFv9u6n7iYFjt4fO4GmVFY0bmb/qBN/p9z8vTz8LIkBCMeWJ4smT5UlMxKvbq9gbRRmk1jaYjIGCzAwbQlo4GhG2xX9ivjnfp2IZU52DqAebns0UBhGgFJpkdNTa+oFRTstkwSndKYMBxjuJzPXitA81Dh8ZFDuAMbV+CsDVk4Zc/ZV78bk5D9EfC5qBAL4DuRA611SBMlqHp+LyjVRSQ6vHYneKnvTc5L33Svfi3rCd6x8olLRZ1dJqQkgBh1zkmmX2ourUIIUwnpY1EmVxiSqMK4knhu+fdx1QBemssB8T7p35GNUUdnlI5Kvgy6ahI18JX6vvFPS32U8ehPg2kIfURmh3GOYh4FNwnpCEWRz0N83/9OGhmM0Pv3XUhStnwKkAUO5PoqvSEVEIqKNgafO/wmUtKwyRN5Md+rwdC797nXGZV0ppC0lt2JxvJ1FRQwxCGiNFD2lgrkpHgOJARjptLGSoSlUpMF46VIlJEjTBLxkjUe/66C/M6XQgSJF6AlAc9ROyfZEwX4+hGrrZFsgMPEfhbadUocwUKp6vxw3l2n8xSnSqaViIwQQjY87Go3wUWFy+vtCXlQkXPYzgMPg2M6WwxpzOIsjQtGVO+k1yh2Z7QBYy2PF5FEhA18DTkhl49j+FCPDMmzICO35i62DrMNVHwPCXT6JhtvU1EWDp++S1VL8ZnPBEWR7fnTwK+y3g1B2Fx60+ea6igx+5mMtD8j7Y+fzjIj8eLHmi9vsBeyrtmtX9Xg/sGvdfHZ1xkFzQXZ2Xov/6o702awI5+lUY6PcBHttLaf1qGftn3VjWOoWWtnAMA8PVksdow48hWI5X4m/vz+/e/+SV3j4cfIPwXAyho3KrFQHa2pTBpQ0bYZYZGBjepRgUSIOi05+8s9NazO6M8dNY2nAHkg01+ClbN9eoB6V+TRbqwi2hlRCnJwsQ9RBNbwyqTNs1dgNcSNev1+5mTCK4tSjeQ5q+vxQ4bURW27Lti1/QWaShiRgNqlVD461lRkEvxqO0mErscz8JQltrJhMj5xfa70mC9OrBOwMtTbwW2I8IWoaPHMV+HkX9OthsGjryCPiG+s4AO8CVl6F8czh9R6FffiM4K6DkzaLneQKOV1sN98+8Yflbw7G8y/f0U+fgjBuUXWvANZDpbYWn2GdC/hGYfwamtvI91iG0JHwX4MmM/wTR+tXSZo2Xe8tyz7I27kXuinAhKtOORKhxeH74QL8yOgQW2DSQQpHNDnBR3mbmt8Gk/Wpvo1pngSZZWMgl4QpF1dqHBDAlRphqoysotBOgQi6Hg2AIIenDYCQGGY8UnlkkMnaFWPaiHrp5cV/KuyS6ww/182uKlUulhb3BihSQtkqlTqj8ES3IzXJFbs8TnLaEUY4rtSTXnFd3NIxUfpPCr2EpBTGaEWb4nWBXnd3wY0SABDl34/eWW7xt5cEdP3Q727r7GyFa/w6DFCb5edN91TgG5c/HNnnx+tZd5DXyJrZsgZ8QGdGFElSoJ8FNuZAz9XGI+bC+u1ihT84NFpqf9zvjreH89tb43GveDp9GKrbvfyrW/kuI0cx9RGb25W95eJd3i6bnrbuIiu2AshQU8GbRHe0Nv/R64/35+R2YvG4v8IiX4+dFMwzWozoldbiJN6p34D9ZsGfjYq9rDfg6fANMgJCtVx4BuS+a21x4IWBJUxUok2P0y7Lky6XsCNPUygZSkvNTz6IGY50LIyVGERZbKGEuUkA4d/4CbUyaeAuyeMEYDqK2NrOoaUs3QPjKnOyTWo9WEHLsUOYLye6AD6kBaKdIg83cWkJzViHolIDy1kyFkMIFODGTABU0hiK1HkBGVVwjZPFWriBAZXHr9aJ4l6qQjBGI+BTUpuq8VVy+804NQy3SpaW1+a7CfHU1liQyFe5euXcD19ZDZmL8JnkIcYdtoG2r/UfNI2aBpF6zF3id/aCAcWKdmxz5bs535QkB2ag8koB/yTBpLw7rroz4xZgyNdoAE7GoAjbnz00Eg4n/kL7OnOrj9VVxG/YVu/zNxR6uiXN2fpXycF8d8ZYZgYZN+T70vfnw3NYLw8Y/ac67VO7K4bzACwAto4jPL6Yq6sbmrzjzuZ+A8o1SgE5gf35nS/uCv9uAzqD3tj+70/hNx+rL8f/p04n3HjxbPZ6SWmwdLDeeK8/9ZMGOb3nqUm+e9q27oAGu3A7KZg8f3DY4aSwe+K2KXN70DKHcIW+E9vlFgLXvlWxPgRV5UdeiL7uIKGsdqmiQFHyoZmvox9BxILIhH82isYAOVIjjxw4qfFCqDH1gEzI9u5VqNDddoCr/FgnuusHMSCjJPdJWSksi0xEN87a+CCatao+Q90VyX+6E41x42zmWV+PM0jTqqJtGnmohUgnwEDAfUSho6qGyIWW6E52q5h0T/nB82/+E7q6TwpO6fA/mBKQVkewCU8NkQqlpY47+TaI5MzWZzMkV5+WtR6rUQ3HxI0SAxDfA1v1h44gIkBewyHDPb7AdPPjsP83emd85kfFjtLvzjxURgcp57pbYC7y2GLF/bBz/5YVEDMd/+WRQwFaCCi+F7eAQBDu8BaXpU8h0St/WfLsNTPCSHNLhHbkgn64j8/v+tj/5QFkOXPN3I3m1oA5y86YXvwjGfch5/atkNr7Mq64Nb7zs168wiF3E67RiP0oeFI3ySpcMhnjwHt77XLgB6WgKV0rp87+oBCZSG/t4/H8E/x5A3mri/xTD+YeVc38J/Fhy+o5zNvAREEFf5/AH4PXQI6LGXDKWMtTFEdgoKI0309HyjnUB4tfPf3HJ8HoWxHLRoErEG6AXh2GG+VhbiTkGSy/WWYbZ+snYUGC6KNU1bdsfBrHVwaGYSUUnF6hva/IoTetZ1ZW7ZpnUitP8ARA01TCtQLlqVq2S3l2PBvqOdClSoMYtMCFHgVEyTh0aL/caeaXOCy1E948kLiiEjlqyilDoKP4UkqdlESoaiK8Ce7+nHpafB7Zg9gN0fxeImALAmP5u/1BwON/EL0wiQCHnZeqNsjEcYvSby40X7UzeVAS4y4uX8GAfbmw+aGLv35fYy0tVah5C/EcVdnUvpYng3hsv4FaGr9D3V+nTwH5dEcfms4utYXN313/qhnfyG5+fu88h8ws+j5hLuP2l9H6pn/974zn+E4Tx3/EfkLj9iwlRof7qKOcAb973C7C56As0B/ixRvihw1EiQB/6KlZtXIE1z9qbqFvp04nDZ+d5oSBgqeMPi6th3vPbtJ48eF76GV0JAfnXDnkqYULk1IxpBUqovpFHATf7EQP6v5HiQwviGDmUb/8LzIKOaShhH/40lEAmFtGDHpMxiax+6+ibEjET5hErgS8Ak3W6ncINFEJCV2XuP01CsDG7FdAk3Z0rjSiB3qYz09r+oQ2BphTe4MNtHsQBqZlRRxuGAhaVfEjeD8Jqf13FLP4AAP/0SURBVBhKdSjuGoJbAEE0d6JC/gmYqnnK6KhPwiMxlk/qGkEdr1/2/YNuaKVp38JN1ZxbNHrglDqDipqA8RR1H+CYRrTVUUdPRfcYRODrYqn8CBGgjEb+bXfGMaOCtHPbc87gEets4YmICe0SFAcdtYjtRTktHTfar+WMHw3xaoidfFn/vAHrU78SD8E3FRwaSp8UNH13H9L3b3yFBwaZVybvbezsHfq1hWMEyDusK2ZLdOV3NbtqViLAC0d+56AisArv5ud5Nb7//E7H1Lzc2u1vSkVXENi+/5m+kv355296Gh7vng/UA/5LPWneqZiwlQlA7ysC9NtsLHVn2bginN/eSmT9fQFOrgPvgHb05re3ZJEdCT1ZkXoYeNr3xFd87fma+0OT4z+cIF4067oZTiEFQr3K607k+Kf6+TdXHsOrf1hcOE/1tT3lTm4AgxKKVZAl+Yy7SU4x8sakEjrt3EiZPEERLeTgzx31Ipszu7JGVRtJ1FUI8ua43C4yRbGToZ6qUp0xK5qHSlkdWF44MjWOQIYdtA0GCkepvAbVTJH4AoJVmcJDzqbMBbuAzzO3gyTrkxNimlKmZ3lTPCv7RI/KgiWt7GbdkKQIUFK1d9hoSZaSSUDjW6hdYvEm9WNdBebcFjEch6COAG9yHOpAbvOB4i4Fcbv83+y+Y5+XOATe4pScD1kjxt+u6aB2d+tXnDyseQjREWMJSicYL2CWP9jdernpO+AQ+GF9KGBgwC6MhY+h5T1Ee1Yx1MaAm6lLwYnu+oXc5/B97b9KnkXZ3X8dVTy2mVcu58X2Clh9vKtDYFScuhKs0f+TsXFgvsOBOWcD/3U/4xA4pru7ufFpUdpbo/OnHp+djzr3dHdzNr5T+o27O92JPlHoCyg/QQLH0PZSKvk3zC4z+XeP3mwVFPktfTVYv41F6iACpxBbBKjVKwvwyg/CYu8HS+DGYpOukZBUWav/r/Nt1b6sR+EkOjv0PYH78/mnvC96Ryh3H5ulImfcrdv6yFDnxmV9yhCFk4adaHbfXIQlVL5FSlK3OmNRJAye6iUicvhTXEjKEIUmulI1jJTiw62xZPBUNCn2HQCBppKNyws978F3hUJaPO30S1Gji5Dq3lMGcW5Wj1RB1Z5xCGvNkgmaG6uO6UmIkzKJ99bqJhFgcG1w6bWOgU33T1BV6AxQSVKjWl0/IGhhCeqFyfIzuUKhIMehGDHhmybM55/rEFCgoG68CPJb+SMdT07FONln77VxsvVZ3o4s8JVXYF/RXqDpI6JsYvJFW59E30kNzJo4ayZxGyoRoD1OO9MGcZs3OG9s/Add75zPmb/w75/3K+xfmw+JAH3Ob6e/sX/wm+q5uXD2pZD3S0FB9oocdsb3KiN7Re64PIY1331wLDk129tdthKdh/P8o/JDUvyG3PmuNwB9NXQ/ddqlDUeK2eQEyxMG6vUwDzm3Ag5yOdTlCkhdEjEYh3Gy5J34Xrxe0l7klQGYXceKZtQcSmgSEb48t7t1f3f33PkH93NSTnr2dxB67eOTVzeHjw6G95Xh88TBVnoEaPPTGKwRdW49ErFZChKoc6QiF0yItrgYDr6L1MzfzsPhij2A+JaslEqTbbVU1DIDyMDK6j0BM5Lnx4ECSnK6goooKC3M0+e9q/83QuRWGyT99n1g2VGIYYuQNwgqy4jhkHkErkIBKXnVcktiydIQjDFZgs3fAucA1ch7y1QjJcPO9QTpSFLKGenYiSheYD8oPIeNy6Vsq7wr1zV8whm/PbniHoqdh7CHS0E2Div3tDwrZFXsDYm1uC2IBW3uCPxD5v+QPu4vthjuoum7WQMz7Cg+3Bh+bdwRmxzSpq9/1Im9KuKoPq2TcI0v4t7G3fzLXf2/3N1/6IhU1H3FvryuHtrwYPMkZwE51RjARx/yu8SgNQifBtzzGUHAOnifc3s5fpXDA/n8z9o/KreeutTGx82FPmHofuq0UztaiqJA8KhdyDAkBMwtfw8DF3/t/tpVkAlwOtBc+VPMwfbtjHWdQxwvbJs661vGRoJYS763ECyI8wL/opWUDL9TyKdy82DY3jqQ7zt8Kf+XZJDM3M4kJuVMumx6kkkXoReWUXXCaoZFG/UFaWMugqGtjn479IHbxeFKAAYU90y9egviiutFjiusnCxFcT0DdWmSu6ZSUeDwh4tQ6Lo1F5fOS5j9b4JYjrngSYri0jO+AiwOukGsVSy1oXGNVRs0IzAy0pFdIDQykuoRoPrKDjI3fO3BICtZSi8EidTyWsPPHPb71eEnCst+m8pp/2oPxptgVm4RzCPCZ7s/nKYPoHkd/vT2FwEtuEB8whEw7xnMUiZnjSdRcc7CDgLYCLBDKsZjF797Wb9pd+7ceU04hOXiE3nDg8X2g4PZ4t9v7j6Yv3oY7TZoJcKNUZn1kcmKodpkoZcHcFNTJS9/1d6LYrDby+sNKosrFUSdtWuguAFn1Os9fOa6UXUd8ZwWkwg9w4RhRwmdoaEwqESFm24BMyzRNoaDQHq4fOML6sKU5dMykwwjrbO0SSv+z6Ttj678/cr/4DQD/TEkFZ44VfVmqdRSMg6hSDLIjNgz8mj1lWiAoICUTlqahFaRJS9FFoUQJs2yvtbwM4f8pfL3AH0Bnb7FJW4PXzX1jb48PMaNp5cfh7nQ+v+GNJA/VJpxldjvw8qZOFZ1TElL2Sub5a+6bYOynIHqMY0Sd7thODxczHwbIKTF8MF8Z3YwPzi3pUPiTR37znbeRKoaS5UPgdU+uqxNOQrStzUH7D8apEXn2/m1amWuKbOVejI5AzeCmLllsURJFs0cTVXhvFVNT8GEPVQ8BpC8JArsurMbqVV37Kxrl4RAZvPO80Dt3i3B7jbdEhlW+K4n+/zd54G/X3A9IwDN6FIVZATR0KjdySFOcuYIMI1r2JbPH3L60ztpzKYzO20dAf4S4GRr/BO4JwzN7z3i+q4f3Z2w4v8KTns5a/PTHmfEfxKG5fcL6jC4reS2ll2y3LPgbRT2IirxlSrdyHJe+lYwnKOpEPALm6Lv7+xuvTksvpTv2927QERoJvy6CFJVpahPZyaoJ3fmXjgAK7do2Xui1UAhy70Zr7yxmAwuBSyouqxekUjqlUi6UUiZbtE9sOwK64Bsrp2FUtwTgSWxpiTdTpmUuA2tJH/9elp7qm7Kp2WZb/FNccfF/dPftkvz9rtxgM8//6nqtMrVaotVFg8Oy0X0eYdI1DIkzwgJgnIRoqYEoosHrgGo4ippcOozE0OjtWaFrWEN3w36CmoB4IpTi+fymxGKfypQnB4eA3KYcn6c6SuCofnDQdjMb8THeLyShXgdY0q2ApFtVbYGl2YDoA5Y7CapcAKXKyCiSeqAPwje3+Ec4Ctb24svDheHi+09ydqm1Gn+FMldp0WQ6GoE2yUdqwASIjnhPuq1dCGRiQY5lSgxucnEfl2hjGxjqia+x+B9YkZjNpx5w0PADZiRMlWQ8m4CIuXMSIG4n19r7rrJfHTl+St/1q4Tk9bsbe9VcdOeXeKZz7Yv51WDw/LX5f6ef/6KKR5xeOS0oJLp0FPqIbpQDkP7ELYEcg4QAU/Cw5v8PUqLopGxQDSA0rmGXEtrDWv4TsClDnxa84OTX9Qctoot/+eX+LH2lidjEDisekuD+ON5xQ7cH80VEKLD4Wimo+qsYq901nIWt+r9fSYBl7CbH3Qe4xmG33EJZHsfH0j4s9g6P1yYHwz7+8Or+yfD7w6Gw+GlvTJCcqxN+mOF8aJGxIpzqTGRkMMCqUBxkdxDyRikqiERSY1JdP1QOehvMqQMoZIgcqGGUm7ENCuzQOMiLyxJW/YOUnRtmlDTqfSHgM1ZDpcqkrsQLbTx6ADl6dN1K+BLIcokAHz3bbfNhXfYtQuSUhYPpBO9U1SUhCrm5xxgScVLw24bTP8eetdEknbO1Pk6AlzDY0JWEEez8WYrEV5Iy5PljBhwIBjEickNmjEJ7Qo4CZi3vpwBXATRh4iyVjhmUK6Npa2aLZ3lrcVua7YfsIRJWfbQRdifH2zOX9nEAVqEO+a5EWaLuPDgP+wh6QTrohURoMp04DZdsXUG52N767S0cYkFGyM0KRKQ0jkCnlRjo8XEcLOxC7SJZ/+OVGSEot3CcZmlyyVi5QbV1M7HgxUzFfyb+KYBQpa3+SdgtTKRxu1I9u+XRGN47HRrjGqGLxV0eOm2vya2E7V49+1nnnn+Y46BLZctRVUyZifPL3ipFtaaeF4VAWrLvjC/HUX7Q9+pZRTkRtNsHQGu4fHAviuXLozE5wk60kPApRLvOz3BBUJvIhOnSaw3tiyAcMJDIOoO71eG2DIsAWsrC46xlA0LMRdjcl1MfCJpsfXC9tbWK1tb2xgELPynWLnY0CDtyLgIEoOXcPwBhiWevQ8GadV8kFKlneQqf8cGd6yNI6Owuy7cHWhWqkiHk+cEswSomSQutRCV0qkFQJBBtd2JQNOMnJM+0dsBMn+TXBJXL41kyvFQ9n0RQvUI0NO7BWaLy88Ql6FpsN+88ucrNNyllaSZltAcqUJTkUPn+paySwonT5gX8PsAR65/XIy13U2hSdMLBHPbHgsxK2wNa/iOEG/VfdbK61tW4GjjSCDRIy3q3BAtxOJTt8m9gKvnCQ0iIcpR8zEXQbSQ7fFkHjEuMi90lnh3U17jAfOaoVMhAvxgk7ficwgclwVQ2lMgCKgPUP8xusk5UASLSLkwgzArFy/eFCzF+HxrKywkUA92HcarDNso4GrKSebmRqJAqFJm6X0QFdOdVAGjK3ARdg1HwfFi77XGP3vreu0DlDA8XNi7V8j/TvAsMTpv+6SKpii+jbaz/4HrM7yLAGQXHlE+rfCG5iK10qMVwni0+ayEZ14S4aqd/5GTjyE8Ceary1gtmOW1hjV8R8hljPG+lofCt+7ekutAWKGc1x0n9LhEfLxxcobLm0BeBuMwU01nxzOt5LIEgywh1mcCdgGiVY61Yl1a9mULsQ2zh2FnvvnJ/M58/4QKYsUKqHYzRIHPLRIBFl9WZ4TO3JgxIFsmS+sS9SCMmQnaCSqSQip8REnWnRkj1KbnjdzupzSHrg+7xxRBZpDRNUp5jUp4pxI2qCWSpiy2/RBw1KT93+XC3n7n7f+lQpGcu4GefeIRWkzj2uaWv9pXs8U5Oz/gvFswIgYqcEOXVXi8FGShtjk19ciMEWBNaFnRX/qE2M4B1tzzjeI9KdcR4BoeD/IT6hwv1j3Z5PpugsLG4bLJRm6N0bLMVeGHveZDYJG8DsZ/jK717SVs31Y1CK6JnmXeMYMFQkx4xIMy803/JYjIFnXYI0GseGanIQZNtDkCtFtFpfCYIhWrIMQLgVHIFqOqDtviB3oQGJyCLo3UrX/l5AzVh1NNKRklFzkZWLgjAjCC3n/tpLDKP0UejL0JgpNQCR+SZyHy9XfMTSJbfkwA+IwPZT+1rAbmXWV2NGny6vedZxKLZ4/MnrX3e/5/vV2ipTXD0FbTr71elYY3JNIIqZz+MXpXw5CqDqXhZow7UePR7vPiWsMavivEr9mf2bOBnAl1nnA48pk8YUd+Zwy0vgof0Tp98FchdV9hTK4ta8zLn6zsmHxf5RgDjiBehdAATjHPXbjw0gkKsItSUKwCGG6irCLA6AmUi6E79M/STVITqtqIeiTSZxO2PisQSZR4DJ+AQ6wEQrRjinlXVAVVYD0pewWXA1jcVWHuuu8rKqhXlbEUChRT8v91jRcLZFxqDf/PdmM+o/d/R1HlGWooxi69V6gSLT+9Iud55VnucPT1XO+E8JVlTqnma2wcBeCOwTUA/lJFFPaEKL4KbPnKRtQNVYifbhCE4N3sfa+vy0trDWv4ruDzeaPj6oHfo35al0tx5MWOl0eK/qY3SRMqTuLGCaBeYaTfk8W7YLSgse6YT/wBVX3CiCVhrQmAsu6bERjBBIohwEiswJZRTGIaM1BBqQiwLFaJWEI162AEFlAt3YjiRpZoQ2hYba5YQycoqXErmYEdluoSTowV2fZhenYKFmuZkrrWRogTHgMqJiylysJwVerde6swLf4J2JKRIpsN/ynXJ0cmeDZkJiqmZ52pW1laCVCmCvXdTw9CE1CvgRROtXbJSFaWoblmTgrRfRXY30oPrftmllu6jVuMOzH0dQS4hscDeTK5rcRoXwnl6o5nxzNfy+VysHzgNOh7dPjIE3C4QHtAG5p/+dsyh+JTYRBs4HC9uS7rs7SNq+xBsHiDQ2BudRGhXI3FCgPUJCYjIiecLOvM3FAaGiTsGg2Zb3qLB2gkoCS0Ne/gmvRoci6LUlJGiloN2ryMSt/NKM00NSSkrUwfzoW5NSOVmFuRqfeqKiFjjI8E6zWowksljT6y92sXgfkI8HcgyBlf+B0IahEBNKf/SvmgVJ/sf8bRJKpu3InGIbOpJi5fSYQsMqLaIAR3x+KhIdPP9yGo9bWGNXw3GDZO+O/zqnWoA94z4IT7+Bw2+hh4GvTxtr+vAF4VqAZEj1rKXuA54uwmK7SKVJWZB5Sp2QZsArMh70vzwyBI2XpsvmUg9hlwHGI43EhbG5E0w80BVRM00sOM+ARlrtVmgiOmkcaGVnovCZOhNAMPQSTHOv5AjvDE9JMqywhAyIT2sTmZlcxTZNKmMAsLXOMWmIgrc1tlL/lC8LOjKvqxTN+k7/JFo9l5QlUhU8EcUnHRsIaOVRNI0lBMpwoTJ9elUidTwffXSCWaCsOi9MburrW1hjV8N/Cx7MNHro+8rkvk55v5FAv6JdFfEfY1kHqJKVdH9FaBDQtY69i2x1rWqobo5Y/BZLVjAIXCzk8/TYYFrzyVnKhuDLWnaArHTKW5vIelBMmBhtFjhxoJXPNjjsGrgdiiNksuKm1EzYDbzCJVQkoi3Zy8XLq19akyAKk0FxYHLcyKDNoDCLquJuZHm8ADYrPQ9esnEfReFCq9ht3dXXEMNQwSkmikxAepSfGsrejK875uoWH7n5L5YsJ1kYGY2HLoSoxBo0Fh+6fSsEZ2qqlLoKRNyjjYI0AtsTWs4TsBD++e+dzGI/3aUa5+COOW6NWY76ud4cxucHnCVeDuxbyobU3Bi97ZMShzLFpkN8kzIFSREjutZECYRypOysRNBFhtZZ74BDj2qUr+hN5MNZ+OFMqh6ljLVKDSMig1Zxlz6gmbLGBpnnk1Eo+g0TCFOhlWWU0kUHdVp266HQN1EY2mxsYUZpf+UM+UJPcuzKTJatbmkPLxD4qql30LjD2P96iFqnAjZT2Y7QlO9ggImYSoFNf0MU8EGK2433HHVx7EoHrmXnX6WUeAa3gsyALqXuzrf1DxcfJfDhp1MJvNnK8ANULmCGfLETALvtur3UZ7biGmRgHGSqfqj0qJKyqxGZD25zuFRootPigUuzqHMSpF5IST4hth1mzDUzIwhIp4XPUpSZT5LYBFpq6E4ZX2NM8AEWFWfFDgyUnYneEUGD44b5axIruGUNQbpfVGWU4PoEulEhVXPSs3VCOVnlH0AJ6rm/IQcJoTWtZt5KXAilpDFcnaGw7V5L3rt5tIiPlCerXz8IITWnLX8sn4HKmCeGNPeBfpK2FE0Mgsz+adH9QRqQbk0Whk3rG0Fm99FXgNTwAmgdsjY7hVxjELzwfAiuY4KP4GrpODZa4B+6/RMQobZK1rrW8h4KIbiy2YY8zmHmGD0Mk5QKQcYSGKUaksDcawJ64C53hZdWTgimeP2ipp7Brt9WlKnLVRBe9oMdIrOFNjxFAELoICCN/j/zUjnyLOsfAUDIYiKKMMeWVTFl53C0VeDrdvVEXzCa1NH9wkdaqxClPyfjQV4AFDXyinREPjRCbN5f3w4m28lPUrQQLCcnDbKpYItHOAGgZ51dJZhOtoG0rbnVU3sxbXGtbwncB+azwF+PDJwAanObwWxleDT5aD33Fa9LNAh9g8I8zb9f1OaEeAWcAEZN26SGYFwaKpm1OZfZXJwrfKAYpnKYjJBA7nmvmGhrVZU9VxObF+LCscMyZiucCiiszPXFduyqDRSjNKH87CcJ8AZIMHTKmNtj5rxgfABfZ6LyYlzdAAaiAyzU4JxaERaOsPfvEW1/7Lw1CWJsHRqDwzMI02PiB3ZCoZBYDHXxTXhVRKOm4q9bGfTD7UTB5WZMwBmoglpCu7xRGgvykznaSkTyDq3ID+RS2kZrA+B7iG7wpZOg7sJj+jZ50ODKz+1vrdz9wOyK2AvDZ69Q2ApwGmfOAJYrkKHLeQ8022LiixDmUmd7A1kJV0g3MQbMexImmJ6WEeNiLMBCxcP3ZgGbowb6JXuT81Mn2aHU4LRZkZn7Uao0g0ZyrW6cYqQA2mO6Mmryr5ewkuG6SiXEK5d7l/kib1CCrkDc9DsTemNJExvHUrY7C8pzQ9ZzdBCEcdkxZtmF18hldI05LmbcbeSC6oU6pdrwUzQbsZmrTkJGAL0EdBQV7RKLwY+f7cXZyn1VkmHGfe42atI8A1fDcYcEcV2HXfddajwIHTv7QK5rh4LLLivyUhYDHOgnJ/ueLCvwvHoOxovLhttrWiW0kggNeiYoqT2OVbZCpbd3IRxIEHCsjq1BmKrCulSYkAjbtuPa0PM0yWOCoagazqtVFBN3kYRa95tdwgMi2QMLhWKZ7ERu+acyM5GmWbpMmn16sw2srKtq92KomKCQ3pFVIhdXJyWPhvkNrEnWUvJrWYzyxTJlXcUyhFyF7Sjx3DFkipJq3qkq/E37JlLewmU9zqfChQmbluLcgKW8Mavh1w+zN+yb+g4+Hto91YnNgUFPpx6MuHK8OPjh0Nao/EoB7VAGNqdiL3ozK+A1PB1IoH2xiI1nyRMRfKv8xzCIk2UVBUaLMS443ZIsAkiUSP7QiIH0WcBtTR4WQzdPzkig02IaRbdzmn8qf6JCGBkAeVOuOWr8l73yHUILRnelS3CisUKiXV6KXZqa6u3HqnU0iVVX4KRHRYKoTdgIymx05ru8sEckvr0/QI9bWTxMbwW0qpaavMBBuZPQe5RYAVmwosLFqTNBKZzic6BxheVtca1vDtQG4oUZ2yya18X/1al1X3KLfH0e/S74fJQ8GPAGvlH4HZjmfcRagljHGReyG35d5oWJ+FYozhkmyCMaflr+d7bmFNiMXveVNrhOyMislV4PKMFlFm4+yuSWDLUpZ+fF4MgbAzWisOYjpNWrUny4fODLgK62qnguICqYfeXt/ncYuidhpXPVMsmnRwxrQ17xt80BESPl78Q1WFtxE3tH+6u1fW03D7GUgTRtGNsM9yxjD1yDhPPZv6qa7G71cl13Qp4+S4Myk/Uyaym/Iz5A+lC6TdoDX2rnGrrLA1rOHbAYeilCyg8Vf0jJeZPhq4HZDwT6GkkK9tKCeIx5xJXI26TcSghGh96xCnr3tnLi0nowDBj9g12mraRZA6XrROs8GsyRTAftSXHLEv21HEYlmWdMoQ6MEfJ3eOFBQ7SxNp2AXbpxLAxGzM7qUFg2HWGTfIEqODnA4VmJpSADVeKr0h6yHQqrkZ2keZP2l743aRikuQVf7OewOZZKHm43OZt1+HT4fVQ/aURwhHRc7rlWoacYZP4DN9zHyanEVWOiCgijIRYOQbsw2lKtrcce9NhQns1HUEuIbvCFk6+K3Rd311AHjqINcPhBxzM4yfD/4KUAc8M4x75RqwnK8WsGyKQyovbjZWukCrW74lhify6BLjhuz4Ijo7dRXYSuxpYKZ1tJmqKo8dhJ8WtRUBYXS4oanlWMkZBmYaCnpA0OUiZS8qVBM4H98MkxFNUujG6ST36kEpXpIBiXxGGkiS2qnTtLbE6zfGJz2UPDkYBSZSz+CIdhWQ8s93UCWKqsUF7V3tBUGmYAUpt/PH9P9KzSkKR0EVWzvDcGFnNlyQmlKm3dsdpCNABPs+n6YqNRK+dnY6X3LonoxqtcTWsIbvBMSBx6NvG33hWXDKPSry4zh6OHHxlb4T4Elg7oTxk8CsZtZyLWg7n3GNN1OIO3DAEwo8ldWePwXWx0Tba5oS0PicElUZSlOY4y1I6Y3cCALuyX2QEhNVBaQAv2TCmAUJN5v6RmMNopHzAcr8C6IpYwnkv9CQYE8xlvgjJtuGqXr092aZhoZOQznvP/AmK0mlhSiRYN7p0qka9TroxTwCrOxgfjA7x99KeXfTeX0XgXNbB2pP3VTYE65/MA7fGBaH+8Ps1f0Z/1d1bq9ks4sdlPvnrojoMJIAs4gN6gtVKvenGdXiWsMavhOwgL7rIrL30/Hs0UyHwl/lO7nIwmVj9aTgzyGjl69yr2NSrXNhtvcQa80bKR4+wdYSm6yXoYplyX5qKHc8l+GqsBqeBKFpUi9t1P6gvBxGkQRYavvUFYrWOrlN+aY9T2QZodUwiDSMZPcfyoxRMcEVcTVgtck4a1yNW8neosDv5bOcGzU6bvr69S+qkmlZ6djUqqgXidjPqNI771it9O3LX7lZm5lRY3x2H/if5yE6RWIy7GFxsMk/F2zzb6W/2RMV31UJtu8DNEr73kd+APTxrvUMlSDyhVrIHEFW2Bp+NvADf6PyTeM14G8Ncnv8Wxy3QisA/Lqh849K8oHDiQO3hCbYQuIkLe2YTmwji124lzvGUTwvfpKa5H+BsYS4Pze19QKuRklKnwO0MySZ4fADam00LRN+Llc3jfePBUpOjWtcjVioa1I/Nipy0ClmhKo9QxF6EmhHZaQ9AbA9So+hCJ5SVC/+eM1kKjQJQ5iGqx3QI9OW8skx/+z/1+tfHtg/6WD3jeHcZ9rZBwr7VH5k3cOuIsCFCReGO28o3FsMFzZ3t+4i3nzX5oVzdw8/OLf1ymLzQjrDlZE8Lb4SjSvSBspINESCICr41p1Dcqt1BPjzAl6zV+gPA35LX+HfEpYEdY4BOcH31eNWN7wQ0DcPcg2kVrc/LShgVdu+HbDFP2qdq/Svf5Y/YHvALtr/AsO2eduWrMyhgkWdUfovyCKlD8ooAbeyXYrrhhCqWQcqPh9ma2UzO2LxRgZKVT2SUJsupyaZeuM6t2+WYoeh8K0jMkp1mThHh8UQRCg7h9nZl9y4LGx6xdUATtnH5pqydswt+Jwy7N2/5JTdTAe72+fuvzQ7mC8WWy/N5BjdWIfAyrd2Zh/Mty/8a3F+vjMc7px7sCM57yh26eHO73Y+eP+DTXnL6k766osWOCgHrHBSNMwb4iqZf/ZM0bXVAlvDzwIUIjmW+sGAH1DfEP0dYenRalV+rRc1X+Ei99/wNoQs5jriFJ7VziKPKQvAYvPZ7HkqgLPdjP8LXO7SVIzFVdmfGjjGS6DnS442PjyACB5GhAVubip5IktQlfRsamWtwMSBFI6spC1NUoTCNCMTEgUjkzODSz2jqDbmO7kQT8KMyzOXUKS1MyyVzxjY8RAwPphpeodVZ8Ky53tKlvZBfn+5SD7HZ1fJD80BJ/zk+Q740ZGnA85tKah7ZUvO7ssPhs3tw527i81XkDODlovhg/0XdQB8d0+0D6wXjd4bGlIezvGrDpCuvVTnGVa2TLwwySlngusI8OcFOJLHOCL99sDTHJPbAL8dyHEe+0YsvxzrK/y2V6n/Gu6Ep0ccArJ6Wc5e0fFToKx3VbCKWv02WkmEJShrVcb/At/f3nrBovnXCdtSqqN8Nh9vYT5hxBNYubq1gzO3hkCmnLI5vyRq9j/VheMy1aCreYmlpStFySRdg2gNbkDNEvQusvRZ2gzmZJSKxxpMec20qdBocJGm3rz6OSyhcK1YfTHeNCe3m6k3UBMAcvgL76LfghWZ/R0oXL3YlAN8c1j89YCTevSFyC4kR3Zyeoe/e204/O3+DKIZ7mfY/ddv9Et1R8fK+zum1Swy/x4Bel9aaWTyfHEIiAaXsBtHxl+VF9gafnTwhdAnAJwk+wFhwP09hsv15Q+5UbzfV/tRJLgH8MRPw9WKrxVtCx1XuilgkrF9VtJ6d3xoHhbkCND/C9zEoydBTwjNajCWeuwATxSNproteDPKEMvMen8mNqoQhGkklXVSjV5yLDmRhWIqFW12UE2CtuWz3DxUlBrTQE0kz1zgNilLGG+ZSdp4CBjM+9i+xkxTXDE5UOi0mpmBfjC/MCxeO9hcHMwPtuXkdrSrt95o0jOCvcWw+erAIe/uCzsqPxDxwvDKg4Nh/+NI7Ut+Z1O+1coOM4vMVfP0bxKdNqVGxinxsyLU37sahdh3h8qsrjX8yPCkjlx9Nu0Hhsdy3FwEwft/DfAkMH8hIn/r10mzljFPf6gkV2brw61kgUMS4iVPrVKYO/PNrfmd+YuxB/gWTynMCnqbPHgai1KL8kV+vtTqPJYYP0IwTRVUlFc1t7O8u3CNTotgUuhog9SGIggDsGxGDQbZHq/YJjThohEHC2WUDJnGzAP2SJr5IWBzoKb/sNINGsSvHVDVMC49U38DVxRu3fvvxf58/3B/9wEHwrNcDNmWvgUXQVS8dH8+52rwoXBtu/eJAA+GC3esZdjRkfPub9X59gdqyKM7gObJ+CoCjB9X7hiUrWW9Tl5eEMwkVNQCW8OPC767rfCnCY65OfmxnC7zlhes2iMgbLk/OvTbYGzotlYsl6oKL27MOAtfzJCAEBErgqD9L7CpqlbkNxoIvkEkHC6cigBxBiWQUlSQCKV/JVhmZ3D6JM5D0l1p5JHwyDy4atrpJqRTGtvjQCJmDMO+tmlyS0jNNZlGX6gvAbPcwmMNAu6JIH/rrQi4gSXIXGuEdIxUI5Avbr7DS2AE1TxzAmavyKllJtlPYnDILXBuqd5C2QeHVD3A2oHwwjUB8IX5TMKChZD8fDGo8nyNboRuKtpDtFtHgD8JOPHb4Z9G4J8sz74I8k39+exoY/U5kIcb0oG6URiYtwgu6xmFLPWs7G4TAkeI8QFmsthDTYvELvDPnb/wklvHRFBTEVFdNIXkD3wiQFBATPOVhRKVVqLMz0SYwlk4i9hZGFLArTEFomm6uZEweirBpgVfIMQMF27dRpUxpCgQ1kbS5mMyKL2YZexPN+zE7W2Uau+lkQVzz6IAGlhyI86qPiX6vF6vICClTTKb8pHw6V3co3EPQ3QqKuvryUz9cI7lKKMj7+BO3eDCqqVqyhBkha3hx4YndArwBwe57UeFb98wpEXsayRzdkD+jwiQf5Sz35CturQJYyzQYhZJymy2oDGNsmSzhF44T364R0tMozxBmko2yilzFk4OMF6hR07IWmcIQtvpweoQ/liTPkVu1kGHFNbhcTYZAcOAGorEtE0sHxdEIWVWAWUcuaDvgyjJjhk/kvV804H1u0m6nd24HD1NiVFj4No82dSSpVz88XY7WQnVY6w2KvBn2Uu9pYuVw1ZeDRhG3J9G5NGJUBLsCIHiZ0pHgHxrFohG59W5MxWZXc3ZWu3jRfLSWsMavhto/czOjgA5UP0mV0cU/Eq2KsAZd8RA4Eib9wEe+RwgKztLG6AOlFNxaj4t3iaL360Esh2Iiy3/IzAXQcyyWjcu2zHY0GSPapPHDkK3z4PXRhGvCI7uMUHR5jGqZBwpYEU0eEqpjHdrmRqaS0MT9PF0GJFwYfgxSSTLOHKAHQ1kAhHKe6Tfmm7uDkSL2qP29VvHRbBM9oZ1u2mcZiZkqkJcXxFeDrefuQQtCT5YslCV0VvqKayCWtgpOiVcRpu/QQHRNxohCn0l5npL7AeiD764RsvXlK9Osi5pHl5W2BrW8N1APu7sd5kqpD35Ri8b0jHt0WzFVT7Cb+Jnfb6Q22DiAmwESlrYinFiCSz+fLzgobDsKewHY4Latnc352++9NKFXAWmsTll4MpUjfeLmooAoYVsIlsGYWj2SP9yAaYiXSQlJEWBE9Ex9qMCmTKNak6Jd9Q2vjGsyKYiMUFYAreyiNqpUgOMaDwD4B2DLGVIw+Lmtc8RV92U6AGltb2a8SiCbumg28aqUte248GNtY74eBdAD5f5GQlZWOe6fdXaTmVaEBIBauNbU6nE9IpYm5J3E53TSqXE852uI8A1PBbg/M5wc0fyUr7D5SE4TZPc6sHyWfdV+y0zfsiFm2BOMMOs97K3rHWB13a3QuSM49qCkMVkF3kbieAOUp0jBGu0H1Qb25kFchW4C8JzJQQEaYcARupz8K6TBKMjyLAiXN7PoFDKfkAwKVrAg2stqwXQ5jHGYXOM6w5qFNkFFq7TkGoeSRAcQJiehgfHlETLQ8BIpWeLdcj0HF9GPFrIF/yOuHvXrKD4LkKtepXU8ymRvE9mylZOR3DZccUBmChBOXtAqMNQy3k8qQQB11wsWcqgoDkLbA1r+G6gX9CzzgEu/bdvX/me+wIFdHKXK+vw4Vai+HUxPARy4mfhbMQ2MCw/1mabzpofDRzEhlNmcLP8yTDs/GM+37xz587dGITIjQO01srbbc6+58Kp6SajK49CAL1ZvU9nlX9yMCQk+kyZloVhmi7jy6xy2sKYS/pRrwK3sTcGkLAoUAGYEMZsLDpA0pg9Y3KojPbStYZTtI9nsPjoyvNX/hw3R/Km+bF7NeTLv48LcrvQXK8amNmlse2z/H8J24TrWgqNtPFUUWlHnQP9RIAFvZWFNZZ8a2whB9jPSuoc0joCXMNjgf3c9BZGP4syi1P8BicB+Ze3byInQKXvgvZ/gmj1soTL8lMtpwjNi7uzZTJa8HZVUMSw8R0eLma8EktEqn4/4L9kWYoND4bFl/Od2bC/HR42lwhQSRkqrNckwAZpvSAIFeosAwFTOGZlkSg56YqTcGxV7aIFnR62UqwWw3bHdOkhIJn+m4AkNbG0hgqxFekhXGutPeW2Ny66QLcRIEO79O7zBp5Sq+ZJJXbpogcFaro1B81QYUR5dj8IZXqik9QAS/WtoYIM3ig6iQCV4utg5Li81YxUkM3O85iK7O/h6YkAD/cL2dg42JzPt3ZO4YfzTSZzvD+XIG/50KHNXpvew40lcRDC1nwvyPYd2uyCtj+MnVcvG9vBUkS7IBq68gMU3JWCR47lVEsBjY/6wdi8xuL+/4KqRzXPCO9uRzojqKmp2w57Ye7MLShO9B8g8u89Ex8PiN0UkVUNkPMbNmY+jm27fwVW4jsdzS6PyKs+BS6Mhx4HyyXgo5OKAGPvNjAHA1C8oL264TkTarfXljxI2aLAdThKxEubB46WDvdnH20OH705HC4+OrBINZe1qZ/WOarNwNmY746lIP2QsLbph7GU63DVcp6FadbAAEumcbqANxMyK3eFN5mMqPglnQpsp+iJtMlFgkivF2+kEtlCjC+uxP89//dL7huaA1vAFTWnSYjpUVOgZJSEkJZ0YV5N0Fgy51X1nnaZo1tpsjLj6aDOAdb+1idv2ldqnS3xiMX1zjJZSO2RpyYC3J7P7ZpkF2XfGP0EP5zfsWntz18cPcW/oJzdeH/+sSmt3cYBd6gLcBHdAZ43S8z4mB1zux+y0q781yGqySPHstpS4MbLFY8FtP6l6xHNm8Q/Lb26L1bUlQO8Y1cSB9gk++weA1DLA7oFxH8zvBqVs9zaKZJaygOedahsQY567WJJfg7kSM417wNsS9hgS1ZiZds8cAW+LGKoFa+PKb6CS732IoaA9X+ZO9W2XuKmtVcPhsOX/DJPlCnzRZDqB1OUKltwgNGEhMt1mfvRvHlMrWquITfUVaUKQymGZAFm45FAJYo04oNIMKo50ke7Ph42LDPCbq37LgBh3krGEb86Pslhijv29uu/lwN8/v2wAFpa/fLyO9ZLSxHNVaNOEwhvDiyNBSCmGZqvKlo+amN2ZDxqOlRiP3NWonjl9cClyKRARYBk+drCRdHTcxVYth/fgHkLO5i/rLFP8L35rzyZFnWpstciuLMaP3ff9n/Q3MD2/fmdbfsGtdmbb5rYIQqjXJUptyvfgjnsL2j+iLGsthSMI9sdvWL1f6AjsuFRzS1xT6P9FFx+tk8tIl2dma2bOMBIbuzue5CPB3ZyLVLjcT77sxwUf93zHYC8GfJVWwFel6UPLwEMKKqUSgnXSa0sYSHgZW7CYjdZ5BhJLN01C1jatfYrwnP8CHAIfGHY3vpgNvz1QL9Nrx7amtNcPcVTgrm9mSqUY9k2SDtSc8Uw0jhxjJSh5bxg4bDkZTlBiTY6MN8yYxvyOrq1JHXvgUBDWp19korHp638SQnadSWlp5Pr16nVMC2UmlACwHevKH/3fy/GYK7ticXl29XEczUHvhNVRlBoqPmQHOFR0XDymTiwLguecStj/i75TfI3b7l7iQGFWdBqYCPJ3gyPPZeZC6+19VMHDute9mFV81g7r67iirpAZd13MfjPsJr4q0c0fh/PstxCHJAxeGfsE701ZR3EVcPjrfkL0qt4qsiAlDu82n6hXOmjxmJHtKqXkd3Jd/Dm1AFGgZzY+Uc1ry402mPhmuZ0aoKu7pBIVw7QXDvA7vOfBBzbR2nVUzlRRMdF3ByyfoN7u/lPkNnAK2VOgc8kKuDjwY+lUXtDKeTicoUWo2F4bbOk7ZuaY2hsIQ7hsBJcAsI2gK35juh4Ezdb7A+zj+bbu7yf6d8vic5jqIDNXA044WTE7d2BO6SXDMCbcLsZ7lwLTXmpMJ4kUvjhKPNIjGnLwFqPhY7ixugdJJdpEDNid2JXaq5F0yjTZ1ONinAVeCfudPzjte2Bf9p0C9HT0n0PBIBv/+3t/yUP+Cmc2pfpsKDJp1+VtXtM9y4PSubWYKZB0Qax1bMTq96KzLfhuS7lanOwKZIi7Mxfl5u4FMm/Mk9NBLg739yfPwtmByVYyL4bPgjfm//Lk3lxjLo2/p245+HGNNjYlOQ/IyjYmv+3S1NaCNfhSwdN8ki4lZ0p92B+5878QyGKH+xuBY8cy0pLgUb2m/JGpyJA5La3pPgRzWuEGu2ucDnHlalN1LUI0GpeRMvH881vEJp9Q+DdBMo571cRYOgCzu59jQ9cnvCCl7MDQKs7Uhh40twjESWeUR+tXYyZc3IpvU3MBwFltsHmvwIVRkDgTYCG8l7Av9/0i+v+qu3c3gfz+UGchntRuCFJaYuKylBvQkZQ6s1JZgXGilRQ4yqiyQzEoR1IqJnUKuqumBm4CZBQNwWTGbmUEQBVnaSMcRYOw/mttyZ1ktxKyc0+JgB8+39yDPy5JaqNi4vvadzuog1cY/X8giJDxQDuiG8MC7kUDGKxnrw/TeoxIbuf78KTUmXu8WXmdX1aUG0p6MJ6RK2xORhEiNnV2vqpw+H81R37l+HLODVDv34hqJBIMZUN/r6M5dUKdc5uvPGS2A/mCZg2tj8pR/QpnuN0BKjoLoGhNa7Ece835YSUdz437ZFjOR0B9pE5LjtnBIgCDXBXTR7IPzzUXBJ4MR24nxeuQHO6LwRd3WHGoJ+Af3G1RUJbbc5PAk44N3eywX/1ujL1f4oOtfISDp4FklCrXC85BUSGji6J+Khr49VbChZPZu0qsFdzL7K4bRt2DV7iBeZpubPiVbWLkdg+13nTGmlYi82D4S8Hg19Sd6jPbv9LH22TE05RERM3IJMh2OZAq7qCG3h2onQqr8nEoqmlLtVOrSVi0B3MtiYZA6ZuknquTzWwE0BUUi7UxFdyPHB8I1g6WQy3cwXELTyOwHLx0ZW/c/D7/Lu+EPwxjbm3MD3T9JnLQmtc1o865SK54q1GZ2iIcqNhmdauZLBBkrtSV1T8zQIRAOciSHacUtt6yiRKNxU1UZG/QrHEV/9A/3TgL/Pde1vEMIqK4qgEU7yFRApyfNgZiE84s7HgRUlwJhGwswEkeV7KJs0Fiqf25y9t3J2/Bq20R/7f85duWvnGxm9EvAv1kWNZaSn4y/zT56rxqQhQQdrB1vwfj2yuIBPHoa4/FL5/emrTCNCHwHcksOdDYE/wiYFv4VMiBlTAJqdWDL/llPv2tOKK8hD4INlnCh8W4f33eDwXqhNN4l9ncoJexBgDRhiLwzIqBmJZC+qkjzxV+5O1tugtQNbPAWK60nG44M1zw/7+7NX9Yfj1B8OhokDrjPZ2wsmRS1OHWeMHPCakYJnD/6I3wSTOnUnectgjW2MqswYhdhuNLqDSVfGpvhqfrOp2QvC7fCUX6c8sZemsCCB/uDhtgoT33y5u72N9Ci7A00TdKB3eJKMtPUChngpomw3YTe8F060AXNu9CvKKpcbGJoSGelBgqusr6d9F11Y1lyYyjslkSW1vPSURoAx4aetddYAtagMqJJJUDjuBcM9uLFD73B4i6BGTlZZl4HQMUrEzP7/94K7jtakbIyg72a/DZ98HI/IjxzJt6aoiump86hxg4I+PbN4iQE48EuTdm+4LweQcoCPAO8zwn/sK/hw0qmXT9JhAhOd3oso9TZ/q5Z/OtfIUyj0yBown46QhglMfqANdqSS61FFymuP8FAwqBJzlIrCg1rLXc1XsFXEfoyeaYaNYLBzl9El10f8Y3QoWwzm+PnCuPg0XDmeDAu/otN20E06AzEd60gVs6Ig6s2vwsyB2gXxIHYrQqFXWMa10mqoKQVV6D80RINDaMgQVkohQaOGRarxOyihq1OWp3Kx4w+u3Ri0CS8Cs+/8a+CJwybhY/NG5P42eUvrVWdxV8Q38aETERcPzg6GMGFBAmBweY4HWvCI7y1NwBNjYZsa9iuIvmX1TLA1GVJMyfY/Li+snD3Zf//SFz8mh3nB/xHvU5cPOZ7WC5e1ycHl2YyCXTw2L5hsdOp2+Cnw431ts7csH7uKyptdyrfzZOudnF/WP2WQsiQA53e6bbk5dBXbjnfmv+BlaiQDfsF3efUXoI5qrC06N1Wg/3lhM94VgEgHmEHiJpjsSUsiJpPbFfP6mRR4P5POOTpYzLoXIY7XzdQoAj7hnRV5My65op4ALxgoAcXB5wCNkg7yi9eY4OG5VArwR+mh2vNTa9fGnVzT2H8tuFu81zsdWgiGMMYgZJSXfqA/CNLQqc3L5wRLklnW4IRSWFSlzD27AVsPBtmLD282mvSFNDTzKhfmElMdIJQzPxGIiWRsQClYdsRxyWiqjL6+fdk1eW0/azK5aytYRDwH/0SWjyfk848tfl+PTETDbsxkuw9Bg2K+XnrndlWjTF+PWcVbWr24zj/RXDG3KXIZTyXjVXUxKARG9EVX1lYQ30RTxYL3Ib0kl9pdVSIFX1k8dHK0Asmk7lYIpntNm3el8doLBO9R54ezGAp88Cxz/pRyIz7k1ZQ32pWn/hdfkVR9IjQO3QFeek3/2V+MpxDoH+NlxG8ukpWA6srPOARrU8uiM5hUBHma06ubU1CbnAHMILHRfXWmSdW2ceHh0ud8duEa7PHYYd+RwLiBvFY/G/7iZchoQl3dUC64ir5ws5A4YLU21ExeVCgN9rZi/RMrrALH56UKvsta2OVhqyGT2bj0qmA0XdoYL589/qM952HEiHXozM2LL4yVHjNxDgBDTxqDaeNK/29QtHfITEVMeX0xLC8cUwzVHHzOFUNq5I9J1lhdTZoeXWUYhfB+hi1jSKWjhPrIbQoY4ily/rp7cIzQhhXPi7923HQb+50u7oXkOkVLjizhxj1JUJf+kwG17G9F0EgiebYonfFtw7iAs9p4KRpIumQQ17zQhfCXUmxakwNgf9bPoYYk2+coskp/LLLifOLQjwjqijNn+esQH3yM3X4DX5VJOrH3svM7nufE/fd9cGgg4edZgrw5b/4LDaCFcgY4ad4kq5WK+lCdauRhb0BQpWMNDTsZy3qOQ81G+ehV4Oq3VCNDnAAMEs2c0l4Qcw837GW2m5vbHH5l/OgJ0w007QI3Owa5iwLHHxwA0a6ERxiWcA/B63fG1Qa+C3J7CRDdwbMfhsxLCmpoivyO/AJrbbBBBTkT/IwhXgbWIa0Xb9GTYWubYuNe/y6z7rPxgJrsY/jI/1w6Bt+0SbDBdzk7SWcTpIJccHUw0PeLTCDrk1gRWLkreI5t+SHRHnFQUaNZSE4EJAtl9WaIkMXH3VGNNicJ4B0s1YWIxc1IvrH1IzjSlxX9dQ2mRK6P3DcK+t595Bgf4KYxS4zEaKSLQsE5VRtmG6FtbtAni2hIqQ8hWHtB7TcmZv5tep1dP0nueCDCpYm3LZiEEj+i4G7Oj2356KiLA4ctct9zxXXhatXJf23ew3uA3wRXP3B02tuUpRI8DHGzvddFTjTVZNZDxpzEeqB8Cc/V3/8SPw+nA81QEeDD/bFbnzjhqHQOxoSu/P2zsvKo+HZKdGguXcXP0vRIBKuisxgz2jPsADbkP8KHmjgAV5t1XWJRANvtiUVObnAMUsxpKXlqQfFX+RP2OPT4GyHsRlvmmZqI1g/+cSQM3Tuz2EGhd+9KxwPwZbi7tE//5b+A4FRjvx78h8SdKx74IHM/Aco55kGxiOdr1ulfCSMJnxYevhjLB5fkdfXt3X7v72muHkUYRPOe9GTVsjgonnLBebCiiSKQPLLu1AOUGm0W9wy70KLGQD4WjtpilxcQJlVKc6quROspYwZJpq4rrCKnsh93KM7eiC1HOrEFnN25TzxE8uypOQyxivyt/vsJ1kMR/SKQ5EpfeyX3kNXC7ONHhEydPhugmAbrt9zs3V5hs4hjrJiXVapRJ9NrU6SvpM0oB4i3fCENh3zosrrFHIAQvuJ84tGhGC1YuqJ265nHbKd6Csd9K8nzuHhZpt13efbhxhU4N5A8MREftRr6CZ30f9YvopEmTnO+ujKxUp30ABxf/5rGMLXkWeHVapyLAHuqd2fzT3gNtMo3VqU0iQDF3aj55lK8/Cjfp8TFAYd9y44g7lvFPoak3QrhUOHI9AwbemWXMzwIbby0q5rMbjZpyj5wEdAzoVdzPg2mZlwGSxf6ouIBgI7RlmuDKcHgY86GSEp7bpIW2WFrcz7yYASql2HSbaawKaLLbYZrY47FWkI1FvIjAliqSynKMxUcWGUI2MUN1IzKkq3dVY+uERnzMdN2NLFXxof347RsmOsGMlOY3+x/EfoZ3zTeryS2G997Zjp8DYNNPY7ei5tW8sdlFaQQ2pXjTCgGDny60KbGzfVq2JhBevijl7fuEWwCfL9T7pkZ05sr8icGs3eOr8Atk2PtMZu7gSfiDjvsJ/zu+rJuoi1jnH5PGv1I+4Dk2c5hYoVODA25jOazXC0witSa3Q7hILDU6wInyf+Ua8H4uK6+M5ZMay53l2FKE1ZE9+hygp7I81dyHz3cy8Qpkp/tieg7Qh8Clbz+Xq3/NUH9Too8NWk5xU3JQ8WB8S0uuiQQcHhbegQCw/CURYOHKQDjSdYVLwThT4aLLyZ5w5zUrORbPGraT0DLXms+yzkpXKhEjEcAcKBBsbrGEfGRkthAo2FAEUKCPL4KIEhPq/MiI1oSV+HAMXEEMYDopuKXsmPisFl2OolmzKc7KyTEBUTwMMg0JRhuIsom2ZFU1Gy1tBwyLq59LhfuhQ+XxpXIY/6fc3/PPP0u1pMRTfy7ToFQ7iVM0yZa62qlsKSpEq0qyVHIgPFKqw4jz1sQMnPrcWqHXRmGo/ozlW/cXWyRtUqEqi24Na3gs8PWLLKWec1TcjnzxWeMjvQUEjhUjEtH5InCqgLA6B4j3C+AL3UoW0FdyLMGbDaTOpJ2i2jcYY7MdaKMail2JWZ2KH8HEVbgzkdslx1QtastSZm/iNk3Yx8AlyIA8hIBLZQlz6KSxKEqzPvFXY9Y/U2TSqlUYUdk6RHXDXXajvHLHfoBps9n163YQcYs9oWoYnm23AP6dN2GhxqEjIrPPOXC2pPeFsOxKYcK7F0SrgKmK0ZpHCpE6EegKvxvhBaqRtWs/cBdzeOrHEWC1Y05m5VN0/6w1qrHsG7SI8jREgGv4qQP3/LUAjgK/Jn82ejxVzJ6CwsJ24ZdnO3gvIGCSXB1V2uD+VHJfND50hjeNSSgUsIfSUlbBmq5lbbApZDNefCdXsUtKX9DFOlSUHnusNOxq+PQz7nbADihKIjIC62ruoWzZDIMEpVm9JIwR4V6IQtsbXsgmTQSNXhcIlCrzpyNnV/y60RACdMb4RfGe04iHxR+vIWTcSPZE5jcbLsT/CS5JQqxFvNDi11fe/tuf7emtpZLblB4hKBHkpr7IaEOLUde0Pdd2G1tY/h70acMqZvZydleLABuTnL1pL2cJRGscrRGCrgtYbmv4xcET/t7xUlHp3HGbfFh3ekNivKoFOADuw4CP10yKX+RZOP1AK/nSCDcFisvNM3ZavodP4CVdFpDlPVYcE3R6sLggU7AMkPiEYoelXMZCB6ZalS+C5OjMVAxNIqN92SsIoRlYl2yZCZFp1ZIJRypHMZdVMVbQkQLqp5mtrhInrBjQJTElhRkevtHZcOt1Ialp8EhUx0zl5M9yfQkCrzQRWJ+/+/y73CNzwYSmQGqtQin7I4zcUWkGCtoggqRStFCKlv2a8LVf6VXO4Nn1+krsJJu48aR8pT1YVcoXJpGEpKyEdQT4SwSfTXsy0J1avFbiQK2q6RGwgGu3hRbg8RqJRqnY1QF+A77odR6RnJui+T+Qo+UxCzlL3ZGUDVCb0Lrw2I+9HERYBCFWfNrGbyUzATQurw6RRMVWxKC5PzkEJisBVYDQyCTaaj7/V+QMrVjTTseCXmgdGeyTAoIFStFDBRIlTGqSE6Fciy5aCD1jGvTCFRCRpEwUM70jmoYrfhGCX4iqGpLs2G15P9Oe5+0wvqwQcaWoiRaLU+cTD2+wZHZuau2kwfRnyz3xYydKO05GWzHq1sw6lRoR093AJDxvvtJqZEwSEfPyWsMvC2aEZ4U/KUh8t+S+PqvWopu+6FlVLfWqGBLKyWMm3gOEKcUJKtY7wf01L8oZwRwa+xpwbNVG4LWd5e4lz+ZkL2iwnzDVBQ2gtBei8mdmojV2Np8N6wGEAyiFG3ZqNiH3hfuwnxIpx8XlQw20c1YjsyQ8pIoOJcO2TKiuIUgj6bVLEFTzCY5AwxlJddEk6nKqqvcI/oAUykX2UbIwHgLuu5HWamoOMxoGnNzbf3ubIFC+LmfVFsOvn3/+mbdhKS4UxXqVCfWE4urcD9y0IRkpToipPVx4Ct5bqvTThKagTkzfBzhhlwB9I5Fa6euNtEd9LGxvWMtrDb8o4IGKJwwVu6EXj6bwD+c2AY54Vyh4v9EnihOmcrvEI18crgWKdjXmQThOLrKKlbSgvcyzwrEHKo0KsfkWqDfxcnUWCPKivRD1M9dohLiKOADExsNZtjoHmI9A4gZXK8NcU4M5cqpShIy0qILRYtFZeskzkPKWSZVBKmhKq0JCBRQX44sJrXnaVvhieOtWfIwy9wfm3WjSIncC/t7R3m6Gwheg+pX/OcaF2rfMgpTpgU1+FNyOZKWecaH8xhTfoZzJjevfgVb3fZX5ZSoKZyWopmZVYkdACSQ/biszb7kYWV9r+IXBqm96EtDuaS4/drJUmFkXORwc4s+W+bO4gB/p8GlAHT1H0Ggv5PTK/TlKRIk0HTtyZOlihEoyL2PgVL2ytbZjVoCqUH0cJeD3P1YxeSGqQexSqmSDNtHmDs1vRgjuj3CFFeRjUi3+yjGj2zuzAQIwS2GoEDRe56RscJz4kLV/t2hjFJjaRknvItQkA27pGHB6OaZNq9W3rzmuTcrHQCHZ2SJ3AuIG32VfVf+q/l1xISyeEIGk3A2EkUErbb2W7hN6dg5viCmCGe1yT744SE3eJVD7Ww4wXtMHvyVUbPYXO0g5agB92y34y+WfdQS4hicD8X/H9fwGJ/2Wx9PVtZRDG7iNuR3THvk+wPKRaR0oZ1hFA/46iWPiE84d2gS1jrElAWseD2CjYLFDn3HIo4RFYgIImRBppcXWA047UcUg0GC6KdqoipMW0LA2DoJtrR6AOaj2NVxqGdLM8Z8pPWkLUT2V0xbYCkGU13Q6x0MfB5BBpuKL4LSDYMzao81zsWNMl26hgj6jQTlse4fh1lsWkOyf3//7lf/hO7ftodpnvBPwvPdJunv3mSvEhfjF3YwFKqm8PZnGVp1x0d5EPmEaZQw0bkSfx+seuTb/XXAopOxsWJwDpGwcox6khmSRzBRaRiWYjqSW1xrW8HhQK6mfXNSy68fZOEK/329jxptcTFMQyrsQWiiqcE9xoI+jmzOcOkUBYaCfL/Y5QK17lr7WOCmrPCvaS7thhQQXii24JSanQ+AdCrjUEYNF/FFuB7IbWw3HW0HzIbk50io1LIjxMZGwvMemnCyeOHSl8UMmHr1L3ooiQDJCiRrVEtco1VSEqkg/0AzVYqEQUAGgcWCCCF0u/njNodIw7OaSBnf7RUZ5BvBsXQX2m7CkXrTZ8Z//38gnLtQs2wgzQ7vbNhRxPKOKy6M14mQjOiG1aqLFCYU94Fw73b9Jpa42s7MrKss4vEnU+449bQW1up5GqP87i5XxjG5/wotHXidPTQS9w1NgK/KjjB/cKLCYYPJXmuf5C+28P2Hjwmbh06c68oeYPHoxYoKHRhjoMod5vdXS72fJCam7PCNSaD2Uwt+85TVYOmbbj9KpDo+TB4/rPz2rQ2mlw5UBfY9Qzq5f+eVMXV3mLRaAU/TlYa3QdiOMQz2/+JSNGpd+KUNU3W7yaKnScaViR61hL2FvYCxqr3vZof2RyL7Fz6iJgAwAWX0mX3kMCAGz+ZhUjjXBlABr84koxSM3c1SpNFo+eVl/YpYx7KnCzApNXVNizOoqfeRMfZFjpRis29FRtREoz4g98mJFDY4UodAKUqGe8aYjwY2LHufkvX+fitr6TJsL+LqPL59UYOhsN8ICxYUeS+OpgvbI0lvxxWFOaf9cG4i3ERXCqb5258tIFWKcWqarzA6wIIfRyvIdCKFMLc1qHGyQ2FdeYE8n1HtO8pTr1ztA+S1JTuUnMg87wO1P+p/3FtOOZsQf7uB8J/I8sOChERpGmb36t0r/d0h7uleUOjnPyw2sQy3s2vyAbyk1WAfj2q03a9HFWVOsAX2PkLN349WVvA1wvBWwgVZdOcclImn2kNRIqosr9qy5E3pyFZhFXQvZnidJUKu9sBDlTVRalrztZAEHwtZmZ2l566dZGot1M48d+IxaUZUl6BPE5qlYU6SMkgRTpBWhtZQBlpIQgcKw+UyqPOJqJ2x2qjWe8ihNDEGl7DYy9oOaLpaXb4ijid/Me/+I9K7QUgJdxzD7Ynf3U7dsmobb24oLDcSFk17UsI0pJO9IYw6+Km8UVxo5Z/LMGi+IOC9iUOlUwWTiAIsF4t0EP8Gma/1kgkU1OkfZHuPTHQH6TXd5pUpzL/0lAJM3p0hGtigHEw+FYP4dYyIjWHkdQVfsVwdI9sBP7nZ82njmv5Zb7Cum6ZjhzBHmj+gsc+jHk3mjtHyaHzjO+1reQPVCoZvGg47tetupHxG20qkOYdt+8JiRjlNMh6sD+h7BPbSQTVD3PZ/RsVZjXf+QhFuc8Gosx46Eej2IpDLxjzOVvFyQ/x3OQmZds5Br9XtNqybjsK1i385NFBu6ZG2ApvrDRRA0xBatqbBSmKSsHjsgQCH8a3/8Wx21SkuB+K2RhSl6DCaaLM2quQeXoVAfnw7pgtOABhoZXljirlO1Dkuwp0qwievjvRBtw+LqH4WKNyPIq7v9crW1Upp8YaWlQ8BbUA+uyF1+fPnYIiZXA+Pdc3ngHgm14uvj3acKu8gIWxCfBGQUTSzU4htnzHVhXsD+LMcqhuejHFF7cctaykuhpgLJS+vphB4KESj5/84EEwc4eaFK/bNk3JH/IM7yq6/nW3WAcib9vSqOn3bUQP6p42NjriYGu9kxw5kjvDfKtJfO2AEmlPNrr/4jqu9SWIectwjbZkIQNupI9FiK/jVzh4ySDieC3zOcOtxVmXuYG2ECxIYD73UuVycnx7EtFzk6HPXQL94vBRdReHU0C7lZsJex3JuxMg5BbN/1HnHET8U6QC/4VaiHe8qRDl2KlIREvYhRKxoRIEArFyBWm3Z2QtZEJCN2etYmYncHyqLam1XXga8r1BqDC9fosGzc1ihHWXJF9hiMi1QSK8m0dOUhaFjvXA9h1u72o/g0arpiSRQGwmSG2efKv9j9dHf2hds3eZUugo9ocFIQ55RkLp2vYnk+TphT46l/D0/9jucAzewIANIrkq0VktkKp/lTHgGWe5HxJ6ITvNnegrISAd7HDLd4U1bJJzxajQB7U+Bg/jKvgZbhtZe2bG/TasTHxoq/FGYZe6FhhjNHqHCuydRLX8QSxcLysI76TFdLXvsicpyw6ybcu29vCZjf/uhtZ/7Ab5/uU5QDFPuHgHYDi/NAfF8xpuBTfxv8J6Zh6QeH63KI/N4yvlNb94hCfP0YN1kPA7OgWc1K9g1a1KmJzlq3I2HFwzNBkB9/MZBdbHHwW3m1RA4RYwipqyThiQDNW3BpoYRDG7Mw7IGFFDeFekiDyKj0VEB8Hk5A7tCzgUWtjNFnrl0+WszzfEVTUeOkETOnUqPxSUnrYHLD8MdrPCxsQt3t966OgnkzTI2QBlaXndY6rZd8eZxCwNs2gTF6a8nNuOvlJudSnxv95KlMHwfZpccbPwXdHzIcUVsEWFSB42YPOjR2uicAK8OlkvZP9VXg+r+zzX1en9zcyyQC7C9VTgQov2Anwh9EDs0BdhnBSgS4N//tP+Nk8hcagfqjYcOksQKwf6TpiAHjCF8eR7ginSByeg6QE4/1Qmh5L/6gTjo0CEnkXfYmSPhX/6kKmANC/pm4ptCm6JBTgrk08n1DjninEWAOX8+MAeMnfQtMhPj/X2FKky8EiPuMEPdBqx+OnVm/zfpY6l7QAS/rVs1iB0SABiGk2bndzfmbu+fOywHas0CXKmMqmxMy3ckRIFX5vrotw1WcizQYyWBMVZFKObkiQhVBeN2Xodx+0X/W6JiRpIqo5cTZLEtLV1STcqgWSg+Ckotwq7luvCYmjKGpV98CQ+vZ8Z85/eeLve/aYSghYUlnUN3psLz4+0tGkmBKR+JdZZ4Fo/c4OwRvYzI7yLj5SkZhFHGCndszz1fd6itRle7Ccs81HOpV89jZvSKJky9LMkKysp5KqPjqzvYnsvQXKwZKCCVwHJRKoXZAkX9VzkTyExlBbyrQUe3uwi/yqz9RM/g/2BpMG/tKqy/ajpigj/AFjzDv4pvIKNLD3hUBSq6dlFcPFQG6a+vAjw0aN72HMNHx8fifnm6RDl+tkHNlQN8j5Pi1OTu7sebLHo4BTfAFkibjZ38LTsCTAAV+kuI+Qt9deDLkWWC7Bmwg69wEO5JQwE22WPF7A2y5rmfpF8KSIlsWycLULvJJRIA2a/N8igpDS0fK3IvRfnbQTHAip8gFaXzn6G6I+DHe1ikcmDJtdaBPsUUrpa7hBNEtLlJKDtaY6DJuqDjGGSpDu32jnQEdZrt/x/kBH3YdcS1GlVkbWhfb9TdIqkDz/kxyr4D5IWan0X/bHY3pfTjZlDdEJRenqKbW0iRb+s6kMAj8kM33rM9kl4eR0YZWUk/5OUAdOP5z/q8T2f+zZ0SABiqF2nftSF4y/6xzgIZye9MI8Pz8X3XW7p7f1xyQWzzbAeZmE6PGXjKxjXAT1X2EgiZTf+3WIkBlz8kqOe/nyPC59qe/CQbz5yJFmOh4cRz5TQaoCHDa4XRA3yNUqFYOzdPqjq+99moE4sUcCEsqB7pu6SZsdnmhNeAP2BUDKgScKQasNZ1lXBGhVzSUClts8uUx3MBCzYXscHPTnTt37obqZli8jRl96FDhxCfhBpjvgEnFGD15BMpQjgx4H1W3u3QdARVpF3EyU7FYhgs5ZXE7mGOtwRm5IdLWR5O0Ymt6zCAz5ltgkIQ0+8jh3/PPv69KUkH9DqSdGLVj2tDTOQQLaGDT+/0y43jSIlVRLaoYM5d1M3SvxhmjjLomlgi9vhJtzNWI2Qy3sQANte1SuNnv0GtxPY1Qd9kpWJIv4g8fgbPPAc6Hmy/Eb6zIT2QEk3OAywoQFaA5vizYruurhtXGGx/Jmjr2crAzR2iIzBgB+hwgpwYVhn4OHSGHpPXWah3n1/++FWHUoUPgFqU6FBw7TFA8GdA3hzNe4PfVEJfXojY3Nslwli4uBRfawHVluTqCX4xvdFCIbsWJRIDDkZe0j/z6Us5Nf2VwWugx/jKZhsoIsANxyQ8PF7NcBJYw5mQx5TRCAuVuFJtJuEFcYsTSbp12KaCnPpqckpoHkW9LVxmINmw1vcExF2p5FiQc3NjoGamHp0K0HgOaXk4BgpVTkrUB9fG0ffXWre7WaPip/wDuWWuASrd1eB2K2lG9zcuzrAg1KiXX5ld9ieFY0FVTgGK2jHLcRsIo5l8aDZsxFMNFsf06LCYJxdTswamMhlGBpwbFeEtJZvN0R4A6FvyQ654KoZpr6sHQ6avAip9wEiJLnqMfO8AuI5hEgAq4AoqcHJ4V3J3gq42pt+bCcgvhZITVYwfJvCk+f+1WJ/cS2S24bFtXhznuLTJ/+lb6iyCQjpdS/WvpFmU4o8M+oG8BcjKFfTPwdQu5TXvA8lujg3s4BpT2k5kcnUUrVuwur/8ui94uiFhqycUSLoKwxg21mFNPBo5ZFrOSPQR840P9LeaFnQs7XAvGbnAfNG42lHa9UXOAzlTYOIWhrBlZNfOFBdgYp8qKf0hIC8wDPC6lOJAy5iQgetQoE6q+8pyrsFmuCsCaNKgKPxE1E21hUGYI6tIPAaMPGbgn//lp/veo2hSAaXw1dDnAv43KmhgFVITiaGtigvSA+7bQuDeMQPDDv3X6D3rjVCV4geSlnB2p5JvY4VnWQnGW9Ol9Y68HiSFYjpZogNpX2lMIDoUqDpPDeugcYA/QchXYB5er8hMZweQcYL9JVg5M3sPk453T+LSxnWY1F5a/CT5zhAFL1/05R76Im3N7nxKGJgLMxeWQ7ZJzBboIAutwHxVKnviuv7HD5gD7gL4xDLx5tPCvhuYmW2kozzehrbCtX1KefBMe48UCH06biVPk3+F4FMSXQFjjrG2Wt5e6lzU2kd96+KqXWCVIyGAParH1oP0t5oMc0ZaQGrtUYeVSImmjvgpcVyktZL+FnFvYpDQAsz2IcFwThA6thDBkUdhUU1ET8RiRQUWYSGuLCgSlxf1F0uQwtTkuhFpg8rgz9MmIb73lgQDocshmvt0rOyCi6cuiTR5UGttIaUmoVZzQswv8ETAmkscRMN3EqthjaUMmJxpyL6DJ0WRZA3giQLO9ZT7u23kNoGbvL3PcL95/rK+nFOoA03GYordY+yQCzD12RvEzQ/2zpMmRn8gIJhFgXe11QMW/6crfLX4Dd4JPO+APMR2vjRjg6Oz0CCcy/K3v4PN+Uu2ru8O/OZDem/9juXEg87QgV4HdIO1zabnrcB9Svj+0W6dXOlwd0DcHbtUrz/TNAGE6cUfV21TBqrZU5AGDVMRIwCe/i+fNTYQFhR/jE3kfoI6AtXi9plnclFUos6HZOFy3O4PHcpcpw4IzO78z/MV/i3n3NWTtMGLscCPrlkHAKgK8h4dIHxDCjjk5y9Mi1Q9AJeFIDNGkVmKzdrCTHv3JTEAxW1hQ7JbCcXeW1CY6Mr7eIbZVWcAdW9pSLgD+Cdg7CRm3ytS5OYU8ld6vUXuQ9y55nwIqqn+UmEIYbUVmlJb00CsSyg6kUkUQp07oRfKMJaJ2uupREaBQBpSPQF3pU997mntE4xBowYhhZGk9lTCNr1TGPUzOARb4STUs8v3gE/mJjGA8B9hiQUVOOmwm+AK4L3r7fsfHxssSOM9THoUZHKydHqEccZeRZzLwV54t6txeQaND0ONTE0Yd4bfBXDA+6XB1QN8YcE3fLAJswB5uTquVK0FdOUWg/e7W/wjj9lR0l9eRE4ZQw1BIig788vEMU2CdYwO+Mmt7cOYlDuKsTDHOwUs+Zqpc6f1DFbNjkwTwm2YrEBJxvI7odoC5x1nHjr5GCd8eSdTorwEY0OC6wCLmBfPdaqG4SMVWHV8jRiSR0Uho6hrg2QrsFOCYaxJn7qjlSkoUwvRQ24cebtw+hmJoPi1sJRR7pBlu5Yg8804Ty643U+p6Uyo1MoGJQSbdRMBfS0mAR9uYTPdMHZXmh0fgKYFVBNiFo5GN0UFhhJbMphQ5qghndT2VUPFVxWH7cS89jFtxgD7SVPi2ufFhu3sP+S7zJpQxAvy4XMjGXV/YGPbkRvr/cDZ80oEvtPpPMEcMSLB2aoQrMi9xqu43Pj6NM/QdK0brPy/7Kb/NKk0YdRTfr3PI7S470ymuDuhbwLdwf56eMvs7um6ObyWMyxEv0C4Viy9SdSRXyFXeCgZFhC7Bpk90/VrrCNg+sNazlnG3r16aZxNrFuSEA7GVVril7VWyEreDAYlcBGyOFne9XXKENZaYm8Bm5qwY5eDMlhA0BhS7FI8+JK8CIzXTuT2JBVOSMjq1sVDTFnEfr1KtD5qb22u7iA5U0FdElS7zT8BWqf5FkSxM8yxkFeVGgnoY2+WF3HujZxBVr/CuTsKxMdFgYxaZsSAV1vaWwagHAOoJUzIXvxA1ojnvKmJUgaiNCoBh1xCUNCWG7GZPcwS4hp8CNGdWvsrOqq+qlRAwjlJFawLqU4DxgY73wPPmrFFKkIpfBsNzxM32yi5xWixpSi9zZY3rNe9qmRVg21goFt/cwVLS3AYFxFzS1J7EPlOEuaUACypLizhNtyNrHzHcpQ9AKVNUK2OAkfgtNR9RSvGaHVtx0LRBVJsfl6sOldKjMzdPayFGzVMiu/rH6EJziaSLJlHzksb0TYVHQCYSNVtGER/rsXBh3YkRwAVU+iSjT1CG1BDnZJHW1uidoM2Xws1o+0eYHGD2UjiQnAxu7znku8nOMNblvbDWsIbHBa2kk1V/J1hxYvg7xYTTq8vtVkAlPGGOusdjbzvDiiOPuQfwSIXfhqV1bHdXLkYwWkAWO9YuxEZPHVksQ/KiuT67wF/h3+XlTxBohqdDOiaUnLoLrM1qTCGzKF6oRpOufZgsxHgXZqDgfTjukZQMmhAPGaEqImuE0YO3NvDCMTJ2KsG6e6X4PalVdsnAPwGjJ+MWWLU/JHdmesaWMcq7/f5y+DBpijOy/zWZomGpujd94EgRV2/8Y9J2R135MNq/GacQ8/1q8ygaWZl3Qa4CQ68L76LBVqvMi1b13bh7S6uao3eVXmhrWMNjgTwV1zPwVFpRo4c7/fvKS19WnCLRYA56UYIDDVuYyfGFJXEk5fKCvEeVpZyVzLrWetfi9qKvpc5Ct8W4aovAZLL+xSrubLAPhNxsz3qwaOugHXrDORUBipfu7AJ7JZu7wkqNWnvIhaRDgIo7a4A6N4vxC6c92pVqCMZEsmiatjsUmyr2RuRzzFqjNHMxXLqxrXqXtFxqFOoQNXGjqsPN9G7/EQYikTcxw6i6lamdJzgKE/pFwHVl9OGheZ45sI07BK+enSozAsP6VZn5upT9LxxTo80jsosLRKa8dYEHnaW1hjV8Z5DLclqe2FMpVAtdMGIB3gMzgSN5RD8DFw/3kHRL4RA9yqXmT0G01L3QMTttoJO1LrC1YSJlBeE2p9EanNt7UCEg9RhNJAXNe7kiJYoAcQzpt8Ut6sD9l9nFa7ULqU7hQGXUfjIYHK+DWaoqDEVLTprZa6Wls5zxMiBJQ8t3rSSPmjpqGTWjhS2CeDXAYrvFcOt1ZShssaIVOMEGrIG+UJ+9ahDmmtplSMikmadYaqCn06SoY1O1DcMQicqqiTbl/dTiVG3xnDgty8e+vxH9LYMKPPbgHoAwjViU2pWsrDWs4XHhaDjKHX3L8Qzg6XOAkuoXQgr8DgQ1I9LDC+aycPd5DUSN9/ObtHgSpBY6pTIhWuj2RYXDsCvo0IzGJoHQMDt/Zz7/rc9YhRC2VTmpbh2xoIQbAlt5neeiRTmXelUKQF9wbLaC9BjhYgETFfEvKBXBAQ7DhMcICOZcyYA8VTbEnKylFBuzaMaFYBgOlCEuFxdvIIYaGC6d0kLJNGNWDywXi3feMxuYuD2G4IaRZ66nhpXCc0AwTQkKi1k5mTFXyDWHiAhXy9CtIpJxgJXCMqekCxEtc+wnIJ0xwlpha1jD44Fv6cPhnUzd3qkfWF/ByGFtgaI5CmXd47XDXzEpVeWs4Ak55xD9MmmtXVZv8wJZ0F7UKcX0UtcH5+UslyqxvVjBYrbfzgCiAuHl8MYFFaIf5D/jhv1tTId22jgEpn1pVoG9mW8qesu2EyDiDSIJmJN2DvVSBbHSNPUgzepbBmCgB4YLB4BbnyIwifjw1D03S5lgOWVXL6UNquwawnFpF2mc6UFq/mP7mbwERpvpZrMDUOaRd7D60llTAiRvjsoWpaoTmFFAv9P4GchIyfkQEVePIvu07L0Iqr0bUashMbpGggrBNO8iJLLS1rCGxwS/rU9lu7c5UJ6sYHmiH9y6CQY3iNtb8YcT8X5NOGBEfSjJSGIzGCorG88hlKSlngVebCwMiutFBwtrNvvdC/PND1V3K3EuzA+Ww+H+8NHmYudgeH/4SI4QDTR3BCjE3sDNUZYtLofSsLgXhjPR+iVM9atcKIKRV8XUNJUiIUk1WgEOXN0SJkrWzRmTxUSwQ0zqrcSmidU0jipWNAxv3TqBBhlXoU1onaQrhntzGZIFPdSKo/gNEqWHve7SE82jxpLRNjolJhF/G0kX6bNNwPQI69OodSBsPN0C3hEL35kk6Cx3TWv6d3IDj0o1PiQzKL26nj7I/b3f9WXH29/6xuDHha2VZ05OwUG7/7DDw5SvhOl83nxE0+3v+dXQnh6+re5uDqxOWjWOgbPqyk9qIce9KdyDZDKesSUBQaASAaHfBqM2Wek2A5dZ1s3DNDIkl8pY7c6waMua8jutI04g2drOPSD0++vB8MrWgXzf4Zt7WEnTIAfYTCwKbELpyrpMt5253gzOBNcr82bzEzDiphNaSynr9QMAIgLGI4YbTgQNzWe1gQlgFZmMYrHc9h/BRa4YAiaXKEoEelOVSpTJWd2mRlhrHs0l55Grhxp7tRFqOcZavUJ1O1D2GhSqjVASFEFNTnvv187LLxIinJWIfs/XCJmHx1dtBEpR6di62DRYL7CnDoat6XO13xq2t56IA/zmfnS/Pb57JuxOfFZ0TinfAKbzeVTTJzTnR4EWllyTPJQOaScxXRxYYDz/1290UVmnBYsyaXoa8IJ+JT492W7KDPB6LHPsVxXbldd8KGVkNjDLh4JtLDgJOH/tP2OlMon9u1tvDrvahi/f3H0w3zm0sFjRnwhQ4A6jO0qlXQZlV4WEiQEj1GPKLorqx7GExfsx2PgM6h5uyYnnaYluUboGRxgCKhx5Aa40hHGarg0f1Vrcess9W7DGlXNtmSnk9OBmnqXg9vV6D7TycRqqqI1FGkk4OwQWdafKWpWkjD6CmdbG0v4tZGVrNIboCludls3gGYin6bDUYqIbFaFGaBWN+dRGgF/WUxXfDYbP8gLlx4TnHnxDn7L92Td2Pt9Y5xS+yXyGemn09wQ5Apb342m1EbqrE0gCgC3jSEWQG2Mc7UX4hMdBjLoFgWF+p4kscxXYq5k1nNVdy5ySImfhTamArOzDBIk2cR1H3OHtJ1Bp8urm7tbB7NyWIkJFgbNh5yCt4gocbmDbKMuHZGfUVDQcecy53K6rzgsVHXsU1DhLxTSvBsmDSir942kF0W+mWJlq6Cj0sOFNNnd06do4JGjhCqShSNUBg7QakMUlUVQWyV2SodJkFVW1jlCGgVv0gq14oRbaSkeOcdtggmZqITGt8DhHSr2x85sENhmHXxWhT/YthFxeyuCkymwHgk9pBDirCNCHigfz89vzQ/9VpeInvyKBh2nFSbFSSVmh24EwPGljqb1QP1oW0pn6trd2VZ4XU7DXleQZ30lHslieTxsskbcR7KN7Z7O1ifodxDuF0hS/0GrovQWi+6Fpv3C+KaDp2KQNhbLr+D7guC0kLtNOwr5yeoL+/EfOAS4765iXYhWI5ePn0W0iHMfHfTb6KAjMjYBZ6+SFaFVreadiqOXvPMHPKA13sb+DYTTq4mC+OLd1MLAt/v3SMOzuXZjPFQ2KF1/W7gNUUefe4gnck00bAUqfxgfskdyDcUpqpmTAIriV5KTCngvDRIBIRnXIJoqUFpTCLOI8p9JSs1zIEhaDEVBTCX2W16BCqW30L7RwlQ48JahWjgqrTl/imeDEmNWPUFX1YW9nHhaoLP2nlvG2WWSQjecGQaLBdHCXueJstiJA19xeVX8h2UPJTRfKTNKAjwC2kKf2PsBNXI5g51fDxtbexr0tuYG9+XBv6zXMHD+zM9/N6bCXnBeNd/ANOkyMM7gL+uzktNl26Wka7j04tL5NsX5z3Ihb/+CfKxXq+KjSSoTsyye/KIlI+f17tENbBAX/VIXxVpvnon53/mnXEtHd+Uut8b0tlwu3rxFsfPiPgSC4pv0cjZqCXZlsG2ATB9/9XiPA5VHzgPJOx5NV1X9hQ+Nm6Xg31x0gznBs5fkEFTTWPyOJyvO/UktUeMS90FwG1orWuo+3YBm3aMIEjCoeS/S29FVn5WeLVRiFEHK9I39/2OQc4Pbii8PF4WJ7zz0gzts3bU8oq6RMVZgoQWecSTGhtswkQ+i2fGpu1VSYkk1idiMBEYQzp3JMADos6Ssn9hclIyQOo4mCaehizl7nIWCnUCMgZX1fdVqGQG15+Rl7Uc/WmzqKu2HC1Up5/JPRrrsQFRqU4z27Q2sBWuPTDRqnCKFOkBwClzDaGt8z6d9y+OowfbaJwnxKI8BEW9jQ3t7OXRyXTF9x0E1eECOXR0yxtZfTYXFvB3NlG1v/7XNsOdFmWG79Vr6hO8D70fPpC9GweCH6/P9Dn76AjUK8kFNtXc1SPs1R2c58OJhjwI5QD3gL3/YnxIqtP43z4DPvdNpsW71GaP1QSlRjNlGNPbW6KHJQE9vY+I+9HTm3Nu1tvwUmCtR0uwZYQ9kjQJzO+XuASdjHt4K7ChQ573hORFikHhIez4T5JVhJXaKANwECPCrHRWC/EbCtaha/kbbYi5rcZcUIocQvNiFbQ8RoPlP0p4hvf3/4aP9k+N3BcDi8tNcclaBOOEnOws4EeBo7gShHMxXwItcHgSpJ0mwXnlaYpRAR4lYQI8Nl2FjdpljYNgYevPHEimmHgsph+50/UTENWMy2r/0xQvGQAs4f0pDmDIGW6kd4unVHF2/T2hsxoJJrzqgEj84oc4buIIgJLOASzLMznXlAa9PK9WOTOpgRaXy8qnOGzripBPHe9EAE2k21W902SVkF70/tG6HHiyB/xQ/mzNnm3gKPIDdk2NNBJIGi82eLdt6vBmwn2vCjYva/63jO7Tf3/P5lsaL3vF0t75QGfmu3s5A/SW+lxF5U2ltHYjzrdn/Za4KCvc3lHqy0qXG4aQ2lRYC7rbFl6szgRPcm7Hs1XMuUAjW1ju0H58+e8xMG75rR48l3QeFEnevJWyGQC2yVodoc+VYYtUwyKa4wF4YTFMpFcgh8ssxVYK1eMtY8i51qzMmsRH5a+DFIJWfNH7lJMwG3lB4wDn99bnB7OPgPXyKul16hb6bjrTKn/ulXTdGpUmKq5y8zk7TFJIVYtBgililTS7uQ0gghdxWGxuCpITD6GyOIsR+aKCQSn4tXr169IRdov8Lw/RCw5WqTI6nJ1xAafZVCjGmVNW7TUlsVDru+k4xXgPvzLC0bx8+MAs1x9lMH3j0mkeq0n9migyEP5DdJFZQhI6iOMrpAOnKfSRYFY309hdAd4Pa/7xBmEeOImHJn3qa1eMF+4sF8UGxminlEZYJh605p2r4fdsKkrVebBkeEamMzbCrsdhzYoWbZlBB+7b/YpQRBxav+BHKeW3i7tCm6grZZ05LrJaJU4/+2TAmOE9OxutTYFauZ2H0YChY9i3ufnG/i0zl/PyAP5tAtIZ4BN6XC5P4AnI91Rw9IXCghLeoimEsTmmqLUmbBYbCOnpfHy+E4V4Gz2rVRdN/gWtY9RqDkAINUoshRxkZQBIZr8GaByTsCJVz4+CSICBh+kjZLoB7N1CsxjjLYTpsMmyxWmhGFJtMudWKgWcnmbhGN1WbtMVertANKlGugJiyHa7cuXb92lcu3DS5dW9GoTSm/CK1aTs54XNXiNvFfKAjY3Yjh+mTXhmtWCCT/Rlg4omYVTzsf/SGF1pyfQG7TSKkjE5/5u6LqHI2RpyzB3ouUm6N9ytdc+DjXp/YcIN4myPldeQqHWPce/DORkiOqgpws3KzD4eKtRF7R9FcX9ijD/MMmncurVRuJCMk1Wo2pivL4Nw/eHtikBEa3t57VyNwf4L8J+RSGOh7HYVGGEtFG0XwsMx2wIdP2dLe3dsQ2i2EI8d5oNEFU3f8ezwHK1+GyCtqiOtLvqxyWPFdj+pUvza8JlvHQPss3gisVHcajmsKjcBssXDymjUKb13zsx6s7cY4+2IBZgFluZWsR2ESoljk1jVUHjYRRxXk0UARYdh+FlUxQRhlgAFAsoEyb1AZRnpNg2tLCNLsgO2R3ZxoyjQ3TrhoJGML1Yb72mH3iKkutaidXLw1fDNevXncbt6+HgAVQSCnTa2LkMJFu6DtqpWPfcKU/LHddvpShqGQKnisV71eGhQwiKnwKELkMOW1bEdQ5WSaCGyyVFhRqnWDzaup+jGkA0FTDtwqtEQHieMEYyx5nZT19sCTWAQ7vattXBKj6/h2FOT4ZJmxjOxIRVN5o+3eWipLsT3SUKF/k03Ab/7bc9n25kP2XIyXpRJQb+/8Q624n+kQhXtAhW1Oyb1GaipjO9xndC2rkSM3wkqMztXlTbUq94r1FUWrAb87P+QrG4XyZE3gRbCPwtN+YTPuFVxfzC5qWyJwDpDtG2cQnc37igG/Cf8VhnfpBFWPgvF2HpR/w6DfHnCQ2HDgGJojUp1QhseoWkeTsXz4scttzzIIlzpJnwWfJC2wvGIGWPxagmgpRYxdq/n5OEuR0EsliahydRRSCPiJAVU1wXyhLR9FuzXU/XlxFWqZTCNAaYqPVGKzBnJqUcHcNiC+pXpWuiEDotF6TbMYTp6Ty6lX++PyLS9YAb3n7htXVgGq/CAsfkqr2GcY9VRyFNThBVzMRwVLtWMl4q3mnohr9a6vZOIuAtcENpTKUxmUWBSJFSQq9OXMEKAJ6WA9x4G1s6Yw2rT5WMuZTC/apgX974Z7nEuvGxpf7Opj1CbAWanE9b0eRz3x+Z3AuUwqNA8L5Zt03d34+f3FnvvuSOC97TzxXepp0u3zLv84JKyKt3ROqBym5y6VWX0Ns/8dWT12ASnGdwjO8QfbPtJkEdhqVtVjnwjEbnVaUV4JR+E9fWZ5OW424mWb/2fmnKPMAn3ugDHFaTub8vcCsvQIm+WRV8dLnya+s/BrMye2BPvxdOk5szeP+Gi44NoGWCiifs8FoGcd2Y1J9YbsWXHzMN+vcztKGoiLoMPjuIMG2abZQW1c1McWCqmAveRYYKVK6CEGVhBlUVDYBmrpWRVh9C0SRR9iIKjFiNKYGThLm/hNuKclDqmgDE4kSMXd16cbVa/7rXypuce2/qLQhNmqUqqQw0zj9C51dzN9GNSqlMHGzK00tAYhhVx5HVrUkNWPXxrt3IheZXYZQtV5phHSAUpW8ojGs/k0JzGNP9BZk9MY+coIH9ymNAE9DRX6PDXU59btDuz3nh4Htz57MtB8LuKrR/Vlc38R38aCHFl8L5tqhcuQAB4jDJEhUjNja+xqIl2goS7nTYfkcJwJt7CxlLeS6Mc0r3baSVQ6mxKpXYVHcFBWb8MBfkEJAVhB200oTcvkDk1Epa7MmRkGJsAnle8xNUx4HVklH5oU5SZU1aTK00jPOrQhqTHvPF1J8S1XaINpwu5oSG4Y/3h5ev3b1xv8JB/F3rnvMYbf2rkFw18ZQytwy+t+3K8CV29tYsnZ9ec0m0DZlVSDkxIzo1/QICLWa3iZlkPwMZVw+JVgqa9L5Stxcg2HIFTN7dm4opmcSjdpaxbPwwnrqoUdIjwm5rPrd4Lz2pQ9wfzjgRORPAXyODx/WPNdkWR072uPWPR256uA2rq5CwOSSnjkQBJovRa77VYHcIkkOdWb/N7oB3sZeFRPjPyBiAhEppDUBxNz0NV5AXGSKHRnbfqfQnmeB46NsU4m5bGJml51CpJG21DjrZQKGD5ZzgN0SHc3Y0VJ1r0bR2fB0AoKSNObjYYgiqh21RHC67nZ2/erVa9cXb119jyZWc/NqzZg21qAhR2N39GZ5qNkFql/KET0N4lHMSsxLlxRpZh2wVeZsX6QrIVQ6M++kFMoymlDsVIGpjJu3SQvjtCyDE7WGXLml9aE3A+Ng71hQKcP4uUSAdY7scWFysu5bA7eh/LD+73u+t++bA84L35c3uKxC92wEe4PCvSy5otpj5uY+DpeL0OjaOB/oS8dLaV8q6WB7IBDMerax2yJsOFrUEGKZEFOYKJoyDEU1WvPaq/wlCAw2Wkrcmkxy5BU/R+lwI0qoa3OjbBmKdcWIXXcqyRA9trjApJQecaMqa6jo6S5kTztsWgQyRUG1VAMoF6++9fqNq9fz93XZuAIiabgmhQpODY51efzhCp34zMo9oqhhr3qvCTfPZCvgvCFsV5T5a6GNG9CkBioyZbiRSMqwDCtMIMfPfCW+EM/H/TEFEeyogdCrN9cjLBE0sdDWsIbHAg6BfeWi3NdKCLgKJ4kFx8Ncw5IjZQAthHouDaNPJQLUZ+A2QK/jZPZrXty2g1rnXuFZ41n79kxkLrKN5wAxnGafyqwCEVWhYD8qZW2lHJ1NlZLDQregSLsSKCLJtVQiGDoqmz71zOTMKQQ0x3ZNf6NahlRTzCSiCuzWDbmGW5OYb3nxD95dbu6O7AOAalQoQJ8ewnt/+5NIhFk37bjzCyKSemTsAipmAbQvrxdVyp2ceYygrQQtSWcu6gfCOeNAQHU3J7l/1bkIYrGoBcYhCRATq8A7SnynaPiZRIBr+DEhzksebXR7o3s78zdW/g43RgMOdXmLAq9EwNl1h8fSLI/a3o5wvHHMfdA0bkEHi9iFDcQhoVHWeMxThBDtPTAUalS4cckgAlWT4xNkcohRRQegKjdCw0evLU4ytHIqd2BbjTj37fqxCQmHphIEnc0RWVwJF037ogBp62GnytDSpZtHHAmTU0MErog3eOvzxXr1KWl243ZakLeOpBS9oDRK6amAabt5WblHwQjL9WQSJQpKuNdU9vsQqUdTczwlYT40mhoNWVxRQE1J1VDtTDNB45A+fyUmKfHVgIWlnlN6v/fLzE0YDSJ5ga1hDY8DcU4r0P3Y6r0sI/iMntb/jCNa3F27knJa3q8BhKe1yp8iHetAOkaCE/Bqr7jCRqqtmxV5obEjm4dKt1RVVqtPLEM5iBjxRMb5JAChB0WAgXRqHRidW2JNplGN3apS78vzRrWRjdUm4da2WSwGK2asG3ZkDKOgc8/awsoYpSVeV+Xy1VsXFQHCVESl/PVbLqygQUejVgriKaiKgFLXSI0nqnplH6TKPrIIramVcCt8li4ENWAyKhM1I8O+8iwzyqJWqnapKUOB+zPdX4m/r9oRInrXZ2geD4waJ47QKuwRrSCLbA1r+I4gf9We6p3+mjZ8eKQH7C7SfpDnRiSI7AktTvlU61BG0DhIOEvbS9gru9AsdfBEQV74iEhANmNLKzuxmfjpxh2Ibo/pNlu2lVCPuAvCDayPKpLFcoNOpLGJYZjpapUOj5C2udc8xLPCeGZL1kCAamm7N27vKCWMQCgDhRI22J+uXnxvGK5fFdQ7rJS2r/2xsLJ/DYXB6BNvAESFyHhcKXwPV2p6XAv7j9EDbpyxUEWEUnl2FFg8DhUJ0jAirQDcJZubGJsk//xAfa54gYroHAEiRVZDU5adLKJnGBo8K3LewMtrDWt4DLArK+/V/ZorLk7Fhh1W154ObBUDjuf+osD1qFR9RtSYG6G93L2SbQGxsKxs0Vn0tcptFkFVxmosLfQjHwDPPzJNciiIrHXHrEZU4QYuQKQequBl4ysk0byITT6o74UR00Mrdg3CmfWmMLdqqDCqgdqLJytJs5qk1RuJ+5AQg7z4+dUbn88+f/0t/J9AIrPr1yVhoQKun6vuSQl8CNsJJXvxmfdUpod0oR7geR/WLKrTtDcxdOqtMIoojrDoQmunlUT15OlDitbGszd186YgQTlUumyS7t4jUE2fSAOSMUsUJVR5ba1hDd8V5KLyqIcDt+74yu3h5HR0a/w0SFKuLd6N83pEgket6kJ5ktVxg2D9I0g/HrT5xPGxyr2+s+ZNIMEyGWOKdJjDgqvAs9/NN9EDAUkE0eAu0guiLnzJEQrHtZic2xQbiGIT6K3QkpLXrEPB1kVVWlZGLFQZPYQ/SkSVyRoeE/KxqFqRt1qkbv3h6tXrmhWUdHvp2rFy4r7WB7Vyzd47wsZq5q7iGFRURVV0ZSGScKS9R1DmhmYYy+jhRoA9A1MATYzog1X9BlXW0qi20YILSlsF5SIrQyEdQlHVQSKdu7txf7uvsNb/C7yGx4f6FT21luy3yIycBWnALYG8SNoXQrSol+09gIkGyUsDV4eX3FgoOQwgK98rHCxrWxDjDaWtd0h2iMaKueX7ADfn9aqA0dgkE5TG0ll0X3KMFmQhCY/TDNU2JiHMUg5P0JQmkfXT8QK4zfYXXCAJaqBAMz0kO81tOIhlTLD29z7f3r519Wr78184Ny6TI2k3hT4PWpt3G20nKiQ6G95TAJlKSiHeHWZSQGUPFdO87LOIVZ5kvDUMhcxUoZlA9TD4ClIJ9bl59OwMk1W2q8CQVadfd+4gjyYkj8YY34srVPmsI8A1PB5MgjgXHey/8HHTf0pfgd4iD4rwyMjx0u96Ua2UBiHMJAA84T7CY5uujdirv1mPjcKVLHr/6lvA54Sy8mU8+ggVb/Fv3ve8++CFmIb9ppQKFQERGkSpklpWBGitTjCTkVseJJQYejvTZ6KvARv3lRULAOAAJFCGa5caunNXbMvxiQzFjx7H8JER0VoX1z+/dl2V23+4Jrojt8Vw8QYyTuPHeouKDtNInt4wXP49VfZs9iDdksFzRuu06JMzoEA0DTfJeBQIRJC+7qSog5aUCTWSCEDSFj2peDj8JlFChJwslOyOahQ0IFHizxqKl9ka1vAY4EU0vuO+AKdWXiyx3MPQVt9xXhPtPxTJ3775ugqx4RQGSfmNgIoAs8ZJGE+Zjxe1jSyLW1CG4XosORUje/PNvVfvzPdNQhcfG0os04YCWsZT4YZt1EmDoHv7XqtA1vIeH81MIyWiwcvahTSAajp5CdNrsdO/2kAQpiwsCksKiuKE+OdXr9bdfwRw4d7kdpjItM9YkLyZYHcc4k0eIoHYd3cT4qO+PH3Gp49Tdg59ek+GnsvASmSSV8Y4Wxp5nUChPWboikyW6gTD3pF8JSFKhN0W5+YGSfp4NObrtyM/n2Yx8lpba1jDdwYHcj5wXQGOahvyCHDgt/IUnJzg7GSZs4quWsYRIvgx3u9YNs2atinUWvZitoHEThz92TuFjBG4DVagLrEUTgIK/mEdo0JLgGAogBSgIeGGvYONqNjULaPeyl2ZRI8gsWNtTnzQT0WqWhdhNwGX0pKOKz50gBXMAzQ2fmz8VqdWt6/6HQi3LlpS3MVwPW/E8hYIp2VjzSywDA686N4nDKwqmYplKldcJ1rN3HwTlJqSuC4gnBJUmmb65AcDhRFic266QTwugqAyxGJoiPUNt068d6zKQsIyufU5wDU8PiRQ81LSunIFEBm/1fKzgJtf0sDRXms7+GSgkPY2fIFcIncEEgHKQ7J2verxEarV2gZRjdUfEBej8PoHpWJykNnu+fO7MGHLz5S4VQaPFxJIY51wguC+Vbj7ipkAlRaZWhuiFLl0XFBDtJ52UhAtsvs6+WXpmprnCkG2ztzdA3YPjdFDpFaCn7/FOxCuX/WLYEzavuq/tIRpUsNSkoXt3i2n9M47QVIzewWn9EBSg1AsDVpDUT7KpjCqyqTW8ZYV3AvmCXvXkLJD0O35twjQ+0JJjLY3VSsiWMskkBbqywpqea1hDd8Z7ODssFbv+pvGcWeDgrnpYW7JiTTjH4BZ16EY6iqw74PxQsYyjLGeOQfIivbaZmUTYMU3mK6SGrZp8xwufLi4cP7DDz/cuXBeXEHErQ8TsanZ+nKIq0QEiGTkVLGMIZGlwJJgVhOCDkehmcVJO8taOnxl9GAoMWV00KpOma9l7XEf4qLErbjD+/rVq7fSD5+8BlV8tXRU5X1ljSJWZgimXIGkHxy5qfE3NSZ3/IxPF6haPqsFQg3Vp4HnRN3ExmU+jBfm+P1WxlcSESi1f1yjTb6d7C1k8qOTnRSdympxrWEN3xmyiPwsG//Y5hrQj4pPnR0cgQPaIPJ+8nuc5Ysb5D2C4kkfNf9OLxX+KaOLttS1pr2cvbIDqfS6LWbEyi6obc1faY/C2cDdxEJg2kaawO5zrrq9YdeVohyknK0qyNiYGVuMOjosA7tA7Tx8K5N4R101KmFbsVlFLQV02ejusossh0u3bl364osvtuP/SBdvFL/Eq09LM9DkoecPTTq0VqHBqys7hRdSlF4km5BWAuAJk7xOEjLZkTMlpAqqeXv3Zq8nKPc+gckOjUBvBNkVZMyl6K3WEeDPCcY/Y/vhwX/34b9t69BH86hVpgDQTrJHgZMKz4YoPmxPmaDjOJeBtbqPCKSylss7kLH0wfoHCa90L3gl25OllsP5HfnAu6+99trdw4iVGxA/QmiXkWAn1JVaBCghcytvNJcWFYQlgOADy/w/eMZotRGEZOdjnxZaEKtqCRG1YTCRdg8giCECy71e5gGQ61+kZbZ6CLhp1GCVBVdCwpQgSuItLl/MHNwoSIdIFWqsKEUtUuO0Sk8jyk4XZDIWujmOA8nJN1B7NVSgv6KxiUaKGiG5CHwt0aDMzHaIXMK1vNbwMwBiph/jC1WfvMsezyUPFRpQ0d3Ewa3C0XCyrH9Frwu+PA+sRm7HW6IV7U3+Nl1xIgfG0qt4jFXcjju1yu0axoryrHavf3NUd+ZqyG+8BlaXSaMLxyebFMmeqsSjXeGGtUcs/O5ckYXu7q3LAiZArz+Kc80CVdb1UfWABmsh8/gzXiMAbcFMTA+ueEwoFCLixtVbw+e3rr4OCxkpf8sPASNO5qZkoB5EcSwC7u2ZeguqryfDsg8OakiDVBjbTTIJ+Q5Ix74MCKKl/FRMqEh4sECUuFGBxVtCKHj2JwqzT+iCoByCuDhtY1UXIFa12uOoSVNhytcR4JME/tPjR4SlwqRH+JrvF/BZeRfgysFuvzPm7MCU4O5o4jFRwHtfgh9xso9oL1VOLnLBxP8LxxJnARtsFUrxPUZXkjI7tBiCBTBSeOcvwD/cU+OYBwmSNhNsJ9hZJPLgaXjuLu08AGmOF7I0MlS0pa6UG1MirBK1gmrC5t4oI5JJCg0bRMIYLVxbtpOFYQqBdfEqvuRGO+gVbF+DoooK1KRTPF+TYDD053qG6KogFKpNJgTojduGWeRSWzWPNCgU704kzLaA+XVjTOK/mpUy1dyiXRBWZlbaJAI0X5l/RVpVXUimWKjIOCSBCm3ZX15ua3gy4D9f//GAG+i6O/kBIT6qep74upN+7HvGMtNxbJDOQ4ErcZs+19diWisXnWsjfqWgFzAm7FWMOTTLmFSyzJU1O7BEt/p6EsR5QhDLRLcq0a0sCnPPRbkpbCl5lCEL2LzkcGkPq8itoozDsjQXwYY+iqUgNy2I0TYES0i7ZxUue6FpRFaHv9uLL27cqpYS4BYYM2nk3OJRIWV9omhnGxaLiyoZaFEbnZQIr/aE6WhzJVCiUJt/tqCzBq5OtLiWwZVYldlarjITzvfjc4BC6CuiJpCl7pobW7Ml2pIQrCPAJwk/sgPcmE2vwf6AIFfWQrc6lgXwXDWeh4fV3J8gHjB57oh2A5/tw+FRl3IloQ4KY28NhHlha1nHM5gwbl7vSWoIBQtazLY/3Zy/tPvpBT8JArUEYi+xKIFtTeTlIn+MbkWIuZVPyCs2wQTZmjTtnSRmtp0s7VLSC3qU2UfEraqemhS7gJKM0n3TEoEaQIdolB4d/l67ePnqp24F/Nc1NSw1HgtgNa5lOia6Q7bFxb9drA6UxUdRJA6jVeOFDEIhnBQHGyF3OBEhSXMnKtGxua2akkkyzqomVZZR10u6BegUqV9gZxw1UuTSg/2iZ8EAxVPVy20NTwZ+bAf4Y4EcU3vebXIOEFfWHgI5vc6GEgemXlt+sdWI/ezu/NdI0iYfizt0nGu3oRUcU/NKVwbYas3xoreYbcJWoYoMANIw+C5oYBMWtp8SiBn5VhoRYyoJN6wmYWUdcVWfeJKqOoG2OrkrptGwSCVX9BA1grQbScrs9DrFVHXrKJg5ZoCiLy7pIJgXIZScPjcuxv5FSH9NnKNOekNR9oAbWFb+D5HQBObSxDREcjtLyFZjxGAhsuwgYdW/U7kgp46lOyjszfZtNJoRD1XRp9pbL4I5B+hvoolZMHWE/JWWNmcwPUCzs9jW8ETgF+oA68qvY7cxsEssGHdWL3lpUDe3NJh6R8vLaw4bPBCiEFAHvKLgJDkCxiXiFANtkdfilmHAaWvfRkKyhdgqzACg/u5l+b47d+7kSogtkKZqh4U2j6ocYbM5BEbK9aI3tlFxaEtye1I4i8U96PWBJoYtE6YL50HR0xmNp0810Ba1jKQkar43b/gI+HVyqKJfvFGtqZiSjFiuKoEmwGZlSmYbU2d04R1RlLpi29Wbm3F4fBbtvqyJAOwBJXaWFODRVLePdYTZpEh0ELoVeNBCXC77OUA3QtQ/CVV3/xGOfiPmwjKX9baGJwS/1AhQDku/pPF13belWt6tKoH8UdyEiEw9DzzkUFfh35FiP46AiyFQ+LeUJ+TAmHWc9RybcGJlxxpsBgKTzXCqrMxuGA5fywubBbRyVvWSjVKFHZB1CBwqxHSMrxRrJCvBQ7wozSWG1ZAwhWUiwZUmeAmIxDk3c+kMdabbYbj7JFNfv3r97avX3lrcfFsxoPmLa5fMNF87rp3qZOYap3Jp1PGiSE317OLv8Z7MQjWn7AhXxgGbpMw707Vg1Z8qtQO7AJXVQpkLACR9khHrGYlkpDQShmoGQyYop4mH7hELxPB0TKmxwwIx3XIQ1xHgE4Vf8CGwIEe7dczrgA2I85r+0E4u1JRnmxwEm6JDXFACQF8DgW0PmzchHM8wrZZqVVfkwLGxV364XUQkCfhgKRYismEx7H5IszROAzuwJG2qVB+xNlEdq8TmkHdVYMuycZW9uaGRNpR0POJTerD0gBIqdn7REj6YNvgC74jQw7p+/YvZpRtXb/mvLGEvr1/3mOIi0rJGzBjTyplVCpHge5d7RyGYzU6M8whXVUeRSEWhPngelemz2oGhxKmGbJ5VWiIClkCACq0s56yaWcSstMw5QA89w8xIjLkSpArGzgCNiafEelvDE4JfqgOUY5K7G72YoVVPh4BnLTnRZnXJ2H8QF+fJkyCwmk/1MbCCwtkGS14fLWVMgYWseCYrm4XOUjfRRtEswlSyJjgs6m/h8qgXBEzJ1iRCTNY2ZMPxfYCRVEJKikhUTbcO4+UPSPRG8jsRzCwkkHYWCCOVFHSs9sImCl1jFtasccATKpi97pcgDJf9ELDJf/QtMK1W2rx5nhToySjzaVA+1VvtRO8gi7b00ZXnr/zZR9vsKe+VSjTwQM3MloKckpGJ7Wo4fGfVoqRUTPguaOFWSnk4pyoiuqkyfXmaGG00BGltgwMkphotJFRraw1PAn6pDjCPv1XIV9D9nF1ff0Bu9fRfd4tCQj/Sau0SJ4oBC3WUyH8iLU8kgV2xhMu/NWuwT/C6t8FaxNYtEUyjWQCC8Mv/7YmOmcSs9GnGUiYE6g5sbZaNv4gYHbiqCv1iXFRQSdPi8skDX/RAzSSDkLwCARbNUFXxlTspuRLp1VFzyj9dvXHt6q3PzSuZ8Z+Ai2JtaZfdoEQ/42R5BDh0JQhs4kra8t4ytUvvPm+40ATzcSXdujs0V7MwvZPwS9Cj1GSyNkDvShObuFBnBo+X3yQ3kaYoG7uv3kNJwW6vKdAAci2vNTwJ+MVGgJMAr8Ho57zGSmB8Unj1Okjzntz8F0wgT3hU3hAiP9aKCP3qfK35vuK9jo0ahEGqNBGBlVckmCgdW/MPNucHD/ZNKQ3N+Tg5a3Ek1lYkZahXM0wT7THNdNr6Qy5XVMTLgxACcJOaVRedl5909fl4JFAkxXnISSznU3k0dAM2ZF6/4X9CesfDsP7bNzJd4VbkLM080mJ9dOXvjuNQs7j4jMjN96RX1DV5Zf1zJf7v+ec/bUxpI9nZpF1l7ZWASb1kH4I1cuq9yjmAKV2ZFLtiAmclMjczmZq6g0+BjMsUkvK0TCGXJi+vNTwZ+MU6wKmPKxj9mMEObhLQHXNJYwJZiPJ/IxUsDXCCQrjVJn+KdOT1ywpmJWNiWus2DCzApEpNBH7oXvz8L8aw2Prk3NbW9pbvAxQ1x5TGhdkTkpkSa7OxiSxik1Vm55MaFTqsACONzTKnPqk1shobyQbFn2A1AOn0Z8qCnKLpuP2HG//fxRef37p+oopJiz/UG7EqCRhdJYlopy2mcZwZPjQl4XzK3XhSbUdkwsvh139Pw+efv2KyL9UaA9ouckfeK24mkp0jCCIeqAWTMVFwGqQ3ZSpU5yu2BI2U132AiIZlnCZRalBpXVURn+4jt34S5InCLzcC1IIbL38YJu7Ni4xscvfz6QgQvlybiH1J8igxJwQLUM9tML4PUKYkz+Y17SXtJR5IkEepvETqdx+hCEd6c769P3+tngSxdVqNcLOVB0ULTXO8lRToBuyOTI5qoPTAMjJ90V8SXQZgwZwIjJ+QGjYKjRTD7OKNa9cuLr447pNYvu43YpVLsXTopSPNexz3d14a/R4n9BJrjj1MGsTdGxlo+O4VN/c+ZL+S2B/eI3gbKK2xNqPiqIuMCopZ/lIr8sy3YUyfsUdl/gZbXV+JtYRVlXJwjMNroQaghrAt0pB1BPgk4RfrAOW48jKEDt1vAYngJge3XM499YTw8jj/DIJkgJKbYIwqguQuaF8Gnim1Fe8lbcAwtOJNn+QYg6AWvytCYleH54cP5vP5i7GFYXFBFd4htT+fv6n4cL4zG/b9TimY2uocIHZFGOFGtnPYtjrEzOFtNSVr92FWJKh1gkecpiCmkxpYKqKAJI2m4DC4RbORff3a1Vvb7pe0uMljwUxAspZSB+KUsFARZxXHfazt/eeG4Rn+CDhtShKf5ClPmqJmGP6uRm//7e3/paYcA5uDRMBzN9G7olxbtY8yP7nhPWyXmwb5ykpXc8U1cncLZoXcmYSY42SIpRgujUNw6zYY5IXTtTksrzU8IfjFOkDfrTIGa4LmxQyuxJWN0G/vM7Rn3kCrtLrjphSunwPhUeD6Uedj++yHvl76rHU8VNlcWYFLk8HZsJph+/x5VxHaH2Y7CgcP94edzcVHB8OhMvRZl/rsV4Eb+GCK7um2eLG9ijFhu/uMr85nxXEBKsJxvQTBg5oKUJUjbFM2iavGVNyTZLdvvD6cLN66esOyZCe33kpbBm8kyRMKyqYI7uMrV3QY/O7/3tbx8KU+JIu4mMyPWnbs4oQ2V97+n/jPXTElRPLvELMWyg6ibelxkvr0YBkDOzCVNOT0putjppwOyn1Ro5hGgN7QbJ7I/nZEiG7udUy/AvcCK6trDU8EfrEOsJbR5A6/hy4JT72jgFtdRmkd/PpOGkNbk26haM8VHQErQOSNgFq2OjBuq5rN4NXt33dBLAs7qLXf7IvMP/7yF5+e231JcO7CoU0osPvgzeHLN4fdrYOdg8XhS1wg7rqIADErG2kSw6A1qEXYWqFu7CgsYaOsT5T4kzRiqcWOAeHdaAWW0SdNcujuj9J/Xbt64+Lsi0vc96ykfXHpmgZGZ+aTrM0lhXeY4jj5ryvvPKP83TdVlXQLGBFF2vsVna29a8PwZ1yfTyBeoRoOwJjtfmrXZA7WV1IeGMxxcBU0C22kYHQZTiYm7SpEVZ5zgK5Dp3UTVVPXXFaugulZAMr6HOAThV/uOUC/q1Q+qx3mnvphzausTkM/BOYF+BJq9ThG59UMzpFyVdtFYNav7UOYU61xcC9trMJSNmhqmJrkSrQ/Cuz7AMVTi8Vs5+XFuS2FfX89OPfZfKdelYpC+uznACsLJzYsCM+Dq26qnhG53t6K2gn6SDJV5Z2DO9enOUpf9TU9ZS/yIfti8RYHwNFml8NrUCPrwZScRmckm3gc/F55xmfyPn3mtsfThwQ0f5GwrPyPJ/2ftDE8KykfbjPi+nIEnrjbex+xtWPakaShMtrU+LSiiMWWLrXw8CIB7utSbT7IwBWd+deyYEy08qgQLRET1hHgk4RfrAMk9DvKqb4EbKe93eQlBwUcygY5npXra41SxvPlwrE2LgBzDOznQLS6sUNWdBZ+1rlWt7BYy0j1Uq9a2Q3Vwzt37vzmV8ruvBEhbOI3+zNFf5L690uzL2avKiCyfFk05wBtS+67TgIGun23HlS6X5f0jCsL20O3zx0p8VhFAQUmJUriDHEgSE0LPp/LA/Jf6JGFfPkG50qpiJ/e3EJZ74y+HMcZrvzfy/9Vc60sH4upyIiKCTxbDd+nTsuQhTJ1exsooQaTlLS4F5jVSAndpd/MMJxLDJSpeCcISaonQYRKD3WqVuJWrbV7qq+Rzace05JVtoYnBL/ciyDyYO0FL8th5XIHoLp4p4mRX57M+qsSJDFeB3Z+dNReCY2P5BiYOwG1xFnsrF8tdrukOIfYRzyISqwGKywS1TIdYcOsAzSUqHx1vq0IcBg2tZ3b+2A+PzDDqSJA6461YZh4Fuuzk6AbBpERIlaCBhV1GjDtM9ownFVVWT5SjGu1dChGejtuoHZsePPitesiXLrKe/wiu7z2x/TeBgGNLPvF+8h+oMVxHyuOazvJWhC3GMkUj8hCkgE98IVgtQOgQbWz9Zjdr/eJSTVyV3on4UJDoeV4asa7Ux8GgJo+ENdKUl+JatFexOoKujt2gguY0mtwvLjW8GTgl3sRpEqDPOAyvrCAqyNK02seDZbH451+gmpGLSivPsjxr/8SjovAuQ/Qa90LncSGlYNqVateNazG6zxiZEmNEhcA5nI2bL45/OUgUeDh4nDYzVlAd5RzgLRofQQou1FNtbUSs4sGE4I2gVCKhOXj8WK6UFRYd4kkKyhVPhV48cbVa5eH6zcakceCMzfpooh4HJ+Vhwh8ZO/3/PNvX/4/ItFdBAupTzXNwExhd8z+c3f3pAklRcDydoad5em1ucUbS8TiMFKCpdai3ew7ZZJUoqamGUz9JkUn4wFcpkmV7NWmBgHGlXl6ma3hycD894X84sDrqC8mubXCDK48dAws4Lk2I411Mh5A9ygyB8ESkSPklKDvA2RF15alX0s7pW1KWDMDSNQwNzUhmdL/Fc4+bXZhXxHN/JVhf3/4ndBffzAcLs7toVIt6GS0NiHuw/brDtyZ1CJeGyenaJbBuFMhuXprOhzOnDkqdJZUJdqCa/OA2ZzUcW5Slver7P/e/sPVq1ffioQ6uHSDG/qswblGDUM4ImQCo8PwkuO4j/7P3/IMsQBGCkOV5Yw43ed7wkc6CZ2OfNFeJwiyQ9J3ppCC78FdI2WK24CTQipcgJKStFrzpYOvRPuxpE0qx2ZlklU/StAErre5C9TUa2wNTwbmzxTySwOfzps4uNnk3+Hq0vDDV0H8tpfCGzTZiTc97kLLk6MjLoN4UWeVa8nbAXkt8yCCS9HroNi1ZG3V21hMXDQHaIJMlfsAdeiLY7w34+Lwq+bFopRxDlAVjFqYTZGm8aypC8rywoOeYbgGWFXoyIajbZLoB1E6ExIyWcw5uFK9YUGh0i283es33lp8EcV+CBjVaAgpLZAv3bUPDbu7nx6fDNtMLPIAefwsku6YIXh0UIKwe6gKpDGIu/A8wJE1A2Ta2uTszMhZMptzJ/eMEu8tVSms2qdlEXa9BmgE8davC8n5S0LGPZmwPgf4ROEX6wDjrvyvvoGByxfG+g3SD3nAfsl4CiGt/MH6ie9VWG4ccQmEy8C+COI1zVqfrG2cGku8bMsCEGwBXvakiJkPfjBXtJcmcFIqz6lBV0Ew/H4OsAA14rhtBN2DkfCU2WHAUFYOIo+EaBLK++jCojRDn6gyaoRZg0aNPu2S8vDFjRufD5e2v/jiC/USl3X7hntvM8ge6x/zDOw6ibBPFP4V1W6ujj+de2NAVU0TYWlQuz8Vj9t1ChMtlyFYgu5SozA2eifTu7dqu69lBgSy94kAfRJUqTpjbrAQVOaEttQlot0XLi2yxtbwROCX6wDtruTpym3F6Sn2mzzKthrscTG3u8spWJ6Lva4B8neS5B6YI66BLI+PZUqxirgtr23WeZY/lmYDVRWngbTtKQDVYgWKA83qfAx1Athz2tQ5QKkieir/Uv6KErsWOIpSiZ25W4soh1hIVUqzs8ZwYsxdQICuVstWwt6Gm1cvXrpx9eqlRZymPOPNP/Cvvt4FauwBtTZuQQ9GU6Oz289sU8/gR6GSMsHzRW8odmNNudmqoCrDz7xrEEp88N1QIci3paBxCTFRPC+15tjoIjvXwZ8I9CFQ4aBcW/jVGRglypKQzb5JY2EwBbXI1vAk4JfrANsTawXlvY5Wgjzebtok+EvgQk+ByTi6UR3HvCqkNPcTzo6XMcRYEjFCGVmt94a1te46fmBiQEbAX6lngbHDbiNhYds2Kxv0QuEG7JCA8qrKYvduYlJGBEV0epMGuP6o9GXOovgwtui9TZBGJbfBjmriJqAp27569eq1t65dd0ML8BBwG0pAjeQXw/aOEyM7EAyFt5Xbm3krxChgtPaLqcHSAMQnMUsElsdaHhkGIITxwEunvcPoFKTZWJ/MQEjmhFp7t3wlTdYlc5JUfSPpKCOibkyK3C1iWWJreCLwc3eA078yOgW+k++hn9Mlh6yFc79zScgRnh3+ARZZPTlICKielydi8pcgs+NawbWSWdw+6e7jJS94LXxZSNmBElyDShg2szoHeIf2bMhgIWkiDFAtPSTcwL5UswrU41Ij4MEAJe5zW8VyCrlq7YPzrYujRXfqJiv91aWH5kaS55SfBSJ18dblk8W1t9K/aJ9fzRUQ3IQ/2V3DgpdyGbOYS7ZqSCVe/WYdNird1CcYA0FW5aRBqTYtgwVDoITgsbfMQtaCNDSr719YIfUaP1oqyOvroNSkCksE6CT1IKXL81adxlD03aSezBQTaomt4UnAzz4CPPO0nWGF3qI7u7Hl0P4DhLuaJbeUkvJvPcar0mBVK7/MeTG+1R7Lp3IrNKu8HIwhhdY6xuFKp/CRpOnYTGMMw5f2f5v1B5I2FKXmK0QSansRgv3MIyVS83WWEjSXEDvHRdCT6pYtcSjRK7gHxjsAfQlXJajUdBykgirlat84vu4bEKL5xrSfu3FNHOEiPvf7t0o+hRB3Zm9rMsPzwCK1GG7/zULGlYoBgcGX74rvCYcrwXE6VgaxD7PVxbAnQk0pcLdAHJDZJlPEe2beRQNM9j7u0um0TstCc8/FyvIIRbkHadfsfeVu0rs2L7A1PBn4mTtAuaFHBm52ZS1uK7/WneLMoSNubDhaHp/0A+EOqwTVVvypYj4plvuT5+RZYAJALWNWtTYCLbyAKwAGK1xZYoIYEAQLKDNX7XwRZDY7aSZTlpIa5gFRLhUUApcc0VGHX+BQqCABFXBdLAaVij8YICMpdgK/9NHOeoGXdFFapZ7+TbBoAlngT9f8F3Dv5E3QDPDiH3hxQgk14UYI2qZntyC4fdlIEjugBNqJuGpZ02Lm3itJ4WQPJED03AVCREOfRaKFPVfVlmtL4Txsb2qqWuurhisFVfFp2ex5yta25Fsz2K6mUR+MoJbYGp4E/NwjQF7G8ogVs0KOH1wejT+vyxP+4MMn8x52f6dBulZfHTNTVZ4X5yuMF8KwzgOs4nHDLqbL29Ukkx0hqWnJDLPdXUupZqeGwdlq2GxRrR/YfuzA9IKoibXTDLfqunnOfMuc2Y2CCbp0IiirD/TRRTaXVx9nk7dGGzSoxezzqzduXb163U4085/duF2C/jRHy0fdEUGWi6e9efRqz2CGt2Q19ILs4GDFZ9JuaVVsnWVdRpUhE+X2VjDr98ZCTdZjcgsV7QcMoGNYyFgiUyUoh0bVbSDnq0hLvm3VW18WE+7u6SArbA1PBH7mDvCYt/g9CvBOnKMDvKqmbz8FOABW/Pe17k/AnwIXCiyPpZAryjC0sXC1mr2GWca12GM5ILXsbQWqKLeYz2wZXJMpvMYh8F1kYxYhJ3Pig83EpDjeigWpcCtUSxyro2w4QWPGhkgxw8fSrcLn4/xnwRMf6KM/OSw+RahPQr8CmCjymN+68cUXl25cveZmEIbXbx231jl9d0/ldl7KnyTouwvCbd8CA8V8jfnmn9//31d+vR0tklWKgLHs1ZpmMURTXWQy3iZjPdbojK7wdC6KaGR0f96UhW+aP+zTcm0m97krArTK8ESACc/tPECLOrenRkw4RIvUGlvDk4Cf/TnAr3BfcKZcv9x+VTwB4JlLro6dG9jXdZBfteeVkGNQ1jELGAOgKCsR2txTmUTWuD6W5JiXMqZMSHA4n9/Zn8/faO4PZ6eizBYlTrYbIBGgNhNQQ5NiyygRd7dA9U9yC42NPsMvi2/ZNkeaZC5EuDk8h8sjyfc5WVtr4Eq03b7x//li+GJ28XWIUBbDtUvg0uVzjAaQRJDa8slgg/3tcgSquhh2edXf83//+wUNlUlDDVcYhGDeUqje6eyVUYgb9WqfmiA5MXvnSS7UVyfwJULP3kaHgC84dNycuvE5wMhRVrdoGXd2Dpi1IVHCVBFeR4BPEn72DvArYPLvRc7O8HP8pe/q5d2HIVokNfGddfdM3gfN+wBjA1gSLitrvS1ssVQB989/EpZhdkyhxBf7853Z7IP5pmrQRwMm78kcFNjacF1QahSp+qRgWrlbUaRLm7tPg8a3qqqI4xjQWDIVk6siLR/rgJwA5iuC9P/pD1dv2OHRn93D9esnkadFU1W6V4m09768af8Soqf0bv1NCG96Fo3ZlASZ9wdE6NpCF2hc/QvwvjbMstdbNVwSlFBDYXPjuDsPpbSgg57gpvQYcg5QutUtgB5a5Hsx3e2jpQmnhuyZP8dr+I7wS3aAvuW53Je2MxaWor+N4WS2GhWegmKe6Ic5nhKNde35hEsw+FCv7oJCvJaVWlZ56rFRW2cswUm0f3MHIP8MYmGEEJEpxZ/RzOac5v0cYCgoKYYLrCoRTFEso49KJ7OiOc6gLss6JAOUlztMRVvyRgvabN26FsMXX/g1gH0ww3s3mvgIlvShtjNT2mdYbPuqa9SF8+tyf3nTqTgwIqB+0lOv5TBbX8roV0qGdtWYzKirmkLICFtxMJfhBDPK0IqnLth5Ceq0IzkHWEzf85PfwuzfNIaQDqrTsGgvzjoCfJLwS3aA8l2+1quk8O1h/4eD5P4/3ODXAaK5lcaxn/8pWK1yH6CW8f/DcvaC1hJO9EWmFFIzREnUAaqEbBgwbJw2kf0HuIOtOzGqaGi249OFRbTdqQcfb0mRKYi6Qr0bvPsoEbqmd3yDeTUuqq0bcjPDImuVFUAm6pSqBw/2+tVrl7evX73hi7LeFTdeF8oo6kNShm9dOQtoHuX27y8bmTB5OcKV/NtRhNpvDjkyHohGAbAfjDDD7BcRunoPU/JtD5nlUtD0EvIJ0wRCURBo+VLH/v3/t/c3PXIdV74vXLmhZJlVKEG0q1KHbooULdi0JwJklwk0wP4EvKT0EQT0B3Dr+RS+UAOGGhpp2MM78fSxGj15uidnYJTylnE1uNewgCOdJmCzhduSu3x6YDz/3/+/IvbOIiXrJSWb5F47dsSK9RaxI2OtjP2SO6VlEoAIlP4c4NiaSiWGAIYDpeuuePhEgurB+tOTcYbPDk90ANRU8krtLEu188DDgGf8jO3kU+8DW5EXBCaGar6S5SSYp6F5FRZLwH7KpjntKc3UtpOYbC8yC7eJUHwk8UObaH9cLl9/fansW6/v2aNFQw+d7rTNdVXUn9CCao+98IzTjD0LShaDcbWRbL9sICUuy8WO62Uo+CSFNlKwkZig0Hfz+DZ/5JFGuCY4thCoL4fSLQjmxtfXc9Idvhle+/37zyg4B6YlWWVELAYeQR+gNnPSAYmPJ9Ql1KpFCW6EiKeMFlroi4wpqWA38kVT++nSeA0wJOe2qEI5Yy5QJUZLOCTszivAbcITHQB9+sqbn7V8e/BCn29jnHAFz2VRHwRziHr+1cigE96TE/4wTpOa16H6/HdYX/RUxgNU4gquC/xFHwJTvTzSQuaUEn4htL0NRoC0N4NEmolk9sSsAOVVZG4pDurAae8TIyJp+FxeAtZormleyoZ2RNY5WOf+jw5BN+Fy8dPj1z7++NYxN0BcF/knioW05DZIoiMeHTYlRagcUiMkNVIC4FP8UdLTBzq4RmZPqoFWzzygEDmiHKUv2CFO981QXWR3JhxBlu7WRbXDik83L/aZNuH+tkqUlHENELJQW0tJH/IZeCTSKQnlQ0vLFp//E2Sr8GQHwMwl/tzywR/6EtJE0xIwnE+fd5aRjWHNr4n9/j823ofQ3gbYZjATnHnsuW3fcsbkZ9KDORh0DVyjeIu9y4GDy5fNE+ArkZRES3YlFQqAQq0aK2hQBY8Ty7U2FpxWjU2Do4GbFylElCknnZQRX1gLRcD9axyXanmxzVw/vj4MH998FYtuY/3iq+6hu2BgWJR0Bvx2bgOjbKIQ5Tee4iXSPbmH/N1b3pHqU2C66wZdWKLJt2MNqERg5BbL2YSkzXKtLjO+DEm3shnLEClFhpThl3aOQB8JBTsddISs8QdAWqXkbNJg6/MKcJvwZAfAeu6lxbgJtPf+8ThzZtwn/qTOECZPDS5yKuxVoM+huQn8P+1lWiN4vpcrkDH7ywWdJ2AAxAc0mPQSUbKXXGHxt18+gj8gXl7kmhsRqCrgghMotbQVlwURZ9IcDhorCjI275vD7hS1Lpgiy5uuhhgdLtPuS0QrMri2+qn6d3xzb9hrPwKWlT3+CdgitBfNqBjtBeB8vfdGnQDz4I2fNtTu0CdQDJz84a81C1GLhE+B+67NgQeRFD4KKgwYK1iT3YL1ImIUKF1vI4jqgZAtcy2m3UKMLh8J5KbITq5OuV8wos9w0GIs+KNg91SbYTvwZAdAXwWscmOJpzPfIDzc0q4O5vZG8PNg5WHn1L8AcQQUcPbL9UNvTG0me1LNcFe8edrHF+QGWRKoLJJlgPd99rt8P86BOzQWGSalCE9VipwCNwltVolHJWAh79x2rGbZ1jKlvL7E6lLZpE3nqiOnhLYtuLBlUemY0q2bwl88Pn71tt98YCsL/xNwJFStIk0I8e3uxC0iBLWxbyVDLSvAwEcVPjDq47VOZFsz2sOiX80StlwphtGknqnQKPABxd7IVqOmgkIxsTL3OJlXgLTtDtJ8mwpADhVms0KpmgWpzSvAbcITHgCzAtwMfoLxvc+ebcXVmo4bJg8D30LhVNdn0pxTA5rOXBgUmWtEns+ey7WKILMTBHA4TfHmCVkrQpI4HsKSZPBzgC8v/6qMlZOokLZQp25AoOVGopdM4EJC3IDFhdhhBc7tZrFlBw1aPbLWyhE5HSu3VT0CFFbXNsYHQUWt1fAGZ7+L4cart2/dqJvWw/D3N7l7gzg8q9T4NCBWqrXQFsPP/c+ZbkcnyXlGRnH5l3X++/TTb/kPP5Lciaww3e/6kiGD7/5XxVAX8tQYXUJE2hTSdQAWcJgu2C1CyqC4882AJTJKpoScFWCUJvqMGYWFwPh+AjVNEBllnlszbAee8ACo2Ob1HQErQQtoKziD8MY5Ix629eAGcA7NG2O46oe+4yFLQQVEL/8uMv8z3T2j7fONxhbce/yHYFA0gyhi+E2Afg5QFSVLWMaugtOQpO+w2VaAosWWK7BDJRfLTmoR8bRbUJkbsAzW45/kdFc8V93zLCYTuGphKuAoYjZd+8mrUfpftgtDAfXmdWQADI39UNYScrASU64/pRPptOHOJdUfxREE37M40q3hLgrmw7UKNeE1Gv4MRCp709xYZSk8Ftop6hSZjmPKbcR4JJBBPiPHfSlADUuk9dLHbpGSKl2X/g5ETHUdjWfcDNuBJz0AVmzbuAc8TGoJhQl6LPM+4et3wY/mJHHmP5drK0CWgKwA1xdbSKgpXT7OlMZPMtUdRCRYPiaw62rWIx+51e4zd4bh4N4zCFknoVMLF6KPac5sUTvLjbRmBNxVy5fNEi5BB4Eky4UakW4JyPIpaKk5mAiFVS5tqEaO83uPn9/2S2AsObz4qtZrCGC7mlK9D1iJtUL5qs6eRyrmV/6jOOBXliIbeU2ODvrAimNSeB557Qw6R+ZK4waLah1YjlTJdtxfGIhkYJxpr+jm4YGmjyQSEbCakkgFnggSJ1ECkYlQ5tYMW4EnPQCenCSmTWZVPdBsqOXeSMiFwAegnpWWsVPWgXkoJhcBWQeyAszygLmcOR03oJ65rcyFZz4OAtcnfs0XxDy7urxw6YXX/Z8gRUIKAWVqSCTy7kD1+mGL5r6lFdFThnfGP6VBBPV5MnSLEySpxKoFsO6u+SgSRqvJkg0OhkytidLIzdsOkz89fgljUbipYKjSzQoROcNE5udg+u/sRHv/h0//8Jc56S0Rnd2aRV5/+Ds5IMz2HBGGIV0XEg7HUjY6KwREjFHhQEMjr4Hpcq5grGo+YhW+ZEodcWe1AoyszOfn1iRbVcSLFHVKJESyCMcllJk2w5bgSQ+AFfnGqHa68ZwV9ApmDXJ5cH02PRVutz10vssbZE4dQhf8DEQgwsWcJzGp7Ym+v0oVJ6D0ukRY6LBMNpgACdcYDrkH8p+Q8RlcAlBRFkvepQotN5pHaddJNC4tiiXUSEpbLiG4+G4IeLL7YgnacLtQRUkio7Bs0H7BsYtSvnLMP6EPb9RtX/Zbb1hSFdnt6uTBXDG2WtzgbQc/e+pp3nYQXoW/Lnpw575fvNgPSEVLXUiwwSB5WGi/YhsAYnSUqt1NuFIFuzuvpDKBisRIpy/OzWAFaGaD9MaNux4LJFcD6ZfHyFNthu3AEx8A/eb6s8kS0PczGjTqxrLPFwLR6zr9MZpT7oT43+U0edc6+WUSX7w43L0Yn2eGJ4LAsN9rs3OAhyMHiY84TmYpYXmEFs9eu3IQR7COPUNVUGW4mIWJtCJ7uSGa3SfJhtK6aiKh242kCwiGSeGMJouPbaEtyiWpZW3GY7nVhNryarF49fgnL12/dfwqlr08+ulNMCRaB6PgWw/6zsgvNMJZ+WduP/zh0/9xv1HEy11iIa6R17pRTba1YPgCDFaAt0g7Eu/Kx1Hy0QDtUG3QfGyaS0YIFko3HfuUYDkXXkHMC3mDSj4Sho6OZMEXNbBzPaLJvMcaAYN0aq7NsA144gOgQ1f/I0ydswaZABIbVH5ATPTzD4kF0mmTktjoWyCnCwe/Ey3+CH/1t5JJKUzYjCEie8qDEW8C3dnkG8g9e1nugO7oFYA9Cb7lBc693MBvbaPI0cdDm2eFFSOyC0uNwcQfE/vEip6okNwlVJ2RAFfpRyyr0v78GHjx5vHx8S3oJq1uX49E6TgMw4WQU91qWfj3/oMACPzKhMYgVySSYuRaSlbddGwzEQB1MIuMgw4Nq1IyxYtOJ1fFn00oKTReUVcvypjjmJgeZfH83gOTHlgBOtgy8shZ2R+ARawaeX0sCM0rwK3CEx8AWxirEHhudlHduEES4B9CFDTXZ+adf1mC7ckD/CO4rAGHvTECqo5PeLYXMYWfBwv06BJXKBVE80LU8goRcDTiBrUeLOIqkHPLMaJKNhenwmjIJsrt0nyXbWXaVZ4maTCcsqI23T+lWuigha3qBDw3DfcX+Q1wpF7jLTCORIhW522E339kBJQydiwAf/lvPO73f3IbhKWhRRDHostUTAalHTJKd9xjZTGljFdUouRKrdcyHCDa1T9TiU6WtGwWfhVMJe8wWA2IEgMlbYzER4KIh4v+qN4GrvfOIhmUjKIPQaBGPMlm2A7MAdARTjGLWPbAHY5efyAwcrHPN3tP+DFxqFQK8ZOE/BSEODnxBFCXzS3sCSTLaNaTGt2TvoSVVG0vRHUNFzXVChbCEDXXBVluRMKIxYSRhKdnBlNsTbuSzVOaYBX8kwZVj8+TWSK1QmKUKp1wwMBOHU+E3Pfjn0YMBXWbZtxtW/FjfkBq/qnHz556SvlbB+54SfkeOJhVRyqItrGjSY051olDoKmb1MY2KzqzMgaVkSNQowuASDCHqNyH7XpVYsErwMJCKhv52MhkOIfSSnJSTJ6bijN8KZgDoE9feR+MIK9xHsGrQn/jPhAZudlLWBSisl83HCNmXQhUAESU5wBzD1a7JrI4zHTPbGcpvWvCTzi4Q0t5EHo4Wl4wm93U5j6qUJPD4DMUWm7I3+Q6EpClJhYaQFOkimtqU7l9PpaF0FcTTWtUE7BDLWxwi0kQWlpTZjWQMmrCavHKLVegGylBo762V2Pm5J96/PApXwhkEdnoSq1dIeQGSLZaPMtAEeLRTUehwKgcIiam/TQS4YyFDsvSJrQtAlZTC0LhWr0qjnMQvQLEIF2CgFgiZD4Eq0vAXwYZYUqahj2vALcJcwB0lPNrq8767z8a+MvWwe08x4tARbczTp3bY3+C/vXcXoegJeD6dHHKHM6vSgvkYpneTGy8x1NfrpCoETq0+EPLdv0SmN1dPwgdN5UQKomaYwQItBUgEMfqbucu2ELAdNRNALFltxOdai49ExpNrkyaj0Ry68J1mEX77mKPOrZsCrm9YyG2JSIZROR9+kolredsd/jl0z+rlz5/wKlm7Hh3E2zU/YsZWfU4htxkRA060j1evm2SsOZEH2W/Gw09xyYeJFsnU8JEE3K3+OxS8sVCX8JLxn+CFC6Mig3HLqgHw7XqlK9oWM7UmmEzbAPmAOhVGxHsITdAHNhCPccTZ4GC7//2m8AVLQ3cDGEBKC7vxc+qg3ms2Wz3qQmdDJcD7BxFr0IsOVA51TfzS5C/Qsx+gqONapjBWdSAvcbXAH2lCglxLYhjIg3YQmQt4K5gAlZkTC2icHPCYpUizNFDrH5YphpLtl69uPrJG+nEKPiq/xPE0iWaSAFKPr4L1bTvvJW3/T399LXE/KR+17e60/s7ZhJIy2Sx1rCWGxhmVUofMkYLZafuqiudWseburtAKWvBqPDpEcdV4yPxANRw+cPNR4lOWg/RAmVHdSmI+wSvAAfeBnehKg+Bg+WVwjocLQ8KezhsBMCr+2rjcHlI/gR9z2h1x5nv5PnnBpNBOM+UtB93ASYnzpNFpGbuen1ysuCnIMOaNaB9IcDSCO/yhPec12y3RxQnSXwr9Uwz4PVvaRa8/vq3/PgFRIOdBYmyZ0b+F7iuzSOhVG4nufiTaKaIHQHv9j46YCrR10LK5cniIFqN27gp5O48GPy4tMT+/vjmTa/j0gqk1S9uk0eccYjV1qPcA06lrgW+r9Nffur2q3D6FQXUVXRxlyoyeCE1cseLYMxfGMHcDy79qR9gJvmgledrw6Q6MFeLEJr7nyHItwqGzNan4D5lUY5xqK1hV0esl25XmZXQeqL/E+T3l3Z2Dpd7VXsAVruKYA32llTuL49S/QSYBsB94uf+pZ39/Z1Lnx42HzfgPPbB9V+t5yr0nWfrrLmtGcdLgF3aZ8YnWSN6LYi/MKkd5trsTyKLy9jNBKNXFK+8iF8Bd6gQIa+rJSXOJqmuBNHXAC2kSrMiz7ScZUNMj+zAWaC5HiX7IAhNNQ5gXctG3SxkiSfiRVTYYvHi8fHtnw+LW79wG6bf5qUG9AtpCgtnQWejsWVEq6fVT1f1Uw9L2r4K4ZayWQw7WPt0N2TUDbVSJOvXFosEcCwoUjhWwfEBg42CJtfRmaaWfASuUbhLHuIicMCqhZ/LsuAeBjVmZvsUQRkxoRwHgjFU8ioyw55EGH7zws7O27uKgg+HvWcmK8CNyifCJABefZMA+I2DnYMre2rnCQKHsXotwhQSzIr8sPVh7gNvsDbvonBfuZaAnvPJBJrM+AnRBURoTXfVtf7Aqcy2gnY8DP/YO2jvQ71szSZi77AbimCrwb3cQMDGkQnTcihbzuGi4hDCsSCCHdCdiveJjR4HU3U4mMF90bFhZxiVFtiwuPHqK8fHt1656T/zNd3/BFwgGXfPssPq4rj+q06Jff1vry+Gg/v1tmdGJyIopAAYo6DuFWhIYLHF/w27iJzv9DYJgVukwRykBDEE5I+DY7T3tVWTQuR4oMmwMNNoo0ZeHwlMU61LEaRjyhoPnD6hJZoOvKbWkwisAHf+6GWgVgBa5L255ITViz1lF+8R847Eu7Szx+nypf0lp8Alfe9A5WSNCIwB8OgbA+paAV7df/NJG2Su1D0Y4uqkuOjn42Mef2GkarQsMLkeKIv80thvhD7R9HUMZIZ7nSGUOQ1JVc9zg/DQHZWs4XlfbuNCeVULQOwccd8o0woXnMAsDt/MCgoiImdauiSKvRYZEwDxXUEEO+lrOSWWBCVsLR+eCS1brP7+xt7eq1oFqq6+i3T35ke0hJEoISpokaleeSosl85Wq+ur4eMcNzucHAeoksxg1wzwEF1l11EU6pT/tbMBW/MwKLeJLicWLUoW7Zj0MFvKJnxiH2mISGEjH3FGjmGqZiiXxYRAo60iljCpUMBUw+m0Mtq0oKRqej2BsN7Vymxv98rO4V/t7FxaDnu7b2rhppLFnrLVM9ckdTj4YiByXBY86NLPvO7SphpMT4H3fovG7vLwgPLJAR5kPmNYzt/qTchrga8GroXDenL6ZOjX/cLJ/CwlxcBhJz8KaQ7oGT11PDsCVc1wV+MyZtfuPERX4wr2TdZdzXHDw1mq4hVgQpSypLgl5qWj3E5pCpZKWoS4nHvjKnRacelcUEQfjcWSRLN6ShEU+45fPPvo+sf2YrT4J2DA0k4SJZlb5qvqVH/aIUQlGiVHQ9U9iIk/ljMR+x76EuJOvFeA/OUcgsoZEOPJPKDu0YTccBuLadct7PGwneqNBTNywSGXVX8n+WDYzEWbjlpZCXvBMIAV45RKmVpPJLD4e3M5ENV2hg+veMU33PvGRWLdsHtl+O17JajT5CwH7ywPlMRdXrHUwfJ+JAqmAdArQODwSfuSURAbF24jVIzbjHx1kjteMlxv3j0ZLwie7pycaf2n+MoasKY3OxMeJJNeFftOVcwLVRTU4gFKZsrHEYFpenMdqnZ+pFQmEuQPKFyV52KmXCuXDUOyrquBkgm9N5xu2yHdMBZauEHEchGF1rpF9frxSy8e37DhwOKjmzERPslBRNAubXpT8n+CrG48JXrEApEpDIRIFEIbscZW6Tuwhhh0IqtG2pHIiBRpQzQVfCwlUkQqIKk5tKbaSBTKYy2EJAzA0HcSTJmOdSoADUnGH5SqME2Dh3oGS/I1vZ5AOPu9zmGXi5197Qp4f+OV38nuC3tcvFO2944jGCe/f1PXABUr91n0afEYqXNXBjdWgMW7dHD10+41P3aw9sPKLc5NYDPytZNbAlz/xQewqVin0i3j7TCEv5MWUDyh65xUNHtWLVE8/eW9cUOTnBUSNhB1ZA6XywtwVd7nHvH+YnW4ZynU1r7gVA2bKLRRaAmSq9C9khMuir3P8QkZKyFb/giLzMrpjEm+kN+UUc8hrYZXbw23by1evR6P5mhvv3bqXmivRlBS4dTuV4Amu/6GcrrpQvIeMvob7YhjnmRNrDOWsk+lTDm9Pf2/4WK0zHmMFLHtymVLmO0XK30n0y6GO2dddhMYk3ZsQnNVItVQPFIC9xRM0k0BU/54BG74iV4B/ib3P97zeeyFS1r0qfz9JS/dtOIbPmQFeEHBSyvAMLX8u2LpP0aqr/IKHrIC3HvhwHeCnxzo73U5N7da5EvRuSJv/mZu8wlC8LYK1NLy5EQzOytA1iH+XSuTnHBT89p1ZjoIuIkiOGC4lP5qOLxwHxHRBMpXw9HhsLh6uBiuHg77F1b7R8NVMtRxOsnlLrBqGKI9t6AybDtd8zV247BbJwHl6PR2bb2KECXNARp3TZkbMbq4ffvF4729Y7/5QLA4fe22W2m6VIgBts0acM9XAlUjTsHIkzzCqnPOKGjWBOmmL+HQQ+tQBREBmi8uWoJUQHXcRo70lHJk5vRB7HVEx3YruemE6wiQV/jWd5Jy2XRYC0mIj98YbCtYxqZ8aD4comvNrScQ1r/P3dn7nNRqvXbXa7p3rtzl2t/eb7MC9JN/uy/s7H1IONMK0KfAe7tXfIkv1/lGePAa4M6bw/6VHcXAJwf456MxaI2wcW1vCpuBktqEEvQsTweecBWQ52USgpjXzHg2Ep5gZ4FgF2Xu15oKPiIlu1jtfvjc7oemmlbw8qGWfs8OB7tH7x+trj57iUhlp8GG7wKPEMdDXS0ip1wpLcMPIn33gE74ZS4SgO0FHnTIMRSfVGESdlXYXlkRsrh+fHxrdfsm4vR8NXAHxPy4vGnwNnd3hXh447WII+/S8i21inZ1sFs0gc26JQKRoOoT6uJPIARv9ThO2wBilIBBsLmcV9Mfi7hdqr2HqhvtFBV9BWgJJbP8cZgsAIESfpMgs5Tn15MJ7QmYbx7u7Fz9UPOeG8J/tXb9cHnl4j3VufZ3wL3hCwg/u7y/86YqlzTsLPDe/pQVYHh3ruzc0QqwXU18MsCntAp0m7Guav3Jljb1zr0zwbXJNUFnDqecNXMT2CEwkLuc4/S3+wg8v0kBx6NER4XOu/GJw+WbOsl97733rlwRV+5oj/z+/vDc7tFi+N3Rc8vlC1djArM4lT52IpBak1+6D264sGTNtSjcThrvVFZfIBFp0YqiGhGa2ADB1ZIJ8uJq8cqxgF/wmsSPgJtsZAyOsyh4SwrrpafcS7cFuGwVQHgbpFJE2nVlkTTSrSdXg2t/IK5GzoXRoqUwWn1w7WIKGmHcqu8eWSDjjUiioJtSyTVAaymJQIXMLNtxizRjARPcMnUG/wleAZ7yHKDhcLl85kxLtu9ryqu699vl8opOeR349pfLw32t+u4sl8vh/vI7ll6us8DLveERNlaA8PbeFHb4RF0DJLIRtQh00xvB7aXPPdwlxumE1mVbMdb1wH5ZsJuwTa0DHQE1eb0MATzFNzZP7HiDg56nPzWnei538S6XgAO2ZIf53n8NWv2J/8dnJcgJcBwfCa0AQWyNHMt2VRQpaMTNm4+EZajGOeN9FkBEO2SJiC1wIxbn8CC4+xDcFFauH7/y68WNV15h0eUWhp/mVyHilwi600Vah7pju1cxSt2pNZ6Di7C6CY6ekOqLLUYdNfW3tE3KErD4pGh455k/LIeXvCVvqYCVEZI1tGGB5vJj5OBljUqk9JFAaLWcrCMJ1Xn1pyRM8MeAAMzMrhm02MtNjy8D0wD4JAOzqge6BkUYZxyE9vzLKN/LElRRN4YJfjv+GcjpWjN3MrGV2tXAFOHID5jiXSpVI5Cfe/+d5Zvf1aZ1nnWH1d7unWFxeVdx74L2y5eOlssjeBKX1wyKlGASjCmDaZHBBmSVSXFEUxohaqrbVcOgcLShEVUq4IwtNKGVH4G5sXCMq6PkR8C1PnMd0U1Np2zDsFeX7VAOQE02KUrAohDVJTpcWo6CZoypGXTVmXoRQ+x5IBF+XkjYBRUGFcFLJTrYl0COqj3ImUKMrO1sXh+JcnfNXaJSum7WBDa0XBOYnFtM0vDUmkGwt+S5vy8FcwA0rE8qqk1n14NftaL4RX8bMD73UovABD+/YEay3GPWbMcX8QHN5YBQHkWLb3nK2x8L08RHI/WWCa4q9FVIcrbavUSu4McqcLi6uqog2Ncd7RqgVctyc0sDHRPeW2Nv/ioSslYTweCAh2j1AXLxsuqRpOpI1EXP4bXjj/Zuvrq4fgMFi16/7eNBVtZErnFBF75hMhp/+2LJ02zrWShdWTUjjFyI7k1sqBVjRQhYn8UabbrLk1KQhmI7shvKqnhxSnIkE+KR8FihLHXqJlZhkVyVKHPhKvOhGZ0OgtLmJ0bh6TWDII/6fSmYA6Ah7zR1aBtDYF/p9QjHeq7QCbQVoMCLwC6ic+qFar4FYqdkCnvyK9UZYe3xB7mDJnvmuz2h3Nhkaaq8wgnw+6pRWQ1XeTPgMBweci9keP9dhcDLDonYEctX3IUnbslg0Yk82NeWBkjcpRZDQFPFQtkkt2duCKpgEoqDHSQzQKSVYLJ45eZqcfvWrePjF6GqiRU/AqYbJeokUaQJVlzMq9sLBJn1cOPnriTm2rAbc25cmsqVEGgHUzT32ubBi1SIwCZ9kBDaYeevSExizz3pNJNNH14Lfy0Yx0YDs2p8GXsk6gB8F9jiGWs375ZbTzLU5FSh1MdmtXkFuE2YA2BBW9f1YDcJbOOa74FXRgs2QqJPkCXkiIqtNW/DUgiMBzjm1GwnayUOxvWlIpYjpB6xelTsZV8B5HE/W7mWmt8SszdcuzoML3B9EFH2rADjOaE0evYElZxdKTMNVEKj77k2asUcHpm4U45ZfeYAfYyugPzi+Pbt45eOr9/2v6Lr7PDFV0+RMLPMpEk3EE0rl32giTuja8bSY/eNKpl1Y9HyfVdKv4Ci+VfAqDuIuU1ljkuthzbTDLhLSr1KEkhJOtqy/HUHw0K4wBIkfSdJIHi66T29o23oaIBFSWYigtq8AtwmzAHwARgnWAt8Y9QbF4MT6ApmahHYA+Za6Nn6ZMFVwHYu4xmdiZ24B60WFMRAn/4aJG4NK4TiN0Iv9vsboe0UKCyGs4bAMYIzeQXoKkRnmK0NcNnQOKQNNUbZxPWsaRAlddOrMM2AgeA/fe3jV27evqnod/MVVWXz7k0e1Fby14CTsphoHVBW3NXq33l6MIHEckEdEtg4yODCcmTJLF5VNxhqDIedfhiNgGvFrqCTvb/KVkXZTKnCh4puemYwL8HMQZHdoE+Xa4ACEUCkpJRjr1EUudTgeJQp0nFxanLNsA2YA+AUiHRjtJueyhpOzv/9kWESFKMbmbOTNTdBeM103gYIMMs991MRkjSpkjHdPe+Lj4QdTSs9IqXfC90YlmlgyeLQmLwtbzspXjIHWTIawdNVaEeQGkKsOuzTZcp+aSGcM1qh16LFHcZpe9sI3749fPzxx7dvfvTq8Y1cbrt16yz9ZrdVGnfNNkMoWF3ce+O6+RZxIbspm6BaTG8EHITJTdhZb7AX3O6NiOOmR8ADLEtuoPSjU6e75oHxQhkVpobuMZYRL9R7f+goQIc4eph8J9Ea8cyyztwHRH1wyAuaumUEmFfh6TXDdmAOgFNIpGszrIfChijUjeGxw+T9LwVcCQxRa8GFNl8FZBrbMdqcTwLaDO9lPMBVpnynDBeWR8PwXMIgdWVKYuKz2uOIpOj5fAuu/Rz/8eluE0ohCdun7gYTqiCAQFCmirDIoEGWRYuS5eEFp3F35eZLFB9//Ir/DFNww/8ELCIa9Mr6mDKColsleeMlCI2jYuypeuNq2E6haHOkyR6WlKiGMbEBoqIZt1yYZkNO3tBWSV0NWtXV2FKRrocoCaqtruNZpjMQ6LsqGd2SdR+1+biU0QAmQUVRxTNrhu3AHAA7KGQ5arUF3WmfaYmIqT/4/fuQb2Sd8lJIYa2FIFcBm/+2Wdw9LjO8Kma7Hq9JPdLxiKvLC5deuLD8phwlTjO6W/kfuBMm1r4LbM3ww7TTkWS4q1Gt9lx1WCqNRnWrdkXxYgsL6NkaeRRocz3cPvZLX1bD3munRLK7i/wTMFA2paRegKY5LzsNKvdeU6S35YhbIwMEliOLHllpt4iTFrJnA3itX7XpzDbUX1UIjzJRkmQOmE07dOdOVZeCD1sbnwk0i2HdXRGWcXFXswKEoN19cXLb1rOCoB2cGcocBJU8xWbYDswBsIOWf754l6eijRRUSHS9eBMYKf1cWCe/p+1uiKKf4h+/BPEsZlLXQ2SpVWLKw/OOn0CjYix8dh5qX/ovQbRzT9Vlcx/HHSXvQK0A42hkOJ0lN7Z6hgWeBGTMSnY3KzhzfGuG476j38YiEB3D3TeOj2/dzeGQLfJPwCi5QTSoI6G6OogURCS03XjK8bKZBm3yEbBZHxjVpj0WKYvAvd3euUZT4eNLtajOx2ooIyf/W9xwo9hgdGRJvakmbTYjRDw0IytA1y1keZPICJXUs4gNptycJl6TbIZtwBwAH4Txml6BI1+7ATzeEi4Yv5F7KITk64X8yvi03gjN/GUK380P+0eC9ja7R9exg7jG5Sqj1BbDwbUrz2JBSTV7hlXjgU2QnatyXgGGT67MBfEnNmwAwFvjcK7ZAQWOREkmWJUkvBkTrYyVGk4b5t6rxzdfFEe4Ge2fgE3SkUWPClQjRSFTBKxDpdlmAy6Z+s3xWFqE0CNu0d51HwUgTtZokfVe1VKsSo6vjsV7HY+fh6m9600aSm51OA5d2mM5LbACzGfr7y0ayWGgYymLBfLZIJMoCDtzbIatwBwAN8CTqz3q3Gcaga1f6aPskQ542IS0gB8KZP3nPwURxGc0j71yIzVXIPHTgxIKGEMe50DLjvHx6mOCgpjUrBkJbzYYNZuRtwm8+Cj3IR9Vm6gpZqumOlWWhSIJJdSQEIThXSq1qIEWHwUiD+z94sbwv67fPr6e9mSYHwGnM0r+IkA77ZGD0L8S+SjWu+kgRUilDtctZh1rVphKfbXtZ/vMYFcn2nLQB2cz2mADJeaPRGVVldJeEyx6GWnWXborRVOWAxTWV4DwrE3VIKEmpkwRn0HOWDRtCcwrwG3CHABH2Ahrgl7XOm586Wm7Jdxg8qfAIzgosu6rm8B1E8QPU+ASCWFJKdntEk7tzm3qhgiWG8RpVCuHCaU5J77HLi4rwCxnzMOjgpsevxUoU9Vcy8qmS6RBey+nIc+5lCyDDu1jgE1h7OfHx8e3bwzDdTHd8WHvpvLIRolCCZwClnZTlL321F6aQspYCRQmsgqHTCFQ3A6HXiItmSdxjrFRfajT5N2XCEGy8I45KND8Iaq0YC1JWzwPvzVP1TSGh6MsvoAVoLtRHIkJkTHjJAxHArAymXb3zTNshu3AHAAn0KZWfcf2maal3GTWCa0gmHPlh07IdtmQdyHkNjCT2lmPGLWbVdMfD2F1iExzUO32NfFwA3LcoJY7JRGvVcIbQ7XTsNwwxfEtNPACtHpQtRJSsdHc05Q0H0HXI4PrOq9WeqH99Pbt6wqBr9YP2QTr/BNw6+N4BBy4clVbK9QXH71mVTIXSTVe2WhJ1SrBGnIukcmyMq/80lOXlZqSUZLQrP9adWK2VoDGJMfuIlRsh+YYKZaA8Weo27/CiWVpNL27GjMurUpmC0EQm1eA24Q5AG7Cw6LZGa81LVwgvGo50TW6Cfz811cL/SasM+b+Rc/hTGL7LbX4osmNaKwK4oNXA4LuCiutipo+VUJGCTu0WozCbE6BcTzLp3Auc9qFWaOdbAHO7biu4qtJ1FHoLNRxbNAIqlB4cjDTcu/4/q3bq5t+/kVKSq/dxjAG0m/0fB3QhpSlEUu4JPPFt9ZIxxourPdJmRAPWAkkhWBhLNLRjCqs2lyXiBgWzzHkEZyiGAWv42M3TRlyLBk9WgK3E1SAblTg+LJsUIlEU5lULMYB8nHAFqpqCp+m22ZNshm2AXMAnEKbWyn7TNO5bGGGfpvY0F+DtQEhEivxKsIf81fTN1PdE53JDNauRjUfiRxSIZX3iKC0vxz/Edgi4XdpOZFbTHjD2yyHS0U83UgvgPhgICvNhEKvWNJJPI9kqxbEVTGgqrY0KIH4LfDqrdXe9eH2reGVW/Zzw21Ohg0QUJUVdGLXuuq2UO2L195Ayu+ErlR7z0HUthHwZK0M0anVBe4x5eTgXDaLSYCPROROKSRFYYyYBeuqBj3HFHQIbZnrQyPVdxKYRcDJ3L5tZGS1V5cqi4KkPbVm2A7MAXAKCmzTpV6VOgWeUKfAqbCleNiFskPV/EIYTeX1Wm6g6cusxjUqEUeged6b2bcpWk4O8X2egtk75JcgKOXnFw4/Fd8EVjaylrdBL1413byP1ss747DWKlVEAHmmUDNDIbAKs1WXYOG56p68duxYd/vm9Zsv5kFArY9e5NfAUspaJiac3AnVwEd46SUIliDjGFvIkjljNOVejFIOMh4PU2uNzdE5d9mYwUJMl0JFPVbDU1bDk5TMNrVzyLGcA8qRWSBlBgxpJPuNeUauLjiSrGYh6kJkky8hthqgCtmZWjNsBeYAuAFtcee8PfCyPtm80TGuB4mLDo6cIm88H3PKxb8zaJq9axaAAqa0p3gmcmZ794Dyog1qZWzxq8Pl0YXlcxeWnAdHkkJJPPlHrZ9IcT9WgAbRg8bLcC0LNq9KRahpDXcPrOMAEVc2oTMiHYkcneAmfwDMq7D4J+AycvdY0ciGTUGx6qpgyHbcKItQDRsmpfe9Hz79w19q1RuIniNbuikILe2wj5RQXfaRoWaky/SASYXcPFqPAOSUYBxliY4i0hDNsarYCDCA2HJzkgbXCpChsgTLRsxBt6IqXrq3D4XCxtJt82uKzbANmAPgBrRA52BWlfEXIQ024mHwcwvAfp9k4bdBKwL2Ge357KKjmtWNrdzzvb0msJ50Nkdiq91n9nbf2dt9RjTCnaNF6ZWL2OlMYOeWIx6m5IIoQC1bvJMMhgVFtVeLBo9AqgJKCnUUG+LHLELFc25PfeP4NhF6GPZuUFhwdesV91Bqsa1kE+4/hmOhyus33NXVcOOtpw3X3OUSDgtCzxpKI0JTLVylFalB9GinAtsi7pyS7/56ECJLL3n7fcllOJwBjJNE6St61qAuNJ9H2WlNSoGPhJR2AI+9TVHRDlnqoqs2fhQlnpk1w1ZgDoCbMEzOgVsM035u0k2rxrUCHNrN4wBrwrV/BOx/hLPfeN6TNLntGEB8sBCzxRLgdFrm7PnN0Yv2hxeHy3cvLI/8W2CEDfClRFUeo6I8BkIeOhPX4cS4mo6Az17tX+V7Ami2J6gOwcYTlekoTLCiwAcBM0mZ+373+Pbx8St3I2oN6X10k4tpEoMQ03CwFHUMuAFb+vc3SvWtCoBP36+BIU5HF4GNgQ0x3aoh1hDWA5bQ1BpGkLOCILd6W/irDkHK5thnBmtOYyZQc9upuvTaLbpKyny0vU04ynxZlgodzKE3iLxMezgMGVFLWUlDUzNshm3AHAA3oZ0Dj1HvIV+451eAFTPH0CmQ2hmnvzwM2FeA5Xye25rQbVXgCkVqJrLlZod5Dkvi7S8v/Hb5+vLwTDXCqJ0iOomqxtnsTF4B2rmL7uBnjquJdPC8AoGEIeqqRrg3QE2p4k9amIKrBMtXj/eu3z6+6ef/OuP2a6e2RIiFZIMxZERkY06rRVaQ6+GXxL8PCIA/VF3WbQRRa6bsA2l7SBCbYprcFvMRWKLxUtgimASs526RTHXBwtBouheacH9dQamPlp2m6AR22UOi5DD5SES2ujOsMPq9L35A3F84lo9tTx5E5ucAtwpzADwHk+mVMOf8/KSb1HODhPc+b0gp6onEE4D5WzgmsjfPZhyCye3lRyd6qotcfiFwhVcvCXHkWF3iLsgFhYfukDEbLbxINmJGu392YFncyQaoukEnV+xheB00nM7+ahvuKIEBAbejRCzJ0suuSxR25KAZ9G6+Iid+kaegMZzGXvJVQRrDILpGobnJYKK9zxU/zpzdteFXCn1v/dCrwL1Jt0pXADLubqxxlQdJvxgBUgn4qMyXUpVkvZExU4qeJU1omQViXgfCQl04dPejeGYjqry9EZqjg8UnE6aHNZYZiVAd8dNBJazPK8BtwhwAz0H7HZziHtjZw28AT4htNdjKwHDCfyHpJHqxI1+4yG2QBAOlzP/Mb1cqDkGwA8fL2BT73i7J8A8Wl69de5Ybq3gDjuKoIZ6dCWLq5dssN6LfLAQsU1Bu1z2xwhOmlLyXQiglVnlQAepUMSc3XQy3jm8KLes3+RFw1zeJluzpHoHEoFzxe+sNfj9s+A9Vf/bGU1DvWBUjFr07DlPLcppqMIWvlzBC1pmrehmJ5Ca5EgGalQSV0DqWRwXJGNpwGH6HsShy0LBskCLHFGnX+HD1kTAmoOZ4TDL21gFxI8JiAHsOfa7NK8BtwhwAz8Mi37B1AXBdcW0zvE2XgO1XImfcCBnFNINVYRXoFaCnMvNXO1NcawUTWobEtO5sPAVWgTsMw28uPGfhCnv4RgllV25SI/DMhdSSG1FHcCQ7nRD3i4q1VNjL7G9p2Hw7tdRdt3RsdEtRsxyIs8VPdRKMXcndupWOoY8dC1iyDhwQ84dEuqff+tlb99WozK05+/3hUz/kLPg+YumHu2ElZe5jFWAJPLEaxGk8e4ZeRpTcY8s5KIWsvb5CzMBC45C1ZLIQWc7ZsypYZvhcc0BrfTaJmyA1FqFP9MauNGmBjjM9L9K8AtwmzAHwHPTnmvkF285pxcHNZ1wEY6RrGD/+aNKuae14ovh3puncnoNhDpd/aUrbf0yxM5vct6r732ezCPT2e54AJDLYXyDl9XZU5ajlKKj6hoS9zdVmQSCh1h4IOlRRt4S9t0psIGcJZMxyJY6bONmwQHNvUrKf+jWoQluvBVp5CZUVd0E85b/01T5FwKd/mFXu8MsQBG/xWm2krS1Dqikf/180efGN9Xrxm5iVya3fqM5SQYDyboY3DFHD7T/qVmphFRCGdESMqjBBWT/GehmCMyfV2yjCqkGLtD9qAaVf7q2e1RSbYRswB8Dz0H724WC26OGtyg59Gp5u3BOpQKkweoodxdDcBr4Y54nnZa6Taa+Zn5o8a/LIBQSvA12z9+wvr1KY0onGYsfrELVS3oe3OTQ5d0IOZlUA3A0zAP00vxYmTjERGYIODYBDrpr1yOuiVbPncsGPgEMnCZF1c1DCiHmrMy8A/z//xnkwlznF/U7dAnn66W8gQWMS9SGgW6VPfVu9DisE5NNWO4dV4VRZxNitxl5cdncSpOpKfWDcFSDfHRwGUuPRyaAKxgbTHL8E9J0kucKRiV5QMInCjYShB1mfYs8rwG3CHAAfgHbVT0FsDG3j2q6gR0Y4564TasYrF/GEH5HgKPYVZZq+meN4o6c3mSe9qfxTcBGTkXe2tHa5ByJQRY5lOkk7HmQNO5sRbbUCTBhIkpQcVroWwumganM0Q80OLUxasuFlX4Sa4xYK0bltpT8GScVeOf5rt72eQ9ssUiRihAqW2xU/4uABdRHfd/R7+ulfJcSWcngjoT2uooxetKMjMGK41n6+3meoaG4NFMs4WdZ8k9acuRrKhKZ2avyAfA0ET9k/CzfnrrRn0/kiCat9OkHFtVI+KH105ki1HdO8AtwmzAHwAfDFO8rJMu/BFWDniXOO6ZdBC7gPLCZXAbUC9Kxm7jPdM8PlLuUxZJndrrDHP4rXWMNvKgD2X4LYm8qZkLQ/ilqkJX6DjHBRcNFUrFlLC2UJcoQ7M0VRMfaqlGOoK/oesKtNA/W1+gbq5H31E9/VpenOUpEephLe4Ct+P/M68H6sD+sjqm99w7qqQ6MVLFmgUu5/2D5Aod3NF62NRInVoU7um1D6wNIz99jJklJ3o6SJkhm2bZYPxweUsRaRLwKVdfxclZBF5ApBL80Etw2UVWG3fqMr9+SaYTswB8AHof3Urb0DGjh/DbBHvQe+j9c1QXNHZHHq28Cav20+Nx9y2RHwESvPMfgyYGfhV9pwCO0OAzFujhXtfwL7mJcbEqrQhhEHr3grvHJvgd0PK9andGp6xlQH67mguNRNe+mVRNPQCAX+ETCWHEITRdxIWXfFMeCXT3/w1g/96PMPP272huHg2QPapVo2R0gVSn9mGRkKGSy0ckpHqwyUsinfEhs6pZdUYKwJ+LCEtt71vMZXB0wbAn9Krua3wOZG2mOaqi3VB4J1WbFwMxJC5tcMW4E5AD4Ivn8haE/EGB783q2JeC40nvEr4AqP/IiOK4BaAf5PexzRIOVwMb92y7w3XasKc5xM7a5gzLTA5X08JZ4T6abkzG6JACtA8hIssgAhYfm9sB2MEASmzEyXzoha6p4odB5GnvrzMyxURYaPwbsSv3UTPSRoQRb8I+CY1V70FNAULlMRfOfp//jZG34SRis+AerhIfN2+kjOJhuqhmJC+90g/aQkK7Zo8LBEaUaETWl4FdVB8KaROln/VAqRiCMTw6Ah4VlAqOwUMjAutJHkqgTEJEdGKbiqMiZFFKFMBIkMCFNrhi3BHAAfAsPJWlHwlLc5fwpkCXju+7itGs8UQvl9ML8GOS2XjF/Ge8i9tAuJPKdMRqMQDOnCkfxuToGjhHvJK7IsbFkkzfOrR7KGsI9ahWiHRBcLnSbB2qLFwTFdVrJMbKRrTWsSGbS9evvvV9ePX/v76794ZQ8JpcXgHwFLK/bcHSXk1VavpCPvP/2WT4B/tchCtnUVmRQ9CTxkjcqety5GvOiSyAHVSIBudKKhdMWFmVE1rs2LSw48Qv0ucJk22JCbqXBWhkytLxhwrwBbGIWVMlx/htUq44Wkx4DGVYGTGTbDVmAOgA8BLQH5K8ud4Yx7GKE9ZNqZVAGvoF8+rKuAPA6jOOq7wDXBPY+N933Mw0hZDqm8r3z4W0zDJaF2T8siPckICxUa2grQdO0+TwYiYyeFxBpFAglHKFhcFWlax5LRRQCDaAUx3/ZevHn86t1j4LaI6oL0+BEwmmMXSyPmzLKk4Vqu+FVNhXWNSrOenkwqg0An9UZGpjFru6rcnW57CXhXrAlJBUg1XVf8mpxysiqQJU5JlmSSOXziHjbMGlfS5vtSVrR0yLahAcMowlaNEMLk5sPw1JphOzAHwIeBloAs4RzN6nw4EW0DzJ4GxqHufvjeh5KKU+UORpnOdlBjk50NF1JFHhBZg3ygFgotrXZ5E8Kd5WGTSeSIE1GjrViMa3ENENcyW0mccjbLCIwCeJzFcEfLgneXjoY0TS2yO4t4CS32bh0f37x9/8b18UjzI2AZa33wsZYOGwZdKnvpqeHg/oFfIVgRAKzhlSUgmQe7KqlPcfUut31zQAymQ4yAXLu7wnKufg4S1gSpD0CU1s+k9ppWE2V+5GnXMKk0EnLxIsAKsH/IQkKVAXppqDAsXjpukkokVcscm+GLwcbfWygAVjnDBtSd4PorOE3FCnebwEiO5PXk3dBF1RJSJ8InrP/+J9OceZ1ZDp6tOYEKT/FUEg5GaUspXVjuJeEXdt+kjaypCHjoTLDJEwTDEXEzITDjxfY+VVVz4BEoCvhiVblozk7TX8QgmQx2//bx8S9ABPTxpVeFlFR1A3Il+7UU8yUxLH7xWu7wpGVhdf3MIHWCVU8ENAebVC2hlFYyOJhJZ7tAH7amCM2NIKjm3JeVjxcq7Mrcx1TKhvYctpnShO6+02/Z8q+DVQ1XcloBipNBiIk0hBW+YNpVQXfGNKF0hCGhnFeAXwZ0SrbxLpM5AD4U+Cmvh6ldBax14CZA6pcJS8HAbRDfCjnxJUCdAd/1VaM+pY0LhGyc1ZkUZ3XF5bhpBfjb5w6Xb+7e41dy8oYkeUycyP4Bo+JKe/eSzVjGXoT3KUsrKaNrB6MDlBNzkQBKTaAimPkJM1b4+KWfHCvoWVDZT37OLzjcqvsZc8UlGUDTXNXccjA00m49J9kSTKNVGlu1X90AothiOIWyEWSCNYRo5JDU6dppt9ek7lpYziyvNqpOkZymVNYb/2vYlInOVYlmyp9TQ60EoCFw3CtakSzsKTbDFwMWgNMRnAPgw2HdnoXpUU1Rof83cAPJtO/jB3iER14HqFnLzztq8lI953wGOwBzHqbAPmERJcdIw+Lq/nC0XC4P8ZyJVCHOxDBm8AWnzipiuKbZxeTGcXTtCX4QiMOjioMQUo6daIDGSXVEzlfD9ZvHtz4aVq+82KLX2a1bCJlfJIF1palSSl47wVi/9Bpcoe6T2c7hlbqyjTNgF7LAjWbnowiv2pGyCOQYdDNRRCxYo5irbtUnIHDLMCOqHZN+XrBTGAnQ6q/pTtiKqVp9imuBekWjckpYKn146DFw4oy3kqEwCnweKjXUNb9m+CLAAnB6b3MOgA+HfguYW7kdNKWng+cVXpDzX8uDSJ7WCoG5Day53Gd5prZnNATqFKi4SlSIDHvSXccUzg8vX3m3GPEc5Q4nQcUwEs+sC04StjY/c4gY6i1FT64FXiR2m6QvYlhM0EohXTKI0t7xbZ0A3+KP0Iv2858ot5DvBNAwvEYkpTNu/A0FQPHdD6jZHFxMqlckpqpSguohQUmQy33mCkTXYKnGIZhipShWIitrGa1A9TBH3SRzlbAWdFM6JdQ6DHM8mEaziVxHrYPzCrCG1GPSMDeAiIyppO6ew52WNcVm+EIwnGx8g8wB8BNgfVqvhTmtc992CsxjfYV6hWeEi30NuH3Mym+tUt83xMi6C+z5a8QLidpF8RKP+V8lELdI0vmz/SOsEkjZhVqlGgoltxwtAKE8yxXJQcJq8VVULVHSlBAlrZwoUaECT5WME0pGhzduL27+TCGwLeSGs9v+J2D0UqZ7SMfXSRIkxNGwlQC3kEbRNtn9SZ5ksG3iiS1FUOayGRD2wRTZGbzw6VEwhR4n19PRMBAXGU4qXmEiQsU9BHW9JIKJbj1ExCW29RWgAEQUi4C6zZjgkEkecyUfYIqaZzNsA+YA+EmwaJcK/GAzZQrBol3vU8nDzv0nIzxCzUQ/EYTiB2FOF+UqmdMTRymyHaPPcCp4zOgQTtnqOUCessOj4zsYtIdMMAvkoTMbYE87XthZvflZFEMUSgYW45YolrMJ2dQUQtavvHj9eO/u8Y0S5J+AP05IET9qNOmDi55SeqiOXPdboOmSI1+4sMIGv8s92/6LD/pvlqUozEgdtVzyTNVgfnaCmI60B8UyI7AGpHwITmTG0vdOaRWPYQhU3Szj2EkZeoaZFaCs0HnXw8iHHVK6nIdnBOG3cv4lyFZhDoCfCJqJQerhlunJ75r3naqQzEldGhxQEC5pxTxIQkTliULfB2ayx30ylT3j2U1zzRPcqwuTagudqT8s6jlA/ydI/OP9I2QOl8sjHpJ5fxgO4VlD/ZG3yfVkW/XYspb91VWEwiQwxWslpJwOScVR2eIJJmJFHEICtiRdWy3WLx1/9Fp++OFWb95AOJJurzk1em5MdSS03/3b11SxrWrCye0h4mq9Hbsn74ljrjSSCUYEtGUro5Bbbvwm6ZWjD5u8eiZMsjokyZtXiYO0UW9U2iFmQW8SRtgZJWOijNcABWmwYl4NjnJ32GpK/jpwh5VUMNtm2BLMAfCTwdf7tP6bPN6yAQp+EtHy74w7vfzkLXRTjbAkhMsKUFOXFLdr/lopRdHKWZLb/drPgeWYu8t9URc6k5UYlN3lkWS+e7jYv6BYOFxd7R/ZU5XhTtwFFkhSTcaY3UoYnGrUrhUxYS1HAsFI9S67U0Ry45F3uvviGy/+9Pj4+JYqNje8IrR1VCWjACurLdeMpT/DRxaD4GolQPV67aH2fifY9PpKEUSVbgoTxyeetdyMQYTMroollaGTw5sIFi8F9FAbUaQJW9rWBNcuPJSQoOYOEpBrgKZrCCYNgjI9VGdsPFOajRonEzzJZtgOzAHwk+GsXeEbz3HPg0LbqYKN1oDtEqHghH8CIfxx1qy57GWg3T1zOD5qlJqQeCmI8yBmlJhFcAueADSJXV5x4f6uVn7DhaNh797RvgLgnUvNa8jqinurw4KZqs3jdX0TINydVTmI/VSInTq9N19SkZQRydxU8Hvxo1dfMY9DWh17MWp+ms1NYyPdik/6VBRHYEZL2dCfVqHUUhnjKtWB0NtuOQqrhmgyfaWmI/GRuQKSTiUGmYySC9UdJiPhR6fhsbPco2wEFx6u+szIPUrQZWjpI6XXJS9h6K6FYbJrKiIZOiM1rwC3CXMA/BTIQk5RLGu7h3z1atW30Blu1QqIeJql0pOa14hMZTucZjF+5LmOa3imByg9wZUqJrQ9zsA+XNUK0EjB4mD3zjAc3Ls/DL+/c3BvuX/VCuVFbQXoDuBl8NQDuhG6SPZSFKSCkjXALdR7VB2wANLoWdZmRb51c++6zn65zWIXH4ZXX5S2Y0GJYKGcHTUk3Q81c+Nvdbas8WATLcKWh+vcuNZ/iqqJOonmwVygaanqG2zXnSxRKZ9FJ7TMCipTZahSC5HRATFRfaqTXVPVoj/ZpkBUCyu5mO6cX9EoguXa15EAZd+kT1XKsRAjSQU1zWbYBswB8NNgfLrl4bNOoc4/F15vPiI4/jcIz8lo4nNLuGZv5jG5sXKA/mhZMcwb8fKqw7oAKNgjWOHFl7UCXOz9UUHhd0I4C44PKYMtb8O1EIaqjBZjMssUwPVWozF0QnKgIIFg2h5pUfMtCWtx+9Zw88XV8UvFXKz+/naiDFJC6I57EG4KZQ67q72Xslo035aTWiYGeaMEkUV3y5QQk8wAy3FHtgTSAwGq9CASAiFNARSSgCDOJUDXow+qPQ+3k7UeFEGHCpbumT8y/J0kGxoSd4rcx8bHwXi0H4N0o8gL4XsL6XkFuE2YA+CnAn/s5vUdJ8HTGCfgBFlxbc11PsG502Qt/s5IEuCnIJ7YzPRMYma2vcI+UT9EnSbtdjS2ntodEAEihstaAa68DPwjS8FL7y6XuQgIsNyQJG4lfTyMTdUkvJP+uCINdUi9EQ5QL6kyQZschMmlJbANFa/evHV7uH78UyjWu83TMF7lWtV0IXH3MmEKoHGCV9uYekZRrJETYg4txPFHvQ3xrQ9jDAo6qtRBFIHk5kUdKdgqcdO9KDbLtNr7BVrvtOaxz+EZ+JyjLJFaAVq2oFl1hyysGiWfYphlxMi8AtwmzAHw04Gw5hnHnZC6yVHAj+PO8qe/jTKuGAXcDlam9aGSnwOMCwB4ibCsqWqSV7L7GFRLrPAvYFnojFukpX1595okLhwJ0RLq6urqcPmSfc0LK3lbNYodqF0X9dBSGZ1SerJQFEvRDYx2L6SEiSh18T7+6Pj49vWbWvVFyD8CLnmLWzlxQPb897972FRa/OKlu+KmR9qNc5+1uiClqBm4EyyorERc8v2SS4NO3AZprB5fDaZDpDlMmwFiKTd0bnxaIK+C7G1FO6PV6XZrmJYjotJ6dey26I+E+KhqzCrV51It1iCZ46lifeF8EPMKcJswB8BPh34HmNg2mXos/8QlPPJITF/9abYWBnANkInsf4VjMjP1M+OVMqurzl7hDqdoP2tg19ZXGUDQeEuuAa4OD4eXv8kjMQqBB3+T6AXXyw3J+bIf7ogeJ190CjQJSZJwdyrCoUUHGXMwYmXxIEBfX1fs2+N3cBQwZOUu/wRMG+5L4jq9MPO+X3r69NPXYnzx2r9zAmz3DqWntjc7LWFPxcgMqtL9ShejZF4EdIAOIh68Gg4lkVXQtJXYK2/N0PHcAIKaP65i92M5kJOoKVeJIZQFHlLTwXxfCoKrGeMcdDrM6ImHoTADfJ+pgmZNrhm2AXMA/BPAK64S3obJnV7FPApFO/758mR9Nl0c8jJBn/0KP5WoV3/lDMxg0HIB+wvzvK12QhRBPlEOlLdvAtfuq3b59eXyzb4IWu3tHoHt8mjg0dVheDnPCDa36itAmm0uFXvn8iRwO2LAnWhKvmpVZDgQjN84vnmbP0EfbtQfAQv4J2CXPl6I5eEGv/QUuB+j/ysCAQXPrA/BE64YiYwGgKBXW1Ie13smJyq3apKAlZnDV6p0G8PGSoUetJDoIt325b/6dMws9lgpqLo+rFGG3GPGF5CNq6YAqIqOqaQiztGprEaRjPZdB2YbcV2MzLIZtgJzAPxTwFLPvwVRnDPBv+wwxslxMJ54noImsnJ+H5ffhmgJyKoOL9Nc9pTX/I9HuiYGczzO0LxRldzu1Mal8UNeBO3/hbtk0cSmWF3w0j3UhHoZoU11lhuIeXlTVDC7khXjYOV5bphc4cHLRGil40yy6rX1XEdhdfMne4tb9ciLuyXqjdsSKVW2FgDgrb7Hv78Zfoidn/PTEWzSFTV6Y3N9aBNoq0c25iBT5qsfxjtZiX41Tq4LghctavkoKg4Vo7QNwdywt8awsOMndQob6qwWxjCGlrhm2YRWgG7DVBGUJI2eZW0ADoUI/PrY4G7Cmq8BbhXmAPin4GRx2peANffadzC3frX0g8rvfkNsoHl9csY9lPwQOD7hye0sKdW4ADuCzottX0lkEfxRi7v95eGw984FX9nvYsDUdQU4lmp56Cxk50RDeySuhItCdFUbDTuehqwsOuShF8Us1SGtXzx+Y/HxKwRAUSM0LG6/5ILkDPtCaCILwLd+9hb/Aae17OLFpzCHNrAaKv49/R/+HUlndChKNeWaCSVcsSlS7BZ0wyUGTtQqFpkqFWOsb67E0nFnhWTJGdwwFk0qqBsMw8EORX8kEE0pJSWh7oQyRKyqrIacLz8X7tq8AtwmzAHwT0L7gUcu+fmeR8W66VRsUXICCn3aTv0yGP9ZhSaw57pnvSd8qNpU68+UxTlYSIVdclr87e7pXPeO3woIRUrIVsxSVYXrpaB6XQMUxcLmwKh+mKOGLCIAKY3mlUVyFsm0h3+mnZeOj2/fuPlqpIvNPwEX25nBJsGJbj/797+leFbV//uGu57AMwy/hG74lcVjRUMHUqMCxSEhNTpD1GgMZ65HnqgiGpUSA0INwzQddDbAlRwwVTLtkTTFBavLSdfqzWciisAa2t2yMdOUawVIw6j4/F905apGMg37g3LTrTt0RKjyml4zbAPmAPinQaezNelOhBEEUzNVp7mtunH/o4inzGqtAP2/wHGB5oaZ9Z7ezPTM71Ynd1ESljlcXnidt+Hn9yAwYMVvWCSw+ew1VBrwNcDyodhRaf+jzhUmISVScdQu2yTiv47cTd1CsNLIsDgdbh3nDTAilcPf/PsYtgR5vwomkTP/7+UvfSHwPpZaH80efiXyWz809y2JfWSbtOpTfoGvivrEHsuxmcyNYyrmXI1uaYbrEMTwiN6VSGOZMUJrNAelEA0ySzpLmGIm96paLYMJ+MzdljwAeTIJCnI0bl0b0kfgSomQe4u1WJlXgNuEOQB+BuiBbd2vA5L1k17zNS/Hm8GcEyshoHUgf1bm+Vtep92TW5yGFltYokRYZLhZsS6/s1xeULna/aY8QSLxDCj2jJLERPzIK0DlSONrLM4iik9iAAvaVEAWJiLW/KOEkKqMugNDBSTaoJnF4uOPbh8fvygSVfY3bjXLzox4j7FfcvJr+GBneOqlkiOxoOIC4c/e+Nk/ReLpt66FmYBhsaagjJwhSsAyQ3WfjtfmHmuLhCAjTO89SnUYjkg+eiVk6arp2RiZ/FDDRBSr7loXE5qLrkLEZjf4wMl4EFo0mjKGeDqJRNqtPvq7jCRhUas/mWAzbAUezQD4Nc+B/jcCp9P3IhStUzhTpjL5Zdz6zP8Jp+l7MWstz2/PaYOczs5r/8UjRBGPiW5/TNWsqLx7LU5yGTPNkNdZqbnueKaClpZYboIdWg2Gw6MvUNkDy2FlAyMt+GGjK0FKFdTH8/HH128f34bmxu/6gmCLAz31GHRQsc33OV67DsmqlloTHX/4VL9R/PR/3A8DSFGXG6sTHckwNOqYo9YOSwUYVWxZJ1ZHgQZt4Dun5Ma6CD5+k8iLiaQRayhP38h4DCZsK5aEwEgffokyAdBgN8DSkdTkmmEb8AgGQE2Iwr42aJf9Nm72+klAX/lLJDSM/BNHREXJM64Aev5Pf/FWF7Y9y0nOXHr10fyBjMLMih9FtBOZReE4Zjx0q69rBUjzas9+GElwEGyhwtYcTR1D3mksEXZS3SbcAizMKb3yUtd69UXuSQdoEqLjlG0Le9+R7YOnf9V40XPpa4Af9PvEgl9hIv3P8Fgse2LEpJpcZX3lCA85VJnyGLiKqgp1yms5Zyans6pA4A6+a+j51yERYkSMVqb97UhRYTAiUKbSJitAEz1uowAWuEzgA1RhUsjafOyi+uAzv2bYCjyCAXB9Uj8++xrhrL3zbxLraqVHXrdJ6FVRS04UHhMc7l7EqeJvntIFTH0mdaa3OfCaUHsMBhjLVijZIZpyW02GHh9eOlcNiQb0pNpzRLIAFVwReTByRwvZlzm3BBWKTQpTxh6lMijkF7fb2sghBs4YXi0yHPgW8EvD3ZduQLCRZug7CXuGX7EQ/D99xRNI2028Z+l8Cu95dNJEw8gjT0/JOSKXykKJggchwlV4REvO/Zjw61FNEKUcqJhBnNsemWIc96W6DGTv1Q9TnCFT5N4vZ/MKcJvwKK4AtY1nmV8TOOIqqvU7wu0KoBltTkJKbD6rGLg+28nfwnn61izOpm911dueGS+Eut2GkEnCa1y6SjTi7mKiXklUCFRBNS4XYa8A7dqSIGK5USuhghaVhhqqOyoiSo6AyQIU01crhU6uRDwcbl9HSZjYLp3oAGacD4uP/Pe/e0/xNyBNAkOCbzj2KUJ+8Oq//eytp59+6yC6SJRJiWZU0HFnSjnMYmQPx6Se2Yx7rp1OBy1CFVOSgA9kNCHo1TGZ7G8MIx5tJ1M48LygBxb99kFIyDL0Kl9Nlp4YD0k5Bj3BZtgOPIIBkCtyk4XY1wSc8A78uqPPv0KmXfHyry9PJX1ytiZmciOYKa2ZzCrNU9vTG8AfsiYQoXzZTKeUhYVtoMBVBPZjKhUe7CWp1Aow0khB85kWiNsBt7jjYy7Hq4gIHLWZ2CMsHg1gXgKmC3PukD0sXuSfgEFKyprUaMIiUUrpLInMEkfcCAbqUuBBxsc6Fp3o9RErepCevNqtVidEpWYxfTcnrLLo8Wg0soyoCjRV7QySSdozPkHBQPm6ct026qqEOci5H+Qi2lrIqjnqK6cfoSM7rwC3CY/kTZA/x3fg+sw/iav/BxnDXG6LbE5KkRQJufzngMkLYy76Pcb2KE3y3BUGY8bHsewvcYAiaKtzPya+UrhkCOMM8jc7d1wVD4sjyauRzwrQ/ld1ywkLARMmlVag+3CVada6IGrQ8RGyg6CpriK02Lup83aQ1FE1Dx0qtByt1cpLRRvwcYBH7uDgwJcCn9YC8IO3ckvZcSCa7cqAlUrvLkdhTJASBSOS7I8wC9BoW6u3igRTkqEzAffBommqRMHWfpsDSjpauuuOMj45eqrJ8ksQROGCIucyn1QnA2nCpLL455j9jy88kgHwzwKKYopqrANd3XgB4HhKHibLRSVCJrsfBrSzagYbZ1pngnui2wWMaa7H58w3wRpV8WrA4aezBVQRqzoSLgQ8B4gkIhZDuwUucWQOr3N/8LHSNTleHkFbAcoRy4GhUrfJqOZHwJaOEuLRsvGOCG78rSKgbZBaJkCoXwr8j/cwYY51R8nCwzUvCZoDno+gSbnNiARMJtNwnFuZu8xRgTrg8jlQTa4yYbh9XqQgLaPbIarwWGOR7ySzTOSTsGFQjJSSCtXF8Ti7uWLOK8BtwhwAPyvU+w8SBMc1X256jNEwWNaFnP7y53ILnbOPM7gmsyY2dx3BtYPgIqma3Jcs7IAcCNwe4rWCjNquxCGKJJGGKt3NL0GoQzavarU13OINaCfkpIipJSIvlTQBTwdBxRJkOqCf/+Tj0JC1UtgVQMIBQb/+Py4pcmqdhwEFvhT4wdNP/+oEvpuxxbxwQNCL2Kakn4WEUlksIkayQDGzScB3fC1WXRWk89TY61gsVGoGY8TByMq8rNEidqTjD6uG3r8EybG4T7FYX0iGUoJcCQuxSn1eAW4T5gD42aGCWm6E9KegE/HGWZnbJCe8ECYnzKfrk4Xfiep57CleiUnfgljbPfMboqK8yULEDDtBcx1KiNi1z4ysiC2WeJOMmCxDrlYeQXPARFYPcXKYIjt1e03QFKTC0w5aXss/Ab9kSbqEHDnHYAwphKxvcE/HQO8q5jC2OOIC4Fv+UbHbwqa7Mry9utjOfJ1V2QjBaa2hapH1WlWwBLPtEKNmUSjuQCmEFjKFjofCr+RRIzkq6GYL8d4WlUUzgqZXgHVAKT00NUoZJ3hO5iqDQoYQk2qGLcEcAD879GWekPMBbwIR4y/jEBt21md+JWpmMMubTG9yuyiAJ0BBoNwlFwqhB+wZXZfa6BeplyPJqBCcR9ysABGrtqxRtMK9cGw9AUw3nyxMGiPOQaOdcJEsTVC1eP32mXH3w2RLm+Kgq96bsli99pQvcaJotrEcIhLaPz7wrWJxUI1g3o3InkTn/YNcKh7HMMDc8zy5h70QBUbIXJAg5tmZ9BAUo0VCOfpF6MjUACXhigMElRV3bMzJeA5QNfEs3o3GiErJwWqJTFbbsM9vg9kqzAHwc4CnHl/A3N/t4dBQj/8ZClUIJNcKsOKfZzbTOFPb9ZrgzGyDvdA0v2pTFM18hZKSTRUz5EZSCnBWPCWCpezfAiNtDffA3u3+NFJEjZtpF8Zc81pLZjfRzmtmuuOFi1c8q5uc1ZpjMrYQMthMcOWnP38pq7jKnBxxkA/xYzevplTpjWVs3lYJwKGtYnUE3NUcoMkepCyytFMwDjbftlqNesyNKU+7hqJoU/vZSEFaz7tMUmFs8FkBCuVI/em5J/SLzN8aIoaBePsMILkj8wpwmzAHwM8DREBHtdNxFtYX8uR7uYVGntc+EYMVoKPGuAvaTNfsNrMWKtqdUnpHEpAk1RR2m1HKCo0Snu15BYhzJYOEXCm4ZnEwC6m5UEMk2RY1x2Eo7lG4YllZCDz+CbiE3F4Brq0iO84fXgsyZEngbiyNhq+UwQHNz+Cip9V0BhZxC5CVTobUjBIiMxY0AYW9iH7Rs1tP34P6YGWpdXZ68K1i3BkKVZe62BgRz98IJnIXOLikaqiUjEUSNVpD3Dw66Zac1/SaYRswB8DPBZp8Dm/JvNTbXAkafIcY5rA+429BvAJkRmtnBmudk4md4GF/cfggpWgvXWdZNXHU5vBxRvlKCwAStil5j52r0RQAtbIAK5K8MxGuZNKhc9pUgpjmtqiaEk7Jtu64i4pIN/fSGscGgbDRAgLVjg2v8foYwKu+LLxI1R9yuiGoEOumQNr6z210sIipCWRKDjrQ2WE496DBmoxDmEaqi2k9LCUOt+NVNlSZ8xxqxDLKXSba+vRU8aI8I8SHosNi+BAbe4sWYx8iQwItJucV4DZhDoDnoL/66qGgyJYbG/15wCa+ocVrUBFW4Dvd4ZXQp8oytT23gUx/ZremeFzd87v9rKoeAeT0TjXy8oMQqmY0KaT4XrxGDlMPnZlvZzOwwOK6mbUQLk+zoBuwr/Ve2ZroicJmlWykTRPc9T8BN5rjjzklbTyyq+GlN0Y8LMc+FURsGhNORynpoAdhouFSgmzGkvU9Qgn/PlrqNQJmu+xa05KjFyAMlqDsLpjmfmRPURhQ/TVIVl2jZYdGM3JjPjQy5cUht7SPvkH6x9C7gFGTbIZtwBwAzwMX7Qo9D1rUafYxAds78SewQckkRV6nwVoCnq0V59oED2Tat4jSZrpT8FaXCEquYcPuCSIpCtwMIq5HjAvLlXrojHbt09AIGEJFUlG+ZoIVHI4j4Z7i+8Q0I9V3L0Pdbg9xIFqs3rjdFBNs3R71GCDv2doPjlRcMDEKZRFIezi/CI3ue68+D1ZpadNhpUyl2QWVehsUY2gpUSBEXuwQLGSNLMA7mF/ZtKBkKFPJKtKbu6fg55JWxfYK0H2CU2RHOH8k6CEMT83DjW4Zm1eAW4U5AG6CFmufOsHq3sfk18jtC3nzbjBikl3zv+inizwJ3aa3NiY3gQW65rWqLV5YJqhonvPKJSiUGi4UMojrk5VdL+xfAj90Zp2YjES49jfRsa0VEoUIUbTZil1lyki8sPv6JPHvFbdfOwWzvEp1C5Nit72hyRwCBaY6PmYU3LxDo9sxqMQeRf1FnjITSodYQolVF2MHyIvXczpJjlqJu6Qbqfvo3b56wXiYHIkSIbWK8xpK4W4aqnOKCGYFSJ8FrYGAMKIo5BAnIdFjmqg5rwC3CXMAPAe8wW88vz0HCmsnPrlV+GsrvvNlwYKAyL+q69z3jIuADng1zw2UhJSGZStGJzYHdVHxoCQJm66biYtizaxGbivAyqqxIqiQg+GgEgyreR8SeByIBWCDgDYdCA5BTerFV1XEayVicXHE8zoqck6tjIhsjJEQYh0zI+ajZBD8DSBiZAytd81eiqq5CC2drLilDfNYjoDLFlsb0cGuahWtjOZI8kFmdzv1QdSBQwFgdLtAjizXAOGFIy3injIPPRwTbY2eMpQ1d+DNK8BtwvKpp372t6S//fqKavovEk64aFf4wyB3dhPcAn3ldy5sEifZpMF2khnsM1XNfAUUuYGdpX/PZ347Gx/HkFCJxhHb/RNoQNZkroQPLow2VM1DZ3YuXwaLn7WLhLRgL2tg0zbhfrpZ42jaKGqmwMlmQRV7/BMwiGWgWworEE2pRGYlcgDLdJCWVQWzoFtGwDopzNhI1u01oilEJGnELO8egsZSqdZduivFqi4JpRMmxYKZIZBZx4HbIjmEsk+ytkuHr9wAgcYK0GzXrN0zCafP1KkhmqpQMVCrCTbDNkAB8Kk3nnrq37R9TcUbf1tN/4XCuZXcA8CPe/m/yx4nz5cFXkienGj1x8uweCt0JrMhZeqe4M6qupk7CKQageRmhFyhgjyomZbxCtBQAoV7d2gUaj8jycPicz0uCc86zIrNBt4rxIHS4nCG9a1XXG/9AY2jR8LUxJyiRaJ4ZcpeblpR2ETArr8U2mMwhooWZjdyVJKpgONwNe1LeIZIZZedFtLKRsoqFMJkI51yps0/y0Ok9qSMrBhqsiiAJfPjHB+T6jlc6o1PoaGtzzIcpeq9KDXBZtgGEAAJgf9GQZAS8lUX1fQjCr6xW7jhkyKmloa8QNVrSr8P0L7qOUzFc9s11wUsESSTCNHJzP2EGjTwinNMFW1xkSym7ap56Eyo3QczUVUNgtDegTEz4H+jz9EpYkjXbMeiRH+xe+Nm2XI/jbpfWGmyPZHFw22rSIXRREWQhFFTY7QqrPPSHDjCFnfZnoIhuW0fC1VD4TxDaCScDL4yjzA10U1oEslcBFPwy69S0m8aS3djV0T33aV4ZqvmFWCZEBgpBfh0eeSCwfSBWH1eAW4Vlk+94cj01L8JlCVEfRVF356qph9R8P98BM1U7BPy/Mz0O/NPtRBk/ScH9lzuPkXGdG4zvEguTFPSeqToJjhzFKCSa0i4FzU7HW5mXnxPBvoKMIoJI4kX4F5B2e0KAWPxAWoTyqxICcuKzmDbIYMNr/7C1XHFaLItWWMjeUei+iIdq9FyayTRBHlaLrQ21d10KkpGjYyUitnJBeIkNoG6dxH0ZwKSwiMMhGQiqpAYc1NziaLx2MxX6Y8D81CpUBaBpI9EVH8ZYY2CLvioI0nnRJQlc1Sz7TIwrwC3CawAFZXOR6ntF63UVk0/qjCwpjPkTnCPe9OloHEefyEOSkEzONObGZ7/njApGxOcOe7zL+oluMiiQSKOWohYuNgwI6e8HBoNfLCWX/nZAalEotqiVOgkI+W8gKk2UaQqskxJkwnBcNQ1t+86zVm1WlSmSuO1FAFSpJRsAqBzCQi5pSqgc2Tg5E6pa49waFpsg1TfCSQq0cUsRBN6lguDqbquXdI1yEUwtFpKZT0Ipsfj6JkqsxhRkWPg46Oij8QiFo5K9BCLqCUMFnPS8eQbYV4BbhOWFZT6llTYly4mZa8+6gGQPwcu1GFujHv90ZgG/BqY5wB5FtrzOXOZh5s908sLQlUSEb/tztemP/NehTIvHMDwJtiqQolEkxdAUF63HJvzJFBFMUqAeG7E9eb8CWlipKW0g1xPNqg860VoKi3nmhE3gut3rQmmdqxBZWKkegfk9zE2kAFEwIndJB7tU1FjNiaysNypVKFXXA9JifbTQViq2lQgOmzWKU4oSvk9iik5bBWWYSynPNstCovyOm4fZQ0uTHcDO7IPmYqzNh6m1uSaYRvgAFjhKdtWi4du1fQjC2st6AplKdhvA0/Pgc/yoAwXAU99Csxd4HpA1pkRz+mGCAona2T5hCa9ay1EdEL3SMgiSlaEhDMJ4INccJLvWq70SyNmJJNwEJ3GRrVJTnM4iFZPys+FQ6CsXGVSDxktyPSkveWKDkYxhyEb4/wPalrQLkmwmNSyje6HZ6b2HKXxEFyzAVidngKsOpXMeGNsWBPHNFJbk5Y9VoFhqyVjblA84RLV6Cr38bnLfhtMTJhmI85y1FSiU+Qm48OlnFeA24SlIpLDUk9V2VYx4oU99Rf9GMxngZMz3nLaV37tiuB0LVj4yc7ilNPgrADtHd4AcuEmytd8SZ5Kuw/JpXxiU+TYcQ7t+IOdK64tSnMYVUuaBQektgIE3BL6lreofdzklFGDZzn4RuglyS2WSqJWKhKCTjc4Fqg9cz8nlEo+SjcRbsAKFgjJDbZe+M/emhWqRhC0cMMZuAxlo7uFJpN7yebX035lshBMc3Bg/XeJZrUBrKrtWAFCjaALD1W4oTpvlVyWlZ2MYD49y6uqYmLJ84JKiixO5xXgNmGZS4CJTVWM2zaKVnbs36vpRxe0Amx3gpmNfQl47hQ4vwSxNE8C2gPaD/WZz57alRuY5Y4YJRsSruhKebKrpPJxfFIFLhTMxCKxAiQE2V6xI2htGkuo9POFYbYmSWQUrSaWnJC2Uul6qESm7WRJDqBFVlLkIJTmaJ2anfRJhQiqxmZpaktXQnFK1TxUTXPIMpFoITLjCU27L/f5eK2TItIFE0KJxDRQVZLDd1ATEXEMc79NcjO0xLHWKBvlsqxkYw1pcdATQuYVpin0XyBZzJddcWt6zbANYAXYw9MEaeWXLM5l3h75U2BFQK0BxzPeceE3zs2KhafcCFnwXnx7EZO+3iNHymrPSxLc3dPdflDCbTcjuNj2oubFLoWgbK8hmW/GZAXoqriyXSHBoYumoha6ICRb6AplHw1EqBtPDZnY6n2okh17gNC7cersiNOOewjJRLfhgRGJIOaOxIiFEmjcYmpBqbU9ASq19DG57MiccKxZUFkTqACmTD3wAYcrUHcqDIbiBMfcsX230EpL0HvBpIvtxrwYacNDhrw7UNeHo9FlnERCdl4BbhPqJkgLTg8gX7Jo20ZRTT/KwA9CEvl4ysUkYAyF9bA0r4PWxO0LwPFX/CLb+YVUCGCiU4XP5p+0wpNu7htbJJmNoAY96iZQraTM51syGjq5A5ASrmUta1fvzLYbtu5GQYjEnaPV28vpKzGqhJ31tFFi1krZgUYhljZDJgmIA+pEV3Bq2Vjz4aSaqAeZjk2OKUztWlu5ATcyoadzqZQ2IrniGKLrHhZbMb2puNAIiC47aiHD0Q8Aeapl1ivAKHkOGJAQpJnUPCQgnh5VsZQn2AzbgelNkA1sC8U5NNtjsQLMvV0XCnVj2JvEQsOC10Ff5DFon/kCTGLO0jLJtWUR0eOXAABZp0lEQVRqO4rgMKrabwQWSLKQGIjY1/CJ4iAuR8oFolHeV5i03IDdxMw1z1Iio2EsGcxkllIeoiOzCpEcQ6hblJoRDLgfseVaL9Oz6p9s0F0M5PTQPbNZSnOimFZbRMpXgoXNNNIh3Q83bGX+DrEgGdbcdohKxk0lM+1BJDajbGrIlWURD7mOgOOq/nIAjCAfV4mrwgqQj0M8ESXoD6+EGorBMGOoMeDV5JphG7DxGMy57EsWk3JafdR/CVJQT0Mr4p2OvwKu+Lc+48m/U01Xe49CoJeAmcntVfdV7TXA7gJNsSLX34kosmORjYySFRjy2g6Xy6PVanf5jdXwwfhjsVwDjBNpU1kNUHr9hhu2BqJkt7QQNAQRE7hKFgI9A4soh9cl6H5jVNkLY1OIEIgaTlPk1arzqJaUrFcta7EsWStlC9v1t1VIILGXuKIy8SVdjpKLkiGrAaPMoTggmURWPGgeoGgglq5nbMq+AIGMIzSvAG2idSj90ZYvMXNkwkSrWbNkVvMKcJvQrgEmdXx7RaEj9nisAPmTzPwx3GJyG/ik/v5ofcJ1v6KtL16s5wDtucPwtlcmwYN4njP/TbTTt9lOzTkOZRlZsUPEjyJ89XDYv7DaPxqurt4/Ki07rQJgWbVkxxJf4timVmtNCv14YQha6Lhl8pKOHRVRSrdUT9LefZauoAXVYwDdt70JGeZ7KWhpqGmVJbElOVpTqRqMIWMCI95wZRJWtYu3LBGplDrRRSSpaqeHXdX09D1G2XOfpVjqXrqcLqjwkbgdf2ow2megYrEEhe2jE8IIRAi+j8bSZkHEbMQwPq8AtwnnnwM8j3ypovDzWzX9SMN6fCOWf+yb63yEP9MCJ/wSuJ6AUcastquAKXFhD1ojaW/O5KrfCS1Us77EKrOea6W72n12uLx7tH+0uvrspfhRyeWCU87EEm7A7FbxLbWnsozBwsUsbCI8Yp7VqmVj4VuVMBqLCJrdxJRMt7YvZAq6h0edHJAJYUnULOJ4a8wmjXeMqIElCNmKX3grey0H5k5C9QcTdGNPt3wjpWg5+mlMd9a102XXzGEzzUDNH6JHSR9J67R5pLQ4JVSTqvjSiGtFqtk1wzbg3F3gKf7Fi3FL6ri3R/45QIOfha4HYBT12hMw7VdyBesTLQ+5DlhO1+Y3FRM0t1XiSHaIcpzUW81APJADqOrIkFLJPvjc7tEwXDi6/OHyhatwcbcEmVxwAhxeBKLavGpCLS3c/ah7r9UFomUT0J4WXeFgQlLpDmB6YrHkkvox2GqRqEagjJmUkuOyVVAz7flIOOSFTgdNKyiyaSEXYlvgtlKV6rewu0Q627NQqGyIewx9cH1XLoV8nhYMm6Ph46CAbaoI7B565DGZu8AQc5hK7hjKyiDDs5BaaWhJoVhza4ZtwOQa4LSY4p+7aGXbkkZiNf2Igy/8Zb3X/yR9AidcCUy+PhtOeBuM3cXT2RM6tSAFjWpCmHYtPIGyROKXuESJH+wq270zLBYvPGtXiq48ajnDXxwokuWTq4/PHxRFp2grIdUb5gDJZ14zbIZtQFaAST1EfcmikMLb1rPHJADmjkcWfO3EV4Fwc3pyDszbEzzD+xrDs95BzDt0rrFl/ZXMImRiOtDZB7xK8MmhvAKTuIZqOv1lBSjkb95dLq91FQt+nq3BlPZ5twdhyv2i28TQiJ3fAipHwmYZfFJpW6O23MV0gxJ6z6fsz7OR9NEIdcZM0AdlsimQqIP4UxaojJYEam7NsA34Wp4DPIdW0486JOgxHafX/Qp4cb6Wfvwt8MBfpDsCaip7NnsmJ2tlnn9thCC+CFVaymrZZwCFlGI1/P7OwCpwuLq6urr8Nxjy6Zed5vOAjZG+ONBsN0P6vH14OLSn8prZByDtuu0RqjKhPUzV1Giafc4IEF5JeGi/OEjXX3oN55Ov77ORNNbrYkZqfOI1xWbYBvBTuEls6tsXK8YsW0+9qu1xCYCKbJwGK9JpGZj/CGYNuDE/RebXcKe8EDqz2N/3rik8ec0nWvtyt0C7UZpNIGmvFlTD9eQZqUbL++Hh8PLhMLz/7nB1uHxJtBZ1rOWWCjuXZfVBhmkcUUlFmnMll8gezD6JMbZbqcpPzdQP93HsjzNX6ZmrRlrlgY3UKu5+HUMVjCo8CN2QMe+tlxV3ohTcWZBpKiOfP5MizU0/x1C0q5f5uBFWvfoRlRzCvALcJmw8B8iWVNgXKnql4+dq1fQjD1n4KfoxJcebHxUKz7gHLKFTLQDXp0zr8gCA3BMdBDq+YLL5Xu74JjCMolrCu+vEBkh+Gm61u1zuDdeuDsMLy2XaKU+u60ZaYfrEiuvuQdt5VvBgKFhZRZOLarZolUaZzD5K5DmWlqTPEy6bIg/ubp1VcOvPhCzgWNypDJizSMGmPbfpPZnYghKvHJvBmjaQ3AztSYAOo/UPWlTTTAqlstK6srlF98G9DBiRjR4CYzKYaSY0saAIzyvAbcJ4F3gapb5o0Ssd35RwemwCYC32zrL66+fBRlLjXViSYgnIPL6YmT09tXWNWW1SObrrwaxHHn/wgqBcxlAeopyy7fVUHWyMTDIVU7LtGcvqgviFQ+NpnfW5MjdcB6WUxqr2yZmDuLCxP2O1Qg8ZdAEUOKRsgcKV2V6NphdODh0lqTELQ8dLLjkVliq6F6M9ldGUTZdBGqmfI8sQ00EslRV/jCELIYmnkkOox2AYWBGFeGrNsB1ozwG2+HR++5xFK9s2QcdKNf0YQMJc+0puIbAtBk90iswPRngUUBHQHpA5zJQGZ1J7Yq9YyJnZpIyCeeq7biXEXMXJVWn+KLCFMoMAyw2xRSk3M9gUYEtmYabVLYeEq0VGKF0uwDUbE2gCbjl0O7q7mQY5wA0bm9AstbKgAoHtepPVVHodscLZ1YbxtNtS61wbenF7CsNlswPVhED78FLku0Ib6sLzQWAXuZSj7sOwVvrD67EtqXHFCyIw6k8SUk2vRxR0rrK88MnHsLfcL6zD0fKosHPwCYypifPmHjD/kLfBVKWVn69oW09VmWyPx3OAgXyQeT8qfwJscI2z3/BZ/53FJTKnPa9retcShIpds6Z6UhP31Gf2Z2UVdsA4DhQv6lnkm1yWEYpasQWC10JGvEyGJj0SFPdrKiQrlbk60myMCpKNA7hGHPYJ86aNXIsbLapwTj00yAJyfUcQXgLYaThk6VVfBS1TgqjddVPg2Wy2ViDVKQbX6hvE9FAS21w3ON41FY5Px4uKMY+3EhjHanM5QAsjJzSqHKrwHEwGxJb0SdlCHT7mmF6PLAy7L+zsHC4/MQLuPXOlMMHBksrR8iDV8/AJjKmJDXOC8/Wv5hrgtBizhjz67wMcoRZ99eaX2sffBisK+n2AZ/Eb+4onejkOs9xuQF4eJnp5un8NbAdRvTyiOYJE7Rp4S7jaHG2QtoMZd5Ap3HWKCGmvXtlIkzJfCP3CilKgEBehR6/RKpduuO6GsTIrKBEXNGAwYlIobtmI9oQC9Sivk8ivZ9xB7f1lB71o0srTMEl7Kgkg5inXQDq3vLnOaZEVrlVCpjDLSDB1hMaUsANtFBl1zZhYD2Jg8FEk4kH3kQHJ/XUwBXrl3tfkekTh95fkFL9V9nC4eG8SoYYP3yvs88DUxIY5wfl6uws8iU+TbIJ81qKVvZjWgz1Gp8DEN8F658Qxj3Nf9oRD0XhTzOmO3wZ4wvS2BxDANI2p+Js9k7sX053MfoZ8BRRjxQZKzi7N7ut/9upiNlygErcKBf+Snp03XRNFFanj/4K06nYt5IiRuuUrSxX/lUBsk6ytvrtFERBQJZJkZdyI0JKhMFRT6QYqLVNiJUxv64KqBZomDOWlDMMcUjVKkeSqtyAXHd2oJslCrgf2vRDaCL/I6no+TT4IL9XpH/UI86lbjG7lyys9zdHFEsx8ABZGkrrkMC4xpB7tFeCCFeDO7t/srL+vc+Fh56Pld5fLw52d77DY04ovS7Qj8S7pfJVif6mFXpN+50BlncXC2NudEAZOr0XDxHBohb1nrrosi5+yAkzq+JcpJmgVG6zHKgAmAtbLsRrwhyDACeFQp79+JbSBWd9KXIKZDxI8VLMps9TwnBfBjqLMiEVFtrvcjXOIYyo7ZHl96jiPeEiRGiWWkIeTDlKLlphk6Q/QAxPQbCXZ2UdVRFFzf4pqMYuWpMCXPQF3TtDkCQ/GRU0/Nl6k6IxSuw/EN8KTILeiIUVznyRdPXEPPcZlt4WoSFrKdDpR24jQL3H4DJBrui3UeqneaE2K4+q0gIV89LJKj0JEekPQcq3M5HpUYZcwpHXYNy/s7FxaDqt33tzZ+W/LlRd7q933hl0WfW8OCob7imiEqwMFwCa963LPlmBsED6Q6W8eYkUWTL847H7AGffba1v8w86ezU9gehd4cxuzz1MYmeKToniPVwCsk+A8C9NAc7RWgvwYWFv+FjPTOFMdB8PTPK8BkBIxzXVj8R7VyGIIX+kusohbQYtbRtrJVCNFUVZckyKcdmVQlqSgZJMIWuhuGpMYMg5OXrDloqSrGEI/mghXH+Faom8SITjTbVtuXUQPGiVokeqYCxcUrr16SVEUybacwXMJIxspcp0StBXOqrfuRwzYqJK/BNre8tZfMXvXzaoh8ahAcGJ4NVhODJoPnqpwmszcMNUi0seqqeE94neBfQ3wmfXR8iMFQq34fqsYt/dOVn7K9j6sJRpLRfGF3VkeKEWaiEhANByx2ru2s/Ps8jtVZVk4YNI4Cs+8u7PztuPozhqLNDeFjbvAU2xz++zFeeRcxlZNPybAFzJR0Ku+NjkhwFCdp2CYv/bzuAGZMXAmfaEAZfD8FKReoRIB57iTa+VyRlPSDGV8TmCXws3CtAOFgvdRNj1XDN1CCguHbkA2ALU9uydo97FtmzI4VYrSS7gyPRUBTfiaW3tfjHIQaDZFl1IkviVzOAq9kCld4FJZq9MH2asjM6FYrciLrtxjgbhGqnFX2GVGLCXJUafwgYC25SAsEaGDFN/kEah5YkBFRLsw25vIZQwEzjzDHlnwaeqw8w3OS3d+f2l4h4ikkotzF+9dcRmpS1rLUVHAi/SFS76Ex/rRIIbXiG+H4MB45cOB6nulMNz7hsrfaWkYi2V+hDoFfjDbRDvnocX5cnObFmSP1wrQkS8PvkxmplFCIk/B5IcgwOi+wuIS47zGE1hQUfP6yqi9wmSSHAkENylb0BJv4iViEWykeuhfBe8u94fhcM9OikYsgqVQz5pJWxreP0KCF6wOq9+Xcvoj/Srk/FFylk5L4wJWrEmzC2nixpJxS8hG3y2lR1K/ppm5FwNS/P3y/WGhJh38LAuMmKCMmPKjazoANFdq8v2Bt8GaTkuWabJZxYbHgdHbFZrXeIpch/mB+gBLgkjpUCxs9WTmD1eXNNGPcu3xYdSlS88CRDx/CqgwTBzlcnnozqrJdpiJjHwMHksnjJnEZyyTcBDko6PK3Hpk4cTXAFmpcRy7L2TFp9IrwWeueSW43n0dWl2x0/Jv/548Sqpe8NWCzgyvEWtZt/gNi8tv6jT3ys7+h7jg7qW7tiBTGxYnML0G+AA6Zp9eTLeWuRy3MXvcVoDjSXBf9wHCuTK4PuUhmGG4KD9lHmehFCxxyy7CXDelEyj5LYjnf5yj3MtamMNQC4NWb9oiLYarh4v3v0U48ztSix0JGYpruVMYwBTIWsHgSA1894Oz730rL1jdP0LJegC9MZJ+GIF27XCxuCr//u4Hi/cvpFmpY9IRy23TScmqWraorfgJn4IK/e2KCX5SQhVh3wS2Yqq2S/BUb9XsVLP11CUabDQWRecXJCcD0fze0fCr4WXGKEMuE7YgDfpXSqX9+jdgfXdsEsWwPS7uYL4ZVOPgi6WDPVJvv3u42P/P9rGkJX+QEiYYZkgwVLkgJoVgVRI1wx5RYDUm8HLt7Xvf8JJMazav4t7e/YbXeGbuXqp7tgfL+yZcvPcHE4ZlXccTw+ptWce7jy7kTq8VtFS0wsVnrtwvi28/7BpgxaVzQWvMPkMxKT+N6u1xeg7QoBlZkzIrQSAEHoX2/4Lgrbh/MpKjj8tO9YyXk1fFHM13QyrtlmQ5BJ5D8molmX3Ovv67I14Sg6c9ewkFvEcCPtUsMEUQc1JcDRfu82IZ3izDC1avDVfv88tibJttF7QCGE252cDihUNCC28npNk7vJqVxuC7hSQkUbTBAO8z/M1EsTPGsrAMTzO1d8/rMGvSWWmKnrUXC1PrMWTjFtDgVIFm2iyI5TbSgvSzyO/ve7DGo3z2kvgMBHzxhHq3jdJq9UPF+oysYh8fC1SCXhetHqr/HruMM+qqtpnxaK8AT/+YFSBLtZ2ry9O9d1i2aXl2+KZ2rvLVTZI7yzd3znhmhoXezuEh0utcKWzX8bgGyGqwLesOU+w9g0kUnpGC8Kvf4iqjLe799m8s0yH/C8xWxUMq4/bJxZidLzras2q63an2LWoFblXV6eHw0fuG21wDpuafgLAIPNMC8JR/Bcnc1gT2dKaW6d6WhJFI0j7ZCDYqSVxzwxPiNmYbXMtpo8WGg907Cg13Du4t969awjJuiphF4ArBBnIGBlzevT8MH927o7O0UkbSUpR2yBKtxuGr78oP9xc02zTFdWNqw/wcun3amtUFwff+U/1Vu61JxOgkSoqUaagda6uLd/hNNXe/NJduEqPiWhs5rurlCgKQhe+w+qNm3pHHKJ19QW0ijViz4KKIsbBe7XEl6WhxcG+jsxZBreFqnhiGFSWRVKxXLFet+btnS9MhzmyHuSQNFibKUFDjyt2G59cjC7/JCpBot9R56sV7r/v5FK0Cl8srXrspCuwvl4f7y/uqKEJ4NfdNxwqf/fbreGJkSVgE4snywllMROHib950cNn5xnL5wb4MmTeBh94EGSvjllTY+aLwh21JHdfWA+AldeyD/xp8x0YBe//Szv7+ziUd7KMG/Et6BcG+BhRyqhXg+uREPM3a7J7TuWbmDcyTOkEBIXIWL3frz+NMrAWYd4rCcC9c2toxgauJu7i8q7M5zvR0cidOCyNWjh+5Rr0CSizwasEo//5dGZOyReOqCJSslNwUHStDL1/ozYqn5ZEg2kAONLgVqxPaDg8Xwx6KWgVGsYm1kuWYR8ANCZSvhv0LB+rt3h8nmjYaPhl6/iNmajWEgE+7V+NhahHocbMoH1AG00MpiAXtR8t9TmSrSTWmE2BYPqFGRaSKakBZEZDrhDud/eO71mzMsc9QUlMuixnvbhNEw1gz7PGAB27LflnwovGzQ78GyDZBq9JTZz60GLekSe0haDW9ZhH8h3vDzq9UKpjvKzxf2asF8qMFRL/6+YeKPAXoxSCvhPFDgHiSZzOTmznOXCeReZ57uUPVu1lvh9DqtVhkceNoksffApi0DBrwCWRa3QzDwQvXfMEeGUctt64siQWRm7aFhfS0KnKmMDYc/I1W5xUDDbYQ2bRmWyYQjNKstIeDS+9KE+tipr+sHd0HNKyomOT+vLzcc5Pu7yU1qdJhPWFFezajwWTm2nJFm7WOW1WTUms9RLaNYT4AN+zb1VoF3rGmDnN1cMljlCZKSkJ01U9U11fRarjyLeWH+9VkDa7wKGA3ksLShTa0CvgcYYa3j6wI6ljGBSmrcAA2qCQ9TDnVWDxmb4PJXeDtwDc0NPn13GeH6V3gtiUVtoE8tOiVpIdVNvBxBagl6qX/Otn5o2L22/euaAV4df/NR/PjnfRagc+rQZH8U5CTxQ63QPy3SJnK2Uh2jHIU0wQhK9dSAc8T5uWbwE/O2U3sFVZU4YQjeR0SP6zrW7Jxde/qas9XAXsDFQ0qdY59ce8ewfL3Vl6VMg6ppsfzZMmB0pF0n+qu/46pN7tys6PfulHjiKHqepgKCWlyVExTMp/+aR1HYdyZ76cKDjea9MsQAR8MShY3xbns1VhLTc16FThps4Td664YutLRBWXf388Fywxu3r8YAbrqjyCfqnWUGeMKqWBymNKs0bOAiz6eJAdgm0ocBNHIe5o9LrD34bXCvjSs/YTN54yn7RS4h6hPRtkeUkzKSbFZ38yqaV/z1NlvrmMq212+eWfL6+GvC3gBdMGZIl9OhPkZHGfHms+Tf4Ubi9E5iG9M+VCKnrIe6xAvQZAqqTw0UaVB8YwfHg7f06ml35Hqv4rLYiQq8iUFCPuqpNO0coGvxaH8wuGZb1ZG2WBRIgsmKoxgy8XVb7mQ5vuHpwudGl5doRnz7nsJKkPThWjXFBeuLffS3zPOKaM4dglAtGmTuagrndb02ejVvYNL+bl0E/J93cIqnpC+Owwv/BXn3n6PLJocZrh3vYRM29Jo/2PPZQlF+X119ghFOsv4aPmoJjlGFGTDrUiWoKXFZq27tS6+wghY02fr1hTdyowrJYqVsNIooRXJk2uG7cCD7wOsynmklZ9etG2zaFuKHgDf/u2VCwqAvrCZG947h2MgecSAP0ZK5080Q8EGvy9aq8D1xfGncKxL2nQ2QZvjQie3oAaxPdQWESEq5RMVTuweIuHYslu8cqZh+ONy+dxwTcuTl3lHao9XdlJBWUxGo0JlY48T2QW/qtwb3r1ayvZhFY5ntOIQoaZo1hQ/zbfkSTya/Zhm/WpWcbAbLWXVRzJQDpVfaXKWLcW94dp/01IJpDqpwsdnG1WmYgHOuNuR/jc3ued20KNI+KtREXDSDfV1tSlWb5PDLNGsEAVjqzqNrpNg7jvz0GDGhxfQZnxKnGF3SwlmOkIVpq1YPLoL1jyKppo0TbpV+vpjRrZGjh6L2ZJEPMtm2A5sXAPMNmYPQx5SFD7WXI7bmAWppofdv9nZ2b83TO5kXzq46ls2jyCs+yKQe7/+SYhICn+nZ5rZREB82e6gpEl9N2HKgYdZjgeEQ26i9yx80LaPmNp5xu0ahtYCsFgsaLlARAkRdGDHmKKEacpswCyhsiLlkMiaNnxzi6yqNfz7DcIxMmr3NGzq5gcZm256IUJLlsLyxnB9D4iAUNY0uwVpl6Zl3G1yW09DJRoVi4WAVsvcB/exXVdVhiHIaMZSfSp0j1xZb5fGgmf1WEmgPMashRR9jAn0EUyEi5AOodpDP3KuhOJmMs1m2ApkBZhU2LglFfaJxQbakUInZW39OUBfruSnLDwaefE3PLj4wrO+E/woAj/4LdQLQC0INVMHnQNrfu9kBUhWU7k5DNM8nulfVIRdZOVZAtrBTJSkL5jLkkXsb7gRbhNHIplkfolpRxscNrlkXFSWsIF8SQkKs9HesXJKgkEYDgOjkskTAorWgsIIWIuq+1t2rdMLwOQcSOuTBsg1GH3P0YwMTFRrTSQ4jNQbKXQgmPLSayLkfRneWE28QympKCSpxig05+cPD4powqluqOcQnIRoqJyw9iSsAP1TXkF+DByk4+fgk+ifDaY3QR6WuShs3KbFiBfW61NeEwCtpvMrFmXcDd5fKmi8Oexf2Tn4fLex/2JgTQwMOnBNUMfDmrBugZyuy5Ur9bIcDddozsc6LRHGBE9/MSUipGSoFWpABQLmEDcpAqb6mh8ibiSLK9UdNJtGFqOtHxKmy+qGDSAjPGfKMBGLPFWJqg4JJVBjTqgiaQWrOyPRRpmkhnq0UTPfTZVAV2RsvFYrqWgHJ6PsHXdBI8qkU52hY1jIBq1E1bQHRGi/ze48tJh1p6wO1qjuztguBDQ4KDhU0ipHaJlmTLaT22jIWA2xi5r6JKwA/eifoD/yd/Helbwa5kEYfnvuxx2fCyb/CldR6hxyfksq7BzyKWqTrV8DvHDo3y7v/IHnABX2jq7s3NcK8Msczp8TWPDlNJic5SArP16EsD7hbMdTninsXfNa/siiLwQy2PINY6Y0bErAVex2qtm37HM2rqw1IxJOZRk7llWpmAqODUrv0MDs/lhBISzz0mABThojEr/rauMhV4ZNM27Eh6pq+kMsciswVYjhKCFophxvqxvO3q6XotbeD7r00iP3rB+wCYUhVTQhVdsQUvIACemE4K1WRw3RjdIDhSk49LUPKkfYxqh1r6EmoieS6hJq20SUo4q2qWlBdKx6jj0Z0J8S3Hvmyt2vcgXI9iCySUuaEDaLDayhY6UX42+B/Vg9kf7ScvmmqleFHj6q1wAFa9//EBD8tPJLTNzBHXwXJDOfGW2UvWIHbgwaljcyLtObVOs3u8uGV8VG29EZSZYTBlVFkvSgm4LrNjoZTgdmDdfxaXDiUPjNqwVZRvoEWEg44pHRCnRwXNbaKBZ/TG7B2oA1x2YwETPhgTgLQqoOV0U74NKkUqGUWaQ9fn4SsHFI2snpTb4kqDUeef/4CNOuxlJ1IMxYzUc0SiOpqlsHpXvVwxKCk8RnArUxEG+WCntc7wLv7V5xODhcLq/4Hag7vMrUwc3Ie1kNgt+xQvBn8xQJd9I4dYR0UPlngs33AY7ZuCVNyFN83CboVMGZi1Y+dm+D6aC4d7Iepyd3RRQTfQ+44p8mt8/FMpHxC01wKCa2LVntyu1t2SnA8AvHxPLMUlTF1JJk1YVMvKiIkiCeBi8qLksOLlTcZgO6yE3UGSEt3m+B5praceVsVNGMbuqxm0RbKqODdnU7pgwiK6nqZHIux9WARV0cmSXDYnSafD/KRCwQyyJaQUxJHcjFRe/uF+TIBk2pAy/jZBZs4SoHUUvx4rYxcmMe8qyCrV4N6VAcdJU4KhuVIEl4qTNaUVIhUzW/HjPYe+f1nZ39/7x6wPPBvLvg6nKR+wSFeDXIL4b5RZtgwS+I9w5PV9w/9ftO6zWA/vHwZ4X2HKDD07TYqEyQwgvteNXPVR6WPXZvgxmBU1+fBWeODidKzOXTs7iFfQ6IfxqCZjfeCEYF8TH8BReyo5SZknOUCa9UhIoEozmswoN90x4U2yHhcjYXm8ltpxoRRAxJt5Um3KOqNCvWSyZCq/d+tZZdiedXLYGDdiipmQel21WC2PIs48S0YmeUCfCS62ppxBaNlUIPp9iDlg4LqNC6JehVUbW7CcsxIlGABtvLS1PcP6H9EPg8aAVbsh0iFKuQmVR0EaJPVsEXGU+uxw78IJxfAKhIdsC7nql/+F5oe/eu8DLngyVHz/sSxuuE/QUvIofWOJ8FxhVgUo9Sm7XNoqMte7CyuW2gj+0K0Ke8Pg2uOarpu1YEPFsI8SIj05uJ7zDGnO5THF6ucaVeEFQq8F2zs6Aqv3OkK0Z4mKQaHxUlO8wmUonK5Q91snB0+cP3qUaP3tmsGgjBkgIceVj9fnkBknC4KmhhrLSETeQJDqoq3PIuABBVpSK0iudoHQOICy4v92XRDo+QGN6dZKNIMBtVSRn2xr5gjcrlD/d9hixTdAmW7YrU6s4ylGRHakNrtdWeH/hbDSplBFuEPMzWPixq4OCpZdmloQiVaAQFcCyYT8ZjoNyF22ezXkud4Y/fYIuP6wqQBV6yJW+v8gsDeTrO90ff/u0VVno6NwYcAPcdDCVDgPSvQEQ+NC/5Z4JPeg7wAXS6jdk5kbEo7Bw/WzX9OIJOeXf6/6RrAcjsX69PPXXLE4BMawNeQ4jRVuGvMm/o4Ha4RPwCsldcAXHKbZSPi4TSM4DDd4SJsRJbrPj52tXVwTv7Nu8dchPofa5opOLwkKt+2FCBMaFx9qpEeXUZm9WF+/cIJdf801dz3YZBZg/uXUnVB0bAeS88S2PBVpUurq4s77eqO9g6gZJp6rGH0xIgB/f+IIzaoh+mqma9Q7fgWbV6r36qDYkdqNcwVF6+1zQlQek2V4MPkkFi1Wd+harKIXFUErGGMkZUdAuYIrZoOYMXRbTWEY9pFqyMjOlIeaY9duAXAvo6nzKt4a4Q37jz67dBi8YSMS96DrQA6H8TufCfvP9ZtdUu5OSfBTb/Fa4jVYxb0kZ9c5ug2Xo6X33s3gc4BYIfn1dqmrz+EVxyTV+efmY+A/ILzeqKBExuY/EQMiuixPyHaYmuIVeTufhlmHah+IlSVHDIIiBnkxjGyMqLHQk+h383sZh3N6nbnrjV7eeecdBAS2BScZxZ0B6956AX5b1d3qLnJpTJIr0SRXKqq3V0e4Qh2lgtbC6cyR4iacftKaakX0VloWfRLkchxP2wwkKGIefro9UREtuBiyEVv6yqXy733tlXAlODiNE75cIQMVmVzvYI1mJUWRqLhtkcWZUeXHCqJexkHqyk2CjaY3sNkMUf1/O0pLuzvNz+BmTH7zIVg5We8YJ2pQ8d/mHkrN41nSKnyX8a+gqwolOyXpyj99R5I3XMXI5bUmHaHuNTYEc+HgHU+o9bIoqAF4eLWgP6fYCavZnJSp74KbQJH6+Pt8zJk94e5TBgPxXdZXOgeIudg9QrWVXY372AoIZfskFisUPk0xrnkk4gtD7j92yXvJy6ujzU2lBVn3JKgTcPcArqQqbu3+PvDNUyr7IX6cB1rfw4cdSiSck/j5O5g3uUL8vW2sJ7/IRX595qmx4fvCPN5V2hlPfFlIWSu3dfpYLMXc5wlkcvaD/YPUJXiqZ5RajTVcGPmppIipJROXjnG6shv3y77L9IFLv3i0grECLKHTq3P7wvpdWCrqiDKzSWPpgaDWto0BA4+ujeH+ogV4uwnfu4MsLO+ADopj4RfwiUzAf4xHbJhO7xoCTIQ0LNHzJsmJQ11R4zGN/sp7UgV/E++FZubOy8+V+84u/KcE8xjT97a2+MevPCemfvTa0S81cf9+tNfwl9Xg5+BnjIXeAqepowpvWNsvBeq2IDbchjHQAJfYL8KISXAfpt+ERBpvEDWQdqqnt1U8sR7xY0f4LaGxL8hMc3tAnBsyxnIVOjErD/aM9Zt+BweVWSl3f/c1jsL/f4k4qj5ftag73J4ofX9O0rGmDx8MIgF9+rxaJgb/eDUIpz+beHLllxsbbi7DDmvMKUBsvNCK8u75Y5weK536qdQywdrmmPhVnknttrcoeKV4cKr7LRdQ91+g4NI9Wv6otIithh05/D/yI+7V3eVRfd0N7wrqKbupgRcjP7//Xmke2qjbNfudz3H4ColCS2NEbXGD/G47+k9n0FxuGbkfSVQ65z+vOQDJ9fD4G04lCnuj+5kM2KPAKq8aWlEgGBELjFrvLxvwa4mzfY/2G5vEBA5MrfBS3//C5TvuKgAeDvrrX8+wCRb/6Bf49bLl/3MzF/VTJ/Cs7dBa7aBlp4R6b45jZmLgrbECarph9TUOzjv9AD65MsAZm9QE1sfIGC+R90pQg5EsHKC+QjonAlSH4jB6jHI/CLrACVZM72m+M0VzEpfLTQcb0zCBeKBAf3riy0DLLvrnYv6XySC328ooUqar5+h7treUajiF/xiac5WvZdfof6vT+Evrxy+cMrzVyUZOOoCyNEhT6Vxv5RtXf5mTK6ixz9uHOFVdXL4l9Z3rG4bWlx+j5vIiDWuAmrebVmCd43sKfqka29s69eLegibPrF8Rjq+N2W3/biNsS2BiXHSUuMBuN5bfksRtTVZsxtJ68zYWdGsxTPdxKYEJOVmWGaBepjR1BfUabnuwoKJZ9zza0ZtgGTX4KM2aT+AMo2LQqfbtNixFv5mK8A6xkYngdcn+yc8BiM/xGJ+ZzT3Ap7tQbzJS6wil6VoaYyrgRM2XGgJDsXTIkGsxdBiPd5jznqYyi1NCFwnxWaloEKB76XRrAQQ+ebgE4sV1qYKTgt5P51Ha1dIbvwoxfgDBeu7r2jpZ7ORp7jHq6Yl995IeZ+1C6+KQ5ZWGYkpEUbWbO0+CPnyMAldURy6tpvrj73zPte3Gl5tTj9Hq980QpQNIVsaPTRjwau0gS9XMm8zHlFNnzvmT0di8i2pi6qwT/qgOjX1YXP1qUeZXdDGW989uEKp2Sh+Ny9K+NoAGLoaKOTg9QaVkdK7rF2cMuVCrUwfjraRWwfDp8jH4VyUbEIQNBOtX1wVrWOxDzLZtgO1DXABzOXDxCcbW49TbdpUfhYq6YfazjzqTDvQ+UEWEGHFV4eyyuIMzCtjTlvDkOWc9us+OIs8SLq1ipdVXCXQCEqEl9RpMREfDIappaXHR76dijhYPdbxDCvCFfDy8/IyW0wq6+smnRma1dVCFLr71x64Z1wtFiSTZUsxWRAi7fV7uvWwbSUFLwcWBDm7qnCjjsQS7uXFMzcnjTVtOXoGPeoZVf9/KZXWKzOWHp1moG12qr1kqN0IbYkX16+PQx3vbR0Q6scphv2WGiBV0taSGrjBa5zqt2XWfaJIfSFe+6dx11j45ZYd+ogOWxb4QAuL8kZaixrwP0xiUBTYkB2XdCkskJEwB+2mXxMUPN9JishQ/IEm2E7ML0JMolVbTuXbSC9MuJj5VO2x30F6DshJ/wbJsXJiaPfGrdhBhOGPKFrNkNrWfF9FaikzBE00dQrulVu78FTpJYtmcSikPueE0gjZq6G7x9qIeOFmFdNv9HSyEsl16oV44SttgJkXSTK7v4dOHs6v9yVzt49ryZ5dM7m+F9inTR6ccnKqpnxrVmoeLdvsapS7bEyNPrcb2OMjNfw8TJmBdHnnnl5g6ZNViwZNTAB90UuNMOOVe6GWrPYb65moctYGJFezIgdQx9K8l2Wxi+IbJIgI+maL24a22Xxx9IWAZaYiWaMXA0ykM+r1/Wh+COIqGkJlh3h0FTJJyw+00LyNctm2Aa0a4DjllTYdEtqZat1Xq+PWNXOc6rpxxi08uN72u+EqVvASp7RzGfPe6/INME1/1OPgPjOqLnEvYlsViOVEQqtC1wrbUASdpgI2HS5TyJk/4mVNi2RWJjdOXjnG7Vq+4bWP4ecYKJzSPzwJcD8b9FVbva+814au/whK6y/YgE5DN/9cPXsO5eG1fddX6y+v9w/eOcSV/BkTtpEQRqCyY0FryOrFbWmuHFVbR3+p9uTJkZXau5ZrdlWCl3D9/fzqj+uzxHG1NmVaBxoQE0opy8yb/ph2Jd1Su8uLqWkLqshNazOcJi+oucTao7/D8ncT3WH64EqV+9ygVNGMho6ejoC4+DNyx/+SGHSYyYzOczkVGkfYaUadT4vqPoC0wfDZ1CiyPijZMsn7GlBUclg8cyxGbYC3AV2cHpoqBqLtp1HC3+YXNKYudT2WD8HGMhNYEW/M60GT9cDq0Bf7RNkksd3tTO1M9eLDMHRq0W3BvYDU6xmC674/Eg+ZXcrKQvYQEw7fI4ATwW3y7SC8aKJbN//RvhulkaKIeJqWeSO5wGThZ+3w9Zz/J3hVYzAeS51XP+5Z/h7Qy6lHb4gcy+wQqKdPa+VYsYNtofrLl8Q0a9LrvaOlt/vRqtjVJcXuHl7hzXoiiuMoXGoHBpNHMQ8ncpzO5hVP0Ientv9phUWHOb7y3fNYhzUk1pDkr3LwpUbjxCqVJcWGNEqV/Jq0yaR9UHuL494GuaCguZy+Vd0yR9jQf8Ug8BWgYR7WqLORUjVwZNQyFgrieq4yGedyTXDViD/C9xi0wNbyxo6oXak8GwTlG2C9u0JWAFyI0Rf1Gf8KGR9th7WF3keZrwEOMYp5rYIZpBld/QCd0Bk5uMZlUOXmnKEDVM8K0WqRUJLuGw6yeHIi55AjG2bTk2ADLziOjP/Y5viub8rxQ3Ht2FTVWnU7z7OC5AnRKMNVx/MLJpr/UgM1BDRpkWeedE1MVff6lBCh+o6eNiWJFcBt9UpGZCqN2LVpm+2dmZECqmm04sz5bXFfI7FH8HdrLmhajzro7ZQDkuZiCAS4CONZvuAgoNVF2GrVnNshm3AuQehG3oudE2LMRu3adHKidBm9iQEQMLfqcIfr8dXyUT3dTvcIAHE89lxh+luf9GGP2SxBlEysECsBzguIVtC9hYkI2OWRcUPGyUqaLdCuUiWHSlVB1EtZFFsxbhlyLR7wSQsTptn/YRasss1sLqyCRFBV2PaOgDk2ioB+3us8bROS93lSCszjRtb+3usJdVJhlnAwBkshKz0hEfZuuk8mQf1Y3BqpQNsVMvgCI1QI5ZQKKxr5boH/GpHm7+sAEmrbrph8tEKrGXFmmIzbAMUAB2Z2raRjZVzjIcWhW3WqugoWTX9eIPvAvOfcDuLE6If8UpTWHufziT7YJzB9aJ75gsnSjWmfcZOknqEQJE0LYDHTyg9PiAGpzkhytgwI7VUmjzJKPG52zTGhbTGJ2NFGIFYLDoi6TSV4rh0Y6l7b4JwvJMFF8e/6lAwC82paA5vsoBRNwdrVHFfldImWywHQaGhXUxZuhZGukUOom8nf/dYLVtYOQj3xF8uRrHoJKUgZOJKASnTrC4BC6Npgy0sYlNbDETR82uG7UC7CdKj0/ls3MasbUnnt/PouezJWAGyBhwcBYeT9cmpAyBzONOa3DPeu93FaNWY6s0BwKVGYYoynCE+aqOR9HKBNWCWmNIpt4qm/TLuhTQ5vmRBA6KquzZZMIpAxU1A7Eo53wOPns/vwwfsrzlEalgrnLLpQvfeWcKmGQldLDd+kE4LHtEimw63xlvVYrqAajqFedrSfYTNoluwXCtxkGB8AGJnM6SJFJbyISOWTRByZb1qnFymTCoKpRvBkHsReVUyv2bYCnyWx2DOb0mFbcgkFTZuE5RKNf24g6LfmR8E1Dpw7WcBmb8KNCTmc2JOgpRJrpN5vud0OUwXXdFg37SgJV06p4jH2IEIZ+XyTtqaprSE0ow1bcTSFlNrkCOLXDoSGlhq6Fq9N1rNKqOIhHb/S66lUedQooY6Ad0sG+0ZJUUJFtkM4y69KHPd7QQvCgY7JUpuwonDDxF6/yDGAzfZRxEztk8qflI14ABmmca3sa5edsMU6tad8qm6MQtotV2SRbUZWagO1/yaYRvQ/xVuEqbGrJCkXp1m2Xrq1U1C1ZM9KQFQYe/kjMcBtfkqIJM501xQ7lUFXgBGhalvXzLZbgCxBO0c4jpaCRxvBKbCYDchdAOYva0QlT0qNhAqFbdDbm0LVAU1Y0puPM1Bi3JoLsw0EeXOi1NTSetKxNuuZJ5rlSVQ2ECk/B+hbSRNKetFwb5pOVRlpiTAmOKcvTog1kgni4kmrWbBUumjDiWN5JCcI9OOahQ1ZnVnxWxYw2lGOzE4hHAwkljpI4v0vALcJuQu8LhtZC4fSngIb7pNkSmerJp+/EFnvqwCeQ6GJWDzw+43cZLppDfmCpM+RC8IkFUBBsQl2oUiGEbwQHZ8iZo0JYKSXasZr/CDIHYdMx1nOjSuRKtzqFZzGGxYcJR9VGoVhx37Y3W6Lk5E0x8lWwcB6B/XGV03vxjGbI0+80BOSZRYq9IsGFJRVh57riZzz1xTslVh0lWXqv/WQlEsOupDsnnXMl7uvKuxRAZRZY0aHC/hbcmLVFRiTEQ3WLYtY7mYNL8sVSNgJpFqds2wDWg3QZxlG7PzvDFr25i1LWlzS2qMJ+A5QIHfisoqcOBhwNwGsafUdHZBbop3NvkDszxsFcjCTBEgWKgwTSKqUnMAQc9JO5WCaMt2uNEPHrCA6zGI81kKAVXaiwfpUdoDY48LR5jdTABTiKJmItmkT8JQUjsEPpAG5ggqGiHi5kKuo2hi4tOKKTVMknCfbFKKqUQCsCkT6c6kS5bxp4IMDcFEPDJiOQlEEM8rZo8VxAilo33p7lpYkMxz0VmlGqy+K0JQEqmbitC8AtwqPOwxmM3tIcUUH7ekSW1STFlPzgqQh2C4Bbw+HXwOzK5ZzDwupDlPfNjvhDbGxAdwU7uFCjxEFepKFOwAZKyDahMahqzGyVG1aZoNW24mEv4WHu7sdqxL51TKADzueNhUqGnYiLLqrHYblqQjQ+sPrSOlHTER3Kybh0BLyc1of6nhrlslAoWa6pR/8KjE7gOwhQnRzTZcm3BqrnfbJvpQI+u8cR1+qIQFCPVApVKIDwi6R8EUhoJ6dQIqWAoRkydT84xYWSs7wkNw91psnFeA24QHrwFWMQ1Z2iYoW1Jhn4KM2Ig8IQGQC4DK+a9M/hh47bmruU4MYto7BLYJXymVCkQOeSPXLhHfsYxBZXmmnTsaZFNl6Vk8qs7cBSraYyqVdK08sgvElJryZvdspURhw0tCMln6k24Xv0cRt4mwENP6Mmdshp2C0FRxjWooKJpUfYEUcUFii7LWUTMcRVJxzyGCQnQfQvHnYr56ErOmOq9DCsHfHhX36L05mEhmMN7Mu5YtHbBWV1UuXOZCUSEpH0sarWxeAW4TagXorIqeHkZ+cOup80esapM6WTX9+INfheD7wJrKF5v/eXJ7JseNPK+Z6+aVa7jO7EesXMDep5IQoZo9NZBVE4C2vaijkkKXZqhO7EVOSF18g2XZFJFLz9JVFcrhJo6TGqheClZxo9rd4zSGAZUQUI1xW8gQKDo2ggWkQF17wUpjKN0IteQ/UAasnQiVrRWCnptAR2w2ZHev1KkKKQYgpvkZAKA+sLLdKukXRx9D3PMGS9IudSXzlHusUVRNuyrRVUkRLddIqkXBo1uza4ZtQHsOsG1j1utTfJOwgY78Tt4sGvLkBEBOghUBeTP+6Xq8gI8nMcULNLcdndofxyED175hCdM89wWOPHEW5/h8vLQHOaChFg7RWZqC6jzsJmehNNvZKctUq1O4Q8S9NG7t4qsQt0fxYkBQ2Q7fspISucva6t1iaU/UsUjZ7YEXU8YoEUjNQJPSdMsiQpZ4WUiqsjMNPhKAIZus9zKCqrTegkJ3EbqqPjLkbVYUdV/1arWKSmTRMmos1opioXzj+IMVgU9KMjW3ZtgG9GuAm9uYbW5jsVFp23m08HP1avrxBn1P55WAOvvlrajsntVjhk/iT+fnPLQ4hDK8ENdCpyKl6hG0nYBoaAByF1nAGRG1CxqLBcuZqRw07PSOHqmWBiBZxIZlwBHPiS4gUh2IuWpVSVzT60BM7gdaOu5aaUIWVYV7W+oWs1UBghNiZUleAFdQcm5ybVJUVasx/nblbfREqKFzaxkg8T0S1s6YCOhYjUmyCaQdFcVwRxkYKdAfkdip0oeQekpkt5ZqwciwpsPJUFMr625LgJrn1wzbgT/1v8APrWTbLMZtEzmXaXuCVoB+G4JCH/twum6ORTFO7haaVGvEOEM8wntJUoiqorml/cSup2T/RwsolMxhjF2IRe3jhdG+WHHT2KvAF31L4XcIW0EpGcJYUqU5aBNQWDEJxQo34dq1fc4d4ShIlgbBXQbl0JTTmS6KshheJRK72KLithpY0sZAKd6OrP+XL9RwyFrFpgxqBKqbFI2q+eqQO9skZYuUahswZz7+DEILd1KvLiPIws5GbA8JyXKs/lGNW3ajZURtcOSSrck1wzagnQK36NTQlvVU2Vh9gFSVTbzQwoNU0489nPAszHpHp7+8EEZT+LTNazJKO4OxeIhRO0V8iWiBa6gSH7IrOIaQlzsJygMN0opjxZxFLOaatMJU7hSqwCa6WOUiueFCkuOLdKWE3SkR3a5tlrbq6R9ke3tYkBxGIMiepamarRpNZmVGFhspMELpfkOG2nvOsXG+aF7bKm44cw+E5CBMgZARc2UcU9XqW8F1qFamc+axrDQzbEDaNlFCQGynby7NbG1YPyOIbqq9ZemGYAFpuqzpNcM2YPNf4XqkquJBdMQ2kLFoZSecrz0hzwEaOAk+OdvRWTAPRfvFqEzomtXsBijaGkO+gmD8pvHxhbiBhSzrXaKmmyrvtZtBItnNcZzIYbqx7V2uWatai2xpx9YESYqSdrwdQYFzSyFAcE7EE7SAVNoCtCgFJrlrDnio+NgjKVUMj0TAvBJouzIHtILqo6MraFLWgA4q3gtRC64hL0QESDrmyKSzDuGq1sG4MQfsltR9DwcMW6EhBq5bEcSkBazkErNdQtD7A0XMkkDa8vMKcJswuQaYVNgkbG2g43YemeJGWtkJrVZNP+7gR6FPvQQcTrgLwl2O/pQbkxk/ajdwmfOmOh7EH4iD+GJ8wTti0uq+F0MqhdlP0DIR8bBcYpiqXTjKKipgmlGYOuSqAbOuJ0LaF6M52kXAXdZm8YCtxVZIqghRWExXjJQ5pBBEKpgNRi8N1eZjR6CIAGTk3Bxx1Axf9msijRhUCSNSSr9BxKa5EApUmfSuTIjifuXYiqkMUuR9nICNhVLiHHUErFadFdsSHr/otVFiswgMhFR4ds2wHejPASY2jcgUnwqM2ATJNkGzbSKFPznXAH0TZGeHxwEHfg+sNaDmry9fZe4zp5nUeF/m9lgoE6swUjZpmIQruYovNxK+Za24Hv5rEZHiyznJokmnZJDCtoZKSxJKMBNBwEpu1f6bViWSjlopQtJEwvT0Tv1C0Mn2YRUBMck4rw66GSu4C2ZCa2CMbBy5WCiy9kShIHV73WA2rIpBxkF9ICaJQg98CKm6W5CbVg0NSmaLj27UbC8EpaIIcnAoiO5I7krqcJyJEethOVnETaOWaTXDVmBZ5QxfBZyt/UIYXoag02DOgjWHxwnvHMS4ICsCROw1yoTJGZK8YIOLkBCJcNZVpAqI1hKCgeKAQAmBTMYSX0JpBkNoWXa3kFgoi0liuCdexAF2ZqFqVHJGDbEDM0V1N53t5gK9zU4JZpvF8rFtHJGPJTXtGYPOdyyRQsaITMtbiKD0uTVAAqXJoOYoU7KsoEpLm1whrvEz1KpYwtBbcAPWpiguFiAqZ3T5UrRmHaCH3VKqWgVpITW5ZtgGzAHwKwfOgk/W6x3/M4gioCd1pniy+FEeA0yCGi8yFkpS3INIEoJrZHYSMeMlYYdj4Xi+fRNe8bXnepaE4NjBxljXu5BSkihgQSU0yKIKDcFs6hDRxqy0XIVtHmqxGAoC7qaNQIp82RAVaPdvoyQiNZtQklhZBEZmGgONGELVmom53AqoYQIOOkbqYCWJ9RxL66rpaQ+i6XQeJPZY5/tQpA0l8pGBbIsImK7CHFqxKE2Ck3lcqj/Q5hXgNmEOgF8d8NdIJ5wH82JoPw3IWTDPQ3u6x8Ma6rnuqj3GfuMJ7+UDiJP9y64VnjWE2xaYoXwlbAubFf9Ls+K7ym5vDA6tbMFRiR1t0VXFdVTCK8VYcwWIbisMDccYujpEiSc4KA8bs47X7EpQKWS8bR4rGCTUo53NJBUIuaYkm6BdDqCkFeMynsNOqxkLV3LQYZVq9YYCAYim05PqmrV8bYOqjeQAjdDntJCqNlWVrN2GVEpuMMnWobunnlwzbAfmAPiVg7+x1/w/sOIfa0C7qPfMb/zTfuCH2xq9EE/90LXhG+WgqsFTZi/EGXEtrMeJIhx9/MZ+6cAq1DruyFSSUrtSKhUMsO3C4cc62BLR3e4BTHuiSVR5hYy5lhlXhQQWG4xG7MikhLBislFqNFjCb0/ZtFmVkJNZFBRMJXVzyM2lFZUcAt2IBnSzSlicwqv9rKIZowioKBxmuq5as1fa/bMp3I1SkTAjbJ4/hdKWsjElgdqmlRjr1HkFuE2YA+BXCXUbZOG3wnAVkBDIzxE8n30HuM/sBK6qxZEcvYTEA0niWadFEEtZnDJWa5d0CcsMtHhS+AYQfMxoDDmNGZxyPzfhRm2N3lrJYmA4eFmLqi+9RanJUZZI1MOrg8GqqNSSfAhAHQHmbHKSImOqb6inoxZ2fyLvjnmfmg2gQbPgCUfhOublGGMEouvqjlmNYxCFoTJXpao0irxrowlVKtIhHIK6VCI2bWVlHg4LsGEYdibVDFuBOQB+xXBWz8Osz9Y6DV7wF3F3me9EkIkX1ETn/Lh8xm5ghzWUA1lF6kCLgojbg5Sc4SbIWzgkJbsn2ehKsIWVpLJ2Whpp+iiB8k5nKiINw8oWDj0y1orzSxVZxMPTZnbUqVpLe19zcXDBYEkuoUBqoTijWUbL1ouliFsHEoqxXqQdqalQSj+dYgymLYvFgFis2atxLfumgaouVfc88oIcGR1wtQAchnXMUpIQZkdCBJ1cC6mGkopbnleA24Q5AH6VcMYacK2NFeApt0EUBLUI5GawwP7TZ38cJOfDccb42uSslhBiPUjGCIJgzUq5TqCctNNxJRMaKVZTrSwcwNK9mgYdCYQpV+erjIAzQzBsh5ce2lwCUNUlQYAkhoTUVEKFbzK5ylS9XWzyZpPVeCivJtI7K6Zph7q0MR0DN8OxIEwTDfz1ImIL5pFOtAzHQoga6LSZieSMFJ9OTLfjQtzHC40KuwcVBdQlyMFbImJFoxbZmlwzbAPmAPjVg98LeOIHYtbDzilPw3AxkLmfjKJtJmXapxBMhPBmewaOZPeAZveoFOeRy4yxAO+DXKizCNumq3a+uGFMl6DjiDKqjgSixRWhlLa7ohbERCYdgB8emQBJiMomR28iRwKNSuuWgE66J+mWEpdJcyc9DZegc+G0YxQmGPxC2WOFijAPAa0VGHV7OQxBcoF4jk4qbaLZsB2PUsym+1OrUL2bppwUmij+dmvMUJ1VKbL7A24FssyqGbYCcwD8SoF3IXhjIcgSUJHvTAtBfhXnqDG6Drsnuic7U50CEai1XoqnNFcQiJQgYPGGCCJnVWphoBUncl3aiNkKbNBiClxUcyqLKrCO5aIdjrJIVNesEVyImy4hZ+EKUdYNBsWskoOQkkUDELgVUgzTZdjRip1cpev0DjxUwHUZZhiL6uSYF6PWDGAXK+l6ZBvDcbPLtmMwQ1W3gykpe4SziCw1INRm0/KIiCI6sipiqzTUFUjKVGRqzbAVmAPg1wA6D14o/GkJyCXA9YlfC0MEjAMk/CjFz2rlppkOA3+wL5gHopIC7yoVeZBEnewhrMZgCEUjy6FoGcrFRLaUMiTwXxU0qhLUGZwq8GouU1Kkc+JgzArULWRBa1CNJUOsWjFca9GH6pHyoudQkbV9UXyP/G0qJtQ981YzvXrRZGrHQKljj+ZUOrpNugfuJk1R6yZHVIx8AdWQm0GBJGMu3Eky2BW9TBVdma1TQSdUgTvBB04vTCFvZmKweqjM0vMKcKswB8CvGHIjOEtA/zCEm8G8IbptzOykViizF4EVEvcEceixZ3RyoUo24AIpIXEZarikqpRmU0fZEtEH4KYmKmiX6Col2QyZRZJ1EmypqHSFuv3bR0b/KgDQP5sGUZJISNgLrdkPzXeVo+tEQxygm7ECstV9xoiUjHak7t7EWHALi4CZ6iwDVAKMtZGAh0MJAzESvkVrE8WGkB5t0Xy6ASe6tiKLoncbHkDVYte4e9Y0RIflGTXDdmAOgF85KPj5VojC387gNeDZeuDdCCdk3BNhiuOpyeMSuJs9TlO+KsHNjOOYJWXkcA4V8hWKqFq6YUYwApXMatCdw/fyJqLe1Z9CY7ynbEp2SrfdiJCRLTlSjCjVmg0oMSeq5KE1IoW2HFeTwwAIIyVSWVGuhHV45MGEO3Ygonrk2NtaMQdoYn3ppBasMbBQx2JiDtdsUqJnYyplaxZawehWf4oYBmTs+2C0pSm3aj6Ias2KtppXM2wD5gD4tcCZLwaeJg76eWidB/vXwUJrW190NGy1whYdF5BtsnttLHaqVvVWFj2Z87E6zaapsg3KuWol4505QXt6+DYmV1vt1Mc9bj0Nw13/uYrxZNOiSsWP811KqswjP6k7c2E6QDFyJ2jbenLF+Ehz2hnFsk2PyRnfIHWsrmdL2sQKIfEDoxm2BXMA/OqB10JnEcivQvwvST4PXp8tiIB+VSDTe1BxorWhAqRqfmiG9eKJHx7cOV2cDjtCcVHYRv2v68hElB/cwYWF+7mOZNELd9QtZRt3SKZ0Yyatz8SkhpTNqy57p+WSGLL5dE/SMpL23Q/UkHG7+VPQtNs2SbtphDHikv5FvVoWLjGsuyERLt4dLg4XV/UkkW25EYnBoMo3SbvK4ANFEQPoa2NMZNzVGK2luZoUilaOXx2ZtIxeuhdhmO1A3e9I9jTkM4guxxRlm7V1d2uxyEH7aBFQjS11m0HyLN3VNMikmmE7MAfArwl4FkYnwSf+myTPb14TzSVB+ZGdjrgXz1VdEl4jnhEo4jUonMhx5RncTj6VEyNmT5aZtWsEvhPRqEhL5OZMfhARLYVf0FbBWakTBM1ZWDFtS9WGySxCo36m0TbxSPpncZdJZrirOgjMeSO76Jzu+/Ctqb7EDhalBVebgxHLVtp3G/QhFpCwNTbOLMmB9UXfYD91oxEUZkUqQqjTBUZAX0gKtR4LN0OzGhJW6oQwND26Huvo8YF40MTxZ1EHKm1x6XYsa9OhydYiHxnq3hl+xGgBtZLSuPFpGD8TQxR3lt5xQGt3UwaUzbA9mAPg1wIsAr0Q1JRWCFQ0JFLoi10TPt6NC2r+swB0lSUC6wmWDZJQroqETYPkQIF/KKx6+eC4Z3+xWeIH4dAu5A01CwqjTITRdnK2QDAcKYjDUsXrDgdUnb1Ll365HZjpxxl983GUPo3DVEVVycCwwEWHHQ4TE+6ZMne1DlBEjkWIDoNeQ0seExy+Al4UuITK4Gn7n/7q8HbXiNp30YcBA+5bHfSpaCbJhgpawJoHsAYmXWH4tOjSgcBGOseY8csgiAr/TEYTr0K0ujBwjOcozD1dYJhRzgG61TRHg4hA8WEqj1lv2JhhizAHwK8T1lkHVgjx1MYFQPidsLxDZ8Se5HiqHCETX3x5kbTtLMZxMyWTlfAnW8MeD9zgWl6ljQbEoN5ctDGQG04oIY02IKhuvSw/qgE6iJZp62hq7024ENcNKUJSSFFLXdElV9yyIDaELJzqcBIJMOiqooUiHQGJrwklKxAxglB6NcjisBpgEUifNK40I3sQd1hw2SS2OXB6YHl3JptHki5gLPrqH5Z8bI1EEHMXG79MQOl9F0G4PzPLk6mImDKkqmUsp8sJmmcMkTnazIHJhZQZtgdzAPwawZevtZzieqCWg45Cmul+UYxWHcz6rG2IX5QiMvFZeRBQysfwEHAvUrTZs0y1sL0H35ER+6a9EY/qvC7DCk2rFy+taDdGsIllC1gvBuPq9A6ueBDTB9cQwG4E6aH1vQ6ia/RTVduWdTdcxwYqW+pWVFVLy5DMq+Z0hpvY4SWSMmIisc+nvkRCLaLV3LiAo7EMDxTR2rBpVx9zhNnpZMwWS72DXvLiuN9GRUGjugvbB5HBtRS61fMJ6ugHopNpfUI1uPoETMxHBlNGyqAVm47WmTNsEXarnOGrhTpx8RKwbgfLZzy1lScy2CcJhv6e97x3PGSdITe0x6rieOZK5MhgeOFi4iJLqWJ6GWKKpQqrJWDDcEwZnqxdVI2efVHE0ZpYreenvqSZGsyFTSCDmoxxoZLVTyzKvatrEnLDuS0uLeEIqa22lCKjO+mpELXt9R/Stn9W1/0U9hz9ZICojUVJVS/dbzrrjtINI6D05ozdbbiZasjG6QwsjsjhEG74Hn7qYhEQ3YSp6oDHSLt77MOxijvFGtnHLkoNuvG0bLVOsXg41t1hPa1ihhkeQci5S+4G41jU5DRCWE6cKceZWcOIpJDEvBdRc158u6TWjjq/w+1wS1W9yiCXZDwOi1l7YAIpRwt8aeFbMCGeaOURN5QufkjzjhviiWh1h19RkKBB+mBj5ZTuvp1TotU+PougLCmW65CytgwPeTVGf6Xg4OHQaywubqYOmlbcmTBdo1MyKLS6Tc3nhTTH9woMakTjasgWINskmGmwPATqP71yC8pohYZiqnXPB08Y43hFqeG3RuITLHD3FVUoseEPMgY8gu6R7NtKDheNjKBw7Sd0kKE8yYBDkojsSHyGGR5JqG9uzeAsA1k12HOZ1zoD8tkcG4sYZr28RRhuIi+wl+IVPZlp17F7eVWJVbmYdM9wKDHt2ugrQgRzu2RniqaIWFaN4J7mgUREyQ5YrSBsE6LRb1jxSfXGvSJzq4RyLXq4fNcilMMDB2+TtuhO0noOh5Go46UfbjVi7oKMXtRxSFed4NtiOFGoQD7KdE6dxHSzazu2EJOOYsRiUFHcJQIVHwvjkQZlypcSY4ZvHVrn43JPpC6eP5LWGmEuJaMnDR+vO+bRUaG9jlNySh2llPE0R+MV6TxgfAHxoWE8QzPDDI8qaFYbiB14mVHNevxGnsAKgIUNdeE4hyc+GHJKrAR4swxkoZQOVkjix/Ff8bHKCiLtEBnjPNDlcyC2YMPqD1HJouojFimtkCDbnBANxN05lVpeCaOmug15QaNw46UfPcr60ezqImpCJ8cASicRyBFxDDkAeBkdLUkHTIvH0lIKNC2GC2Iaxw2KHprKY9Kojo8ydmna/RVNqDuizOKYZIhixtqSpEF3myYYDyQYG5uzYYen9sGZK5Lr6luOxbakAFXWcl4tIu25g7TvYyiLGBND/fSXzgwzPAbA7GZya76zANAExwOZ36we8AGI8gNY8SlX7W9o2xvNQYRTpQArFgtUph3LNCPcDg9BTm8Dbkogpv3Tfu2rlPa68k6k2N1YOqcyHXDnaZblEMAyUkKJRgRIQSxWY+4JqA2Ir5YQoJuRdEhyc1inr9A0NKz61P28EqX13VDdaJjjoONFHQ5HQ4cYJ/PRtgE3qlzUHKkDVloV1V2E4FEEa1GIYacXlhORWj6HHCF1elEcL/gE6ZSgEdSU7epIVUoXsj8IN8wAYExoyc8ww6MLzZvwEYNmvRY4mvByloXXBSLqXM1yXgcpGpzFK+1xBAcWBniLbcVlWMCgZFzGRMWJhUgLR/TaC8Ch4nSi1GJEW8zQpjL1J4sh7Dh347apuhdC1ndwUYkQBC5vTe4NQ5fLW0USXJ6zmAz6GNxL26KBHKX5CNJkOkogRtrXCGS+Oid5ldqJEj6AhD8vyTAgiYoiRcyIWlt18bzCVV4NFUDTRtdUSlJadM/fQm40PeLYMrqSEJkjSY9Q9YGrag62s4ZzT9AXwdI+dJeMpio5dplww3yaFvahzDDDowvTCazJbs+RCwgcvOJPuKNmPxgZIAS+vKgciToQj/QqQeBcBHjIWb8bESQWVbsku11QV2O16aU9yGnY3DQFtGZN4zDEj++3rsYcgLVgyOLVMQfRco5XIKQWFJGaAutjcaIecDWSClJuu0NQj5yrsVuQQyoC46CGvXjlYKsnEpBOYNQsaJotM0FqDwGLJowBVVb7rYVSdS3DVxXAfem1GWZ4hGE6jxM3EphEP+ViuBDV8EgkE+EaSNJcZIMJKKPD4kJgstCsMwiuODbEtIikNNIRdNumhA2Jjk1CLqAJLEg0YUI1rva7GcoFixydy2tBw1pQMjTnblmqshJPn8VznYw6QiD0gDWeRyDdU8NikVGRfaGYpEhNehZMzY0jbZmw3YArAvfA1wFtaAIlA1Ei+YCccuDQ1TkVDG5smF96jnZKkh4Dn6AdQwbGdqJoFnoIdAUhapqRmNd/MzwmoHmcyT+Z+Pg4p3ac+wbikRYoqY4CHdlADdSxEqsjTOTciOtpTmhSiPZAsiZnN8XPq1slN0JfDCa6SDSGPxG07OkmUGXvKuGURUCEcw12eAh9g5QOjyRbTXXSABURobv/RqmxdzjXwcCGFWBkjktkwhgQXqNmEKBVdJsMmmS6oRJyeJxhhscC2hd6OYPPAOUlA0/fmdp9JyCiZLg/fN4P7DVkaNjoxmKhODC1TxiAlyOfCtVW6Xl106EZKyteGvlamKsGOJiAE/bEyembVZ2RJzXY6GwdFGwhNuZjK9g8ElXaIIUeyeDm2IZNtt0guY4HpLNhukGJjdJgG6N1Xi1fKJM+j3BedHKwM8zwmIJdoTkQgQ0nrjkPWbscQVKTiDJiQrXCcF1Z6ChLnqL5vyulpYJFSROvprpk0Lr25NxiHUIsWpoqE4JzoqoSoxpVZXd80UMuNpn2qGRXnKVAp5VuqXUotkzyGOQympgaxRbelNX4hF/2zcGAbbQyIDTsGpIcHSS3IYRdzFJrqlZqlc6DOuW4yJHJRB+F1gxtikKni4ICGJ1vUjPM8NhBLV7kvFyLJxK2yT5OejlDq5TflFtBj2v1dV9zLACXKhQPiw3L2wkbiD62VfTeANf8prFOqCWgCKHDAPaTbcLYynSVNrFxHlrDxVMV0WbGa79qWgZH6xPoXX8QwioTVQAqs6pskPFpB3cOmihsDjljb9s5SHerzNHR0Kf2AdUhR6BDqp0Oq+0zzPDYgma8w8c80b8AMGifEvZmmGGGv3jIoyAPX3acXzw8SHisoA3F54A6c5y/P2aY4REF3z/g3OfBxcyT5Nef91h91UBK6I0j9ySN2AwzPB7gk+B2D+AcfML1qAdgq2vDel7tzwSfu/UuPp8PzzDDIwj++bv2h9xN+KxwPmb0X50+vlBH2KPeY3/AM8zwuEIt9L7UyusLXEJ71IHg93hfF51hhicDcgnws57xzmCYg98MMzwu4Gtf/f0tm/AEBMYvcf4/wwwzPCbwBJ7IfgLMq+EZZniygOXfyWdz/K87PGhp+nU2+SfamoPjDDM8rvBZ74QoCnyZmyafC7wwzTum/9wwnyvPMMNjC39yEfhFFj9bWTDxEsCvLeDOMMMMTyT4hXF+R+onwTaj0OcKjV9B+FP7W4nOM8www2MFnxwXtv2DhzkCzTDDDH9B4AeiH/Lj4CcS5vg8wwxPJMyuH/iKbr2cXvmXv/72D0b416LPMMMMf36Q23/qpcBHBB4exT9rbP/qvgOGP/wfP/jBNP794F+KM8MMM/ylwGd+MHpeLn4eOPvpv/zgBz8mAv64tm//4B+LN8MMM/yFwBd5RcyfDoX8g/mTDVf+Wiu+nw47/Omw0j8SDOcV4Awz/AXCnwxWXaAh/XmVs/H3GxN0hrd//O1v//XFt6/8YT0cXPnf/3DlXzkF/j/Mun905+iOszsHwyY+jvMUv3xQmJGDy7VJYILeP1pZZrhztNobmzgycYYZZvhE+CxP352X+cT3ao0xcH365/jd8dj+nxOG/6549/8OWvVdPP0DsY/T4R9nBfhPzz///O+0K/u7+xv47/YsIBC943caPjz//HvD3yFteHnnoLDn/w6rhy9H6Hfv/QhambXmORgOX399z/nhX8ZwzTDDnxU+yxlru1PaI99EZVN7Ghv/ct8n9ZW6/ncIeP/wvyvuDadXfC1QZ8R1DZAAmPj0u//vRx1//u8Uzi5bQKAA2JZ9I75WALxmBcPLO/9c2PP/Gas/khxCL5d5WNY8B9eu7Oy9ud55s8fYGWZ40uEzPxQ4lRtD3YjVH2oW/IU+a/hVL3z+H9Z8f8157+lCAZAI2K8BDqv1SqFr7+5qtWbVt7q7unt3uDtMV30PxbUCvPar5/9p7+6e4O7exZ3vPn+4Evr+88//OmH1794jAF6TwdXd53/3z+vV6q41H4Thm8McAGeYYQqfOSr0Zd0Y3YR9wmLv5AtGm1MFz899VXGMw191iPt0+BfFu29/m6jHCvD/5/D3g2+Pd4FbUNt7/vn7CoQKWHsrrQb7ClB4j06dXou7y6u9u5IX4Z9+57Ne0fcVAH/0K4XAX8niexB3WCJ+Mly7tLPz5vdfVz7DDDMUTE9ePxMo6LW4N/5HiLBJMCzy5wlIg2MfP1r+hKD6EJD9sYlPa+xriYzEu6z6hhNWgDoB5q5wcRV/KsDd8WmqgVPgHvT6dT/BeA3wd89fe7kr/BPR85pH9++e/64C4Ms77+Xy4jVLt0D4cDh8dmf9ws5w+NOqzzDDDILPHR7kgeuHhakeDgX5GzaWc5/FvISJfGdSYHsk4a8r5HET5EqFwh9PAmC74fHrdrUuN0R60NOqr18DvNHorAC1txB4R6vB3PkV4gC48+sfPa8YmMD3u+ffd/lQeKGWfpfeTTnDDDMYTj7zVbuNsOfKp/5R3Gf+i3GJEfjORVVWhYU+AvCvbQH4g9NhvAb4D8UdV4AKevd//dGvD359cH/vT68AWfGt9359f+/GR1J8730tA0nKfscpsETWL6vSVoD/7PJhcHBYD3/+t/kxmRlm2ITPftHuIcFsGramD8GcWviha8XPDl96Ofi1nP4C/+Dg94O/5hrg/2hnwD+4UlwHPl/X44rdarW3Wq0GboK8x+0NwaBV33vc3xBwbfD99SC4/7vn31sshmE9LBYQFQADWhOeeQUoeO6f+jXAT14BXiLuDVfXw+FHIcwwwwwT+OKrrY0gtbX/Dv6sdsYIt62Wvxg8S8RzDLyoFaCRH//gr4spaCvAVYUwwd9pgdfAeJ3qhl6Vu37EL3D/5d89f+2f33vvn9/7u3YKLFi0C4PtVPghcOX1w9cPj3a+RzbDDDM8BL7ozdstA904VTg+PX9K/KnwoOzXfDAnfg7Gp73Dzj/847/8KwvA/7eYgv7Q8/uENqfDnX/mUqDBeEHDYb68owBYnL+Tbj3lp6WhVoCcAivwt8D3aSvAGWaY4U/C1i+6fc4oxD0TFjOP0sW/gpO3f/DjnPf+42I97HznH3kVwuQwhvu/rgsEXNK7f1nbCvzXB7/+6PKNywqOe1wa3BNP9PsFezvrvULv3z3Z2btW1wlX9+/vXP51bojs3L8c5KNf/0V8g80ww6MLfwm/7qUHJ34uZvEo/V3R//hXvwvr2z/4Mcs/Yf/yneLMMMMMjw78eUOgQ17i8CefA4v7573k9zD43/77t3/wf/lEmDPhH//DHP9mmOGRhD/vOvCLvK/rLwOu/ItWgNwL+fEP/uV/FG2GGWaY4cmA0yv//a9//O2//sf/538rwgwzzDDDF4P24+DJclTon3NxOsMMM8zw1UP9OLjBX94FvxlmmGGGrxBOzoiDWgV+uR+TzDDDDDPMMMMMM8wwwwwzzDDDDE8s7Oz8/wFl92gBGiKasAAAAABJRU5ErkJggg=="/>
  <p:tag name="PPTPRODUCTIVITY_GALLERY_NAME" val="Y6w2k18hDhWFZvrfYxcq17OamnCa4CGcDMBA+wAgT2ksuvjbCsNYx/ktf8ruAmDI9HFwv+UkgX1SE85BwO/7fw=="/>
  <p:tag name="PPTPRODUCTIVITY_GALLERY_TYPE" val="_who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wAQSvf3997e3u/v7+bm5hkxAAAAAAAASu/v997e5lpaWnN7c73FxZycnL3FtYSce+bm7wgQCM7FxaWlpSkpKZStvUpaQrW1tUpCUnt75q17va1CvXtCvQgACBlKGRl771q1pRlC7xnvGRlCnBl7xVq1exlCxRnFGRl7e1q1zhl7GRnmznt7tRkQWkpCc61ahBm173Nzc0pze3t7jBk6c0pClK1770p771rmpa1C70pC7xnvSq3vGZSt73tC70rvGXvvGUp7xVrme0pCxRnFSq3FGUrFGXvFGVrmzhl7Sq17GUp7GXt7Gd7v77WEhEpCQubea+beKRl7nFq17xmcGebeSubeCNbenBnm77XFjEpSGTo6OoyEhK3vSkrvSkoQ5kqcSq0QjBkQhHvvShkQ5nsQjIzvjHucSkoQta0QWhkQtXsQWq0QvUoQWnsQva3FSkrFSnvFSq17SrXe5hkxSozm77XmxYzmxXsQEBkQEEpznBlSSlrm7+al7xmcSq2cGeZC761SGUqcGXucGXtSGeZz7+YQ70oxGa0xGXsxGdalxdalUtZCxdZCUtaljNalGdZCjNZCGdZzxdZzUtYQxdYQUtZzjNZzGdYQjNYQGXtzSkpzSmNaWr2t3q2le60Q70oQjHsQ760QEEIQECEQKffenIyMlK1SSq2cSntSSq0xSnsxSnNjlM7W1im1pXsQMSm1e606lCm1zmtjawi1pQi1e606cwi1zvelxebexfelUvdCxfdCUveljPelGfdCjPdCGfdzxfdzUvcQxfcQUvdzjPdzGfcQjPcQGbXve4zOe/fv/60QMSnmpUIQMSnme3s6lAjmpQjme3s6c+b/vbXvnIzOnAgQKRAxGYSlnO/O7+b/Wub/GQAQ1gAQexlKANbO7+/O1s7Wxe/v1u/v5rWtxUJaWtbm797e1ub///fm7wgQAO/399be9/fv5ikpAN7O1ggpAM7e5gAZSv/v9+/35ggAAFpaY1pjUgAISvfv9xkpAO/v/1paUgAAACR33sA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zXIcR5YuikIZkQUZjKQaBaqLmlQ/QUlmfVj9GDCO9yZHd3JGPTo90X2U3do9atNIHPEtLobX7JZqsuuYYJIR1oONjZPYlFkn7X4/a7l7REYCCfBHIBkfPMOXL1/+F0j/cnn87n32QeEb4PGfHv/p56P/a2/GjBkz3hDBLB8K/h/8MXz++Wd//uGv/z0GMWPGjBm3QRDLB4rP//x//OkgRjJjxowZN0QwyQeD/2EPsMWfv585cMaMGbdBkMj/+EA2yX1DDvz8z7MfOGPGjJsD9CFyufvQ4T9R38gDNP78p0UMacaMGTN2A7mD1HL3/wRGdAT/R6sMfP3XGNOMGTNm7IQgjw8C4rtKepue67/8fYxqxowZM3YAecOckofZ7uiGZz+8wcdBsmPj88//5ecY14wZM2ZcCzMHiOWu/wEt1wHUkhoLGxKf//l5jGzGjBkzrsGIP+4w3Ekd/Rv1WV5iSX/+OIY2Y8aMGVdjTB93FOqfHUF8tCQOBZIOMRJgdgJnzJixE8QYog84V6CTO/pR99RLoiG9BDJhGYnP55MhM2bM2AGgC9MLN3cX0b3KcYK9wAiCufKzz+Zl8IwZM66H+SI8qLuLOPJnJ9CEp8A+h2dIkR/h8/8jxjdjxltH//PfP/7hn775l893wr9EqYq/+8/f/W6H8J9/B9ORbjLQcK+k/+BGtuIPpVgotuGLYsj6N/CHyC0NfvFraraE0uDTcU4bSmulgXuhaFE697tHN9qhY4AswCvmE3zu6l+BO9vAXZeuboAfYoAzZrxNrO//6ZvPyGt/+fzzrxFRvurz+ef/HCUrOF93AQlwJ1NO7BB/97tf3chWgKYCodiGL8LM9W+g1BMN3ovkFbDh3stIbkEOoHb0D0ehqqid++JGO3QMckVyxl2GSS56ysOBcTo43D9lWeaWn/93jHDGjLeFk7//waQGmP2u/fvss6+jcMXfxXy8BvYAd4A8m5B38ADDbncC3OoBGm5wB/7LBv9/kdyGMKsd/d3fHoSuYEiAIV6DLR4gIG6ha5XscZc+QBAfENJAEUtjSU3OfCZkxlvFwZ++gdsXvKb46798/vVfrt58/vmfo3jFjvP1lh7gv7qRrfjD38LwDT3AUo8afBSJK6Fy13MlKI2oHQXunVqZuA0BbvEAgzIYtavOO/RnfsM2+yggCqnqhJTn56XOeHv4vx/8mfSHte/XJDdGTssX3Lr5euIY4IPf/fi7XQLm64OxbjIUAkTqWg/QK0tahmIbvhjUvwHWw1rUYE+yEmFRte3jgunaQTMZsrlYAlMDjJbBIEBm4AMCvMEOHUNOVkMldxTqHjZDj7DtehzHdMLbzW/ejBm3Q/9YlAanD5sgPpBbOHn8bN1MHAP0lL4WWPftZsoFouY4KehaD9BlgFBsQ3WyNhaghOtBi2zwIWWSTOu1bcAFT+nVwnYr4iAgG2jM/te/WW3Uzt2/0Q4dI8jCPlYQx92CWU5H/AjJiiFJF6RoMBGW84mQGW8LP38DNsOiV/SHDV1AROQ4s5zcwakNKDPqqIj5mk7Ttk85BjiV2X6qB0hc5wH+K2zMU6HYhiPalPo3wHoENvhfQw787UcWRPgHbf82aDBWyzbYDIDtogGoUAvx67EziPtUqNa6BGbqqs+0BwgUxjCv3LU/98t9s5gXxERCGQjhBRZG/H8uYpQzZrwB1n/6lzjiJ/Yz/iJvkExoKN7YfP35Z292DDDEqzEgwP/mRraiLkBDsQ3XHQM0qdgDRFSctaCrsZNXGuQhwCg6AZb6SXalgYL/GkcHgdo5LI25l7bXWLGNAEUi9LFIHXftQ4DVAlWi2KSASEnv44b/FKOcMeP26HTqN2lNvp+8QGzjnDBoEFJswIyf/3tJfjaxBH6AuZgscRUwX2l6PYIAXecuHqARim3QMUAy0v+cJMD2MpifLF03KBf81zE1jvGjF7v1MhiCdf+veh43CBA16RjgDpgehwlD2CCUu4FCa7oAsH0WAjnOYl4bGJEgufGZZ8y4FX7+M9exXNLiQ6+PDGeNdBbkCf47JXuFOk9Cwpw4FP3o7x60f/Wk6L82WvzRtylnge/921/bvMEfHaMw+4drrwOsjlUotuFaDzCABqvp7+61HRv9uWAYAk0W/n41f6J3PoxZD1baLxT+0CuP7BzDwOC/aKu5YodWB7KALFGOrwFeT96lP/SpdnDEcEyCBqW1rSNJxHwUcMYb4u//2eRmnnvx8/lib0GsTlbc7jEsFnuRWCxpW4Gim8cARziSd8PP5kH68G3+4Xc/TkzeAWwI7HYWmM2FYhvEaiKlSQKkJ8ncv6FBOovmo/8auduhQ4vE356GJtBcH630r65RPRDEgn97pMxSCwlwhKt26BhkCdJFoYy7hmYVrD5iE4f6hIipjZQLhMmfL2OcM2bcCvD/uJIlmX39+TfdSX+56lcrfC77xWp1uup7yAt8sOXmCKZf0z+kF8hSn20ugUe4ytOqxwA3b4YYIszSfdqO6liFYhtqv644Cwy0HuCPk1w5QB3S+Ba3UAMdk2zA7OdtOq4qFi0iZ5MAr9qhYwSFyI1Kj+suwUSWJz3UO3dRLGjSs6JsFWz/2ef3Y5wzZtwG97/x6lZH+b7vSXd9f8k/CoiVCB3D88916I/UJ/dv6k6QEa4jQE//XTxAWV7nAf43Ggmh2Iajsu6c5JFSDxqs/tjUfbtDyANFT3/8z/8SmgSXrh6sGLccrPxR55jdG27/K/ix7rQ3JUDA3EHOIBGCWu7Kp4KsFqSW/SVCclTPDUsj+z/FOGfMuAX+uy5/oQ8IPN5bgeLOzHxrUt56hVjkR08QSRKgD/3x4KCIcOIs8Ah1vm56WtVdevDFdtBhKofJdvAAzTJv6xggGgxT1vtv0acRohBgU0J+XoP/UhhXNFpd1bNYDSf+4VHTuavuE95tCUyAcEK6Q/DBP4dAHA8cq0mYEgYZUH4T45wx4+Y4eMX73sIB/JrERw9wfbkm4e31J5eQVxBWVEEGJZ6DKeUuYsvN1FngEa7ytHY6v9neC/y3nc8C/7gbAf7D736cPguMekh4arAO4Xf/K+Ixfo172So7bXS0s/5vP/pIYuuq6kJr4m8i+v/8P3kxoXl84hjgFTt0DNBE8bRIIinfNYjV1DlsqqMnP7H02YJyU3ftz++MGVvxA72/f/cRvb8cndDxu+wf/fz3+HsE149u4Pr+3//8gApE3H4vZ9HnTegGQorKtoKU4Lm8OV/jLHC4bNvQEKAOyV2J6liFYhvQr2h3kkdKPWjwFNE1ffzdH8yA/waG3Dbap8XRWyI1cFV/qiniP4v847QHuK2JMUwVLfGZBu/CXwnNYjilkguEU5jEp4CEqvgsxjljxo3x82d0AEVj2ML92+v7nyljafsDD/it4P+RJLnU9WE/Lpd1AoTFHL3xMcBr0XqA1x8DtAdIggjFNtQDe5M8Ui7TY4MhAtUXHMOHB/+1GPh0boty/YpueyvHANXRy3pxyxBv4Rgg0F4Kc6cQ3p6XvsFx7CrFyCOoSjVRRhPjnDHjpui/AZ0FjX3++WMe7ev/lDz3w+UJ3EG4gCLABHKDLm3H0tfekh4XHANXHQOkjewmNiyHyF7Pez8LzAYz0Thpm9AlGdUiruhrUB4p8w8ky3FH/8uXSqACjFljV3NTBOjcXY8BmlEocD2ZzPIbf9gPdKsEoYpFz86Hjij6oMyZAGfcFg9AYEljn33+96t+tX6IFL3Czz7/YXXGQ3/9+nEovIkCkLghC15/Ftj33HJ2bzosOgZozhieBxigeoAwvc4D3Pks8DWOlE9MoEGuuQeeqvlpFADS0bkkYmKpfgm1doQOAm64qj/9wXtiiIljgFRv2aFjiDWAYA2Lv/2f+9Gg9o8EOcgizHYbaiDGOWPGDfH8/2UGC/y8uuw70py8u89+0FUvq55LYLmJvDWEOZC1RREqb3Qd4FUeoGEmqXC6EiBw/b3ASaWh2IbqSE3ySHHQyGRHtK1EPfWxq/hvFGQ4VanqRO6P9BbrrXCRO3ySYJDhlmOAxk4EGFePaHNXECSYtJbMlin1dZhFFPPiPc4EOOO2+CHO5dKTg2P3sL9cP0r6+/wvP6wvfe73sW+Ay5Uyfb+kP+r+8vUOS2Bj6nl1eRa4uD6kEibyI2oZEOB1HuAEr0zD/brqLLChBusBuy1AZ+nWVQrb9NxavkfuVEe/eCpF2R3AWzgGGLQRf3cF2ReyHU+DNKdCMi+yIDsIVIYMMcY5Y8bNcEFGE5NxXfuXr3/u16sfxG96EtZjnQTu1zoGqKcEkiuDHpXgltjhJAg9Lc7pzfk6eCJ0O+0HiGOAxk7HAFVVKLbhGh5BParlb1rLdls718ClhH/43a9/2MR/LR4uaG3y0dUvB0zLRqcIMHfobscARzAN/tZ/gcptUtWk2K3IiSY/4hjnjBk3w0P6eSIwR3/fXy4QyS2E4gfQ36JfgADrUwIN8WDEsN7pThCzx4Sn9XeYyj4qdhVYDpFr2e0sMBGKbTjKGqcJsL0TBDgqS+JJiNlg9q9Zp5zXYcCmoHiANFcDCS2iG0x6gG5k6iUgI8iDSrKQQ3VXPtGnIZhjVJJEXMdQDUKKcc6YcTP8k/y6rz/jAvdrkOEPi77Tc2B4XSCPAa4XfQ8OhFeomz6ktwSCLGePv/78q6hwK67ytOqa8OHR/aMv8InIH6a/OPKdIAIm/m9yFph4eXT0E8J9bO834V7ymq68vpomK462d/S+2K3w6FtYAhsb3tdviehEObmhbtUQ7OaUPoXxwiLimQBn3Arn/0IiE4npYN5ffuh73eVBDQA+7C9Xlz09QPuFyLF7CMELYF4SCDlq3Iorrrdb+BggJvvbexoMPLcgj1BswzU8MjwGeAV82I5AQm5dIa9NMOsfwJUYbnUWXU/BIo4OMluWI1xzAeMAZoz28BqQRPjb/akT1ZtrYS1Nmk5DVGhUgRjnjBk3wp/IYqK+z0yDhBhNB/p4FhgUCC+QxwXJfcimXXp+gFjws4m3wo1wladVPcCdnwYzcXnJAHasSB6h2Ab3i4aTPIJ6kIdw3WlnjIGVAEjs6gGC1rZ5gEB7h+BbuBdYbDJNN78RTGRBa+hZfMRwDv6kugXzqVeYCXDGrfDKR/4C5EH8MYjrsCK+7FdnvDXuB9Ik1WRBkx8i8yC3u58FnjhkFR4gcZ0zE2Ygm9ELJMeoxwCvcSrrLbVTnLqMvOs9wPq+ECTysQZBiVuBvsnP0wFQ19PiZbAjqtkcxRU7dAPmDLMJ/uKUapLhbxizRwn3bgTbZhY+COq+Mop5jHPGjJvgUIQWHp+ojxIDktRwCbziE2B0J0g5/RsHAQkT6F+ufxgCT1qaDzbna3Md4H95FA9W2UQ9Bkj8+sUXNJ38wLA6Vk+nbfTpW0fqd/ekbsMXldb+dW/vFIptuOczIBzhoHVq2qBPQT0GCDX3xAi1c1MEuH2HjgGKaBaOFJJY/JiB3ypWF5R2QqBkRQkG+9ySpgXxeIxzxoyb4L7Ii4f07NDF0+4JXhZID9DPf+kfy+8D2yU3Ilenf8mKVOzuAV5JgMUd20S9F3jAIVOA4bVX7AmglYYArwQ8wC9+95/oBhPbHgYj7NB6MiE9wHJWmHtihHqc7woPcDcCHHhMppXCJL8xTMboTvZJitASpbvKJYI9zX4QY5wzZtwEf9I5YJGa/LqQ9YH8l88fw/8jA8oD9HWAgA77pXkIb3QniOb5tbTGeV4vG74KMCSnXlujaKU4UpMojPzfduZK1Am37vrGUfkVZ4GF2uLmM4+v2qFjmDrMFnC97gjQEfWm9M2wRpkpVQy8RcaWY5wzZtwEj8leQWfgPLhzdAaVlscnD3DVL9bwAMmQXCzrWKDdPpm42I73AosWNh2WXnmA6GaLFygP8O92IhYY1icORDwJEmCzXJ0GakBA69cRoJrSFdO+epDpX//111//26/tFhvlEmj/ypuW9V5gVbvpAV61Q8cQSRCmC3MIQq5Hf5O/BkzwsJ4OTzZggswYNFnyxIwNZ84EOOM2+KegMPl7FMRtCL7A7zM9HEbXQv8g/09cSYGXCpoLVQSfG5wFnpivlRLMftiOAsByhddSOQkY9qKN60Ba8fob5psl2ibKA+pLl0YhMTwCicQG6q5A+9VZjNwW1fLNzwK3BBKItCimiu8r7Q413cp4qC9CIK8ZJBhJjHHOmHETvBDr0aUjmaUrGKthUuAPPAm80jFAu4QiSFKeE4Sl648BBkdM3nNbTsW2t0kMEfcQmypBGbRkqakPDR/EuVVo9HzlyUACXDXENzIFMpNProI/ZuUU0lAvgbv6PpT03eI6wETktshjgFPXAeYOvcFZYECuF3yn8WlUIDiq4F2nW0UlNDuBmZX9o8qf1AQiGeOcMeMm+LOcN57ICCKTL1jIDR6gH48fZ4GZDft/53JYVnAG7QF+vdMxwOCIifm6+G/MjPykkjHk6MTLyQVy4NRHVHLKK5NLVZNmcWTt34ashiyHNCKevoRh+lyZ134C/2Cmqh4tU2MM/LorTeNRNRjGBAGW4e1GgF5GDkjH7MH4t/jLYDaWpiBz0V2L5UNQVUpoJRzjnDHjJvj/ktTEd2UTXiC5DjSnx2GtL094JwhdQ+aKLxtzO47XeoDpzEzP18vxkbgf+dIMznA5ZZSj3KPBXcPJXcNYhi+3EWkD08q2pzBX/M//D+1EXKyVrYw/xn/+n6pRrLbl4r44sieg/eLSThNgktwmAV69Q4cwaRhkj5okLd4ZDLsmMBGkTbHJrjmQYpwzZtwE3+i6Zx/xKxTIWKtiUNsP+XY4XgjtXJqm0xjnhRF9du17uarbM3nIqm8ZEKQ3gZjn5c1BgWSfJrbh0YgBk6rwYWAbQStXM+A//O6pX21ZhzAJNvdMhvmIF2icHmJAa1ceLqwtvoU7QZI+0gkkg/AzQmYn3na6KNibPKAnb44Zkek8RpEIUbAva0Qc45wx4yb4J7l/duHo2pHe6Oqlj/f5D2C/PZ8FBpQr+PQHTEiHsrwBAU47LP3f1btpp5Hljn697tExYXhqYhvxYIv0q/4Ln8LsMIFfg31iQToJlfxDvgDk6iVw9d3Q/r+WViO3xcByBO1Q7YidPUCxi9kDQeSDT7k2uUrvI04eLCgdY7dCURK0HuZCqAYxzhkzboIfvKQ13yUPktboFCLjsx8u9+gB+l5g55IewzK4Tx7k/GbWu4wB9wnFvSrYIKT3AHeIYdh69f5M05Sdtp1UEqNgjHPGjJvgT8FicXhPnh+v9hMjUkkPkDeClLPApj6zINOFDx9HlTPuIsgUwSAmj0iAPkK7iSElvfV06U/oS7dMacwsJgAkuI3Kl5zK2MY4Z8y4CX7Oo3jJbjy2Vz083glC9++EZ4FBizzpK98wUMXPPv85qpxxFyGiEMwZRsqgFJ9TfZ9/0XINDTIFmlMeqW+EUsbbGOeMGTfBS7AaqE/sZ7cPpCdSs3v3OV+LCf7z8wCZSVZkDt1D0B9voaMP+Pnnm7dqzbg7EFHoAByZzq4UmaPQSEYbjtrbTjfJWL0SkNyt8PKajiWsYZBx6CRAEeOcMeMm4DuBSWdkNAY/9dmLW214J8iC50F+iExm+3BgOH8y/fzzbzZffzvj7kB0sYEgoAEPBSy97XSACTt1XoI7KO1IsFNaQyiBSDBCWqkY54wZN8JjX94XbFbIz/JfdAyQj8TvL3+2SrSIDyP6gDIiI/4QFc64kzBdtCFcLYUgmnf9hybrn3vUIFLqSdAjkcxZ+yugigGnxjhnzLgR/rs4LI77ybEDSILxgOjH/eV6dbnu1z8rlznO8PE/+YSIv/7LvAK+0wiaqCgEU9DwyYBagLeTHjWppCgtuI2bsGGkhELJN9pUGs0EOON2+MaERg9Q3KaDe+JEkhw8wDVfjH7ZwwOMe4XFgjocCBupEP95HfXNuJMACZEpcsFp7mAIV6uq3zGCG9XYsMVIRYc2AX1hQtZS2FJVxjhnzLgZ/iTHLplMDGeaE8/RAzzpz7AG/jkpUTD72VAe4PdR3Yy7CTGFAb4wERKMmtWkRDKL/iS+cbokzVkhMsGelOBuKYvlHILxHPRx/6ucYoxzxoyb4aW8OXl9heH4rGdpPvv8z7wKcIW/58wMU2SR/vARSZICj06ivhl3EqAIU4WJQxH5JqEcK2xRxTdNG0oHIKupJjtAzaYWiOLIa7KDSaWLcc6YcUN8Y69Px/K0ApZnR69O54UXfBYMHwnIUx6pzQUwoWOB820gdxwmCqPwRhBKQynvFi3jqm37fNXhSygx8P4UsCm5tTJrY5wzZtwQR1/bjQONeUMuJL1J+zmfBbNa9/3eI/qEQXqAish7ZGK+CvqOg0RR14slBYQrJirSH0QLsn7ztKhMqUwrIxCC2cwZVCW7jaRSjGBC62gixjljxk3x2Hwnxy4YTr4fie0vXx/xkdC8FGb1AN6encS4KwT2sEKJz+bb4O46zBKAeS+JBDFCYZ9NVPoxbpMuFUtICzUdWZKdGGSPAyAyBccqaZW2Mc4ZM26KA14M7aOA+MirMw1y+5c/9SeXJ7wSsF8tj34GHp2f7JEZxZA6VPjZPz+PqmbcVZgnTBjJSpFqRRFMQmKTeat0QVmyVgOikCDss3TVucyQFEsySyiOcc6YcWPQtSOX+eie1rTh3n32+ddf84mo4MBLeILCol+sTH4+/AfLv0ZFM+4sxBfEYAHqdW9AeqUYWSyGt04rLpmpd8uVyZTlHCD0RcmQK3ahzXFyJsAZtwYfd+9jeUIsbSnh85ef4QCuzkh8lys+Hh+r4YUz7Sd+/vk37/IawF9ePwFFv34yfObnhuKOQr1vcO+X1/nEwNvg0esnfDWJMK76aoAi6JCZMICUuZFM0hHxSN1Skxy5orhpOsQmjQQt4kNZaQFCBndpgNAXayFSMc4ZM26Ojq6clr70AAlE9O70qJjncPv4WOgVz4f0cAjvfyPfT94fi2xfAHcPXrz+6vW9zYcZ744nr1+R716PCXCkmMBbaPxKPHjy+heEZw8jPQX1vsG9715fc8vMPVQZXX7A7lsM3H/9qiiefPc6pF0QREFOEY2E3MBq5WhTUhZvnmZEIfRKyOkLpVBkkuAm50lZQ8lnMs7phGsY45wx4xa4/8+iPfp9vjc4LwyUJ/gznwaDD9zA1fr87//FK2Zk/zulK84AH714Dbx6/ZonSY7u3YvHxd8IKA0uu3+/i7SxodhEr8Zfv/7ljV3FLT1/gK4hvH59b3tXjo6GD3I+Onp0zUMj7qHKaI0DGBLg0auqODq6yd2HyRqISCKmG2+CSBKFo0Q26ZxF5HLA9WlFZeEa0UAoYtUidigVFc5rdY0yEeOcMeM2AKvJ+9OxPzmAcSJYVz1/8/fPD3k19NH/9UBPj7HDaIr857+PKiaAGfz45y9IFPCS7psHbwqQTEg3xAt4Sz/fh6v41ZssOolHjd/VAFV/f3T/wXevkrDeCu6BVF9I6sivw122pSc7IGiCqDRSYD4pGdw6YaloLQSuSzdJC3kcrzG0ONQmARNWliCAB0dqhJkAZ7wRftail+RHkPokWyU/0DDriSHhJMJV/FNUMIEOE5j+jhduR9+M3JndIA/wFnj4+vULNv7z6+9uyRkFrd/VAMRO57J79eqNjuuNAA8w6nv4C8Y+bHhLT3YAKKKSRUmET+VAFI9tCNqZJWWqYg1pTqW9UbL4lIINmauPdCVX9iGlrhg5t6pLBqMY54wZt8P34jcdCiTp0f2TC2h3D5LfH6ckGZHECMsr+G/v6JfwZR48eAhPjngAx+yroxc8ynX07PUvT55xqncPXvzy5MUz0tWT1/d+fvGHr54dL5+9/uoFj4XJA3zw+qsHcH++uvfoxetfnkH94CtU1SrkkL168OAPX8Wa89mr11qbL0GEiB7de/3Vaxk+ePIaiQds6iEY5sExrTaz9x7e+wqLUah+0UqXXPfwxS9/+O5BrmHzOOSD16/oAmIUf/jqng4IHt3DUJ9dQEJZbFHhLz4YiQwuXKVQc09e/3KOxItCofdef/filU6rv3j9zA7fEcbyywvWDA8QLuHD11/9euSq0cdHz9C/bPare0evf5niSDNFopBMC9EYBcbgFCcr4zhtIXBFuioNkhR0oWZk0TovwyvROa/txoiaQ5thJsAZb4qHPOxHz84MqCv8eGKEnCjmY8gFsg4RIufqZyBwCcxZTpD+6DI9fv0r1D/BmQGrIDwqB+tedLCChp97XAn++hqaV19hnotrjlCS2SS0DcUeyILSqzzJ8Pj1L6bCo/vQPGQufCvwDIrC6iFcS5VV4Yls0Arx6kh9krMHFda7QeoiPhGg3TKOghWCC7HYV+UYOhR0Qpnx6g8gZPh3aEPNQQOR9VHmUIXHaOr1dxCwAn6kmn+SsWo+okvYI42S0IhQsdSHCAZEPyC+mPZ4zW/mOBJGkI3po2itSbJKB8v5IUpnhU9AhPE4zY1Yix/nB0pTqcxmlJZKGna2mhLOdvlaCIAixjljxm3x8zckObNd8QBjVRxuIBLy/5T6+vNvrrkDDg4LJugDc+B9H9Aisz3GFMXUfXYfHPKCdHDv6OixJjGm8LNH0L7+7uHPsATBQAOuIQFhJf0amZr+G4pHIIEH91EJaYdA/cm9Xow/OPoedfXkLfDrc/IaOgCmekiuGWeDTV7cv/9XeVz3v5IjhtG8evToH9VPIgnQBzdJnI/AWK+6HvWoK9B+9QosBd484ijBnBjTkQ7usblXaA7ivZ8fggPzpwQWyMeORfVHav4xq4On+/q5DyagZrb7+tVXynv18BE02qOv7j1iVdMEaJ4QcZg8gojGTKKN4pDSINWRVzCdLtpWQGWRZCRRWgTHgFy9SFnTKGrfS4gaY5wzZtwaS7783I9FDfqjGCSIHERiyODIz3+49gYQ0BrdE50mPfI1HZispM3nXt0hFTRlfoQ55H+Uc2T/B+WDa0A0LCJ5oCAZPnils733Xn0VHiB8rXqWFNzm3F8f0lwnLVQxeevZ3vesYZRtwA2l36W+YiGKXgWPA/JCAWjYz1ev19I9xMKa5mCiaMRO44MHsH72DXoVzWHsOjKAJbWHKkDLxS/Lfx8DFDRKci2oXgc3tatA8+hTTzKkY8iqXn9TyjQQSQyIo00H6WCTBOVUSAjSg3ykdLIEfqxo0rYLWEgmLRzWWFiLZKMhKmVmG1SFokWMc8aMN8CD0cWAmdCBP2rEkCbHf/7rLtc/d3/FgvIV3B57L5qyJKaHmPnCq/t7R9//KhHE4mNmIC8VECWW6wCDhyRvKMLhq35ftGMEG8ILC+4EVLHXr/CdNrL7v373+ivYoD/uCMlMUKOAKAnQqVksTpWH0lHDc16mokbAaS8ePNQaV/0ruwB28uNyJAQymUPV/aNwPbUcZ2v4EaGgH56omruWNJq9REcaAi8ARVRKM5AaMkmmzDNDyVAiNW3hgRURJRtOtKDAP5b2p8mQpk3HJo0KnOR6PDNinDNmvAkO/ZIkPvlKVCfeM+mZ9kSCdAy/2fn+3wv4QpiaMclNbuSZ19/wSNkvR5i5rx8/Bk8iGwpkgjHAEPasXv8CjTgl6EDyhuKxXb/q94UC9HH0KCp0jclbaJoRuWMim+vYF88ey4OLc6+kHvh5TgBqF9DAuBz334NsgFAj3WOez33Nszzivugaxn3PLmIMVYCPuNfB1/wr3EarQfCv7j1+oRG7CTh94VwGl0KXdajWTYg2CnEoDKkHAZ8QxEQ63FcoJnLEXK2GgYaIq4eGrcsaRWiQtgPUpIu4InXLQgQhWg0pxjljxpvh0Q8+3udlb/h+6Ql6i8XwD5qD1+DhvXsy4yE2zUx6KMXbUooA9WFR7Gy5NWEDd4caEEJd/yFT8oZCrlVLgPCafISSVaJC5qLRcB6p/0qnGr569WIq+3uf2lV/7qsjYBz1vCArQvw9lvTmU6cLAb5+TQdv7+gB1s9ka9F/9NUeoAYcIyHu/QEO3uPX379AJfDmHnN9+/ogaoXdC/Duq7oE9ngpe3fBRL8KY5ArGh6q5BGAoqSrvxVxUxAodkLNs76kXbY4aYUdGQagqm2y+nVSBGQRtSdRKz/iGOeMGW+KRz8Ey8XRv/QAnSB+uObkR+BhHE7rMGUxM+2hwKkiKz6HA8NpvNeHE+QjZzrni/lPF8mOl8hTHBeOWEOAoSA1gLDIOv/4XR4DfPTq9a9sQJ34/pVOMsDT+xnmdtxEIG5WFDbMhgySQpMgsCOfWAWHqaC6DYRlD68Qptiq5X7vZx8l1DFANtI94GkgHqJDtewfOs/mQF4P9+AbQoyhEaJIntJ53XmAud/YGuTH7Brrx2o4u6kjB3AbR4cTW1SqqEykaLi6HMkZI6iYWagWKnVJHUqHglYOAmvJcJAdiUZngzDDBoF1uB4ipRjnjBlvju6HfyHZ6U5geIB676UV8A2f/pBXbFwH+i6PHx3FOU54KN/9XNyfvX989frFw6OH9+S8fc/bRei5mJXu8bSpj61ZI65Jh4+yNnKQghEhv3rwiNfCqHYATPKPD3Wa95FP897nBXO9zQEkHrNvr36mGzjORgMveOqVrcOp+u7nL9j+6++Pfn7wXTAgLL+/f4RtdOv1dw/vP3x2j6tn1MYK1Ai79uJC55A5MvTPZ4HRV50F5oA9VOHed18dkS1ZWiPuv3r96iGtPcp7Ggx+Q9S18KflJkPWWeAtHmCgIZeEOITkUqjFTFPjEhFVbJSjBIC0QyOWMEDSqdovmUwxEaRbchr3T8HxTIAz3ir++4N/+mcfBPSylyJo8Ic/Hd3g0S/PQX3EK522xFIXztizODZ3rsNpPEEKqkAMviLdiQ+8sLPjhTyxy9DhGyroiel8M+rMJfBeD4oVyGe6FE9c6KKAWgVYBQiIYpONJS3z8EGCw4ASXqa05TKYgC7hZnNqA46b7HSuAtu9vb86SdbyyOAjUvOdaEwnQarbZgt4m7yyTzfPQIYxusLfALIbvFZSJ6u2r+zdBqcali+++yqraiHmKBTTMEcJxDjRxk2e4oYpRwmmsd2AjLRFLi3sCYZp6rmxMjIEypOVJmKcM2a8LVze/+GHb/75X7QC/vrrf/7mh50O/A3QPyQvPX4on+knrNfKwTrkPYCz8uIB3EkKD+A3fbf2rA6/BrMdrhXmPizC/SkO30AhAmR1Lx6ZPgIPyUnPnL6PjrzSzRkqCqDiRy9evfpefVP29zyvk9k/o6rHPUgb5Z9D5qL1Ea0e516AJf5qms7Xi+/Z3PPH36GxA0hiJt74gTRz7n2n0T/iIcHvKWl4GOpXHAnh45FgZOyYLzTA/tmrVy9+huZxHo1k11zSvnLsNl5L+Vh2mwiaaEDCMSUlGn4hDSFTa13GTZ5IVEKjDLWyIl9FYeE6KDShfGxc9d5kE4BaSeKOpFQMtdqZAGe8Kxw8P49F393Hd69fn4d4HXz07aPDw22XwRR3S4w0CshEXJKUvYkYBORioWjygoRSXULFIFFA7dhYUlGa4IzMUU8oV460FOOcMePTxKN7Dx48gPuUN6pdi9c63/Ix4d5j7AI4g1OOukjiGgSnOErGKcwjBFGKhazMrGKSMNlGRhEzYNMiOTk2ASvUWElxwx5CaMNMgDM+beiIHBaWXl/vAC8bPyZwD2BUUw5gHgPcDIV6TFh28/jxJmPmpSozwj9LveMSxgh6BSiZ1TKkuWq0sjp/yoU3aMHZNTMR45wx49PE/e/zkOKO+OgIMA64Th+oFUkE8wgZAxRbRkmeCbLJRIukoKSpsjx2vdhkOVEq45pi4GfYldADbX8arlOJkgIgR30oEeO8G+h3/xrOmDHj3SP4IgJ5CyEiBLFOis7QJ+TMIx1ZMhdRKEfqam1KZ3mKjhrQQoa1kIxK9RKj4tKCtjYoukSMczsePXo/rNQ9fPHlvs6jzfgA0H8w5zdmvAmCJgZoGMSsMhaLDLrBNnlsk88GhYQotjVsYqAfWjAVruAwg0mHawmw29//NsR3i2/3gZkAPxT03cyAnwJasgjKaFWRKl5V44k5cpJrTUmZ7xCAVB26MVoGBYpdCUL6lbHWpRcovUEdWyitNJkxzq24B1q68WVct8GPMwHOmHHXAIoItkjSCJfKMKNYGq4tmWg0g7xEoUvnRgvWTQSyW8trQBIfAnMQNVvpnVAUIqEsdS/GuRV0zG7yHtFb499nApwx464hyaIGEY2IJ/htQHPBSNLFJ7KtVyQmC3XAdlU9IrqCLB5BkG0kENWilAZtWcyUEOPchoekpf33sdqZPcAZM+4czBLJKYwLfVCAQunWl6sElFCu1DJOsAgrEKFVNAQXdMWQygp3plhYJpSu+sRIjtwY5zY8EQFO3ST4tjEfA5zxNnCDW45nXI+WLIIySsyIQiQCzi0hvS+nmowApfgM9FuQZhueHFFIsuFga2wasnLTJMa5Bcfiv/0vI/ku8SUbmglwxu44O1mEFOjxtyiPnZrxFhA00cBcQrSSCGnoyolipGj4qCZAngP7asSqSoBanwxDoOGS1WQyPXIZ2cGmadtAjnFuAU+BEPEciwm8tUv3Zg9wxpUAt52chQycrcB1QxTnb+AFLtYixtkzvBVEFwx1NZpkZ1DRopg5cFP4ptaBEHBmsBUMMqfwIRVWUjWogmp+ElQNSTjNpGtEgxXGOLdArARsv/b9xbc730N0NeZjgDO2gJ7ejm7dBicugJArTiKecS2CJgptIBFi0lr1tSJNBH1FNAYrcUUImzZZVZCdkUoii2Ssytp6ijE9xLBz0ShTDK4mwEdiP+IwNMbZsydcsX754ujB/v7vq3vYP3gN9bdP7zVE9vDp06dIHt57iiJP9ZrmFo9YYv/L10ftWeDuwdOnSP349MXMiJ8wwFNw3zZZ7UpMMZ5qabBYnWm1TCKcyfBKmCyIyhmpKQTUYuSi2bSQWQmxIVo1QmGsgOsomta0cLA2qbOGYKFGlaJZMRDjnIZOgWgzuFH64f+mqiJJ7WE6jGC04heCIve/PatF/EDzwEMd+asw37FI4sv3chHijLsFuHyrM/PYjdhviPVk2b6/pF+4iuSMKyGSiHVlQxtmJdIJlEEso4NuibwxbQpTBZLVShgpx3AHjNLDxilNDIrW3BjnJHoy0LedeChUhHy2Bkl2LyJt3AuiE5u1PNesmZ+FqsAEqBYLdn5O0YyPAWdgpiFxpUeHaMxalyvekofPzU58LBaT9vNhwk2YL0QVSRrpQFGX0YAbG3cv4ETrBXIThdI9jOwBaDIk0LBK4xJZQBhVE/qsSDncZI9jnJMQP73w+dnqiLX+GZHHB33FTEXox+ZYBztjgv9yCTz0C+dl8IwbYsL1W+CvYbjFZQgVk/7ipw5QhMilQMRRGSSyEDHYUwwdLFg0Uykk8xBmvQaugJs25CfqD0UaD5GqTYc05CHvXkmA4qEvfCq4nAYJ9+z1w6O/esUbOXHC+MWzR4/DFfQrwJIAv7z38F5kxJI5jjB++/TesxdBecF1L/Zf33t2/9k9a9/PvcgzfkPoaNx2kLwCi/VN3b3d4CtoEvOBwYTJouGTpJGSGPKjEVnBdoXmrEYYeGlFG5qS0aDhSUistRq7+lplEQD22jlUhbo1uIoARVC/39s7Fw3lt84kJoewN0Ep50jil74o5pSnMPa/VUYQoEnPN5bEetr8+dRFbBYEWB410jQ24xPD+GzGor/9E2h2de4WQX2wv3VbHxfAFaCbyhdCSdqZCj6KEH6ZShVDgLLtq0h7xpnjEiyanwxSp5h0xq0LWt/EFBwGyN5RdG6McwqvSD58CbSuUMnTIOK28PrsDYrbvpKYFwX2f2RKN5CY2TLDfqJEk2G5z1hkurHaVWuTj6qd8QmicOLibIWfyRuQVONEXoPLYjn7gY0HyFB8qXC3HKyqsCp0yAviSv6SPmOiViaEmB8jlCFWWC8VNqyp5TjC2dGG0wOTGOcEdApE3tc/UsjTINImUSnB916ZCustc4+ZFE2KAMs5FNuJDn3MMJlxy4XQw+X3jBm7QJcNBjv2/cSFgNeCRW5R7IPF4bbfEpEEfbGtSCqhUaGZnZCMWgCxaUkZpCrxGkFrGjBN1h11K80AVewOEY6GzAgwGeOcgE5R/JGSl7deiFZaJOS2kfbs59WrBb9gUrSnnHoYjyn7jGK8eop3dCH0g2e/PP12/0s1UM6azPjIcNN15m6cNKp1Z+ev75qHHF7aF7zm6OTHgq1PdwyawCdCobkgL5OQOIofAjbKs2cosQZYWqiIvKA2BednDDgjJGzUrJUlWF9kxyGn1rGC+nwFAYp7TFB/qaIZLBelSpC1fGnM0wqlaTL0AE17JECzamW89kLo/pmPDwZmAnxnOOl/Mz+nHy0xeWMvdItFvwL56Ahg2zfod3PldHr3FqNagP8Ohjyge43VrU8W5AjBRAeINkpkLslEEFCAXFmKBZQb7KWijX2ViJLasDFztWCFbM0pIgu5D5HhaNilGOcmTFA+d+Ejd/4atD6ZD+Pxur7xNTAG17cjD7A4evcpNOc3/mdm7O39pCOIFfNp4HeGxft/sLN8qtoqUkjoFGzLWisf7tv90B1x+7MkRN8dtC7gEB+gJ3jQvdn+EMgRJhMHIgioKoCGBCMj0pTSLWtUhYbEW0lpzsE2P9QQka6apE9mlDAQiRAYWSzmqpyIcW7CJ2Atmwzt9vniPclxFphXV9njG4P7f+QBFkfP5Lm0FpCXKQI8kNjgRxnMeBe4Cb+8dYj02ANN1JLaO3MUKUT15Effb17AB40q6Lv2Uub+pmeN+4PTg4NRoWhWaOUPAHBo38KvG8ii8ZjqAtP8MWQ2M1TmABYD1PATSlrW6hg11ikqDhvJ0ZfMl1D6V7RE+n2uNxofWmhoMc5NiHr+5+N7z+49vmcP0CzWe3X65N7DvPKP2kkPUJ7byAMsjp4J8MJaQGQqAjSZfvngEf59auPfZTDjQ0czHcliIJSG/pwEkMUbPir7OdqO6pvBqt/r1+awDafSYIX441nk8sdATDDmVQ3fbcihDfn2CKqoIdINd41JqTplGTcBG31aOE1+amoNJaKoXyqFmgWkknDL0b4QsTSSnRdqIsa5AfHWCL6HzWvXAnObiOrLR0ft332xmyqqPlxx9JpLaIRyFtjuZpxQVun/aXnGBwvd2xtyHKXjjbpiN1MMqacknOFtaHYDvb7CYqK2CvFekceQ6eS9cLXUhwUS4Cah3xRmicJBQPJIIBiFFiFaD1hqywo2LcaySlYbIrIcWgNUwWRwIAGxMSi9UeMlI4XSAyDGuYGpNW1cjtI88wD856N4Iz+vgXKqD1cdPQrNJX4l4+8o5HkPlf5LJGZ8qGgoRHNSTluyHCAlJCaQJ10kL1dbztNMa6eBpnxOhZsiFGxnP5N1ApT65pTy3hCe8JtBVKEQ3pkopWgrnEjCYQqyJYTwymqadoGkschRlAvYIWzB7EilSmKTiDQAqfTDySI7jnGOYTdsjMjUFdLGk9jHdgvrYw4qRj5ccfQs1RO8JeM7Cnl5jI441iOIMz44+AvSshXZL/gnuAhWuWBt+clhEvmsmF1QLWud/qBvDvhEw2P4OFqUIjyeTwZmigbkj6AsMktltowlMoKQPBe6gmLpYAdSYCoSVKoWBTIiM9JUxSy2KBVFcQpKAipqA9ZrKcY5hk+BPL73LIIvc/krs3o5h0+fPnn6h8flJK4vD5w6WzHy4aoH6MOGxQUsp4dVfV5SLaP5LPCHjc3LV6Qw4fBzKV8lU/gw8uZ2aFa/rjHoLYOVLbBypgLFhgy3fhtnEj5giCxKaOhFwQhtySx0VkpqQ64MvhRoVcsUfXKexGolTdk4n3FhYLSaIoMyQ8LGnI2NA6uUZgsBXsofaz0vpq0QQdVjdwGfEUmHcO9hucVNBFhrqh5gPAvhmY8N+eY5VivuDc8wbJyY8aFhfKnfJhomQuRQoAsCb4J6/K/BgPmUrkpsUMKEKO0UotYPa/37tmCuSAwIpE0rFBEbE45RbJ0n2DBD6FEoJCCkNGnBVGEwoulioKmJQn6GoCbGOYJP0dY729IlxBo3Tl7c/+LZ4ydP79VnP+v6FqxdH95/9OgxHLekSBFg9eGaGz5+oQhyvPfg0cMXvvSPGToGqMcJ9vm8rDc/mTXjvYMP9tsBSTrT5DMNMFa5MGYEO3IFwW3YZMiNPhuC5E0E+fHCuk+MBE0T9q4qqDJ/JAoFVWIqRiNaG9Bcwq6coSKOG6iUQ7bBIptBFbE/pc7sXJhwMM4AYpwj+BRIyzv2xV5sHh38NpgunLWCdPpGHqB40kX8lJkBSIAT6nq59IwPEBOeEznIf2SXEwmZvg480Rte2SY23x7iSlX/UCoZKnJN2/3lYccXgKH+4YOmP3JCDJoQGgoqKJo2xIZI7jFXUe0sc1gJAUpOmXEHDGdkhY1qCKmdxy3X49nxAaBkXTHOIezlDe9A09qVi1HFLXRkMJiuQRDjyANsbvjYKBEZA7WaLevpGe8L/ds49EWa6nlBLtHWZwrRlpv4lLTue2M8iSvoz6UrRIeumTnxaRVFuBZ9XlbHStk+t29hJ91tiCkcTD3aOo1tpSMiUqIaZspMSama/OKCUdUcvLPPFrI3gsysLiFj67V1A5kXCImtND1KxDiH8AG9eokKYR0YysvjFue26Nqrob8dPBJ/4jpAoqsX23xbDw5GU8JDn17OAjPeF7ZSzM7gowUKVY0ZMKknyKdEFIhr/LErMFFONbvKCAteax1EhvR1YO/pADb3Cpf98+Y76k4jaIIo5BE8I0gzSU0WhJCsrOoJPrLY1A/NBGsJoRjqGy/TgrOxtVDqdu4WAnz99An+hkfenkvHy1O6F0+/3Id87/ETu4XlWOHD1+bAH58k/WFpjGJPvorE3t53rKYuaR/o9XL7T5+dqc3IOHhtx4+18DjgqCsz7jbwX+v7FXxI4pJX2MkNHDOFmKelJWk3sU1fcbnFEysXt0TtKWFzqYOIhaDHGOrRexbHODCm08gqJtM1fCQARQQBtbDG7NKylUD74oqlXIiJKYvcBnRYLhQWkO1VcIPkQm5caduMgxuQvpSPqBrpFA0/QIzztpALN3heX8c72G6E6QJHhfRuXOGM3w6rs9Xl3glXvkTXr1f9Zb/o++Przgdvw1v45yfvleiKs8vss1ftiEIH3nveRRlo17LhddPcsL6PGEkfZigQCyOlC6wpHMZcRRSI0JUS4DF9JGau4OqHKCY1J4pK4aipuwRlqylsrZxCjPNGaK53/isJcHiwcManCp327fk8gdUZNv0xPLDFGSisX157Rpj2wCU3b51TgvciMqZv/ACCASUCVDwHH2J4CzJ5AHkISNNK5T5OkCMa9ojYGoXMMQoTCbYJyLS1bmTnWJFkpSjcNMMZDkDr4TEM2waK5dCuCUCM8yZ4Vt/tu9ICdn5i8wzwAD6X69N+GU7byV63BGmQQK49oRKsIu/qVnSyXrQ3rd2qioJBF/rueJnLd999Is5TjxfBh+vpt2x+FBBJCEkZhXeA4BxnNcExc+0XZhloMlMKxQ3JpX7AZlSyYKNKM8ZVjarVQISERbZi07bAbQhQ17vce9RhsRuvbRueLZnxyeJsb7U+CJl81B1gu9rhmSTVsyIuq5/WgDnYiIuuJRxYhrQLxu0NniKA/nccFA9rypF1gpJAImQ6+nWTdj8AiCZMUSSO8PiwsZYpfCqnFJj5ImEMU2Y0lxyzoLcONqHAdK12GEt0Skg7BJR3t4vGwU3HOHdH9x8ivQY/3vbwzoyPCKQEHu/DslcsxuTlGsvJa90/wkUCoQMv4c8KHZULHF3vUU5Apz6m4DMlRsRsDSv5DktcOHeiXQzkMi4A7E91/E99oAZL9lv05wOBSEIwa0gydRjJYAjBiJUaS04ExyKkmgyRUeFBb6OZalFRupA59jGjXClROrcB2ksf49wd9cqVwLf1oaYzPlWIDnjwjt7eySUPB0q16pa+1VFkJmkrdPwP/pSPzq2cIuP1ixNxXn8CBQ8vDgiQmqNkzTZjjOzAwIaJ0i/RGbdoVP1HX2JlLSaPh7HmAwe1hTUF9MyVfWQARRQ6ESRapeC4IpkpLVKDbdohpq4p1thBjswSrK0aGQ4Exo6C1iRFiJQThaQTMc7dsf41iC/wZX0T0oxPEvSQGIlHwE2KeSPcJVwpc0JzfI6gW0eO2Y5cE4tt+lM/lAX+JTK6vjvkPRkAsuQQLllbnNW4loRcbQP1l14cBMkwcXseUg/iXbBBllRhbaRQ5Phmq+4PBcFL6bYl5SRbJQqttGEjR8nIUBQ5qjxkabk13E6kS6OZb8ssXvIhpwXQpho1wIZjnDdB98KX/xGv57vUPnXExOcGLHJsFuhXdOQOu2OuI9v3aYA7uJxckbKuIAwSDSywEj3tu/NOJ5WpRlHrz5cW0J7ykHDJCWy0M+JjWoDqgrpjON7mm9JB7PT72JLYm9m2UG5Yx9/HBNKEyULbmmiC1q2FnArKgjaRT0gIghvlDlE9NVqz8kZRUkCtxapMZwXqFzeRESaFZGOcN8TR9/dePHmsh9bP+JRBTlDMLZlIrEaeYHQOhqL/FpBbl0+GvpL/ZAn263RRDUy5IGZl61OfoDgm+ZFr1NyaTdA1jCoHLCQLi1cg2M+GOtiHFqUwK174Gh9p2ZfI1AdBfZHM+COCWSLIQnGhjhHIKvXUw5iHFKyJONJtPkN7MK+BiQwILhyg6ZIEbBS7jFNUuFPaEBJinDNm3Ab98kyEoGkv6VwccQne49IU6e78wsSkFWU6X8uriYJVmvL6/vD4ANJxv1iDd3SdDP+iTnwuV3uHZ+DV7jxWxreGuE6HCs16HBYvcQEfv5SCcM8Uu31eDVipV4U+HiRPYBOcFgxkjiv85jwjuMpZRJKX7KhLJiq0Vk0I5uITlZsSuXEgom3VRlUyL8CciItOqCJNMhXjnDHjhiDdYSG6gnPmpHFMzkLyoF+L7M7owCGNDQlNNpDqG0ImQVNWpHi5XJ0tsGg+ZRvQYVXKGvmheHKJFTcTl2sa7IR07AqC9HyiJBLppuJzOnhjMPqANHcAHFSnNUbl6QMNEx8+RBLiKTOGCSzRygCSbRiqgscICZli5cXEktmwGMQnIZOhynBxICwCTlHBqPEwRYIxzhkzbgTOd3JUznhuBLlmZCKS09lqb3FI1jOfBf+tIB+WhfEQYBIsJ2mr2vgEgp5XIiPSWQ6ouKV40i1BUz1ft4Q18IJtSF9AjroC5riESM8qxaJItC4WN9816Dv4o/D96PyhVY5a+XGBjGRsHD5kkCgAEQa2oiY7f6mq3phg8iJC0YKZUkeeS1XDlEp2zaMcHJpNIOGOpCMYCqOqQhFIg4hjnDM+EfChTm9lTpKelljRnuHDdSlmvTmABOazwMSCNIl4zdO3bviSK9r2lWVJPCxLFtOWCfT1WE9V4A0lxEl/KkZxUZEk4hXbJAWVGm8DNeEnxLQd0uP//Mbh9txJJxM0iEYxlPQFC96oK3cIohRzBbfJHoZSVW02qsHrUvBPo8RGErdmJiecW+OG7DIn4GRLnRsMZ5OiZtJ9UchKLcc4Z3wiWJ+CVkJ+Q2jGg5/Wp6Seha/fO6HLp7zLvQVJ8PJcXEDKYyzAnjxn8ZRMaD+LGlGgrkMG+YQ2Orzoz6BhotN1hrQjIWIJ3O+trxpV8hnQstgIXheT/dSwccCnv/CSaCbcZwLdpwq9pAo/K4ghhw61aDnOz4cNcgQRbJUkgjDwtco2ERxD0DZEQuVcOCzqKZOhJfMzozDYCKEsTmlYuHlpQ1MxVMU4Z3wigFv1FgiQ05xuzzHXuXIApeMNuYi60wNfQQfQd6I/F2xGmCqgIYGZ6qTu9FxJeH3OCL5kOXWY3EJGRXSJD0rB7To4PqQGbHPFoGiZIin6KqDf4f/lCM4P0DXEUYUiN0dnkSyM6mGsRnR7sPvWYy8kiX+4MKWIMcQoBRbTUWstSqhxo1S62ZDxJDUUVgJBqdIiRWsa2szYmKJKF3Gx0LiimQA/Mazf/HXZKn5wur4UlXjRiDlP4vAVf820B3UsyGiDNnUa4xDeGx8UKMIjnXQv9SJ9CGCUPOcgijxeonIpuAEx9seU+57X4Nv5WrQEqA61ICWFCCSzXQnYy03d6y/QA7mNcYrlcr13ueoOj08xSlIcB6EMMZ8kFYdHLJ9YiTfE4BTMe4XIIklKnBE8FaqyMRvR0hvnuGTNIrJEbCNphZCWQXCuI0JsEo2SgfyW+aFiCFXmhAYfVB3jnPGpAC5KSLeDSvcHMblXfhYp6+QqWLrDnterUGLEp8P4/IUBtxF+3CW5C54jGSQYuT/vXpLLBrOdPhSvevbC1XZowZ4g/S5IKqQzxLfD4EEyFWB2NN3zFAx6AYcOn0NJfP5LOSdTOuUtcyUDfEoCRrkT4V6Nwe/He4X5IrmjUAiYA1QYCjpTgg1LqHFRVg8MKOUSMgpLhZoWssHMZkJ1jCqKLIN5/FjDrIF1jHPGjJ0B2pJDpouaNem5Nf3luQ45T8u9s270svxOi2MakUzAMM9hCW+Qpzt4xSDLjdF39PhAdsqCq0ePDNUzSQk4OKhHGLfgSh6apEAROKoPsqMiOodR5kraPMyYoqTgQOwQ7CYtqKPYB4igCaC4TQ5WJaquoqxQixBgOnTYxlJW1RdqslA1smPgpqlPypLpEKBVKNz1NrPyaoxzxoxd0cuz4eW//SlpQNM9pjgdJVMDyA2cBD6jk5cE4KXtJZe9h11/eoA8HgTkMT/eNXJ5Uhw5HXYLdHtLKC73Oj2Qj7UiWZvl5/TAHLkVV9Jfktkm3HMRoXASQtM9mNiIwyzZKigGdNuR8cEh6AJh4DcV/kieMSyXUDRVVdODLT6qH3EbGqnCKaqHXcoUyA2irLJOgbFdUEppHeOcMeMa5BQWnTEBAZ6RnMGT8KDy4B3Jkc4cN0Q8MMh0glXh6WH3cnl2wvxD1sZPOe0hpCkAskFqtT7wpYOnYh+feHE/kDpAE4uTq2nmysytcEfcmiRt5RpKApKMua3O4sGpSJcnSCywQCnzoQAUUWhGzALyqB5YulaMfKevjb0tZk0dAjNcdMBhti+aQVYQV9gnHUuXkYM7x43TxsBtFDI3xjljxi6gaxNXiWBWp+/DDcGnAfqaQCC4zyxIpb0iVbFe8VY4PtaF3IClLbKP83kuY9DfY8lwug54CDAeTEW1aj49OLzGy5sASk8VGR0ljeGwcxLUpvpS7CBY5nHQUuUZ+sWdFGbF+oMCacJcUQjEQqNBXMnK+pJbXC4GWDktRBll2CDtaihiCyWrWqSYHRiZIl0Na1fMhioT45wx40qUSZwzPZLWYSOIHgO84nrFY3x+p0bSn7ijh0sYz1cGbSoLZaePxLkRxzzLfKjmpAJ4vgXSAa8MnAI7tx3Th/44mpAEJBdaBIvK2XhZAaedciUtfL7agBvoHOnkHTe5HwLIEUAlq4gL6UhlYsGHW9tyG/5aRS1fw7VQTQjJX0SJsg8OkSppgKogXSsCaRDjnDFjOzxpwQNy78A4ushNzh1l8AOvRe55BXTAVAEgxgqZjlCQR8/L6pAVHLO6POTKl7dTdOXEQosTVYqNm+JjFDq6j2ufpT3VmrMQkuGqiSptwaTX2XKY0B8uT3UqBF1nPzw2IST2LJWNiAZOMWAn0e2q/0DQkIXpLIkjdJCkBqRuMpiuCVhREcksk+mICsmFeUY2NcBvUZpqc24ibJ3PuqyQiTaIWh4FYpwzZlwD0o/dO85iXv1WJvrlat3rHhClaNrlk6DNg1pVijGVh8QSlHVJIjlxNasBqzTwY2OOg/9ou+y61ZnYDzqeYhnzn7oaIjBZ7VYUD3YAPokmvDmADRPKyqaUGaKudCxIY3Tzg6PAoAkDtNFwj1BZRlmRPYSVlXMKyxVzJGrJgXlEsUZuqC9FIPIiBQxThJMtW6ZNjHPGjC3QjPXlxhWgwvWpj4vpZlmtJQsjgCBiRSqa6l52R8eUzAI81tdfvFQOFLp1GBjyXybIbaiL9Bgsooq6JdJWdfGIwBay3IZV3qc8icF9cAGPogtXDhu97WnNUz1gYHYlz3XHT4RGKoSHCfrkjwGlK3p2B0GqSPZJ2jD3VKXhrNBlaFM2qjLgZLJaJUYGEiGjTAaqqEN5TU5TnGBe03Nt3ZI10WqMc8aMCcRsFddYii0fQYUprUmf2r0Os9++ntMAiMH3toEBeNKY9AUrkdjemnpoZHk88OLibLKopO8vV/QkWddp37+8YGeoFg55gDF6tyMWe4srOXADHIE6wgU8IKEe7SydsQ072fWn/SrfD68tKgievllnf2OYJcYwoyRMNC1ELsEwCVs1FFTzlRxhwG1pIlXGAfFmMB3AWiENGy9M6ThsxLwxzhkzNkCa0gE6MQymLWeupi+Xt4c5kZMIVnz+KeLBETQ+DeagX694M9vlCY/boQZ6f1gjilc6PxoQsewTUUe3XlzywCN7YM7iE/J5WaDACwh1M/EGqVzNcJW7JrCRyUZCTK5Fw6flNSRANH/MnlE4O9TZGcAHDYH16XNe8gNsdPYOg6xR2EL0EUzCZPpc1lh0VELjg/FTEpIsR7KmKqEq4WaA4C1GVClzjFA2dWdx9V+wPhDjnDFjEwfw3mL1iznLaau5CyrChPZVeZUtLpc+XNfObk77cJXEIatjMgIY5Xmnp9iL2HRHLyRaNWBTam7hW+as1cllLpv5DBoUDnbhTSntKV3Q35YzvFuxlRR1t0rKi3h3Ox1b9j70UHjLiB/+CviJsLYnDk3WFENz9wGKIFk03JPsUTkEUua1fh0RRqnMMtWs1DiyBLJOoVpUiagEy9CU3kAUGnArEOOcMWMDnOB8dgKhtDbxgiLzFjWCzg8j9hMSDGriJZekPW75ZGW9Esklz3j1CshFTCZNAQtTybeBnB6D8+Qo8imk8UwsOX7RO0PltmMyP5WIt5Sny5n3AKNDXNwe6MV0bLqhQAu6XU+3/9YnvsLOsbxBJrHZ1twdg0ko2cICNE45HaxTbELKdIhZKNTFgWPEGmozJSgKL1ONqJCR2U5V2Ng5o1DjEgExzhkzNoH5nfSXQStRLi/pE5U5TIsTvhCuaKgrq1C+zxJb1OZHp5SztqKPjlxK9QbAF3xZ8KHIVg3SSo+/R0n1LDposMxVaE5/gFf9oOnuqPdDC4CJCkB/Ly/MW3zEH/lbT3lBy+zNQg5pmEogPetJiH54zMCv7PhiY/WTvYZCJncaoIhCFgMBn0xXMVamYittiBBkYiYrWVmu1lBQbYTIDjq0KDitYH1i2BCAbKZph9jMOhPgjKtwAGdHTpunM2kgJ7pP3uKTN04s+HQrScAC695Yg0KKO+U890VehohwwSeiFlXAyb5bL/pl3HK86nijCbWnPAF7gMVoXIwYYFbtwSbiljRD3PecdyCb5aGaWgMj76JbrnQckmluMSAoUCad2zoebvzIBlTmY6HNuZI9Pr7V11Kypix1p0GOAMwxrWAkjZhZapZl5YYotQhJKaata+Kgt+LAZcwQ6YB0mQGwYrLaZmjqJIYREOOcMWMDPEu7OMCM1SymR4dl6ML39ZK7SEvNPPaDXghOfauDBCQHhVSuO4GIvwM6RqGq4IoX6p4+oDVZcn0AegFnLtA/KH0OZKKGCRQy0lP+Srm+e87nPkeqBdmRsbzO7As/Ot5p8/64UKDJT4tfSOEC14OR3GnRDg3zTPddBigiyUJUIgozrSSnUF0JBWKTaDAgLAB1FM0wZwO2ZNM0VD8Ea+qCN3VbkD3TNkvEOGfMGIMLP5IOpzImLefxSbh7Z3wVHJ910k5hMQWg5zVr1jObtXArjqDPxgxDJ0J4rUjyxwhuG6WU4hlYxVx88kGESD93GxW7PnxvyUcPaoAuv9YTuYhaH6SeHCucmc0O9WzU5VmaqTgPU+YQFEVexP6lIPTYflarZrmQtv4OgxwBpgiSkVyFJoU4fC3JUyHRpkhXhUiraQQTn0NsAtlWq0sFQ1syE0GNipEGKMU4Z8xogIm57k/5KFPOYm6tXfhE7+Uqlp5SBpIDsBVj+RgYKQWb5113frHEgpq6gN80BI1WwpvgEwMVO4UEi/NKGnaJHQShOBEdXADlzesFHMIY7D78zsNjFLc9R0RnsnCg6BBQLiBDZNFmSTc4ao22sw+KzP+Xi3xGl46BQh0jXvg+Giij0N1F0EQgecOxt4pTNKPFR7AglezCsrptVICUUj+IqLSobFs7JAa6KAY0Fm1CUm4UxzhnzCjQFOY1v3aRrCR6XsQcL4EzTXCiywCpA62TQ+F7wWClY2zgFt4PMnDP1iJMEoqEDaCcnC5nuhvkXz1ylavRg+4QFGinSsRSQdvEVOWoWy3Drev7JRaufXfopT2Jm/2FgFh9t5oVkTMhnHS8ka8uqLO9PqiUHzt9TU8oLbwH2DIb100n1eJOolBFEkYTYwPGgSDecYZCIw6CEYU20Hh1JRApaVMoztp064zQKTDphpywVLk7C8Y4Z8xoQVeqPw4qkUN3cnkiLsDMRpbvPsulnadxMhkmt4mKTFWfBNOeDSBOWdsavlF9S3qtj+8O9ps4zBDJJKyYDMebbcFOg5vgrA+ELjBK7i3P0Sxi63mtD8iorcoU2K3OhgzIlT9oTCPs+pPLPKmcDcZBP+wwn/dpuZ3+Y/wEsHH8kQCbRu8kgiaM4qdFBFAStUxgQE4A7aSrhRSKuIGBw5hWDlm7U3WJnhlqKVSlGoHm2koZ45wxo0LTuesPc7pqo8lMWUR3enwiDwicdQY3iiZmCrIPWYPgWZS9/vxC2QXMZnWgCR1ENElgY8IjZOJS2p6Kgwm0wRaUWRmXXbG6gBlbcfGSF1MDrl1XExaeE9R1do3jCB1WtjwlpEZ15Q79W+cwFQJBWelVNdhbwXcNkcSHP0cMdxbBGPUooLkjNKHgltmVVxxFaOjGWdtQ7MuWlVsrTaBqlRFRaSb12gR3Zv8jwzoixjljRmLBOxjk6xD2ckgEmqzkLEb9EpzDC0v4JwXYANv+kALpC4tUzf6zfB60UdgReYslKu+10oU9/T8WILMsz4IWVLVuwA3Qq1yGor6ZA0ANQ4R+AnAv81wtq4MlxpaMmxDvYcO+WgPAKJ7ar+1lOUkCtOXh3fkY6OBUbyVZUZ87CW73nr2TCJooCNIrBKJ0k2qjglSHB4kNA1OsqKGmQnEF1Ja4GKYWiMVsowlQE0xXPFci2oBGjBrjnDEjYH67PPByzjMTLIG5C1kumzRI20Fc8KpfaXWuo7o8Mj3ZW5rgyCPHXDhywj/34+95rsCHAsPagklFaZ7VLTlGdwj3Dch1eEJ8wrtMAlHDFC5RcG0SRX/Du+SzXtC0WuOVLbpJWaTejIk3R9s+b/RoiVOtRn6PfaW46X6tCDFYz5eFazdWo7sFcUXrW0kxiIzMFa1BjjKOqA/rSGkrVAXtNwI2lTcbKNeVmuZMxbLNDEFpR9EnpRMxzhkzjJzDxVkR62Hmcqo201SHs+j+rRbxovLuYLnkKy8NnVJdwDuk/3dJPiHoN4IV2chaLcV55QpxEHR+/RA2MiMWuo8CHiapKuqLLIKu6QChn8AZ+VfvFoa3GkwW9lExX9HU+V4R5UVlZjtd7RcOHmBfzvJZbXYRQ/AV4wT3YiYY+SRI6BxRulMwS7SMIQSJcCNKCbTcEpJNlKiaNtS4QSHIzCB5IVE8xg2DTYRpi5KseTHOGTMAzuR+dUmnRNxi5wT01Z+dtPQHCZMZuZjDl7w7N5iiQprnWDmrkGY+4BRPh/AkR+Y0WJ/6wmYeVjSxgHIOu0O9RQ6EWpgPQDrPngi05p1ziVBvAFnnyDw9cXeCyWy/oJfmypE6oUR1ZENtQR8VIJzKtK+YxA8BIqp4HbkyUJzbNEPA3nOF1IX+jiHYwlv5V375kby8ZBGpC9vQkJuQAbEVRekLdw2R/llEkuxMKsSmREBkMJLjxw60QZ8wSJWTseUnxjljBuagpzHvmD3DZPWUFAcxUqogjmeRccgX4pJiwktJqA9+OyCRkD32Dg8uVbDvjrmQ7flg0RYHXdgu+VQ9dac9e1zoL3rTZAGgR12hEwhtC3ER7wIm77hv0gIHurIbAh/ZQoVQbLhvmlHmxwgJJnKA5duSm019ZU8WMi1btMeeQHRI/d1BsteQtZI9iIyNmgpGNBc2RhAjxHI1iUufGhmZUFwNHIjasVCkxv0emkWfkqqJGOeMGSQNTkasaemhBTWJyibuVQOP8UUgfBhAHETbOxic7djrsY60BMY66J/rjAWrU2Hd51v5xeCDVgBUKHeTvWlA+qMi29sEvNd1f7nWccBQTYEVHZRuoxls1FURKg8AMuZ5IF+6TMAbBAVSkjk3tYlSVzZsG/3JjuncG1LYQlmW8ZHmjqFyjeOkjogdFZKb8tgA54J2Ko82QthtRA6KTGbcFkYjzJy2s7rICqFzn8qnbBTHOGd88gjnKaah5yddMnpVQ0/LeG5SiBTBd7Y16LrysnJanedpV5QBFcDJq4wQiGuv7RjJ1nqBxxERRS+3QctkGkyb+HkwPdbm7eOqaDzoiwz6i3P4ozaTvwjeVMJ1I13baA8PqHvxkyFZpTDo5mQ2tGbTHCo25VkSEd0JkCMIkEVwVqGghpaqUxV2TraMF4B+FKx0pGIRDTCym7ShPpsbxjRtMgtYR4xzxicOTudTekUx+y49a+WQTdAftDxWFimBr34boOEHoL+QA0gdaZNOmAtUK10R7TpJKKPyJlv2Z5jRgjXyfjintqLvDkHtkVB/xnWuuEpeIOP8gsmg4uT73LbjH5RHdTy+x73Jipl34rtHAjxHHP5kFEWfMehBLXcBoIlKNoiQoBR+W2wiu6SrInLBg0NthUsHmXITUZZgjiysdvtBZWGh/pUa2oBP07vQepOeZ4xzxicOLkd57Kock+OClbwwnJLSdHz2/dA9m0brEepqQBbp+yU9w3K6uAA1QhkNggsah6lwj9of9WmI68iP6F+ipeKekltB9JFIQLlAp8/Qbl5uo58DSXFv72AXjCrIjpLnltyX/rkoPyekxmyUsVj77jGgSIJoiCTEkgZEKuLJ1Ma5koQTNCvMJrnABoioy8aS1ALKjKKt3hinqyZJT4mmTSLGOeNTBmaivKCgLE1CTPY45EYgkw/f63s/8ZkFrp2qffeyGtEeDcDvgYjk4PwtgRr18IMTr5T7rrnOpO+Ojk2maHh6Qb4VaHjtsxsVGmwODm7a2Jk12OXlcgW7eL4CbaJXfurMsFjpb2KlvaQuy1QGHKNAF5AJKfgRA0Z2Gv3mIEeIPQS5WpLKtiHGRDFyZnG2qiFJyEQkneswuVUrCA6SgyxLbqDlUyYZopfmUqI25wzKtpkJcAbBqcipR/8vn14q+qNap2Pj0fYCLQfu2QRIMEJMZc1/taGVX+8n51X061NTsGuGZIOop1qPytGCiMQESJgjyjzo+CjnZRkDuuT16AhuOusOk+iXq0RNDSZ6ga513XJJ/ov8pq9T/b5yLO8f5AgiOKOBPDzRSiEchMbvg5SsA4h1WssIWaIhUgolAVTui5wITVtC2AWYIG8W+6ZAUzDGOePTBaYoFnmiwAQSnPqbC8OYoJN00QLFeZsDCSTSrpiuEJKrWEMW0B2KBSY3pF7yMCp43sEzlM0E3IIe7ByaaYwokGzMawuhVdXs02QNqj53Qho4bWW4dYFWrlAlfuDDyAB7RVHZEN4LG7a/EUgklUJSBLk0SaEln8yP7GLl7RDSZWEUVNpKbB2cnkYaFR4dhAaRKvooEuOc8elC5MQVLwkqgBnLx82HRUVMzmv8v1oymQkach9vsEBqY/3LQ5AkGlXfPUcHOP/XsPYtwtNgL4/wWS6PwYKh3AXsxBKsX2gRnbssF7wMwFfSEWwtVPUmFWzU0YpBogB9jFfFj/LTqaS6Zil5RyCuSJAwzFWUzCOKRyE2RpCbPbxi4iAwR3IqWKQ6hKVBMRZjsqTIK4wKfXLjRKoAlQykgPIhzQT4qUPclzMwjnCdLclX0IiVKjJRqGASfT3fKd4jEK/JAxfM2jhfDPCyQG5VBg2hGI++Re4USH9psELqKtsh2AKaUC+zeyLBFiV1GhTY5msBrDQ2w10UcYO8DJwY5wcDVu6FpPtDJtn4NwA5Ihw6RkwpGK0MJKtIZ28uQkNILTu1q1hLsh8oHVpKCxRtNapiBmystwIbO5lFEeOc8WmCThdfh0EfjFNPOt4DK4kyZ26IOXmLMIXm6uZLPlFeiR4LWZ0R4YMTppBPygN4zlV/LeNMAJzSskTpcsJkU3tdoU6JjhJwBv20wwZl2SzfmN2Rfe4jbvBRoVrRUAZ4VTXfFtV1PyEHvzbxMBlAh1UPXMDKegXkzU70vEOQM4I6FIdEQeQFBrJUQsNpDaiUWdAiZVvGhlQmMTkNn8qbSDs0bVkfAtGIDVRJfCYsYpwzPk1gVq91RpbXoJmc9EAVrzvh+8SRPLOJIQdqCxr6A0ecXMbFv6zjvF53solaCnXzJUk8JxKqgoaxaDjMH5vHqZwBzxnuPzpWc6DZHFVyEJ+DinHRXo2IGVUtgt6C2eyckcxdp33JW/z4ck+WHHQ19myo1Carr09A/G1BjiBtBO8YzQpyg1OchrkKtHTlnIpMx3E/bE1RTpUWikZoxJKghStxc9koq2M10RcG02+QMMNMgJ8yOBXNApzPogwThqejZYCHA4sjuNeNHnDaAHblchVsFvmsK+IqpyZWgiynDa9L2WSAIXEM+IrPawixQjVEtxvwcTK+ESSzSH5jQm3AhxNGbrIXxsJKILsbbStF1l6LNHZI7kKqqiNIYmXsdHE7eU3mXQAJpgGJzdQk/iCDBJME61gRQguqbOIgJDVZKHorFagpvMhEEdkgk4Upnd2CioFykHDBGOeMTxCYY36a88ki2CQv8+NGt5RRyBksEjyALzS85beAJzIslYnO+b/9JEYBuUEX25Ai8Feuy4sOTGDIV7CfOC+zhXHNlbKP/mJk3ECabO9wtYgbntlHdVJeGiJ0NsY36I53RpcvCeGo2EGWdrYYTl5e0UhrsOM2/c0BigBrJFGZQIpAhBSRuUqwFYOUlacM5wUGmVWdKJp0Fksz2mLDYOUgkSj6RgxFjHPGpwdOMF2PsgIRaApiOUwhycdHopqJ2PPW2MEtXQ3KOYsowIpQwRYWGgAFz0AIYJa+Xx7ynG60QYWlMcgvFvr+uDsf0OF2rPYWC17+Qv6RQlvyL6Kow2vnBlzWd7yCW90RMLDCgHlPsUsLqI9n0SNlww5/vEHYhVKPlIZBjbXaXxTX9WjhbwhyRmBIYSAP+mCVaEQoISs3REBa5ufaM7w3QGmmgmOVE95kkb21ZLOQhjQ3APXJ2wVVLr2Lcc745IDpdXK5xvxb7HUxnUV/MRExN6VUSnMe/ISF6XDpWdH78TEiCgIRGaXM56lTv4H+nIVWx2nR8XF9Rta2AT18GjG6xGtr8sKaDfYa4gxNmO2iYjl2fXfBw586zLfhsPLuPLeEEmQs7AelaN2v8JuRJbJKmOdvQQOyu/bOWrcIF6hKRApSOEJGvRfmtwMoIljJXEJOsaRPSOmZAcwkuzC2WLIKpGGlxTGkpnBSFFBkmdtMygxx0SFyK+5ZkmwF9FSaQEs+A8rFON8fHr7+ll+niO4KHu1/eZe68x4gurNDotPAFpkR026Bia9Hqxx4YYocTuwtBGi15rIF818kIG3nv73Ti+5lKZkMdQ361RmIT1wTpxkESNcUNpuFlxuHAsOZjGiESz4UQddMcxc1/aQIj7UqtA+1j2J3tDi0r8efFeZbKeiqH9YSNWmL3bU+vW4s7wHJSwNGoYofMU5IiG2TyQDF5EyGrC5MrG1EpbCRHRPFtGRlmohkqFy5YMLTJzRAmLWIcU6i//ZJSDfEi/0W90IrdPv7f8S/NaJb4ejpw5AS/bMv0c7Te+Nf793xZNTNjxw8u4vN6QknJfnGU1L/Ef9bMCPJL1rqBfr+ede3pzUqTIvVY+FUDkNTgsQt4PXOzRqWz2HZCeSlDc660gU85SV5di+zDfY5CbBSdgEVGLKpSSSF+GylZk72+G5iINrUSONgoQ1bcA/peRB+0E2TXQ4vZvO5y++CDwiKAGuEp0apCNwYFrRNqhMakaWSiDZKbvpswEgVhVLF3HA7C78xRb2ySrJV05Zx4wReRYDd0/1bEuA9M19gSIDf7u/jv3qA6KrLIq4AuOpBiAF0NDDK2B1ffVoECNC3w8zjQ5t5xpGzUnrOdi93h5OPD2fBD4ze5jtGt+yOMV0LV7Kki4MTXl7Df2C87qUeOiUMrDdvGRlg3Efiqh9B0NVLXYrNcQc49qxmqj4pYcTBkbYu8zk2Hm2PCmVA8hvcOjiuCi0q2781DXNnIe14yVkUqbbG3wKgCIMMJK5p+KskrGn1xfWyJ9YGI+oLVTCWTMOesMgtoYgaVSwov+hkIBSJwoS6IsY5gYfgqF9CviGGHuDj0Ard7/d/j/8pom9v96/tQYBDDxDeZMHYN9wVX3z7ZfxyfwLAjud7z3mQHZNOsyxEMFnvR4aOJl5JTiwTMfe1Si6grFMAZAVurN4CvXkoTyzDuFTEDo26cTtc5n0V/flxPoWh1os2+PhT4bh9zyYAPUhpAWfThBfuHUQIZkB6r+DAPOdR621FgntBe2KDAYuknx7xKRLBuBBHFb1XkCNAGwNCESiYEkMlRaW0IjhRIZugsMybMg1dIJqKchSYn0kijWu5EVU75ZjBHmSMcwOdSOyWHqAAX+/LEBvQ9cM/lFGePrshfhnTHBhRmkeoc79+rWZshShP3NItD88o6sEHUMR1vdy23lfhIT1KdAjy18BzorHcJuiRHD4wZRMqH14VitTfIfZLnXpzxMloscsSf3Rx4w41XqGM9mO0yB+2qCU/n/1vRhJ9UlCNZEvUGXc4G03xGFRAu0WZ3P0smJa1hLP77qBcpWgy/O1AzggUPhm4fYS4xGRUlRXQRag2zYcRIYaLUIguQ2xKKuBkuIhMRMGB2wixadnIBrYRIP0s4HUkbwM4eU/jn/eQh+heH1GEuyYP8D/2/4iv+rNYeSIG1/pQnuy612peRZ7tf3lEOn6qDOqBL8v34hFS/v6hRTBhWSIjgwTeN62zvX9kaagaI1ZhVm2M0aRM+if+Gci+fujwROz1vFFM7+WS933koTMdpRpPuUaB2b4crktFIW0JWZNUrL3G/xMp2XTRv3xejfP9bpF8E5yY/rItPeahqbjny8+TrGqOjBcexMlCv9bYS87VBhyoq/30DuHDetFKEYbcpZKluEI0lS0CIa7Fjug1+a/Jfv8ARZBXEEQZkimRXxiPvSxF5ENlVB5KVPukIMSybLJCVjLMnMWtFM610hE2acpYOvNyWKWdFCVs9QD/sP8iCOS2gJNnD3CZh+jIH8fVA0T0IEjloZqKQ4dkIvPv/v59yDAKgJB4DJFIblWpJCZYPtm7n91GHSCyLquiUVb15GhghJSbbY2/CJOD3+8/YvyVqvsoIGZZrPvlwelCPk3uzH61Od3IRCHu7Z1jtVcvUgHAAHxnZaTIYopACRY2T4eOwDdv6JoWInSEXgJ8o7l/hXl4gHT2uFrXwba01SXKpWlzo8hPOPUtu7xu2r4pcvVrgQp9sTMKn/NF76zUFpVd2/5YyZ8d6SNI2Yy7FnUtOj5LGvyNAIoIXjGcEJVgy7ghFG0G5gR18ZENthYryxWYngxUFHZNo9YUhK/YZFGMpCJDiabuihjnBl50ZJJbHgMU4KuJpRZBWQA4Jk7/wlljBELSEULEvxTnjoXyNAoptBIgsooHyGLECTgrH4UEdnyaxKf2z/b6QetZ1VExgpt6xpEqe2gcJvAEn9HyP97IH74r4M4lA/A+BMehJCI5ADTtuUhP+YSJgkvKUERVRVHfqrYVnN6mwKZiIDu3K/gquBC3wLyHrRf82VV8mlvpdG6ZB/UAXgKEbJJnWMP7lUTnjIOnTh6kzv5CJUU9GZIxITlbLYHphgDTgDtdh2n7fl2urfwNAIoAa6TbpA2D1SOYqAqtFV+rfDaR9MWiaVHKNUVUteunoNzgMxNdaxsxQbuiYaRUcLHqi3FOoXhJtwN8PbEUSIfX2HFRjXXrtAeI+AnbK7R2n5zDlSlcQLIWkkzRS8PimFHBj6ZMAs7a/jHdSVYKDjXlldbXqspthBHYTZUhe8PYJkuS4rHybn2O+e6AdISpvzzmzFrsremQ6KyHsDnRNKPlPQUartvr4fuRBEgAoY0aCuuNSG0rCh81GL1k7npM1DEA+EnEJwoMaw2QUhkC/UReYtjzSfiy1A6AXZwA1qXPyHh5vPKBUmTxW6Py2j+VsZoHX4eO7QFIkOIoOSooZRnzR0o3CVr1/iHmSCQBgT3MKYyDTCKdaJa+lbYQGl+QFo7EbiXVwArpcqO46YgBhfOkyJV35hKtXABljHMKYJw3OgYYHqCpzsIRtXEWmBFYhUzH+HUcwmtROEz9iLWuuaoAXlu9ohBN4EspzVre4Kh1VBVJGKED2NIoKx11Vd7hg/0vnzIPFtc6M3ceugpXfpDeD7nggSu9BliZG2y16Xo0q1Q6QJ6ZJADpN8ztEU2iZdV3geb9TgkRn8CTrTrrEx1kv+XsCb2eRg1yO1mR3y3H2EiBqIVj1xhWe5drmDC3b2/9zV1xWb800VRkMPKFQ+wQ40SxcGxvdcSS7w0iic2Q9FGYyAwEDExKojKmP0S7IrXU8FqQZGqqpWXn0oULyVmASihpHTPZUpg23iUCEOOcwht6gHCdvsQ3Ig/aCUfbPcCv5JUFIYJ9QTiECVD9QMz18lcjmvwyWascYEQ9D2ndHDIURIDJ6Y0RoFPLI2My7hG48B44cIVV8h9k+SED+2bRH2o+cSJrcZs0gSmWBJAYzkugoUhySRqQAEgUSnKuJk7K9SVj8KDcu6bAvZPh6RqMthIgcIxtDpmesMbQ4KQ/Bc8hZwGaW/g4APq8WEPNQVKWIYtxqb/KZ/ezhdxVcVAUCCHvEWYU+2r4O4HSFtCkGuBhy+bO4vcKkcQI5Jjq4RWy0iYZi4lBEoqSYIYKUHLAJ2WmAqmSKEl1NBaAqy3dcKYtay9HZWrHYpxTeAvHADHNuv8IRiGeU8sLADePAZJedCHLl6Cedbm0GfyITPUDMdlx5AHyGCAP1RHwWeGz0YF7ymWs26m4YBUiXCKMPElU6ciYvwD38KHpEcjwJg9dv5OQY2Jw8vKc5jLmFXWjOQZNSInKf47TgNNX3KJUc0H0iFFavGv+u6znfgvg0Ir5Yrtin5Mj0fc6vDWziOceASta9Lyb+XK95IXdcbYaCoRYRdPIPyxEZcB8zGLZGdkK49hnue+M4u2l1n22/J5BjrCjVfnFgRzSspWkklv0kUyWQmCWsrWpVGQoKbvCXmqo5LRVMZliwcAgCit/PAKEd30MEHOsnAw26KQdb/EAATp+8BuxDYAfkZkeII3/MCRA+ml5qTVEWSKOUxej1lFF2jZGgAhwZLy39xcuf9Gxe/tPkHXTQ1J3DZhFnFvhuOkGWqqAS+pWA7Za5eSryDmYGcVCZzbLjK/8d8WkfQ/+30QLcsxEJgISq2V4bf2a7yKRuMfbRQgeCcyuxq3A0NIIhaVDONF+WOwdXmKzWB1HHTBmKxTz2srcv+WHhrFNdDswBQHiqTtflOptyO8V5IigCsLcIiT5JZPUPAtcbJZyjVlACSsVNtamxCBd1BSajgRoGKvqYgkp5SoN+xnjnMJbOAaI6AxU1xBW979HxwBFfIizKVDROb1GlgFHgaAyM9hLXNWAJ0e8jsvTJGwa4Jdn1DqqCMaD0R/TCHClQ2OZ7+//pN42BT9Q0MvgHOaznz35kOhiAmP+pzMoNNPRwAJ5MAFZU4heOp9fjOnut3JargBYhKcVDkR+5jIRFaJTrjRNd/35y+7i5YG8Q/3qUbngiwJU4kw67UVlmbt63cwinmSKS2IeYpCvbTYr+68IKpebxgGHFIk01VMpBv+A9wRyRJLKKBimk/DE2mwEZYQDGVDCPIVPcBGjYgFEWiqZVGZLM2c3vBlVJbIvlodSG96hB9jBaeK/ESymA23dC2qHxwDRBCnnGaJoqsfi9yFzsQTlVSleAidL0gNEffDTHuWyVwcBvyRvPYB5eHBs067esPWowmBWpnx7ydDYZ4DFvchOqvxQ4YmpmUV/QyK8nsJSLV217kig7w61WvTNYFjVwXNKI07MvlsdNjUQo+SdgNwyfbruuIxSY4+TICSs7oJPZ9CboZDEr6uu+DNRigzJi0hQgiAJUSTr82LJftyXbqjynpIEBaa0V9kL717qw0ZPKgN6XWhYdvl7QyGpiqIgyZhGimrDWCDRBN+URIglcFPWqEpLVcQiVR0bo+hGrY8e1X5UAyKlqolxTuFNjwH+3mdY7WkR5KzhMcDmACGIRg4XwDMPCS+Bdf4BMb2wsKoESMcvEctUns6A50Zp0DrKliWwjM4truwB8jIaI2pPbxNE/SbO8B1ATDpuTW++vau6dfU5pxOrX574ZJQ5lwN2Q0ldSjN4jsvldbfAvWcEO5HHggDPj/OAHfQHB32nLwN8uL3+JflOQNaJ2U+D1wBREUPIcbPIwk/VViNlN/hwQPhudX9UiZYwjxLkWJeg/xg6bfkkG522ft8gR5BSwBh2w9qQNAIxNBHJnHxmITFIVGkSUYtFJiRZ43pS2UoFTLvDkc3OWBqE9+AB7h0lnam2uAntL6YW+lwGnLywA0XpfLDRk7VaDzDO1fIekYDOnRD1mX5PCmENWo8qAk8qwQfTDbtK+3Ap/2IivAvAdLzFPEARhzKzuJXro0SRIPKAwuDN5WhSMZ8LYMAdrOwBx8SJw+as72+yYLsKhQGTAAHnGKfxnBjiEKZhooWvh+V8ZDmQ3ighigdIuAn/tBiX3jELLq9r9Ww/VrzcIhkFyv9Walfn9+XxIaq8Ltv/wvcHEohAsqgIaipqRFRVoyJRaHw7frgN681AS8RuwCpDGaEpSoqRkJpGNkx1pCbBRmKcU3jTY4B/jGvs9o7vkVeePtPzrx78cf8J/okP/0MRk/tfPgMxwcl7xHO/T3XfmcWHT3hOGJnqB2K5bwdgq/0n7Ze3f0HXzSWN+9VDbFtHFc2hvKNqlK7e8T16jNFV4NtwGB8Mz478hsDUucUlESjhQBYrSUxZ7UYRgjIp120gyHGVJsgtFw8SSRDIOM/13/RzA39DmE0AstpznuEgw1llNCk+BR/7hE85iMGJihyXoJz46WD1kU9lrSp2A8mr7hHVaxERm3IC8pEOPSpz+K/o17qI04n3BvKEqCVicIaTClTXd/s6rk6fTFKqnEmwKBX5KREtVagpnJ5n0QC1I4L60NbA/MZAUqpKUWbGOGd8KNBTTG44DThtHMhWC96oUZOYtPVNwP1SB6H0qMACk0Dz6t72MalAnvkEQCopVOUdA+kPQazf9rL0XSLZTyeDxTliPJ/RMMl5B9BJw0hXTq5PEZ/4xMnGsxH6PZ56sYz6D8oRAuTDO3R9RKezUS7lFwWzWSaw19/77wrZw8QSIGlsIMgktnVDiIrCYuyitVoHoaHUpm0pbWuJEJlFTqgyChQXsUqMsuIY54wPBZhvt+O/mFL2IRBFWldgYML7FEfUHFGAh8uSIYHx4nbQH9rJGxoZ/YbYuCdk5bTHjb7zsB/R+GhdxxGDBC/OjzE+GZWjfhqgFdAgm/Vp0PjZUB4ANjRyn3Z6xJVT/cFpdeNVh1/HJyz5bAnbuUXuUQAEyJMxpdx7ATkCfKHgmNxBSVuwUagI8ZXSBs0cJUbJMaqvVwQ366N55tLQDawzyiznZHZjWDsYqhjnjA8GN78pQNM0noLfTizhgspDPZG0OX/ZoueDCuQxeR6O+S/qjLmPKQo+YAErJ7A4GTHSu0DpFdH6swXkuyGh1JcrHbH3uvBFLqA5UExE3oMYEdUeKFNyASnajc5W3YLuu1a/kB78E11HVay47zLJOIbCfvARFkq8J5gszHCin2QYwaKpxN4aNfbS9FF+tUgkN22GyAaytgGqUZNln7BmpZPYtB6IzrdjiHHO+GjBCcOL3zAxseEdXZftHFpibi8441ax0toAj4TxCDxY4Cc9PnQwBZFY6YhplianiDgg1xMlDQbU9K6gLrgdbqeGpi6e8VXu6QLWxwIeu2zfHYkl+T43/gJIibocCCt5kwgVHHObF5Hi04NCiIDZMNDn7cQJNWbu0yd+mfAvWGd17wmgCJBFG4hBokHNbsRqFpxWFZtIX092lVER0tkkgtqkt9b0ixhRmDEyF1MY6KNiKmKcMz5eiLw4a/TB9Bz4Qzy1USf3BPqLdtFNeuPK0eA1xSvoYtpjQ9+OJCn2WcChmqh2qq1+PTjv/MZgF8/Led1gpAFoAWJZ1fe8c2wpnkdRd7XnFTP8BYiBqkIvdodKHstzEFgJdy0rOcAKVkqiNmVn0etjigb+K9l3aZ1ARajCzPieAIoItjGCR1IHUsr1ZXpX1dwalSANORBUsRi1mWPiG0GqVi9j1RvNCWmWceZKHCaKKscQ45zxsQKTL6agpg1vKZB+XSYpHcDRgrWdYYt+KQ9FOCkUQQfqALN/ufQjkY0DMKL5r1MDcZHcEIMzLED0cKR9M3RHZytezhfJCbC39PiqTWE9IK9pjEN5K5+ZQBnGGFlZC/M0kkWmUIGU2gC591EKWXlYEFBVqlP/mgMRIdP+DaGBU0b80xypyHuCuGIUgJAr2VVJFsUQKAJRuDAwyETKmYVVtWHdmSwtRZTEqQ10YdR0qGigg8w+ZwnGMc4ZHykwV2IC5tzx5MkZCmjFmqcaN6ES4SK2XhpPZEZlvl0BE3eh5zijOgAaaMPiarAQEcm3gW55eLm3ri7dJpjHXp4Wm+6isc63k/jEBvpIMwbVSY20MEC/ITLFg58SF+WNKjkyXwbYLHxR37o/OI1LW2L/Q8KPjHfE+kgRHXbU68OmtirP5noPIFWM0PpeySMZnOMtEIrMbVDTiKoXKBTugpJyabBwZ9qHXgUzD1vG3CKfIjmy5DpOeSbAjxycejkDlZzgOXpCRJ1U7fRyUUxXbE+ajJ7nSZG+RDbdo3q4T+dMzq9yvkZwD7cy8G0gEgZ5XNELZml5/zxpqXs5GF8kuEJW16CxThwIVWi5iwB3n42WBME9RwP3pDbgQrovGXuYN7opbSW3e5fNfyRL+oRw3/4j3i1EEmSPXLIiiKDGrpwQRGTOYX5RSLS75iAkV1WUfAdrXF+kaxxQsugoyLpikBdwhehTjHPGRwmwCs9/cIo5ucky6bAdbeEKFNSRssOh/0eVJigv3zjkw0vg82hd6OuHLzr4Qj5KttHkBtTFmPZvB313qAvtriDAJf09nedFzObR78gi+otYsPoSPTlg+KGITtoP1HCP8YEHTCvuC5njU38QyIAsQbkZZDbGQ4vuAs9OKT+sgm8pxcfbFbblwOU7BrjCbtgADZMUIjS7WVVBuWHKklVVhFONgiBjjnRp5FiB6aqTLxiwhTPZBcKuYEuQMc4ZHyMwkfgUkd4H/BBv0IHv8sdEw2pxkisw4TQdMX833A7pJbCoZzyWdCA/TNCYvGaGq8Euxpx/awheu4IAe1/685x2sIbf2twLByQdnjVcw52UIzIHnnQrkCN9SOl1GxziwaB10RFGqMN85UinLoRxSlXRCoWpDaz7syU5lZUxkzoZsJXtA3urCJoQbzQhPTIEYkA7SjTZYYM4k6Ip8ps/NnAxappgsGRlrShc4IKNziwXcuZC4rYWDJsY54yPEaQVMSDnDqeQ5lBFen/K1nYMvtPCU01r4BaXQQx8dYfL8ol4Z6dr3f8q5tmF/QTeT/t2YaeKhFVSYziPw4IdvdbhA8HKRYHy6TDIqJBG0Vsko+ZlHakHPhw5FrpQy7KeCHHXBNXLS2PQm6YT8LrjjhJuQ3Jver7VRYp3C1NFsAkQBBIKpMwjGai3HJDUalxBarjhpzqJ3haiattGiixo0+p5KlRGxgZwz4SMAYoyqsoY54yPD+Q9kh8oEEyEeWMiDECrG/1jSu91WMppnTcAs5JDFBXwgkIET/XCLys9ZxUKXV0H5CV27xskpj6e6MzdYO0A7KPAK73zpEUB9ktkr5KzsP9IYxwsqV3jO/VTDRb4NcDeg0N3osMMymtwqgONp3T4yomQZoeCR1XxWm5gKC3FfpdoQU/rWZWHeb9bFCoaEY5VKU0hzIuD52Tyl5DxSGgbYutMh2KM5MlBXpJhVuQkhZEdEzHOGR8f5E2QARkxra2wWJ9STfa7CEeom3oJG6eaPnuXIyeq3Euiqc5ZyssL+6VZb93pkcZBEoOC7wsaFsb3PPaBoFdBJXJEPby/Rg0FcNCdF18tzgczQ2zHgh6eFrL0A4POxIvcF85s4Hcnq8HoS/3VoMi30ytCquoprTES1pf/nn7vrO9Oz9jJ1vQdARTRckYBCMXkI3IpISgHEbZBRdAETxW6srFiRaEI1RCtUlbTQZHb46dGtVkrbFQajnHO+NiA+bH2+lfTEjPIjytRluce6GF9ek7XT7NxNGUBT0cyyBrT96JlCbo5PPrlSZ9uCuzV2GlcPOKwgct6FeKVaCj7xvBrO0BO59wHrkfdqzD156mNFd99xDFgtxzxl6H8IMS1gDzylhWB6DW2uECSHBieHa9rmRh1NMK8PAwYdQE6CaxsxLArOT7K4Ec18h9EPTqz2usPeQdPqeDdwSxBBhNrKKRTB0AorDagN0MCN+KbNjRItqQYcZi51bRnchqDjKgrypQgm6YKSrSJcc742IDpsTD/mUXAf55j1ZXTlD3WSu+gHppqIEOUWongTj3ZiUs9AEXLRk11Xh/dzHy9S00ya9hcWE8QxCSmpjhJMf8YRgBzkRnWYByxyvr0gukwRLNNbzpTeu+fAOSeYWAvL879RpCm7uICrvvl3omqwA7jGLBjwjUjB4JDoYQLyK20iRPsO+9+VJX7mvtTXXMOilio1MYYfeyf06EOXZ6Loplipd4asulA0IQ3DdOQBDNj43BcSNjoMwLzWSA/AmIFxwmKStrOmVluMgioBo2ostpjZ1ZDp2cC/EiB7zFmlKcX0z7H2LBfQhd/bGgFzwUeG7R3U62wDNMU59zXpGeWmmRLHRlFjiFUxY9qAN2QH6bB/rYdc/1DjDSiLoIXOYv56NANaqno47q/8ATZJVi/7HSorkUtD4lmMOCDqeBTMyfGwisjkRSNjYfXk/TkJLJEOItqlnWrFtXjnnDkrgEZl+DME/GxQxlyh86G+Bbh364Cs8SIPBxCtYFgxoKwdlRC+XArTpQMeIkqBktIiiQjiyrRFAOQUby8iKmKEi4mlHSMc8ZHBpAFQ3KGbtU44GSrkC9EfgCkGMFvM8Oc9CtxaZvCmZ+Ahw80qvr0MCoX4YDiqCX/SMfNAMzdAcMOEwNFJKoOjWOteX5x3vWLQ57aZQ9EhGEwRIzbu6BbLmF3cT5lmgPn3hA0uu7g9AA7UTKVK+5xmPIDGqRKgBQ+JPqhneg89Yp9q7u/dFQVnchQOvQPkrPy7DQvXrL47gCKCO+rME2BiAuZo1Dy7M+5nEkuSam1o+SCIQWcSndPiEoIqDYDQANKqbNWCE5FUIVRWYxzxkcFznvMFk5IpzEfT+NA3QjL7qI8xnmI0C7rlRuq4XJ9CpJ5yceABsAAfN6xjuOTbsh+0GEzdUL0dkgmp1RDbGKrxhkv4NuR+PhqtyDAsBgiCBAWxjnC5L6oxTv+bvDhL0qUpb5wJjO3aE2i7HpY8EQKI5hE83n4kCgle76Gzj85rtaV6uM9z7Sy3iVEGIbJAzQSQugqSCg+PpifQJInVCUo2dgIyVGuhYr4ZGROTdUYkRu2AdVZKmQnSy6FGOeMjwqeX2Xag/uwjkpHzjjjQpRz9by9AaxBTLO+P6wrQjIG2A9MwevmQCxkOs5/JJYXYEUqgxGCFuLheG8DHFKILaTTBl1jhNQFOS+oTx2dLAgP0QL8RpphBO3twA3KUUA2gJF51CzDm3SRkk+8iFcFQH3aLIPh4tVafeec3piZ6vr0aGZkglYcQSQbBux9Sw5GRROK7w5BFMUJM0xo0olbmO0gVeTb1bJVyUyUZLLWKB+KrEU2NSHUFt26OtjYlGzLGW+KMc4ZHxEwKTjjcy6t9ZJaTNPRXOH0JYY3QCTSeuA3oiYUIAVevDy/8LvTSDG8/RekCA1LJUFkKExwW7QdhzwKATi5hS4W6Iioj1tHzghQqeFHGhoXHbzrpIGO4REuQSt84PfWwwrSnZ7trfDTwtcPl87gx6aKqgEpveg3ypYHBRLWcUMredZUENlfsKeS+gePRva2YZYIspAzVQLpJjIK0jkrVpmKiIGVsKw+UDA2wiBDfhgRMJaGFVhTyiptU4fISM/PylakAeMY54yPCJgTCp4aB3n2djhVVpz/gPy2iUmU1nE0PtCfhvGKj0t+LuZ7eUF3EG4Jt+skB258i+yggtsCjTpMIDIuz4v71nc8ntfHJTDHOhYYWYLID2MvyunDAw3SBSz1cFTaFaBODjMG6utjvKgV81rgNgEdtPoHKXd4IE+ZzKMInOppCQYq1GFBpUXZCNf1/M0QNIFNRA1SoyAXTKiElrkWBmylDGcxGhJhRVgMjfNTAhERgYqkjy5FjrgwrSyyxRjnjI8K9cIyuwlCmUeErg6RBN+NN++OkMbFSeL1G6zvnHPbF8Cs6FyBAtEUFtiiFLGAAv7EBfHZaOAGGJRlYvwhTtiDkMkU6FRsGQ8HuOouiv/KdLh/VyH3R92J9Dh9MBAtcJSUT8JxLnuNVLzXXmetDqHXqkhmxbs08K/DVtn8cHeDw+N4BB8xEf9R+fUcnFLvCmSLwkxBH2YPJuTJFYikagjviyZeFJesikj744TLFTdPQjQDRUhEFSs7l5AIMZWlboGqGOeMjwaaX6v+ECQlz6OsrzwpNZNIDYtD0AAnzzHPaFDbIhT1DKVcvAOsfi+6g1Nf8CbEZXDwDMGFSQTMJP9liuk3ArrDHpVuphCxG2mf7WwP0IcC+z5udzFWZ8vuJUZwCAOsVLG3duGQsBExBajyyHpQHCX2w6RWzVbc2SET7A9f70udLrgpxxcF/pgwKxnQJ0j4RH4JrAsVQIIGkU6pKOfdQDQh+hBrFLeq4ZASWnYKREZubZJU1yKSTQ3URJuDzzhEEYhETTlAg621YQJkHhDjnPHRgLOiPz7FxMs5FNB80ftAMHdO+u6lTmQgY7V5FLBO98iip0GPg8f65DCK1cimFKA+4JEvJR3wl6K0tR83RC0oCRtrUm8FWkEnQsWjZXrVp6+DoXh+4XtnlbTnt1x1HB04fcBAW6CdCdRdBRrLkTKhiEEOXTXjziQHRnn2QCp1nJ/WlLmnzX0yZLsUXYXeVkIhhsZHNaTJO0DQhEDOEG+QUxSCRSptheOWUWq9sSaVrca6TEWQxjFQBKI2CMiIDZZGW1vK2VArhTwT4McGOhDd8jA9hmZuYKL1azgYnI1YLmLy/CQi2Os3r32Lwog4Pcl+me6XetC8pihvBqEADsFM9RMAGeJ5AJm08AZgsyEOMdCSAN2O+IbsHiQB8EjnObModz9hC1etv1x0cN7W9aHQgV5vuhwieKrS1ahQr9ufAZ1tr2bojbZBYBSVFAMia0iAzGl/LXpeiB4407+B9SiiKUfIrFrgtsjOjSCiILcEawBVAuwSKlgfuY4ib8BXTLoU1fnJckarcRUuNQ6sRXCcKWc4NLA16w5/lohxzvhIwAPyXZdP4xtMDNADpz9nEV+vCE284WOpBz4BmpOE56TmmQrU2s5Q9lC0lvSmRwr2IBFVJoUvjyFs8iYo3hlrZ4dKRCliNVc6AEY/Rjcb+qNVd8GLAwm4q4ywYD6Eb8haaK3qDGRu3qwcO6HQ1Zi49k7yYJ73m2XANbPFthXu1TVri2qw1yzADBvLwPBdpSh1shID8leo56Nohua3hPZWyAOAIpIrSChBhOYWulwVSCQJjiLZcjOiJcaRVFU1W6ElXYAJNVhbVX6SmY1V0rKqzFQqi4AOqVyMc8bHAc4GfpfjBrTBd5pXoHES9n5WwV555npdOgY8F+VjHCy58rWGR/hWcC9FMiIIbPRGJUxJTiDTHp9rHLnMpzQAOxHiDpA7ZPsoNVWYrbAXea4ArBGngIXQBiM6xoYjz8caWhFgfogV3ktlX00QxloPi2HxsGMyidJVqnErDvpT6sqvT20SQpH1vgHBg1ufHoutUA22VCuPmzeADu+GPEBDGQU15ayBgZ27GmUW2KY1ciI0rVzpjXA1qkoWNTSsZ01sKh2mWiworZNACIxinDM+CnBaYD3HqVTmRoEIkGQXt3uSCqGJeUSFI6/hqOZktZIukda1/UsWFrVxlcgj/JzRXe+nr1CvV3cn+SEMwRaz1sAoOUCWD4salcCPGuqO+l5L8hjlBfmFcBk+41nJODLI4ZGw6lUoDQVO9ci7Ka03HEAB9TrSA5/ZTCHKyKLgZwjyOYTnYDMpSz4i3oOYxkBIvrGb6A91LeaB943uWKzWtwMvBK9r7QZmCnIFKYecEgTjVAVdPCkachGiWKTacmPLsGtDqmuiwu0NjJplcqKmHDHNIaRJjHPGxwDe0aBw6cv3hgf3SYBgBhgxRXbjhgSmbMISJ9qC1/iGrEjXd/DKOpFNgOU5L7GW5pP37AHaoA0tYE5EShinBxjXMLaMNHzTiyV9pEW/OuMw4QEyszHPk8IZyYgZlcr6QyyTQ96E7DK/2WsD9HqKvVemGlmpvXkfs5vnOfXB3peIPD6Hmx+Bv1N6yDYri0jlwuBErmGmbgsdxp0AKCKpYkgkiuyghX8V/APkVnmRKhI3RVtIs2iIqA5C6BA13OYA2I7JoDSrB8ZGtNPUl5kxzhkfAch/mFQHmB+eKlYH+kNfSxFfdF5GhmmUd4MByTOaYeIQJRRBQPZpPOeFdHPGa95Qgevret4dFw+BIWQUoQUrBwbUTEWIY1CPGhCRy2ylRIkAP5BAPYYf2PH0Njh+cOkLgHzdHyLuYER/UTXEw24Mjn3U5wRGus4dMu0ACj2Pr+oE896lLrOZBPthDEfPvvH50uza6mxxspDBMTx70SX2MkAxaZAPPbP5u4BIQq/TaLgDyUglWoUsLNYosxVTTV3EaZbuoUJpsnCkIVtunF/It8SRkWi6rthNcGO6jnHO+AjAOeEb6Dm9N+58Q+7pSZmQXaepFU8WqaAZZlQ9cuWYL7CVk0cny7TGCRieDrmhu4ijg9jUW0CkaMD5DYzUV83egWkxDAGZcbhz71KEhz7x7hSI7F7mEdSy6e58Se7gPWar6P2Izbj3QhyCZ5ljh4yfoT/oJYujJYrLyYUlCq+xYjelEecX5y8ZIimcx83VBGhPJ27o3rIC/S/Uit9rAHE4hrcFckUiWS63wS1ORjZ1ITaBSrAbI6cc4qOt+Ytii0grwqYNiaE6MxoGDahnYVBpcybAjweYxiIvzQRJUic46zntI6VpM7RwKVmUnBB4whLTUJ4b5joDX4t55kP0l3vHSGgaBvMlAw54AdAk3mh2K2otpQgFJewQKvOEW7ZvMogWOMRSTATIDEX4MEEts9bNs14NWGxeCBPERmnsAI5HymOianz4sP3ECiv1JGl2CD9b/eXJ5ZrXbupfAI/vkkthenc9djsfCthCBeOGO/aJK9jWj31roMsk5jBjpP9EpEADyDIomZEeY0PpAtwmeTXLV6lZJJptS1dvcYTIIGgvG5BfYyhReiDGOeODh5hLj39yUpOk4RomC/8FHUhMGzkkLFhVKWHLcwe5xFVABXsr8h+n3yEK8s0apAHmAhI2gVbHvunVKLWwqYgjyieuaNvDf6ILJY3AG0DSmCcOxBpyskQzGlqMdN31qyHFrA7bnRdA5Su6dJebvDaiQOxLeG1bnrRNU3A1GrQPiHZWoLzI5EkkydzwDUgTL4DzeMCilBmwOt9g8bcBcoSpwp8gD/NhkgjRCNUzrCFobaCLAg2G2uC7VDrOlKNkQWvtfirDCqcD7jw/YafiMc4ZHzo4n/EBdI2LZzN9nZzHmmuShKQGTCSoaaiJBMmfgERuQB2nXlFyosPh+ungEpWogRPeAAZJGch2ZRAGnHALuJbkuQr1Txu2Fw3pMKSUgeVLp094n975Bbuq53hpMRkEyFdPYnxOt4UBDmOoYnXinJFldqOClx2SayPZQr9UvHrIuxWIf1bbmiSyJ7uW6QoMgd6ue+R/vJJvHaSJpIuIzUupTGJxTKnmGMFjFUUBS4XcGKl1CLUZNxA+J4GIOcqlyv5qNUaqBCcbkUKMc8aHjh6eCecBZwPmly6fk54zg4Tk7RjdS7JGM/WwkGIliZzuffdS1z8n3bjWrjsM0+6k58lnkgCPk6Ep270pShXsQwYnAS5T3c6CxwLPvGz16Vb1MIXzi+78WOcPAO4lbpiJATIJSD3ucX/ctTeFsMySNUZ6Oy79yES3MYKU6gfiwe9SXzzGQ7bl65FW5OgYcAIVH6rPe4vDA54eWWIF/C6eDy2uCM4grQRbEdimKxVx8o5Npl1BB/JUEld+0rzWY0iVJYsNIwlWWJfbqmurUkMyKfw5E+DHAsxJrqLMVZwug3WmWfAgD8j3cCAsgcE4E50gmNHOI1WIWI86oGC+Iaskn0C/4DNXfcqBmdDxGpoxmwCs4WYw5w7KRaL4oxnUXvTRHSRHoOPo+mlvn4vH1qTOPUCVoVwrW/QHvmpP6M64dxrFVmjPXHGbsTsDgf+aWl+eNuZVf7nyPdUJl0GbMOJLCLBM9wjOSMv6Z71lmElEI0EpRvAIP6EMTXBhYshlozRMHcrH+VRCiEgKZUpV4jRNWGwUBJJmWwoDEzcwE+DHgX65wgczgd6PJvdoMnCaxYEriSI5TPoR/3GaDfwIOkiM+fJcmiJBekFNZyhdz13CCZGdmIjX40x5gJrUN8Fo8cvC7g0+IjzyixuyYeFgDVLH+8SDEtBDdIAUQ7ajpQzZK4JnIqb7h+KhXy25RwZ7aAonPVxHYLgkD8QOzSx3rIFuTcY/iL3RT1be36KtAQv6iBwXk8uTWC1PNPdmEFcAJg2CTCLu4QYJEwkdurTZdP2UlkEbCijHp/pmESNKry0ZL5JVUAhC87Z0YYxUlXZinDM+bOCLr5ms5RonxWgqiAGsIi/w0aGc1RvLNFQSj54T+pUePkIcy9bPfCbD2P/SFAQFvuQVgvbBRD8ba0mCE3TYrR0g7w+1uWApLsHeobIVlHJAv3g5DJ/VClNfGkM2OeOJVuypcsq0EqD0E09BIDhO1MPRggI3zoAk6Ledai9x5yK6iBvtGrAhRnHrDIWhn4hsttODRcNUg81I0H+Yivj39ToUAd5k4m1CXMGQnCYWCiU2I9hICENi045Q+aZARVUyqvmlRfWCsrlRkCSLojQntoEwOVqaCfDjAAjnjLOXEym9B+cIq66/yMclY8bo/jU9AQZztbXj4i4JD1XAihMx0piVF3yCFsXKNdTDEno9Tb5RZ9Rg2Ktd4DqiJhfGVoKa4sdBn6rAgNn3tfhM7mvjja2xrySwrhbQb12zMpf7I94kPwIK6xoc+MI8xwJNHHJ0dgtnlx19wqfotHC+drzFGHiJQZAveUW21rxw4ekH2ysN+7eIAZFJrkxCNCxWtK0mlG16wjdrfcakp8pTA7nklk0eTwRKX5HjMAQUpSLKiGKcMz5kwJ9ZnXI+UMYsIBdGjjZYSeo1PZQ7PrcFs4tP9evXvFqlAUsqNvmRRECUzePpNC3NMY6cdcY2rA2Nt2Oo8u2YmL9sAW22+iqzEXwUYlOSWNAWR+2YK3SshyOJ/KQLIi4xFrBfZDANrvm5XyKJelQmEcxn8JUDeVxgBFmhmFP8vRrAtXBXiwMhp0FWhjax1dEJ/twtOdD+MFbBNHh7SK4YuWshRaoyT7Uo8NK3IhIoQT8uPwYF5XOTQitXIRBidE8bhgK3zmCeVF7acBPjnPEhgxNBT1In+3GTHo6ga5V9dz5nG6GFGacuabMCiiNteVjvOTOPX16YWDjZefEaNuaYjLDBX3BNEhD8LuXdELwSMcSAalEf8VEg5fAx1DrjnO3RLKISN0C1AQzggM9IQDusTYDaAsFElJpA91JvQDldw5CmwjGL18v4AsfdETTLydcMC93zEMRzErLffpgPtCver1IJ0HuCJYIA9065R/jUfWTx+sH19ccnb4agiQbhbpG4TFiFYpSkviEdghXQ8bLeOUXKTwmCCwJFUA43+Kge1ZgZDVgCXYlcoVRSEV2ZCfBjAOafZsNev+KjqKAJHqGoGUGt18c8IxpvPCf4dNTCljxopWP3vIsBOmae06/gxEQVPLxFO1GMeUYxJurl3lmI3Pj44Bju2hVAc6NnMqHAuAz7EaLaUieqVFUVSVV8PtahRyjowKBxzPUrckSVbGICx0ss9XkUwOdWQKW1J7qFI2SBDiDjMZ/WVHeed9PFGhg1DLod/0M+vVYSEbUpIt2ty+8d20cFvjH47UEkEexFziBtOKKU20C6YA0apqswIQ11haZcRQZtYtka1EtdbAJuRKYREq1OoW6cOxPgRwB8501iceUYmSungecDtzHLQE66rqxCbg8q0J2nXOLFaRAmeK+wssUMPIyW1Fc+sXUS2yDCDcBBuW5y8oq2TRNoeG4bEfNciy77c5NbQ0L9f85LAUMB90x7zDjAsHT4zsfwGlYcYgkc84QPbDYHgoq4Ld1HZb5RLX6LAo2Dliflgfy9GlZbqqq1pokUvJUZf/C2xYC8Z4RL8ok9+AYImiAyrkgWUahulpPWF4RZqJ1T5CaUamp9RGTApABy0wjFUsTq4M0N2CwyY5wzPlzgi9/5klkCsaaBszwbpC1Tb2qCsIQhW4IyPBndKRKIRycEv1S6QzjhxnmxGSOOl021nhhccmdEVVkjslEHGHrQeAkDUU9mZZvPTd/NC+C5L6InMAClHXaHeo0SoEsYTdeCrBJo/Bw+4OHp5o237Bof8OcUvGmVPKuOHtFU14cFRfdl7L1Fip3g8cVIcCt7OPKItNEPoJPtM/TfAswSJhQJlcGosVZIx6pRATIq680WEyrDdTCAqUqiRLG+DhXZLOyscIhERG1oJTJhjHPGhwtNU3/3+cojsAISXEvmxR7M9KQnTovjMUAQYKR4ixyr5Hy/OJdblOdHk2JIMikXVUTTWKBXUy7elag1RkHeBbuUghtlj6KQTjwiYIXRcFkPvRA7xGnSiwaf+1HZThgyC3Q/8XQKVFPjUGPOWMAFpIClMLszhRVcTwloInZ8dD6Q/wx1IU0on/jwoS9+5obdMROq44zfEswYhghDkOANyWREcOYXB2dRcDrUqkpOW/NxgMyNwGRNtQit7CMKmVkpmq9t7U/muAKkYpwzPlTw+67HC/BwkElKh5J4tN+UFcf8Yjptu87DJwrK3MF8Q33QwD3KJ83DzeOLcHOWcpPJjP3ZBjLNput0Fdgf18qtxwF/7TQ0GRrRARv1/nn33Nf/YIGYd+2hCqyfEbxHfELjwA6gj17y6F4LKY0T7CfzVrhtDXg1UDjOTGHNvdjrX/JVTFsA35Nbou56dt3IZ5WpB7SJi/3QkPQgwEMFqtl/CXqc6ltDMkVQBzajMABVSTaOWotRknL7AdxWEzJZ+bEEfOo20GS2jRU1ApsoCSDGOeNDBdjpGBvegKuJUlAmYkyIC22nL1EGMHHhn0WCyfD7RCVZscjFoW4YSmZNTgHssXll8DVgdbXKy73VcdediBqirch0qlF0L3m77FpPUxYKx8RvQflNAJctaVv2HxQDhFrol4WYRhRoFsM2xqhV9/hKywFWL+kfooETsrUuVKILn/CNwekfsu6D0xOaI81yqAB7ZKX31PNJ+sGAw/6+GUwXgSoVFC4BEYm+BqqJtKlUopCSlQM6AwapqL+QWEln2aIJA2uLmTBuIcY54wMFpycojt4fQwVmjd1BTQrONaW2zQ1OwGY+I3nx8jys0YKnPCadZid4LkRH5L1QeLMVW9vfChRgmYjooYnQK/nmxoJlbvyA1BZ2nLjDlEwFYyqbvpESW4RayELEsAkR1dkJH5RoBXYpNnyKxDagCGzVgP4B/Dc4h5CI5pv/DM9vuYyf5upAjofCzuDoi/BmEEmYXYI4CoNVFSGaGao204Fq69wRKSknfL5IldAulZVpiTUO+iW1qa/RWp3uoRIxzhkfJhbwcNa69kVH/EMLcApr2iQBnnE20YJcMYYmWZ1lBCsoYskpRDPknBKwuSWG3QfaVFSrKJ2/9lOCPt6szzcY0DukPMEGNmGBpgdHRrk/2KGEV8ZGS4CkrRAArWj505C7EjsV2wGnNdBtd3xBc6Qh+hR06Z6Zk2v0qlOtPtrLHUZ9RkAkRrvyDSDCMJGINcwg1nDT0mGqFHzwDaBQaKvhL1da7LKiUrOjyJ1AITkVK4ZRNPJTO4b0Mo1xzvgwwe+8bhrNWRDQhCGFKYNYcRaWVIWoj1NvIycxODlpByued6pNDW8Cz96KmnDFuc0/h4xLqJu9U16up1IFwV2NNjQjwmBnBgzY3iA8JEDt5MDyZWSZ+Ar1cf+OWiBQL8m86eVBUKBtdY0fgb4MjpzqnDCgbHwYcczSScWHw7wdmCxKML20GiJIJymHSeeEiRNAEZwFQ2dHBQIzamCOWNO2bQjjBuNcITQsH2TpXOtnAvygoVmw6JfYnsRsIXK2cSKmlvO2zLSCFW/60NG+WvpaYLKZZiLhtD+3BSfvuAuRZlMU26NjFKPJGlHKpAYPH3BYp5KDdiIx2jPqTcOArQe4sRcLBSbvSfIPi304SsB4gHFyicaZt+ZDZ6PXILSoD5lto6hKhXTBC03xYYTdtICKxDhu6tYQVzQoPmDANBJkYoSEqPJaMbBgeRArpDvYoDRYslQrN6LHLFrzBaaoHHSBkAJyZsQ4Z3yI4Nzc48sj8JvvA0FC/fZrmhh8ZnOIBZ6kmHxbzgxPwMRntmlkKwa42RzkGBpwEg+hNBvyX7TrsCESWFHqFLZThhhl+DAXG4w6yx3bMmBUKYw8QCKIr4/LWgDtV14x7SSvRdRdxMPesGJUHQ9uCC1w0On0RyFA0F+TSy2SfB0SU4NPv7fc03sydX/wW4BppAnEOF2QqmAtJwuFDejNeSEN4JwSDAljNzA2hc1qHg2tzJQSka0cizMBfsjoeVOq55FngNDwH+dQpFYbDgim0GhG7obCMopC3kS/y2NDr0AtrUYUT4T8DEQKvPxnwwdkqrCUIQO96aNCrNcyYOhhWPdoC+1cX9VioGXQmm7DNlBOy9vRGRH1dAFbXVyYOPSp42xYlUsiRLf81/JCR/cmM3l+iCyIAqNR3hagCNGF2YQwjTHNj2lEvlt6W8yHKLMsiDylaUsxTMOW2gxSDNA6nVUClHApBPZLJUtx5QuUajWIa1aMc8YHiP5grXOBmiZT/h9CuSvusvKRhVvSn5Asw+BoAtPamyMbyM0wTIkFGOPF+bI9gtfxJ2MIeYRDvuA+JYIBSwVKYbdt7jfuZuREClhOXHDU89l/ea+IoV6zPj6+JnRYGp/68drBy7zMs7SpfyhX5YsF2jgIOvTmUv9z5PaXzQ3fbwKRhBnDJBbUUVQDvkrV0MgJoEpA5hSl67GatbTtKR1yaEtDpVxEJQxEo6YosWSM8z3h0f7+oxrNeDMc9JerM08IfveNuPqZkCeQ07LeUc9j6NRe8bz2TYwnM9P+bEzzt4HB7GUL6LGlNuRnKA66xBucW1eU9BViwTH23YjTxHSAGTD3kxKhC1UF9Odb7/ooQPuDx0Srs1aU1xijdqzfJcaVgIXkGCunZ466oZPazNTHAjPK//uNYKoYYHCozoziEJCETbWi5ERIkYAQLFb1prM0UVIqZ0XbNpIJNmGKOKVErYzFVFSpBKQY5xgPn+zv7z99GKkbomfhgiehJcB8RzUa4OiprL99xn/hjB2ABbC/6/ntZ9TsPYhKac4vTjseFHPSYN7O0MxuKg+8K/7zoArcCNieAj5tcDRIthgNFYmNUZwg308ITHi3Ejzhmr8tqdrCgO3dvVegP345dAILSj/dCCU/3MLvd3Hd/r3Tc2BMj1CgQxw1M3q+I1lvTOKNIm+OyhQK4pAgEOsaiICk4iY+qWolYNM2YLUVKTfMFoJzzJ9EpKuoELGI0x+nqm4bAT4QGe3vv470DbGVAI/MfBENcPxt2H95s5n5yUJPY8KfJoQnB2aOr1gm4LeEljbwCAjY8x1BUzRwNUgxq/GqbtFjATwinLeCaYJhU9GepJKmahhVnJ0PTnF3RxPMT6eq1XKfsgtCKexH1KcHONXByVeAbII/QVOG0Bcpn10jFnNbVvitpzxFjD5KRGaUZJKmPV8Pw6vj3xzJFkNURiLB2LdiFKpin4KslbBhyZFMWJ8+GtGIRGmyYUMAMpOloRAYpa7CBdvtFgLsv91/jT36bH//lj4gMcVy9/f3eUdWRAN04Rx+O2DMGVuhWcp5ygVcqJqvPGQ7DgQdGcy654iOUObG9AdSAa2MJ/00C7wNoOLh8lzPeAhuS4kJXpCYIkPILXgmpHYTY5+4G5mnyJuhcE/x+mOjsFKATiEw7CARzz/YAdMM2JBt/1P81sTpYMncLmpJPQEVcP/4G0dXFeWgJQO+lUVwMAU2bSCC9AhGopvqItZQTn84DcAm8qRHsN6R9WNRaA0V2uRU24OADXrJbRTUJsY5wvELRV+9CRlNEeAVHmD3rXX39p/mf3jGFdBkAZnpAJf3WDOHdfFyTYr0OOti+tScm4B3H7QgDYT41jGmMYI6cRw/mUgGLKoNdIPbcbEPQhqga+lCl6ygJl+KXG8XMdIDHF9ooj0c8nXAPyKkBqi6sFvm6xJE7eYFPFAWrG54dkFljlGEC1/6jCuZAcp+I5AjgjoCEEwiksPdQ0qKioH/VZ3CkRXhClp7yqVqQE8RDNjQFkwWo4pWU+SwFqz0NsY5jXv7v4R0CxQ3b3kPC1sfT4yDf8hi9Gz/S/2LXjDufv9HmT/Y/5KRDkLmAcGHX1LWV6J7USr7tKGvNzbcK3ZGyuQBeIy8JmEKp+aAbmBjcyNMEItWYe8P6EFhv0zgLzVWTWEJPgsxHoUacgv4dSFRHl5DvbJIRhGCAfPQoEFKa6+DuRoN1TUgA4ZYeslI+/myv0QEdd3rcZWNtise5+U5YR4ZvtRr06ep/maoFGKOc0gmUVQcMcYKGddQJPJao5JHxoTSlkuwMslPtkFjrclUc5NBn4GGihjnNJ7s3wvpFkg375gH9oAn+D9VD/A+ogfh7N3b/3LFY4DhAbLNkx9dSAcE44gk9d1/WGZlnzT8rD9OxpgADd9B5oGiouCTM+WeTM6622Oab94dKs8VsjML5qbEA6wuGneL0uReaH8bLl7iDzsLsEJ5TBJ8TwcxWAP7H3HVs68GOEHtpZ+V0fz/FPLBieywDbjk7fNFIoL1JzbUls9bXJxRxq/dafMs/dsiKYNckVTY0JA+jkJqzAo2NTC30qVq8dbULUiQ5Ch0QlQyVX9F5EYNY8Q4JwFHbdd/6ATC21t9u/8CXvmDb0lg4RVGVjh78ACfXuYxQKyApbtHJw92KMQjklyVIxtirewTRjgQmBD4ivMZfdAoI8CZ4WkBrJZ8hiiQb8b88JDLvkJwipSyWD/eDNDlPbqxmwrJDNCy5Hm35BtAgdiNoreECPCyEpj5DFHfXWy5AWOjxfZQJGoLifo8jRW/VtzAbQVWappSwgV1RUw2wVPCelQ+wLNkbwqzhDiE5APBHNRQSRVLFr02hSJkzJC85QS3kS7WEYwiVDQW3FBmz+QjRl6mI4GthtF0ifLVBPjkjc5HhLd3b/8PSj7c3+8bDzAIUP8heIAn5Szwvfafppy9H/cflLTX5PAJr3jG0CcAMR+/5ZhGWopt8p/2I+cMZhLvGcDyyDNlczZOYrjCm8R4Qr4rlNv8CfBOCSVZ0qJF5xT09UkPvg0OyQluaK4U7172J8fdEc+Xx25QkQAJkN6Yc4CyoG0fu5+A4aLdT6bILEHAovJmPO2aj+85JxmimT5u3uP/Mi4VNNyH/ti+qCqEKsh4rctjqHsTBL2QPoSUSFlJa6KUskBVBpGpRKZdFEFmuSnuXlsQNUf+iLYSzJVFiQrG6YEiqoAqxjmFB/v/sXmma3fA2/sJ0bf79tq730OIg3/hCGIJrKz0AAPNAT4w5eXeyZP9p9GRWCaXMyafKvpeV5Lhy+7v/dD/45qo7445FTAFaLmgMxMuzo7/0x3MWP/EKdW3D8zqmMoN1ymynDFht3CAwk+5n9jxloEEnTcKOJe30ZSrxaFQN4ALR9bDbNnxccxU+HXzBZeqgKjqSz++9OK8XqZ32R5PXNZblY9VHQkwslGbhQCahMGqd1Vek/ON6TRDf+SpKuv2MFEAyXYSHcgiDRkJxahahYpRuGRMEipcvTPblBAZ022IbyOfsMgcZTodyQxDTZSOcU4AJPNG60y7eQe/D1oDHl7jAVLHkxzy97p/dCF+Bf64r8ty2KWCT/o8SHyxSYC8ILaZjN5wDnBSMsF8TkF4BMzc8I+2YIJIxlgc0MmIxJvgummaE5k9woddU1TDAOP0Xn0ogWNeGTO4OhAgTVXS757bl+OeC/Y5Xqof/fpUxAJYD5NI9+PHP+s9e3rEVdsaCI5v4Gst21+b5pnZbB2+/Sp907IiD6DFE/Quf/6c5/8+L4bRwUrpbo9CGslCZJcCZTk/xdCnlGjJCmgKMCOiBtFKY2TKGtUTWimbnCqW3iYpjhHjnMCT214GHYCbB9/vUfAVcZReYTiCeRIEHuBir/vfv7er6Otggv72/0iLnqd+0RuUK2AFnyb4DdcBAHzFVzzjV7/lmAp9z3dLHpSb7pEHlsLaaeglXocNEpkC5udb8QCvr0XdMddZ7FdDEqwYJAzyiIWIOj4DrDllC1IjRzXPiUFC2XrggDTcjUbEqS38B9SjjQRpltSnY7DnF7pOhWCq0twI2VcwJWYFSp/pCCRAhi7/aoKWVES+j0rSK1SfsPDG12EHT/4qkCNIIiQPfGoUiQ1Ux621s6qVWx5NMNNE1Vq2sGarwUBbEiVgw+rDD7UmxrmJB3K+3gB28/LkrrHVA6xngZnZs3X6fJKJ/h5vKfnUV74Gvtd+2BG+6CS/5lce8wWuHnU5izDP+kNO0npV9I6YIJINNE2/c5joFPCnOe/09cjnVOVe6bqXLy+6l7FePbnkjRfn+JX4qXHLuCtVOXepNIUBHUmFnxVfFh2o7AXw9DOIWoftkEN3kCwLoPXa0hjpcvqpz3qviJJoF+Nty+nCGIZYQjuPXUPD6CVPCbf2t4CJhEBUSCuFJJLihUVGMTSUVL6RxSLKpEtRXSGPLw2EQX40jEi0VvvFjExVbW4axDg30L3xIjPcvG/beuwVpiM4Ogb4R+qCeZ/sf0X5/v5/5D9QZ44HlX2iwJSLU4WYcJfr5tAV/AzI0FZiQrw81YUbOavuBEqXdwTsk/xEeen9ZXQ1eARUQp5hJRH5Negdb40z0Aq2tWclxVjc1h8zDgK0TVkOBwYECH9QZu7hGTLP6Qi+pC9Y29lA8Yfjyue4RjuejxAnsgQdAKHRgc+NRKX6ApA72VWrbg2RRK5osR0FIOlFLFRyxEhDf87xiKewzU+xazw0JvkpzSgx9OFKJJj7LI0CqkDcZLHOGOcGdOnJGyHcPLh3ThPQ8QLA4gHu63/6pDkGyNTTxcmPZjr4ffkfVP6gsk8UWJQde63GBS/8O2mZ0vTTjMidBnEJh5AzeHD68J2DZBDiNG4yMcPWZEc2iU9Lg3uXB1jGgtWWGOvoNliMf6kzD8lOJKICrIYvnK+3cqikN8iUIL+NRXR1dN8/z6ty+u6YZ4MblKONAB8AyFjdTNBm4x6SISo7whjbc/cbXMvIj0cwOp25gSIvyXEedWwGFZGfpbstTBhJPy2oCgfMYQPUVX1jUe0tlZC6QLRaWmGOuE9abSPRWjg5AWmzFgFijHOMF/v7b3jwgC4bT/V2f9TVzP2DZ0z8Xid0EZHIEL1e73VP9+UB/lHHAHkSBNwHFsQP3xMfA3zA1fCL/d/DFgVZ2V9Z2SeKRd8tRXp+FYi/3yenviVOp0Q0D5ix8iL5bRwMvxn6/viKy5SiL7t1yVbYYo63QR/LfiUoycz4SdtSPXJ8OWvZCXKieRCQvli37E/LzwPUxzSUKR+fI+4BS768eAka5HOdkYx66F/x4rwWUYLr1yytjt4AJK4Utbng8cL+eUzIbBwxpwKius6NthHhi4BaSINW3RYgCVOOiMP+G4UMDZSqGZkJrklNFZVKi4o0ZG6mqEhYSTR5hfYSTLq7CFFP8KY2mSU5xjnCF3GmYT+O0t0G4ebtHeWpW9bEu+KgbSLgW3qA9Qwvzz2jsMQvmYqHy0jfVvaJAtNM8fr0TN9/rK5Ol54dkcWNZgZfBYdJwMNU1L839H1zNccU2Lkbd6pSHkLdAKwL3MVTGz7M5ofMu/7uZZybDXoAwH/EqH1RFlC7xhSlfrnkSfXlkoR56HKwxpbvIxggFtUHBzwDMmpgR7Afde8xRTLOusIF7FdnGpC6V/ZkxFZ2C3r/qbsdRBImC1DJBpJKTGamFBlSDBKS1oXDICIJJaiKpg0mjWISusp44mNJYYBKFEnnKG0lUdO0AcQ4h+jr5Sa3fzJBHAPE4vUFq3vtR6A++FJaRPT3sAjef93d01nguF7mV39NH4H1nj6CewgXkPL+lz76d/yCdq9/VuKTRL/0UXV8w73UW4QG8E0BPPPHnFNlYwJxYjJjgNv9Y3c7mDjVXgNlTnZqBBiU0DCeSK+I0KKqQ6w+u9P1pR5ahYXwxbkdQSBOdpQVMImNTFbTxEq2pJtmf4lKKVMFrOLQIWuTST4jqy6FbQBciMXaG0Z2BK8evCjH+ngG+XDRdNY5PENSjn6UPanYSwB4gFgit6O+DUQSySGII4BELFUoUR2uIdHIOMwZBVE1cFJ2EWpayLVvpjNPn2gv8xCTTx1CQUmRmmZQB2OcMz4Y+MuOVQ+PdnGZO3jxhLaW+KCYfnWMCUwwo8WEahfcstgEpjp1BUx2EbVMyA8r67qT7qA8aXSxOuYqV25hUED1x2BLIotUgKdmeQiPhBO31wLmM/7aBJTmEjpMQl3AhTPZ9eL8FD6a8tXDm4Ct6HgjcYrK2gdtnfjGOBjRA3TdZU/6Qfjshhh6ubdEVTfazyOYNcwbLSIFEilnHUx4aYbYQUaBsA0bp/JT1GHtFplQI4IiqIbLZ8r4SIVN2wQw6l9CFeMT45zxocC/6PR5NCmwNJNa0J1x/vkHkO35qnk5woRqJ9y23ASurQgGJWiqJ9/FR8ExbJ53GPHA3+m1Es5LjrVvjDg7MQD3FD+WQkloF/pHBFACcJ2A1ZdY89cd3RwYVL4Mr0d7R5xW37o0W0cia3s8BhxSrbjcK6K3PyPJD/9Y8uB01w5MQGQBiD1AGCVQ54hItTROGPXYmxarTGRVBoWSoKSgqm0fmcnARUNardkGE1URuVYoUTUhzQT4oSGmEyKu7EbHuOUT5GlCnhXhDOAM3JyDZNAQE4P37m7DRFXvA43LN/b+QoX9AdYY7xGMP6SGLqDdvAwZu4r7k6dLuNesNPgqo7jbDTx3gR0PReRpj/ieOaA+fkDGidBdh6Flf6CjmfifCqEF8K/3Ed91vSQmL53h81J51steaMdXYvGMT5w/uQVAESCjYA2TVxCY0oVHNuAcZ4aJosJC5LjIAKhuCFXIZFGPDCJlB9HBqLL62uQQ1SElYpwzPhB4jtgBrO8RExPQUcI8CR0jTAHOP8C6BjvPyt8M7GB+CHOeBppiibGFu7fQA/JaBiR9SCC3SRAGfJLQFSx+nIt+N6wVTvpzLUmx0yAJ9XIX7+BzvtgSeQNlIHTXYsOW/SjXKcLFPD3oT2GDBE37JfgWXh4yDuh/pq08Px4fUQr0h15HhTdHkoe2JhaFYEGj6qEuDDdin4gSNZnmQtBi6kqsikvMNqTf4MSwk9yEQrfBfjUjxjnjw0CcDPSXe/S1puvHK8Mo991L3v/B774ggyshLyrknVAPg71LuAk5p4XuFOcHQQPEiCGSgCq7aSkI34jrw3YfYM+E1OCQynicy+XB0XBwl0vRW8+7O15edAftU/bP0Dx2NahJy2Cq2KMCGe2ETeP+mP/oOLXN51v1hz0P650usbLFf1gNEN1pHLdUB/z1sDfcH9/mRExCdCEEdRSQPZJFmJXMEmbOCZ4K784pqmlUs4H04looCUvFmdfYZGlsUWFDyla0sGF0ooA2Mc4ZHwbwrcZWE27wZjF+w52jaYB8eSrWhPIa3HCSoIn6/Kh3ANQd1TtC9xwirmm6wyRArl5FbIdBb3b6tFn73rkA9k5IDUQa57rmDljTnWp33Gp58bLrfgLPkggvmuderfggZriEAFaeOoxHuUJWO2HKFJU+P8S/k7VHfv9cK94D7Q3DjwcCfAQEHUKspvk865v0YQjyBIgmuaUN2FDNj6gotRJa/mnkcjojIeIqJUtZK4MVlc5cwnmB0AGFTp3nehDEe1Q4smE2GuOc8WHAv+mcqhuHsfQdj1eEMD9uN919Cu5mldDFxCG/M5QuNXRXBQdfBr3oL7rFCXpFa7s+Z7kDrOLWgOlUz+VnVWLzXm4tl7q6EDgHFRa7XBWzF8fnPhtBuYHMdsTEVUb579TvnmprqD1wgH2lrIW+F4dcCFO14i14N+xCCzNGQx4F0ohFBnmZUE7STAmEddwUEiOqQcbDpNvBR0mlUFOrIyyHhp9oI3oZGU3DMc4ZHwQ07WJmWhMgCyBHF4kxn9s4pVi+/Ys3WAltAgT4JmcXr4HGGYKD+i724yciffYu14j6ly+Z8m7h7F/k+fExWZCwImsA7dc2o3+ui2gaFc8rc1F6UR62AyDJGuV6+d9C0mtA1ZuA/TrvVku0garFgWq+GRMU/cmlznWoOViRBPmtgIMKdrxtJ0AYdqQI0gdT0lS1YGqRBvmR0xqIddIkQFqyKrVVVFSS2rIGodER0gfFjQCdQ0t6rTrGOeODACcj5ymnwd4J5eIw8BuOyXZwiAlaL/hoce1UtHexK0YvxbgJdmlm08bsl/ynQIWU+AGw85We3sGp7xcEvNMigeSVj2IZ7gLua7iFzUCX2PFYBrfuN5zxeMgC5SkGVBd3xMnGo2jB5t36cm+ZLi17pW42BMg072CBuJIRyrA3KMVT1OgDlbdAsAU+2AbR1A83DkAwjBPp3jUEFxkp58I0wXSpQnlpgGS0vFlMVwQ6RBUlLVWFe0JuHmTEOGd8CBCz8dvMu9sw63vduQr4/AVvh+Dpyukv+7WTQFf33nqm7A72P8RtcD638YmFb74DM0Lo9eFPApGscFCfHg9VaZGUdl4vH2mxYl7r2hFe32ZpuFNsJtsS8E84LU2d6EE9HGF7c0hk7gSe0W6rz+UsamVb2LAxdrWpd623APqe4DONrt/jJTn9Mc8G4+tSd8ANETRhbgpWKQQSArLs9DEk72mTlkFsYZOiQR1rsBxH7IqiOpO1YlOZNxVNw4BSaVMPAyaqMsY540MAv/4xo/ThuUHnMHkC74R3M2z5qqvYVcA842MTInVT7F7OA9gJtLOtGE8MaDEVJa+/8ONC48wM3aa8rJhPww4RxLH1Dl3uToRIFYDguuemTOzu575apnn0PZbFzfNdYAKZQ+xXl7pZkYjMnREFHOF/YgLkpv7DxYFOIHkIMbLyNpYODMwBw/b2/1azheij4ZBglmS9IWwuNWmodcmClkxHtIMQOn8SlCdIKyJV65TSCm62phuTQLD0UB3jnPEBgN9ifqcZ43vNZ9Hlapffb3zX6QRs/apHxlYDTKh6Ie9NcbBBHNuwAyMg2yFAiSwnBzDJj0FJi+WVlOpID//vsvBDmf8ks60dxf5Drh9LPgBvqpOnjT0EC+zyLk8WEyhX79ylDf5Fl4PHZEXWTeGSZC/32S9Jj1Ed9Dyyh9aU0r+9LP8d8WGFUqKeg+sejLotW1RCyiCjOJKULKJY3MOAVNgBoYtUYEQ/QGtDIdO5EV8Guw1JLhithZLRBI1pUBk4UfoLOcY54wOAvs+eFvjm8wLXvbzPX9maGtdOt+0TkpeZXVd6K3YvOGzkmhYjNykvPMBIR6SAPXIpc+0FbfgrIZSHq8BNLMdHNxvmGz1a366APEM1i6v3h4NH35NWa7U6xMg9Caz9sJjIuilQEv3GT0uSnhv1qIIVS9e4dD/wEeFs74C/Sifd8pg1XcOA0cIGkjG8FX2ZdQqFOC+ghFhHScE2QUOZVKh8mZRU07lpELWmOk2T5KzBx0HIWGiyavdinDPuPviNx2TShMrvfU6GIlpGhE8cmh/OQLomIW6CpPJ+kXO7BTX5yS0v9pOzF4wXUQlcwNIOAn4ZstIQ0jXCPkqJu4GuVRgKfFHH6LVGAb4ZhHE+RR+UR2HBFS7T8BHrqQteKQh9g8i4MfToHXYxe22/072OrrN+fhdkEnbZoL4j3aJb9afH1/RiWzY5wixSfDcmraowsYRWUetlKTmMB1yGiMn8uCnlYeMQG0SRl0lHhESVJ9R+SAolhwgdpBjnjLsPfkcZ+FXVd56XuukrTzGnNmUagRTs9nCGNCcWr1gj3x6Ld3BNtGqM0YDiOAxSXct6TeDDrHx+AEJwAyCuwM6K34JKgNgNNGxMZddYDBCMVy4/96229ZBreecywesM0dv6qMDQ74paAP849Sd7GTl8Oj47K1C16DseBMx88SRE3QVnHIbHeFMkX5AragwUCtF5WLKLmckG2gblVMdNWsWZgFHEVU0FPgM/snp4jqLGMHVQiQguGPqAUsURlQk+Mc4Zdx78cutCMH3TTQ0nWHzpq4750F49cbkuTzbQ1z9kgotIoU6zG2NcklySa8DoWUssNwRKtoUtaxiSkvIi6IP8CzCU6JEnKuq+OIM7CDpK14ndOjsRLUCtVyEpR+iPGl4ZAaSGLco4CTcPMlo69+HAw3jtkgE2RgN5GDCUO4POboiAdmypPHM0KMjV8FRXBthQVuyqCBBG6yWd3abWnQGSIF8E4QimkOCPgHU0oI4xQVWUlMqL51qO+TUawaqGsqJmyYqpyKoI5RhssG0lWxaQofLSxThn3HmA0/SVH3yNNQ+oHRKOnpQqB1BTcPKrP63dCeOiaD1eoVZwawL0vSye2diUakAL5DezXhNigx0Rl0SSmKAsWPIqZRMDRGxXctyIi9PuqOkn+bHfchURXEBsUcZJXpzCc/CoGQteJIfXFpIutd91EDCULa7c94MiqrcyeuacoHnKJQM86bUwwS2/EvzHoLQSsWNvCDEGiSIIhFFlIgd9EuI68k0qR3HwmQOBaFBhZbxaBzBIJKR0EE9LlDROAIVLqwqIcc646+Cc1vdaqYTmrL/sLfTYZp4TSFjdYlK5GzYqRC9ydiG6db0EqmomsUAXJpG0p91RNjoFAqMzUiHEwbV8/cXLc+8fXrBCDSjrnDf20gUc3FLNC1oumrt8W3Q/QY8ikURtfpFI9LfNQYdennvv+6rkEeR9hjwF7t4sZ+rmcx4MZikv6qgZ2q5PO94h7GdR6+wJxscCZMCr2tyGoAlyhgkk15kBe1OAtTWDCEVw4siAiuKYVXURa46DIArLLqSydqJgkBx1mbCCuhjnjA8A+ubnzAh47cnTfWUqVJCpjFA0qMqp3Cthp7NFf1wY+KaVjXDgW4xVCzdRnZ0/cR1DflLFFSn4iBKflzPwAFegugN7Qd1LecX0//jgFt7nNngsAk/n5vNTx0DHcm8PEFyGyttjEDpFD4RXOngUA0zrBZyTWKyjHKrX4r25Nif/nahFlx7lULNjyKU/TgmN9izPc8nU3sYFNFkQJKzKI5VBIkWkiXIa3wuoxpYUrHEsck3FqHBTb0gFEBtt4cbMUFB6oIkaiRjnjDsOfumnvr/8lmMSQmonvaGDUJ1eZhuaBkWnGq5Fa7P71YLpruwO9Ld9xH/ECYxRIWOr8AnfbgG6Q5mBrwM2OAbdgRbzIX7dS64XOzuBrSmVg4N5DUQqGzeK1ErP29Mge6uhI4nCJQlZ3BvJbTCd+p8zHI//nVpjN/+6Wj9NdC6b9yeTAE9zMXBdmxMQSdjDcqixwRTzq1tWycU52gaagoHIZIarComtuijVoSoS1c4San7AtbpqI9oJqIBYNsY5444D83ySS/ilXvCLLTYY4pL8Y4RmErvc03tdHVugtm9WsD/QjWUolOW4HtR5YF0HHSPFRsHxJY/cKWFKaF1A+qs93xkfZAceIFf153YHh9jqAIrDTjafwYNKXeB0SGlFL5DzMgn2QwrkG+kt8MkqX1/uB93nF8B7FKp+sa6sW3azsrtTNLg+XYh5D3TbOOnymjYnILJoyMUiuYn00WS0cI4ybeGUCCcW0tZQMY3WbxPEX5lwLj5tJ0yeqSiiAlUUsuMVMc4ZdxzbfCnOIzsCzZxPnJQrMUIxAWROlBzh6iq2gaWISN4ApUgtC4n9DMrThkEfXhciy1xqNm2edbxYb3WpR+ohzbWvTl9MX/E35gieksX+JWs+x6Y+CNrgotlSdiGBBpCOF5GwySNRMCtCwxKVNQBa8+LXVB//2b1L1ZJ7UpE3xUKysT7FD9pJD/8fq/JT3iNHs709XgizsYC/FkETphHxSImF8MNGYeB7JaiPDIkGCwRzUVuSIUsIiW0NcgPsQtsg0yFGg22uEBVCinHOuNvA972Z1A3oImBWTT1GDsiXNmo2TePq3ASsQroJ1PaNS8biLz65ZRzX9uSGsaOejhviLl/aWdkFC2r8DEATbwcGLZxzoXtxPnm2Y6wDUZ3zrDGfNr+HzdhrhONnUoQTOuROs53Gz2t0SHmEr6fZW4/NjdHeCjqOW5kzU8OhqGQMlUrn6x/qLLKszoNgnyITnaD6JjBZFAop3pPpg9rUCDZzphiNVwkqst45Nmm8t4jGSWLssTXI6pRfxFCM0qNQBjQT4IcBHvEJMRDp7phOwCivgNOPiGRgkNzIncJORmOoZSLSu6EWUJQb+TFA9QAtSCKrIbu+Lw21hBCrR2jCVQMZmYmmXDDWUx5tJXQXLy/4DGg6gNi054wN+oCseeMNAWyA5cSgyIP7iL/zHglmX24jwKaWkUNb8lBShZ12RZQjn2l+OBp2i8ctnTsx5GtAjqDPVamDXCYKoZwS88KPSxWQJCNUtUWnaUKJhcPcGYU3nVQqtRE3GKYCg+aBJp21zAT4YQDf3fhyF3iyX/LurbjTY2wBcD4RkWq27wPR+M0ajBIThUh7A+LLsNg70UVx3CW6NAXIqV6m/MHLC8UgIL3WQ4kxSFfDlk9Bb+rSUu9YaR1AarnjWYh3bIyqBNuhxEs6mxCp4VUxaDhOlxyMl9MC6gwJ8PoW6+I48liylvEEfC9p/QvITBfWlh8NpuuW3lFUj0Z3PUwWQ1AR9CGJLlpDLkGE1cEzNTpVlIBkp7Rt0oMqoRxyGVNmTBVRGUXRZiNMhVIZhRjnjDuNTf6LlWJ/0J+EA7ieWMpyjuqiaCccT5HLOwFbByK1G9oSiB2yx57IEZWADdwpuligJ6WBrKSwEjw15YGU+MzEl1KO0B8c+JayCjBWKkbkqJ5KAS8LGPOZlYf9KV/Zhjyv7OELHkMLCR2RZoS2FrfHhbSSFf2hh5p6kTTiGDW3JFn1iZf84KthF/rGa2ARBViDG7OKEqagzBCUGaGiuGqMWAEjpIITDYmZZtUpIw7RUstsVgIsUCNXH6KgjDYXqLXEOGfcafgZJBPgFz8IcOpYHqcoIHl4h9V7QW18d+j5AhxJLUgp3L+pgM0ZHz8AmriUSjBpVOrgetCCDsdNPPUK4DsmFdNKGvhrXT5kZXS3R4Ci3kfZZhJ8on7LN6qFZrC1yO0VSOLbJEC9/5NNZ0aOzixLNQNP+/I5DguMKx5ZeNP/h+hixCgiteAPZRSWC9Rsoc0sem7NZqLF+AS/KeE40w2HCWnlUHnRIeOxvoRSWYxzxl1GvHBiE313tgr+y3cfDgw9RSPDdvYE3g/W/WUuSW+K6Ouws+I7UVxEueHNtyOW8Ggrx3TxwrZrQEfSSAWP8bk3+SwYQaeHCaXo60losbpoOc57gpd5x+HIfPLWVq8sS2toTdPUnPIqT44v9AeD4aFbaz4FFjGHghwyJE2jvzsDFCGCSiYZslBDJDVf5qkENzmmy4eckpGbAYomBEQIUXQUYiNUqUF0pUE0bkQtMc4Zdxllno3BSzwKAXo7tGTJUNz0q/9bgY6SeC1AGV2/pJBhEGMD5yz4L84CA1RUUiSP1bwrQI/pvGtv1TgGu2En862/7TkQ7VrAqWx/iKGSCRARuZjJvHtmTIBoWhmV0jfq7kB/+ofyiQvSkOgkCNDC60syX7LlM1ZLPgwncUeYLBqYN5rgmBC/UM4saSLTKDlGSSZxYhMpiowyo0KZ1rYOo0JzVBCh6scBm0CMc8YdRrf5NEtPmmP8xg8nB/ySkIjFYNmb0sDkDqHtK4jsxCwXG8EappsPA5wzzvR8AqLQH2C6h0wm2MkB5HWCvkOueeYzCqN6hdAQJD8ikxELTcsjkIHYU4rn46uqhf6g84uNK6ciHlaP/NMz3Wd8mh0g11Wj0359qttdMG7f92dgn7Q3rFwPckRShgMRHGSYpgb5CSe53cgzV1UgMajVmaWYqa6saClkBaOKBFdV9YOqlWI1jGOcM+4wcpY1k8Aq/cY3WlJBkyRDbKLO2TuGYBMsFRfhpXAA6iw2J3TuGs5rZORjbpO26llggNeAuDSyL7a8CWmM/iUPmaHw8JnPFy8vuuf4tMdZYxEcqQo2B2xmCGTqWPuWxxQOoOKMeROjVe5KrVB1dxr6QbqAKNd6iqgFu4J+L0/BwCFcIZc+Z1yavStEGEaSSrBQel8RJQb5kWUxTbMgFSbOoCc7ZsmMMAurEm+CpTN2XaV+BG5qSqFpHIAU45xxdzE5ywg6AqN5Njje10zWBttquy0wp0J6M3CYqgndZs+9tmUGlYG6+h3IvMaOHtqgJyahoKN2gXgVuNplDOpo2WnVLdE7fNhwgh1u0wDvPdNl1rzPOHRDKCvEYX8DqEFPLSBvmc69WxpblbeTGfsMYNKncAgfGVFd1Gn1Dw1vCbzRGtgsUchlwB3gmqKo2aFRVDeOw/UqXFoA0anUNbFEx8OAjQFeCwko2kKsgUEqaXYmwLuPmGWeas00EPmNCDAQs2JL3s2OAm1F1E4asDTCFvVWRD0YJ4faMgtlTGE/7qX9cBNhdaa3cbRtkkK0dOW1z9ODZudPLldnK0kwh6UzLjZu+tAJ6uGYxiMU056/hPt4+HzMxwEypJa+OkIn1RgqRtc+Hl47PgOmTpz0fi995rlnZUGAGJXDizQRi0lhghGOhnANQBEtcSQREjWSJDNtkGRsLbc0KRonnahSAFapaLSN6BYSaRtC2I2llr5LSMQ4Z9xd5FeWs6H98vKnPa7aGE8kl/D0GaNUcbOZIDTeXpLBBikkONND3BFZT1Ca/qxcyRuz3uowSKWC3uEr7wld0mkAcB9v5GieL5NAr5E7BB8SWC51aU/5hi1f9RaaacDsOZfiMtOi3PopaIF6RX6TN27UXey9mMXKfs39UC+KZsTdAKGD0yo/2HWIAG/2XwFFTDFHrFZLmkIJSmZcIbkpElymLZQKmekYaTOiGWyDx1S2WSqnTStsQ9QwE+CdByczY33L2xmIL/aJv8zjeVmOBI70Q2xjrh1xLQEe6BF6N0ehNA8ZW8VgDKkjYzPofO2Sr0Tyww6E8245OtA2oL7zCzhsdBB/0rmPo+q1ITMkFAGvIn3t7uJtdpVsl1jreg07Ab7iU9fEbEFx5YChEbqfAk3SPSz/hSUaPYYJs/tVF69VVy4J8Cj4c0eILFqYOKofRhdPbl5BJnzADXESV+Y4Jd4qQVRWMk17AuOUE2EsU6OKjIbaJmRnEQC1F+OccWdR+S+/xwbnwemWZ1yKDmByxVd9K3FdhaYHWb5WM6oQhHGjqdbAhKbgkSz2VpKUCmEj4C9Pd55fwJvjGz82CIbkB0fvOd29eCx0AQ/zlR4jHRLgE6nXjoaUd3665g8Q6ztvXhc8hlqCVSQ30DY2bLfZqyqNFIbPZ58FYMAMfm+OUQ+fBos8Zq/6Sz48o1jugJY/Ki1JIXrLjyMHZIQKqFKQlmgnti1ctkG2J9PCom0QMm7adeWRES1lg8UCAuUY54w7CxMgv+ND8Ft9zQGdK3NHfHVjbBYfMQTvww/xZmhITamQQnBqFPThuYr+gIfxulMw1nJz5XumF7nxVjjyWY6AvLfhqvVx77AAB/AApBmprejpRvJsNME2tjuAbBP1bttDg9+OoQ2yyvFME50G3xwo7F/qouz+cG9J6obFcfyK9nxe9sijvBqii2QPEoZoL5Gy16qVZQAzlqQIjktSH7tjlTGLKlP41PSgAWmVoaZKv6RVqaipDcWgIMY5466CyxbGmvkN+CvfvAF3CmWGT+LKzG24TZlbwKyG4PYsh8C1I1OOKGEjCRv4VP3oeS4VCz7ZgLy07MAIFSajEQZvR2K1KBepK9CjCXmeOtl7xd5ym/3R5uNlhLat7BwjFmuuxVEdzq5DoAdoWxRhJ5BY+hpJFobuBmfBxDkNf3BTnTHxkfShcAgNUcUBdwHMaQyJqqr0WQHFKIQ2QdFEXLDZaLGPKmKcM+4q4re7fOcT/I7raUf+hk+hmRNV/AAgNitD1p3BCtqQAlJR9U4Zq9HzDBJalnbHoADTWeM+TxRYtHf+ynzL++LGWJ+qkesuu1bjqNepEQbq6Cb/hzq8mWlu+PDTzFbEspB0KTXfBqoXgWAlridFsD2NXoY7wUwBFCopDEI4MVAJxfkSkY1dMXtryZ4ZqKROmYQzHBVl6YjcPsY2kwE3lqG1wBCM7WazQNQT45xxR8GbOiXweR4N6ADig3kJfyMfA7oF5IwbfOfvAExv1enNdBlLVfgTCQK75OXEk6bIYTo5gr12tgQd8IUZTG7bM37dpQHL5/Dp3vpORL1Tq+ShXx8yxs3+wrt00hFv95CQ4yjZZjoEZCAslMLo+TxqmewEs0RhElFIJBTsclWf0GlmVLSpkivrgZ0YKTTKJdyiSwVzMUDBjFENFVvURGRFLTMB3nno27rxle07z19edXbNL3pwxoeFQm/+KyEOntW05UjXo3zDAa+4r7Qy7fZWvkXCa09URuXU/qFtg9X61HeovVVM/+/8JpBEJnhMlc5lvMs4CiJy0ungRQp89CqfJU0L0iwH2nUHpyDAKLsDgivGEFkFSCWMU6eElZk1TJUISO+sZhZBOUBRtKgaZyukb4fPMAPBeUnP0VdIMc4ZdxTl53r0neW5ve7gAGuc4/NjLbe2PniFlLH7N/43B/tqOhOjCZRC57dmREJSEYilDvJ1B3wTXA4aJPeTvT+dA/XzSGs2dxAz830cgf7i5dZzGG8LfIxXiIBHwB6mJJjS0MWej13VxT7JcgBEpbTmhhFlwaeDoGYLp+scI1cUTZvXQSTR+F74pByUIiYhUu8P0dIk4GQUCdPAgDyZzOxqY00JoUo0TVlb8kadkD4HAcQ4Z9xR+DaQwYQg+E3ntWn4Kud6aTvJ5Sq6Pirl6iXzbwv5MBgwx8zjf3EMMDQChUhLFzIhF4kQD3r/mPwOeVcY0vARZclHaEkwggXL/bc8C7L9KpYzX5bzxmj7gAqdGPTL+wOdwzdhsadlOTuqHG5Af4rF3sOSHA+0ax8q5m7YW3OcRJhcC5FEIRNIIz4BxCVh4tzhithUWTmUNvLEGl0JqTMohI+YNQcGNKpQxMBE5QgbiHHOuJvwV9VTo/3SYg4g8HpXfs2p2X6XQpmpaXGX6a8AvS4dlyBFqhhLYV2qyWqELvAbXA5NBlno9OdJeehz/nRUYHfTfKk9hWqsnQBbLY3eEM0/avj64Kiw8eII3dSRRBnMZ2a3Cn4hBUaj8WAk4HxtkceHzKCI2G/3uyEr55jHKAz5zUBclaFrMdBFInWF1VyJAQGhZBFWMVitKD+J6Bw2ShjVoGRKAGKcM+4mYrmyMdd09nfVLfdO+u7MJrGA285u+ObH9/4knxz8HjCckzeBBh1MU2lu4VuCU8GQF8YQ2C/2/Uh5R7wuD0kQwAF3l/vC0yCB5JUBkgWPrzrte3v+AxeFgH/W4BmrHsWYxshYqVrFqek1iZBMRpzqYWl87HNbELKGQbpj0uTH88ESbHQ9Ws4gMi6AYuC0CVWZnlkkoFUCW8bOa0OJzVlFT5WhDCQZD7KbbozzFIK/s3wgxjnjTsLfcU6L0UlgfrU5ffkdtyYfeb6d2nLCALeevDcEmtx5qo2BPibLSIyATxVAfQxKCtgdcSGy2uV5gItu4WVv8gN2nAUA+y+kEUQe2zJLX26Hep3i4GXC8S8eN9p245K+LIVTRMXn1+1A6HCtKsBdgcZAkP6eiPlEgDt3PmiCvGEiadjErqCVjBvPsCinMZFrwjPaiiro8LX6YW5NFoNNRMVsi5UxjnHOuJNY+OhdM8PzSw7Hj99pfIZP1YxHx0whs/zKjfeDN2bAGLx6rLhKOiNMDT1AIVgLa9/ivGnQ8o0KP3S8R6Jg+LZwvkjZ9Ryv9q5yAZt/yRugf7nxSMDGPxSGxMaeMXkCbiu7VsJGV5Fexo5QKdfb4SvFkmPrbQBFDAlliltai0Jk0MjnUqYtIshEvmA4bU1wXOBkmLU5Eq12KEmj6MdNlEzK+MQ4Z9xJ+FHQnGqbE44rOk73wVf5qm92ydGjhIGdZ8GtcYOZNgVyV8QtDTJiirWDAaUlFtgbWv/yuQahA1ZK1MfZd6vGBUQL7S5EhdqnoqXhOz2uxeqy99mG3ceMroaUGK5j0Z9hF3jk18OJWGhXAg36/pxnhJiJSvmB73eoJnZ2AUUYZCzTh8kr5AjYGFVXXUN8WCQ/hq0SVU+0DUQp2qZR5IRY4RZlHSVKTUQWJwblZgK8y8AU5zYD0Cxw8ZM+mi1EfrM3MirOkpUy3gG7GZKQBpbj9G1QqM+fut0D4bh6pTDFX150qzNzoDWEd9KyOspID/dbzyfGrER6LFrzhhVdAfSDtgGefZl4AtcGpmhr8C8VdbUV8X9OjtWFjXQCrV53cFaHY6KtoGeEKQsbngQ+RQYi2VwPUAQIo6WRIX9YRfoZ6JuEi7chMVKbNh0CmVBMSc1xE84lo/QPbeW4yCllkNIJyzHOGXcR+KVWhK3neMx0PR8P3+rNx03F9xrUYGEK+aLgKXbaUmx4Ze42sMJxnVf0YwfEeBFRKr5fyoPGFrwEkJl8e1FlA10Jstc1i16MZbzOPHx5yDL8tFVCcdWJkIK+ew6auThn0KOpSYF6kdLEHgZ3BTfRVR1daTN4cCvMhlzdY8HMnz09mnDVn+c55MXpAZoeNKUm2IU9/CJEL7DleTA+I5qX1OwEcoRh1jBxiHPAQ6EgTE1WSGc6k7pFKSWjgrFd8eMGKCWbrBSzKaUtm1IDpYVQRRTjnHEXkQRYp2udUJhGJ1vfc3ayOfEqclZOzM6t2GrZVsL53qbfBhb5LpDw+kKamL6V9ngxXxBJOFSDezioGhP6qnvZnfPymEs/ezXQN27WVUDTvs+k71dwsMmBDlKVCiCWkzQAV+rDyhv/jzf6MDHRc5KbaqV359q7l+vTi1JWhdkjaSDHw1JX+CBWoWp8JcwUPm8QmGASSukDBvdoCzg3Ql2o8uPkZpB3R8FpK826FdAnvdmgjVPitpIyR6GReDguHuOccQeBbym+pgt/YT3lY4KsFvhaL+psGWN0U8MQnjKMx2eMkbG1ymm0fAdZiORbRZCf6E+JDQ48Lf4QWKTfsxxvnhzew8YeDned1qIXg9cgJaj3sHg1zenmPhN4tnlwWE1MpyetEucX5z/JSZRriORLOotocLxQritilFde3zwuRj+EskAljPQ6UFTMdvq96qyiMHWR7M+QKwr0F4o7yMIOIIuQLRoWqYEIboxUk9fQ0AjVBjAVFUBURluwZpeSNbtIKUxkFUiTG2fHOGfcSXgOYNooRdaTQOBLje/xyfT3uHy9d/yaJ25ozobqTBJNAJF8ixDpmfkc9Bmgvhl4b3kCXiFDgAekGC14aVdVcpbQa/prU13v/MZNX1XN7RRP9vEqpQFIguBA/KEMq9dNysBST16deF5Mny590h8rcUxIZ2cu8xd+9ha9vb1jNEStXgXglb/Q+/JwZCFc0guEvMg3710Dc8U0wucr+ZEGgrIY2XPLj0OgpNuQOfhEgcig1JJh0dmwCG40sxyypqouiHHOuIMIMgHTnR8v8MW91PFv4hJfYnzdfT3Ydvgkyo1wwwKcyCG+QwI0Ggbc5L9z7COLmPrcSSC12Dcj/jOnWEeOor9IEdbxGs0hevprIjAGPkd6wsj/mM1rkOgz8uk0WPiCo1DBVbundrj2o3lajC7324uTOfFFYJvuHIBVvOLuJ3wiGxDl0ZFFDL6HhoS/sQunYZawNwdq0cdBVORlZDp7ZqfIzxCqFI2a1UDFI8ftZAOjqplpRcaIbBcmksKkwhllK4MY5xjPvtzf33/6MFI3xiOURvl78W/onpZ/aKkamk5WQvP/mhHQFxafQ00IiH7YcWRCwtf5AD6JFVO43Pl7fnvU/6zpr6bfI7AETVoCi3ipmE+aSlopUBdhw104zttQADoQqLuEe91nPHVeBGpWDEzu8BNfsz2+5m8E/yv53KraQP3vxjhCMezoGX4S+YtIJ1ML7zaTriD7DR1HzRS/Ubt9MwphEJQmU0k1YMIx64RFGCPAG6u6GsRgCIaFSDqj5AGUU1WzIgKKS5i+HwN7Rj1bYuxkjHOE/lvz0pftjrwBTIDAPSVf7B8pBi4ig5qGAG/ZzkeNOFCDLy4nNf2/Jd+6EzMA32FtePJv29677i1mbxkigJDfK7gbkikwtXnMn1Nc6U3+Y86ZzvpOdLbvDjeXpgOuQPnKSgl4oLy66DY7QB2ku2oBHYsMovFeczzacpwhJOgBog45gaFq4NPJ+iIxRV93JwYMciN7kDSSONLzc0qbkQ/WMFrhG8Iiq2PFqnyIWNHabli0spnVg9KqrxqYA7VJIFHJL7sb4xzj4TNsHiSB3RhHorTuSVTwbamn+9/7Xz5C/OgFfg2Pv63EOGMC/LZqSvGH2/MDP/H59cYXmF927Mj4Vkvbos7G3X7u3xi1wfeJdTvnRST46HZZ9Ch4o+CExl23HOsTq+6KVxkJdAhDNE74z2GjRmh3BkqQVMXYB93wUVi1tqRCPgOaWI5X4qqCJTY6QEW/p0dAxM/CKXfTht0UQBEmiqSScsTNQFLbRJsHFFZkjFBIiupQxUehrTvFyAwU0pPWWWHAT6CKkIYVGCUd45zGi/127XoD3A+fzhWASMPF65/sP5UgdPu/fx7ijE2stdzRb3a3xhJHHqGua3U+AG9nye88RO/gEWIy3WxW3sT2HeFGXcCakYdDjYO+P8NeOaQao+/HT1zu+5fPxQKNbzXC8rpr/4aLYF122HXPfWYDCP1N0PMtdR2fbxaKRPOvDuIrl342D6wWnnfTxzBRuz4aMHuKHrKS3fopkkivSdvcMIiNWkVI6f0pDaPi7Q08OkEmFgtUMos5s63SoYBGCXCdLcOKklJRU2hcRBkxzmk82H8S0g1hDzDjJ/vP9h+kvvH5DmYP8GrgK9vzh/sMwrpb+Bkgz7vywHc6DpCvnnOkgRvMSs6z283it4obdEBrv5C5y/JBf9xbQ0YIrjrX+zGQuwXNGeVJNItgmKlKgLcRC5F1E0QVG10yS7PGg9P4NSv1j3zYEyZVxf+fvX/JjWVJsgVRws0cGyBORoF5MlCRnRzERY2DiAFETiTmUs3C6+1WDIMDePd1g6gEiWw8gnDWuw0G3vqIqIqamTs/m/sc7h2+qDQVFf2YmprJclH73qxONUIZBMi3YvFSGl+Q9aqOiinEFyYxkYZgpcSEeWUFcU4p63TVREKhKwElBg2RPVkFLAKSsj/OTlDs2bGd2/jly/8R0hvxpy9/1fDCE/wViX9cf/mH9PAIy96Z/vXL2QM8it1uxxP1vPw7081rFtJOA8puEOlQPnJEH2CRT8+nbgtcYOd3DPwmOEIXb1r7YXzug4YeKQg9AxvFckiT3qjxRdVtcGBPvA6aLqf3h/Crb0PZzRzst4+degb0/dqgxtgk2etGDNjb/zuLt2d+0Ah/KddtsAp+1WYzPgqggl4TeOLFQR3kiMYYSSPJXs6gAC5JVffVUuhggv+dKVUiynS+MrtJreJKLgPRGuotllxK4Q8y5U72tSgntnMT//leB3D0AH/58m8X//6FNync/M/hpOLZAzwNHPU4Wp92F7xfVnNfGTQO3jh0YXewjrDUML1uIMR7zsy/ucK7cXRNsPiQXsT1Xfl8GxgPfJjJJjXyEw7BEYiOXgngaN8eyQN8qQFL3R54TR8U69LmvLrjDWyHF7dAzL7eDCft1hNq72+06TdesXRfAT+KSjjlsrzjb93tG70GUCWR/+gm+f8yGlnEAkvHC2wqDWS1gH/TkIip+5OtAFlqQEmPWb1KhuBJQOuwqCgyukjJiO3cwN++fPlbiG9GngP8Mzy+6ct/PGEyzasqh7+CCzvgAQp/jPQZBTxE9QwT3/RLBY/1Rz3gkIZ9SxUMVYm0DBcO7OyT5JEOVzCko+DdGq8zjQ9A6VrFm9YO+ujl5fO1AdA42b8amowCo3IB+FJf6wPEI9Am3b6kLp3AQ6sY3+XdJetLyivM2K3s493D4+0N3Ei+44EuGqeqbhm4As/GDdSGXdruNs6PvkMQuvU6r2/4m4ISrMOTh5c8vI4TfAc5gmwR5JNi8/IQxDapahlF6Khyg0rUnKgoSUJTMHh1CB2u3FTOXigXVZgtRWznBn4hNb1wQewY7AFOf/kCwhP3/ao7avYLAoybbd55peWnB47WHQ/TYInrC37Y23opaADT5WU+9hqjWCc2YSyNZl5zXyBK/Fb7o3ZtROtwxMcB4ggJpeWHJSOADcUhq0cuWgG2f3QNMz+4dyz3egJHzYd7rjKeEtksyxv0XoRoTI0smjhg2sTfsMuJP0rz1S0/bOKTeMADHzNp13+meBBQL8CSVKH7/1wN2ZcXtyTArQ4vYaoAV5hVCMoWzTFOROYCKmFXr81jM3bYmN4KJKhonwiRUZRYVgQo9DrZS6jkd1LjSlFVi9jOTfzhr1/+PcQ3ot4H6Hmulk//75EA/+M8BT4KHJ26qIdZ2tQmajj0edR+ja9cw2gub/NNLXE418NaZkMEBUCy8BH4iKZOt8Geh3gcMOiQ4p3wUYfMtEUFaDMrbORW8O6aly4I81qE8fC44exRdeJcYkIzX5Dgw378fcpHhbMTbEpviBRmvrAV1eykhOM3T8M5UePAm2egYy/ZV3qYJ6i/QiQhsghKsiw4Z0OxwU0ZnYZpiivqFSzWgEXvRyO8VNRybklQnAnBrBjbuQ04cv8S4tuAisQ/cKj96usev4hL/7+aCSfO9wGexE5vOxh/qX1sYzqEJdjwYX6+XJzMr05eI0AX4XwYUSa/DWab74vW8xPAZNQC/T3GVxwxWDltfN1HNpnfOjp1GUTQXZcn3+yHEeYUWE9gbDjXO3DPhnqJWVNg0OBiUIOpB2UZkfl2uniC7yhNPPwLcuMbA4dmWCUeASHP7q/5oSUeJ0OpbZgrgIE7kApXi8t06joZjYiqLoSw4fTVEAvFKW0Beb0l94PpAtd3gb5oQYjt3Mb9OGV9Pf7ly5ecif3NXPjly39juP99uKwy/fd/HP/u1j85nuOBVx67czmTpEPb78GXxUhZMFAGrd1Q8n7eTxeH++Es4bvx8unEb0Xp+QnAphXf8jV3gDw/yKq4fo8hm8y3ML88ECj7eHfsVOAOBCTwFYCYLod6wCvYj3A73JK6R6N/Yze7B3gxX/J+Pv4Mwjn0MMx7/Mr5Pp5S7pq/CUr7sT7+Mrw8sgI5Iugiea7RUiYJE9AYoLPEhSKV69LAmFUuFVnB5xNdVSFy+W+09qNAm+S2ZpEa1xAFYjuP4I/vJMC8CozdE+f5ADT1h/N9gK8Fxo9DiEN3OP71mJduf+aRP2QZeWCrMtHem0xAeKVN/t7gD2jt+TGINjBIvGWoXfDY5ZdSNn8h2nXS+vbRI9hhlO8W310BYk1c6rUUdBU3u7rx4oYN8G0yaEpi36fJWUPDZUSwKWJA/g5yAChzxG49L28F5/38fHHruwXA08xhORZ9EWKKgTmYMBcl8npHJHoUuvDLeiFLJRSf0GJZI9KBkEpeVLLG8jLfWmUoEe1LQcR2buNPA1+9AX+Sv0f8IR/98Bz4r3nJ90/In/77TIDHgINTv/WexvWbJ23uegA4eHBEvumXB7cvAT9zYSXxg/Dfq/sp3sD0V6+1ivt7O2eYFir4Ip0QMYcM4RTm/fh2AYyq6EXrgZ5vSGABfXnuneBPWU5cS+fFz2XVRNmXuksKuGJv5Kdi05DP30h4rs1xRWb7hhwkpFSjNnUU5AgTSA353xVEVTik22aImYqvZlS+KmAD/UwfU4jcGiVxWM+NTMkZWm1m5FpCRTg/tnOJv9Hz+xPoanVX+avQPcD2GDBUYDss/4imr37hXPjsAZ6ALIyfhYNZFTLQIT/zHCBp7fglRl74yJsAgdAK34MCX2NLL2LRzVedo7rABFRXg3xe1ANkXhCK2NB1r6Ss20aBQX46JfEMwkXEB08w80SH382AmJiy17GO++ifiXq5AX2QnqeLW5+IgAPpuqiBiL4e74fMEyfsdDbE5eV0+wgWxE/syx6wuQLYYpFMi29CXIJ6EFT38YCeWIShFEBhyXOWAhDCmcPSYYHUt8yiIGI7F8iruH/sJ5/ehH/58h8a7uJD3v9Vj5X8W9z7R17M+wABlz6jQQconcCFUdnIplsc1XAZjh7A4jx5gGhneD/096G/kbveiTL7Uz9f01UREq937KKypsIWia2vmfT8WvIkyCFaVXwwjqrgK+2pa4nvZUCfxuNcNtIkVrc5jAnRRxrSZRwe88PE2wDFbkxK2XqjziNN+SsseppueLkFY/byCJPlkjJ6ICIBErSCghMZKWxA2kaeBaV4b1fo7hyimCFDGgsRddUOFSbLXLUSsZ0LzH/4C1jpL/WS7ZvQPMB/9Lucf7E7Of+NZwV5fZgeYGK5m//ZwYmKYtj1cCHRtvGV74LWeSdd892tb++jnfSLwK+4FeN1YGMhspOJQf1+jG28jv/yduXgsnvMC4eLFmuO029Cio5fAKaPpNnbetkYihSwiAa3HsN4BaKtJ/iZSrtffpnDsvt9oCG1aeys2wD5+J5qhq5xtZrhv4T58tZnTF8xxGKKiuCeJBHTiKgmBEJRlAydhdFdq9zqBptWYiSiEgAhy1FnPWVILXSGo1BzmNkl58d2nvG5sLt41vmpefXVCKV59YNn5786uxtFAzWLu2A+AKWt2uZHruJtaBeCksow9Ru70vyghnmyv0a8eBkEWya/jzWeOx2l+0eJQm5/eRP968FHQfS7NrTKB8C36LtpwG+gelVUBRfmiYAo0x6R4WzBI+EVTLx36ipfrHUSpouVF4j/LjfGcaJElpLSnO501lBJLbAq1HgQy3U5tZDNKCAxlsxOGrlFZwL8rNAxC+uDWH+nbc8wyZ2ex/c9zlvflyBITEKkCdvye1Ebq+fovqnR94Mn/0KKEdgvLwx10krM075199RlkHgBdB2+w/UDKzzBHUyi8xy7lbl6xZXlFXgRhd3kbc3ZkO4/XPW9rIl+3oFOIICNzzkDNz/K7GNsmImWsAqsRrMwfRlzo/E1TBcLBJUk4RSiCZpqbNWoT4zEKBbrIJSU2ygK6VLKzL7IdCISzYeM0JgvENt5xudC/KDrIB18Ch+1nPzewQrNZvD0qFyDdEVEEtDncUJ+B2pjR9b5W4Ib426kA3iIdMFqe2/Kb8Dz9mDY7Ru4L/BMba6VsNiJ9PRXWraRpxfRcn+zIfqdW1XRusRMJhD5CNGKD+J/l6kUB57mSuwvI2PPbXzdFLgxR3GrajCCmyKdcmZHOtXFG0sJmRQjySjrGkiByIqcEpS9pFsZ87eRHB3becbngg59mpqTHWFv9BnyyiSSa0MVcg4cSeCJT5JuF34V6u3P7zrd9TaMnV+CFu1svjCR2LoQu/Z0apvLTJ/uExmFZgnmdy8vPuT2HDNR4Ort44sa8wOcWay0nwbcz5sttX5JwD8juXXKeNISbSAevpsKWdsViWnWhL4U2IbIwiBfrAilMRUFU8qiDJSlZpZAKG6ZskoqFMs0EDwpqdBkLRNCMJxz1kFAHNt5xueCzACmhgP0HvOchjyxPT/eIeQBfuwzwCZA5eVlkuvlObLPDHU/5DX4GmXf+nKx97yXk1sJA1akeFsH9DovEHGw/F6rdqF3C9wpySNkXjdeu6m7NN+CZ+7U+/3D4zTft7anGd66pBFtTcrEggpsQ/i+cV/MzJtIB+pHY3N7cogEyNF16hRIE8OsMT2siBRGjktiatmhgRiR0EoTps4CtyiwUidLAiun1Mow0jqzGZFkyBVavyJkOj+284zPBV/s5fmlw/ArPee5LthJN5DjRzIOcnsrebTzOXgJ3wMf3TI6fWLT4ALH9d5wlGHV1eQTK2Udgb0un2I1dI/AfaE+BhTjnmk0dUhnMHcFMX99zQ3WHU9+Nu+W+5RumigZ8Z5u2xKti1ojExR2cSNOZnvgavX7Op9A/7XNr/IAk0iSbyKd6oTSQXuUg2yU4eDY7JMpBtNWppIMRXJBfBVjEgWo6MVqhLwg72inhY7YzjM+F3wc64AtD39C87V87LHZQrgsLQ0s5qcniOTjsJ6wfyNsxtuA/9fOl9nQOSSbPVh6UqVRPsemz+medvsS/W2rpBAgmx43PT7I9FpEZX6uCZEnwdgYerdxd3dBdt6VVJSafMtr5krbvp1AkOAt3bB1uIqvOShEEiSN4LMkD8WNVlILNN5TTj0/10VxoFJZelkq0i2CkFymf6edXLYSnNgQuYvIjZwJ8LOChyaPT8xfx4vAcRRvkU09oBfH9nciwAVDveol62/C0W7rJSz0j3kBVGOhn4SNUXFORZQPr++h39v8AprfJzDVFeOK38aAhVSxr91o7ud+JTeQI+KNUqLeLxPFtV/G7e6nF4Hplo8R5fTgBEARwSacwFLEP9mj6c0oSJh3JEhqcFqVLFJCtZ5gDlsvDafaUSLoy2hFIDhkxOW4vjFgAaix2M4zPhd0ZG5ZP19FTPWGhVUyGokJP/rrW6W/HVgJQXEwtd8AeosyfxvwA+GzX7L2rRED4N8VS+dZAL+AlBcC0M5wD9HRDUGdxdmDS74WOuR8w0xgvBpzpFuJNnhmvWl6PGBlVi1YrLfl6boWV7sL3TRItGr8H6smpxJ6f4L+XkAyBSmD/yQN0wchNnGaGd3fS2/NYawk1OTCYwPsbyajepmhNJ1RQrUCkX0cUTe284zPBfGVju7FbzQsQx7CtgcYAsUXD+1vh/lPK9J87bfDzIsVId/f6t5fGbtGZr3llxgz+lYAhw8D2ApBMZTf9iF5cWFREMh9QSzf68bbZUJ0t06gZcc6uHG9yoLGsufeBj/jc6unRoQsy81YcWffNqwARW8uTnz3xOhMIYQAUupkB5QiXex0FIp6Ki5j+pU1FdxHyTlc2DFMINGbFqhh1QjZ5qhdhkBs5xmfCzpyebzW1ylJOT/e8XJh+TVviMNdhjEe+q/Fm6qRT4hI/nYgjflc6JPOZ0EKW9epffWIryJtkNtMtiJroEa/ZwXoT4wRPsO6AmuHWDDxnfR+oOJuWbH6gKcnmgte8spqnwYei/HGBlNwqr8Ut+0NZbaKg49LYDiQj0PrdNfCAyRIGaKN6q+lO5akpRwmpHVI9ooo4JTqUayMFs04amurjp9iKsiWYswoBGSTWVRozYcQVVggtvOMzwUduUuvShc9nw68V+PUq9q/hZNONLuGyAaI5G+Gy7vHh/7QLbscpg6r7h16utjxU730/oj+9Ed7b0Lg5CufBTLSXN5JlpAfeqmXw2w8Ald9wFOYp12yZ/CsVldQyTfE3BpFlUIjZn578ytPFIzAbwjfFkTn8TRAFmIKUIb4BItCMYmeGvUBM1XksT2RopNFSo7rcEJaikFfFVSrlApFaKjK9AZzLdFYbOcZnws8rvmAWz1yaR36wdYF0COuCquFbRi6F3BtnUcwVH0BbJiI5GrN3wkchgc98KUxkCsTfIH13/MVOPjnaT7icp6f4YzpfVOJwhfEIrmC5s2ovnKjwgs77B9vb7baeCUDXpW68VJA/MDlST2hdDHOZqaC8XNfT98DEC4HP3IAtumSD9Llo8RHYZYINAICf2TskKnCjlwUSvPSseUNOguwUjqOA5jBkPGI3qAyo4XQLguzCLNiO8/4XOBxzI+OVejCpw5wngJjRHmNkYZwqH8vYiL71baHxPcC2Civ2+pEKUakvfkOWxpvqZ/217MfihBQKSRhSCC5orYK0R82bH22rDVKitzYcmpfMSCo2tvGyrBt2sjQCH02G2ft2qrxX3ZwXx+EvtGriS5qIBPhpQ4GVXjRRBFbIZhIhZNl3QpJaYpcch1UKDlLs9yeySygNJ45seIIvUDTDYlIA5BiO8/4XMBhiYkaX7PZAdvIhz8wt+NNDFKvEOon5eNI5wdwjhT9NrDd0vKY+j4AM/QHYAjYsRg+vhV5eQVZ/u7CQ64e1dLlO+UC8oUIRzaskxIYZnhVlsFe+Yb206ibg5SZjxtT9W1lbnDOV36RwzTxd7KvDpp+C82KvKcr/XKg46tujxBPFMqxSAoJGglCiZRgVSGl5ghaqmB7arM37DoShFaEcFajvFpLaAqHhNmztNKyYzvP+FTQa/4mvvK+HJ/TEx9+yEN82+mokFHIeAmrtPwwtHYFTj5D/G7IJ6B3Wtter2sB9iT5gciWJu/5cqCUE5bpBlCYnmvbpAm/ByagKXfIAY7OSrkEez00nlUu+WywNIFIBQGinjgwtjpdzXJKj55xiAXRJLIQQNov7TKxhUJnMREH0a9wAMVZc9IQ6dRSXmwG5zVBkiMGtKRzkQmlQ9VLKSTXJU1KZZlJ5lBDxHae8anAo/IJltC/NbuLA70ZBXK/6ug9dgSLjmiERlN9P+RqTuKbesAhieu5j6C926s9EpFHEgphA+0zScDK4xuZpoNrOn4abaiFLX++Hfw9jgawYiHoQooyiwL82i9j/toN526tdmksXS++C5KNlg6I4o4BleQ4717aY0ETHeSSRiWhGB27ICTCpZRQHNLAQB21mRDIeg2pKyEVxKJoL6AochG5G5kd23nGp4IP9Yfpbpi4PWPB+810xE/8GCMO8aNHsGyCBmY01asA+wjpLcj1nMZ7WjZISHwajb2TiwcfuZr8qZb7t+DIDSNWjChwbSdaHOlFG/6MzjlJcDS2fEAosyv+aEEkEuR4xvy4pRQJuZxWtYyg4WTjMhrwAHOeXHCvn1QWx4qx6pd2dKOKJIygEi1CAUhqpSJV/bVBylJlluw8RlAialzozEggTknIHMctdGRC9UpmLxTbecangg5KGHqzACgmPrbP0zrz16sdUlcwlHZZZAOcttG+AtB4+f0wfIBzG9/UgWdsbSDamS7rxdLGClso9+WtXwK4HER4Xhz8U3d3J+UEInXoFMjBEBY0RlWIktc7cIqznPQBpUjwlkVpSgtRwlGdqs+bb6Ux9eqEAH9JyIPSHEPQRPJXIRJxyCB2kiuElyWi2ILBGkh4ynG2ig5+JeVMejbck/iv63bFqB5lO3qCWWcC/JSY+L2uGUd7MYB4eosCIgrzHTjQ8+BjoIUFnLL6RbD1EN+AV7X/PueSoDd1wzkfSYU332EUyiq3/biGkn0XccOChK4uta6T/VzSWkuiYkjsHLp3ggEprq+THLCjRVS3Sx/wMB3k1V21BrKTbjKWXKAjj0dv8lNvr7nyVvoIQC0kEwVKlWgsh8Y8E9wTFZLtWhEnM1OBSp+j2wRytFqVUDuSXKHl4F9BCmUVsEAvMoj4j+0841OhmVAKsAe+LESn5OEX/H36qnP69BFcpPNABQ0swOTJ2z0WOG0Xx7C632KJ9zUrzNPd4+EJmyvy3/NkIK/5thZPnQIkfs38xY3QxKghwZ6mv848gfJ0CStbyN59HZovu4oFNlbUWriEoy8h8eSMbI+/AClqgWVrbqvlgHL0U/JcbhbaAgkjIPJwnGEUF0gmKoWOww0EfwaZKrR/RwjJozWnY+gUCFEF5Ou5R0wzzt7Fdp7xqaADXC6OkgF+/hXLu2vQXk798iWXxaoKZIJGaF6JNxZ/C97d9MRToiSasGzMNkFT/ZN3x+3d6ISwem5trAv+efGdpstPkg4fF0EDqp/OLn67jrQ3g8g3fpa8p4Hpga8rrFBLeVhw81Nsi8QJAvQHl1ji1ecACdJJEsgaLodAP8wBi7GsGam5faWgq4UcGiCrB5MRLqbSBHJMm845glZgWTa284xPBR7ImgQNRzQNC6rp4bqc3rnTeaIjDEfmC4TmxwVp6d5EL9PmYOB/aswzjtUG2pTwMS9CNJRfGrp/q1npEqtvj4zPF6M9fqe34xgD3h/GRz4SV3n6b3ocGRBcys95OMFGc73SqU6WnzFcR8CKOpZ4YJz02oMmgmQC5A8TSdBJYyOiyBRVoIdtDBlOVIKkhlTYezFGgrhSCiwqKRbyHCBtbOcZnwppjqMHGAc50U/Pw9SgfU6bWMDkRxw1hh8F01fTHuV54gujuMl9troYqw3oOjpxtyJAO1aA6O/lJwevl8/+lo+CGIeR8476gJfbJ+qwVW4RguIAZqzoofuvLR74f1jH9dHHJe9/nXlRaCYBjm8cX0E80amlxAuIaIIIJTM0968JVLbsxlLOsHfohJUVXec40lzgvwX9F3DN+E+Ps5VDUKdiO8/4VKC18CAfjBqHKo/VZ90M3P0GPRaXr41e8CCZTwteMvixQdpHFBtI+sux4ZuqaMwvnn+8yVHbePYtTiA2Oj2Nw+oOk/ZCvg72MUTgWLvHVpfEN7ai7Y8t9xS3ES8zhrb2i3cUduxRU+3qs4JDpSXIEUEciEhYYpMSksSS4yASTkYZB7tv/K9gQWR1ZCI5i0LWsiLXpZJBuoFszQVb2AYzYjvP+FRI414cnpIP8zWvBzd9vdvhfjQBNpAIxY+KZKZ4dcvcX05PvOKqBZFnxTZe3aIRf10rwO3qxB0vzqwwkNf21/iaV7rCtgvIHekLJ7ExnQD5UxcygckyfkNrPzMbOWqWLMha1m4jaCIxcEnQkGGiQUhCRAgM5YCW30LEwa/SSJsYEkymwnGhSmus7uvNLPWNZaM8ENt5xqdCGk5E/RDVDWqcXvH4nW/4tkAKkcsba0MyMDMOhGIbL+V/DL5pJXzuRbGXfAsVhQ6S19QuiGwjvxO5RToYRfLVq/q48cb7zdfBqFetxaTfAfX+7BGoqtMWz8MVGXTwGb0kg8W2aEnUm+JvNBwQypmPtpdnzBl89808Xb9IgMWdMmUgLiTXQoBSMk/NjhC+HEsM/NRjL5xZajDBZHp8TR+5QFltRC0EKOV/ILbzjE8F2wrILZL1GFWClwn1DccH3irWrGzFZP4wZn/0YBsoENL3BPsR4oDXrLvdEyyKutYFzJFPoLcfeLQ5jEHUGWsa8+X01e82fRkbrLVxa41RKLCQYcPqmx8dfukX4rvH/lo0FOdG9BdONw/w4orv9xOe+YG5J/VyV1zAOBGiHrWRwFBSOIagiRW7jEAm9JFlCUFVsl6ChVoJB2tMbFykyrFg3hvbakWxqEGaoMmo0jIEivh3kdjOMz4XfHiWmXAAHo5l3hbND5pNdw/XFw+P+YLUKNgqBAFGagPMOl3io7DdkdeteM7Hw0iAfEcEB2j0AXMAjnEgyQC5One3Ih02Wr26ZxQNcQPjBz8CG6pAp8B5+Eyb4KzNlV3naqoLCL7b8zRAe/tMzzrEeUgNAYXF2rCR4lFtqV9CyJ+RcZq8hLjC/BEzSGk2nEBlJO8YNduchDBA/CR3b5ljZN1Epjs7Il7yItKRm8Wlih5HVsaxnWd8Lujw3sW3XvuZveZ4wGB5nD9MX+/4BZ27OziCKBS/6zzWFQMQS2oNZp0s8FE40g3oXl75dbvfG5vpDUWinlUrj7dxYOq3zwP6uIC/q1zqCXptdHu6AuA4H5tNx2spFui69flF9siNr55Ou7ci3om6GKAkPrC/YgISCX6+zI0ofeEYif3CkWW6HTGAPw3lzrTxRGMbPW4QSSTDkDMGimNGZIrFJDi0mauQmcA2dRKdaSX1xkuNSAuxypaHoN7xHwtFRO2KqmSScWznGZ8LNgUe0IiWZ/YAX/Wdn3BE0yBBhZgn8bC2qdWvoL1wkodYt/8dcJSHX165rDokyDzjpnNbyffASEpktMWb7sl/+NOF4F5NYPMggtoCSlbq6CB9BHmMKLqNiTSrKV48nhb3Ex7MQYtnWdArLS/uOm9q8q++xnugy/PKGpw2yHxyaCBAHEZcTbTqYqhyufGu/44kCodAS9fAhaKCmt/CCjUnGQ8IHmxZQnKhSQ0FggxdpxQkwueUtouson9Vie0843NBh3F+7HqDAG/i+NXxPU0392kscbfcCyf9Ol5Bj98Tr1v9NLXH2LydefNcnwWvhkiT2lHJMZnvYO4D0bCcXic4lD42fii8bNbInugnaaN6UGBMwhMLZ3LR8B1v8Xy6ueBjf6HSlY4gfg3FbU5glxuMVBs1wz+LKnT4GioS5otT4IZkpA2Ets10nW70ZARJuVAUdBEvrUHQf0FmpLpkSx9tZRILahqKnGLGsZ1nfC7IntOoM17NVeIxMBrCgU9E4Effc8VWI+NjeCn/d0TbBpFOiJ5Ddtpo7zndurBrSkguMi3dP2CcinNo1tBPTHvLMrDJYQDfPL28/izcpxKeI/62vF1T4PPwZEfbsE207b7LZ1PQLH1Abiz6x3FwhjZ1aGxBh8TTM7dJ2hxBXs/e6GqHWQJsYZIJ2IEqQfw1emPQ98xeUvlESj0rqrt4LLI285zvwo5cpIAKFXNOYUbGbS5cotjOMz4XNF/UkYl/v9yeWB6qeVZ7z8vCqPBwjeNeOcYJT/DUUf+b4lhHGs8UU95P+v5usezY3IUn1WAOrKvgp9L6y1SukNuo8+iTEwVkwBBHtLuOSYDefyugM3TfSgNlSzYQ76PmVuZ2YoOykhlQx4lHqDZG1eo34YAqPuuo8aLnxy6VaisEn5h7EIMzkmBSJ5hSsGyhFGCqJRbOWoUV0okNzXDx30KDi5TQFRIcEyDCkHpuILbzjM8FHvHzZbJXHsnLQ9Xp3XT3gOP44XG/10kgZQnbZkicOua/HbDJkD4A2KSv4f9g43hrx8B2ZoZTRkwuKD6fvh6ipIhDOqMO3VHE9HOF1hB3Ggc+d94A7Z++0mONJVr/IMR2YgiijlbEPR6bc1++/IkK9Tt4HQdX1+KeY7mY+i8BimienGmDSdEH0+CVcNFSm7AqQhGVsgIwZY05CaSj6QXkyZUKS3IzyRos5nxXEBVGrqLYzjM+F6bLSxzakWhYmbmZ8fZxepQZINC6pRRO8kLE3wFHefc96Cx1Nd1wTBbjotyNq74V4I2H6JMIg02m39SxHvANHOOs8dbAEz892k8SefnqhX5PbYrvzrLTvYo2oZ3QPMzlsZDykogBqMLoum0qB+JEJ8QUJ0ASCT4BypSzXnpNVCbKGKERWGocJwpBivoMVeoZCk1jIaSiJCjJkbUqtvOMz4XL261zTUeOVBztD7z6we/f8hxVN8WjVqjwvUDr/7DmuXFqDAIXMNlF29Q/vjh7Db7D8hGDZSzniHerSeMaQV4rLNQntp8d0aYAp945TfSXmqr0DQ6LaFnbow1yGiXKzYvICmkB1GLUPWK2cKKzQR1YZGA6BcoGko3HspTL0eMSb7UAiIEkEVKbkKzs7ObipWzoI5QMSE1BAQurlBAywQX/WTa284xPhWcc3hskwvdEr3FDW+CTITy693ABQw+cOLI/HH1dH0qAdG4Z38hMYe5rP02ub8gngXLX08MdR+vr1qkv6DYnrgXrtQfWD4ccB/qBPt+RiV/o9/wQLuDNPX/k8PM239xDzXch2vWDzx9toGdtmzZOABqzP6LSb3pElVM7i3wRvlLjGlFdpMyDTlBiaAUN1nYLRshZuqCpSoZWznSSaG3dGiodRYpQsZClTc4NHSAptvOMTwUdku24zFe9HAOyYQ8P1zdyE4B5cUPZx+EotQ3aD+Q/PgPH+9TCTQH/bHAGueGVa3wAof4qj3mDyURMIW9D7xHYxPHPx21BpyrQicVHP9aAC6hXnfF0nQlzvkWt4sG1k3hsKi5kY0MsrOHC9Tp4P9A2kDwRLJJclykniiAoRWqsRYKjyI/NsQOccuaCOXO+2wsLKhohsChR89UIGo4ijJwVitjOMz4VdEg2Fjt2gNa3meOQv/WsKHHiqP4GkAGPtfwd1njz1R8IymkaVr42bT4od/z7FxW7+ZEPUAM6aQo3jJtz8KfSQA6ExSM4Pl3ceMXWKcChu3vk8zsn1/dEFzBHfMd3YIADL+ddIVvk3XuIuIjWjndz52sjhQBvb07tOJEEKKpzU+cOEZY8NEDqdMS8aFyZ2qYCrAt1wIogQ7Mk/9P3c/uEmwm9Ei0bIUsBvZGUxy6cCfBzoh7MkdrAqOebX2TBdBT4lPCJw/q9oC0CkSqAGxHSx4Lbg6gZtJMLwEssz0psgr1mW2CQx4fHO31SdPaIYTZ55/OC/NQolsL23cHxSY4NoOJbGJDvc33EZBwUGJoNsBsXfMaRsWbY19OjX2ige20E5ul5Eu0WLRAdJ0DfhljyQaAnei6mEEAXDkOCaTPLSCzNe2tqF1ZwFsDMohdaZmJUqHYLXdXBxFgACFFK9qn1K7bzjE8FHceFALfPL8XRnpg5r/o68VUg0x3s/JgNfAPEDYvVNrx2fUdupFttD0DSgpIv8EzF1lrkz4U8gr1Fnk6eAVckO75Dh6ooQux2+qZnZBBgpl/FhwJWa2LE6ufdM+lelN8DSz1Far542vGT4w2szTmv8ahX+MS5yHyLxRZI0PryCSIcASS9/YO+aFeOBw8aWtH2xBDut++BAeKNYHUKrC05BlBE+FWUuCiskiChtBCkpiVj/BeXzKBi0SwRxZzhoKpVMaCrlvlq010JfXFinXYU23nGpwKP4+d8x3C/D3qBhX7mR2mnBy5gMvE2uQ+FzXm7OyeMaIEjm7PRMjaCT3MVrtr+WgcZYqRVtsVxAC7nWU9AmKREOpgH64nBJZ7BTukNHeAYqUsEGCwJLEiRUf6jl/K5VQRi4VFDDGg8zwc9ZYxp+51LHR84PU9ywyk7y7DWbgcXUN5fu+LrMXueZl9QtnZwRwf/Ls4g5FpJflM8UbkJswRhwlAqXKjUSLdA1VpqM9RMBlJpqrPnuKREKVLpFbMLSmQhZ5duRRAis6u0pDa284xPBR6m/TtjRxhDB/tTPbxpavKGHmntofxI2IiP9ecbsW54j23hVkUS2KYLacWAbEO0AoztSbPTKwJOXH89epFXaK9v5pVZTBx59uzmaT7cY+Xy5SgeRXlBBSfTD+wG/MxQbEH9fyJPmv7wTznEC60sv4oXzxi7/8PO9+NCgYEA8VvJV6dCK+UWgiySSEAaEntacIkaCHKRxVAQnbFUsOQYVCgHQbSVCYdeg7G1R5jVCEKM7GzRSwqxnWd8KuigTHu5eTXhPN7B+mEvPHFevhryYSClEJH8WKxb5hXg8UGFwbAbMFqsS2ojls2ALpRnLU/0nXC9trWBh03/U5j+/sI9fexhaRs9gs9498KpWuXBL+V2y+1jvZgPA1zk+ZG9nT4+UbIAAM0JSURBVD6vo45T/24okQQInaYK6lc/27KCuIK8ES6XyCMX0olTEplQzGL26JaOWSyI1qxCUycWCrfv0g1Flti76lCQiq6N7TzjU4GHqd7n69RxG+FNYR2kvju4gHePoo6Ph6z4ezRMrJrGdoDWCunI+jvwyzDf8mleWjJ4r90RN2LmWb/OTlccHo7vZukgiE1cn7rXr75OcAPcOCASe+we7CJQ8dfFNlVwbfoV5ERbSb36DL9szHny0ZFtTnF2j8OFQhQDw6hGzoTJtKbr7BgX0m4AFLEgjc4dABPMJ7+lH2bHrxQrouHZrjOUGbyZtMngVno6g/6JtkLJCtGMtTXRAqG+tnRs5xmfCjLQkHEER7yB0SJ5P4hOSj3AvbgZ8z4G3Yi/P+TJVnaAiU83urgg50V+HF9k1coMdm/IMUShdqaApT0y28yzbiIx9GWFk5keOIDiLebLfGkF8bgnWx2ruot3y6Cr2jSIrMf+26vDVsX+YKR2eOJk7OkwBY57q0iAGj9WfIEADbGFeANysBMTUmxDJbAwFTEFSUqASjdnTej536hLSRdMMB9LKprY60Bq1EsZWqWcG5UiP5SxnWd8KvAAxhF/9LDsGFmOVxaNu2k3D+cHfziYIjwEIo/w9IgrJJ+bXXfOWl5gVo1Z1UNTSXKTebZ0xga9FrxwFwy7IKhHjCxxL69e3Neg6x0Az1x65jvPvrwfHPiU3KWIfeeZkxNUHRsBzkOTfNU4w/Pxj6GQKBqjSBD5ABElpyxCKxYKqixnnGIi6Kmfz3OBlJu75+70BZF5QDQTgLRskCjp2M4zPhVwAHeTfT1oV1fhGd2+p4HPhHbBNWOY9aZl11nrbXkEzAzDCmKeVJYWyCorHKO5xbp38RbnxAsX3dWFmc7ffM8EZ+zczVzbPF1v9gQrIefxNZAkyXuIqLnnreHSixxjw9RrjQTSR1ojnDNPTzq3oNkvWiiPjy9gmmgEFqkhdCrsoDqzAyjFVPPKMj8UDiM6iRpMqlAp2etZcgKs1zMENVWnzYHYzjM+FXi7xNFj+ARQCUbPc1yXkE9dkvz0uAeP09Erz2lgm7bYaXjuLz/Ypvvu0rGRkRujG7fFFFaN7EYsHMDSpvDSfdAoLkKWzFk5OoqUGgEdZtYSyUwocMc1oBn8HrTrIDduAKvXks+EQDrhq3otKMBzB+iS6kNQ5gaCJsAfpI2BOoBgpAgqIwfNnJYxxU6hkSwoCYgKdvN6uoe2YJEo5kgUByBhNZA8WHVAalAltvOMTwX9MIf8BvCVvzi2+VFYzftC/UPiMC0ekiD5bRLgyBz8HHjhGqMNxdKF3KCd6z2K5Um2jmVN0keIwrqhAepRlplJ7SSqGZNbK561z5Ygx+GffWED4D2slQ2Z/5jtXiTVHzCtPRx/XiW2Ak3wtpnbh+dbHSYn3gFhuhB5mNqSO3owgn6YTrJzNjPClbPCMDVBT033AjsKZRZI16oxkTpGDkZn0YYowc64Q0Bs5xmfCTjIZSDvwD2v7OkIf80ZxG/Dd6XY+W40Y5nu1qCU78EJfuZis2dPQQAF1+vTb1FkwQlLUlkR4FEOAURavCPbqa+sjBko1+S3vfBrdZerU4HmOAc+FcwuwA3kSQ6UJNHnXfJt7QedYFy00+EBZHWtG53gZiw2pSJoovNKoBHISIkNTa6CKjFOuWcrlgvpoBQFle3qvl4hWFILgtkguJbOeg5ZuSmA2M4zPhOeb2khkXgjaGo4zo/fsfZhYB/f2clXgK8wDVGAweJvgwBHnRyko6e0+AmMBdZDhTXd6Oprxfx14RIuN/4o6dzzHQZ1JfyuCbw0lOfkPVqZ+SAdyi1aMfm5K/1E4f5Rr4hQD1SfbBrg9q8/P5zQrdz8ebzhpwBMgM/4PzZg9gA7WSkMlIdQIIVV+kYwxfTNtLBCSG2LMhaLRYJLS+4E5O7rKaNNzlsQWor1FhtguGJs52+FP3358qcQtzH/5Y8bB/k/G3hcvpPCbjh1POEDfBxew3/v78Y8vuDFNLf09oiyqc92/sgBoVmA47K09RXpYFWNdBIv31d+xANUZ4Y1eN9oS/ZcRFdnXkVh4VrW/VDLT3DumKfb/3gbkBw3LpBZd8TxrQc0jKo7geOna59rObEfzRWFNgo6rSQlWjN4YA3W9ToAEjFRxb/jdAKJiADrerrAymhWUMlQZHMIat+wwojtPIK//TmENwI8B/zll9WeQMb62Z/5byqtDBT4Nyn/qfHOc4DC4e7h6cgtwR+MF/soC30nJnmAc57c8gbNGzSUx1ihmqP8v0kN83LmuVHo5V+UrQL37tKQEx6n3kagOpyzUuMP3KFGK47ZLrkP/088DXjPJ9eEnRiQw0vvDYraYw/cJuxCYxUsxRQY+P5AAjxWI84BBkRPZo8a9N8QCUXBZyY6iRnwH0KgiEBQqcu0rMKzJs4kTzdWyTPETDUpCFeShNjObfzhyzsJ8FcRIPBLKBLIWBHg059d1uv6yx+P7ox/HtAD3DBDHsIvY5ow0ysF309CL+AlekP+q9a9WUbfwgVbeEviBr8NAvQ4eebbn56u298BdfDpgOuFe7ce+vtjN+p1rHfXzLN2ywdEomdP7jWXM691O8VLzzfXD20GK+9P/p9w+Do9gQiVK2JlRdUtK8dAnJg7cI0kyHsRIG9D5BdBT+wmO1edNhYIniKXmJ1YjII4qqGIQFYiVMmapEQXptAKNi1AZSSarsPrLRkl1ai0N3yaAOGN/VeIbwRqYkinv6wY8F++fNGHDSvg/2FaPP3t9Nz4nwoTX4UUcsX867ZlD9jzpope7MTR/b0hC30NNkpNd9OzvuDGvKSk/oKIBuaT/UZHa5sB04NaorlWxpoANVc9jcUK5+u4VDEizzj6BIfz0wVEps4z8iE1KXjjH9O6Csx7YJLbqDYD8rIwKvb1YCjaC202wK+ncmNxjKDWHls6z0/1FOIS5IikDYegmMY0kLDUP1G4pZUYxAwmTIHMFGIgU2qcTfJ/ZMgeRUstJAs6EiJDoOD18T+2cwt/+mt6ZW8GHD3tk1++LPy5DQ/w5n9++T9CPCMAArzdsDke3RtWtQBK1ELfToCwlZDeiFcR4JHWwR/ICQ8wNmd3ubZUbiycxaVnd9h6I94xAiSbhCQsh9ifYz+N+HaHwHtaNvdT42XHZtpGgEj79kPuP3t/yqIXuCMb4udA5MfFjI1mJv/RTDaB9d4evf2TA6qOwTflWjQgqBmPEW+BjFHIg0DCdJQICdEiCCwbKGJi8CzNZFaVFixmiki+7LrSdFdScnvOhlRqWB3buYGJ09J/ROKNgKOn2ERIT/DLX3RqL84B/mcQ49++/PHw9H/1s35aJ3L+88uv93AM//pvPj/4Szm4/inAH+a1rfPo9b0QJyEC7KVeQ0Kn8C21tyacW9hYB59r5pJZ4ZJhnrskOt/zsuXybPiAR9/EytI1b+kCvjzmKJO3Tm+d+Au0K86xAidLT8MH5Bo1D8a+yzwSH3xDXsTx5nof3+99L2GUgzI+C3IEfBkiJ/0ojvqIuAZ0B4soMYJUIdIgd5ighB5JMmklgo2KlzjIY6IvFAuU1MigLfWYzQgaK2ooUqAronzPi+3cwF+//OVv3+oByuED6QmcDUPxL4j+8OUvyoeHeI8V/e+UiQlOJ2v+25c/+8TgL/+7ond244fFNQ/K1RGJo/v5duMd6ouCOLCvq8mu2nk7PqCJE9huHXPgyMihIAHWsmKa9TAF7h+W76c6xWNXQ+bY6MauWCOoiy962Wa/2k4USB7UUsgHWdjZ6aAXP/Cyr84EIlzrFMi9LgX7ovBu1sMgwZTDL98mUAIcSgdwupqvWJgV+Xje9kiSI0Qa4iMh6CNdNYLCxlTUi0DIbscJypB6+4ijWJdSVrLqap8EJ8tyoOyOYVWxnSvMf/nyX3DQvukcoDzBe3h1f8FA/6LLu1D8Hfo/fPkjs7GCvxyQ+PJ/KkWgAGpC9eVPFzNJ8E+qur50/DNDx/ZwPM5Pz7u9DtH1/RjjU1s8g+Qpzkdhyy4+EGx+axX0dkOydY8EGOx34vt3GMWQjNM8dltf9je0ihEN6RTIXLoUc/SO6Ob/XVw8eJYaBFjX1qujrX3wGrmP/wft3Cjw5Anx7fMFjggX5Or7ZGnzVCDLket8wzTXr/dlH3iyYWszgyuCL5I1UuWlBaFQUoosYHctEq1CSE5FArXsLhqhJULHpoJ5nXki6N9ILhR7d/VxAvzzlz8fwDzf6AH+GQT3P6q3J5dQBJg6mO+/g+f+EaPvmiBAFrv+q2bH8AuXV5N/csARKPfs6pAlMDL3L52OYlEs1m/npI28UPcY3lntG5GnO0ETITQK83gwsWW0DaNJbxp4R/Wag5mMPDN3GtPMb7FkBzdQ+DcvZsdqht1SVk2i0tMjYCgHqpRPmtvxvTA3826H1vT5EF8579jqNsqxm3po2KvSG/ov5svby60fk6CJBtJQoyfSSgrroEUtC0WikZjQxCogqEwy3khdpbW+igWYkRUXaFPnYwRo3+9v7z8H+K8YzK9/oddnEhO1HS7+ty9fvkLGFFg6eICMeLnlyz/0q5ge4L/yZA+cR5YGj/6TXSahH9AvTfJVn9PX6SvP7ugDYAMWXzVkyeVTFADZTzg2PzuKNxb/OOheN6BsscTOfpQVHUPlvNMOIIB2QxrWWRy3o9BbqqYT3ui4+hSz98NG9F488V3QKNr4D0Gag8jQR8ik68C+GPxwV04Abp9/5eB9nfZ7/6iGEsBWbnZfbLEMXIBdECk3eCpAoXBS1hFMZJkCeiKlQlcWWjKRJQnLDGa0ulQwqqLr1cvYzgV++fK/HL3fAzR+ofvm+auEtQfoUf8XzHa1ruYBUn8Zdf/rn88DxAGq1wAzoR/tuPox351+xQvdAn5yNpIdpj9dNNg60I/jjcU/EHqsefgOkt4ZULfgpc4VG6/mvo3CgIMfFsJRRJ9OXvGp/NdabAQ4bEVZId9/utdUNhnw+S7fBxhnAW/Ffdi96gaL5i/c5oGivs57zpqHexRRPaQRwRPiikJrgFgkqCRYZTMEgvso4T9z1Tak4FAXUJZXJgWTJQgsm7Kb3ASK9BWzWG831LGdI/5fQV/Eu6gnrnv8n9gh078mAVKAgxceoMY7PEACnEdPsZ0DZD6qhAf4n4z+eYDDlN940wUP0hbctifZ1/xrt44t7DAPu+ZXFyOdEPkR+KF/2aGpeN42jN8C8cLkSAHBNJEilMBmObWBNhIvOoAAfnNC6hd1X6jnz41g/5zeL0Mrrbt5WXrR/2Hv5SOBYDw+sov13cVEl2/+ub64fM57I2NocjQ8tV2C3b1x/bthNREvMbBFCVgE71izicgvFAQwUQmLOc7VEouWm4oG5iDtEHzW0mPIlfLfCIWlhtjOEb+Yv4R3EaD9OOE6PUC5c8c8QODftapND/DP/4Qe4OUTvxrBY5QOoNU6fHUT6zFcP0xX/Nb38kqJyE+gsYZK0Zvx2npcWYjvwr0vqLaNDaaJVMDjc2pN+VRg+6LbUaAc1hGXDtqKphP1OJrZp6PXPoiRRVuLjTX1M99xLf09Z7q7C37MWG/092bSv7/jbYJYH8gQZBZNc88qboOxugrCDDjUtzo6noc+VbkiaGIDngm3BEJwjsPIeoDSqWFidOIkySVUQafZiFNJdIUenTyNxpiNc7nOwppHL4IIv3zDfYC5k2/++uX/lvAnntdDhgmwnQNsh5dX5rOHf/jy39pZzQP8JzsHOE/Xh+uZ1/xwfI8EyBs2Vg9YJfjwVS9dwFYMvpE4NIrfitGWj0MrC/k9OOzj9f5McAj4HtDllknxwprcwsZ7YBZwW1kMm6lWj24u/DF1L7JPeoBjI71ok5b7U0+ekFHFqlgRb/9jh3a7yc+YuACH5NJzXd83qX4d6bGArsQ5hdsyEzicIsBGFhHseCVMdD0dgDbiVlHoRBYo2X1hWBwad3OlEQsZ1Bn2rwcsElYlotXYzm38j2+9CkzkicT/4u1+zQP8or315y9/bD+cdvNc899GD/Cf7hzgxfQg6+B9X88krVDDnZnvdPxvH7AzJr8yDt5CETqCtpNIvwBiSN8HXBcjp94MXlP11gTToN8rltEw3MeajkE+4O1JD424URsgSk9+gwBH3mxtBPn11W69pyaxcD77vmvbc1jW5mPNO1/r4P/8d1Rih/jMxhW5zrfLyNl3sXhjNMpuDoZ1OlEY2b0bR04XCmaJoIvgDLJI/CehWERICmppZTOqtBVSJAQ5e1IwQ2WzABUM0VZDsFtfRcC1miZ40QmgczILxHZu43+81wP8kz04AU7f/7q/mP6ss3/w6XgHIKJ/POsJkb88XfzpH8xw/vkcoMH7WPbzdOA74PjOjgDMkZ4Qv+sdmhEyS+bxCurDdZsD0XYamsrC94JX4Nnc2/Esmuc/kVuybMzMwuf5F2hMRfAH5BWXcg0whGIOPPhCP8ABTTsRrdgP2B3fzgVtl2QXV7Uv4fNhbVrljXhZjMyfNazqNnxA9kTdaALE4zsWA8GfUMnDETQM1wASRpkxOgimuUFVMnvcQgcSSVdsRf9MUNkLmhK1NIo3ydCaWAW2VBINubIEc2M7t/EhHiDZrJ9N5OlFHFRxlvGvpEPeBkjobpnzOUCDxycPch7Y7VgFLcZTnNvfEeNZw696iArcAS+h3whG40l0VUgvoVR6C1zpPTUBeznTFTen+U9LD3CZLoiv5hqc9726H+AalSXhHOr9lD7tFuwXuobjXYlV73Iryt0mvdL6FhTUCsL1UhQHPxbK/f3FwT4geRH57pPKAjN+EULskEblUmx3zBxnP8BM0SH6CFpJgiGtBF91JePgGkfOAIkx6UTz+vzflQ6JMWVEm0mPsSYjPEPDlR1igWWn1djObbz7SZB/+fIfZR/Qu9PTIMQf/iivjqz4j+kXXg2+/du/IvE358MDxA/eH1wfHmAQ4D/d6xJoNg+Pd3BdJt8ACBx48s/mtHWns45vOIcsADfxjlR577M7pLAGlX09WqVjd0p8F2BbHq7lAGpxfTvPz0+LeeZ8fey512VH0VpIrwAKk6x8Haq2BE+TfRl0iaMeYKwZQxhEUwp2AtzYK/k+BBKUFliz3VjeR33LHwheyQVPs0/t0R/+6K3p3mmWjL1Y+HJrcxrIEY1AWrASAPGEhv+NVhCPrKfsxlNOZHQMqtXKoG3KoE/pI1CzCH0dDsmN7irgJSIJsZ1nfDZM+50O631QGsCTgWEz99OD4gE8vn1vAySeD5RWEInxcQHibUSWlSSEbsBpC3ollm3PYP/947R/uHvkeq8u9dYD4FLfQucX7/Iq+SbG28MxHm/opEprffXd8vOeX9s7trHHPMC+76JmLVjkdf/IYuRM8V9otPrdBfb9JTceP4+PiP8Od3845YuehzQCIwbngyxa7u7erdZcIa4gkkcAcpDpJLjEUCKdq2VmakKfeUo2dQ0CV1pP4aX+CNxHFsJ/dNh1HZxM0YjtPOOzAcc/J8AzfuRv03T4F4d2nd8mZswXnS8CBHve2IOg9c28PCio7BLHDJs5ruXlBta2ewzkFD6+q+e7RowEghL0YEHnxbdhIXVCzUwPoqj9rO+nPI3n8Zc94jtiX91LQBegv5JjvPJY5/FBWvS/oa2VnZRQ+1EJcDUi/GyHuU8UiL2I9X9VdSw8DDwZqFMFQZHc8mc9JVzW0jFN97wDWpI1wImNAsgRdKrEIMFEA4mkiunUdWRuc8waotEOFWil7PANBZwbbTmThWq3HDr3mYyBppGWC4jKje0849NBz0HgQL591m+2bIjHumRaw/IhOPOLZoUoOE+P9iAE2l+iawuOvyoqa0W0gbXtLhE1p/UDKtsQ0wu867d1bVj9E03/1+YcPkwYML4Vmqf5BTBBFCX7ocFIvQLPvAIN+qPLx1czEid5AjVCqOBOCuguZqBtDLelEODT8s5NQB9OiikwwNSNOuLt24PWddl/uVfKYTLgedrziNGKe/72Pk2IN0QcFUpjwVjcEgQTOjBUzTRqltTMV3JBYJE0ir7pWnZpvSaG0kqEaigfJWI7z/hM8PEeBAiQAA+wFj4dF0cuD2EYgRMBsF9k0wKmO+TSfHRWSHjSJFglGmBOIW1DFTtC+zZkzenO6ddAV0F0GrDfY7xv8zZipo8YssC1XMK/1NYTcI/oy+1BFXoIUP2oIC1xAPgnpkm47oMuJU1f0Wboj2LjXdXYhFrNPJYqvYO0EOD6OjDwbDdfNdkYf2mwdXyPAXA/3YHQdhfD9++5Hdr2SBfs+OvItfLEcuiA09vWmSJoBCSitBbjCTmpOlySIeskSE+LwmuMtcRdUU/aWHVfSQmBSKhqQISL0LkwtvOMTwe+sMP2ormQ3t/B2xicq6McVhApAZQXL0Gg4fLUYTNpz38PXNBI3gLVRLWI3oWouXXi8iiCx/Yg+tzmxeqR63uAecpPGLq44wd/hGl/zbeduMEN8HcFlEePEi7ngybAf8cA3ok/X7XRm++vHSuyJyPPVQLcfBUBX5Bq4lRZcvSBm82zCIfd/ODnVnb9FVjEJWfu9QXVAQzogddP5F5LYXVendlEo54GivgXk4xYeXMNlBeuXVEgLJxABi96hmHi6vwZcfJZdtZEl4kMFamJ7TzjM8FH5OEaNs6DVJ9G472yPLDTZiQPRoPDWm/6DfmRHiCbegY92PcTXKBj7QIu0qwEotms/Dpk1S2/5Djm+fHu8olDkFu13F7HMPWc6+aKxqLtZr7t9ZMqbp4unne88e7+IN7U/JceJn5GPNLZ8BFsjOvYW/dtpLlKgMsGnNYLUhGesigPDfaIpz0vwM/UDE/9urvtQOiYp7/rJ5TThEKPL2xXY4pwyEQa5BnpVmGA3bUVUzb26vqQksY6lGF1NIT/KJ2S4x5qK0gn1OdWqiG284zPhbyFWcfxPc3m9jqO7Txe95qeRULQWfuQ/VERWw/tAy7gEy3wObniOFYmAW9D/TltKivU0q768NpzgIacWA6B3lxMxdCBRibF/rmJISgS+i1D+WDwS5gfeQ7w7jFfPIBW6T/SU2xrGFG5TFiRLSsuSHGoxBcFd6g0YuxFbt48PeckXWc0fBhwaq9dW0aAt8C3u6UqeAGdEH1K44MMnVK8DbOEOCVoI1mkQZlBUgoLTw9ozh4jFtXcVZooaIm58e9QMmIBuIFAtFSRVdhMl5gQonoQamznGZ8LeVpHrw4+8DIwf7RhgF+7DzHfkQLLgc6fdpAGmKedz0LkYIvaOthXloJSIX0LNtqY33IOkBYrEuEGx1aOVr22cayCrzdeoH7SaIMYtrDjNWh6gH4jV+IGQyMWwY7Ij1kGFmN2s+I/74BROyTH54FVmt67znmg20p6t2I+ABa74qwAq9lxnk81wQvAj4f9fHhcXVTBoYL14zDCwhodZLy5UaltiDIafWiSKymUnaocIkMsg1gcw3TNslxmsdVHpNRSA7VltQhNbgJdv6YCLAxtZMlIEbGdZ3wuJINprvIMDtAxjuM9L3MwCUKBph38YMTHSol5+ogt4Z/WW0zlOF5X6jVYNLN7fNs5QN/zwc6EjQ79Omm3FQMXvZIB9zz9x/v+Novz3CIvDT/o5CGG62ZxFf1pvFwjcFgXtDhswrg9LO1V6ySoTsFyN4q0dvzoHbvGWQCmx21c+GTIhPS0vt7kdfOGmTYEOsTuXyTAoItOHCGN1CIsikZS6Fldj1heGsXGgoySWbWIQHVfJfOdcpYQYvh+FBCXMFZHgCK284zPB8xQfGzubp998lyTXh29cVaOvsivvhJAJWZtsFq/RamTX0uUiyIn0Czvm7A+swhsv6LuCGjLjDUG3uq0XOGk3RbM4wcyX8WAepQaf6DA0GxCF1ni2srsG7R1cm3zpkPmLlob0zXBwmhD44WmITKNpHculAfs/D0G6a5MyqGaMGe4umCGVQ1ohJ4jzwYMvTuAykPcQhAG2SKikEIcAvhkJLLIMR9hqRiLRaGMEC8UgFmLTUvA0kGyWma65Qf3tbgCzbtc5DGK7TzjUyIshKbFuHh88YY4eB445mO6M/Oc1QNvnZDhYKHAhOVX4uX7+l6Hamdvht7sJYFj4IFoVE9MzxdP/Vz+Uaw+aXRTH+/Yxn7itVaw38MrvogugF74cwT8XUuSUnv6N0B9iIGRAPvJDYANIOLeu1e1TBNY8nIu35TB074sy0xdx8ZxAf+PHVLRhsuv3B86bMYsu4bHAIowcZV5aic5wxSVYJayTUGRmRUcq0zLUYrBmlZkEbjoXlzjygBToevF1VF3Vxopa3QmwE8MHuY+NvPuCbolPlz7eW+bHY9t/JTDZ3H+QHv9n8vfCgsDfCN4G2C0EE/mYvFQ+j9PfAfAyyuZp+UdeitKXGBn1mPrILWNG5QJUO9zHU7/QgF6e5l3in6vLvWoCjKkcZnESIAulrAvCRz2V7mZWF/bsbw4gtWABHV1407rvONPBJrB33Jo6C4iD9K4Vn4PLsQtFKqg2JiEPOREhGAZLFpmpB0sK08xETkNLrbpvCEjqW8gYAjMKDVSZFzUJsMiRX9iO8/4lNCxuuMJ90hOX3Gg0zTK4e3b2OgLXE76kMh9GInsRf8KlL+Rln47YIvyhKFMWQZdLRcKWv6L27O8I45DGT8SGpA1mtfHW1BWRELo7GobV/33YqUGPTPMkeml/0qW+jpd6eLJ/GzfdXxX2Dw8eizwnTZgrqcHHQBtbVx6LcG0PgTE2MiB+5rb2MBe4ZeAv5sjAd5vbmEDOSLJggwU3FaYbgVlb4PUpryIVZ8eZrJTshxSLBvlgxG5jBUTXXRGVmAyc0JOjWJJreuxnWd8NvAgx2HMxT4PWT4LujyAAc2D9NwWjvp5vqGh0A9hXtIgmwsOfB/Q3ilD+WDAsNupO28IlrPv+zUu5xlsMg7FRgeX5k3GIDvo9F3oBpSvCf9drueiAQ6ixrONqzrVSi2IpwNrfpjmdjv2HThr74vJBEiV+VG2QO3Nj7e8vO0A+PFuCDwTmPiquTAYE5VW/eA4XCGSaJWBFjbHIUCO8LxTzJFMQkQyXL8I+gdMXaFgcBMNkXQIpKSYi1C0dCoYx2RYksAoROcUPzGLJiAiiC1jO8/4dNCh7oMzD1Ef2osjGHjaP9IHAA36/VCoqnthg/HCbiS/2wWkiYX4G2B6uNu7v+ix5rD3Dxe7ehshyBDGP2yNnp1ZYOkAhte4F1lsjMVT2coY/KHVGEj1zTGvzLZ7tdElxVvgL1SImD7zsRz6g+IuzZZ536Fxeak3PAhoGMtL3sqT6/N932hrx3OivFoOYOdDBgFyqxAW3zLhVWq+QQfiePjsXibAJUwfZhXDIpbkucgORSsnnfJMjhVWR0ywDqUopggLNaVESNl2xFQh24GIVW2mHMV2nvHJ4CM9bZALnl4KccWAviPMhMBqmDbv/VJ8c6Bb82PB78MMq1yt9bvhmnezhZxPmWFmWu6i0RAsLHfrPaBL676OafN+ilNzI4by8XPSqUQvn8+ARU/yRGXQ1VGsXeh6ieV5RxZkG8BlcewSoDmeU+R/g+56vtT9n/kFQU3cIS+6om3xpfkxgwR4otPBFIVXOutshYaaDDnSqbbWIdKGVJkKR65m8t9Bshw5/1sViCJDbyOJRRaN7Tzjs8GGJQu5CTvRb7sO1jUD8tC/2D/yKp9sE4TlA93tOBCjQ/R6TPO07xdhT5jMR2D/+NAvXeSLVtADC8R+44WwG1hOYC8OeUWB7xWUUDGyRl4AyU/FyeHqgzn417y/bumRjljvs4Vq4xwgC9ADxHwfbS+Qs2dkPTz6ejUSOmQwOEsCZMovgxlvC0LB0VccAYowgwSPEMklW3BeZoudkMgmMktxUpHTETV6BbqWSjEh5J7vdMJirkOsCDhFRU1h4dSZAD8pbGAXF3qKNd4HqEM7fq1X1vRM6ksPECFOcfHfCoQnnb2H8B4Mj7Ge9HQ+APBoygpiFgulYuF1Hdi6wpnbv7ENC1UbZK04f1r47xAKhsPfWfxkpzYyw8VM3OSOTqAD+s0RzQ1PivAKNDrVBoagOB+eUOyGlzuG9c13Op/J46G8PFAAgY6KAeaJHvLEWp9NRujsZrJpJY3MLPSVSpTM0oWlnB64ynC2g9FkNtQjoBXpZRoiGdt5xmcDzereHuC1P06uV/cGAXbjTMxPtsCwyO6shSJSXXgXwKuKoxffC7xcECKQciHA1eZv4/KUbWO4QgosKbGthCXj7spGeSHqnwWeOfrt3pU1Nno889tvFc8jXft6v5rEsLN3kJ/xhwir5QUP3WuoFyHmxmgH8XLHsDFBj/xbbCRLahu2YZYwkrw6k1CTWiJZMEtkKtKZTPpcoCrJii3FuGb2Vbam3WIUFFoqFZmwWl2HGNt5xieDDOzi8MgD/eCb/sw93SjHiQsPbVtBVEW4DxuV8dH/i7x3w27l94euATcOT5MtHPI6Anzpjj9n44dFY7Kihq4IrvTQaUhbhP/4KNElH7VwkTXWvEPd0j8duhvb2FpkE1gZ32xG5a69glBrz4ktK3Ev8ZGQjiDAg94HIw0QLZ/cp5U2WuBioWoh2SlSBT3ZJBdqoekqqQ6pul6yLbOYn5UNFwCyL9U9Ne81RWznGZ8Kmm7xaOcTnTh2dYj6OG02svzhJiPi6Fa9qC4gaoe4VO+/EkICPGUtHwZeDvDtJUSy3W0/e7VBJxt4gf9YgKOjcHG7avOpX3TRR6g0pn3RRDQDoLZTm9hk7NUaqUhd/4V7ineeYo9zldgHsVr8M9Y9AHHSVJMF8FxQdiLWdE0ClEtZsexFBTmieFyE+IOxI6Dkm1eyhEQtC+mwNCNqRji/S6Q7F3N6o4qQRfDvggRJT6lYnxTrFmI7z/hU0K3MCPpgdhhFUE8/rkenQhYWZthCmir+edhH4i0YCe83I0C/ByGQ5JEvggDWVryFFwmQJfgmQAzL5calgHK5YBzZInHBS7TxypkjV9q5r9btDzuQwOjmCC8Y88B2uT3kP5bgav3qG14L5msLNSTKYzND25nCJP2BLxIUVPkliDsY6uw2fK4xkFsQAmPKCJ4UL/mf7fS2nO90SIbS6gDjKB3BrWUGIy6cGwipRcrMErGdZ3wu4ODk8TnDA+QhHUc1ERFRD/K97Hee/n5w1WigJBoZbljicQx2qNNcIX9XwKFSd43sw7zPqwYLdjiCkQS2wUugO4zv5jMlVdeca3arSe6lpsD80WJiE9sdLu/pCkx8Zw+Fse/ZLi/1kgC9pmc5fWj6wPef8ulgNMDFExy9fhsR0AjQnuobIM5oGClpC+aVzG6pGiqYxH+0W4pELBlonlvErSNCJ0EKxc9TqseprvVjO8/4bJB10W54SPOgDROqDNQfjUhfZ2pTNYRdzqQZCEm6me3VqOYiOw/5++Lr+ExEbtycG/wqK17MAo9gvuNmbRNUNqC1mTo0hB5RB/yDXuSbOXvTNyVBhViwuCEF0L0uiIf+6NEeN8x2XIK94BSdX06aDyQ/VuE1YP7CLbY9muOWXrcv8rG/sW3HIa4wf9QAhDxkm1e0tGbBVNka/iM/garr4mPJMW5BVdxsrF/omYg6zJX+F0/Gdp7xueBD/uKej7Yhxn8S3/D5sfhlhwegJBQPOjPo6vAULDj4Oma5PvxWzJfT5cbNc98BdlR02VtJC1dzPj0bitN4jQMIkBWOUGVR7/ioWl5jl8IS/rkeuF+RQhi+UiRs8+uFPlowgOwG5fIKF1plmyA9+KHarVzbBW/MvLpEcfGeKqpFtDFueyRF9b6iRjThBIItFqAqyWbIRsIBCFKC0LQOnahSRWVJsoK9uMZoUSLnwQCztApqUovYwTVDbXZVUK1QC7GdZ3w20JB4DlCTznZoA4MtPU338In6K0vuw0r5D0vR6R6KCi0R8psBT2ewq++FZz4oayoQYq2IDvpO2hE+WeAIqy2hryl/jcQIrwcr16ilm8fxU2SJI+47+FK5wpGPEm+MJoiU7LXseawLS14I0Rp4shFF+TQ0P3lPFURX5KWOOgPONaHhPqivg1lCFCa2SVctRMmMkmIaejIiMVIFq1e02hRa3SFhqdOZ023p2MjMXAsji1ZngdjOMz4X4oiHBeqIxX+7Y2I0jptpuq0vFbnSS1RUnYaRIgLYMR/lejfCeN5mQ+9Ae81dJhXx2T49F/cqApxffu+fgBHUc7QbmOMycIxaMmCkKfHZYVLN5VVX8izDiGP93eBF7vDt3sQa3RYlYJp58ZfTYqbg3PEGQDZSmlAe02gX0XKV0dIxNMYoMZgkREYD7+S1kGCdXqwEl8CC/0xY0coFWrtaGf+Tv3qZhlRm6wEJVrSwQGznGZ8MPC51dikIMLkAx/I4O5ofHsvzBDs6JDYV1M4pm4KtUiIW3wD6nN8b8+P4pmNF4gsuNohjhSM0sgHQwvoLGkJz0TyGblPDpxHEQiUwEVXB1F/cO2o40t+4cDuAvI8QqQ63zXbRh5AoX+JoSAK838eKRgKkizo98MWBDxsPxmx3rSE4I7nDscQWEVKKqQwRkpKmpuKG9UIAE6kIX80MZmXPLl6f0ZIsGzW1JNAGc1arI6JKOK1nAvyciOOdn3bjwV3P6SysY9IH0Dv4K98MJBuK/2673wCemRu78B2w1wu+0oorAUIeToMeQxmx0yDRHkgSa7iN8jMCMtHwKYWFq1FALKX0iCqOOYBbj2DQ/yPzr3MAryHWRbAslnwMCBDV8YfusnwIj1q9N5Uvm2FvF9hQVSRnGJ1iTFG5bIBYUuSyIKEWIhkTacPNlBIEK0apUpRA8dYRCyxgVhsLS25qB6FvSGznGZ8NOtj5AG4QYKgph2BUomAl27Jq2xIlpmSRwruhK7FPz9/XDdSTDTZoJeX1OkUXifELKD7QKSRPpvM0IpUxgHxRPukwkvC24cJFp1yqZVGZ2Gwa2NqO4L/NGtF2b0+FeUDYsbvSeMEfvX0uL7Lm67IexIK10dbBI31LgCJMFjG1HHkEMBcN6oGKQtdQ0lFOGvtshHTVDRSUVmiUR8k6pjulQRNFnRjRJslRILbzjM+FONZpnkGA/UAdzGaaHx9QjHTECvgPPoxUCV3zbdjt7tGhuMLynQCHhRucFDjx7sa4+7nT4inMixcNHEEf1zrCDbxPBcGjpiux4W+zO+iIBSzoy5UgbeIoX9/nB9s7bq7Nf9sMSKDp1lW/8Qdhr5HZa9BQYPws8I1+Iheb13o4qlcQZSCQK4zgQyqTixiHmuUkaqFaqt9CzmUBVynIFjtcxcUTPRVSKhD3orF+ROBGt6F/ZSaQiu0845NBdoSj1gSIA70dqLtqTzis6RDpgNcxrYuV7XYNRyHhv6e/CfoUbbuf7Hug+SuzngnBFA4UryvAzGtjcRyvcwArN20x4J3y26hx4NroZnmO6kFyL+SFcdxfXefsbvsroo1NJoyKQWtIMI068dvHV4i3ahJ6coXjOUIwBQH6KL4VQqSLhqn4j5QXpp1GPhSiqSCmxrDLNQSYRC1xmZI93yTnZPyz0dB4IVhqWQ5nAvyskCnxt5sWh/9+oJYzR7aE+Z63wya93U/6DJATGbDQf8v4Ngw22rCleyfuHttWktDnPT8DGtcMjjNKxxabrTGypL43MGI/3WC9MWS8qjTTnxIDMqJO3WSXspB1/QzB8e6ucy71WyaEBpLWMEI1eQ1ld4kS6AyTnCa4xTZhiFY23gqW7b8EUwYZZUFggJQLUNf1lDobKTSxIWWvpKwGOVHZSKFNd5M2WwmLPSkJi9D0jL6W2M4zPhd40NvJ4HFNEuxHbBfDgHd6DiAu/h5gyA/5LLGDyljGQtVD+07oedTSI2ND9V7M0115mUl6NndWIan4FE6+5DNwsyLJVcNXvKAUgyj+wyA/kfrUBzukLCDiaeX037p/vCfL1XnDTIDWHB1T3pGp7k86/4d6KMglJ/6HfbkxCsVeM2DHIJKoPOIoEiEsdIJT/VpHpzUjp8KZL8GMFhmlhrw/CRFTVH7N6CsDrIhcxZTGvlIT23nGZwPtqL0iGAzQf8O7dei4ng98RIJluEQ1+ChkREgZZMSRoqXQKiC9H7RLtjNgQ/Ve3C/uzIMJ8yZou1WvuB17/S3MNdBK59iAx7BjvotR0whq4u/OZDl+tg3AnijlMmaGaOkIFlk7N1oJ0L80lkdMcWzc6qK8/tUc/5/m/KIeKNofYXLyHRB5AOQKRp2VRD09KZG6POM2cFOG7g4WgJVKOz2vlh1qmMy0CL3rIxG8GmpFUlSUlZ0J8JPCZiR7pJXyHGA7itNuHNNGdNgjHTc63/JJWrdQgyO/KlrG8w2gXbLJAWr5Q3CYHvkisAY4a9NduDXY7AVzrPEKB3CbRRcMOD/Iy9OWwveLDRQdQ4q7+EDL6lCMh0bZ4Cht344t5WJdkcTmtd0jAgx5BEhNGc98NpFPwsUro1n8prp80/Q4vF32jQB5JJENfOKgiPkrf45QYq0x7IsNbVMVTNb1wWmCylRyVYa0WjjhJrIFN8mU/11QQS3Fdp7x2QAjgknwcKbrQYuT3RFJBDJymYit5PCos1MXF7rhi5JSWCg4ZgVqR2zpTgKmGVLBWxs5ivnuIdy9ALcfFEgdyeYFi75fv2ZliW3+W+o1xjl4gJ5Cew6XSiqO+L3exBLFXNRLDPWCURPaCcNHPduKh4Hl3tV6lkgPUAcDq6SriWX/scSxM++PdKHhZK45BAzSvKo1hgxRC4KUuXBwIpxAgMwEKakqJSW4sJxJ1mMNQUqiKg1oFFhE7GeFc9aI7Tzjc0HWhMOY9rXjfa6aAYc56ehOg7GJ+IDXG5B3Fze3D3yTtIyQ1lP+GcrtK83XeNGn+m1xP01/H8yWCWw9fxEsnvTwtm/qKzjoqvImBpeNs1KPmv7BJzzft+e80iqUxXDubnnfsQpyINvAY9egx5QW4E7zRiU68Q67QuW20D4awNIqNBBgvw868KJHfARBE4bYZO1JCUPCUEILcZQrGVS04lmu5XbJFdsiSqXC3l0o1LxyBoSmZbl024AzAX5WwGxEgAQPZx/eIIH9Pa2iGIySkbL6mXerye5siWmRDgXdQcnWPhrvbJdkVx8Uo3XfcO4bp9/q1zQOy2fzUCqkYzhVYKh9R/rKoGH0iJEBdV+gvtPBR4HRB44tdgQjL+QAbo2A9lklQG+V08f71sj0Zn8dAzHrAWlKWQ2jNK88YNQ7xvinYc4I1hBjmDcIsRNRicdFY546emCKnAoFIMlMFjmq68ih8aBkAVLoAlVga4yCcEsWxdZrI7bzjM8F2RKO8Jmn9XR85yE97x/mx8k3niktW2qHPyvp9hlbbIQW85+fhjNgn9/1Y79LM3wD0LVKRCRAuTjPt5d0hp+7C4iV5PYE9pU6N2DqOIqbvuIgwxg8LMholMyDh6Q9Jhi7Ixp4/ssB3FyX91lmsRy2ybUHx3AA2goWu2W3NB4iWE0P8irZxK8qh9zgLm3j2OoE8ceCMwDySwTxFVUoxX+WtkrLyEWckoGUQ+gj0TAkkGrpXGNUUI7WqyzFyghE2aZh6RLOBPhJsbu5uH088BY/GLQ07Tjd7e/SDAkz4JyTHs7QsHiQs4B/hRLHUuDHg1e28qFoc+xXQzdyMH54rH2D6Dne5bznKU5RwE6+HzanzOqBF7bpBf4D+vCyKQ+exi2qcq0u84Tt46sCKcfAurhE3jN4Yl3DWlp9k+MWuKdVJF9/j2qXHJlbJFutmWf9Qq4Yx+i1aKwRftmSx4RCO/hXAZeTaFdOZeyUmcCiEiOlCZVUkZ5AaURClZZoK4wsS9Kxse6NElq3FmcC/LzgYYwDfqfb/JDUkoAbsvfbUpRy1L2eaXrCP4rTWMIW+z+XCbpTx6zt90Jjheu7evUSYmwnGOdqmviKPV/QrhskbJp/x8v8xyaijNrCGjRuu735TFTSfEFgN+mTHVksAxnqxLqyI3H7i6sAeuPXBsh/Ktm2QIcAesgKfaOx75drjZbfAXKEWCT+g5rshuVSilZiga4LyRGWLYiemvsoUNtTQiMyhFYBUfShgcWCcBORHVqXj1qxnWd8MuCQ5WHMI9lHfUaEmIEnmHSsO8MfiJB1wkAwS4Z2sEcaAf9DNHqb3wdv9wA7pvr6Em4nbdxuICJQUzACtmeY8gYB2j1c4TX810sx9gBqnfg90uuemWkGRAqZE5VRsAXvweOI16RiFard0blshDe39Q0gISPA+/dBIKBjIX0ASBgNSR8DuYwQrbCI+QWh6yLZomyoJVUwQpGw8FflItnBZKpQAqIDQSnoMlKOFQWw/tjOMz4bdnQMDjqhF5p+WLdrmLAIsyAO/5Z9QxOZ4qsaNMSwx6BDmebvhGKmr0B9USlmxiZAu8MyczpAsX0FvnjC7dzY0sOLF4gDuhh8c3GtO4o1buadMpEk0dxoLQfetOi11hBkfQx+qLvTWevwkS7a4R2yuQYoMSZlVSLmFbbbfBFgCdGICaTwWCoipDsWoER2C6WITh6cW2jM5ID/EASV7mj6KOrgODAkFkmvtSAUUSi284xPB97q4TtcU9GOYT0Z2xAs6BcmhC8kVpRFxcL/XVgj3ItvcNlexpF3wx+BNqvJ3v7egHJ9TmxAOoD4W7mAu/ry7NMgvZn1sAoErIsn/HgFiddfNFZcFTuAznF1LtjCCw6g2vZC0B3tQt/RI548ArEJ3NPzHrPf6YZnfbMOhyXEj4AoA+ikJDLRohBVkAr9tO6rOfSYKHVGDLQEfusUGVUgD3AFe5pZRJUCWd0qxZmWJhDbecbnAg5nOzw6tMOQ89zQvE83qAPWsycjTPsgMtsB7dD22BcMG2j2dwKvKXMK/pzFqzH/2rwZjAbFgyebAggfG7ns0BzvjNnaTjHWa6GLweIntBM1daFWwyhojJXrNEQXUEjtMTB/5L+g82MnAYVsVa8ju9zxfO8OPmAOE34GH1Y3AX4DQBGmjYjEHVo0hTnIOucFBxolo1MQgqspgL8srdDIj5kq4/KR1L+gvJDcdtYluIaaBmKlZwL8tND7gnFcdzN6jvnXrO+lr6GzYiRBAJag51Pxb3v0IuWO9gkzkxv+0yS3sOKbN+Ad5MkHWYP9sXHghYFU+Do9bO/Q7C4fmu401dDZ5nVg0/Ixn29ZU851NMtxRPpqumWSveq/Lo5fHivUKoQsAowa27tXyG1AWTiit/CpteOmndxS5r5qK19RxDBbJLuIRyQOHBdIFWP8O6BOCImRiJSK7M6JESkwqVJaOwWC2ohT7CUB61vumFTvJZ0J8LPiSbbOjyBePOWrRZp9bHNJamlJZsFmlAhFLOifFk7ze7VtvBHs1WLlL+Px4THYwDf+DsZtNpynX8u7WU+Y/6uYYQDvNsY6xCseQna/URz+Tb/YsEjnP8oMXL0FtH0JP7Ofzm179XjN+9gGl+bH4NC3aT5Ieyvy/9g7O8EToBRxhdnDtNEUzmSyqRg3mL8ojKf9FArhtZgEJoetoBWrITKiBoLjIV/tYC2RJKJ0Q2znGZ8L+D2XVekiH9w0a2919y80xVgqJl75TI9u0qclZYzFLiVVpFsJbDX5cWCf84O2r8Y83YXJT3rmYeSwSD1zQyXVm5gX2F2NdV+F9Kc57tlxxhpHKfQrI2e96SwvurqBIM8Y/3jVjKCPbG6iveqeg2minJ6nJ2pnfSAJ8fo902u8eijIEeKLwkmVPzLBqHmFiMVtUaedo6uNbIKVmrByHSuYyfazCFseyjqjqSwH43JBiZViO8/4XIAF2TxGb0A3CfMk17Z1HWAIqIm52bPucQYFwsqqx5LicbzaNN4KG/jpla+BDfBzXfMlCHDhVbUkJ/wstdNcdQuvuvy7+lU5XE9wQfkrotb1p03QZjDFe51jbzSdwssO4KV/zwJPz3kKkIwewhKN3j2YTqEHl6Tq6PzRnwBBhaLka0C2EEwdDuaR4B9nJrWZtlLf88ew4Q1GxShdsSydyYqusdQ7BFE5lSEzJmI7z/h0wBF+7zsfbi6e0gWkiZAFpV9jr3IwQpoD3ZdfSYHyj5plquDvATmAbybYvBtQFr5klWLspMB5KncODnjan6SFgGmlAoN3xwFE2wD7r5AL4qsuzxSd/8t7uzfRGStQLxAd6WzZXPY0OsuWSmMqtD0KwNGMIyBHxEUFk0gFtZkZPNOAlBRR9QTYarSclRwj9NrLdQN24xQMcCPgkkNWkyywRBJubOcZnwu78OYWFnmTt7wu9A08+HnzxsQj/UAv8NEfmAzLdPj98PaVY1vuNAWljS/p7b6dwQR47+ORT5zPeoC4YmsAoVtosfKHxzueA9Qgmg2n+dYl4YmjOFerWm14d3D/oGoOHRpuc/SAmlz3IMHa6w4ua2BTn3nthF0KFYfk1NegNrb6NJI5gjoWITIaIqM7c6VQy7NkL9LLFkxgEDuL1ezu/TkExGdWrDhRFdxYU9b8MwF+WoizZM/9LJ1uedUNYEcOZE2jaCjKR2lax9/1WG0Yp4r9bnjH6vVQMHjucTqsp4YD3x0e4QFuvShrzTU8Q7AaQtNag5iF6DqVAJtGhn5b9vI9gV07xSl13rcMjBRFsN/rDjSw/GoXayuedK4QFMwbP4OQv9ZRODzokaAjba9bfQGgiEJnQJBJEJSiFetQCmqLXJZb0NAWep2TxdwUFkmIq8KFKDMmvTLq3VBmbOcZnw44UjGRmvEjf9Xfh38z7/zI24oKArAcGxv+7+lF8qCXnfBGi9+b/96FJ8yC77Bl9MRC1VFZ5MmUtDLxDdX1FgEO9CD247m1ttZ8W0viWVQ0z/trFk2IknjmkLdlRgmsDKuDt4a9wlZEZRs3hTOLf5zKZ93by+Rhwu48OnbpXNYiEaq6oFclrjfNQJdDei1EFkLSyBD0HyiElGgzWGt7Xk3XkJmKOouJTQuptVCwcCapkV7igMwXYjv/mfCnL1/+FOJnhg5qHtqD/wA7iljREjtYDhkSpoTwhNqyWtsQeOSHpEBOMjGnn9pbAwoGTuQmgj3AHaEgoNiqtl+/NLTj2QOGevxyEkKc5CMiKm0eUJQxqUu4w16YzIu/+kpU89ZiKWXi7vEBgTk+ZQuQ6Fzm8hIUSEyIDvf6Sp0RW35gXy0SW1vbwN/AtwEUYb4Ix0moMvIWrEd0BT2uIc90RgzNCFkt626VqRqXZ7Go0XNbluPCnkLQ5TECnP/6xfjjWwfMAMcAf/mlHp3fjl/VqvC+bhno3GvuFPi9Ia7Cob2bLssdHGnwR47k3d3DY9ywS3Diq4J6jTvM6tcynX49vmW0PwLq/PzwtGXbhcforTmuL1Ot7NAAPrkqpw9HgMGwOq+MpJucQg7EuHLR5tn3SHF9V8xJcKRRTSsAdaUP91WchsSzPqycPh547el5x6vA8Nmfbp6eL6b+rp+G2Iy+lsx/ut7XX4GpPCuzwrsI0BBhjF5WUhsW4p3MSTaKqWkuGFjOuaGQrrl4hKiKC0RAFDoSApS6OvtlkKAbSj8jFdu5RBLgX946YEajql9C8SG4zl59+fItzIrO/RAESAbks6s0n74bcss3T3XL0lBWZgr7Uxu7ZybS54iSbwHneiH+TuAzcZhEbnW+38ldqO75NocMjpPi18Nj2BwpNqqExhTgwlS4u/cNmugXX8EdAPXCv9wYsOeLA58eyV5ubo2xJ4GOLezbC2cSrcA03/S20PuQNtEvzAQ2+jmg8sUKTb0qEmSW6CkXG0ipozWTjSmuRVOO2MzZCqTAavhnVhdbcLmUYzsXmP/nl38L8V2Ak4WRnf7ysQw4fQxz/cuXL48hfmZc41g96JbYyj9N3jrO6VR8bWQJizlMvIIik5VdH71N5CS+P/+92L6mk9vvLuz3Btdte74F4y90r4GG6R6T2vCj9JkVupkYRAQ60J1DpMOvFH6MeLfi7JfD6MztMfQOnXovw3yNMZ/n5sbewKX1ux3ayvsFIXXQIgS17ydD1uA3NN8GcgQZo9FH+FcOSiompAsnkQvSnBw5L1zR5bSwMgQFZ1DAvx1JZ2wHE15ZRQYiWG6FLBmI7Vzi//o2AoSTpaH+5b1z6E3AA/wIAvxxPMCL+XnmW+0KAbXH4DZISQd/+C62RH2VW2YKy+PV1If8YuxbQFsM8fvh9Bpmnf3fLpPq5QXgdIdfD4ydfj84hEk+9qioNfdgd3hsNb7S8d0U97Eq6k74doWQh2/CLYEm6qi37XAfiJKJ/0yFA/hxOyx5yIQiKN1SSpJSqBnLtCjgkiozZiSC0QyXDgyNd2w3AzUynNeJMZk5monU8XOA30SAcLIUkwjpDf4Bs1aQDl3CL3+Jluf//CNS/xAXTX/rGf8G9V//k/uxS8b05V+/hti8QbPZv/0Z9f/6n9rr//nl13s099d/u5jZ6i88kv/zyx/VmNbQzgHWtX4+8Bj2Q57lzA0lD8jqEO+TPRWwdermXYn2AOECnjhFdAQvmhPyXyhxGq+ojo4fu5c5+GbD2dO8OeQXcY8R0ksUEaNSUg0Z5WZ30BQXOoyeR5b5iuTwHVhLiYvd09adOELQk3GyZwefIPQZ2/KoH1dgtJb4QHBLmilR87V7+VQnCJEFqMJ8kawREjglkkIrIGVjs2AeKYEmskDLMkEh6rLQK/dgrzFcT3chcjIEy1ESOndSFWWsje1c4n9++cdfv4Ec0gMkPeH/HyAauIK+NBLT4ulfnaCLOP235T9DJlcCKNOlwFQ9wD/YufwH82/+p4v+kYfBv335M+kQFf93RX9W4QAT6NC/IBrW+gmBY353jQMUh3wnIEqRKrZEFPsPRpB5QlR8MdP/e5zu7g7tnNmHQcYa8nvxQn10/hZstrkaEtD1QC4GXwtANit1jlLtTB9TtGHOBJd5nDCYJB0+7ruDWxg/J9Jl5JHHmphid1RojZGih8QKJkAz6S3fcSapI18Azp5z6dbwC8foqX096ZthvkiIMio/EUFIkSIaNyFUfefEVoDo9ERESpWH2huIbPQIS1UcanM12TkF5kIgglmPeYD/l7nhvX6gzwHSE/yPe/ANSWqi0/YX7J9f1Cp8zD/+CdEvlv+GWcQf/opykP+Bye7ffr14blJi+o8vzQO8uPizSfIvlNkKV0qyJNn96WImCWIFWBsagA5ZMxKI4J6yzbrWzwge2Le213746/i2pXuZ8E9/QFk2T5kvgu8FxP9jKfdBKLb6Tiy2cgPwAK+v6MKSpxYl5+kJ7LO82vEcJweZFeWPemYs40IkTMaNwUgpSNzT/zSxxX8Lh4mf7kPVRw02f36YXGF8Tnnrnp4CE6BE3QCzLNy9TGfplGB2vlV9Aa8oZLYgU5gwQmrpSAjWhN4L8xFVlRSbGNFm6GRWOQy6nlBuWYdDrEmJWDQ4xVISgNjOJf78v3A4/QlO4KsGcoX0AP/85Y8H8M3/IeUvcU1ZJwbBRa3pX778l2LQ1Azf8w9K0AtNKZBXgf+YqV8vw5kz0DDmu2iF/IZssiK8RvEkc1TiPmbNda2nHh76/TDtnq94jDLkWMnInRqO8WnvOU/oZA2U4+ZnGTjPARL1yZIPAe3tlSZ3AqebmO4eZr15AN6NN6MUn654o91Yu7hbz/P01aMRw7kAGwxtr5VenDRI3OTbp7GsgXdb+kLTjl9j44SYfKiciud4WUuiXL3ewpUug7DIJv+Vn7+QEGE7/CNwciSFl/IbQBGimJFHWjIJqZFOQClmWAwqq4UoouWiWcBVV/lWRIOqfryU4fxaSrVDEdu5DUxT3+cC/suXf8UQf/0Lnb3gG95a48bEjn/98p9KEDmz1RT3z1/+EgdKlwJwIYW4Nwes9pfSihrGofiHL//Kaigsd/HPpF84ijoiUeLh4n/TVWA4mGWtnxF7spc3NY/XOLB1zJf3BuPIDylwhQkSymKbZ0i6Aoxavge3XVr8MNBU9Qzet0BthLwBbwLZQMcEympjQIPa2SDA8Rrxgg9Z2oplN/kimRy9Q6/VipkSkdRpQDHbIviMAwSt9PZS9wZSVTFOf4H59MnY2ytsIn+pnuULLn+zylCFNO+x+tiQkyP5NpAqzBSd68wkG6SnaWXkD9RGvdVZyiwkjfPs5jVnTxwViHS2nEUiFahK6vUZJc/Aoy1XpyqKCLGdR/DvOmn2doBoDJCP+A64/NfCOC0BIN3wbxfzf3z58g/tyC4FllT1X+kMIut/uD7WJD8Sq4vC/xUeoPqAFpKR98NaPyN0GPNWCHVdaAc4l21oqnGFBDYII5hurqcH+YcgAcwf60tHPgo00W+2udNN8BSmhNt224uqmNVn+IBD5Y2LH/QR9ZtQIWLMn1kkQioID/Bidx9zW7bgKBL8JSJBQY6rLpHRgZ+gZX/iRO0xPO9N7boNZ/jN0iiVyinSxQ/x23dGAyhCXEESCdJQlASC2KGDCSmc0ZkwiChg9VEncFmZghO1mSSzdU6DcoN0axEkqY3tPIKcJr4Vcbnjf3HnYAqs37p2Bg9+5VcwUTudhwINYKZrXpv9P5mxp/QPlRFQcbiBD0wW1BX09+U/sOODALkWZv2ZTmKcKrQX6nOAeUWGGGj184APtdlkb8Ke8mCX89eP/H64N7vrt8uAIkKCgccZwOVjrd8GUtfb7zBb4gWr5X0wEp6nxUNspEGxIGCq2GQyqXMovByeokXuZgf4eThTmgpLygjhENcfuItYBPNVlyjY6g88xZOIGsuamBXA165DlQVq/0v2Jpz/UinClJH0YRFYKCE13w0JsQxYx5EX66B/L1bun7SRGdquc7qX0orwH3qGILzoQwW0zvH/CwT45/d7gG10U2538dE3W3iAIwPxYoXX2yUinboEfTg1Dc6jq+g1LTzAuFZiDxCrTQ/wg24q/J6YYM+eWYZB9eOeR71TzbhGAklL941tlufOlQsL/WZ8O/+9gN21P5BEr2iDqnSBGHRGf5BCqJeYr5hNZ1CvEK3NHK1EvciNg2ohprhc7O5RM66uIK3VL0/urd0/4PKFE88+RbjuFGm+fQMJyL3Ox6AtHcVL+VtInnAsh8zzSkEcFF5aU7YpZmhaBmFCClpyzdIeEXmNPznzDZjYKhpnKljTAblmx4rUYCsW23kEcp/eAThZOa+4+N++/D8a+UOeA/wTT9JlgqiyAfcs2KlL2Mf/PXDW37788c9f/p1SRD7z+Icv/831LT1AHbJqDZ37O47W9Vo/Gy4nWBeNTX0HOsXRfbjnXLDf/SfL6KDRycabCUGDNKWNc1SfH3y1YZ4LW7JVe/aMT+1hI+WIDcNBzAdURzYdPxYJNQHtsnTC5TBgvJeS46ax0xDu9IZU1fSQat2L9T5t8l/+Qh2FPm53hP/qGiRro/upgQ+EWcIEYv4Qd5BLqtI5iEaGal5a8ckyZuioWgcuFEkybbV0Ib4BTdtCRWmiZcZ2bsO+0juw5QG2+fR/0anT9dgA5JAS3T2DI9eu844eIGeycak3uMxXlk+dA/z3L38pV4GXa/1s2F9hEuyxk9G12Q5AEf/FuAaL3z0jl7YeFgKQCaGRvMWAa8J4FaLSur334AQPYXP1buhY0chf/HpRVtRZuKBBoAxLiMz6dVxPjssWMosrhozI5Ick2oOfpk5Zg9WBXccrFnmBfoGxA2uwq/EAcIW2oe4pDgOH7dTIGc0lCbxUXhBXNHcJcuOUqvSikR9iBy+WbpuB+q3cRoGugqR1SRPM24FEhqbvXavZEbhQ5H7Fdi7xCx/A+NO/ki/egz/ZCxP+RWfmJPDU3vRnXYTFvPePD9h9v8A/g7PGW5jnP9Dd/AMns3/jecM//AM792/y6ozpX/+jnwOcvti1I5n9+ctfHtWwzwFqfd0D1FVgUiRLMMLqXEBr/f+8z8n9DQDj5bn9xlZzmTXRBq6Go56m0SdfPB0VphtMoavGetQBiBYL6DSF+AbIHhEpfDvonYW4Ad0DGPLAlWS/eLJsN5UvbTR/cJqu/BZnddaa3uHT5NF+MxhQUEOnlL9jtPP9z9SgH1xhpeZZpxDX2HYLC/Sdj3UZrbKMUf6s9ZnAUaibb4WYwtzRvblkEGoldvdMKmLBj8qw37bw3qLgIg9aSSZPKwOuYJW0fVXNzUQIWer4J3phZ8Z2LpA3nHQ/7m3Y9ABJQ4IY51/yKiwyfy2yn+JgmZD6bcogzcSMXLmQirAK4pc/2tvT+vo5QPOkocbgKTKvrvVTgpOpm8tbWxsg801gwgNjiwRB0+gFaOWRikKaJMaJog1b4GuOa/uvRKz0HTU3APdp4/Jtw8w35/VsbGJwnThKFdtngQewk5e+D/LqGpupl0IgtqtG/jiBNsgcNHJSunu8FoGNn+8ijxc2qKnjeHRMh123ieLUVnCNTa+VaR3t+8knsLHXX4SIIngkIgAsEtrOJw2d4LJCr7hAFkTYKhONZ1anQ0bMVD8YmOHMBSrdKpRYiO1c4k9knz++2zdqXh8Axy9lumB6GoS4/hsfRfv/KXX9N5LRP/ieUq+ZU9ouBRoto0VQmh7rv/5/SHAs+pc/XUx/wWr/YJ8RDl4QoKfA/4k1oIjwhz/KO4y1/t9Wfj7Qn8AxDs7yoTvYzDz7RSUN9kcMGMU03yj7Ju2FFkK9Eh1RZZ5uL48+w3ocfZ256m/CdHny4ugOPmA51e/vlbPvjHhj3Wm/at5P054vakaEsWWM8T3KUQGOWLjW2A0mLu4PJrjx0EAkKzKP9660FtG2hTVeQYBH+9WGHIiLXCfW1OCDSMBmh/QSgiYAM4YJpYGy+AShLwKkKDNNc+gyBC0Fw0W0yOwh8iz2tEMkLDbHr4UtcH3u0UsXQX4WgABD+pFA88Rf+6LjeIxjdjx8V7GTUb4jWEaGw171lIiMEa40X8LXfDve/pL1kyh3d2/h8Nhu6hH4iAepQok9yO1UZ7DxV7GtZA5eVBEHzjfz7gT1k1T5vpcAn/gV4SWh5CjHDTOEuevI1Q/jxc+Xn6icVbkV8UGmU47zN8GOle4qJms4Mqs5gYX5S0uLhcKsUGIDWUrZZMktsDHkK5flgOgHEbXUgKQCZEHXgmq1VCC28yfHH957MvN3BaZz5jT9vnNCXEADGTVPz5rT3fOLEjZO5NNaZTAmQFjMOBClhbf7f789+K7mwdYxNEkVh1PTQDLe4mEVcqDgJ2SoGi9fGGo+ajLS2iAoYIE0Vguhv9/q/oEXQk561MNGbACO6rESuZpgcRZ73vhdQ4GIl5D+hfUngiYM00aQB6PkEcSRDKnAbEiQgBbuXYcSJUuFMxgWuiYl87GlDI37OpgoCtQid8Z2/uSAB/jyKZJPB5oAOIxWCStcGv483Sx8Qvkx/EBFK2hJPBni+m6J2urnx0y3begyb+1jTDaQYg194mPcTjlP8AH1p49xwH+bt/zZ5NcE08l/BLP5o8L90YDVLaotcDqX9Te6YjQCZCG3s9y6F/Hq4mIKB5GHFs0BSzYTMo7iNWuQA2SfXsp+XI8XwBpZqnmUA+cNMaAykUYkzk1d59VQxHb+5IAHuPXj/slBp62ZwUiAmuzt8wJvwfx3FZNv4hYAtmOJdv/qg/9TglyWFCBQccVo/dlgY81+Un2dpoe76e4O/7o8QmLdZJ11ZSySAvnyA6sd81ZDYNxbGzidzdqxx1aILsqlnf1lhO21HVtD6E92oMFEITRuInuIgYJGJIRs163CeUlACiMLISvTTZ9hLAmgTHiUcvLYLFP8N0m2QEREdMo0MhXb+ZMDHuDHvwPgu0MmwONdUykf8IYpYG2vKBOcaO8krAgLCJ77LugDORH/KLglXYVMIIHNFgXMi1vwgJ1zKg58rRYdyf3hHgPI3HneP/JTbtsEuFTrxX8cYA1y9MUjHecXZr6cweI2TvqHOz/YvNhPCavn6ZqHxo7+fHmHw4jj6zix9hGgCDOOAhfBg46gEOEp1agvtMFeqUqxoJboiDW0mGCp1n6AydQHK/YqwcSxBmWG5OKpi+084xNCl3Ev8xowDTGO9CSAy9FIyAPLI1uUAEtBM3ES4PHuiGUBsaZvwatN663gU7ASrnntQhI/uGYqCeJfbv7GiIgs2cKyo5wTP46XlQSWByIl1LrhqB2swxgjJoGdviwRtbaRe1mJJTQI2AjvTaX2j6daW0DVLb4GIokFTCgO+R+pjPOfCJXFTkiDWqET7RjS5VPZQbUGM11UBYZSyd1UM0PJ2M4zPiN0XONoFS/p7SCiwH4FcbAjWGn/jE6DSky02WC3E6fX32AYJ/AxraxAAsRGYAs1fYUmHml7Bvtc39xSdV83bYv9RH/y9UJTQWJcnSrGSh64vjrSddhDzuvE+L2BQ0bp+DADpwgwyW27CFrVQRAp/M93cc3rTbDr+yLEFggmrqCvY8is9K/wzxpMp5gILoKqajsaVyVYrExjW3KxEGplZSBo7U4YIcd2nvEZoeM87SD8H5qwBII+YYrSry1Brwq+gsG1rNGYOz7iFTGvMqr3gfwXpzaxBQ+Pt6QmuLNgA43TM08FtiuxpLrLcYPEfo+o0h4pXgLZ/fOWBngVdAnfMJ+hEcoImsrK5Lu5fqcYEA0cy2yP0m1eRMZRUNuldGw9RTuK28W3YbJYweyRjJgp/IcXR5mIWFkpBot2L45CKruwCElqubbEgimzA61jxLJM6onYzjM+IzzdieM1D9tJp78zAd9EhcgDVKxJjPU7TwLr6yC90iLjHXilZ/EOgACf0FN2FpM+zmKJNh/WVsa5tTYcDdTwQRIQ5vH+3fOOmMhmY3wHNZjvq+tZb/RGvHtautyQMgz6Asc/Cde/bZc7fgC7xZGIJJq5zm+RvAlbbW8BFLGmJGo6q0hYcAzAMo5TqmIg2j6O3i5LlrWI6dQRNxHSABRvmRGCdft6YzvP+IyQd5EHe5iMTG2Gm6HY9s8n8Mcjus7kWHHIfrxbnKCPVYR/9VmRnSQwj+eVW7psYKjmfenLRmI/s8gMt5Z8oaJfxZknN3GWf4jhcw204+iOnmMd034Rw/sj+Wz47gcqh7QCipWCHajSOrhBgHy3N0i2ESBiHAKb/uxQuSUgOLwWyRPAyHFmkCGE88UgrtJ/K81/NuECLRCZSKpdEldvJ9vNpDPYrPhQyRqWvR7BvNjOMz4laEBpKrEMB4FGfU174fms8fl74qlwGSfBg13G0wMNnFyG+O0YWvrAdhtiw/LUnB5rs4rgWNyCITB15c19vsmZJ/1Y9uX39s8PfOXMNWtk85hn42+6GyfHjfK48rZTFox3dYwBj14ErhXaKhKkP9bj/nJ9RFa1Yak4so7A6dwEeaIyyosum2glS7CChEpZA7bV1FbmYhr/Khw1MrmQRjgrQuPn5FkuzgT4qSETiINdch7uxHz1sMfc7OHxpTfBwdxGw1qa3wZPvc48AihMml7W+VBiXQJbIW4SR5HbEro0Asajh8gzfnD8+JdO4ZHTfwk4VHdfUVzEGc3v70CIy2vnOegcyxjPNa2tRjpwhAAXBDqucQdOjxOOgFQXeq2rxRXqGrpMCf818yRMJI2NSBlCcIjJbh2iiCMzDZuQxNDqHWlCZWsxwA0YEfc5dUhYZKWBc1l3G7GdZ3xK6EO1ZhYd8zSAeuzOd3RuNkzgZjB0uoshAovLwGKNDYPYUG1jaCxiY7vhj4EIEDxFcgJNNSYU6L3Bl3u4uyP1TY/5BmV+2fcFzPD94jLxvV4/o+ssbPJ23BYPIt1r0xI/X854wBEGXDl3wpLMakqTcg8nRzVandoKDq/aX6pu8ZUARZBNMnABB4ok0xmpsEuKKhpLIatniVJPU9dMlOwSJ3FKlEAvzmg5DT3pvBKa89caiO0841Nippsx+6WXOHDlOAwHMA3z4cV3ocNYCxPBkkICZE0rmhrM9mTrkdnLQGoJNJxn9D8eOUMleJECFPhVf/D94BRjunt4uj88XfD/LRDTxPk+/HLcwcUGBT76PdLlPKBJ7AlLjdb41d+G4eJxw+arEJb8p/f3eGa7uwUto30X6Dtsmh/i5Mf4hPcLQO3Nzm4AFBGcBHSJMJFkbI8rA0oiVqb5zVCey7RkF0pwfQSuFFE0IQVBofKwYEWUQeTssvoCleIitvOMzwmanA9XUMlq4sQzQPBWlrduFLT7RnQ3jO0JdiyZoC0JkQ7oyz5Fd2wFoXdUq2TG9/gGXeBSfp6A/sfZPmK/+ijH2/DUtoIEqKm0vkr8DAp8xLoi7+KawwgaFBMee50sv5a+xtZLb2Y+0Ddgf/+kPXO4Rg84GYh1t93F7gXzvWqcUW27l8dhmsgwiifAXPpYIp9WL6iIUW8g4xGhbcVYnTW5CBVhtTw7a7m0oxepzRB57Ehs5xmfE3uQng/b2zX/QUMP8O6hfCNnCRkGat7KQGmrqNSKk/oCoVljfW5vQGT2JiP+/iAdaa77Ju/nTSDD8A6YhzjjN9/SHczB4jjOV3wJwhH3j0ALIRVsFMc+WpIYvFjuGF7Pcflgu7az6q4sONoXAbmnCwwwWQBbfhTZxI5fdf8kS2zLjiij9ii42dBmW4yAoDFnhuQFVa0YYKF1MfQtG2Ce81nPXVR+bOcZnxO7eDE6psHPq5erz1+niz2fYV1TYwI2hQDeu7SfAmvk27K6CfEFKEZoEsdaHBCFeiTJcSi/I3yybv3wxseBr9bh3Pe6z6IPmgqLrG4w7Br7k18T2CKptWqLJ2cyIGg+zyPUTyII6EpIFade0dhyTnR4gHmih2S6YDlnJxoDhVJLLlq1NTb0Si98zDqRDjC/1GYFJlUuatsXXARnJGI7z/ikwBF+D/djBoHtF5au21lmOIB6FXIol7AHiBkXTzvJdPXMa7g0MDA9YUYwvY0jPqCVkTWUQGMnmvs4YFtOOL8fgL3vpVnw1cwpKTkQo04n7PR7DzYYcP2DpRfaLHE1PfAF/nndxm/4Llh1zDiyL6GUfjPzKEQSC+5hkgwS5OLUIljphZNCY8KkK6vRYskJDcFbVmJGm7lcsLwLuG5JNrFT9AJBjtFGbOcZnxS8DAI7h52Vs0/CXtc+6CIo3rQFgAyoPFIfT5ph+cCLx8qdZ55mMqR4B1BRdbGgw/lMC1RzIt8fGbM8TM6Al4PD/THdckThHi4zl+gPdwTmu4Vik8l4V3fd6XN/Y7e005HbDF/elW/4fRJhRBi8qVgwDrIqEG2pBPNMbWtCcj1ltCzqTHISlshVKadx5qh25BIKQ78RnBNCbOcZnxXTDd8xB0vjcVsQNsP3udsMjjEgoCzRH98EBfH6wY/DwVZuxFaEir4aKL6yI/Ifovc09xkxw/t7eOTDJisKA+ZLXYMBS4XiKLTzKhb+ur79t4LIFZPgSGIvRowsDi9/ybYG+djYU/l2z9wsIQRjVCShMA42CrYRJ+E/Ugkn8yrFkcxAz2oZDG50hPVYmnmDa1nUmQXSWaVlbOcZnxW3Pmj58KjuCjTawY/ZcVqGNFtel+xN9qQpm3R+hRKNZZ6f4QXif131iCkNYAn/m/4Q3Crrvlz9E2DebXeTI3Y9zfTzjrAcfkhIjpE6jhz0xOIumC3vnSu/e3woO2AQOSmYt6/+t9eGVUhjNZab9bZhnogzcJIcRB6mkxAXaG6c5JJwUz2ZmZlu/IVy1FoflQgqFif3hIwNpUKFiMWzSmuLQmznGZ8VzyAtRDSSQ6OoblHMjQN+njhHWtMYMlQDZsx3SfmZ1oMe7aIlzbO+J3eztgqqQ1whMjLfsfkvWpXmB8Ar+sqfjq0yN3t5gNuZFQuKG1LYM6vqes0/M3pOOQPIHiN/+rp5V7c2ZzgK5vXHiVdrPIagCTJHsEnQh3wtM0pEW6REFHkswKgQW83OWNmduCwQEUWJptcyu8qlK7X/RG8rtvOMTwuyF0J1Gjr/IQuZcY/GMzyLrSMbxsKXJ9hXybsGp4drLGlLiXVdKo+jVXCkWw4doj1mnGrgcyD6ehLT37f8PLDQ5d2jTgR+rVy1gZHkamL9PSN+vdNCbbPJiPkujIv7h+2v+MEDXPAfSFpxCa8GyaJxR9IGGalj4LACFVXJRo0VUc0ZarEXqEWrbNgfhb6FAKWg1N7Fnt3Kq5xVZwL89OClRnhsxRgq/xUChPQ82FmCZ4sYAawb1jXBH3x6bldBaDdLDBZYUfoSsWwu/nd+d+kJnMz8jXGirzc7DDvP/mGwLr15HRzU3bSfbmd+epnv6T99M0w/i1j9Qe+aAihabulYnOgVXGThVTas7j3nfU84gCL1RgRNDDwiIJ1eFANop0hOGcFIQhSJ4Jhsxoj/rWZrT1qLPegfiJZZ1uWlyAL4j/qmX4pRw1BebOcZnxcTH2B96i5gtRmYCG3BpsAjP62iWkFwHglQgIxS0yNPLxoiwaXhvIBmfuyAUmjAIUFlKzaiVfr9gU0PqQK0wceMJ51X4AXZxcvC9ODGAT6gnppBGn7bCQ4cdloVuwzwcyVuQbPb0rEU2QtPjacHazYwdhXr0Ep4Bhn12FBv9yWYJ+RPhRfnYH1BT1HCP4vbD8OCweSjZeEhlSjIdNMnCRpZkw2WUBctKmUBpCC0kNmxnWd8Xoiani+u46AebAaijCGSgAwIuu4IpKswkwK/8uEpmgScFlqsQPorxvYKqPDIYFhfhl3L2G7U2jeu8jfGDhNHTHwfHnmDnp2oNqKAL9xiaIsjpslwMtgSZbfV37JaGEX2sQ5TWC+ojx8ZXCdqnbj7cEHVmACgPJXhBW53cBsiCfGFFg1O1dN+TqckSC4KZ5ewIMh02ByFykTVXMJQLlA0FqNsS2ckqK3Iju084xODZvCUc+CB/3gsP8FZqN8CgdVwCtossVVAA/ye0GGn+RrMIt4dQJlwKeJNvhmKRmmRXxpfV2+2tdvpEZRIfRCGy7mdhd8HcB6vcNyZAPndjU4rGFORiQmwrEdfIMZ4ru+aYdmQ2kXgYV8i0RsKAmx3R/d18PETopZeoPdTYH8QWfu2F0O0iyCiD1NGEIcXhkvI5ZOURQJOVk3BUh0kiAXbMrY0nXmV2zW1GGRpcsGw4M/YzjM+MchH+NMBDzOpxgUDuuEx3R0EFiG1YDYm65rbu6BYeAdbOMQbTtAUDNyv+0SFhdmcAhp00D8RSbTh0JElBqjsxxNgnVtG/H7s+YjN3vdAP2OkCnU0LhMBFhIToAFfrretUVbE9eIsmxlI02OYTXdmz4+P8DHII1g4gOyO2gv92z79AopYz0HJIaa6HvTfI0IZWLgKFSKfCClHIlOChCRShEZaTdPghuM/SjKUFrFoDQSYbVVs5xmfGCQK/uHIxdFcj1/du8L/wRpklnxkFTnTXX9hchTi5eCneC30zb1envzwONgr5Jo8iVJWRqZ/X4d8oZmtyy7fiKFBDtk3QMSxj7fN3j0WfurO13yNbdhgItZFqcX6kyqjev9wJoovysZOzqZbblI8amw4mYGoHGDjjKV1pXFdJ0GOIJYO14JQhGBKkg2Kh7yoZlVBJJ0tf43/C8KyuquyN0F3vY1epIvIldwo1ynmYBHbecZnBo7/+eKGbkC3PUGGof/xmEax6ZpPEbB8+wRSTpT38E/4LR2n6Ij9fflKrTG1BHJZoBcKBWysuR/dCnux3xKvW+spkuSLofHbwAJwmitbhRRUNu6ShN9MPVwUuXFN+4+H/GGCI7jdAhBramcA26r7cfCiGx2r867x3xtQ6EJUQiQV2csyGYm6qFMQWDplwXkMhYrSz4sC9s26Iqgu4VRRGH39gAoo6crO6fmAEtbEdp7xmYFj/PmJywX/UYUFpW6UxHwNBnzgvAoW3rKaqejM38PXNIZnXRAZW34ZKo9Fq8e2bFxqN7Ja9m+PV6z6FH2QwACSzy2cZiuDTwLTvLspA7wAxx/o5c2dKv/UziKeGvhw9/MFh60oajnnAh78iU0gxMH33CNR5U1oTIGFg2GhJYmecEFTT8pKLBCEaqZsFBaUNZRfMqETLYy6aDb1KTFz4VkCsZ1nfGroDN2a/2zisr/rsJGAbE9We1Pss0kyTKRsEmwbZU/bUcGyINNsSbw3ehgq+uqG34n3z3XJHsfqzld81/7fNSzwBV1sNw6Th3D4XtwI7Yfu4fmcIdp4ni7vnXts9UKQpMt06oUrGaIe4rF4DMpmO7Fzxh30EkQSA22kS9V0JBYFEI+dwgFBR4Dz1qH990hw7uDdeRVO94ajGATrKKuM9IIdS8HKbCa284xPDd2mDHNZHutiNCmfx8cCYBYxe7PDYRQprNK2sLtffyruJMLs8B+V2E60xaArsG9o79vxvpVxO7ZqmqbIVLoR+kp3wVDfHEEBQ8uNvq2XoNaY+QYKvdFZDQAPX2/RDtnv+Ik8wdevood9Ot1OX/hK0svbrp2ivvL/LTBhcCnCEI9QEilRoUxDctf3EBUgdtYaCCliSViobC8AsJVWoqQjjDrLXqCVUDpCGBo+E+APAXuAo/URUli7yPOXbSkVYiumMs83U3s6gIwVpV+HanUU8M9IzkUxscjS//dDrPxd2GYP3iHE8385JNODT5Euf4Hit6X8xBwBCJUnGXg+Ak3z/hreL/Nyr9U7d7Gs+9B3FXfEy80A2jH59waIJDrxAEUkxDBtfqoFGcYsM3IN4HIlhHcXkQk25Mh1AKIxpVvDFEzNTgshqxBlCCWbha2hMrbzjM8NHuY47BfH+rNNQ/LSDkiA8hnCcLgcLfV+SM13L39bKYByMjuHRnlJf4yhl5b5KvM98eErAF3xGRDMgJ1EgtePVlde9c0q4BVUhhETo/LGI5Hrq2470qsG1XjddYULX8l/uWMsvgUj74gymihHzSohMjN7GfRPRIsN5ldxX0OWDbgFh2U6VJkyl0Y3KCvNKOg0UgDXGNt5xqfGfEXnYXWua6d5b5hGRHGA20huL+8H17DKo1Eh78jD9VtYml1aFeOQ32ho34bXkMAbMD/e8WNUoEAlQVgYmo1HL5KILvleiVeAV4ZJrPh7XY85BdZQD+759GsI4r9XtIR90cIbd4y4onhcnUIGkFpYZjPTcBYLrkKDkqlzbGdtIEdnV6DQSldgIhTUWiS1jO0841ODp/84g1p6IEqHBchJAXSAp5MwP/Bsk0X8L/yOYoa7i8vpa8ivA+qyOllZphURV+Alc1qhHwq8KI7ldKfHbekAbnySD0jV4a48iXMK8Pz0teKHiR9nng8vjcsBLibLDOuep863r+E/7ZYWuGfeADFFkEZ6UI5KwMKFxFOp7fNXBGXYORNYMlhNnNRLWV2KUnK2eE45+F81Hwr8966aloFeOpBSbOcZnxskQN7CPx7uPvrjJok0BR7hxVqHl28OjgTQkmyar4d5DWofUrZZaRk2xkU8jVYr/BCgB+gpK1Mgrf1uOXJC022Q4yZ4bvGOb1l45KsT/o7/X0GE+7k+yliBOTZ268C96Fa7sROpl1eMowP7ooU3ImiiI5nLxGKy0j8ZRRTjnEAU7dw38FYLRjhyXVUzA5l2nOvKgqMn6JUW/8/watgrJGI7z/jcoANIOhmPdxtgGoFTPMbr+XW9Oy6xdGPKJHj3DHN8hT0RKIWwS39UlJdBNhaRy31OnNpUeoD8GNLfOTxinE2G66M3nkw4Cl0K+XrHJVJ8i9Y8X+uMoD9qvJ7Q6n239dQjSvHZxjcM6/2wg7xjXg/yBYnipYBFAuKS5VLf5IZgsMaPrQiajLxYf7QphXKcbtoeD+q2rEoipNjOMz43LkVvOOyHI99mdx+6NNLDdTVX2FQ5eRWtNDSDg13cftV5/9eyYBiUCzuRgXotmZn/b8WbrPytINUcb573PU/86DCHS6ft1mWh6bR3v/1tztVjt2gL01/6l6EQ7g9xhUTAWvd8D7+yyIltLYDLXR/mV7/U4ID9wLZy37wR5AjRTbDRCXSG6SwTCEXk2QNbBC5S6pE9umHdvWxDtme1idN1XCrqW++iLg3Edp7xubGTH8dT8aEQwjRSF8lxtsYrwd2BWT1BWiwXLiA/Am68xIJhTCoVZ/96ALxc9PdNOElR34yTrZNmMGYuIvlySTikJX5tNLDBkAB+BMbxtrtX57AjsEZ9cpPvp6APeskdUQrfuz6Uy/14Cjv+GGmHtN3zapgnIiyIqyQbgmugGrxAKZy1jTZzZqP2B7UQ3IZDpLn0+rUcW3fJIMnkVYcBrBPbecYnB4wQFAWh2o6Z7pBXb50M/ksLEeU1J5DWNFhf3slBzJguP97FK7K42LZTu2YLW3IyAwvg3wW2W3kJpJ/31XwN3tA66IhvUFyUvscPR/keZrvUNCBopwNj+vjweHd5+s5p+4T2CumL0mWcLukV6pZq4IXOj5l+M2SQ4KJDL8JMscJAZkyQZhrlkWhMNqXcSER00/SfIf8ZET2ZGiJqbSDKusmCsXTvRM6oYzvP+OTwTAhHdj24w+rSEZFVNP8vDvV8nDQseGWoS8uW3T2A/uhr/HrM0KCWXxE9YjKDV6wFEPUjegteT1HvwesbBweB7DAqke4oQ3ezcq2FHIUA2pinW+yRdVub4P2I+2m+uuX9M/IKvVteIsAFvKfarnkTRBo1DI5dJhGLXwZEke7SAaUYVfzvqijkqKkhQNNX63jRDSwClELLNWcy/ERh6Gts5xmfHfPEh0fh7+mRKiGtoBkD7Gplp5kOC+ZiNINlBZa8JAvK4PrbBBdAiZajBm1j3c2IS8BcHmniNL4n/b0FD3d3HPK6vYE6cnpz/hIahw5wGSNUWzW1hXvuBHBdu0J8f7BD+PA2B9D/LbwNQRMDZ2wjWGfNNw01j9lRpOmS7Lig0gsG/QeKOPYLjWTmoI6YEotQ0cKZAH8Y6KYxHtpz+zpmmkEzRHpvISbm/v5AOYHVdDiNG0oInC7L2NGaLgRsWCs0Mk7U9GsKqWEz+sdCPOiCnx+nOwnO8XnS5efLF1cnQuigC1vfM5tOOBz2jdJLcF+SAedyvQMe4S1nxccJcFOv/RHhrQBFpLOVxBVuX0+aVBImHypaPkPlpIbqukXBWAgjj0U/JC9C8CcXhTalA3rFHhtIxXae8fnBgxv/8y4tIs2gnYvfeFihmNr9YY8pWDGRsIfBrmFzN3ybVij1pZ8lBTKFVZUXeropz4nTOtPgVFrLz4kXera7e8hfiMXPy8hiXxdzYI6DEOmLOS596PnFlwgQZDnB99ZbbZsHOO/pAWLYj/PfOiN+irw3YkPegCVlbEJFsBhJcSQw6FpeJ7PBIxPIlGJLKiIr+C1AvltA2VEmMh2pNUlulDFDUDgQ23nG5wcPbv3nUZ5CO+rnq9XdEd2/oxtDu3KKsG3A1WgNxHuWDldTM9H5QddDItUxX96CbdUA/tmUV2SbzwvDVknZVvLpcJKeb+7iTTDA8/BTcDXU8pujG7TFhsehPb+hgTjtApJp2R53TV8jE/FrNKy5gGvbgndG7o+3oFFGIY5FUjwCYYRZqwUhKChgWsO/1VleUJwJS8rlCovI0HkN/1724IUERhTGTpwJ8MeCWCx9gjzaM6ZvYKljqeFH4RpsETAzxRe7dHF4wbGbKLSLdxYr4TcxSG5eBiKZvMCEi1K37trnwEvO6W56uAsRKHy0OJE3Upq3OCBF+w1xeig9QD9IXo8IMEpKwzMSw1pHxLoGxE9T7KA3I2jiNERClRvNU0bkldwe9F+ShpUmKkY9R1gkpcAqKY2Fa8rkF2V7OBPgjwQc3fLw8jBPFyTS83RY3+fX7TKcw3m/vgfj8pa2AVtrDc6XpSbE+rbAZtSUI7ah2cSkC040VGPDOD8F0K1TPZunO78SwehEtrySMSRjiw2eFO3VPA7HeIw7gfynBPxAcGC/BLO/ztUfq73WY90OdYe8HuaMJbktQiwGjPkNprVtqG0V74uUiz/ZxeiK0WQLmVSLLEhsrD2284wfBDzC8zBPI9KnkWAjiFYWsDaJfVyMrNANt/0Z+2t96acU4+WQlpJRy5ykoui8tLIgv3Y7oGtsGOdvghfX+0I+yD8kAsMUI3GoaqB+/iM2OIDR6PwXvt/oMAbSBY81oOf4jdvP+f0Q1IkC4zYpT8KgDsRecXgzRBpr+qDYk87HkmGYyhqNhCIUNgu5r6QIFEsiV1hVBlvoIpBdY6o3rdZ60JrPBPgjAce3DvY40PN410cTPWmSeYVaaLx1fxET54mflq1FAJ5sbyX1FiaWKBq/H8WwVY+rYSqtzHbmXC3Zmqv8HihbcQQnC/BdMCEiQcTFn6euFma9OsZQuQ7wX/fM45UT6zdPkFsVZ4+Rup25t2Ls4eFbVJsLULE1xLlXYre8FaaOkTlKaD6YFp0SI7+4aBE1tLLO4FKFqUe1JjNSoodBRSnKKW8oHAuCHBvoEhDbecaPANiMDvE4ztvxTsIKq1naQDN/PhMqsESzsQBfgVw0tDQmi4nPf18woCWFtK4eK9dFFPUavz2+cb28GTm3XM9nzPTTwGflQTijv1BWxeb58OR4HO5obLEH2Kg1bZxv4JHrlpnMQKSW+El5aYwmj2rD+yT3zNsBirAbNrBGotELYc5poVRAyqj5LVhfKlgHlMzEshvMxL/L2KcrcOnIV57l8DgZxXae8UMAtuRIaMf7/PTc7InmU64FbzyhoHOA1eGjjQ2fBOEzXmynztOuuw9oq64I3nPopjYWeju+tf6HQDcfW0xC0+it2KY8DudyBDlzGOskwHEO3MoUruQKrpjhkoomfkt965PySq/3tXdN7pl3gKTReWPpXymCzhkN5J1WSi6aRDthJiXBIvKUmxWEcNicbFkKGQ+rbKmaqxB6AmKuvWljO8/4ITA/VQZMK6CNNIOY55t6pA9mZoSq8xnqj0YqU6M1VSstk2TZn8lYAo3LS1kZ/kNdFm/G+2p9PHY8PeBxIPF40DFeD2VqLDy3NEs90U9DhP86tP3h67LLbtv9m8OA43/PNftHTBdDtA/YLjUByjU9oO8SRm/HwBoJpelukUYKwUBuvJOo2Zm1CAsqC2Usct2lD0V02ajRyG7Z3/T4KGWIxJkAfyzMfr+In7vKpwxgjeXmlm6GXCwe8yDSep5/pXCYpz0rp/myPK3Mj8CllfKE1ST3o4FypB2FkSExrLPWeSPC4f3e6O7zNvRmCG6TOS10mBqP1XaF0iraL43QPt+Xu6H89gxUiYKRNbOKs9QW2qT8OmivDDvkTQie2AyJVBRVLRI+W2Wlgc1aMfJUJBznIkNn16ZhiYqNEogkDzzbehvbecaPgSlYTxawYUJAfXYKWSF0HJ6uQrq4rq5fFj1wLWjFSXkf/Po2C+Q8mWaNpWTblpZchKkxL//fi2+p+ya8yCfNB+zUo1e0tHo+OdiYTql0Akf+6yvTAPOT9O23a64XksF42DVXvPHz/oF5Vj6gNL+R+kpgd8SuiR3zVpglDLFNoRwSTD3tpiwqpVeiZpNzIpeh+IpORynErt3pLeOCpiptsalVWSgLB3LhkOrYzjN+EFyaF7wIO3geXjBXZmL4Z4LnjKQIFIucyvclfFshvxGMAkmAimTflB9FlzxjqIsm8tBsW1qmmbGh/P8mfHMDI7wZ74BejzNU1asTc+Ia5wbhwPmpYa3IpDj+OAG9B6sTD0NB5/k9hNdz7NTnBZuuseS5tm/eieSMtfMVXAMh8vDPZVBQ0JfKRT5FR1tohbiM4gNjbofSphitBa6V/1GKkMDi/A9tbOcZPwj4jnRA7xpOW4IlFdspMzGaERdDfrFBGll5jYkf+kfLqhTNsAUbOOQHvyKG3s/DY1p7WllEXHZ8yyz2/TW3EVvxHsD7fRzPJpCfgr9mT43BZ+0NgaFY81+hOYxjyVucKZwup0s437c6/XfIkrt2QfoIFitj2jvmvSQIitgkLZINKKRxS3P1rFQiCDEyInZmhKAs82tmO8ZaUx7RuyNJDUSoYLKo2tcye/AitvOMHwTz3u/D4pEeRzuMYzjuw3cTbPC0xHL8JwvswZyH+bm5j/5Q8C5u8c1mbpEtW5aO38sFQAfTnXqiyx/h//Wgwqw9IFr53ZCb0fHq/lzzux3YsIaJW2/WUrMEeCram+dn/Wqs+C/XiJzhc1VDgrlXqho+5mX8SkFv4bXgyrxH3okFaSg0thKsNTx3FWoZyKpjRtwkVBVSnRIDrMcwenc1BEyYCrV/S5ruoBLp2M4zfhSEC0g7si2RqCQk6g1qyhTKiUHPgWWuymivdYmHG+JCZdra5Xxxw4JKHG7JfeZAWGV/OyFtzKbWra10y13NVn4nrFbPV6uE+BJuxxeD3Vuev/IFOw2NAFM5rd5dz1ENYuzNDe7fPT+ZCX7kZajYIZlNAjzUPbnAkuhQre2QZd7rYLJINAIxlXVu6TzjOMXieTUwu/JZysTIrVYX1kqxqSS4umq2AkUXULKpRdXMju0840dBfvEIS1sb04vPKiZ1ZRHZotIGEzTWAPgtGvWl39nnBVsrtlnLgF+XTwq0dWHRHwNhkN1dRo1WD4JW9pmgCw0hv4RZn7CMBH8rdnqfIj9h1MAxdb5OvF4/9DOsiekZ6/TMdo6rURh+CwLpj7868vr22rHopnewd9q4s0+BnYl98k6YJjqfOAiIySKNs5AIMcmlFQVAPk29iVhHE8KTy8SpENhQAa3dBUIX23nGj4JDGCGWEpy0LtHtKXJHs6ErQyuTmkCJaS8rUXkZsfXCYJ+0X0OPB3fbsqE5oIrMOFtI4ZPxH3tZ3OUXwO+GejwB3ZoiUJno+URz3Aq4yuYUelyHYtlEDLkiaOLk4v6hUOyrEPvDi3dAJFH5gyzWFMEt8S+tY10CEeNRVU4QBgkyUNvIjsFYC4FoLVGS1Yc0nGYHpFY8EKvUXMR2nvHDIO2FBMaUEv1KhtAYS2eq6GPQbtIIgp3UgmDKUsSanALzvP5XyAJdm4gTcALzNhA+ZDeeBGRrfL+CsgND4rNg+Gjyi+BjwXkb8yV+ULSlGhQPIwBJSgI/KiEldE91yMTqZnM2pR+qbEa7A4s4OTFN11jJiTnwGu5kRm8GeQIAVQxcxUQyUCRTtERRS8V9EcsFVAk5WSQp06ohJNm1gHVjOZQWss2q691rutjOM34YwIoUzxcHMFgY8MKPaclrvUmfBlUMfQZ7yfQStihdEKa1cSLMGVwnB855g/xQmLfBEA/3sKvdxb2Ni0v8O/B1qay9PAP22VBG5RUor4TIWIPYGbA4lGX4BBXT+DbM093ldNtOo6KA7vsDympcwxdgPN+m9Hqo4rsBojAZdQ4JkHcGbrFolbVlSWcs5PDL1qFz1gqdt5bI4p2Sh/YbmqYF03Zs5xk/DmhHxHw/xxQXsqOGbkBPkUVWsnBFAqNZ2GaB5zA7+kOwLzUK9RTnqCCRAZFrPrvhZRBqku7ctrzATD9fkgCl+Ikw/T3HPgfYo4ixYGSOCwy+nnI8rFYIqIbycW4CJa5zvFoptOG7o92uVvP6U4Ad794RIg+jMUf6e4muLTnhl3XmcqkUO1oJFTBRuqwnq/wfQ9fE+mJd1GX1QHJ01xjmSCK284wfCOkCHmBWkiA3N8JIPT/wEWJANup6tlngSbcVEiC5q7RUtY6F3pU1vCxBUzm9Jm/HLzR168qZ8PsN7rPC1M/tltAJMO4BFDUxDjUUIQG3GMLYQXUYZ376POXhbGSry1eiSvDLt7QWpX8rgCLIHzEl7fSy5BwnDSpDhKCU05Wd1rzWYNHNVn3TAaWpKJEFFSMbsVWuRM04ffYitvOMHwj7eCYX5tasYWkWYUKMGhlRiCoyIz+rsHi3SOM6aGnvALLrC1EJfqgWbUddnwO0B4h/C787wPMhfTuwQTxPQFfYPw19yJikxgyYw9T5j9TWO1KG+uaaY2tRo9lw0xJTY1RdB56+1l31anzD7iBPEOSK5I2MgvpS6XwsqBbfRIaKKZOhx0FNAstbjf9OjkQkVif/MrNFqc5Y/XAiKRjIlYYitvOMHwj5YECxQr/jquMp3IlqVgBct6jCjHhhCSHdjWI/5Brsd5n3sR26zyNMsN4w/vhMJ5f5j8U3GN2HoA/NhyA2RzcDAhiYXIHGAOBVHyylzvO0ZL8ccaOP4nzLTEn7xQMevksGIK2mCIFPY0fyt4KZorFHMlXySOSRClsZ65yssiDSVN2W1UJoK0xcXtcCuU7VLeuPWOqmFJoqMtSX2M4zfiSE4VTbWhkGFfDcnAjAnrDUJQ9l2HIFJvnswvPFLayMbqAMnepAe8xLmHxBgGV49ViE1+Ogi98bQ4+/BbzQrVNvV3waGqiDQ1HgLFa/E7s5ru8u2A/oV9ZVhD81sTcLWhr7Ie8k5NPA2WB9rOc7Q8xBpAdG5oiYYnKTCIVhk6zSESMsRcINuI74iPGiTE2Xe1gcRXWJLSfyBSlLJSHWRF1s5xk/FB4fbDjXvnMZWNm6XMDRbbst5ijz5dk/2650kOM7wFOcUxyqD8bMN3XSJLNy8l+Lfm985AT4wpe7AT4Pwk3WIlcgmSA9cZQYO7VE7pDcFfN8tbpZpv/U8HJ9W4sbdtMbA7xe14dANBFnABPJVCIQhciWPnVWJ29GroQG57TguDXOGscIFRmtgkIsWFwtcJE5HV3rfgGxnWf8UKAhwBKmPSZe8VTBygBkaoXBMG1jyZvZJ/SVo2eBn3gukCcE1ep0BfvTaxHQYjl5BVSDvg0Dp92HqvHfz4tnfR1Km07k2yDyVAJ/lEBx88TZ7TB0DR72yzhDcY/xzkY62k7jHmnDS0GfLtCaVjiyvm8lxuYtBW+0RIqBtZc1QplRjWGD25gr7opsKSIORai5qhFSKI9SpiKKoNWFtiO284wfC9Mj38bJD2HK6KBZHeg0o+IBttPzYT2aWsmYADp+j3dxl5meQRWPHfIemkAxsktyAZMfR3jjuj4lQH1yAS89bO2O5H4hiZQ1XPUYoVK5V+b9w36Dtxq9YZeR7iK14+WXm2m6x09VqAq2CHej2JtBjjCBEOYnJvifLCVqiRJNEf9RIvIWnNcyo0hEBYvkiLH5sahSyq+rpDaI2uFMgD8obqcH25IO8hnM1akuAS8jTAXLbiCpc835ls+0kfrk9FGrlsCAfIhk0Sq0sD9KsP7pYfH8yevBaVz0o2Gt+SB84GQYBPjIhzHshq1edEDM+/5xpIK4eW9/1X6J6N5hufG0cPqEZtr2C4PkPfaj/PUV1Nh3ADmC6LSRKKLlmk0h/4M2W3BTymkoLNVK2s+jXIguQ8s05E6WbKkiUmATShdopbGdZ/xYgCfwSDtIY4gJ6QBYRL5/HbkWiLAo2BOshuy3b2cSCVOplrv27fUAtDR8SFjbcOfaW4D6bGVhxyvFB+ED20VLegIwCXCr3fUDcAI/jg7QPZSQ+2v9w5WUyBf1D+vgjemHv/MrI6tn4dCj5RdKAt+66eQIc0iDCUyEk9RSgLQUXaniG6CelZNbk+YCknpyIEnpXYCrUw6TrYj5McoMgKaGMwH+oJhhiBeHi/uLS30khDZAmxqOd97iJ2FFjipM0ML6uSwh36Ylg8K8a8DBNdjCBagztG+HWln0dpH+KLDdLVftHWBTvE0yx22jv8jbIkDQnxgw9gRvmQmfcHUOMBUsSaZ1ikAOrx1vbA33Zv0scVl+I8waQFIGSaMjGUf3/CFEZB2lSFCfRMdQyazBZbOo0ivfr67AYMoaZ/USWjLVW3FGXXts5xk/Gq4wCYYncLiYwh+gvcAQus9Gq2AC2mILMFtRH8/WR3r0KNLk7BYuOc7Ozz1dQ7QRyreCrg0vHETS+D70p+37qJbZFK+C8GEZItQFHJ7NUSH98du/iG5ugwaFwfsGslU1M64DtfhxJjHpkME9vNgZi1bfDXKECcS0oYXcLumSWAJN6FLz63oekexYQ4slC5AGrnSOO8HQSjaxa1jKzmFHo8LWrdjOM344wBLhCux2zxNMAu5EGg7fJyd59pc7YBrhMiT10XyRDPXSkptxShjzADEgXJH9xf7rYHPLgiexegDlO+KVd829pjfoMjxAvknbCHWDHp+Od/etwPvXeQphvESy5Mto1OphDfwdGybQLXd3OV30j7tQW+t9E8wbQBCHWcOLWBqQOy9R6g5fgkWKcsFNRLaA/yzlOFMh8S+q9xy7jUWjpVMMpvElYjvP+OHAB3Jh2mQ4OQXtW2+0MRoIl5yvySAa93XzS/uhIZdHibtB+hpzJFp50ycIED5or7bBBidB+ljVeFsTH4slEQnqZe8nZV0ul3aj/3p9hAZ8BfwwsQHsgjLWxGK9TnqvjXl8Ltg7M77M0nJFjcNaN7vwHpAjTCAFkWqEF9TSy6VUSYoKZw/UxQBFc8kQElSHqDorCissGBkWVDjSC/RTjggsF9t5xg+IB72/CpYBS/CXyTtkqQ+PnLA17hNxlbfApwFB309EVSLg7Fpty4fKmjbCqwvM5Eq1DT54AVvl39rGB6KuGr8eihqktQI/Kg/SrTzL+MDUFpVi9os2uCdC0bFgLqek3D3XMYWcBPhwp2+z5DUoNIv/6nd+0DlPwLQBdNpwSlQj2WhiFRyCpYRUYkE0AqtgFZdzosmZI0kxs9gG/ikm9WWeloXxpCmAIrbzjB8Q8/TVU1+ZlW9PqeAVS7sKPGtnXE9X3XBQg6GaWVqgcL9XmsbO1sItsWe4hx2WGz7GRt6FYJ3fH9ENbnaDVdTtdcckhjRUDfhtiVhRBUfuHj8YW/cH0jNsiLrmOcRKGZDBdKQ27gns2Mf8+ZEDuHnt+dtBlhC7iKpiAd6QBDgz8s0x6cs1MMli1YHLahFqylnWWWDbLSFJmqJYITrkckAIKFkDENt5xo+IKzIfbQXx7n7DIvUBo+FmFTohrWCYNv67M9NzgcPEN5O4GGt6mv2EqTc8wHnizdiJ1dp/aHBrtNkN1lOJnxW/Imzc5Px5GGmLsIdG9suzsRUDX3o9TVWytKP0S4e9fc22eAKEmPlyoEVnoI34GyGSIFUseAMIoUWZ0fUOBgX8N9euZXQ0tgIiezkxLrVEcZnlmH1ITV/WEOCaYm2xnWf8kNA9F+Am3jO2OtlPG72DscJsmv2i1FWnO86Kadu14mi9cPT06AEKzZft043PMGisePge++fH6z1MltPIdLTJPmS+DJZXscmBrcnOfwsymm8vWVS3vYyDG6gnBVUg+A97pZSn+CQCZGPIbWvhz5KeCfoeAEV03giIS6hdk146eXK9RDGFpQqUzrkpK4UYAQvmMkpA9uw3V52LFgWjEbXkgFxlhjMB/uCgLdAQ5rvD4iwgzGS3f/SFYJ6Br7c0J+HBaIVIAk+Hx5ACty6hMr3cPO0mXoYuBgplbeiT4g099GY39FuF5vZm/MKBGMp2Em706S4vzVjEMF6JxmQozEu5lUojhpI658y/crc1BzBI0YkPh2hj5KeEOQ4K040VhJIu6+B0SyY9EVGnkdfQRlZgwtSKf5YIEQuXh+yQDNegpJXLbhqxnWf8mIAdYEF/YHq66YZEPSett7xe6PsjaLatQNjOmgDXlgTz1aOukQyw/cUkcNnSZwP69obu5fsNGuq1W4xqa4rDcPsMf6wwZBtD3vmHUcqJ7zZN0ZkOKL+Mai9P3bUHnE0S0mtPUJeN9MofguCLYRFckg5W8EpnOBUZkNwjNDnLr4JWRMlgsiVSSqV74Rq9GGJkUJs5AWVkYF5s5xk/KC5hCDrmp+n5th38s1jv9lLGss/pkWZi1UAwczYiDTRrbDpbWq1GyLIv6x3Uy5Y+Hd7UN92mWFGnmDwLGCLxzDOCaL2NRr7078AxKqvdHp6n9gzHgYNf+K+XZw/4k0OZr5AB/CNGz3Oa+W5pJT8cC8pQEBznMjgrQK2LKrgQSTCIcFneKCrXVPEQQzDz5pnBwLKYCqm1ltHCCChiO8/4UUHTk52AzORp3JCcaK7P0/PFFZ80sOMgjBxIoxJyTtzND8r0WzZtC+0s3k7sliLxwyMIUM+rWIwMguwfogD/b56+8kuZhgdRt6QrnVgkE+0kIIW6oi7r/ds3Xitc+f5yWu3+Pd/m4/T2Gt6PYIoBI5WkaO2YRxbif2iVE9lWHQtZJIisqQaICGtOmyYTm1WkZkCzLhDbecYPCxz6M50PkhnntqQ4ZXDCNWkWhSxpDJqvKY93py2sO+2IaBNlxwPQxtKcNWsM+ceHRsDPqxihF8aNJ/+Bnnh52MUYgRLHd2gDWwMJtKfh4AAOgx3vRcBu2pNbYzfWVt2PjZ3xUeiUUQIBNysTXIQ2CEvUNDhmASTMUoS5LaOKPGHn6llpERIbOvNiyVBf1CkXkFqI7TzjR8U9+Mw2ASPdXez6g6aM7R3yFtp2ip4IRxDmfeuTXaFv9idlatcMiLmdLq6MQHMhfU+Ew/udsZoCh96Ypsd+4q78vPC3hXNSIj/xW3CEAPO0A4gwPoAemPfYo3LTlVyznLO0VivqOYkPQdAEeUPcwUVzn1K7YCulKlLNjMhMVQY32YhzAWm4pgFRzwih9a1jrMdKUUSL2M4zflgc5ukZVoAJK83hUt4H9fOvWMAumIABL42PHIiyCEJo+eUJYlCSYkdMj2+4BebVBV+Pl5t8B01yg1Ep+Mwj0KEiCT6LESKGbHgtosYVPw+RrNh0pYk4CTiVe1uIePNMOz8x7gZ3FUvx7di/jwMoontyDkBblikoeSa5xgVbWFFQ57iW1TSEqmmR+paI3rQWnGwhFliKTDdCW6ej2M4zflzwE2Q5+eXHPPwp4HvZBK2EZWDaG9ZHY/XLjUMBTcZ0gSzD8haVMdnTx3qWvLCF15R5G17TXt2m14DljWx/4QJK1/F4l1cunjbcMj9/s6p0tEseXZ6tHUqwEWnsS8LtVtwwP+7RJF9pu/qF+jAEZ1SEoumDqrSIMCLU3btziVBnGFQBcVT7vCbRC/ailV+d3xzDmtXgelE7tvOMHxlpbDA9pYkDTYdqqSSozADfzcvqcjPoEEovlPs6Bj1aiofgtqgB2pGitop8K15scbtnR4Eud8TFHzAgSTCI0LoGjpkE3YJOtBOmAJ+/wZgyrlUXb5ftcBvTbizAplQ9tNoJ/D5dQO8Bny95g/q4ez4SS8IgZ3jRk0uEk6aQ5LVkoj53DQxTX4rRimFZlZjlSIgchmggmi4ZVKWMBdFWH9t5xg8MXcugCU6X08VNGIi5kAsbx952trAUUhsgU2PiiCXxRSQhEtN0R6eENVfUsMQrirwVr2jvbWtl6Y5kmEiSA0PTMT36McD8ZXjWCyM0jtRh8Cnt4ktTaIOFjgwu6vFpxXnutzExxVauWTPvMNQe7bcj5kqwONrwtyNoIkDaiH/wjVRiFHJOMowUWTBQ86IstY2WWFQ6sxhFJRWn1BE6118g6q4zAPfKuQpQxHae8UPDDAgLu4UZ2oBtFJwc2zpYIF/2XBAMSLM1Qj8C9aqRTXd+XkQ1iz7ANYVIrAv8Bsh7eF4Hb0hDaJs6kgXxAub2/vtkP246xpynDJA2c92bBZfnESqYA2fOCa5XnKZdgyi02jfcuTOvmqCI/qEvtxoOl7o+AqAMk1IQU5/vShClRMIILiuhZSWoKOrGfgUuwuDcce1CjxBaPosbTRNCMl8FkrGdZ/zYoOkdrq9gG0jQSG5tbbSpsNEwziX8hTPLttNuTg3UdQZkKUvb7AB9xD8GuBUDQg/slq8ZCzw83mEJhnISTXDkJE33GCrJV33IosT26GJEn4PMCEgq9OyftazQVqZVsdDVNN1cPLUntInvdRV4yRwdJYN0uCYZcpi1LXSMquS3TBNd7twGBNUh1wzZ4frUDBUSzKv9jO084wcHbWXa3dB65QHGl2dpHGlzim1FN+XBrvAzBJgWn1xd2ynb6Qb4tTx4tSj4XfGd1iXSqwj9ccx6FCTe/0emCs7itacDR8q/NEllhlzD/fWvmtmGLoDJ736vffLcq8RlqEzmi73RKF9KfbX32HcSBt7m974GpgzClBHEUakqpEJEobFj1rSNkNIroz50VkUiWrLPZjFD+nPWU2iJmsU2nHKILASjCWcC/DkAP8VGJ6PQfMwU100IaRml7UUkGeCV40BarE26fH1H7TAPRvkVedb+xpCtfzzlivMGRMZx6Msg8f4/D5XUvPTEk6OcnDpd6SkLYQWoUipBhZ8dVETGvuwZFcgbOO9j0FHX11go83HHNnEG6m79GCQdiTI6g3W5IGils4skLrrPVXmy6Szlv0JrnsoOp6K57MTAhIwdiCzQkXmm3DMB/jQwd80HnrHfYfYV2rATAAYWBstlMZXyJtVirmGnYaX8GplqHq55j4d0H46y8m28WOB9EOkFfNE3Mo6A4/Kw92t2KPex9D0xNxifHCLvFmF8Gypv2Wzjyx+cWtRQMlVzrIaVJr4BUFlz3rj5vWDKIMwcIjD+W7ay+V5JlKELLdGELBgFRgylHLLxSGERa9fSWtOcE9m/yEIoiSgINCm284wfHjQXnrGiSbUbam0okYjTgWlKDd2GRhsF7KwEFSKy/X38TItrIiJxHN9hzu01c+ASkXEEGgJBwxJa4VIjwx+Krp/zlvENqsK61A6n1GNLBCvkNem8CVDlo6i6vNHqR0IkIUKTBCTrBKCPhKNItwLNW6Nc9bFgcBFnLa9VhKjV9zlxiYygXkkRAqbpAIuNjBrbecYPDpjE9PwkioM46zYVq9sSCNvutqaT5t3it60J/gmnvaQGRA+P7UaR4yCfhPhasPmXuOfbsdUvr7kg9NswBflm57HkTRITokJMT1HuKFU93z4+2KcbQVWqb+MF+Fq1z8DOPOW7+ARdnpv9MIg0vAjGCAyKEkm0EA5XaNPjy7kn4HygZaVk0QUrZfVFto08kR9JtFIdxUgxGvMKYjvP+PFBm7sHOT3NF+01+Da6bnqwzXtY0vj0Vs8/aqPzw6P8nWs+BTt+SH0LL9PICqryvQlwu/lYdUOojwA/Bvw54DenQpMwzz09T7ec30plYOS4lkitcHXF5vpX/QKqEEP9nKSnNZv05t1t+SkjhgsiHwOzROcOkUlVQJSOJDV6aIQzLWlJnrIUmQ6uG6SmZpIcldmglFVYjnkB65nFJnoHCMmtgAg6tvOMnwBkQFrNgY8n7OSmmauK7V3bopqpKMr8EyeUbmnDzzC+B1j3ix7ga4hkCdd5sdIbW11ip2+tGaFqqyb08EeoN8EHdOkGk4hCFfCQor4eLxy5CE7gEXJCSb7Mive0LAqwg3lbyxz3FPKjfjkZhss/ToDBji/75m9EZY3gJy7EUQ4LWDPk1ooCpOQ3C0lTpU4EZKfIkN6jl9kL/A9kCrQswpSajQG5dqRiO8/44YFjnyZEK9KHxkyANqpiWnGZcbTHsKPdwqQDfhKCHiA/iXb6XttolVxSV7CJscSrqvRHz94HVNZ6AqkdEMoj0ANuxEP7KpuhjqkBnyyoV2dZbfN76fP1HkV58hVz88WmlZ48pX+IZi7jHC6LDzW4f0L8ODSicEzm4D8VIUPUNJRSlGvFCOmcVVjJQgupC3Spil4ZoPYhRl66jomYMRPMCjHAus63PrbzjB8HJ0x0OoDL7mEKpD+aSZStp4bCS4i3axpR7EjLtOdneyhTfwvKEWRLgKTjWBWBbxbSCZRXz78L6llDKNHrULzY6wu/6QAYz7eJfJ7UgghQ180LtugJHvWBO4sr53IsUhg0L+pjNZBUap739wsHcEx+DEARmtwmYSimZEXq2rJxoQPrZVZGLW4QJ1GL/2BRSQsxUowklhhgAbLdIosRsxisioxAbOcZPwxgettGyqcW9rxsuOsfqAh7Hsw65f6FdDIk/ZMjFkTzxEpR+uZu8Rro43iZScgSIX4QXtEcV1oQWuv1+ucXgaF4BAc+jr8FQUpCEODYFtKLObPvo9aYY9qtvKESNMGhZY9TElnyxsFhFd/FAQQBVr4YucMYdEyM7lgmGxUipCcowoqQUHG5eJbDvYtWesHw5BCrPhZRBJAmskaEQgWcG9t5xg+D6bIyVwVcO+Qgj2S10/nzeKfweHUw7bCY261OGR6xf9EfqqHBl4zsTRd/wRIhfRDIOyEeAUsMCD2x82nTF4HRAG45LKHhiGMRTV5vEyCSHL3UIp/3n9tRRENuq7Z5FWWhu83ps7LBfdwjeiS4g1+H+XiYLkQYDF1qQUQkKgu+KcUVHCsjOS2EClQ2HzobC4ciKhW8B0SUiDJuo6Gp1LleuSG284wfBTCH4QpjBW3sQMu84Bfi6AXmG4bT7IRm9t1I/UW5TXbDCmXQYcJscIsoVOT3xctdYIkFIucNIPloWK/bHZG+fzJa9HAtCVDJ5LfDfvLlqRufkIA2dpRIUkDXlMfxl4KwCP/zDqvmL1LDcn0fhKAJolGWhE5gI6WU1FDBeiyrwIDMpgUktNQgAiqpGtIH2zXubZCm6iy7NOurJpOxnWf8MLiChxHiGvA/LmELMh8h7Go09J5qzqQmzWmEgjLywz6qwWaDANcUKKMP+RvwJhdygVf0QL2sCP0bgCGY+PYCi2rgWncVRYvzdBUxlQ2RYo1D34NxcfcSUqry8glacLKcTDTL8bNwD7cXV7ftEUYgq38wgjXMFghkmmWi5kdqKOYg4hFGauqJEFSuNaGFAhWGhWgmtSrjkCuiaJ1kx0ATUDC284wfB+PFxwVgIjcyPRgE7SOtcLSPbvg2KZgYIxTuGSgD46tftrDmXvy3YkDZ/LiWt2PLtXwDXly9Ozkgcl6Pxwe970UypqIQ5ivOUNvdNeEBjj8n7Q6jebpuH0FKr4296KWf4R4iYhNQDxNbJ/Cj9HW65wN33x9iiU4pjTqITDRmA6AbygwQByG4fGGnFJKkvCSi7VhD89tSITl1BUtVTzQejCKxnWf8JKBTYrOab8gnefPFwtLLvW40KhakiP90N2DIaGpkJOTHt0A2mMpW/6048vqpj4I6OSAyXkC/9Ly/4/AGc+kpj3D14tXRhQBr27ki3fWXo5clmFl7oj3I/6dJnx5I3Ez84jDvRMReYH7bDexfdxQ/ECaLZIsmDYmmJCvxP5LSVEFwgUwRXY7KXobaUguha4lgQq8hiDSK1bUzE/+UKEcJILbzjJ8FoC2Yxg4mIYuKOdZgX4SNVtB9ZbRYWXLYFPlv9WQwXZ/BI6mQ0S/x1hntBrF+JNjHEZHxAvArEvTCnwVEzYnrAxINzldxyhQKZwjmOjAbnW0nOkOyhaE01sLc8m4sdICv/GEaa9S7aPpUQH37PkNHjki2GFksWCQJKATSjYSeMSILqIVsMiXEveWWO7TEoiFGE/jrs+OOlWpUkAqpie0842eBHDdL/H5Es6slb1V7QwV+ILOXMf2t6WEv0zyK7+KDfCuGjRA3NV8NCP0LALkEv1zaBe4EyPEOyZj2XCrHegEyfUMn5ge+/K+TGwsOpXWBhTuhFXEfqID24Y40azUjMeH3I0AxheiDC8sInX9awILojhiDWEyh3JfSyi5gbWNaRvhvobFhJhtaEa9ca2oSEwJXS+qzTMR2nvHTAAZJa4Ok/zSh8cPAwGCeEx/2bTYVNr2mhwm22+uFoZ8C8l8q8j3BHgqRLprXvPeqoZ/zjKG5yjtQwFtXOVrzfMC/HEDllRFGsXoxAzNnfbQqwIKLvmCei7lyJADm7i74Iv5Z3yNh7exTn59/PBpTBGsAXWooqko32+glLK1mro6gDMnQOqJgri+SCoEuLVBKiQZDju084+cBbPRSFrObOWsK7ZqIinmhmKBKg98xAq3d+YNwAk39aNnfD7vn2Fj1LyAFEMlAKF+Nefq76uSwKsaIUfZjICTAmJuWcYQ6pICu9bI4ZZUbC8TeGAHevJivH5CxbO47+X9xEcTkoUXnqlD0pBJGpLvvx2r8Z+oEXDwjwmKGRrRWVOZNTUqLoJX30oJ4NLbzjJ8HetMmjMfXE5qlLE0m7C7AC4usdor+ADgy/YvosvdXTHvfzjPfhHTX1L0O6UIbk+BQvR6Yg/qqUtyDHDwUg+brwH388hwqd8hyXXouRH04xPigqT6WcMhrDcjcJrR9qdl347/vxXsNIgoujkDE0oCUWW8D1CoHCxUi/wyMGvwUEcviX6lQAY12vTLJsUo216RYZkXXyLKIWy9jO8/4iaBnEWRyMK3Gexv2XjSwxwdTYL25bAUSZGdSWfyLNshC63W/hHdU6VCftN4C5RCRfscK2tabgRoPQe8zDINvRmdQeetfH+4d/tzMB54MlOqx9Ah1VsMKt5I8KvdyxaffDWYJMgdIw5GlSC8zDRMRQwoNncuq3tqokxmoPKi0UqMJDaFhpKIltMZ77ASXsZ1n/EzQ2SPdnTs/3za3Ym00ug2aj8Dq7eygQFjY1eEko41PtL6KRljorQZLpnmvkYMkuAlabYVzhfmd12tar/SEzcB12d1y6RzKr3GxoowZYeX1w169UibZMqo+xVnFxI18Wr7jApumClEwcPIn6xuRPGEuCnT6yLyeCcGyaYdwvjN6zEAM6VYpyHUDbT4dtUyxbR1HoBzXyJW4cGznGT8V+CwC3xwFo+mGPxrhM7NEe3s6Kn7rMy+EiHtgadsn1+f942B+r3h+FuspvRht9xhmPvEc8ttxKe5fwZnfAA6NpSfEhf+AZMC+Gr49caUUmtbNcXEoBHjdzzIIGmKQIMhU78sZV/x9IZJINgoCEcw4XgwxYbkGw9TTWC4Yq6R7GFNmPcSt7BLKZtyczx6wKIya1OmmYjvP+Kkw3z3vMVWa97wsmTqZ3eEJDh8t826aruEpdluC/ACtnSe4hFer68YCCo3muYmBbkg+kXxFVYEv/nxt2UQvL/dOaw3ccxze2t4at/oQktA//JYIsmtaDPOv+Rq/cVtainvCdyo9QcwO+kGQDuwRuoA7/lC198cQ+dsT11y+C8wYWgSDtNevMB26DuZtkRQvYKiei2QpLCKpYDCnJYBsL9w8BxagItP81yoCWcmx9VHeiFqxnWf8VJgfbv3eP5iVzQX2z7co4P9WroZtDLpubJd3j/AC5T0BqtCMsgPKhYFuYuCbXB3xirpEPs/yMrCmVrJWoT4g+ltvypvx0G9l2XgjBQYGa7X6HoN3uM6xHJ3vYcPC8eOvEn+ypBlfNEiQA/fT7kpfDon6LG0pifB7oJGFomSVDrOhI/KPSlhnr83ByhIBlHqKFZFyINTcEGKRYGJQpKatOKJsuyz7hsR2nvFzYboGAcigRHu/Yrm/fpieVueLaH68XYaGd3X3MPFVCjIr6O8PT76iXLlDtBjycRyjm5drJqITL1ZAEZepLEsog4uGyHg3eHNyiBjWEArIgHz/GMlMBed4p2l1FtsH+wIYzyd31nqkFSfk/CG6nTBLZta1vcp+fuJ78h8IMNyqpA7EDhkRGQtDQjCXSWoRJaUsh8Zo3iaw5two2zMaVS6QmmjOUdscRJRiO8/4uUCTu59kJROfOhCWnxAz4m4MmfS8420tMftMw0IuTLs5g/ASX+SSZs7fBjbz/lWp9vwct+cBoX83yux/+b5nA+O017NwkU7Pr1+IgmrVDX3a/OkQr27c8Hy5Iy6xQt/fqTbd4Pe8AzpAshBTNA4jQD5SKZLecaOa7vtRMoKAGDXyYoEQAZZ1+aS0DK09/LlCzSHcpeo2Ak0gVE/J1FET23nGT4bpZndxgEndwGzConxf4Br08IAoxlnb8/ItCEBjwXl8QH8TajDk90OtvNxOK/A8djqqN2xR1lvAr4E0cU1TBBkQOa0fQZPhCAJL/4+I2b43dH0CEI3tLm6p3oNQ9elNKWNzeB/NdwR5opIG6QdiprQ0IzVEnrVORI1aUCopnBlF+P8ykvVa+ag9YChj9vV/2wQmYzvP+NnAz4LoZo3ury0niQkxYH6Y1t/lWPgh+bEOvu6YH8h06jhEOFulXqw5wM28rU4BSb1gxelvRGc9eGFbY+DfiHpJwgm44omNatg+jzZLoQUpE+wz/lUAOdPFLQRvyE5fMYjEdwMoovGNI8uMKeFfQrho+B/oxSUIcp1KKmBhBYNlgglmWh9tRqBv1xpJVU8TpSSCI5eJkgW5ytjOM3423NIfotXDbsLqjhEgeaK7NGGBg49D/rC05/Vji6cgxgm5g5q19jjUylsqjHB1gFe+v326CNfXfeFM9HrRLZHfJUZyMW5cXqVmy/9TmSS4Jf+Z33bKZrmJrxWEKvzC3wDkCBKHKCU5hIkgkIhCv+AZU5E0DiNKQYQo28GkGkyuoirKZNFWBUI4lEsUgoxiVjmcCfCnhUwJVsO42V0TKmi8D41omlBMWTSigvu93kn3IlR+jbVys1jD/XYzr4X67WvAofkG5B2QWvbXwWhY7vQqiXl/WX9KkKOdEF8ijZpLqMgzmA8CXzcrZEHxnLxzbQEf8fkt6S/PAQZIGPhPnkkeicSwDDUi+nGNmZgTDhpLNCHh/FQpu4eExEKu6aFGMYXuPUaOpA2GjO0846eDbR4GmSKxvsOCkNW2Mu2MVfkGrzgEpW7ElaF8F8bK39TUa+COfwhdTH4Rjgflqt0tpI/EafSeLsVm9YeD6fa15U3+MwGy1nTxeKcpc+ssykPme2PgwlKx5/5jNv5Fg98d5AgSSWclp4ek6cU0JFlEU6kNkkIyUGUiykM+q60dQupZphVpsRZZvrYcic6PEBQKPcZ2nvHzwfY264ti+YYSf/xoCRgxz5ZFyt9BFzT3ssQyiKf5ejVNM0Q078C7Kn0oXkklOQBKzJdXHhOMXNbONygWBmSNQ6S6tqINGs8txPnDVpA92+kLInpoOJv4zehPBGgWIVkkcQSCc0p+oJQqIuFkhoWbBizElp8cRjCZ+uhDcK11Y8BCqC0Y7nds5xk/IWwu8cUy2A9NptlWxTxdzrDeSNUyMHFNyhArH00epsd6nj9B/tts/CTeXuPj8Uoumae/wzcOCiLxXWJIypXl8qHezoAUYrbcdCPkJIJKL3OoG/iZTtThicODPPfDHm7n4Z69VZ9/CwokR5hLLJg2rJHSFNO19tCUKk4cszZ8uoSYMPJXRc12oQ+xZZdyTcweBFTamRTUdgtnAvyZIVcteIkuIIRNF1D+nxmOeM4HGIjDnk99hfXKWqe7zYm0GHCr9Yp3cOT78do7REAkr+iWBkHjwMHieyOsT2DT2uXedpqAhTxay+IBtHqpptoYd5iZ6YWjbSSmx7zw+1tQnyHeEMg+yRqV5BSFXknLkFQycwynFJyzzu9x5KUu2g4oQ8lGab18CdlVppqcgCK284yfEaaboCUuYDiV3ALkPhp1M8B+3xqxb6bpIrdf084HqI2Qj+EVRT4QG8+UCcsbIl9HKPPXiW4yGQuLx+WJAA5NvzKSQ4bNfaL0tPq+CnHzRCZVDtuVrkNnLneHx1u2guSt2nBX2eXfhAULmcTCcTpjTWf0lKVID1S2oiGg57eGvczCgxvneLulALOUzbKmSCciJGmeCfCnhkwGDoRY70nW87y+i/ly4tVWmGCkYb8RA/RMkhsd2WPZwMvs9pvyH1zAiBcgc7ydPXS+rxFbvQpMSP9gmZh8XyXGVJu8wX+kvKv946T9IWKVumDHBxdvpxu28Az6A5+j28l9b9+C90C8YaIhXQRrEJFsAkguJPt1AaUTmz4aQ6BRlpeZ3QuIH4FoyHkMx7xAlTEyHhHbecbPCRoV/Lln+nQ3Nhm6RYM58uTVBe8V6VPfdm6L9Ifo+ZYvKL6WicJpaW8rPnZn4XF86+MYgbevuOOd3tN4+bv8WhAapUHn5wlJgFyOvQWl8WcFUhApvERwqx9UzM7xRWMHXolnQT56p0agZPY7+v8+gCLEJIXSQgOQjCjk/wKFuSA4BExjBeH4ZZUydRVadv+PaFEu4gYrsBRzMpYYAlSxnWf8nKDx0CzFbbI1X5SsPGRe0x13zVExFQb9ETcQbaGY/bUb22CcsuOPwyuZ7cPX+zLAUCEResimgcMUDNWw1xODE99IWx8cJvf1061xgpBXVx6y/UZuJLt52l3xVaheBzXO6KW+L8QfAfAFeTAoJ50vpQu7FCcM2kadrtWyFFSSbIRY/4a4yiUY3EDPjpW5wV4sCtR0qAJMRSXBcmznGT8pYDkyNr9JkxJV5U4XGFeZKaZlwiKXX0eag/fgASrNwsQrrzR8KLjeEH8rzNPXemp08PbUmV273y+wn/QVUSDJiuQ3Toa9Gax4HwSbZU1yO77OTB+QixVC7fAbgTzR2USM0pgvoaQVlWA6sgbLbJVoOhZwQ1pK7zRRuZWLlLK+PTuiNwipOXxaLMKZAH92xEko345r4+ONa5xgOTWee2oMuKA/5FzN0+2OrmDL4OXJOW9z+xCgrdc199sT4Pgi2PJ8b3LTwInErV7A+CgCPPD+yXWnqYkL8xxW7pj7+D3SVNjXp/RSn/nihlks4gK/CUgbgUpHKZcv/SalZECORaAT0pBfk9SwgBa9qKUQtuBirSTWFZpgQy4kxLJ0RojtPONnBUzMdievTxIMVTakxNJs05gX9CcL5BkpejRxeZVuGO1TiY/Ckda+5aTfh6C+DBAoU+B869+S/6DhS7YxtdVXBzavyLBOvCwr2y/0RifcNeE7KqeF3wqgCLJJBHEIF1YYIbdJ6RKuxlKtwJGSKiikEDTGZbyJugXqe4vBt8rbgJpJT5Ah5TMB/vSYMJ+1xdDaZGR0KahiYnXxkSbH/0gmwjznOxJgr7S7eRote1nvI/E9234J4DLfEm7K50dBjPwFWTmAF9fgvkc+Jnz0RQy8wRmt8cUuMy+xFHKTAyj+47VgX1Jxdpb4TZD8kSBneNEoREi9Q3BV8pcTjo6FTmCK1AQRUYO7oiWz8O/Q0VTt5f0MsahQI7GdZ/y8oO3IaGi4tCMseEXYuvRrmicH9uN5qkwGupnr45kr2iwYK34Ufm8XEJu8N/sJzd9rvJcD2YCBfHy4w3jZXy5op2DRjsd5h/bvy/f4tHvkbSObjmDoRIu92PcHKMIEEjQC0gi3q/GJWM46giUsRdSynO4lhUi21ohsIskwBPzXgGJcuoUokYS7hvTrifeZAH9+7HgOSkbDe3JpjTzrFFZ0qfs0AFk1wfNWjEeKa+bNWR1JMNNLHNP/6MCo8J0HDTE83e+jAL0TxJW+PIXR8u0tHaxuKU7QYl/gh2j4wJ5UxMWhvSQVOrjbtdT3B2mjI0gDC0YD3aSnZU3olXaOPDqle0g2aiToFhGUMvI0Y6YTTdsyKOi/tYL/WEdkrRHbecZPjG6kN5iN0Zh4l4vvN0vb2tEqIccEmLrKgL0JPQTxgEWkC9zUz0qBM11fjZLg7e+ERwX1kQT2+J34ioFanPxT7SjWzjTs9hP8v8ZtFHbiv+cn7I4b7yw+HPxbAxQhCqFTFjw1wvwS5OISSojNToANhgj0Jgw3UcuoMbNZ47SWaZIc12d2Dn30BimFaIGZsZ1n/MzoLyzhjJc259OCu+c+A5Zh0uNQitrypH/nP8h3osDNNyJ8PH73ix8N8/XD3eOD2IvwiPQ7/DiwQqQ5aLoAsux/KRQCdsXqU3AxAdbF+GBGn2z9jTkQFGGQLBptgE0sVLRcQmSUySyevGNuYkYGIRvNdErpREYywVRvyiUQCrkJKyF4MqLYzjN+Zsx73YlBEQzHmyloeVDBy1ABgGbZZ2uyzM56gxVfcWY33UWq4POQ1XeAxgeeL2OAr2auvwvpANYRIINhTCNlpKctxJOK4DZ+ZLNdKmEZ1yas0jLvkPkNQY4IOmlM0kFO6qwWoNTISvImKp9FE06ooWS2TnBGK9nXh9RYpiNysoAb7YFNxHae8VMDtguT0lXM6+mQpwJJgDQ/g75Gt19KLVUdQKbo2Ix23dDb+xCwFyH+vhBv3T5OdxLmWbdVljHQWDHDSYL0NmG0xmvAtQzqY58g2Rxxgc1fzI8816pbZDz/la959Hry94KIIyG2ayxC5guYsxRC8jJUTUIYHDS1pcqms8xjbv4DyHSO5Vw2HWB5DOZIiCyvaAkoYzvP+Lkx0fWTH8H3eMKTgBXCrrrhgSL5qpNuhxQzNZgnXZNq5wNqCx+Dj27vneDY0EWOCyF68UEdFnHh4AIrF+px8ODdhXRxz+eAdeW3fZGKYPNQHqb5fqZDrke4yYDafb81giYcBijd6czZZscRpqxAyU19q7+qSUgfOcPaEILgTHR9IXRJRSNaBCC284yfHPPzrc/G30I+zL4WIlYkYNokRsIKgsYrQQ7gs7OB6e5R6k18OAFWYOUhvQVvnZlvlb+JTZ+ma8aHi93jwGyjj0wolw8gTvVJ4AK+aJHArtBbFuziaSPd8C5fjtDDbw9QBKlE/0EajTsyCrSUCjRHMUJjxlSJ1kKXyAn14CYKW8zaS1jK0Dua3eA/I6ASIxHbecZPDrh9/mA3bZImRivTDBh2FSf/aHq2PSEKcX4Gw+d5v6/T1wfMzPxtjN8eY/deizdW2S6uoQHsAVJzN7wQazUiLsTlOL3t2PMuaF7XvdHPUNCbz/8hhT+q4l8hivymIEeYPYJAOo9IanlMJeclyyzJprNYyXEVhmXxWImD0FJdt64ViPyC2hyrqURs5xk/O+ZDTHj5z2/s8DwTFLAq3WdG65KNs3BAXypDqQc4fQ+gP537A2qZ3xBj596CN9XbKuxrF/N895gEOA7CkgDDI+Tyfn0jNHA/P/lLxTf3t3AR49EcYMa8l2f6xHcKGfv/N4aYIxCUIhqzzKUJKPlEgDSG9Mm0qAnFjcKsqKFlZhKoxSNahwRTzZ9MvVqIRGznGT89posDJ7p+Zwms+BIcKH77la9tkm3RxBk38EMhupcNZv+bn3//MLyJ/raRBEgPUIqR/9qXfwM5I1YUU90R+xtn7g7bvyfmQO8Wc9/vwH4AOSL5QxzS6KeJNRuBdHMKmY2YDeCf1RxVqHVmOdepxmWha6SmFBcuitxSD+hSa8HZsZ1n/Pzgk1x37QQXHTnMvfCvyyFha7Bx5SbmPR9oXd7L+/vh+UPo7D0IArzzy2D5lqqCBcVlpgdzYw58wzOx1PLkgnMrv90oeJ/0fVNL/GYQZyTEIskeXVzBeoXCWFyU7LXSilqjYUy5J1CUDtUQWi8ptGjBzkjFdp7x8wMWN1/wTl6nNJflB7kNm9fz0spUKuRPgN+FBIwbDh9cQI4G389srbD81ci8fM/Lag7M8twd+vmJdAc5jycAF+F3gWgCPKN/sYiQghlIec52qB5XF1ns+FlAIpUt01nOlbIpqIsOlaYEsBz1bVU9smQhtLGdZ/wT4J4mfJ2mi6ntdEv7ezrs+JDV7mJmnJM9GCfM83Ka9GLj3wQjDRzBqwp9N8z6GNI1mTA0RJVRpiVDWM2BRYz2vjnVXVwlJtf1GbCY7/eiv/QASRaVPIJdFJjkP2koqCizagjHLv+TLfVPFPpsQc113vO6FmiFa4gMLrJ6di40XEgb23nGPwPkAzZ3ZXqANQN8+4Fxe3l7OV/vgwB5uyAfSI3i78ZAWWw3xAWofpHdfismQEe2+/KA8ZDXVoZl3KLOf/mNFX7Qo+I6LrnH0MrhkxTYjfz3W23zJsgRJIpglYZlWpoIZhqgCQt0vZpxtY3CnRRLZuPSFR/WFpTFRZZynGoHIrbzjH8KiAFzSutJsOWjmL+GFb8fI+WRAY+s9KW+/Pbgz8XY2xyz/j5AXdDo0DNyRnuYehrG0BPinP2izILh+HbAEHr4vdBphQyiGWycR0saSdeuILNaqJTVA1tmTqxhyMu1BKxdKFHPU+qyghAAL4lWS/FCH9t5xj8HyIDtpDxs8OvVXK9gLiZjxEP9EsZ7sGCQ4/z3icDfCXdVsFL4O3iLFHfTTwwM+XP7AEhxEvmkb2LnV0On+wdyW9Ib0/n+lwy/G0gU4AlSxcrBKgpyUQnWbGLQq2itpews0jIiT3GjuqbdgshVdOhS+U4tt13rx3ae8U8CmN1Nm6Q9y52Z44Oz6XiMuH7RSXwRiwbMLp8eQX5CqACM2MX1A59UCwULhkDU0WpF6hzY+YX/1gTX5sR98btBJEHaEF005uinAHvo5FW0A1+VEPqKkptZao1A2hQ2ZLhgeoFDKMiUMphorRKxnWf8s+BKFhtmGvOweU8jhqUhrO54+b2e+0ic5MsTWd+IoD4jdMDDBI8YvyD+1rxQxme446VUa2rrMOxH/erku/AAf1/6GzxAL4wUBy6JgqXYAmNpI6bFpLfNxqAMd64jsiKV6NUl5XzbMpEFpE8Gju08458GsFeEsMg9H3KlINOlya2+cjm3z6D/Phj4Z43v1DnxXkdoLy50FRh+YH4JiSVDACr/1VODzedm/tM8+1PM27D/J+Lj4ndmQFMGQbYwaVDqYgYsAun1DefnUtn1ERqq8v/f3rkkOXIjaTibjNyU2SzK2qxv0aZFt3QMnaZ3mrPMDUYnqRPMujaqnayUtUuz8f/hgCP4SDIfVUwSn8CAw+FARLCEPz34CCLawGIrFS279iV+WWJjvfNMpa8QIT7Pyc2ABauCxv23XMHL/edHLLf1itv8cWS1vj2D/Kw42PFSKHoFuwNcAgflhYH+7Czb4a9HedosgJjoy/Lx0/iUlhvEEP0bXEwGOOoGVCUeaxnRpofS9RQ5VypZB409btN35UYl25zC1SpGbnf6PCe3Q6y3e92GDg38t9w9cOnGpfCe73z8ys/+/jiO7f2Njsy6F/AmOPYCXgIH+RoeRc2MX5gZhv2djdgs9xGk21KYcQfWPQrfjxY/EBJB+YhNzdzC0Wx78DDVvyrrYVEStLCLHbliBwLbYDTY5ZIdg2a6RiVvFE4z7MHnObkhQuX4W7NsbO8euVa12jZ7NPBh+/USluJ3BJoE/KFwe8lXJ2/4WjVpuRxv71cYxkHxwqHJyn24uavh2Y1GKxdASERTj8qqyTYyLWnQmqY4ra9oUPhUkuYY3YONXdmUVUUtFFLNejDwoNWupNXp85zcEve4IWAsPjaWu293D1yEequyf0wmwTeIL5mjb5M8B6hSwV4QF68Svo9+llrvp5X+1SvgCItWm6p+M+TbOL9kD5vL0L/yGmDqBgqUw29cyGVs0ceeTMlkt76hAPRlGiePWPnLS4lo9p2n182ANltDx06C6fOc3BS/6p5LXHu8pPsWV8Gx5rzqFv0Od+Pvw2K+fiBVpv2Er8E3QcB2+cTnKJ+ZzedV4KhrCz5wZE/9AxN7sEXi+b+Q1/4SqUQXENFEJGUlHJabVWSJbSErCYJTpdE8K/+IetYpZ+xknfh5j3mEsW1lCuBtgo/+seaD2xBErjq9DzzkgSs9fEVeJXmLKV73+KR9wi7z8NVPRXTgGWr9/H2jyjgSn7i02V8+DNbz85+ACuh/jR8N9MKC1VO+MC0fuW0N1j1nWxWGZIFMcUb6g+xKZ3agiY5MJ3kIRO2sVdrRqjR/FHRFFbR9TgG8UbB6cckbC/DjhvqBL24NmUeEaHkifaHx6uwqzGUQh/WIFwB3RGjJ92+hg3Fdm8/L7l+I8Rk7oH+i7eTS3gEJpBLQD2kG9EMaAmiFHo2q0vs72deVpxPxKqBM0v3uE2q073ZEu006HsGefbEjNq1MAbxVlsflMxYZFjJL5IBedH3tSQNj9foV/xezzviggKPnQqD87bL9PQUQm/Z9jl39GwQQf0HcbkPq9w6r2IVdmz+aFI1eq8rLzN5JGbQYxkOJ3Fi6Z+hL9jrN4E/FTQ/qTA/d5+NLXzteNoT00ec5uTligePXfaBJi356DEse9bAAQwO3X/f8CPDzGcTiQvXvEE3IVLm1R//6aX36jPtq5ycB21dAHvLM69jMwC9HAikSRe5QFS0JEUmfHLaG5CsbHhV0i0SzC1QC527XKm7YTyMjXLegOFTY8cC06vd5Tm4P/Ojir1ibWM1chht/ImP1QZjtn/t+1eKZ7GrFXr6DMD6xgziCnYjI3+TTPV82H6hre/SvJ4DL/RfuaYtPG+GFB4F3f/cMCy7nDRBA2RBDnQ1RWxTELKukTjVEqDktSqQ65VEXGp6pNfpusnYhzdzJKrsVxPQ+z8kNch8rDfkfl6VW42dlH+P34XLVf0cOysOrgemP7GLPRwCDEEB9v02/rBKbbWjgnmk8crMgnj/vu/2M6+AM3Z09nnaVy0IqYdWIBwRFCqJcrElVl6QDNJlTIIDLbg/NIPXIyWBukqHR56VFbWy+IbKQBz8F8KbBKsYyxBrWcsTPxa1Z7t/uXeDDfP89jkiiVoLUroApgJ+wgazRNaCnUffG0kutX3Hj2TwpTO2YNRcmgRALSob0ZY+gNCmpqrOvqKaCwqq5mXxuWmPta3BEcdbx1Qa2fcRRGKDxKg2f5+QmSQVEkoeVTFYL83H7LV/ruir2yk+H+reOiWdHhp40GF/zd+IG0PVZL/cx/8PPyYUC0sG5PUUSsifluzD9y9cAi27QWGnJSvtM8xar9w5YqgAqmbF1qS/8+Vcuu+MYjtoXzFmmAN44XMNYwbEm9akY5CnL9j42XqC478ney7yrZ+ec20uAVC/e8f6+aeIAfvBD7/Ky139d6DjGpclfZoBdwILSsG6xUJPggEBJpOhpljKysIp4Zg+2TeVcAc4XDwVptmSV+GXx7O7Dox+lpDS6YPNopgDeOFjQeGsyVrRucRepIBd5CGAs2Q9+3f4aU8DzWba/28KTgqcEtd/gLUAo+SSGyS1+gOrg6wgH3JcBRcLyMSZ+rVTs6d6VlU2Jj7HTAWo1IXMRaQwpodGU3A6zY5SDhzHRQNvnOblRtHqxYBe+AIh2fk0EQAAjKfz4e67oW6YncXim4gmRptU73oPl6/ZPv42kZ00JIB32jGTid3kJIN8E2dEakiojIUF2V+PkLRbCUdMrXxTMzYns1qTN20nJszDKREFsLa1DJQ9e2efQJXyek1tFC1IKGA1u6yp13tIu/t4Q7vyS6TdyDjXb3j3mczI+N7gq9geJfEIQwHxjfX2OpXmB+hcCKKk4cL2JYq2ClT7YaPZETT0kNSmG0cqutqERDHskWa89XS3bvgUb8kRPEVWa6PB5Tm4WrchYojAe8aHdQQEzcWEGU1brWyD93cvjBVwp4srW5jaOdfMBt9QhXQH5G1OZETbvh3arwMNneIny50vgqikSkSYllLjs7wID7UILlR+g53E5xpUC6sYdSTRbfqi+Nmcv3r+baoXljepaEOHznNwuWpFQOKxdit9y98nrNF/g+tgu4VQ9wWlRK/T1271sLkEe8FauTXwLuPz+Wz5L+fopG00H46+LjeBZz8yPQ6ox6saqqJs2N12ZbGQ9Vi0gNqqlmFaxgB2YraVu9DCY29TTBjsRrAFtB9F0YO8M4PN5Tm4YqY4UkCuYOiQxyqV7dgYIFT2XwwLIBOn8CV+XT1v9IkgQ6XLP+gIqYLp8Etmvp+6dQqFISWvKYdhm36onfB7iinWTqypcNU62ZKsFkGhVR7PDoEKqSlcrbZfYNi8LPMDnOblpuFY/xELdMA0Mx+dYt39uv7Rff2yrGN25tF+bEEBbl8km38sIqSu/dAnwGqoPfsP3kPJrhZbFy7zAfRpoBLSCSuISatcbCkA1+git9HjTemEwt7NKqcNb+MNsJY/Afqke/QLm4GjoaFGNxBTw+zwntw3XLpZqrG/aj/wUTH/RywKozwqexqlx74nt3/l2UejfStHKm0QSwmzy0y9HMtsLR2KxUha2UlGoSfChtjMCrEaZmDkqSCkNB/sUaGVTuOycDNBNukWi6Uh0VJlGyc3gdDE+z8lt4/X5+0MkfWrEJSzWemaAd+0jcAGWtM1b41f+WQjqE7Asv/Zfm79jAuj8z383enr43qhCNYpHadhTfZCkNlJKxh46QDHNbhdGYBKOt5zZjeLMkZ60tGfSjEb3YFZZPs/JjeO0ZbnH3VGXuw3fdf3AxEZLd1zywTtd0QaS9CxVQg643f5eng2/9JceTmo1dNfz9nQRpFBgS/3AZhAvmrFpTomLiqmNYvsqtEkb/eq0R1aaQJkmgVfXwm7KjpLedGQdxV1RJKw+z8nNoyWKlasbIX+Ly11c61kB22d7n+ZyFvuBd2KofcSO01lwTwN8sTeHtkkyBdzGs2eXota/rPmugLJILlRZO9q1JtUojKpKCDBs9bZzQSmU/djKjW2PFS0uNnmFTLN5TRHG9PbO0rfG5zmZcJEyZ1n4qZNNCCGv+Lh+T84ANc3B7u/OzoFAjxr2nQyejz+/br9q4MYpHvnM22bHlJ/4ncJ4KimJB97aPnvPP4aQiNCR0I+qYxV5Y8vimGwmva/3sGlpokt+SCss12JH3YamZFG2TVdM93jwQylZ4BTASQMLVatVCvjwjb/+uPz59Y9IeV7ttvgn8hx5OgFMW7D3ZLb4KMwfW77EF8NRtbeDmSNv8Qt7AV5BRe3n8r1CHYFWWHJSOrCRskRNJZEq4RHNEp1ebBToTpCyN9IDch8ws9huCpkb1oyHZZEDrtqsarvp85xMgliy+I7D3d2nb/jqQhj8ZOCyMBNc3Sh6L1j0HGb7CZgpHtChZwnUk3DWjr0ng6tfSVsb3PQNF8HLwo+Q8w2kI7Ofvd8fRUiE9SNqitmOkoCwssBJA2F4lL7a6G9hVC+daXu0tSx3HmbiI8lOxcHOGNfqiGKtbu0pgJNKLFks4rC+cRv69MB1jdZ5n9I7PfagUJy1v9OAKhXsPYcY9Uekeni3aAf+rYhJKX/al3veLSER0pOVchSP6o5VaYhqZCdxfscQdnBTR6xsBzeLBR43iOp0DMdnT8XnOZkQLlku20d80/X+7tcQQ+R+WO8PJ61nKEAaZ/OcMedAVRIb3gHxfJY/efdYvDjAaewG2wdoYLv43at/b32Gr0tIxCgYRkLmlDBytQhSiYeNpHVlTyvaNBVM58puZqKdJhpOKyOz7cfqcpg5JAv8Ps/JRHQF1B1S8cNx/SMeqg7z0tX90vFPIc0y9p3LF70YEBNQCPmecGjeBzh+xefHF75fjj08T2EvCckG9ULC0eUDJR6jHMFnehAZ4oZGGRPkjNiWwZyq62wtoFuq1Vb6R0dMN7aMz3MyMVbAx7tv0L4Nbw74Jb/4INU4Lh3R28r58FXBNwOqFMTV/J4r2BO53w4/krcsUL3QvY/bBXfC8uFjN7IG9JtK74eQCOkGjRGpSHhVoE50SagaK80szdxUH4XKRT29UeCO2gF4f81Sh4AjHqjsVss+n+dk0sDC5eLFEtY6ftj61k+o9q5sc6TrIqAuHTuBJ9k0javEtMgD/VnAfNrKOyTvFEmGZSmgbAyJWEKzu0LZoGqDFA7CJHvHo3ibaLT5DhY+qhVVk9SO2s3lPfs8J5MO1i4zMa5iLmr9EG5yXEE0nNUF8Vqp5SoBbNK33d5/ZKu+WV7070v1vxugFE02mngU0Emx6d2su7IhYtTMWuIxNKvtOeR2o887gExRhsPNjhD2XFNen+dkUrCEaaOfyuzfdQ2OCGAb9hTnCdKL5AuDQ5kCO14AXuOzGaT4tZkP7+R95oJFPGA0HeuCNgBXSNGOqB0E3VXTxnCPH0VrrabcH6MlxG67S6AHDnVVfJ6TSQWrmJoDIxb4502s/LKyw41W8ezlWP+ZcgRlOWtAwoENO59PKJ6tuwd8K24958v3cFFAI6QdEJO1egSWlZ4m7uAIlype1qfi2WnJsQ8O5gYBSvwY2jesVIJUw+bjKfk8J5ORWMit4CfNgg+RDY55zD5BoWuP/4UcVa+DPRg14o5nE8+D3shYtl974ne1SDMqg4LFNnUFhrOxVcmQFplmZmWELmx6NHrRatnbOhV0qbBpn6o2Qx6efcLnOZmseIzFzfW9uXvYPoaU+M5O2CQHBOUlsvDMa90DwyR65kXHlSy//8Hn4QOy4pN41++DhESEZEj0cmMkInS6qBlYX1Ad0KwojbCbqmaNImR0xdol00pERlxU2MIHGxVxe1DwKYCTwyx43T5EY7n7lr+GFgwq8hqS8mZY9xJ7X8pHJMPB+/+M3ylAOSgUIFVolJBOtmp3+naISdDnFG9EO+oJW6CpUuvGI8DD2CyeoMp2M30yPs/JZJcHfvuN34rb99GP4KKvAS18ib0vhvJ3xmzvPAOkUIRqqMSjiEkAd2Z53ECbgAVGEalYqGxmn2z5VoUP5nI0VnAH3ouvxj1G0TEqDyyiZLCnmWj5PCeTffiyMTZPCMjJgpAXoq9zQXoM656wb3ImFozEZtOP0uWGPa3bbYGGHRK1ppJi1RxxQrhTKHsMcE2GBtDcO3vweU4me1n4UuCyfLk/KiKnS8wQ+La6ROUT9kzORSrRMjjnUk1Iyit88NC7ztc8tDublR09IsrQaPLGrczcd0HB2PQjZVNtHlGW2OQuMJHPczLZzwa3twsFedh+1X0+93KCxrx9yrcDpe8193ryXJv477uf7ltgHemwYQFhsRxlOzZBkRg5gJxoU5Sajimiz2PoQNPB7olqt6xBeJt/zRDv85xMDgFtWz5+e1jKOyE73EqSdcoLeg/v+2W/AWiE0zyqVtCUJRUqyiA2ELoEJvoVJmzIxUYxZfVXFRM0lN4J7LHtVdMrRKXazWyj1WTL5zmZHOTT8onpzI1o3EtA3od7wWxCBa8Cy0WHjSYg2UXFcduPmv1lLS8qbsmgndbYpOmgvazkWpUA+yuT0Zl7Y02PtDVwqM9zMjnCZ1xJxn+jBF7JGj/CORfQ5aqXN47w3SPeOVIJiUwU5lASECN/o6do8qeiKUyeXrXMTUWDW5OtwO4UtyJyQUqco2GkxMlJW45uyw/L5zmZHEOv8T1uVnoQi3ytEKcrxsVzzqkgFhe+y90Dqqv5kKAVw6IDxRCQI0sIm3jIlf7sSgGD4RpUO0ATYah7V4qjoFH0shaSNeh200/V2JRd+Dwnk6MsvC9g5Dg7qvDcGys/k9d9V+MkYodP7JOv+WXY5pMd3/9IXx+pRKhGCkoz7YC84IGmXYlfstPDMSh5YdtKjse2OeWQVJU8UnQBE+UIVCKg2QYWW60Do3yek8kT6HYw+97uPeVnz36Abn0veGJ5dpET41r4agi9oIpBNyQqgY10ZH9WYWS+xZin8MBiUOA0BSZrjdxlFuqej8J4f/T0fVtB6Wheunyek8mTSPv2KOCJ1IEvEcTnj3wDeDBQPJwRkr/rgkqRAoOqZ2tBMyQrlJmqOt6W4uHVbjHFTEd6ycozCFk86tTyZGG72yrG5zmZPI3Sv+XDKRnORanUW6GTHE5V+d/V5IDQCKhFqAtFI5UjRUQ1OtEMTUqHcj845R8pDuiWaGmjCYl0HSU2OWjnEppkHZR5MEaP0g/y14x9npPJSeDHQvCm8C43oXgD5Ywj+ZP2XY3yGYrEIB5hRykK1lhJjNoKP1IU02Sw53GBDO8rO9RVSFcGkD5P8/VmmdHnOZmcRiz15e7DXrW7Ngk8epmurhJCBbw6rBPaZNYUQDtUQkxSUOCg1+rjTWNHNeEocTlKNHN0g/FSGuSRcRfNWwgH+3wM2f+zz3MyOZFNpID73grZ5TsJ4vd6f6XuZ9wj8r/r1D++CWK5kGZIe0jREgvfiC5hdWHrbTWydNUiUWMPHBrFO7Hicd94GPQ60r2tU3Yr6xa2MfInn+dkcjL4NOBpb4Ug0OabEWJ8mh6/jLIHmdbDJovXKH81A0wlAql3UjMFSIkGgUOT232U+Ryd+qUHtkDObLVxzT10AhypPeM+CmrF9n99npPJOSx3j4dviXew4wAvTOGkgC+a4hyGHblxfa/9JRSKphdRyyzKQlbZV0AVgkP+sTgYRRIKsg5klr4AwSi5GY8he7PRHdgXHqMHNfgv/oj9ZHIm+Ej0QdF5LTWKaU6baVn9VsmLeFqPM8Jx1yp+ACIBzUjFgOqsha0oUWqkyi6DaHUyHPWgesE+n45iKDl1F0c50MLD7dioBRkM6zbu6z15ffDF1yMS6PraiPNqpyaD7/9eLxILqQq1w/LhSsgNl0RHW2kMtQs5157CvigI5ZYVHamknRY9eIEH9a4c7Gaw8rSOf/k0J5PzCQXE7VJP4eoE0Sd0dee1JkSCV4xBKNBQ7xEkms3bOmR4WKs7GZ5juAeGUUGbv4FQOZssmjy4hJ29m7Ap7//4NCeTZ/Dp25Ek8NI597gjPgrfA8+x7/XUzwBa0aCaZE0rZcopnjcFt9VdS08KV5JFws0HcI3gVcpYRnI6H0wvLaCLdWzUCv6a7wFPXghk4T3pAI4XZc8x73Um7orLXV/xHom9JqgTEg6JBpuGHb0t/YktnUUTW0SnuNiPkiPZh01P57oVWL8Y24uA0WM1teYN0IFHa/3DZzmZPJeHL8cUsPYcFZiB0yNPJ2Z8/rQeB+3rr/i9/jFeIJSKlBSpWtaSEaBGCh22HoAGTce7opzR1HwZ70YhxdHhreVtofZEGQ4QhtrNy4l/8UlOJi/guATuoQhRH9edUZ813Zl4bu3lpB0xSMHMAN9Cny8ViQVVo4laIzzoKx1Sl0BjMvmyu/VWHJm9UK54sC0P9pMWD8IdDGHp/bXmYZW+gg75r68+ycnkRTwc+UiMUXeTjkHuKq35yhfWMRsn9KZM/tR+xv6eAN4G1AuQuVjL/lTc11s0skOgZU+O5gbmiEbiYVFteysWaLLmOPbQta5JWLtHPS+AJ6/GZnnqp8KzeyesaOFbv5o4TB8Nt5/M6BQahQngTRE6UYUnKGY0QoDsgBQps2ri5SIO5GLZUUMD+ffQNVIqmAXBcAyDWj8fDfr+mhfAk1fk8dScLaOq7JSRxfmkMJ3F3r2tGjtErwOOx10tloxBo1Cnw48mks3bpQhCln14oEdh9BoJWLiKv0W1AjgaLbdF9qNeSbaOJBzw40F+mt8BmbwyZ2dwu/GvoTMxx4FpUlJVH45bcVrUVQKpqHKSqraXjGrRHtnaBm1N1KSzFTM0Au93pXqBAtNbeynC2Y2OfND789S/yetzmgTuCequITM8NwnEi5HCjl12etKxd1C4Dk91A0AvRCZ9sZGspLi0ZBBBtuCD0fRyGNLjdmkhwVoeUzSjxMbbJo1suY6R9K7IiJn/Td6K8+SiCxzvtGoGDUxRc/swjiN2TV5KV5ROtTshRxQdbhzSxu4dkpeqK53jFJJVUbTMGhhgCANV7G9jbLpLVemc+jd5K87XH+vdkd9Woqg9PW1EVO0Ey+bUb+tN9hFi0bVFpdpduUa/G0TjsytG9JCBYT/FrEW1I+0RUlGonI9JBwdqpb7ffHaTyVtwglYFO0GbLoFVx154p5cDo6csnkSKRtOcJiugmyUgkMzktbFKChwIM3VwtxCYw5Qa3rszVoHd37HNShGSyL/97Z8+ucnkzThNA113iqebz7zdHlT06YHrnLFwyilcOVAPAu2IB+XEts1myY4i5bLftE6VZBQ5NEt/i5bE0Z016daqX4fHQ2oVCevn+fnnyffgJAk8xvPH64qZ2PMkq8AjsnhTWDSgIFYRVmy3xCvkxpYULRpO31D1ViGcLUFETGv0fpvD0PCxjT5OmjuAE81e2bRSx9YH+W+f2WTy1pyhP09yhiJJ+QCbO0nglLbToXqkBuV7q73dBIadVBnJTLOGVo3gRhRTMd5BnVIla2lvOlzVJoBZmuCv3+Y//uQ78iVV6DsDuXzUXauX5Zudk/OBaLhIT9J0PtWcK+zZWyFpo8RFW0V1vc5Na6SorbHB+Tyv57EHW0xHKf3lg09rMvlu/AgNlPIty2Yp+V8cRj2SeZV7AlQQIC3ZgyRob6qGMZKe3lKnq72TOiD6FF1Lr4sjdyB/IEOeos7/mi/+TX4IU2reLVXaJCa1rStR9hhJmv19A5oUFaOVYlbLcFYLaDEGE3CU2sVL/vrpPz6lyeR9EUlc5nFK4mo5gc0nJINuiNMGTnoGCEnpcpMWHkzAYNViN63QpFRKXpjScB9nSme1gIK64kZRhUNh5gePHDZFummg95d/zF8/mrxbqID79Q7J5fo/s9nwKjjgi4Dt44QOmBp4CpKR0KWqL+lL252Deg3xlVQthmMixUojUaxt9K53vFLIoHbn1TCCaKHxt1C/+b2PyRUB6crHXvDxvy53y/IYInjkeyaTw0hFJDNOtKwsdoqapaV4MbJ2qIaINWdSzNbIrNGhLKq7EaTmudn72fPzL/+Yf+km10P/v/mgBNLJpLF8tWTyPJqmjLlXeOhsedsBxpE0FGyfBnt8baQhKQN9/+lpvXak8pr//uXf/5kXvpPrJ6VwryTuOCbnEEICTcmUCxrDlAuwViO2LNagMSEbeopL16oA4dHOJoJKjR5E25MyCjspzV9++tcvv/3fP3+f2jeZTF7C3d3/A5rsMoGgBQlgAAAAAElFTkSuQmCC"/>
  <p:tag name="PPTPRODUCTIVITY_GALLERY_NAME" val="pNLsvxuSnmIRJ08BeB3+Td/A9Ev1hr+Q8rttF3scz1o="/>
  <p:tag name="PPTPRODUCTIVITY_GALLERY_TYPE" val="_who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97e3vf39wAQSsV7UiEhIQAAAKWlpRAICObv7wAZUtbW1vf3/87Fzmt7lK2tvZyltcXFvSk6YwAQUr21xRkpY0pShHN7exApAIyUpTEpMTE6czE6Y86MexAZGcV7WhAZWq2trc7W3lJSSkJCQu/m92tzlFpjhFJShEJKe8XFzu/e1r3OxcXF3ikhIZytxRApWu/FzkpSa5yttYSEpVJjnHNaY3t75pyUlObe5gAICGsZQnuElIyUtYRC5oQQ5oRCtYQQtb1SaxB7c4QZa70Za97m5rXFzoyUlHOMpSHm7yG179a1lAAASsVC5sUQ5sVCtcUQtTFKc4SEc86lhEJKaxmMrRmM5hk65hk6rRljrRlj5hkQ5hkQrSFCOnNza2Pm7857tTp7EM4ZEGO17xB7EKUZEK175nN7pe/OtTEZa86MY6W9jL1SjDF7c4QZjL0ZjKV7tXtSjFJ7c0qM5s7mUko65kqMrUo6rc7mGc61Us61GaXvjM5aEKXm76W1762Ec6WMEGuMEEpj5qXmUkoQ5koQraXmGaW1UqW1GaVaEKXmvVrmUhDmUlrmGRDmGVrmjBDmjFq1UhC1Ulq1GRC1GVq1jBC1jDFCGTp7Os6MIc4ZQhB7QqUZQs7mjFIZc3taGVpaGc575nsZEO8QlO8QGVoZEFpjY+a1rVrmvRDmvVq1vRC1vffv785aQqWMQmuMQhBKGaVaQnNaQtallN7e5nvmUjHmUnvmGTHmGXvmjDHmjHu1UjG1Unu1GTG1GXu1jDG1jO8Q1u8QWtbmxQghUu9ClO9CGe+UlO+UGe/mGe9rlO9rGe+9GRAQcykIKXvmvTHmvXu1vTG1ve/ejEI6c++1lO+U1u+UWu/mWu9C1u9CWu9r1u9rWu+9Wv/39+///xBSc+/v3ntzvRAxc87F1u8p9++M93OEY5yljO//ve//OjEICBkhQiEISgghOgAIKeb39969787FtWuMlM7Wvc6MUiEhCCk6ewAIACEpIZSlpdZ7UiEZISEhKQAAAP8PMJg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zXIcR5I1DKOsBHaXgQXQUEXSyEazRYgSCBPBQQ8xMnUbe0uJZk9t0P1spS3b5iLeuQzdAXuDbyXeAbB+zd4bAE27Z/GYjKOx6R7CRPvOOe7xkxFZhQKIP7bS62SEu4fHT2VleHlGZmUtdNRRRx119EunAV4dddRRR79I2sOro4466uiXSAwAuxCwo446+mVSFwF21FFHHf3CqAt7O+qoo18qDbrAt6OOOvqFEv1fFwN21FFHv0zqIsCOOuroF0ud++uoo4466qijjjrqqKOOOuqoo4466qijjjrqqKOOOuqoo4466qijjjrqqKOOOuqoo4466qijjjrqqKOOOuqoo4466qijjjrqqKOOOuqoo4466qijjjrqqKOOOuqoo4466qijjjrqqKOOOuqoo4466qijjjrqqKOOOuqoo4466qijjjrqqKOOOuqoo4466qijjjrqqKOOOuqoo4466ugDpc//128/+v999NHJtr/87Qev3lFHHXX0wdLf/hsO7RT0u8+9gY466qikgecdXXH6G3zZf3z//U/fn2z7Har95E101FFHTer83wdC8H+/+73zJyI6zi4G7Kijjj5g+uE/Tn0q+7ffffTvznbUUUcdfYD0/Ucf/c3ZE9Nffnf6uh111FFHl02//+ij3zp7CvrdRx91Sx0dddTRh0p/ea91PLjP753tqKOOrjTteR6JwYsHML/UOObzj/6bAeDzfn/S53awsWUFDdrtT3adbdLhb7tVwI46unrUcHYQKuc3zeVBPaD1a5f/yelvH33EK8BPR3B/JORPrCSnzX5/09mC/tdHH/3V2Y466ugq0HtEc7WfFP3TxoeH//HRR4fId8z3GcZWltF0B7jQXQjuqKOrQvBf5+arpvjGD5v+6peAn4/6o+XnO8/v3IQH/IeKctrsj6Y5wO8/+t0/7ddDRx3989Oxjk0GmOQ4KSb7TzXdcQasSyCMABX4fboKrnqLiADb1wB1GaS7E6ajjj4A0rw+jf/6pwz+RP/hJ7DPEfjZ1Y/nwRXmtDuaegr8prsO3FFHV4LONTZrd4IfeDj4w0cf/UXMTlz6AzciN3iysbn71C8Jb7oDHD9//lT50xfP18mAfvvRR8511FFHHyK1OrfjfNsH7vtEfg1Ycd/oUeTg9lZGI3jCUX9DynAR5PmkP1KeXSr5vnsoTEcdXUnaO2cv9cGfGn//0Uf2Hnbg9jwCxCnwVwtbvBpMGi1TeevHkdYAER5OmNNLBgf4ebcI2FFHl0m1n9OdfBdNGMSHFhX+e7iHJa4BDngZeMCQr7+9ucrbYl5Buzuyq8BcIGTO82QLGBcWDrtFwI46unq0F29lpls6aTD4wQd3c1FYAlTct/H8+c7zXbi81YWFH0f9m58uLCzDA95BcTgF3oF3ZA5HOPmKDOm3v/tv5zrqqKMPmxg7nupHIB+ix/z8o9/52SsjQJ70TuD/cAb8ajL68TnUg0l/xDzcBxgjQFjFn8z99qOP4CtFH1oE3FFHv3TCnGWsmE/dE/iyvdd7jUn/YbnB34drIFoDhHPjKW9/eWHhUX802qEeOuYzI8C/ffRR/HOQX0bg3NEvhK7EFzrmVPs4phZc3DRsWWu8EvtsTvpLfJgVI0CDHoaw5ZHfAhQWAfpV4CwCDGuA3VWQjv5p6fK+0Kf3jCmbuz4u7p1umGfgqtj5YFrvV98VxovAigCjR2MEaJHfAnyiIkC/D7A1AuwcYEf/pHSVprA5vamurqXgmNEXNU53y4w9OGbqqK44/TY+CzX9EkT01cQiP5wC+xpgHQGG22AWXneXgTvq6FzoGM9SFlNuOLK6PgpDee3wTuHILuWGm7Oi9DC/9EsQ0dgjP64BygH+WESA/nMRo3gtuaOOOnovqr2JLskWaoVcuY5Gpwjg7PTZK05xZOYxa0wxJ+19KDFh8lwI7fJTYDhARX4DPxVO9wGaA+QZcwoY//137/FQ/Y466sgIbqVBfiefORO/NwVZw7m4KzoPh2OO7v3pTBo5Dxqkc1d6tCwCXIAD5I/gxnB4igBH/ZtU02wF+VM4xrgGyGspznXUUUdnQu41omMDYwgET+g+MdI0T3Ny7ziPz2KU195ypT35AC6EsqsXxRrgws0fR6OdRys3/cyYPwxZhif8atLv/+PR4MYI+hQwft85wI46OkfKPV1wJszPx7GY9zuu7ay8Mh34zYHJj87jUS+c4AB/chahXbqsC3pOF8fnIVjk9//BP/JXwAPm/Qmfk5CZ/61zgB119H401d+gIJaZG2kusE2teAZkfbfCSmNaUtBeSccXCA7Q74NWBJitAfJvkOTr+tuKCwcfkwfzAhn0mwgQ0xnz9x/9zrmOOuroZAQX0e5DTkB2MePENGjzTydpJ/3cuIWuvg/8ffpDozIChGabri78R9zWBgQyTxH8HawwQOwiwI46+gBo5jXZ6/xHoETmrGDOGrNc4SzPl0gtzGrmcun2aHTf2TbaepSvCkaqtbcnekhgRx11dHqa89aRE/oTBmnTq8D9HdsefV25odLM6C/SHl7yqo3bE68I7Ywmv3L2vQhRoXMddfTLoKm//zo5saXXewN/ma6dWgtn+iE4nVMO1FwdKrdibmo+K4G85KvhDJ9O+ryn5b3p20nnADv6hdHZTGEESFyICy6F/AkbZoh1emqeAIP4LCw9D+uEjq6F9gb0fsXyZHp3l+8DD7/s94sI8Pd//SlcFjkB7XQRYEcdnYzoFOAD5AaSgzgmBDwTQg/tzmcelzTrYksRiwZTc4Gx8ffz2GdKK/1GBPi3334k+q3fHPhX8MYdQy/sB8IdddTRXBTdHpi4SkbFe/mG6+9ZP6O6HY10ClnYyjN4fydGmTenGm4wtXBWA30v+sp/8Cvac/dH+ne5wJ/Aqeg46hxgRx2djOQo4AXiJVqmufeYRjBXaFWcWpKq89n3JbSPIc0xKgyG3s7elL8hyWGEMexLTYaiS6Rxf/QnZ/n3IKD/+O1vLefo5o4ANzoH2FFHcxEmFmF+QBT9y3xnv2Y03yXYC6TG2OkD6f98rEpB4UwYCuncY14ebY30hx+iv8Hb/VZ/b/n77/32wE//+vvwQ5HZ1DnAjjo6AaV5b76A7mA+98eaFldV8V8LTfcvjbowOwNP1GiCvs0UUV12IXmuN31uNOjz8fdGOAGOj3T5/ITPN73VXQTpqKP5SKFbwzfwRhHdcDIP2bmkmU+LoOAbdUsNW1ZyDtQSgjKszd4FRuoSB5AVBLJxXWYY+Gl/dMvZBQSA84V7LbTK/5HrqKOOZhOmuhxY8AjhZxiDvezywPEUQsBEb6h5A6f3Rq0joYVcUO1e5jx9nu6X2kv2XqtjG5wTvXAgf4tZZSh8KNP7Ol866OvvzklwgOFncYE+//57e1oW8s8X/vr9b/3y8P/6y2+/b9hu29NSO+qoo+mUHEPuIpTmLikrNGrzDg03I6f6Jv6qIzgdZfCAeYMMC1/vRbfU1nQbVWNqI7ZqhmCsZYjsUXwcdHLK83Z/brTbj79h++h31R97xIsgdI7fI/nvj/7jrws/2NXi38Y/guMjYvjswI466mga+VyXB4jzPgaAlpeEE1idyc4mle+xLcAiQJBOknUGHC3YnN2a3IjMjifatg0R+vzne2W0GXq2AhpWjSRlVXQhtJuuXsCt/U7XQBLlDjDcI/Pvn+sqMSg9BX+r33/qbEcddVRT0zMEcWCRn85TzUVEN0BP5UJkppLcGk9/7eIrWlEN9sKmcX7N9slQTWVIysyoGO2JKTXWaBaUWvYSUzSEi6QXo/4rZ//2Ozi1336frwMuISoUg/yjf//+b9/L5KO/4Iz4d2DjT0YejSZPnO2oo45KCrNcOSMwTXif7vBv8FuuM5I7DHScV/D2GALiNbCgkv4QOu8S57xZ6/qhWzA5PbVX9h5DYRi8qRV8mhjJ2bkvAp0tPe2nx0D/O3zaf8PD/ftfgmfjnTFiEBz+Vm+ANn+5Du73KIr/BPen/qj5JK2OOuookE37xvzmCagpzTMwHQS3V3iCuRyDxYBsAL0NzA3Sv1mLzTVGNamy6VdD5up0mpm0SNB6bsCxaIjeLcqAMEJSbn0xNO6P4snr4PuPENfx9dG/Wxz4+xgBhkfn0yWae/w+u2vmVn8S4sjLpt7ivcV7P9/7O7aXCwtf3lv82gum0jw2bTT+P/wiOBHNWWWW2TFNTH0zvU/u/fxg1qPPTkYaxmn3XKinRsb3/o4PqknQ2Wf4ydf59DBq73Xw5QN87p+MFf+cdmDnQnBDmumFr+Fc1/T3SS8bktxEDNjmWKqD84RHUX17iUJ0p4yF8kYhzvLCmM9H81q/DoP2cDASx2FMZiINE+6hebs4K/q034/3waD3v/0FIR7Pc83fxZ/CQWcu8a/BJTYc4Hb/ytwFM7j7ePHx4rvFu4uPMa/Giz8fOxPmsalp7+t7J601Z5VZZsc2Me3NXH+wuHiq99lKPozT7blQzxvZf/yucoDQLS7efYdk8ZPKAbT3+hK2pAe0P+3AzoMwwZPr87kur5e9MZv18nVc74tO0Yym+gTGetacahiD1yGvnLhNVjt2SEbOpvKupdygwoPXlLqKLSMrhs8CUyloBSkoTAShIZ8zrY4OnAv0099+Sx/Ia7zR3UG2216G4MQ0HOAo96KXS727b7979/ju4uLbx7cXFn61uHhc0HV4dLxNC91eXPzS2XlpziqzzI5rYuqb+ekevhIWLT56f/Jh/OrvJ94HJB/kn39W7eHi4remTzRcfPfdu8XH3KoeWt/i4As4zLePv4EHpDc95cBIWo87I5KDis6OzfIahYqkoubwdfhM7LqsRUFuBI05xDbi+h6b9hDKejrEJtEINdmgNxBMyarx3PR9qTnIIFkHeTeRF8N30NQ4sYFmk+dEG6N+7dlxovs7hoDRAUK2E9+/ghOz8P1/Rwc47vf/y9lLp8Hdd584OyfdP1W48OXiic+y5qwyy+wUvRptvVs84W6ZRaceRk5fWyPDd/JZDYID1Gj/8BLDLqdB2+c1oHdH/uXjd98NTXVamuZv3pN4ktp0rbZMZzwongpaWORErVyoCWD9JFZGGisfuifWPWlWnZZhY2r2xruypHbtycmHnb8XJw1C/ahQ8V/s9dgo88zpeX9yw9mM/mI3ufw+xHvI7RQ4XhYhFxzgn+yvgq8E9e6edKbfny8wK+j24uOT1pqzyiyzU/RqdH/x7RfOngGdehg5PbX93h4B+ocIx3Z3SVyits/rV4tvrZGXj9/lf259Ypoab52cNKmTy2FGJs71xsS3+/coMiZqEMeDjQFiHJrbDHSqyVDQnd9ejCcDxdbUfPClTGf6muh0ZRv7nUqp2UDk9V6KyhRlZwxZrhHozbFXbPlOO3caTPot9zB//9Hv6N1+CvEecjsFjpdF8lPgzf6oeJeXR4wAP3Xeo4WXP9/j6v+h571PcDqYXQ64/5iRSG+xWRqsF4b3kkf96V//bqW9u4+54MSC1Jwsb8fGh5/8nHeUVRncf4CSL/N9Vrc8/Pne1/cf33swhPnjez8vvhy092r8g95t2PsbBg0+Wby3+EXs4eXi47dvFx+8afadumi0l9WNXYPKIb70ztjKAKztruZwQGFH3v95sYcGH/x9EcZ/3/nDdzi9Xbz3xcI+F2sRDaY9tQDduwf2IX67uMiILh81HCB79Y8Fg4LB/beLj1U4VqEN7D46HmIwGP7nL5XNQZyDZzD3rK96JvsYTJfHemT5/OSyb8qws4siGJo37HYIB1EWI8vXh/SAsdUm47EjeIqNd5mxGcXqJya1N+CuzEgCEssx5mwJsurKjU8/hIqmNlUvAoLg3XiPy19DBAi3Zw4wPSEwOcDXjQspl0y97/JT4PtcDFKCPfBg8TvMKsycx4tvF2+bAcgiipcWiKRS1NKpWbbsdvQz5qmm/rO7b8nBLGsOccvLL1D83TtO/S/v0Uu8jed3vVhl75NF1dF6vVFLy8O/L95+vPjd3TcLX6MQNe4OfvhmkctczV455yHcva136e8V56jo++1d7+HwJQb17jF2zGHe96O/L36LvtBF3l5e98/k2XUxRA7jC+65/4ND4t7jL22I8niN4ZBsSAPsYDhABejc44jtcLr6boOnu1/wCsbbxeQBwynwwsIXi3f3iz1mn5cHjocvH9NguPj27uJtMEY2sCPsKg7m8Se9d0gXP5lnpfecJp25Agu6ghY6sArZ6M/oEaSPBK3VkF4hoPut6FsaNeBR/PpHUrOzIHnHloVRnDGhWR+CBXIke+IhNoZ5HHrdt4aYRg064/FNb25j1LfCv/wlDuD3/22XgfM1QDsT+evv6ghwpd9/btwVoFcP3j1Iwf39d5iVVOEtLnHyYvZiGmMi/xynG2bL14gWvnsMm1CKyYhan3CHPHj3XbhT8gFm4eK771DKU7O35gxSc4hlON948RJByYO7b/GCxjuKVRZeYjp+w0ppeaul5X1eA7377iWn+rvv0Nbi/T+gucePETDlvf6A/C6r8q3aG9aSmAyC98WZ4bvH3zw4pJ9PfS9xqO++e8k2Ynt5XXRtbUP/gDof4tvHi/8vqlmgtQ4jK2GbzeGQXj3QMB6oFezsHbkwvk/sh5cLW4uL8OtsPO2OrcW7D8Sgq3fQvlx8hzfw3bvHD/CJ6PPCzrY3h28cfjz0dIs/L/qNPh4B8n4A7E3tSHZghRdG8e04Z14rTjIpLQiiLlk7hbjOLCSZ+4OCPkYRVlWLRq5s9pQsZVBWjMbz09QqNoIQcPIEF1xzNCBXtGbnQFNb/mpkD4Xm6t73+incgL8J+R2vAi9la4B2H2BcFVz4X9EB3upPyt15eYQQg24IxPnBqcb5cxfBB6KZn5Ra/BBPlGmDWjRB6VsvxcnV48cMWRA5mB1jG4ZIt+9+MtYSPiwXvv77u1DhOtJvPnm1MJTzQEzFCOXpYxobeZXh4uPvvrwu5xKK2lpGFPT49sLgc3Vx3cdd9fqaw7/7aOEPGwhxoLM3/GdEUAPwegeilUVeFGeVu1aTfVO6vfCHP+TvAq7krdX9bsm7u/3u8ZcISHW3SmOI1hkb++QP6GGRvR0hFkvDIdHVDVj/MXbI14to1uql3cHQFLvg7n4I0WwkOP7uYjAy8VHfReexV636vXzLCJDx9eN3dHgP+I7NBCneHpw/gkNm5jEviBgEkeL5aXMCpvU85MDeYTFBPRpkMKUmBnuvdYEajs/aRoRVVHGKc1GMTMk0WOTRbAa1d2A0s74qxrfeoEzXbMILYnALaqt/5jSY9HUO7L/w/e2/k/mdLgLrajDztAYYVwVTBDjY7v9DzJUgC2BAvA0wzQR8+b989w4+D86Q+/3/LL4Nu582CIz0LRBLF+kDPKTiNCUh6Fj8NngUn75eARLmOOYf4+T9uzhn3EcYF42NvAoy9TWGa/UxtLWMKOitXdBcodnKO76hstfHA/BSIVbScDVoRFts7eXtOAA4NO4P1EcxWvtuEeEgThy1wtZ4Fw8ev+ObeHmbqbrGQOHQ4V5icz6M++/+jneyj/3Nggd32RgiMhuO9wTa+Q675T7iPER1d39GTzZIb2SIaFHVLZQTceeJkJu/VVtjnAQfLty/y16Hi3flz75dfKxqey8RbyNK5Fvwgd1H4IwpNEZ0St1d7YGLIc7csGme+8msz2honAMpCDwcaDmPrFE4i6GnspNJhn8qp2iRY6BcQsNsm/fDOJHxU2eRuCneM6NjDeydtZOXNIcpamoYHrIry53cB2aW0zs6A1oeTfQ7tr/x572BLN6r1wDTQ/K//w93gM+v1JMQEAogbEDQ8ZYRD50bdt9dzGCcP0LzB55fihQ4kGCzuPjdXa7FfJ5KezyZQ/SByYcpKLp+97v/d3Hxgd1MZxHZ5+grVghxywKGsKc7j8MpmZFVWcDY1PXhN1pbI7W0TO+kMYl6f0YtBlC6dy7rdR/93F2nycvHvDKrN8x49o3qRYIDZMCEAnNid99x5Q9vmwLsY3usG7sl9W5/944R1DeI6dIQGTGi0W+Qhbf9cpFrBXhT6uHldzIhwWCM4X179+7+q7u8WmufSnyftt5ni3lG0Gk4iN3g+a6HUXOPvfHaMQJMH+TwNlwxo1Uf2P3FdzSBPVf/sD95RFwEJecVElHmUZyVT9s71MIYfEW4tCG9M3QGPEqM85q5OyvJDqlGhJk7F6fc154PxXfg5P35+J3IWEHiSCF2dFco7txoK1zDGPyNPwOBG/ytnQoz3ktrgBaNZGuA4T7AtdH2ee/MExCcnXkhEU6sGDt88e67TxFlwRshUAqzPdy5gwlyF/ONdoMHusrA6QfbbxFN7EET393S3W/evlv8u9aSvg6LbfSZtkyGUMhijAffIHajJ2E3yQVaFS6mWYtwkeEWj7plRkGfmBcbfsIR6XKKxUJZrytwgIxvFha+TBEg90HDiUFvJ4APvmOAZMwSuvh/FYMOLHR6Cw+3wrrJebJr9M3YqXeXb8eG6PcB3l/8GX5mCw6Grbx8x7cTevjSL0eD0ORLvNmVB/fGcFvY7ThbRj1/n+uoztWILzwaJSG803fYg5f68nnwnYfr2GP7fIuoHdYAEQCHnQjqQUScaQNbsffssaKuNl8MyVk1Q5oGHS7gDUcnBv/HCrQxLxfDJv7CzSl5AvmKosGMaKbSZA/R1+FcpK+lOLOhKYQKU+qYo84oE9W3kuDjA9kwnPKyFDwG7ZR+359W+/GJMAu//+n3fz1ZR19dpWvAnKdcNQr0K4sy7i/e3fpakQ2K4Zfkm0Jgdx++5fE7XSHW1cLH33BJ3habOGOzuGGA0IcOkqdlWjaza7aIO95BF0Kh63e19jaAt0LwlDygVVm4+91dfaSHYOLcrVqOrZF5xwumd78IUVPq9fH4EIyas6hM3qG5D0TQ431cR+Anz0hmKXaBwBeN2U75Ia87/Du6oJ6R1ODPMMH7wRD9Fj40+n80Pu0ihHC9hb0HPMcFuQnp8OXjT37C3v968aWWAG2Q8RQ4VA/BKSi+d9FeGLXtMauNIDH0usQYkR8fiF9wChIxMKQcNxrz7AzvhJxGeO9APpEhULRJxUW8Ym2Mru8QfgETXut7bhkasfU+sSQrDCYt1CxCxbwvUPC7U5uY0faxVPTFtkz1OsW2gXLbKX2yUijKzc+anozSY6FPTIPVySiu3VwB+uHu3fwqsMKihVcP/v61XYscfJNPLRG84+K3X75jwNL8GQkjF0yi6MBIgy8ZCH2ylyLAVIF3r2kZP0SNbhw+wxABvrNQB3U9HBMVLSOw4oUM0DeLdx/c7yFqwvhben3wjTW3oagMIe+XKL+rlm9/G2MqXwN84GEWfzHNRUu7Z3Jw9xu76ArCLtDgb3/LcO7d4if3e+MQO73BELUM574LOwddDr+zWOwLu/jtERlCMb4L0cp3726j2v3FB1/8zLNR1NuRA6RFDOUaEWAaECiN+t27sILIuBOT4joiTpR9sXjPv88e8Gq+XwX20O+thr/Fy93nSfGzxLAUxsHR2SNaAPodpiD6u0TBIYUcZPfHmSeMSpHcCIO5Yg0wUWhMncnGo0qy5mBFU6o7zS6dQXnYS0LH/oNf7QAfUgv5+6yum3hdZ089rmNot2+rgKeh56P0t0pXgZrRDyYLZyqm4wMFdYhQHmvJ7JP8+gDcCeIDRi6+oOalCDg+yeKS8e1PGEPAHkHGn+3HEN9kzbENGit+GX77gPMNfisuqfmil3sP69eoaFnlagX0uXk7eDBEPLYGmPeK8Eqqz7/T9V0LeS2aQnAYf/2LphkwNfse6hor6K4t3OldvPzuHdLrD35eXMFZvHWNuj/d/sTeDyMsHyIKkGGgaTXu+kvbLxi1ctHnCB1h+QMXH6zed8h8Dw7t+rQFkE7hvTs1Rx17pcnn796xGiyswvBnfoWZCVLuVY8VkWmY50SapJkXi9TUUEqaN3AO4ejwye3tUJLHQKaSWBGJe9I2slbsCoi1DGNZ0/ddZwFNvLNIKe48ewqjpXPkDoLkww99Ko++s3h32AfmFRvas6VX/f5IC+knp5WP+9t28nFFCCGehWEizAHFIfffPQ5LZYu8UwL6GG+YzbcK9b5GgJNKd7gUHwM4zjnaDL97+3iwsMKfsA4WvvxOFWA45K9auUbFm/R0995jGr/zNTHQfa6FMe5Ch68XfoJTCMuQRcuIWAYL+37nLsK9d/u8t4ZxjAK52CtqDbm6B9f+w7+ic0U9TL/E28C54uNv3oa/LfAIcIl9D9Q3vg723/o9k/Afsb0v37EuHOnjASKut3hb6hoRl4ao/bjCoA+B1mNGckNdn1443PiOl3G5KzictxqIEy8IoT9EcvoWsgDN9yAaZvWFL976RW8QosLs5zwc9T3fY6iO7xTUfgPhPvpBhmrcgbyMzluQzPUxtZhvy9469qf6OU/Kl9qc4tGTKCyxYqanUrAENfF5DOb/dNpsIV9sO/z0rSQ34CVl9qzm1SQ7Yy2MkCXFIEUynk7HFE8p57jtIjYHh27B6aFcjI7B+g4LGynkiay+9saxwzgdveiPDnhknpj+dNC/Ys+C/vwu7yoLhHmPmYDdBqdkv/jr8fIByMIOks0WTCHUC9dXrfQnnBzzvsBAOK0jvWNEgZZR4zqCJCOohvoNx8+Li2+50PVSl1NgHeMOdKSbCr2ZEH6RWlq2ATEW42UIXthGQ9ZE7FXDfOBDzqa+lf9dvBH0WgFDvChS3zwFppKLgNKyPdSVDXfcN4+pf/uWXb/kVWAIfD/3f8aI+IuOt7YGqLfol3Hp7ECP01VgOVjEjSHzQdr7RHVdn7YA0im890AvH3/3M39rolFb7cNv+Mgs2H2jex3RtNNdzKnQgfY9GrNA0IZ51hRnpC5ZaJLGiMXgiacxMIsKEs8OBfkrFtiJMEskiQ01PAuUhuA5DDAGvug6Q18AOGqK+nPQcTXay9mT+V6NgZrIGQXvTBt3++JFqVGOuFKeJd3qj/q3nu/86U72otTYEosX8XwNoeMV+zMQro+l4AEzweKQbxWPkca84Ln4OP0OzW1uK8K57z+3tVL++iELjQeQOetYSpfKpb4VOj1TbSEu+hbljxXZ2YMJY1MgaFAKEaeJKPAlPlGzZTi7x4O4Bsg1SpTc5eXNll55eRNu6pOn3/Ft+KKn3uQ7/zkFyaMh9M1rvf6MFYSsXEcDITiN7Y15FQg81RjVW3T9WF3b9XMbIq8TDczPhIvf/puMpbc2nDwCpEPDvPcw1Pc438vjxYEv0RVXgfOf84C+4M7xUaM23C4CyO/eLb79YuWxVfPvm7dagbQObNmUl9PND/o1+jMlTlbtwjhrm0QlB50Ro7d0nT2RPJb9fCJLLO5ZGCCUMk8GcteYyGWd4B7ScyJVdAWK99bAiAY+XldGKuU2KrstqG4ijhhcHAXY1oZowAra6KaVuwQxVjpmGKejp/CAhLb+aOLcSK+IoJr0R5Qno/72n7yBq0KI8LLgATEKpqiYuBQ3/GLxm8dpcnK20AYZKw4RidxlYEViyNI42fgaXuDBr3SK/ROiJs4oVPjOKmix6evFu5/4WtaXMP7Eujf66e437gE+effdg19JF6jZ8jdfIPwMF2TG3727+/Tw5Xd34V+GVa98aNTi46+vf/0zzw/9zSwMP3l3l/fCBfJoiFzqOwu0hnAgj5/ae/0JztYfTcCuby+8vPuWb0nv50hDtGFYZyG0CiEcn8339aENx+nZXX0M+Gw0JB+k7UFU1/t4+dbuZyTFxclIGPXbT46MDW9Ro8QHa7sbHyuHJ95M4G/N8+k3LOhHMfAZE8/lbFrbFHaySZqmaohuQIfONw4saoN1rIu25QjUMrtQRbiE1FhOh7G7rJy2wt7C4ZtDrTqqqRZqb/X0JJ8dSN2S5NHauoqjF7VYyBmeG/1pw3ycHFyWmCc0BJWX9kfbD6/SBeCzp68X354galjyAOdi6Wu7V24Pztpj3Eulr7/QwubhFRnOeZOdvMmjxMlpc9dmazVjtfQFaro/mIUZ734QqRg07bGwa8zfFiTfKC3bbQ4GEvukxjwfFUhMeF+qhpKIQ49dmPe2DW+Rv2QuqXU4Vo+Uvgtm9trR2dH474uPT7A0GkKhiyVeruDyP05KPfK8VELwxXDxp3e64++fnjA/OUUxK22e+swMk1Z5EKy06flI+Wz2mAkZGWyxsqy8VGlFVL8+HCgQ9F6kwsZ60lvD1voc1NIT/Sbdvmh6M+iCfk7GXgF9wyEOPBrOw8O8GfEt/aqAbam5RpWOzoP+wFW06hcVs+gCf2uQ0cCW70AnGeu5UTacK3V3wLnR3uvDNwufZlOWlzidbU5TN2GWfVKZSWTlGyRFlZ01ypFEXaDg7bTE99pE9mKGlpqM82D4EA7PYsB5KFmhfrhhW1nQtpDO3vMeMqvIZut6TjNHhEJUtX3r76Kjc6QH/CHHSa6Naw3w4knP78NQ0xLapZJdj31390rEo+dPnOaHh/I5hxZraX77TM4mtLNpoU5UGETRnERRaupM6WQ+L/Tr5QqWnANpXF5KxwRJN1mxbF6yx9F4u7rAO41s9ZKMb0bifBCitBiYjIxKGUQV3kYoabHo6Czp5eK7Byfxf+GGswun4cu7i3ffpTu7L5mW+FyW9OSYf26SX3kD12cuKMxsn5xprqbZyjAtUBtHMik7R/SGk/tpIZp4LCjKxkKWGyOu8APjaBrsjif6P3bv7xNj8bxuIo3T8/RmjAliGQVKYqEb5IFesAyN19121FFHF0ea+pza8CbZv3H4xIx3tjUmahAO070wsnInGRxC7v2iN8iYilDN2zFKTtdz+7N0SaHkZOTxn78p0d5ggLNhqJPOvGMK7fIz1UZtMVwmaWqiFClo1GbYfaYMUkcddXShZFMP05Az8TB3fz43fbamUCiQyWnqerkui/LO4T36wGJmm4PxJtup6AaiB0/M5A339MdL1kBshtWKqixs7ca9Gt5SVuwN8EZFya918SN7B+aJ8Q7UrJsbBZvGel5QxgYC+dtRi6FCbKqjjnKqjp6OzpziJFdmHtDPDkWY7eX8hJyMkYR7AuUedF0U/iNrwskUKM09T06HdG3GKY0VQOZ0EG+SsQbc2HqHJg/qppJ7uNg04W0bxeBV+kaTVsA6gXMK3xttA8h0Yr354AeLljrqKNHgsFhs7+gsKU5NOysk6QoIp3Moo7r1M4g1Ujly8xpTPJFr0UV7udUGaRSZlZSQ9MwFuy8lkZSw8BDNlDNIo0yNm/8PoZiRjcKaazZoEkv0/tM4gpkFddIHVbOFSLYDrSnQFKuOfsE0fSp1dEZk8y/uZEUyCLKkQEI03Q3IRJuwSOm1+C9uqETHcVhXsPaSV0mT/dB6FDHy8oq2rBitpFZPRuW3IkXVnOdosfeWiGfrXj0jG7FKGxXIS6EhZGOqm4iaRkHRHqpLrCt31BEOj+7AOE+yuCfNYRGDrBgSWVn9KezpZJUb/Z9+GBzNSms6tvDvull7cDzsJHZUVGuMip4tWYSieN9MCP7EFm+nIhlFDtasUFUyhUpTmfppmDb9WawUyMsqH9qksBTYaLmjjhBN+KHR0TmQeRRzHiQ5Mf6Y191KDKjyKRt5/VZjsKdKojB9PWe7NObkp5tIjVgoSEo6927WWlJHajiaRrkai/dDx6anUeqcxkFAi2BjEUcuAfo9nnJHalRxyooLIbj3esAiU0Oe0lZHHXV0XhQnXWPO4eQzFGT65rQMy1x8Vksi8XBgrqRzHMCZukkzKwln0MpTP+Xfa6IqNXzofrhIkSjEhvK40XlNIdXmBsPSDr4OOhu3Ct0iDUajMDGrnN8U6UQF95MXZMZhtKQ2rqOOOjp38gdWRTKJDiYswWUUp68z8AvZjCbJb7AN04OFkEV9IP6qAuQ+JaPBHjo8jHfgMJcNBsNFYLpSgl4JEeeb0ldINK8Cj1MUFoR22TSNbDBMQHFMaIfOzwW9I5EZUI6qRLpmE5vILMhJnwrVRiR3kSgOzjIv7aijjs6H5KDiDA2zjlGdmGzCkrJZ6ZGdS05yVXKKVtE8CBtODYEtagXij/BQ+AZx1OEb83jQgAsukQ3S/XnrFdmbYfsMTqcYBbIYrngH0kUuUtYj9cntl7ZhrwVN29KNl7VmzNm2i8e8hY466ug9SBM5hoBpttkEbzmfMxP6GYtfUmKEsAzkThVNoyFGa+TNL6oJ5plHdOIvc+GOaBzKspZJaAn+JFMW5QqfVBcFVZkTyllkni8bhLGx1l784zdRZpjCv6jMSqOvDrWTC4x1pMlbLEiGZWTeUUcdnTFhil1P8ywwDP8wj1tnqCmbkV9pmK3NyZ/FdsmgyEIvqXJilJVCPbiSst3aZ9akZmFH07qLBsEhR08dqBmvmetGOIcsGbLpfCRFE0kMYSPHbVqmccvbAEn0wuYwOuqoo7MnzTj5HJ9vPiPl3Ox5MDWhLPNvrbRX1nVzZHZqqLCQGiVOcnf+a+OqEOS90qlUbqtBe/DpHMDsQcKuaKThqwNZn3SVoTnziaVdKUfysdaDaWhk02hDxX4mXVf+xdBafzKZvOd2VjivbQqu3ov4Z9oa76whN18F8OrHgtZXYAxTXoGJiJoprzxjkhA2FRWvhkHYhKw/Q62gytLwlk1Ipp4VQmTwisAromkCIZcar8AQV2jTi3BH1VFHHx7lv76YTbCkMcznrZFRXmV69aKkFE/R73FUNsm/GGnpJqiQ2wqnUWHZUrEi2bhh3lSkeRrpqKOOzoIw3/NHvoDoAN7QDWTEZ6MG7/OmfdrW1Ggj1mHrzlZ0aEWhp6Yn4qACWxTNR63u8/AN3n4+0jc+iJK0S3AamtnSrtlm4y23Ei0wEOxEWJKXMm9m+u7pqKOOzpIw1zEPMfls/vkspJI65W4QiXN2nhl6+GbvzR5nu5Pmuj0sUMq8TSdYu0ewDiDEntgcB+X02h+P0KSWNhvUNm52yfeZ6vINtrbE8fHmnEC+WucKy4qq7e281n7lF0kqzyx9MM26rS111FFHpybNdMY7mJEMg+h8mHGWc362EJWZr5hKmtqHh4ND3tMshTpjrBlmfd2+3JDUsqAtc/inAX9qbEI70aEMmu6pnapy/sTE3FEgRXnON4lvKAwfFJhGm/PsHTpwtONNVRXe+L5pFuBjcq6jjjo6A6KbM3jirz0PQQrivySBpjiHnNCIc7qRhsSGWeBBYUv7GAKK+Aojcz3HY+w0Qs09+b95XGBB7FPduczWOBgXCmK0SHvy6apsvkdY2dmZpKG6ZVGhufsz/vg931FHHc1JnGdxdgWGQQ7T3COIELMYU+hbKPNBwR+pVaazHBR6oPvgNKeVSe5tphMs4GZlT6Ec93Gkn91Fb0tSW1PvOcE+QzkGlXdkvLXB2mJmEncwd4Z1XJ7PR+dvGci4k765jjrqaAopJuNEy9yg5mXkkuvx4A+Ue4p2ynwHpndYJ7PTamh8JittknfH9JAPleG40nimEeO+3CQNuqB2vXnmRi9osKWZKOMEldZ4O64QyV42UjdqNwQR35Z2MHcJedeTxLvGLk95KTNnO+qoo/ciTjqbTdnaks3IQD5Hs+AP1JysNaUG1H5YAkToZ65mOuWOk95Fy5LZcAIVmspiWuzGKw/OZmQDREEqY6ezOrZS7r/cSI1LIWVWUpF7PtYJAXFjx4Pw3jNHmhU1zTrqqKNTEKebuyZOKJ9rzHx+hZAo+EAjzvmZMzDZsr5W+l1m0ayaPggRK6lqa5XmACqvVoeoGLVlVQmtWcY6qVA9N36P0SS1ZqOAaaxn0Zo1xkypU9Yz31gYM9n4dig4Cwo1shylRGbUUUcdnYJs1mkDZzOKgWDglfs8BgUfSOWs+ZdiPFlhq5/iN5Viw86w0+gcGtRQFv7OljBrMmVdZObSx0JGZVO6NkKRfJhV07VtSZSDOjnEBmFnuv9TAxi99q8VQhEdampfYkbFO+6oo45ORNl01TxT7qKtxtv5J+UwHREScW5yxk6jOI8PrRUk1LjyOEL7vEBsL4xGfsHqznK60Uikys7PRXxPzJiEt/ZGXtuabW8MffA/40H0ZcmDKUcrYR/ltfVNkF/41Q6mCGspg7W/pagKrZHEhyY66qijk5MmEV0c5pdNeno/vnzGmcLyQNBwsk/3RSmOCRaskk/eaTVFbNwzMrzQkEI5OYl24sUVK0zOc05iT95Jo44ty9E1Mq+b0/tConLessd3ya6tkOWyA4VdQkJX8Z4gIzai902gdgoZtXbA9qRytWVMbWQdddTRyUlzBwnnlyYoYxlOP8os86mtOcnstfyKHAwmrHQ1BcfjldRUmv7HeyX3H6E2G0q1p893XQJmVZjzKsvxHTUItVghDFqVw4VrUyrOy4k22hViObSwV8zdcywSjYyF/QAQ3yDuV8tYK6sHSl8fpg8SyAP1XzDtDX541gPtb+0vLXVJl8yf6KDpLQlM1oMguMX6/rpbRFsXzCi9JLKQZTJGk0ioGlKSCKD7qRsNaYst9McXOSpMWVfkGMVaFbcD8hfLh6GZvHYyD5XQno/EITGvw93FXr0YDahpU0a1RDVueaNRGqiMDHa1VZMu6lVkmTVj41KSGbUlcArPej+Ei+//jHQ4+KG33ust9Xi8GJB0XMfNyXliVMpLOLIsz7ZIDaFJqtcsx6x2hi+UhU12vpmOAslHmZPbtVd0MVDOB5KptSs2bbW5DTOjXm+LxuR8C6mIxf7WXOMUGvLCopTWrmLzolY7kKl6mPJItD9bjDKiEd/vfu+Hqfdyf8g04J7QdwHfbNyTHddx83PMc23SuEKMeJMi7PUKbO8/tUkfC8wsCaSMaZbay3SiICpX4yoyRYONYlPlL9X08ZnKbI0Lm8n1yxByRlUS08vgeRaGZFpJMYOTE0PedxllbfJ5SWZCJDMmLPHvEpLbCPwslLsYNlJv/fP2S+IfLCH20/7WfvO3KnRJl5wkMWrKTIMmsRLEG2sEPc/QtNkcdJIZDX175YyUQZ9TKlaJZ0zZeFKnIieJTZ1ZsaKl1oSUVBgXNqsqZYOgkTIrDaxvhpAZF6WUx0xxm3VIgXqzotxIPWFue1abKy3TDo2SAQm/kpwFxOClWPCfyAX+ge9Nb00U3q5ru6RL5k1sguRIiTFBn7PiQ+GWTg7FNguyLiQEJunyV0giq9RkS5KV0vByuJTpbGQsInmBb27SzJsvIjJRlcQGsDV0mTYTo2yU1ZDkGldYgXauG5rGyyzNmqAuZblI2t/q7T/753CBg0EIgvX+bJ/Ft9slXXKSxNEUnCEblQbLclHRhfMJljkfhaBIbI4ZiqgCCjEASS4KfpakNLE5QpY0ASExRqQsiEyMD5qmnMNz55wP+iBb0mTJkHPeNSEjLDE+oDVXMPzMfciHTIPP9YbT2wvvPxO6pEvmSHyr0DiWmrA8F00yfgosL+UKUxWZyqSG7Cgkz5CYJNk1NSyPooSYCKkFqgOToalqCLGacUFydUpiEdmgEyJrfK4KuUNb4C3PhP3eD+5GPlQaVO+48QZd6JIumTPRVsOyXGOwLBfzNKgLWJZ4ZwtY0tB4ljQuMct1QqGwzBjXJNbUpZBrXIqy8S6ZnGU5mlkukLHMtc0kK8m7CGLIPTW5FUgiQz4K4j/oS8IDf08RYQtv1tBx58UNd5Z/s3Yz/AvWZPQBcs2X6cvS2dZttciXtUo5vG6u7W68GGf71nZvzueYJRHNLMByYxqqNlgeRdsaKleYGJk2FIpCzjVF0gC2QrQtqkLeAmyRaQhi9z9gD6jz+AYia0kUAyoFUCmASgFUCqBSAJUCqBRApQAqBVApgEoBVAqgUgCVAqgUQKUAGtLWi1VO4FF89T9Azl6EZ6Ncb6/SOryCviwnZVLF5C+BVVY/GzZ3b4ZKaErTuQjPyaVPMeSOkotikqKc8xQbUkTYMjSlhkZbTJpAUoiN/Bh4XgrGLn3u7uSDI1tsjgibkJIGKgVQKYBKAVQKoFIAlQKoFEClACoFUCmASgFUCqBSAJUCqBRApQByaWdbM11T2LcPhWOStC6azuB6p4bOBOOactACVpQlTMmUGxMB4WH/hV3izHdyC2ZJTSECmzO6GBzVnlewPIoJkct5E9tQKMKWgZpCDtU8i0JDDHnUtCJyLjYEMsrXP8w7Yga6HuRbQGS1BSZDUzJUCqBSAJUCqBRApQAqBVApgEoBVAqgUgCVAqgUQKUAKgVQKYDIjhH9af7a9NU0/mA4E5usJc5Eu8iGPAhEIackYz0p1SE3wZrq97fvpx0MNISI1iygKdXAi3EDf6chqR2W5ZoCTBpyC5eEpKgaxWZpkoMYdYaGVOZT0ciMj/AcO+RDXAjcs8HHN9PIvCAIRDNrCEmRhKRIQlIkISmSkBRJSIokJEUSkiIJSZGEpEhCUiQhKZKQFElIiiQkRRKCYsWmLdPR6EckPzLHhMbWP7jKOsm+mY1vzGAthlUOHLk4TR80sXpZFJE1FWzkBzHUfn/SfxH38FTMkppCAW2gfbi/pGmD5VEsgc3SLJslRA3QxmVISdIZmpKjlHPkQqmxzHleDf7gPCDjP/7uzd5DtXuakqGZNYSkSEJSJCEpkpAUSUiKJCRFEpIiCUmRhKRIQlIkISmSkBRJSIokJEUSkiIJynY8/OM0hifhuplybZrRV1g3fTNrB3hDLjojoTADoDJlXRS5qI82UcFko3ksNwRDk0uS0JRqmIX9BKMdYTu+LUOlqIWwNVEpiOlyU8pRyjU8z1U5WD7/A2qvBvErzH4V4+8hckJTMlQKoFIAlQKoFEClACoFUCmASgFUCqBSAJUCqBRApQAqBVApgFxqCFZ0hPnsk1bzVpLlV59rI5b5FpCxkhIXhcRRSDrnTREQ2cRRSUUIDclPXjR3d41ZUlNohTZSroywLOdnIWxJahUy1hG2HKUM5ELGNlDKNbBFphVI9j+wdUAbOmPA8CYczSxHznbc3Fx15GEbm9tT9KdTOZ3IWT5CfrV1bRvLkClxhM2ljKeoLNcEpCRubVJQyPWZBkPQMI6KHW5o4yg0pOluooLlUWzA81w1HZXCkEvtQtRElHKOShFQKU6ALFvquWv5IIjnv9on9gYimlkObIVGqBRApQAqBVApgEoBVAqgUgCVAqgUQKUAKgVQKYBKAVQKIJcagopWOXUxcTXTPbOTP4nIr6ROWRtUiPdTLvAVSEozrvXWQkiTEqk1G2FFZNB9PgwkfKJRgVzI2EpqCtOQbzkiV4gNtMkNhaFSBEQ2bPOhUhBhOx0iJ773AXlAv/+ZSVwG9EzI2GNQykClACoFUCmASgFUCqBSAJUCqBRApQAqBVApgEoBVAqgIWUssdR7YVOWCaaxTV2KygN35XQSp8Fs5H/cmm+sASMXZRzFyBCxnUxJA7WaYEXOB7UlxTJgjrDNg1JuIrKJq1HKhlJuH26lcESuEI9BM8tQKU4MJr2t/aUP5kLIIA3dHvCjdxB0QEPIUcptqBRApQAqBVApgEoBVAqgUgCVAqgUQKUAKgVQKYBKwa0QMwnYtunKxFKEMoxlmDPcCfwV00E2neWmixEZXo1EW4MTFRoaO2NoNJE0SWwgZHEUGtqo+FVIhkoxFW1cjkpRoI0r0MYluaHIENmkOh7NrCEkxemAjQy2D+Y3IXHsgCW+BWRsiVKuEbYcYcsRthxhyxG2HGHLEbYcYcsRthxhyxG2HGHLEbaZyKXPeAVYM5WzVzGg82JtTisouqK6sKnQShqwLNe4AllgHbF+kp2LCFnS5NBuzBQa1ka5tBNRykAp52hmTVSKaagUCW1cQKVwRK7WHItKAVSKU2Jp6T8/kAsh4QfA+dbcDw2hRZ6JSgFUCqBSAJUCqBRApQAqBVApgEoBVAqgUgCVAqgUDTQzcas2UTFTEbUo56S1jFzMr6rOKXc8DAx9wU5Bo4tJKT7EaYmhcURmnFAVNXnuSWQaThrMVtrfOUoZKOUmKgXRzCJKOaKUDYXclIhSNpTyPJiXOxFqube//kE8G8bugAaaeRSBjHWU8gy0CUmRhKRIQlIkISmSkBRJSIokJEUSkiIJSZGEpEhCUiQhKUrB0Mx6S2M6D0xsn66a/JjNYdOMz/KrqLONMtQGkfkjKoJoqYG8mTcY44Rg2UBV1DSzMuQcmg9xtJIdw4lrlyNKGWjjSiHJSVGglHNkmbMRpRxRynOjUgCVYl60yB/EdRAFgNrSwAHjc02bcCzahKRIQlIkISmSkBRJSIokJEUSkiIJSZGEpEhCUiQhKZKQFKUQkEsUX/h01sSmIwFsTvvGKZ/nV0xHIch0jArPIFPlJZZ5KsmbMCHLm2zGZbA88GQTz0CQMmNBSrbxMkjc6Rk7C6UsVIpKFipFwnFyQC41hBylPAOlbGhmLcKcmCp/AB4w+wlcGDWRsVM+0FKejVzI2IhKAVQKoFIAlQKoFEClACoFUCmASgFUCqBSONo4s970GQzfYRM5bUac2HlOujo65ALlyFOMiqj1JGzMPM8RtoailnPeNmOsb3o9keVrXAT0vR62OTGn0JDbuAJtXI7WbH6UMlDKGSpFQinPRin3PoArwfYIVA03jppb5E2suBMil34ZXI5cyFgWPFvDJOUZpWH04y37XNY3dWJpJ5opL3TIqHludUD/0m53zrqkh5ZACQSmZARjvMgAvkDUm2WNUDfnzd4ZElKMiFp2i9fNbKdn7PEo5KbUQC5krKOUDW1cE5ViTlSKqQhbK0q5FaWc0NvqXflHYw3wBjBYjbgx+AqlHFHKrciFjI2oFEClACoFUCmASgFUCqBSAJUCqBRApQAqRYmGxGSVU1ZuA3MYmTvAhYX/kpIRTbaZKt+oueNVFhaeTKbZzav7t2fLp65rOm0SpFNJYqR0ROOI3CapExdbo1Tz4pjAGQY1sgO/DBy2lM2DNq5CLrUJSdGGSuE4Tp6GsM2HStFAKZ8A+731q/6b4M+zt5+4GqUcUcpTkEsZG1EpgEoBVAqgUgCVAqgUQKUAKgVQKYBKAZRyAWyleMCpqlDFZjIc4It+f/X1wsJNyUQkTeuMVLffRwR4yxUWBZV2pPl0GwsLT09blzoFY2QkhTzYKm+iUESuxdQ246OuCbzUfTLgrp1kOz1j50SlKBG2JGXIpYaQ4zjZUMrTUSla0MblKOVTAMlVXwWc8wNqRRs3DblQiIZKAVQKoFIAlQKoFEClACoFUCmASgFUioRSng49B8a8H33XARwgQzD4tE07mWNgCLeijYFNLlvd/g4doGa/zXqY6ZRwZt02nfzvsilPWpebRgOdxuGD8THmihxhayiYZSqKgYuaVmBT99oBHCI0YHg2Zju8se8dpVwgbDNRKNq4Ex0wpRxRyq1oZtNQyoZSBkp5buDljuaKEn8Ekg/4RKgUU1HKBcKWI2w5wpYjbDnCliNsOcKWI2w5wpYjbK0o5eno9ehF4DziFEcIhghwAge40R+t6lPa0qLWV+R2OZ83XkmJaS4/lSJAtvDjv3Hh+V8ORqMJajyH6fp2P1ahxe46+MF/xda3Q+vrm2yJ9Hw0su5sTHbiSbeSwXW5UoOhmQZmDj28PzEBibeiiKI0IjOIpYUxGdqwd6Q2POpAS/v2H5ZtB20pV6gUDbRmGXKpIUQcJxtKeSYqRUIpF2hm7wNtVz0E5K7KB30iTBdaUcpNVAqgUgCVAqgUQKUAKgVQKYBKAVQKoFK0oJQLLPU4V915KLdT4OXrCzcgHWzpYxocjA5wTgzawmymayIh6BP1R4gAN5GxutdYGNzs91eMfTLJqwTtK7RptuSs9UdsibQ8it2p1UAmBBWTXEOXwxzvRO4nKY0zpZB4swmZ6VNpRGYQS42x1BmzIkOSliruadvf+a6fJhRoZlNQKRwNKWNbcJw8A9PlxEWUchsqxemA19V2gBxmHO1JUSlKlHKBNiEpkpAUSUiKJCRFEpIiCUmRhKRIQlIkISlKoRWlXAERoM3ZMFXpAEVjRHg2i58gIutv0pGtvnqicO+5FgkH4U9EQtxGPdiVgxHCyK1R/1+g2h09v9moAn6AOPLGsnkJax2dovV1tC7/O+o/lKL3hIEVN8ZeiqYYYlkuPXnbrIiMHJF4JgbLA0/W+JAlISVNRNZKvRFLk+ij9fFKiWFN4m/h4q5vZjNRKRLauBzYCnGKEFHK86CUpw+5lAu0cadDyq70w6EHGmEY7UlxnAyUcoE2ISmSkBRJSIokJEUSkiIJSZGEpEhCUiQhKUphNkrZsNSbaBJjlmr6ag3QCDGcz/HBwo0JXNqNUX/1H6ODTyFBCzsu1unlcRtdFwI6elKEfJuM+5bZvFfhBeZl8K9UiW2w/dGncHVqfbSKMBLcMrTe3a7cMh0aIcfmsuf5JhtwVuiio9xiZnwGe0ngFpEUZBLrsnN4+QDEOtMP9wH6Pk/I2KmYLmSoFO2YLkxDKU/DnIKhlCtUitOhN+xd6UcixF+BnAqVwlHKBUo5oFIAlQKoFEClACoFUCmASgFUCiCXGsI8KGVA234P01SRCicv3aBCMJ3VIlyz9TqFczhdHTyHxhbuRE9ZCaEXozq7CjxagztDYwwYn04Q3N1is1mVF+BX2J06DK33rXV6XHbPOtadnIkZqxJLTAwFRlbmb0UvX5hzMCDL+AiOPhMNbMSNjWHaNHCxLmWD6B48hyMlxxZ2ekocDSGilDNUCkcp15guzEAp1yhloJCb0lRMF06KTMB2lW8F1CjTaE+IUg6oFCVK2fDhcO+xz4BCoNvQZMU05mT1EAwx3PXNeIPfEAqt3b1geSCLAFGba4Ca6H4JxQI51HjNs2SeEAd6oXNbVoM+tM6VPrWOBs3/pu5gaB6HziZe+Q05irSRl4Y5Cxl95cg1FAKsKNcAIjM2hmluQtEtQ2koo0aSDcmRXwIOu17I2AZKOSJsx6KUI6YLc6KUI0rZYEmumQOV4pTAxstvV5SuhzGeBqVsCFuOUp6CSgFUCqBSAJUCqBRApQAqBVApgFxqCCdCIXMNME5mzVV4IN2I92Jh4SHCNa7XDRgBooxnurd4Hqs6qsKIyyJAVWZ8+IRF0LygD1tleValv/ZaISKRWlfJznXGkXCWTyGw3BRizdFUm8poDR5+kBoTvGAKZkkOJioSZ0kTlsckqMnqqwS57R0Egf0t//hS4pguTEGlaEcpZ6gUJ8N0oRXYCk0rjpNPCyZX9xzYnoSaDffEKGWhUlRyK0oZqBRApQAqBVApgEoBVAqgUgANKWPfC0gYjvmJmiYrvRUFeK9txnGT0fZg4ZGV0zn+I782K09kV4Et4jn4FKXQsDaa+PQm7XZRhUt+pNGnvOqr+AitvZj0DwaKL/Fi61onpECSgmUtpN4dyQA8W6YLCoUtCFuSGgqXnQmS55ZFzl5ezs3DUKunXcLCZ/6/bY2dX6FStKCZzYPj5GNRykApR5TyaVEpTglup/8xyOCcHyi4F8d4WlQKopkdi1LOUCmASgFUCqBSAJUCqBRApeBWiGeCHu8D1PRVtML5qpPY0SpOT7fogba26d5ebfefP9fd0S/oGcfb/dGf4JtYlZsiQFaW33yuk1t4yX9ZWNCFFC4GPtoejXZQQgO0Obrz//Fyy3ibprw2bBeQlxUWQrnt3aGGDSyc7PpGLTe4G6Wy0XA0DlAoCWnS0M0HxKIgJmVukPNRE4ypD6XWP0dCpXN2G0xzz5cI23GoFMeiUpwMcwrzoJRnoJRPCybvEQG+8fyc6Acfp2enQNgKNLNjUcoRYcsRthxhyxG2HGHLEbYcYZuBUj4dkGiS4oWJiymrOMzoFeb0p84v7H5shxEvjPidVQzkNOtx9qpzVU32kV3XkKHCQLZ94Osw8KP9YHD9JmI/Z2Pr8Je6N3CwjdNf5T4w8yMZoKGbCxlU5oU4DLqeVBJSA3lvRFksiiLyQmPKqI+akBa1wGLAVMonIuMaYLHn21ApWtDGzUbY3gelLFSK41HKp0YpTwO3q3sV5NV775FKYagULSjlNlQKoFIAlQKoFEClACoFUCkaKOVTAxvXABHdMJjhTAbjDvDVMifyKnzYwhb828PRDp3Y+GPaPae7ehUvgShUQwSI8IfTn4YDrfMh8OMfzhGqjTbJ61chvRf9yap+7ZG1rhsLqRxvh+7YJDtRzQaQiJgr9JKa/iaUZSmL9Aq8CZR9y1RNKYo1okmp4oCphESWvwVu7PkCzWwmKsWxqBQnwHShRa5RymeFUp4OJjySribN9704C80soo2rUco12oSkSEJSJCEpkpAUSUiKJCRFKdQo5ZNh6BGgOw1ymrr9iYsukTdiHhb06DsjZW4KBqw6kqFUVKpNN7AmkBhcKTuvE8jr0rNZPMVwkDEecxUqU+4MMiuk7EnYmIU8qkyOYhAqTSkHMbXg4wMbh0f2PCLAAqUc0czeA5ViFprZOaGUS+ja0xX+LYjfHPAeqBSGSpFQyjPQJiRFEpIiCUmRhKRIQlIkISlKoUYpzwnb+At93gbjE1knkJqxDvJGdDy5Ps9YjaUkBpNWFFTyWQ2lF4CanLUSdWKCDi+SpVmm9TeGrzCL4CBAaTnP0nIhz0RpnMmRG0SoYp4a2IIzIplq0Aqs8cJMbOz/HG3cNJRyRClnqBTz4jh5JirF2aOUDbmg318v+ZrLFaRsNyXuRGjjSsHQxs2JXMjYiEoBVAqgUgCVAqgUjlIuUMrHAccHf6GPgEtTHdNW05zz1cF5TC1dTVCbpiEYQ1vTegFFZnQIJhPeQyhkfZIxrouF1MKzKOBTcU60ENHZyBVZ8GWwflUWjazMeIoBzkdZSAZNJRtLqcGIvMjq0CWCNPZwFdiQuCYqxTE4Tja0cadCpZiFNu5CkEvqvLfk7ubqURpo5E6IQlHKEc3shMili+VylHKBUm5FUyCFCNDnbBQE8iETZ0KwQ87pjZcmOTcJXiiFlPKjNTxnI95O1Im1TV7EDSjixfiKXcKZimjkduZgrUduViHxEizLEEoitDU0VHCzJLKxfZLJDASlkz/kyPp97um431u4dnk22rg2VIq5UMpAKc9EpbgIhC3Ah+Hu5uoRh2dDbEEpt6KQm1KNSjEXciFjIyoFUCmASgFUCqBStKOUDaVcoClQxiSVuzDPQWdEpvBJcjosolIm5vXoclgsQzcxlTa0aa6ICSuoEzVMSxWDT5Vo45wl7EQCDGxMqOGyWwVjJ4nKnUuZ86bIEUoiUlIgvEKimvbiW7H3D7UYM2AWfgkSd73QlIhSPhbHycB04YSoFLMwXThn5JKy4dVdA5yxZ0p5CgpFKRvauJMglzI2olIAlQKoFEClAEq5FaVsKGXDVBmvFAEC8FacuFzLsnnsOsY01FkxGbOkMzKnFUyUyFO5xj2EV3AjdmAltDYDwG3MxXkpyyiQt+Igk1Tb+4ovhaBoS8NgayUfqqQ0olFk9lYl52MpmFTKrkEQbKwanRrjVeB8twchbO+BSlGjUhyPUjaU8kxUinNHM4tcb2nf3c3VIx9oPtwSpVygkJtSjUoxF3KhEA2VAqgUQKUAKkVCKU9DKRumC0kmozVAzlTmmrycvsZjWjN3v+PlpMBxnltpqOO8QRKUat0LVU6RdZmYQC+abIK38RI4Gb2s2F2Pxsy2lDFW9DdhqRom28KbmKcRJloq81BdOZGXNlKOTKUaL0fvhroKnHa+UOanRCkDx8lAKc+HSjELx8nnhkLBzd3N1aNinDVKuUKhmC4YSnkelHKBsOUIW46w5QhbK0p5Gko5oFLkiDl/CYKYxaaw5jIjFpvNURd5Tmxs0YYl5qU8gQqOKPLKWSGJXq5GvHLDhG4DGklSeIkNMyipVYFRplB9b0R6S5o8yXKlpmVppjQpVEk5kUoNEviWQlkoEjMaWQQYoS3j3wOVokQpA6VcoJQjSnkmKsX5oo0TqHF3MzcN9t7jxyMnoXygGmkhFyhloJCbUlPIUcrHopSbqBRApQAqBVApWlDKs5FlztbIBE5cTdMUP1kwJZkeikyQbWIHG7KU6XBkYWV80ReESgIU8ksqJyeGCmZsmVVyYKNKDM1DG2pGRIfsrRgZG6HN+KSwKkmZSjJZmTaTYy7EUs8wLr35+N58b3J8ot56+Ukjcd6z06GUc5RyQKWYE5ViFko5opTPGoUC2wnXAAeHC+f8E+BIvWEc5PEoZaFQNLNpKOVWlHKBNiEpkpAUSUiKUmhFKc9G5KImopRhs8UI0Cct57PFdnI2NptNZKHKTWNK6RSWmUI6ugHMfiuX1uxVbr5LfRDagkOjrUyQsLoZQSUnoo6QmgGBTRKKYSrPaJWCH2WBxhMsjA9iNGhYzlRSH0szvYZpY6NWOVXG0Kq/lG6DSZkxp0Mp1yhlQ9imoZRzlPIMlHJEKZ8JpgvcyT3744X5ae8NXs6fLw3rG+RLucAxcmQTNxulnKOUC7QJSZGEpEhCUpTCbJTyNIQtZS0CYfcBhkmL2ZzmrVEUjQkOIZbRnjPcLOgGYCOtDKS1GrIR1AesaCkNJTYdg01Uy4tZW8rQAotkL4FlgUHGxKqySmZBXjVMlD4a5KVNZcZbxahMNlGmynr3N218ttMjm1QZNz9KeQYKuSnNj0pxDEo5opTPFIUC20kvguxdXAQYQsBjUcoBhSJsc6KUgVIuUMoBlQKoFEAuNYR5UMrT0c62gFeB6UowSeHGbCozpLGXSihxKtPhcLpzVqdicV7LC2z2K/JxpRUkYDNHEjTg1HTQ0iYwnmBDY+ZUUCR4CQs9Nbeoqq4I8Dwkgc3yyBbKCGmzUs8oYlgGqUG2T5FoJOE/QbTFvR/yE6OUZ6PikqJAKRco5Wko5YhSPhMcI1Pj7mZeenPuj8EKtL+FEKQccSUXmC60HVKlPA1tXCtK2XBy7rTHfym3IuOaYgs4YW0ykzhdIWP+cjbTy3gpcw/1sKlcRZrpkClY3EWgMilXmneQm0DOQttMCIXGRBuLn1QUnIl0zrCGWBsCLZwL6ggkcUtiActyTQ7Lcg2gMWcKH7GlLJOODhB7W7s87vrElcKcKOUZyIWMPREqxUlRKc4DhYKbu5urR4g/5vkUSzlDoThOno5K4SjlKagUQKUAcqkhHItSbkWLXGhyKNPzAN2TKOOMphux+WubzWSR9FYu0SzjrA9hIY1kI6VpFExKSXeGDc5CkGwwI9qozFqMpQLINKFhtkS1hi4DakMHeRp7dTEDNd5SpTewea8eYeOwzIDO1bv0BBldBeYej7udCPkxKOVTIZcaQkQp1yjlEyFs749SLtDMBHc3V4/yQc5ApUgo5KbUQCkXCFuNUm5FKQOVAmhIGXsylHKOUp4NbP6vcNw0WQn3LJi/vmnaSx08pJtRLYVUiti8ErXKTUs2OAcpmUtHQDJbM5KxmVNnBrJhbhqz8REEU2hsMKaFnkVZWihzUKNSMoXewGIqXHQlU2WAusUINCpssuCIeBWYOzsmROJylDJQyqdALmTsiVApTopKcUqUcoFmBri7uXqUjXEawjYFhaKUI0q5QqEo5Wko5QyVglshHo9SnoFSnoHE7fOncJijNrXDRLZZrPmbNukKsIhcCI9oZqmXutIKWOawPIoyoCnX+aw+OSrEowLCLFXTWM0m5GJZqBK+zDSoooXBlUGULI3LlT6JkvPMRqxRcYChiP27vRJ7LokhbK04Tj4tcqkhGEq5FaU8P5rZ+6CU21Ap3N1cPSrGOQ2VIqGQm1ILSjmikJvSLJRyRNhmoJRbUcrHopRbETKtAXIGK9FstTjLZCcKrmOG2MbAMsus1DkzSTqp5LnkJgnVoj63QG7VsImDFTNPoA2dMaXPUT11hja9VbPJxxUSY/KsoTF+hmW+GZDYwIBGf545p0fip50/3/E1XTgFciFjT4RKcVJUitOjlHNUnLubq0fZUFvRzNpQKEq5QClHVEJDUaOU21ApGijlAqV8LEp5BnIBL5unSOigLIzRmpb5qxCX0d9hLsPNaKYbVEZWYZqBvNSc+mbO5vhyKFMDMjWQdxu1Jn/mrTh5NdZTDYmqZSk8nhUjsYFBQ6hIdawjg4mZJvLtljXvIrrkiG0k4FKHwch+C5zt9oybjkrxPsilhtAiT0Mpz4k27nQo5SmoFO5urh4V45yGSpFQyE1pFkrZELmomYZSrjFdqFHKQCmfFKU8Bb0luRZMVM84i03IYFqTOMXdHXHyi/Uy+QFWltbblMY8hMFy9cXc1WYEfxJbY4ItuhvWiLZWka2obZkzDyXi2RDhjOmDMpg1NXlRrp9RxBybhmE9kazQ8gP9LzB3eNzvGTcNx8knQi5k7IlQKU6KSvFeKOWISnZ3c/WoGmqONq5CoSjlaSjlgMgmLkcpz8B0ocZ04dQoZaCUia2jz/THvZqoMSNRyuBEwSwdFuBQxbhHc91FSchMIzuZMDCSCYud980rRJW3jQKVaXNHQ0YJCWm0ZLQpL0rIwhjLZyJZZMpZCBzeElJWUzxoFEUaNiPAxM1EpXgf5FLGngilPA+mCydFKRtKuQY2dzdXjxoDnY5KkVDITWkutAtRU6CUj8VxcoVKcVaoFHB+E/ubDvmUGF+RwdSNcEVyLJANFMyY5WxEFsFJGS8jlKZNlVWkwpgrQYm6lVmK+pyoo3kYBHU0kBJVyUijscZiS45BsD0p1Dn7VgMcufESzaJ/lN/xn7GzUMpAKc+PXCjE06CU50OleH9Uija4u7l6NP2HINOFJgpFKR+LQo5s4iJKeR4cJxcI25kjbDG7sbw2GYV/LjKXojRIDtvoVIKsKM6AjfGWSjwRI1/onoCOTnW8LVKozMjJfB3KxctYqcwkmiSXyYZZErqwMjewcbFe0KhZVowdTYOZFco5wcaLscQG8bLeR/3J6sadYeMjOBaV4jQo5TNBKeco5RylPD9KOaKUW9Aburu5etTyW+A2VIqEQm5KJ0PYhJC3oJTnRCkbSvmMDvs2RHblxRojP5us8hgAPZVFVSa7Gsh5c0EmqcwLLSnryhyMeQd5GDoEFQW1TEVkvTQACTKNyg2kNdfCMnBWqsasPkuZh2YNtLfqbXCzpnJOsHH0qWFFtXcaWnbN6saNxicxG6VsKOVjUcpniFI2lHIrSvm0qBQVtvav8r/CzfVb4FLOUChKeX5YVojT5ZOilA1tQlKcFfJsuPOQ/72LyRhmqgUxNlFtQyIX4wYWm1kQJfIS1pIprVGm6rKSmqlY1IyuUEYmSW0mhOUq9Y3daSCE67wNmVAgeamVmCSNlLLSS7JlBXxj6pp5kAvs0hJ7+xF6D3qJEAh+vPk8BILHoVKcAKV8HihloJSnoZRno5RzlHJEzJC4u7l6tL/FEJBxYBr4PGjjhKZ0YiQ2qmaglOdEKQdENnFnit7S+MWaTURORfm4H29u3OHU5QSlK1MRcnBybM5zCluKFya14LWQWpmqa/7La6lQdRJLUGP1xARYrnatWyljXbNA617idl5IyUokaqOoSlEXOqmhDUmpm43AWU+2P2MbxnEDxzzKPBteqT6dFpTyNJSyoZTPCaVsKOVWlPKpUCkSUubu5urR0j4GuD//M2EMuZCxRCnPicjVmqko5TlRygZtDc2Z4yiGfpqKcC1clXrWe6ZJSSW1yjVTpRA/eo2Pap1FNLBEOVILcfr/WHhKUysAx2ILCykyGowwkQZyYrcWbtEuQPbeLUrNSvbeipUYawWWeAkdjzVEkTkVqwvPVR+uijAmiqxhGjF8L0G3uvBf1hrH6eVMI9iMekKCl4/JlSjWuNiQWCaWjTZ3jjnoS3k6KsX5opQjSnkaSnk2SrlAKQOFjMS8zRUkGyyiVD4TJo74BCgVTem9UMozUMrHopQFJLl4lhi/2J3wcq9NQKaI/B71euu9df0UTtOf8xJJ/4D+jnTLzEcHgxuTg8ETmdmk5hZnM2ltYTlIpghmaFjOQDUJKCSqOhI6QKv3j4X/0iVpQUNizV22rLFBVokaCTZsyUqthI2bmY9BCjRChry1mqUE60eG7yXoUNHGxHFGQ6QRFNVTVNg7lITE38az/T9trFq52/X7qy8YCKZPKXER2MYvHh4TL4btwlDKrSjlVpTyyVEpiFLwA/rqkY9PFAc8P7DVmvdFKR+LUp6BUr4Q3Ni4qanowGv3qZwfgT1IjSYpSpmu+IcjzySn8umT/mjl1bbM1JI35C6mfzBafY0QC+UIj9wheY9slaxaD4xSmrEORWHtNaJIU1JvnaHlp+QZVHkBksCSXApjCc2Z0pPV1y+MSwVe0oAVwRFHBXqXspmEYoNkEAag0WM8TG3AJvX73NW9/Tu3uDsFbZPtzaMt/6Di55UDrxfb/bXZHrBSnCNKOaKUp6GUZ6OUaxwna/f4AX31SEMMW8rOBKU8P0p5TpTybJTyOeHooc/QgO2NJ5yL64i5e3xOe8//FY5TkvNXHGOmhYVN9ynbgyeT0cpgNNqA8glUXyG/9ePIM4kIsdjK6GAd/M3+7utbyOE85Bdk2C+LpH3OJsSxR7Turf7jNTt7ihBMWjkSBnv/WHi0sLDF8f3XV8itzYN1aPrPBwfeU+xCw6du4YWPGhWfMmdFGPg7SsOVMWJO1jQePa0sbGGcG+xlhF5iSxqCCVZDg9SOMM/nOxQpH70tJ7iy4WfDBGjSr0+GG9wOLF80npqZuIacFBeAUm5FKbeilE+ISlGCCT/IK0lxmHG4Z4VSbkUpvw9KOUcpXwzg/TZ1qx9JE260tozQT0uuwQS8QhcVa+LK/Nanr25oWgufPmEMNepv3ezfWniKTWetW/AHz3Fi+ARe7RY8jGpuDQ4m/7KwunodfuJfFm6y0R+3Xh30VwfbzFYWbq4eWpG1wsacW+V5at9bXV2ANawmpiVxeKO11yh/gg5ej+Fy+97mU/Q0GqzEyt6FvK8N72ks+xQjfD746pYM7B2NQoXwXvS+nUdP8J4cJ3rpH2S9aAibNnjbgz5ILi9KaXsU/ET7m3dkwAs++nrzIIW6pN2dxpXhjF3aX8Hb2F5JisQFVIpzQSnPgUpxMpRyK0q5ADak7m6uHsVhek42cmeFUs5RymeCUgZK+QKwA+/H+ccpyGx7446dh2EWRhdIBSNAzFQtVnm6vDAYPV/YxCRl/W3+RyCvoIAO4AxvLWxCv0HV6PWT3zD44yIbI8gNFq0tLP9jYXnSf2iOkv5t1J8ogzvbva6izQ2WshlzgAjDriPyylq1BqRFqb3Y0YQrc79Z2MK42QbbHOEUFzUfqvJCqgzSyJDc8jLKHCENeKqrdxTGJGMUajheET2xHXR18Ol/4Q1u2xDZiw1hU8PDfgtjBE/RfJyvCNqNDj13gb3enX/blimbFuVxYNiYLS1tbE9Gn+W6BtcQEnceKOVjEbbzRKVog3mbK0hxjGmsZ41SBkr5rFEpzhGlLPSG8H4+vSxbXV7htONFd85CLv2ZLSak27GCp88Xtg76O7bqH9YABwuroz4vjzzp99eZ4KSQdOM547xVRk2oLAH2q4eICFdfP+dCGHRoExnO/UaDf1n79Cmd1vP+lk6n6f3UHnSItEKrq9f/iw0gOLPYkv6E41tF7f7oD/+icjU94vBWBgcrT0LlJ7GymYwQRr6IDXM5UGGl+tM7GvmYYISh/oMVORK0vXr9BW3RDse58gq9TPIhokCDx17CQCzyY2WSPJ92KGC7m3c8LO1vmQ98tLPLovCC533hcaB/Nvp0e73xar9/c9zQN1EpToZSPjtUinlRyjNQyiV4k93V/SVIMdgLQqU4Y4TtYlDK9H42AW169bc372DeMfSTAV5a/zPg5bY6XxR7Z2GMCY2TvKD/9Mlk9PHgyWihN2K8xMBo4eZzBkL9CRwlcoRQtEQlBDawCWEhY1AYcByy2x7cQJGHV2tcElT4t0qOcRuN2epIAqzIcBgKpNAMVepAgaHGwOHBL76+ZV3klSFRxwgvK4P8KXwfDewdTWSLREa6ou3j3b3+QqI56n8svGj2ot3DnaE9pSGGIJou0YlWjP24x7XPwQGkOxsxEGSl/trzodkYWKE35BrAstdNaONKYU6U8lmhmZ0IpTwDpVwCLtDdzdWjcqznj7CdJyrFGaCUa9gWvJ/PKZz4HvWe9bYQe3jYJ9I5sNXr0QFittoFD570PkFIA14RoE6Czel9+uTWwkOtB3L2D548pIQXPINCLAkPFzYUSnmc9YLxzy3oQPQgOPdERIVgUUuKjAd1HyA4NKvgjktqbMis0KosFUgho6u0hpn32R2XBZ+ORis8UcUAaabYjmruAXewTzd9uN6ARXzhHdlwX9NopGFrvChDJLsKZ4kdoXZSL6ElvLhrmLnLoxO0BT6+sFsZGE4Y+mnPC0ZajHi2siz3yXaQTxgHhs8GxA9oBbH3Ta4CRn0TleIEKOUzRaWYilKeE6WcQxtCbu5kdzdXjywmKVHKZ41KccZoZmeFUm7B1tHuxOYR59MBvJ+d+GISCbRSBsmXAeEyaRtAh7XyJ7HPNxV2gT0YYNrfWbjFWGiDLsB84voAUdONPvIDeCKLAA94geCrT7cVtynBMNZfHYx2H414EXVlwYoQWbEIwRccC9wF2+M2OvBWFVJyae5gcAMdrrFbhla7C+zxFWM6Dnf90aj/1XV4kFsM7Pocyu6NSaiMwWNEg4MRhqdhomF0P1HwR4PwjnxMZqT3giGhInnYQuTC549IyKeWaKeIV3uMA2JGH4icw5WWUtr3AUw0O/d70QfKGnHgDiZGMFpaGm6g5HbLXGlmEaU8D0r5TNDGTUMpnwilHICEG28VuJqks4ICpXyGaGbnhkpxepTyLKw8/Di4P+KmeT/+GY/KG8YKPox7FmsEWI4kzGBeBGEA9BxfWTgz5r0jr3AayD/cf45wEOoB79ZTLRxsr1f7iJwU5llLNFzeVnZzsqZo6xDRF6odHMABGkcnxmstatVCSsViD1nrYMDrvOhh9dNXWob0ME3WPIscrfC81IeUKtOGw4NCZYooUQZfpy78HdFWst4LfzaCesYr1oSIcTZ6CbFpGDxYIITSIAzXI0FQ/r/Anmnn82sJoXmv92iZt0m7NZLNo2CEwvEaQ8CpB1almBelfNaoFJXcilKeH5VsqpP+MfrFkY0vDXgaSvn9UCnOGG3cqVHKUzDe2Jb305wf9beXV57pgq+VNm0dgdOEY8BieQQS550SF8k8Lsh/w2G8szifY2pCsGw0YjfpcLML1oGgl31svn+LTgYmFo/hxSLViZ14fciqHHoniTWyMurNIJI1CZqISRUlae9Q572AvCWQ3kbcf0x8ORUuG3EgQ8EQgMe9Lp4UVwTH/yUf6G9kMuIPhlVhf4vv+XZeuYFSjijl2Sjl90ebkBQzUMrzo5B9N7u7uXqk4WXjbUcpnw5t3PmgUhyDUj4xhi9wCuWE2XPTL/mmi70h8+sguYprgFqmwsTjVPWgJcxmFfmLsC5cNiEhBD+J6Aostwpmpy0TVCYkzsqDbrTip5sWj6lEhTFjocmmjKmBSeCUGpcpmAgUwn5QAfPUduKYumPECyZS2h4jo8RL4h633W7iK1OSdDLcGz6PPhCVJtuf6f4/BPer/dHNsVcsUMoRpQyU8lmhlNtQKdpRyvOjlA3YrvKN0Nkwj0EpvwcqxRljujANpXwi7OgRL2Hi3NS9zvu8+o/Awm2SObZShUCGcxQNKLOGPHIBpJBK8OKGEIGt+ZLKrq+Yac4aL1eTdKYMm6n6o690YRbQ8p6VyLka4zDREqWxJKgi42xeZIKX+h4x3sri2zCVEPYOgzz3hqYjnyroPkDb3XHHG++smHV8bL1HT90HGq3ykggvBPdHy6lujkrRgjbubFHKNdq4GSjl+VHJH8CN0DNQyqfDdOEcUCkcpXwWONq0Ccopgymn37nxGTvrcnXBLtkDrvKNEaA5EndEdHoeEPr8ZsvIDZ43BCksUjQylelMicTdVYTl6kZ8aMGU5kykQZ6dK5vOhMQS9g5cwxQeKPxAw1WpLApBA9hZNnn9kEM6yPJl5C0z3mBG2E2sph0W9iIVYOw9jfrpqrvnzjurix7Uc0FwvHwz1gPt7gx5IXi0vSLjHGE7DpXixCjlk6NStKCUZ6OUc+TCh/+fII5SPi0qxRmjlAMqxZxY2dlZGfPktdAvjT/7mGtvYa7cOvKoj4UW/QXTWAWwLIi9dU4y1LZJzJYMUrJI0Y0EK068hYge/jAh5xamEgtEp+EZ4DXl6JTT2hS0joJqqWLueayeGcd2Qu8wpIqGnqqOMtixCDnhhdJLYFW0CIHe0w2UmiXgGVti36gBTgm1MGaJG9vbQOkz83Fh73PHpw8Ir/BxceFifb+3cutA9QnQxpONj/v9F1abW4am1I6wvQ9K+aSYLkxDKdco5Ry54O7m6lFjlC0o5ZOilA2lfLYoZUPYToEjXuVc3dzYORpuxUaw3dnF1LBphmTtOReReM1Xc4JkZnELsDxk9ksQzlkkgr8MeNmUNrjWy7wQpEkuhcddMqcO/oFOhRVoZYXavIHUkDVABRG0akBKLxDczPVBVvNerkwcxmGNWLdWlExo0xRIFGnEHUKl3qFaiK2pQFqrrzcoWXo3Vkkf+5k/w8n8VcjJBlGyfY49xvbePrab2/o5iNkbmtlMVIqToZRPhUqRUMrz4DjZ4Jm7m6tH+bgTNwOlfCxK2VDK54rIRc2JsLSjKA/08c21jZ0bY51N8aqvzzNsN//rEU55wzVfbsYIUdfgksgWbJYiRa4IydydPBa7YLGgue9Q1yJWMy/FutaOmqNJgsrYijjxTFTHJMlE8HlJIxm9WorMuoplkUNKTj7YFFaExDpKg9f78zcaGlcVMuStOQK5Z6HMGbHeFxIOXCLgxty4o7O9D4Tc2MiQR8rrwsPnfHCM2mArCAGzn/BEVIoWTBdOhFI+EWbKDeFEaONyKLvu/ubKUTHOJkp5fhwnXywim7iToLeyiRDQ5gDS0c21hzsbu0ljtzuzdaZWBZJxBStYHmX+EsTml2ea64QYKl7rRl+lVBj0FGhYwXdQMp1VocGqni5lz5fiPYJyOjK6ta4C8610OqijSgzV3AvJQkoH/ZTYEJKpmhmjjFVTCfVUmntTQ9yYKgtm9v5gR1NX6v2gpeQS2QaFXMfNrL2GvYdAbI6aYGD3AWY7vQlszlgiaQuh4LOx3SKtNoHPvCxmDW4apgvzoJRPi0rhKOV5cJycAclSTzeyXkXSIONYM+5YlHKB4+SLROSi5kRAcrSzvLm2rV+N2kxwwjQ7+Fde9rCn+2U1Mqnq17LEIJJk/IJ5zhYP8idCu2rAn3oh1aQ3HWA/krWJvqsnq8A3GIHXjy1G/Vv8YYcMIaj+7sIjMnQmklUESRGTZIumLIiic5ENck+9UB0FTlXJRffklCqYKcqtSRmyJBiqIXObbI2Zl1Kh8qiTqCbMOjbAl+9IVWQlGcAB2qsdnntiGT9TnA6vbLBBtoft44fjspGmNAtt3ElRyvOjlIHpwglRKRKw9Zau7/khfdVIY8yHOydKOUcbd6mIbOLmhGVK9scrO8sPV1e3NbnCa/u/eLeLfuxhNVIFR9gaigRedUSDmrrIFEOlJ0JrhkP3KR/WopSdB6y+fk43IK/B2/NMb24Lmk/t9xSkrS0WoBT6g8HCFlnrkno6JJFMVCSVIbSnIgzI6kjUyznXu1UqFoPq3hytrIrpneHL1WpHqTqN3kzlzMmywVAgpb0H5VCGjDpmIN/zzb2fUCkIfTzrveGT3dxbr+6EZ0gHq3lRKY5HKZ8IpVyhUsyFUgZKOQOSpf3DQz+krxppkHGsCaU8D0r5tPv3zBG5qJkfcdMJ7pBnw5oF2v6V9zsj+LNPuVkhIGMNhYTanJ9sDkhOQE+EhsAQZntwA0qmiN74PGbMbz0t+cWEPwRDYGjPbfZHP6MRK/VG+wdv6DrZ0mh0sLW1/kjP8UPCqHF34f/RI57Dc6b/oQcwo9rBa8adfJqVCvrhedT+IGYP5LApzhLUX9jkNAx8W0lIRdBbPXOsrlTDLGzWiGV6I1YEVi5SChnImiIsWQpSpgjQkbiIsJXYXxoe6YEx3r7ybYSBpWETpWyYLpwIpTwDpVyglGuU8hRUigRt1xeu6EmwD7BAKc+HSlHJl4TIJm4eRC4mR/6gF02Dm08Z/OnmGNkG6yabcS5kLDOuAXLe0nv4LCf8idA2oRn7KUXQpwcaxCcn/+jPiJ7Yc5v9Ucl61jLV3hhU7AIcK69uIQJ8Pjg4sFbX3gzV5I9eeU0PYIbt5Pmr7dGPW09Cq94XxqBnQbsT4pg5SBGdEd+IO0MGanRwGgZVSfJSpIAUWWVKWjmUSN4tZCt711hVgmVq0KJKFnmpMj4Rurnnm6gUjuHKxk31sPr0+ZpaZuN8XEJhmKOUAyrFMSjlE6GUDaU8G6UMlLKhlDMgucJrgOEfgeNwj0cpR4QtRylfCiIXNSdCyHdW7benfPUPnvLMF+GbFv8yqybb0mdkYzZhjOKz2mbYyJ8ILe9isZ9Se8zKP/wJKb60p4e46AF79qjkNyvwhv7AFVU/uA4XRwYbGu2vU1z5l+c8L9YD/vhog+V/U2U+Chr+DtyPo93rmyjdDM+IDn3tXueDmEnusJGxTHxwT0jlesRYLCYoQxG9IQWrGRKq1JrtEG5h39AZen8gcBKslorc3BKzinaQ8ggwYjbXW9o6eqhr/XB/iPl64w2/OZDJ9s48k2e60IpSnoZSnoHj5GNRym2oFAnYtAZ4NX3gMZF8jVLOUChK+fIQ2cQdi1xgMnwBLxAm1sFotPaIt4rBTjbBypGxNZdpBEaAnLTWuIIeuCl7IrR3GCLAFV/qGzx5gRBPwsGn+BTt4SysJuIzovk4Pv5oF9N/tKKG1vmYlg2GhYzoRqOBP0VUP+5FD/yrItATfwAzh7S10n/4attbfeJ9Tfw5fzZcJmomKri5c3JCgXklF+T8KDJmo4dSIUfqFrSXjlLYN1aDZl6B1dmaTKwp23vi5RHNjEnfbtAsUCkAzxHbD+/rn5yxK5/q0+ZjpO/wZ4/WYv9gYwzLWLEF04VWTBdOilIGSvlYlDJQyhGlnAHJ0tLCVb0IYs+kOx2OkZvSZSJyUXNSjB/6T8C43bqz3R9txh/6MsltqcqEjDUgycX4SxDNZpvM2ROhFTox9sPUDxEgwjA9FPk3iPFevzqA89Ljl+3hy6DJcz4C2p74x/HCaZGj4A9mgwfcvd5D8yhWTTTpD5j25ywLzwejr25MwgOYvS8+CRCl9HGWcdgYOzgO1pwQRTB6R7KToZXjPUpFjTs6FZillVGSd7Ny7ywicChVC9QEgXVMp7ERbCV8XIYsczbCtmFvf3xLTvRg9akeasFony7wkYeBfPUf6gao+VAp2lHK01DKM9DMToFSrlApErAhAhxcURd44ggwYqZcKS4VkU3cbBTySnjCPeYWL/s+gUOIT0h/xSSaGnKpIdSwX4JwLtnkJZ+eCB2mN1ft+DBnexYLEj4eebT25gX/eIinpfboPz0yD1X5rGg+EVANHwzsaXmasKItnAKPBi82+fchasWb9Cc2+0MEicHG4BZa1WOe0eqt/seDf/GHTwNuhBY5dKbye7HARHgfuXZTuFeKvslyFsCGpiqT52FDVuBWqZqapGSF1FjGhHVMY5DG/hUu7PTARU0GSwA9Tbu/+XzMn5BAy3pb/Eul9Tur7Noan7kYGBG2GZguvDcqxfEoZaCUc5RyBiRLvT36v6t4JXiIz7Mx3JOhlIHIRc2lI3JRcxKEpT9u/9CPfXnKeKeyS2hIGdsOrgFqzrMDTvr+yp/Y3eg5/xTOCu7wVuavPt1G3GbPY+7zuc0bC/y/DDgmntLuIczTM5T9GdF8CLOG/dUC/5/JfBCT0YGe4jyc9L9CzgjQmkQlCAwy6TjNfoX/jRlaZV98erOiUI7MwjM5OLXtZLyLaEYgk5cF4N0hR8I2oimg945Nu8ZyK7KNpsg4TA0AUrCkhZsmFdcAbW+n/R4lzzIB82JpBw2v8UqXXejiR6lGeG/gE/4tnzqxxUCvOxOVYgYqxXvhOHk+VIoWlDKADRHg4WBhIdzeepWIv9kvBjwPSjlDZBN32Yhs4uaFLf1pNo0OeNcLtRs46LP/iS2ArRBnQ1eBCcsig42SeD4bmc957q9et+cx29OSEeMh4xOVeaIbn+bspXpGtPRUWptslmuAK1oA5JP2U5NWmc+KZtcytn/o9QL19dSe3gwlTBivyWlZyzZcY3RB1niJppJavowaMmDBwUtlbQhql0ZRb9d4pVRFirISXEEjlgbXR72a8U+l2PcNicCmezP5rOjPN4/4A8f4E+K48VE/PBP24fW3N6Y8KtDQzFpxnHwilHKBUq5RyoZSrlHKAhJdBX6zdxVDQP6sNR9tU5gHU+WouXRELmrmxHjDnkbMKXSwPH6mH3wsDXdxyhifrjQXSrmBcAqsiEqBkMsNwKshRxTGB1NJnkJhva/xjGiQSaFuXBVkQJeaTGq5jV0EnUa2H4zEoxTuRy2aaAicvxU1BPBd+WYqccyjTjW9VDJSNzKoFIkpZaxSFVL08qjTRnsqza01d31TEpDwsQkq01UuKrhZmaBXrzf8L7tBRv08XEm2U1ApZqBSnAylXKOU50ClaEeL3FuC87uat0JbSJMPdhZKuQ2RTdxlI7KJm4HA9XjlwyZRf6Sb/uwHH73xWr+/6X8gOxdKuQHMS59GNrltPjkQxDDKYMiksfR/Y2EdNk3yRKaAKpQ6YzCFxV+JTLt63ZqUYJlSDmWFF2hM4cWqQ8kZV2noquIZLcJZKd9CJFbAQMTJLCitmmp4JTChiE0Ygkata1OZulS5NctEsL64BmiRXI5Coc2SUivbhkYXRO7w2ane4a67wIiG0CJHlDJQyvOjlAuUco1SjijlAqUcgIRPgxksDPYW3rjbuTrkgUwcbUIpG0q5RuSi5tIRuaiZDWVj/gxDh/aov3rHb/pTyZ1t/kts1Vopz4t9PhHa5r2I0zqDOROCL7sCS1XS2asBz+EbXDYRkkVK9jJ9aFKJtODls/wP6ChbFmE5R4r2YAuYypp0ExPAup/ScDQAabyuTNWfm1sGEzK2Yyh5X2bCQpJbct95mUZj7Zo9q0Kswr+GHDnyS0v/6bFfrk0fuOVUrfeOdjkUG85m82+TMjahlKegUpwYpVyjlI9DpZiKUugt8WkwVzIERFCTDzailIFSnoLIJu6yEdnEzQRe4/AcAmDziW4BQ3W10NvBsb4TjR2lPD/iH6Nzzsr7YU7TIWhWa1OhkZ2tqty1ylxhMV6sEL2Fy9LExoOntad60UWZgglT5KqSj8SAFjyaVHtyMm5g7bIUvQR7wcxk6k1RAkPj0chrscQqGGOWAI1o5z2odTc0Kzavlswu2ltRehyWdnkThczLHE1di6SETw58tIERaSz9yW5YGg5bgVIGStlQynOilHOUcitKOUcpR5RyE0rg/QaMAq/cvTDp5ijPcpSyoZQLRC5qLh2Ri5rZWKL706TqH4w29A8fvC7I+jTY6I+2w/+FNVHK84EPQxAs0VzixDUOs4uTneGNvaxAXAYoZGIZN9aEQiwY5DIA7xlgTkrlgCpCQEU34KYG3DJwbEGitCSqWc9kGNBGgmVSW0bHK40SNE9LyY0qSMKArZC5GZqod0RWL448tSTW7P1NxY9PSFwrYh40Ic8kJDLgP2rqOUHqbvdGstA2A6WcoVKcBsfJJ0SlSCjlHMrk+HQvzBWj1rGXMlDK0xHZxF02Ipu4acDma3+KIQ4+43c8ixgCqnx9uDnqr7U+GviU8Isg1qNmkiYzX1TYXLYCDcw8mzs41pIjkBkUZi3WikMuWNtqhYIV8hUVdE/iwmCsWmgGHPMgxMU8U6dE+nBTnw1V+tC8hkGWDVupchaoAvuPZWEsIRPAS8H3L1tZU6PUIEOUTezja+75CpGLGkBbU6MkWCHp8d5463WyRheoguNQKRJKeTZKuUApFyjlaSjlDJWiid5w4fXh3oAR4FX7QVw1VqJSHIN2IWouHZGLmhnQXc86mEfby1u9Lf5HBPR2XZDM2H4HEn4I2opSnoUtRoByYprwyDix4QQ4fTl/fTqbiYvkYiY76eE9mIPkctSKUvc7AEzpXYKh4iOKbpB0bBqs67wVlVi36gFW0LAbqy6lDVOFUnJzM5NgoGGoImRlHCItQgUxGipbYscoVc8qdlhT0qrQbMIofWw0tKvA5c6fgoaUkgjLo8AvyegC8fXI8wNdc56NUs5QKY5BKRco5QKlfFJYkmua6O1/eviGEeDh66sWA5ZDjdv8KOTIJu6yEdnETUEvub/+9lPd8sqFHtRUqfKV7X6fgWH2F78FSnkabNvvaQLbhFfGF7kU9yjEMVCJzEpAmOM0MZ/mWuoCTOU2sUR6egi2IVGS1CyGBpkbQB0dKAtUhZkGaBobloHFFvyZBgmUoZQ8NS653kqiToIxaj/UB9mgbLShKTdxG9Mq9xKY2FXgxv4vkAsZGz6nKEYpqvSfws94cYw99UeIAvmNmcrbUSkSSnkGSrkNleIsga3Q5NDG3wLv7b0+HFy5ZyI0xhpQKeZF2ISQXz4iFzVTMN61++Aw4en+FPqhQKWW4cXbhI8o0DmyJMd0YQqY8F47zhz3MwhdkOGF+ZvPcyFwMRiKk9wKqDWdWmHq5bIP1hJlqn5Z7pLZKfZyFbNQi9ZsMvZDhde2ioq4VE8FRGTCoEwTFKpn3tLMTJ8Zi/EyG5SlqRYYdSyJZpCsAqDq4dOKe35+WB5FIGmSDB94Z9UHwJ/UWMkslHKGSnE8SjlH2C4F2Ho8/b2CK4BlBNjMTgrLCvEqILKJyxG44UaYQYj+9GMAlQYDtYN4cGc0WtXFvlCQMF2oETI40jX1CdjGuY1Jr8FwMoV5DpZKeihOaehlbwoynPQg8aoaZGuWBuTkG1SdOTi2ppZlYe2ylGS5VJ7RgM16QejP9DJRj3rZUNEoUh8ei5XE8VqHhBR6N2YoLRkWmg0ZSwIrcytVy2hYZglsZzvt8hNBW1NsaEJO1Xqv94T/oiSa8KaYVNyGSpFQytNQylNQKS4SSHgVmMTw72rdDZMPNKJSnACJjapLR+SipgC34Wd+PwgfdYroTot+KMhqGb/ycNWuiyRtKypFK/DqbTJGweSXZ1ICyAWIB3Feu0tgKsieLi06CzOWKGuLrSgb4y0hoT8yVs7INreQTvWZYFNlGx7AqqrvxVbdqkrNlyRjxGfNm4tFXdkasT0T2SgpK2A3YRyyCy9LVMHqqmVu1lwYsop28ZFVO39OtLBRlXFI4AKPVtk5+uTd8rGwFaWcoVKcEq3ZBQNbb+G6/N7Veypg604p5XkQuVpz6Yhs4ppA8iLcyTDa1l3PMLYCs8gw+/KHIWxzAM0ta4o7lGDiKrChR4HMEs5yEEu80DhpqfBJL4VZB89ARk3BhAESUrJo3jgj9714iVRL5Y3OrKolziBVOKda4pURXguJ68SyBjnwcuAmqhdrkAawtSahomzAxoY5dBbzDZi94ESroKKW20Ps7GLPnwYx9y2Dkn2cOTyJPw8ZbQwbJgUqRUIpnw6Ri5rLAF5bdh8gtr2F11cqBOQQ40hbUMqnQClfPCIXNQWWdra1+IfY4Sbd36wHRFhsWKlrVIop6O2vaI4KmN1REJlXoitRWSjVvDeYD+GsdwVdhFK+o+BzWEEK1XS9dLRmG9SyNWNDfUpZZ5JVNxZTUpsyMB5tsm0zsZFHM9ZxPTZviEIwh4HVDxTeIXm1ylIzpE77SGA99mVvihUIDRcfa7XnT4N21oFEF5sZBarv/sGLGU+KKeUMleK9kLORuzBg279uP4I7vHKXgYuxFijlU6CULwORTVwEt5VVTi0csKOD5fV1u/TbMMpBKlQFmlkrCmE7TlbOW/ogcz8alYU5mvUmUkMuxWU2x00BN+CG0hEqZQW5CpBsZG4WakZOMMD1wagJtp+KVR4EdcDG2Q0S80u0MTPT6d2ZPQtpYe/X3jp1Mg0vUShzjdIkWCYyhgpWkfLHfvXUj1Mg31KWC2Jw/PTuhOckTLafBpMKlSKhlN8H2ArNxQLJ0sIeQkCEfvotyFU6DX6/u5VOhlK+MEQuanKs/MZ/XtY/WMbuCGt/01AppqFSNBA4fgC9h3QJRJzLNoPF25SW1nyUqTivFVaZTUpJMuT8VzH1Kla5qlAR6ksrpRyGRhJZq2uKCA03xnlUqQGzdfdmKoeJNFNFVqPX80KWqiHJUpsQegsdxDJCCYqtRUJKH01QcyyotlsH7g1hbljezAogwbfo8/jrkJtHzfKIUs5QKT5gYOvB1fhdgFdsEXDG3Uql/J4o5QtEZBMX5PSj39GPt4b48oaytstRyhHHyREZx3vT9td74wPOfxsGp6tmLUZk8188OWrNwgpZhQNXgcqV2MvgbdFhWdhIXuVSmyFNrHmClQKLRA7F7BLMQsWmghCbpR4vdmmFcmA2ytg0G6ZotcTLOhummVmx8dwbepNsz+o2W1THlmsQzJTr1xlxvzeExM0Dy3JNBUt6w2V327otsGliqBQJpfwhA4n9JwhCQHpApVeFMDYNMBvv8Sjl+VHKF4PIRU3AcMPnTX+0+VWvty5bPeT+RGhmrShlAQmp19uwMWDOM3DRpAVjU9vjHxm4C6BGEzsEaXwR3Og4gkNDYqVMxTGTkdTqBiqrGWEJ+wJD1tWWWVjlDkreSFq04j6LpFYJG4514qw2NmxvQ2+HL5VYHUpuaEMNvUBnuUxMYWNAI+gLwIt1PAjUDtnUqob2d9j3EZXieBRSLphMBi7QP1YMY5N/nxSLK65CpfiAga13nYHfHh8JTfd3hZ6KxcE1h3ssSnkelPLFIrKJE3o7etwnj9G1J4z+gqln7eBZq5CUGduONo6CyfvrQ/7PDmeKTXvxGpdNfIuT3JUoJys17RU2SS8hVKUCtUFKqYNLsAhL3VAdjZWoPGm8ZZMdFKnxboLa2pJP4ziYqNjMTJAWhhFGVmI2UFrTVqAiCSol6CzbQVMbFKt4M5bZLXlxv0eE7YTIpYYg4MUrH1v7vWeP+Hd8RhtbKo5WNGtIDZTyhwwm9hyYwSFz/ShuNl3cT4axq32gns2JUp4fpXwBiFzUCCur/iTkg5tHz5oezVHKjn1HNEhliatRyhwPMj58rnfHpjCJM1x+IIOmsia3z+sGl8rNq1jkw3I3jAk03GglP0U1c9tYSNANeiVaN72W1aPSq9DQYbm1QFHNWG/KpM2gl0br/UgfmwZj7s5MKCs3UGmDikrVN2OztcL+su5rmoJKcTzC1gomvFeKq0u93souh8DXtn4+ZCaNrA2V4gMGN7sB0Pwe0uMc4MWFiBhcPtZjUcqzUcqXhMjm3JDPfOHsGPFXb9BV976UMhAyp6AP+WxUCst6vX0EC/ZPk2GGW+ZxkTZLMLGNZ3lg5TjoZWTEarEqDZ2DX/AKlkZnJOtMBieBzoM1UgGhUim9CrW0AxuCM7eBKCvKPhptiRPLRsRHY6TiJVqJRmPFahjtQZSUQS/TMyVouVt+uNOF+VApErAx1Z0EDAL3n+keA45pspbOg4Wm1EApf8hgsnAYnB9jwCt0IQS7Oh+ro5RbUcqtKOVLQeSiprekv37kDDngzz7sxudUnrgmpkiJy3GcnBpgsqtJEuMZMHBZnMZSIeG0l4Yej2EOefkFeyPSW2XOOFYlSzuJVsGrmo1FS5HYviq4GJrmFsDEa9HxkgesXmZknBF5M/D2HfaGaGHvGkSZL/n0RmfiUwNSejdQwl57yA1UHRItRqPVuACY7+8MpXwsjpMBKZnj2Lqjf6DnmDf083LT2zYFleIDBrcFXgAG7PT3CrnAtl1dyhGlPA2lfNmIbMxu6FfrnCqb/ANEe3RHaVYgbNOyAqXcuqcjCyds/zVJeLzkkzwDNJapDHADC8BMqeDIPQC9B9tiKlMVmq3cl9eQpICNklWllVWhjWAqmbkxUjFUqiNUZrdmSwMaajSUaWm9ydoU7IssrNwAudU0lTI5NJabXwPUhiykN60xqk8TCP3d5i2AYUvZSTFdzjjL+eJtgcscNWk7/xfhjC1Ryh8ymOj2l7D4ZwuCV4PaP74CpRxRyhGlfLmInOfDTf/dx2j1K96yBQvqw5ajkCObuPmP44YgIHGe6+ZP5QroHTiNNZM16xkPuYI6SJ5TrQLaa4q5k0gewMqaCoVJ1MiXqDtKIpNo6Z5JVWAYELoHgWF/4qxBT5hxzDbu0BXgZdgIFZpF0KsHY8xWudtKkJpvII3bjIKFRm0i+j/gv7dU//sQ2cSdAtOF0INRb32/N9zliDiy1fjHIW7aikrxAYPbwoKuf4iQ6eEwV4Kaw2xFKWeoFFcTkbVE/2rLwxFnv/673pQ0UHEZO0VhmC5MA+OER3oYoWY9NpsvzKID0AtSyM0jeUFIzNYiLCnls5i6R0JNFJNTKXMSy1xC4n7E2gkbEbqHRVQxFPN6LGFCMzYmORVldoQ14mrri1pTSi9GduzHJLVrIwV5E0wDw7cqE17dz9f/sszZU6OQm5Jn9gLsOTFOD8MPhM20FaX8IYOJznvpAOUEyV6RXwRrjHGoGVeglA1hu+KIHJOjj3EMcqL8+G/7r3gBggayimaSWriWQzayiatQKaZgq9db2aSz4uA020M0w0kOmBKElIw5BHoCMQJsaCf/YHBfwdTKgko7wXPjVWQexbnUTsixWW8uUhBZ36YPRL9FrZtrYGTYRRyzDHyTCgprijrLrEAGqhfUVgQVvwncQ1on5Haf6PJW2skhb7KnRxsnWJ540PDpgUaHd/88L25FpfiAgY1/jK6gT27vDfzflYkANbxstAVKuYlKcTURWZxo6l8MSf/gqci6FTetZJiQsRnnQsZGNIQWOaIpIAbc7z3bOtrk2ZLPYM5y80cEldRyhnvOgsB41GOSyeYaaGSplZMJ5lLSdeRF2piSURFtYwHIvBeHFg1dn8Ot3WmJRRL1bDlp1QI1rCATvXO1pCLooGIpRBkiCRVoAUjJlvq7u3cQ3uv6h+9gbs67eCKUchOFwjLnyQ1xIr7+r3wLGNtkdZyKW1HKHzKYKOZT9Mc7XN7AEeKU+CoQR9cYraOUWxHzqLmaiFxvRxMLr+07z3hmZC/CsxoNKWMNlQKoFJUc0RSQ8ky413umlJS4QM+CLmZkXGusNslGqdDKJBtropOXeC51LIvKoLE8mFtSk5TRyPmUtZSFkoaQc2CbZVmRERTSreeru0LON1DKrSjlHIVseeL5K0u4wBU9LJDO+gVK3aoNleIDBjZGgK/3XtszsXgKfGUeCqPRZYM1lHIrsBWaq4nIIfzjFzBpWWt/VpYMWoCtITYkKlrkSjFLNmgTjzNy/j64t78u4LW1z1V0QhreW2ZyyKiRVvedZRtiDhq4lBVok7nXd0vXZybqQ6+kVMGSSvhD5lBgmubL2kChmwVBvFmHFpx3K6LRJHtqjlhJUiZQYfE0d6nt4Nko5RqlXKFQFBJGo3SdV7rkAvvb4S+EW1HKHzKQ8LfA8H2+AKjtivw/3IxdXcofNLjF8G/3kZ4N4kdttDGUchOVIiFyUZOjjWvileWMWugGTY0k/vbOhiylFXnOdS7LkaaNfkAXebyM1b3QVOYgtKGQnIvJRDqU5XWls2KqYoE0so1w02hmGYMh8WYSi9RJKEFmqTeGHYDUf6/DNpDiDbIQUqhDqARMoEahUMqGUm5FKUcUcqmxBOPvDW/ZekC/vyFVOyrFBwxsvYUBL3uk+18OdVn4ClBjpIZS/qARud54jQcdDr3tI82yWBZNKiGijasQ2cRlqBQJWYYg4T/JcISupc7ARqRJrVE0I+TwdkHBzNyf/amnbGLS0ETBuZwXY4ScrDLXmZwKtDWoUWqSUSxopqRQZNZRT29NyZyn+MCB6PLMN0o0n0gT5hENIaKUa5QyUMozYJklilp5HqxDcUYQWMofMvAaHvIumHTeO9cPgi+EwjA9m4FS/sDwmWI/vDYwVajyYzJhptzGFYhc1OQI23RYzijBZ3LQNsg1mQXgLwQ/mRoJzlFN6bKViA8aJy/S5hYNzsXIu72HpS4kljASHxKlXiSdIRp4oelNZWiok+xlyOxLwixY6BmShiJHKQOl3IpmNg/ShuHwrH3ZDsX+5KHfhnU2KOUrAq6A2uLfYE8/8nXPdyUiwDDEqbix/HBtd9L/8F+K/oykGIWCKa/jyk/yWtt9+NlRsWObAmXlDONwEmeaqHVoOlvagq2GddwsyyqJT6rwKoDEGJ2aZ9qsiDOaZEJUOvhYMeMtyVsJnKORGa/cucRkQOK8NlFTF21MaCAXejjIf7Obf2Bn/WocTEZajwG59iwPt7N62ZjydNZrd+3hcv47Fx3Ljn2c8NLt7TWW/q6CB8TgPCJqwdLK5se7O0+2tty4o1PS1qMbzx9ObsUnAzezAEvMp2QKFyIsj2IEQ71cDGyWGdvUOZfYAlniWw5sqauorWB5kENewfIoAlkeeQe2Jh9kzzJUCocyHeQrj7qD/D1pa+vJzq3+Znr8NR2fecGt3qeHjP0Ge+Gp+HkkeKnEgyMEHDmw9caba0/crKMzoJWHu77oU+zpwFnCrKEwIaJSANpqlRA1sdnmAIRcaghe1BBKxDxqcoTtuEZ8axb7lqsCkDR4UhAKlHIAXuPN1ZXr/gF19P6kg5w7Fn6P+xjZ0n5vn3f+LSwcKv6zJ8KQrkAIqMeW6XCwQyLDxurYjTo6I9pafah4O9/RJasssLkU0ZQikBSiIeMsb+gMMY+aAiFLmgxInPesguX5lrIMlkcRcE2Ug8K2XLaXCwkNoQCSz1a/8s+mozMiHOTyfvtaH+7ZzZjQD/YG8SfA7gGvQAhoh4FtEco2n7tJR2dIK2tD7N1qZ/uHgMTYpCsQthwpiyoTDVETm41yhOVRrFHmDWArNEBTiGxUTa8zWwNYFpnER2EeYOttvuiiv7OnJ6tD/UHyf2InL+3rtgYt/+l5CHB6TMDCI17+D4JDQJIfGcR4dcUtOjpT2uLTQPJ93WRDFuQ2VAoDkkI0JC6gUniWawqUcoGcbeHq0eRbgYZU5glMkpDziY0oZcN4rTvIz4V4kGv9jx+LzoShHOy93tt7s/caOSLBq/JrYN07gBH6IeHoba2tu0FHZ0yD1XFjZzeE8FmY5FlEMysFbJE30RA1EaV8TH+zYVmuASouYyMXxRzYGmLIkyZwM/gCpRyw2x3k50Sf2o+d9aQRfSLQMfyLIR//Ggmx4OXfDI2jQwdIdlgA+5vd8t+50fpqceE9cSZEVVQ2USkMSArRkLiGkLgo5BpDKZ8c7SwR86hpQy41hBxMkuBbgVLuLW128d+50fpvsIstBNSd+DjvTdc+Al2FpwKGY8cOicB91q3/nSN9tRlvWPEsAxJLjUmYzZlQiIaoyVHIljdUJ0YpG8LWZIWMbUfYktQKbJamzPhpsK07yM+TvtrUXgbpJhNoFAGySF7wNWPB0iNeAvkhYQjcym+8tKNzoc0bYV/7Ds+AzVJj2lApDEgK0ZC4DIXCssicEqUc0M62chUqRQOlHOzDNh29lTX/NDo6F7IbAvWBYKPbo7tLDg+cXQy5XEpHROJ6m92tAedKvZv5RG0CiaVkPC9QKQzYGmJDyhG2huJEKOVpyLKazVApEko5R5tsbFTVCFx3Any+9AoHufa3UkZ7h+HShxYCdWO0h4OXSOFwyLB0Y9cLOzon+uxFsc8jmDCTFJkClcLRkChnYoFKUcmzUcrTELmomdZ3Q5GjlKcjsjGPmgpPuoP8nOkz+12cfSxU2Alv9HhwhuD1k5BLpHREOJZ63XfjudPWWrnbDdiYJkXEdCFDpSBK2dDGzUApz43Ihi1lGSoFUcqzETbLjJmFW91Bfs60tcod7dt1Oj4AMR+gEBAJw8HoEC+HwvGQYeljL+vo3Gibt0NrZ8fdnqFSENOFiLAVKOUmKkU7SnlOhE0IedI05aRol49DpZiO4cg/iY7OjXSQ2/6GA4S7c1+3t/Dacp0OX3II2HKUHW16WUfnRp891b5u7Pg2rkVuCE3kUkOYhrDNRikfi0KObNgqVIpKno1mNgd6K91Bfu60wYUe2+H6T5AY8HE5kETl3hWIAONhYXjYPQHh3OmrTe3q5o6PqBSO6YIhFzJ2NirFVJTyDFRClELeQBvXilJuolJMRXeQXwCNN/VLEMF9nzk+4xAQXoGHQsdDIuBKLAGON7Yvf9ecJ22t6tBIOz5xSUiKNlSKhLDNRjOrUcpzol2oNTkqRTtK2dDGTUPgunXuCyBbBBR6/NkvpjTOfRXxDXD6O+A5MHSXO9PjIRGw1Fstnox2YxKeefjUNWdGqenmXlgejS45Mj5nerWtvZ3v+AyRTVyNsE1BpZiGSpFQyidCnTlbo5ByoUYpZ6gULbCsOsgXXn3Gf6vcOP2P465v9jun2qABDvKw0/ksaIR/jAD9UYAIAO0ZWZdL1QHV69185WVOT/QAW9Dk/W+dH+82DpLY9KjpAF+UivOgYiwXSxPtbt/rnkVUijZUihlCjuPkhBu7a3zItEkrv1ndysoqlDLRG2+s7iwpLYsyYCs0rThOBkq5DZ6XZxiv+L/JOMRPf0hs9fu3nO3IaGI7m3t9Lz0KGqHgIZ+LYDyy85/qM8gPCM/ETbwo0I3JwVn9aBwHSeMIuzEZtd5z/aL/8bnvlXIsF0v9/NfAGWuoFC1oZobd0VBMyNtRygUitzlZi4s4S7uTNT7YLZQ1gEIP5PHazIa/Mhod9ZZW+v07872nOdHMZqNdrg7yzdEIB/nWe7iww83RJR5PV5L8IOde1z2ADPsG9lCsAVJ6v3BOfGmUHRSGXq/vRYGejPpn9bjwrf7kX5wVIQJsXYx+0S/Oic+BhqPJJS6E48vR9njYIirFFBQKbTf7euR0yGuUco1M2OyvDr3hHoWpESAKw19Ojfr6DagDrm9nq7cy6s+KANtwYxeRY6mMqBRTUcqqy79QKg/y1f5D5zo6M8oiQC347b0xZ2e3QHOG6+LwpZINzw8OYmm/JQJMDnC8OsFBTW550l/BNz9vJxgj729QCR+3ybUUfBf29Dcqpt1g+TpaKk4z8ghwefIEfm+iVRhEgHc+RmXyWTs0Qeu+UBN7ygfgJrtbRxioL/RUpWwAYxmBRXUf3MVSP+zwuOObiihORQs3/ri/TAbvzUKuWFKilAtYtjZaTREgHKCzLSCtb/dhTorqrfv9/lFvH8NBHJjUx2MFNcTmyoQ2bk4wYVYc5IPtfvbLkKlHVjg+G8ekTQPkfS0RfbU6mdgMWfgM3IUfWVeIcJCHHX+d/s/V4aRXC4BvLjkELOYJtjoC7KcI8Ba+4kE38Q5wNJCeRm5Cq6diR2uf0pbcKky3VemWlvzApsDrSRaFeSuM/Q4zPraDFhtq74n6p2pfA4gmI7g3G3hL6WjAuJb0RIND3MIhXCBNwn73HW/Q1tBQUcgVYr6CaTuEO9ro95fzv9Z0lHJAb6cMt5Aw6BuFCBCazf7a9DVAhFS9fTjArf11/RGxqXuK/Tis0c4cbyOgh5gRX7KVPqFSzAtsTNFHeZA/xK4Lrio7sp6LbR5Z2TGZTQPkWiPfhCMEYYZc3xb3C14Y9AiQuxxuzhYBkSAQhM+D+5Pz81jwskgP64rj5FDrNUBzFVwxw3c5PuTxiOcLy/3RwauFJ58yjEPRYNRfU0i3hrfzPDxO8Dm+H2l/Z2Gwi2/FrX6/sebHpnHA6IoHjqBlnW/DblnfpsviRTgQ0QfUZoJC9LT7ynqyONIGgC9i1uz3d3s0xJd0URr78LEg27HBXSj1G//hlriW2V0pSkQOjm+00lsaYuatonnsd+xc/QvJw/7OBkLqzTGai2rUuLEGFvEO462j31DNP7FZWjq6Oelv06OFeG6ICHANToKOdXcC/dLS1jbX+7xz0PbIfuCnhkZoaH/piWI/rQH2Hvb7XJi0yvA3/VsYzFihlDrdmPgQ93s7PCb6k6lRbClHlPI01Af5qwOcviuky49hsPHQjscO3RxJx3aaBoMDHlU3dOQ+4gx5xEPx4o+sK0Q6yG2X08nZL0HoBw/9pyALC+m/0i+J9LAuPyyEljVAi/p4trg9WqUGX5FbdFjQgG7aIbE+Qjh10wwSrY6e08fAYtCTt2msuyEkZNu64uFXfm/20ULk49enOgnq0dr1vKcwgP7oCYZGk62RzrNh82lLqfXhY0mDu1CaYK+Hnd6aJaGhaEPMN7EvlxF3YaeOGAlyaQ6+EKz+iZsYwtfQjOoePI30Cu4+g9ch8T+9PlP4DH/n/zaOzJb5GGIyPltB6wzTQuckHBz67dOG6spGq3/rMuzBUyCeRDuwgoeG0a6NBRzHsqGRQBz3vhajhcPQvmWzUcrTUR/kCwMcG/wu1FFjqrYjyw4+o1U7Jn0avNqm6JWh3drS9+yFH1lXiHSQ2z7nH8IdHupmQLo87klmCAN1Q6CJl0EaYXZoYGtZA/STg1cf6wih01jhVx9PMOMNBNhWXjHWC9TbPNDXu04YVp/wsHmECMUKjSw6M3Lvtjnit21ftynYwozaQWyib1uclixs9nev91JPHAAMNABEjaz5SNEdzkF2F2CYlx6EBvgtrbFgCq6uUHuhxAtkYZ/Hfd8iAZWiROAY+fU395d2kCES7OG8FH4FO0rh18Z67+sR/WNSj38crY57T7h4twRfCDvsFARo9yf9tfGzMfQ8gtXF0m5/9KjXw1ffJvvZxHf7BqrFb3gkH9sq4U4/NXQk/oh97T/sHwzXFUn2jiaj5d6j3RcaCV0jh4gRbaw/w9gxRHzn3nmGEmvbmp8TpdyOYeUAMRN3cag85wETjyxzyfWxkx3bOGw1DWxyoEaaIfjOsMP+l0rZQc4/BKGvC798Q8YlwCvwUzgOL4ySmHUVWB9ryN1hQcBhoiNltIIvPX1lkjy6UxD3vD+aMCZDecMBoukQER76rS+3Rmuv+QVKXhEcTirUENp5YX7xYX/1MOsJrB2o9K42KkSAN1DCSK+llH18ynHbWJ7jbKvply+AtAbouz7t/KBpcEkxBZ734LHwVTNEVLW53b/Ddrk2t91fXtqHj0GQBX51uNXb6q2T/Wx/ZUT/xNhrTDM6I0VrcHY4geUa4FbogpHbEk6IcZY9pMdCMLc9Wc4Ht4RPi6uEeUNI7uha8J3eK/TyiI3CMUIBmyFCRHSztd9DS+twgD+yUw6RkeMdDz698chNQynPREsESML3c3+QH1mQ7fDhsTPSsfOwjwgQx2Q4tsM0sAiwMUO4cHOptxpcNnEN0Pc5z3wPdeOL7S0SucOFN03lRZNGGI6LpR7/ynP6VeCBHxvwbV+FKM2jLSNbBxG9Go1WX9EH+cLKwQjflEM/PgLZGovR7b5+/aFvWHOGiuDydtwvKgLcjj3lA8CoWBP9QPXpzf5aUar4kA2gWur7xkH4Gr8wKiLAyOeIbOJaETicpK1s9u+MD0YrjNF6S+PfjBi9bHJ1EOHX/hbDr/3eeI2TF+onvFqMUG50MEQwiIiG1v0j+LDNZ+h+bcT7AK0LXQWGO0WEhsjxAMnK5ID/bxc6h0Pscw1wDM8QGoINYzt1Awd3oDVADmGzP9neoUdeH69tT2CMiPIzfAYop4PcVz32ai3nR+gcKOUWrJcHuRG82TqOrOAA7TBy8uNdB1/jmLRpYBEgJkCaIaAbIx72v1RqRIDS8PY/I8tfMyoUd1mUTz8GDDMjwHC3lL71wlcfvvnSJVREAba+GQKsuIyn70R8uzbvA8wiwuf2DbsxWttbeDH5v+QRwR3m7aQgkUt7YaWmMYDnqukR4Gp/99NGqXvQW31EmRhQHEv44r44yr4cW6GtoZkOzxVD3env3oE7gRsZwllZ+LK51IN3wQlsUJNG/V04stHqytKN7dEqg0Gpob+ju2m0PserwNaFVeX12dGOhXE4A4ZDs7614RMZKtwzwsngOqzvKJ7bUZzpa4CIExFDIkJc2g9D3LVyeFj1w17YtrXuHcxAKbci4+r7AI0w+K2FbS7CiAbNY0fH5y2eVTSOSR1SPAxHTxeuxxni2vULP7KuEOURYCR3hSKdBSNhfkmkEdoYOVqK09cA8S3Ij/OOFuTirzXwYX8Gr3eDH/SyXUq7c4c+5d9kimDrCYr0ndg76P9m4fWNuOLWXANM0Zkt9u3dxLctIjhrR0uDfQ8SU09/0gCWYW4DGLGmhX2D7QkNR6nUx8xvcS4doskbn/rgWHyBlEeA04AkF6fCM8R3/1h/NNpeQ/REb8JluPGz/ZsWAeq3IWuj1fVxP6rpCxn4jVYUpXHVjYQAb3O/t444bXXde1ji2t0Sosen+MrSGt3R9ginsd63ko+56rfP893QkIRe70ipIkCtAbJC7+k29jnCxTgWlq+rn3VbNWS/jQ5OgFI2ZEJ5kI838CWPL0scMDic/g0zEscwD7Ll6/Wx82iSH5MhAtTyH28LVBFmCI8snCxf8JF1hSg7yF2D/YrzXe0w+j0GS/xJ8KWeAmN4NkZj264CxwjQ7n+KN0D5sHFCwxfvm1p4qDMgBnN2FxTErYWbOMmZ9FkJ9SeTECSqaZ4AAYwoLTrjPQj+bbs64eVelfdH8MKu3ujrNkP1JI1d1lS7ZhIiQN2P2ChVH4oyMVRM/tWB2tc7ukg6LgI8CTzf3+7/bwZSONtlHLYi78MzUw+vEPdsKtZzNU47EW/hs1oba/1wFzLPAbQOx5tkdB+g9aDIjAuCPJdGGaIkLgZax34AIfqHh6P37O3DcfJswhygRY1wJuMQ4TG+ZJmVbN20gacgVfU4hNhB5GqUcisKuTrIbykCtnMdHuR2DMdDOzt2+qs6Jkl2TPo0QLjIs18elijh8YTD/hKOrCtE8SDvDV1DGhzu6coH/B4jvzdwgZdIGmEYp2H6GiDoxj8QQOgqWVz8gB9bxae+a/f+jXfx+fNvhQeI10YbT7ZH6wtHuzic+FXKL0yEa/HKGCJAHi6Ys3B6kxQBWttcA7we2jkY8c6bZIKeMBT1ZKMaaQBmwsWb67aG2FIaGmDDy9dvrI0wOMoXSdktUiVK+Vh4Zgtu8B3LvX2c3C6De7i/hQm6xltTtABHLwb1xtb+C/5OprfWtx9vrO/DgrcGbj3lvSdwoptj+kT+EsR6GOIjHCOSxK6in8Sp62izx/jQOiez3V9b39ddMDjnHqIh/hJkdKe3f0P3Ger67hYipNX1/Z07vXWuJmosvLSMsShI3d/6V0aA8KJwg0/ndYGtKGVD4MqD/BG83sgObBxZa/F4Tod2OnayY5IO0E+Een6LBGtYQzfAXfyRdYXIDnLtb9eIfCGQISDz7DkJl0DB+/lxAUxZHunoTIm3SKV9nqGUp6GUcT7Ls9MlhG8rW70eQjRwugbCM1wuD0Kr8IqhufTj3k37/tneQX1+cdEJbKEp4yEMPcrbf2ZxNOa2NLzj5o7+8dXKmWxPeNeMKjMyX93a5+rfLjwzL3IsPTrwLzv0sK3+fSyiMW9V1L2LqrhJW+tq2i4p5fngeXeQXwSF+wD3GxHgwiGfB4Pcr38gucSfBGuEGGPYILRfIOvoTInLI2mfH49SBpry1r5d6V3a4YXerU2EY0MEVQcPd7bhXRC5IcpDGIfCMWK00cbOwWiFp8NG/NHF01Uwazc0sA14prXVEYKx4DM2f7yB8lXEmNQMN3mijTF4/2TjbYNPFTUdsQAdjjkYpEuMq1aX13AWjjGiq431HofYHz18Dqet4eNdoAbq7WOM/Q3ED2rd0RBa5Hlg21b1g/eOzoF8DZB73DVyea/p8UC8/CGSO7wksiPCjg4l9fJIR+dA/fz07ljMlLX5PcVoVA6M4j68l932bIUs4g9tKxpvj3a9FMT2nAXFICwRVL1nG1xZpKWKQyUNxqwaPCjrFwWi/WyIRroLwap6zkZKlPKxKGV02B3kF0C+BsiXa0T0fnSEhwPEgiJICgYvgXyEhB8eXQR4ETRjDXAaShnIMiZyVy6wBKeo+nDFspwKbAgGuVo37I1Xj3q99a8n/RcaDZVuz1I3pyTiXaIAXeDRxwgrY2/YQi2ZsWLSqif4HOTsQGoK+Aqw4eClXqRgDeZbvXUypopoZvOjKSDtDvILoBABYnNNONWVu3tjj8W63D8GiSMMx9rSfvfleAHEL8c5cZwcP0JdeI2aoMwNnEyxz2sNulDZt/v93CKUxgpgpLP4DNsGKn3GuC0WhVwp7FwjEX6PCtOlTB2IDQl9IWAJXaaxOSpFJc8Btt4d5BdAPM3xfe4ac33Y5Aj5aNTX9pwsd4wXTxqgHRkh674cL4DCGmDa7/OglA1MnNNPecSETEUuh5fJcAOPtBi3e4TzU1NmpcrARATqDZf7a2MoQl9KbHOzrGIUA+Pq/2Qi3hXcEuNkZRGVIuvoZOgO8gsgnub4/nYNSK7O/B1cH/2hAsHLCgM1PBulD7X7crwIQgRo+zvs9iko5RrYmHpigpVkvCmcXEzrcorZglEjjzzwynUM/Z4hqIt9BQNKykxtSLLlXqTHBpo+ZXkSlTkKRdjmR+C6g/wiSGuA2t/ZVWDzdHbniz0HRv+SdFkxoAZoR4VlvS4CvAjiE6F9vze4kwOJpcZGQRJ4eLlwwSW8QrLfG3JZzmtpY5blxgVQqW1oX+2ZLkmmMMb4XI5cXF10NaEt8cbkCFuGpnQ8LOsiwIug+EuQXn4fIDwdHd8hskM9IkG+77IiQI0wHBxkuy/HCyE+DSbu9FNDW0O0zzNoyCO6swAvqLNE4V9LJROZutTU+fpgqGaFQcqZKbI4UiYFNssjH5FLzWweRA4OvDvIL4D8sef4Am78EkTp3uA1fxDCvwnZe31Z4R9Ih0V+cHRfjhdCWgPMdvrp0WSTGDdRVHsFExJl7VhmTBQdTHAqrNzKLG2AySxZqCTnQ4bEuBy5ENnEzY1edx/gRVCIAPGF6Ron+ru9vTeHr3UVWOJl3QqoI4KHhB8aXQR4MXSCq8DzI2eVRTFHLqRXrpMY5aBQRkZ8lEKFDEgqORNtKzW1mGRDk8vEk0ErAt1BfgHk9wFia/wSJJzt7g32+B+ZgwVEgK8v6yRYI4zj5FC7CPAiSPcBcn8HNITTolAo2ZjwsX0ZmlJEZAsxapY2+IcjYFSoLbEVcqkQBSS5aFJDYyhlISWngO487A7yC6C4BpiuAutcV38HTI/Hx0TjpTDwkigcieHo6HUR4IVQ/p8g9gm8F0LGZDM4vE3+MciYj33xYkPG5rB8Y7LhomWCJePtSfjPX8kbk8/INhuPyIVCLGFZrokoZUBbYE4B1e4O8ougSbjOVV0Flh8Eb7e/0BNelgvUCHlY+NHRrQ9fDPmXo+/2sPPfA5Yh2ZnYv6n1xnzGCh/gUkeAuRihZHfE3/AGyWFZb0MPW1gaPzySCqZWasUFcqkQT4pS9taaqhOiiwAvgNL/Ame/Beb1Xz/b5Y+B6QIVAdrNMBdOGp8NkuAVw84BXgDF+wC5+yP3HrAcyXbfYrjeCh9rypA+62oatDG5yagxaAIo7uumQbLboxWpb04st6RELlDM5bNBKc+P7iC/GAoL3et5BJg/+wqsToIHe6/9bpgLJx1H6chg0n05XgDxPsCAjD09LNOzn/l3IBCe8il80kWjmWAy7q/xGoFLARJ56x9/+zH+WH/+BtPt+KSEFuSSiUk+K5Ty/OgO8ougeKvDfroKbOGfPf+FHLweToTp+y7nHLh5aOrHAd2X4wXQGUSApSwMR6vb/svezckK//l3InG8O+lPXuxu9rY2V8crI/C0X7qxSrXqkt1E1Mi7BtkUL57gcNhkmMe22BIOED6/qs/FwJX+6pO1/oR/sC57b6Q/uckTZT5za7KGuuO11afq5AZHwH/6wDn5zmiif2YPI/gNXPXmzeENjqs3Hk3kWXfQS2o5cSdFKRPdQX4RNAk/91la0lUP0hv7I0wLA8np7zLhES/tFBgjjAeGvua7L8cLIHw5coEu7focpTwNpQzs9lc2+a8dw95wm8/XW+bDSHu9p3oCKf/xDWewL8TyufjwSfzTgmWwm3woAog8W+rt9JdxOGhFcenJZPMZHxNNO5qNYPUUTow1+Pi+AGsE9cb8r6MRH0M9vDkJ/7dEFYbGR/2RVHHX/podjnn7/y5rkHf4SFf0v/WvNM4aT9xJUcpovTvIL4BwkPtlkKX4EPhDPgTGT3flBcEZLodseHZcaOtukboQQgRY3AcTUcqtKGUHIjjEaPxP3XXEgnwK1UZ/eZ/+aHm9t7LNO2Ju8nH3vc3+BuK6/uYj/i85Ii34tSP9Rbn9Gxu8M4NBPuWUjwqUT10ebbAEzXM1kKHgi/XenX5/JfYO1U6vd+OIfw78cP/ZUP/3uz26tc8nSD8c9x5t93d4cXrD/mKd/GQVLd+ZfLYPO4zr2eZkGb3t4A0gwvRT7PdBKQPKuoP8Akj3AWp39xT2GR0i5tNKoP01CNwgeP4YhOuAF04aoB0YAl7dl+MFUPO3wDVKeRqaMvzMmKEbPsV9ZtBt8q/JN/jAPz4QemV//H9H+/he3hi92L8xWYMjW1mD4cqEf5y+v7XNP/4AwWQ8whnvQ4Rtw94RLPa3/ncfng1dIDDb39pHw0doZ4vhmvd+Y3Kw8kzLPhv2x8I7/c398cGqah0Mn7HOCthtdNVb30SjTyaIEddhd6c3/ri/jxHQX28wwEQb/GM4b/q9UcjdQX4RZFeBtfEP04x8wY+3vvh5sO4F1D/EXQLZEO2osNF2X44XQfkaYI5SbkUpB8CT7PK/KBm6wenx/41wPgl3w5hqaR/ucaW3MtK/u0HDgG3CxwEi0oLfQdS3BItHbAf1UXM0HG+vsRndUEgZKVSsbxeD0ehq/HM4NWJhLcv213tfIx5dwZDWUUvhHAfz6GOwGNNGfwOjuIPCfbQPu7UtLjmiO/hN/rvc6tD/lPPUKOWE7iC/CLKrwNrfvuhntPeGfnDgUaH/NUgWI14k6SjBEDVMQ/fleAGkC2SzUcrTkLjxiBdm4ToobHIJbWv84z9wIoyIrLd0Y0TH8pQJA7fx/s3R5jb/5mPdw7pe72iyZu0xQbi22x8jkFyhdxyOD+Ch9pfgnRDK8T/oGNkt3Zis2vNk2CPX7siuILRk/hSh3I6CzycT9go3uI64Ew2gPUSQYy4SMopcW99/DgueKiME5Xl8j2Eg3alaPhNkQvefIBdCdhVY+7752GcIg8Po8BgB8rT4UsiGZ27a+O6J0BdBk7C/c5RyK0o5gSEdIrr+aMJlOQRsOJGlM+F6nv0RHAOvyTIsf0IshngMLhKEYM3jOHg3a4zJ8ognx48OVtdgyzU5XgNBHwosFWyyxojhplVCe2IV9TG3MJN/OQc3Cqe3QjeoU3MMBOOzZT62zHZ54s4QVMGfgsXY8mlQygZtGEp3kF8AxQhwaV/nvZEoDA7DfyHBHUphkeAFkw6JcGBovN0tUhdB2V+mxmw+VIoIujld1eXq2Y3+Gv9UwzxP72jEf4LD2eYWzzoZka3y/8iP+FxSDsQuvML90Av5wHa0/oe4jrEYbytUhqCQJojQ+D8i8FsvqFWF7f6RVUZ0yCa0wrd2MObS3ugOFGxiib8n2e+tc5nwPv8DeGlpjUGixrWEEJQrkf0hAkcOzBr27CxgeXeacyGUneZcb0aAthDopPtg7JkwF086JLDFkXZfjhdC4S9Tbe/Pi7C1Y5eOD7TJG1EUsDEoZMC21DvaXt7S70Lo6oYM9dY/t4u24zHK9YfB/E97nsTa0cB/DGF78IND3s7lLcFrLvXGvH4Ll8Yg7z61qrExgo59oCZs74/6d/Z7NxE+6uzYBsO//P16i7cJ/jjsrYwmR0uPNkcMEs0F3+lvbvEN3GEFa/VUKOUIz7uD/CLIIkDt9iK6Q/CXFPwt3OvDS7kG3K0BXhbxyzHt8sb+PwaVIuAFYj4um8HPwPc9wSnvCv+SVwHb1vakv7YGrzTWRRG7RPzoYwSLE0WE8HIihnxoS+0Nt3HCuo+4chkRm60pIibbZBVey0V0By1OZFmD9kvD0Wg06U/gNe1cnJHjeIRBmdnW/uZozChT9wGitfX93ZHOzBHtjT+GBR0zr6NwNFwztHFkKOWTA4mY7iC/AMr++rCI7w4H+X8Bwxei+HIiQI3PBym2iwAvhPxhuSdBMyuA7aaFaLw3D+Fc784Bl+5W+4+g5EWHlacjOK6V/ioiQQRrX/NeaYR8B5uIAHu9Jwf9/sMju1ZrbmL/2SZ921Zv11wcVw1RxjqrK3YtF6Hgx2tb3j0aYdnoYIz2lw/6o7WVXm8dgSjEMa17cIOPeD2Y7vHhI8aqQ0R/N58+7f9vjgsWFmb2emt03uy1gVKehlLOgY1Md5BfBGWnOc1TYHq7/BzYCwubC6F4SDjwOvbL8ctrTmHAvWv3ARdOS6dtYXDv2qKzZ0U+FLR8LW87H2GP73+4MMZ2KvIIMO73+VEpHAj91CZeIEnQIuNRKImnyNSbFGxAXi7id7bag2ofUVuoIYto6M2LVanA1UZQtOK1DlUWWRXFniTdCxOJVe15CzR8dGDXlmPTbdypgETMsQe5PvwHLlTEQ+HUn31Op2gkVJlvwrSN9ExGPgdlpznlTS4DPgI1kHnDN5cSA6ZDwjIk5Zfj9e3+BGc2k/7YFaSfbztD6t37EnBhGvWuzbbIW5hm26b/5BNn5qTjxgEKQ+Gb/ORa/CF3NsLr9/68sHD7zcJP1x655oQ07T7AaWjjKsAtidvf0geJ6E2K3s7NO0v7QwRefpWWj3ahEVheBPEfbJraLTwxvTYUUyfHRStaGx9hRtbcPs58UYH/u9TDcJizXDEeCMXuX2nHyzWsxgqwXRkpmM3QlGahlAtgI9N6kPM1iZ8nP/zGUZ5T79dHp//sczpFI6HK8VOO1BypHfxnMvI5iGuAvtPr6C7zdq/D4wAvwQPGQ8KBV/nlaD/RxMnSlitIdACR8C3T+/VxX0e9e7MtGvHVFNsW/dJc34MZHTcOkA9lj2+y9+uvpQNlI3zv79A+Jny229tRykKlcBi5KDNEVZKG26PRhL+55S85qJCBezeaerAllRmYFBJs4pnRb8Fn6aXAzcqDARg5XlfwXcItowPm1OnHIPJ2KjJDSPKuEnbxXbuRt5uyFuGEQCLm2INcH/63d10q6fjD/fwpnzDTqTnSOQ7+M6QUAS5dj76txcnpiYCX9DQYG54Pk+yUR6UNtvv93AH6d+NLnCf8xJ08uHb/Fb9d+BVjyjFSGPXuDcF8ufA5UsokfQ8h6V37wk8zWAWfp9cJttaQMkWfQf8AmcdlP1GFbxeqPucx8ZINhhqWe6uShjp3vZ3aLIZpVn5o/fwUyT3v8NXC5/e+HNjIj34yiy/R4OfX7qN0TBtWn5MmOrfMdnyNNq4UMtiLSIwV8abjUX/1hYlerBKTSbnk1VMSWGQKLpGLLPdCJWIY+QUlWAzgP2VI2reLMFayD70MA5HrbY5W7UdwViRk7CyUcg3P2292bRzk/PBvPx40jh4cMcx+WsDhzs++edTEM6TMNGbRNBxwOlTZSDh4Uxu9X3+ieREOZyt/wJny5eLXqkJbHoOxTrJ2lffjI5XWD37rNNX0iuVM2OMiAE3cMutqTgoRID6/5o3QBek+GD0RdZbV+ZBGGMcprm15ZIiDcrTuAmjwsyLABzj9/BL79Y+MAPXtgmRo0dEng4UhPqLeNXyL3oaPwidBNSlY9v6I+iz74o+HMvY6C6/0ReWtP7q2ZNWi3ls0lb7hXNX79cusorS9B2+81bG188MfYfKTjRFfOyr8VRrmF//DUrZib5LfoGznW7SOt6mRU8VjBfvl2vDZH1H65d1vh2lMc5B+C5zt9Wko5em+QFvgXSEJLy3OucM1Cyv34kwjKcimCpwLpoz1QqHlQaUtpCG8swQDsZNkFkjrBZbQAAQv6UVxy1HKc8Py9oN8q7+WDnJ++IqemkdPOuL52cejJhxxomDqR5/XCKZhXtihysniB288JhfCvAiHs5V/ycPr3tc6dl/e21Mreb/FwR/70Uh9Eungj532Hijq6l1TxVAhviec+rAxbzANb27K1gBnzgxbA7yE819QGGAAjr+WL8fxwe7Ck1G+AxQBDn/N93Xv9oDe7wih0MLCH67dz/YUoicdRNzj8h1Gn8PjoODoc3Mnv9LHwsUKEiMuLW+E1lnZacCKah/RmKleRX8GD9u7hw/LK/79dv6RoVUX5TGzNuEE8WaemfanAZsb/FGNUw9PZ0cm3iNqqlu58tv6An6EI5tv4tk9DH54ghAwu0A2E5ViZrVGjkSZlul4L4pVtUIWBDZyZR4y42aVN8TAmKRcqiCbEzUNOUnOMNPaoPEBTakdpdwKy9oP8o9xkKcIkPFPmLbx6AnHJA8ifPZ+1AyDmrbh29UPsaEa+fvtYEodLe1QZSMAj/ijdEyGr1k/nKn/A45LaH+69gfIj35gY5gwoXGvlR/8UqEfHqyPrv3kjVu48NO1R6kzziUNhYQK8T3x5Ov+tUHLNJyXsggwXQRpeegB3DD6oAW7uljyASa0XSB7MtlYWLiRR4B7+Cbi94Loz80IMERHPILwLSrt//CbhftexO9PfsCvpLr356NrePO08Tosi61/fejtgUz/R+ym1/d4etpQ7f18+3M2HCo+/fJ//CGL3qq1o87DGEE+TDbT+58Vfc1KwOfCol9/ivb44+17f371P3ax24u/AI9j/VlUoTr1c1F5H+A0lHJ0Ga0oBTEI/VyVEiJypSbkWYkh34S4kOnilNzYJIh1zhmTXKek0sxAKU9HyNsO8ls8yOMaIMP/e5z8+dETjkkeB/zsecziwA0TweuaqR19sYYdIUiyA07OUocXF9XjMWlT5d6fzcYaQvm3dxc20MWYVXiUxn6tmtUK/dnRi36gpe/KD3643Dg3QKZsDAxtyy+jo9hgmjLzUrwPsBEB1pEeCr384tcBwwER0fLl+KT/b58yrdYAj/wr8g+/vo/IT2Gb4rgf7qHg50VZKdrjt4p/4iREU0iu3Ve4dfjz01+xnc/v/SrUsRgrtM6i0FHU6/gkvWKH+KIC+3d9MaeKR/ruQgfeqrWjtn2MoHtWOGAzGOavWMdNwpUea/1nC3RREoo/ecDvVn1jPvs13uUPTOYk3Qc4A6V8LGYIUZWSiFqTuaag8kyIrDa7sJFXyVHIkc14SjExYMNLV1ICMrYVlWIqmNBttxzk+JJHGsMcHTE/324ePTpSxSuu8s/+fjpUjXhw+dEXajzjATb4n/uhPR3K8kX3r/0Ahl2EY9IO459vm80RyzFLGEv8GsODO9MRicPR+zCyWnawgv5u/Xis2jj40UJe0yqGyaeB8kyHAS1Of2ODcXhzE09zuM+xy/N/AqnoEOfAKKfJyTo4AwoHRsKwPDZeTHaYpS9HkK0B/uSrc4wA7zWio3t/5nXSQ4RpFgGiKHzPgIKlfdn4STPyUMdaCa2T3BXpG1SxeHSnal8XZXt/XLEIMFS0UxF9/GoVhHZiTbXJ9Rot92hINoRgsueVTKd7Hc3MW8DRMby2ZRGgQoH0Do8lRoDa382dn6GUj8UMAYm4lORAkoueZZqMTVxDtMz4HO1C4l1qVJVat/REZdimoZSnw5L9KgJ8MXnOLJ3m6Ag/vPdnHm3p6NGxB+JxML62bh/7r/NVH6doGop00CAZX9tf+BTnTzpudTDLPenACse5NXvtfjicQ/kX13iuCnurUvRrh6UOVuVbHL76YZ+gePCjel7T+rbJFyJA9Pz5H69xOTA0SLLhzU06yG2ftzq2EO+xEHEhcPERYHXw1F+OT+8oW8kDQC2PIQZavL7Q+xrfF7d7v77NiAhxMncmvknwZYdP9xPsT66acadaFZFbstLCJ4+vo53XML7POIp1sKdp+8niHlsnhbrKuSp7+9ofTGN3Q7HB29cGA4vBfFgLn7w9XOh90YutWn217bxCt+G1Bx6UIvnkLZeX8SVIC/+8vXW8TR/5rxYecMBDHkqK+2xRBjHsvKT7AJt7PqGUj0Upl00jEWdJ0E6D5VkW+AhtucbysE1BZGNuIzMhgolzQRfyaagUUxG44w/yRXzSX+Lj/Z/G0fMJwiQcWj0cCvj8edaiqMrViWR6uPDDv4aiAdrBZDj64Y92wGle2Lczj6lvLSLTMcn5hKPs7nWdIcXDj96SMn1XOErzfntch/aD/ms/sDn/OFJdvWXj6sBagJm9LR37aSawE7rNB+o8Nkiy4c1NXAPkPke6F5+J30J66wM9Ebo+Pz5nyg8Kw1yPSnvjvoEX6PFBYk8Dr+5du3b/3pe8iv5YixEPjvwagb5jeMeKfxH0fi3LwTXU1z791bVri/CYR1Yn2FrrvDyP9kRJH74r7DtNKrhLc79hWMrvv/aRPILAdjg+3rlibbLwPi/ShWFCwaGABvHz/gTm+GjCe+T3OAjjxCRIwZ8PZS7ifYBhl2c7v4lSngdZ5qxxYlIyC5Y9HNmDEYCoy5FLDZU21TY5InJZnkkRlicmG0nCdGEmQn7sQW43geAj9mOSR893mMV+aP107QE++7T+G444Eg+OYBqLLLBCwgPuVz4vPL6ixUDHth2TvT9CA5cTDiiWyzPc5sKdwj9OmKLf3BqqMJfg1IbX9sMkYj5QREizsRYCfdawAmdCmLA0uPYWBdZgPg3npBgB9pZ84jfJlyEHfG97h0RamLwoCgdEhmp55NzID4JfIk3irSElShko5d7SJp/4x4JN+we1gMhFTZCSmLhWWNYbb/PB0nwaVqMD/s8cH/DndnxWNDkrNB0xVO0oGpDwqS8T+xc4SmlkasgF0/DPk/gPczYSajIUclOaBUtarwJfHfJFuatAJ4z5muQRIDErsjtkMMOboVu95DlTdr+VYY6fSZ4Zhe+sXyDZfYDZXp+FSmH/1YaCsZ6o1ywkYh4zY6J4DLDxuX29pfFoze7ai9gYjeMxM+Zz7GNJZre10U9WDib8eybS5CGNqbRKeB+pIamHa7LkA2lCNGmlCW3ccbDkij8ROpzIXC7dhz/yO2JPSYgAw8HT7tvsNE5l9nysvQtfBcyODbvydpFfjuFy6i+QZq4B5ghbDoRRy2L5sBXKscSAramhLpePBV4kPVZQP+YIWOrd1PNlBC8NJakP1dUviyOwkeGAez09mCbomDa6oaK3M4Lb6+0coRU2FgutfKZ8PK54BGiLcpdNWgN4r4HgIA+f6qwIUA4Qyd4beL+L/m+kZgSo23au9JfjPwsVESClXGiiVGxM6PfA7fP/1OryCtgsnRfYmPLRfHa2ajoAQR9vIzHp6QilXuAqYR8+Bgw2SnmRHgaz3rMH4Ftd6q2hzA6n3kc0BA+LeCdjiTZuLnQH+QVQ9teHs66BBOeofJanPA/ij47iUUFc8S/HfxaaEgGWsqEQhqNV/msGhJ6etLyh/wBZ2tSlgl0KSzdWJ/3J2p3hiA/x47rdJv++A6r0lBW32eltogZktLoVK6LGRF2gkLam/80RY7Xd5f5kW26xt8l/hkO5Sl9Ys9isNkZ0c/gEnb6QjuDDYDYYFtzhEuGQq3y76HzLxoA38hmNVlhZfw5Maac/ubnVG6+tPlUnN3b7k/SsmJCfDN1BfjGkg9x2evspsJHOfZEM+KDoiyaeYWRHBofbfTleAGUPy81RKRy5sLV2sMJnquCra8gnLevxzku2Lti7ob9f2530R/3RaHOf//aG2rswX4OmP+I/eFgzwcaiMT6E5QguKyn1TOYtPvg5GEuFs1eSFiHVPXKUktiM4LWH2/0XKuHAVGSBHTL2Obb/L+E7sAdLo1BLm/wzuf0NrgqyEtv6vLe1PZqoZzZoJ9Bsx9udE5nQHeQXQDrItcNnnQLrV3JyfXsXfgLM22Caay/dl+PF0JTfAh8n8/PhMtpG/w7iKD6XGd9gUKBkW3/FhphsH/HUKvzjnf5njKOgXBmt8hl7415vecUOSYZ2sHl2B47IqrNVeCCruLzfW+5/hg5+smdEu360wRAO7Qw3R7wUMrb/CN7U852X1QzAM2TVHq72/xVWm6gW3klP/yasp1fDOZuTXOYlZz1Y2v4XBIHg0VZveJP/WMLm4CzXe/s3+xv8+87+xrj3aBvRoTXnzc6FjJvyyKOOzpb8lyDc465pJUaAh7wXRo/FmhUrngNhbNmRwaEe/+U40K3Eg/K28PO8dpXfjp7oalwtOxXFX4I0USlqGU5grP/OAG+PVx6PVpd6D/v9j4e9I/5J2w3+G9s6bO7QeaDRh/0jmPL/fFmJzZgNl/juWBg53O2P929M+qHi1v9m0ns6QQdLKxNYUH/U29r88ave/vr+Npfo+C9v+/xrYNiMVzUkAL2gNcRy44PRfm99fwNhpzrGZv9cfGMNI96YbP6wjrNzOl69DxWu97b2b/Lyx/ojhKwcvMWF449X1/W3wXxMwi68r1oMzZ4Uc/z14ewnQovO/PBrP8rbiF0n6/nrXSxlB3kZAaZ7XnQXoJJMeXHkB4RlQvWotPCw3PREaLsLurxFKL+mO++x8bk9d+VYan+G7XzPxL2SNM8aYEMwICC6wwumFrXBv+0wnNnuD/VXGzsIxoZL+/QY+z1k+ve3ff4Nx9bSo4P+mtb6rFvarDNgVOy2AkMEYllFtgnfujHaQYipZ+lDD7/zE7wlh7E5QhBm/+CBmJBHx2h1GAa5BB82ZGSKfvkfbx6vgV+R7YiLfHRzWg1cs/fBN4UYFsP9mG8Cxsv9/gbawkj8X4ntnfCf6YaMS9t24HxoOc3ZtmO8+UToxZl3wekH4GdJjV+2zSTONf4SyR6hpAe3XEHCQa793Rvq6Z2lE3Ti8t+enof/hhZTrM6LwkHhGbnyy7H9Ybnxl7KR8rv65nVNvT/O/wCVmj7oCJCOIu70gEqR4Nl4xPBufKAVMv3nG7MVBHDwYfcZsNFifWlpa3tt3fwGw8CeLjngRNa6HfcVAMIGBycCOZyPDlURUR8r7vPf3HC2TJ/XG/cRtknfW3+iNUaGZYwG1T1OZbf7/dU7vpqMjX+CBI/5lOe4ilh9KWhr3/59bvXOOv+ZWH/7sWN/CsyGdvq3WR9+0x7eBa+MoBZtyYzRoP5ZfWn8f2EQ+kpoCLNRn+bAi4vS02B4kH9x16VW0m+ALofCXLvEIcxB/ksQekDXRLKHQJNRbpFf45+SLoh0NGRo+3IkNR+Wqy9GPkLg1y/9PIGPi1VY7o+htZxavPf4LNn0BF3+vGYA2exQkj3OlnsL5Yu/PlKAiKIvocwt+DXtPX6gdKKrwIIljLeMuFymf2pjnLYG//DoYHVtNNxf9z9YY5C4/4hxmaxg9mhzwpCML9pABRucUg63bz6f3GENVtxnRdWGwTb/4y3qd3nGqhPd8cFkxf9yrncTQxHZajITxXIY6mcI5B6xex88VDxnZ0gg1wyt4sNtNbQ8+RM1+ldP1mBoy/+xw3AUI/Kun2VGiiOM2kLAhIZwHOY6yPH9fvu7N+GQzo9lHqCNwy8czeHoJuWGyEsTl//IH2XyYVXXjvgjOe/AAzpny6rWteaE5g84TAha/ZCsQveR2schrT2h/ddHcKsQf6JN6AdBps+7U5BHgPwkp57bDvisaF0HAe1d/J8Dx1u6wqHRvgbYeCK0PQqGX5G9X+u5BIOFL+7Z42T9qbLYwTw2/Fmy6ZHO6WmzyL/gBxGixt695rOcr+kR0fa7xD8q3H/WfOBteCbuB0pzrwFG2PbELp2C7nBtTrESvJL+0HdT/8SrCAqx1RoEhGcfDxFjKV7qIYb7v/BkqLB1n1EWH5W/vLS0jgw+p7d/w0IvKMOqHJf32Kca3ESABke0gmBwaZcVUIohIcI76u1vMZqL41RYhwq8qAsr+7EKS3TmDU/ZW8cIeOytTH7EufJkDdGhrlVzJVA+VjXoALnQyLb4y5INtcirxHg3tChQytPQfpA3nghthzfOT/yQ/umaXGM4/L69lv1Mgkcznxgejm7pwpEMXe+bPT/ge792E5c/1+PEv3m5tPDF/3zKo9zsH3wamgXLjK2HqmGu8TfBNn9CvQ1afScrqhqkxqpx2El3+PmvtBqNhmjvwGfmacgjQO5weLjXeXwXlvv29Kz84B4Hkbsw0r1W8bDA1vpb4EejxhOhPQK8refU8tlhfPQLv0JUykskejp0/SxZfV4Qtd95v3tcN/ycrjTWeET1s2t8yqDZ4cPOH3j78+0fuP7ybM4VxCtIE/5OIu75iFKOsMw8CGmz/9kSYzX9EANBFhfpduAGdVF4dKc33hwxZuKyHu8VhJMcI4BCPMi2GERNjpYewfHt2DocHA3OPUdoZiylRVyMvjBMb7DPi7Ob/X/d2h+v9blCaLHZ54hJUWHMvxf2cXptXvG1qxxWgBQqjniLC5MM/Y5GaNpiSxROlpd6NxCFoWAHDSxtcLy20MiFQPau2wWh4QKA+hISNx9aI8Dx9lrjIFeoZGTPfgFjj2C+Z0/e9QeH29MJcCTrAed+sAfDKNLEJwoEl+0b/nObFTzK8yc151X/8Otf/eBV41zjyp/Nn6HX++HX9//wR8wLCOVyYt5YOY6FH/SE9nu/khZdsehX4dHSCnJORxN8C2J/8/NpeR6g3KHrQwTIvLY8T9LowmFhSf3leKP5RGhb/WNqgd69p19yZ8m7MSZHfKinoyA0J+WPutWH9z/39QRnHlYpAmSFWCM8l9ns8SHj89TDJ4PF7S//iH1l3X+QhC9Hxkxh1yeUcg6GVgin8J21rvPEJ5O+3ee3LR+zovPL/S24MC3bMvDjotsmauxAAzD+Qku99WDD6AoRGAI2aHepodJW5ej66BoZIfImPARe4x8Vf/ImmP0tla7TlbExxmZ+DKm2X/HlSbPNA8B+WQz/g43n8hi/YlYMBe+D90X3J5vbo32ElbxWwv+x6/GS73B8oIjVbxcc4bw8tlmglFux1PJbYD0R+knzNGfqE6F1AIeDV490vv7zbR6oYVUuHsn+XGhmh/fic6FdNkeqf3VgPRzlR+lJzfak6PBA6Kexqh6fDiFFgOC8wT8raGVbn4Q5Z9Qcx5//4I3Zu7Kmw/M5PRwMb9W6OBX5L0H4UkibEx0AU7q8+I9Jby5+FTAeEtzE11+O1ROh/SowzxH4Hfjzn/XYW3wbxcfn6nkW9SOd9YCzz+8d+TOW/5wiwObjbPW82h6+qKilDb7jfpBpsFD+YV8FDrs+opQr8E453hunoI3LeXcQGDGS3NSKWG/XMv4J3OrTpwgPISBY42rh/V2cOm/SqbH+0v4QEeLqC9hQ3t8dwnKLFSeu3B49UmzI1Tne9te/iQb/d29n9NXyCDb2r787cEhcQ9yFq7rFXtg0h8DaCBBXh4gTFQ2amjFjtOotb/dHa7yfZV3vg+Pv92/e+WmbD1hY4XgfIqrcv9kf6mIO+htv87ZHW/kUsdGTA1vLQT6yJ0I3F7rzJ0Lzgcjh8NM3fjh49UjnQz0xPF4aLp5Krgwmn/OpgHzwOItZRT4zHOV0ZGZP8mdJW5f3/ixTVJVsc2LoQ4DjNCuOAR34NLP6Rt6YDcf7VcDHdyWJ0435Kz3A85r1A7IuTkV87Dl3OQ6tw+pHHubprI/o9She7DKgHxOC5+WXY/VE6D2uDigwC98WCrjxOYbH3aoQn0v5SGf7irlmfxynBuT3WKII0P9PyyJ1lKsZ2oxxCuwWjNmDRaj94RG+HLM9b6gUJXAogZD/J5fRnBS79eBpeKFCXiGWUWDsxGiJ9Ix/N8SWWCOQqrC2V2MmjRewg4wkefhF2krlVLKWWvdiL5S5uvD+Q+MuO0PiP6an9yClCWL5u2AJ9jol2g5yfyJ0OMgVAe6VT4QOB6jOesPhp2MS4VQ8WkHh2Ndx6je40EQThn+4gWLYKwLUkc16em6f7Em+dG6tp8enBxkF+5pDGo0NqPnIcptzRj5wGwdX+3KzINnolHAu20jc6jQUfwu8bzujJrv6YV6QdNHxn0eA8bDAVt8kXz8s90uuGXCdVI90fqBHOvOiRXzcrd9BFZ7MDLJlQy0T8osyPuRW91SrRLs5PATa2jO7B9e43jHU9ytLYEwLPRP31J/NZVO4Raqx73NFG5AohUfAB0WPoiU9+T58cKFY/wFna4y9JwcTe16BQjaY0gSEEG5/K1xLRUIfA4GRncxNaxx8HKzX0YS6U0Fg/MovRoQyK5DGCtmauS62IrdlhVTgZQZ8I0Fn70KSBgyC1846ZhYWALmdCvVpzvxPhA4HaHpweDia9VjwZ74SHp9K7s+FNhP9rSGfI+1yWETHrMCxTC/G5y8PrDv19XKB/6v5BUzDn+vQgl3rOc+aZ/SyoQOOwVfjMdxevH7Lxnwc3/4aZpyINn34rqDlE9o5EC3f83TLnwTtf15yGtKtDkTrL0Ho7Nz1xcCP14STO7wIiscE4INtu0BWkNYH8AZ6v76rR9cy5NcTalHAx93yq4ZLyHyS8pf4fOKjbvXxcI/yajz3QHhMtMV3pud5rbdnD5m2iyD+QVibZmHrLR8itV0FbkotwOauAMQokOuBVMIZbim4I7k5i/gj3Q01rE2ZFf+nR17mgbyMnsVe0gVWptzknaSLWSQ05XZMYmlS2OisRUu8BOPOXaOXqcSbYQjotyvohQosYJllJ0X7VeAGlU+E5t0w2ROhwzPMjexojpFc1NGQOVRuUkwAC7dCPQVdLFix00BVPWT2PzDw4DHODQV9fFD1INZDg2wbpuH5zVrFFKkxy/zuCyQ0u4vTXk4zRIA0sBVJJjT90vo9HfEg1w7vTYsAbXCNuO+Cg8D8GLK87QLZNHqPnXM8aYnin5UaEWAzq5FxjOLs5XptlPd7/6lcGil5DXhtJzot1ZItKgeBvsRZbJJM49CmjEy8dG2FzP0VozJKRCgNSZRdFCxR7CmNqUyNLRiA19C8zEllp8OJDvIPmoZ3L9ih5KSFbu7xKb8FHvgpsH4BYrSnfwa5QGocFhrt8V+OieLX3XnQuTZ+2eS3SKWdzz3fkBpockwZN2UK8n46aoJ08C38wZsbWJbKXeesK9uHgcQ2U4QtZXLMQRAoGssTdBMtJ5syph5kSsoGICnxzCXYy5G4ecFQ+QQH+QdN317mHDo2ArxeR4D2ZOiLo/zI0EhP9J8g73GF6Hg618Yvm3QfoO/wgOmCIWV4uVPxFrxEiW/MuMaWuUVlxhpvMN6EyCT41hCiHFEJTPAK566SIhosMlEoCVtlFvVJPS9yDg39UiLAb32V8nJootBecE2TDt31ZS6P7IXGrI2DTMfJSSLAjk5Lfh9gtu+bnwRQykDGRSHpUgtRZUTG5eLzVmZM1BjTBBLnTUiyC005JfS/fKPgvCxuLlkezAPKvEClOB4Zh7Q7yC+A/CDnXndNQX5vTDMCvFD/1/xPECW/mOWRS6VJuWQHtHFNNNhMILAlPuRu52KTN9E0luZMyFyIbEOICE0B2rKEpBIlWZ5LDVWuSJqIsM2PQsarO8gvgrKbXV1TksV++Ukv+At9Kmo8PyEsH+Xj6eh8iPcBct///9v7lyY5jiRNFI2QQLPKBYFHZyRAshrgOwmkANmTbLBHCiXoTS/IhsjJTVbN9vQWdVir+wvqZ/Aue1XcxLlTIsR+FsQfOCJztpGCVdcVqWHn4VSxenBb5H7fp6r2cPfIB5AZQGa6moaZqpqaubuZurr6I9zz4Lc9A3E5X5AJLRNdyGq2XooVRiSJEUYnTKTRmTfEL+hWRiwy/7ULo5dJauwI2tjmE+biuw9O3sjfHvabFqRrgEsjQC+L+x6I/1YaAj6MNZRdkBjfys9CDXBK0HzgD6Ck0QcWZIltXtgRAHOWfuQT2aKNNYnlThjl2Ft0EFn65Qw/YSsjJqrFAruSjPE7AA/jbQFrr2zkei6vAP1985gQDxu3gM/x/dwfkD3D0PCvkDbmSxzgwnzd6zxyNFpBMwzD73bTi08HOC3YWstP1yVssRnbPDB+LQxhJSvYkjYWaESSJLljyRRkhfgF3coc66Koa7G9kho7gh5s8yUq2zzUyOO502XQegTM3tXRBwd0pD9mdIEtzsEzEDByzRZ+B0eAEfIhEEx/C14VNDIKswzHuw+8boBTg3W+bc92xS62+T7sCAyjwguX9dPGmsTyRJi8hfHrQ2TBeFFRdY/xE2bRcoljXfRim+9DZkcw8sMeQrD/wSf456UB4PGfZtBfSt7+29cZGJ0EXNlNTyCkTalPb/0miNX6AzDIVrnh7QgQv8/5r/ABThUe8412ecjb2Oa7WBcldnhkmSloY4FGJInLXVBjR+CIX9BJVqJlhSSRLbZXUmNH0I9tPqGKQ418/BaAL3gp3tNrrxGlOyMPwl8ySrAA0N8vChVmzgFwPut/wXjv579gG3D639SVf2Z1XkTqGprL7hycFXhy1QYbP3dp7c++uTtksdhv9G58Mit9FNqtIpDpmVcNcGpwy76n60N+PCyZguxH/Cw3LGljTWJ5IkyehMt5w+VMYM4cE9VigV1JzWeqhW2+F634butQI9e/au/Z20D5d1y9G/SvLNR7+6d6J6m/6YDw9Kd888DHfwvH9cl3/Evt+Kc/8Wr7Ezv/w/72W834vZ+NRi++/t0VMvoTL4AvXklvWlXXvLxof58/w2DfoNGAp8CvFQFGgehv0dgVQb62S6/uWhG4RRTF+G/StA5wOvD0Rr77HsN+DKypzB2KzCpehRFJkuRGHwE7AseaaokMvaxEHUmNHcFSbPMFHn6rz+I4e0/vW3ydnb81BU4rQjz9G9dgnSK/pyG18S+iWtqquveLeA3LNV7/87/zSuHKW1R9z98pyGzxCf96fIahNHIXtQNAd4c8650v5nuKAIHuF1cDD7WCvp5mXY+Hc+BThs/tDQU28DH0h2ObP05bIH6WJ7TSCGMSa5ipZRi/LpZMzirELxEJu5IDmIRt/hA8wjkwXZXerMdTVYK9Re+Ltz5MbwPMbx3VC5L8pXt6xYveeaRqXdGzqv94W2+1fMqX9j396Qu/CWLBn+CXP1HX+hf8J6/zb7wnADTyGG4XLYkA54gAcf7rb0OFcJXnwK27ICpe/RmBAQ6CZo1v0cuDfnRcwmfBsdBLUoXfsdwwyoOxI8hYFwdgm0psBzuCl8DxR+O1ePfzEije7WIvMHcO2c//HXuqM+bz4MDASR41FKhaHVnVe7/Ui3/txS6gFAH+/Bds74uId6GD5Oc7zjDQyGO4bds6EGKU+jjcYrSHYtX/BdE6+ooajl9set0ApwJXn2jIyzE/HNu8sCM4BuJXEsaU8iRcinVR4nKmiy3eysQWVD//Esh/6B1m5PJC9jK8uNanCBDhmXi/ufujxYB6NaXr6bscXv1Xb1sfqrrnX7nRDWQqUGpBZiyi6Prjny3xG2cDrj6JVw0VlwBbYPIFXN5iHxxfBEPRardb60ij8JUFjndtNgY4FRjfsHc75QF/WSzJRL0EMnOqtoUoD8aOoIUdwUHoZSmqsSN4GUR2mJHzXb3+sN/H//uc7wb1oO9DBGcLu+oHLXtZ9Pgtlvr02sc6p/3Eq39pP8nu/LSx4C8iwPW3vtvQ69W96T9ZaV0vfbDwTACNPE2my9rgjo4FT4AZ/vGTJSZdGdg5cI1ba0ueXBzg1aH5m3WZRmvMj4/4tSQvgVa0CJFOL8U+6mj8AYhfIkLWwjZ/XAzqMCPnIy9X/Ksz9hZevTFZ4ZnexvsTvXXUo5sf9epl6l0bPdT7RV/wZb9/O7WOGj748lM9BuMvXR6/p2uAb6MSncUirGvdRo6XpZ9J2Li1/v/EUI8furAN/kk4nP6K4KVARoArfiPWPNuEF+PL363/ZaXrcKFg84UekC/czJuDzFiEIMqDsSNoYUdwROwIMrb54+P48vpa51tlLw/+9aOTA3397cwCjdwvAV5e+lV0yRe8/MdNBUfB3mrdH0C7Y4XIHtwaYsBTgWaTn7m1YU4D/oYgfilPkn6smYrrYps/FOuii23+6FhS4wcneKLzkJ/HOUF4+vKf43390Gy+iygqhnrpIJuHl9ejEyRhd4KtYlUw7xgUMhweh1vBpwDj3Z+ke2NRvnGYySQ6EJGV7JGwzbewLnqxzR8TmV3bPTkj91vAJwU//8UJhqcrhvEuT3LSUPdHdBgtVigAtKAvHgBcrfsD3PMVFeqHfLx1685TVxjghKB5sqbP5+ahfl3Y5mtMZKZOFtu8YZsvVuREsMVsjcdXTtDIf9m/o78kfHiiva0SYOTr5Ugvj7Ll6bideiJ6zjBQ7Ko3fa9a3ci+Gz++8WhwgScITz+/8UTfxyiH+rVhmy8xUUmyEuwI0u8UcPydvlYyGPnJwtN33cgTLg/o4OhSAIiCd4IJC+EqIV4KqF+sN7OrN9Yerw8XA08Anq6/e2v7zpX8YUmOsBWrxzbfwURm6rQxfjV2BC+PHZ4PA36E+RiM/KQgGbl/8EZ4wMgy8JvT1+mtMDoD1jXAZrUvhQb42uYs4bWru9s7O5MBXwknO9u7n16z+2IcVxvbGOPXhm0+YaKSZCXYEbSKk0V+HFnU+NqnXSNX8qKbWtgRHIBlIh70K3XPQHIj53wpEy77Q7McXWMBoDKJ6PpQkFolPLR1TSudEeYBQOByyvgIMz651ZaeH+QnyAE+rlZ6sRps8wdiIjN1qlgXBXYEJ4iaDpIy8c6MAfV7neDr8HJ4h7vUZkt4qqjv7Nvw+hhfHt9zF9MH80bvP7W3wCAKJOO+cNUgM1BqIzL+bZX2cpq4xtl6xCH8rlN3DlB/Crp8BRQ/Sutjm8Z4NdjmD8BEJclKsCPopU4K8YtFIusxcopwOpezSKwqsUe0HJd300X7vQzCIT3gLrXdkp8e+oAlzvHAk1mFfikATH7P+JVeB2yKVTZM1JifL7OT+i2aCukrJ0t/99GVyWwyma3zlMTgO6/Ql0WpygzaZ1NO4EjyJ0pj68XpYZs/MiYyU6eHfVRgR/CS2OYTWkHCMs1hmKhLDMZblpx9WXiJbrSKx0JkgGfYpXZelPLTRQFL/xGX/QnEQc/+2W+uy4H+KMxitFg0K70QeA+T4uscGAViWxAYVRKS4/Bie/OJ0OwRZ8CzyRrWAXLVqVY5Px4kLWmfQXk6Ln6n6I9SE5j0VLHNHxETlSQrwY7gAOa42OZLzCQZTBwm0GkXMpPUprZKhiXdxZx6ulmKT5Hxd2zED+kug4r04rXTR0tBCw++wS5f1+hWCHzevsJBg/35/mKx2lvB9/j96lj9jPpFbjJtnb52bdwr0cyQdjFXk6vyGVQwqQFtxcWAsycHhNjLpGfFKWGbPw4mMlOnhMsZYUfwMtjmW4hfIkQnGX8sLAsIYUDJG93FDIlJFUYsw0MV2uhRBOKZdxlVzNr1p4P6CTKPtXDnMlpyJwRR35xBoND8n5wiYLHPF8SsEPa0BWnVS5QxAL0+ColfjQ64wmPV5FoOlrzMTWo8S3IQweSKHmzzJ4Vt/iiYqCRZCXYEh/LHwjbfiwSbK2USelatYE6VYBnmFFmQBdOLHcFhyPACzb67/JHtVeYRV4CWgmZ26Cutm/keTnzp9Or3QM8RDhYB4WogVpuYKTLBk2ZupeFL0E8T6QnHKszVts4ZwUvoWLSs8KzIhVZWoja2+ZfDNv+ymMhMnQYexhcr8tLY5pdhorRQy2P5UQSRRcLMetFC/Eq6pVZzLWzzR0Frheze7uTZZHIn/yn3tLDNA5Vll9bvzOj04AJ1F9juh7xW2Cg2oCDFGZWIekaPS7fx8uVNHqrsDdousoJsUC1EVrIJkZVsQmQlmxBZySZEVrIJkZVsQmQlW6EVXUkb2/xLYJt/OUxUkqwEO4IOD2zzx8I234v4WR76Jq7WryArNlMlZjJnCWuuB9v8YZiyz7lbFV/mWCEiu9xMD7uKhxPgcI61/3s93rDJW1AVFWFUFEXlIXRiujgez3gJ8EG/Yps/g2hlYguqnz8KtvkTxURm6gSxzSds88WKHIxt/tUQmeVp5pQZ7VTmTL/ku2ilfkEUosS1sM0fBfXz7CNeWZpMqj/mrhB5A7g8re0D1M/tZu/Kv4jeB/OYKmBR4JcYFyV0mTMH0plv4wtM0+wZKHCWV9jmzxxaUUoM2zywzR+Abf4EMVFJcrLY5hMexrewj3p1xM/yhIlMVJIAjc18L+InopQFl9il2OYPRM/G343XZggBr9a1q0L6NvcrvcDosEl+r+X/Xpc3nOYJylvCLDMV4me5YZtOzME4vstLgHfVpoVt/myilYmt+Sw4Orb5k8ZEZuqksI9qYZtfhnVxcois4OMnjLJUOBoiE5UE9stsC9v8cVHFI4aAa5X8tDEoc2Hz5bdBGPg1ydO9Lo/XhuQB04YYySIJliGzzByx0Xjru8vbjNRftBpk6qyjl6WowI7gGNjmTwoTlSSngB1BxjZ/IHYEr4r4FWxB1gOT6CMhfiJKWcFlahm2+UPx8ni8jshiNrnSXurpogo5viURYLroN0+3eu3fcAGrfQCwBf5mmLQ5Rx48/JhnwaGo33ecJszS9lan7nwgfokoioRt/lBs86eAiczUieBypoc/GPuoE0JkTheksCCPiofxvdjmj4gtfvzRF/qH6bu1+BQxqPgD8IFx3bxZ6A2AgjclAgQ0aVN8c7xoYZsP7AgOQv0uv8tA/dYX6SHALrb5s4wdQT+2+WXY5k8EE5Ukp4AdQYc/GnYEr4r4FWxBpt+xsM0D2/wRsc13scWPN58htrhj/0laHZb/f+vzbHbbg4/AiACZA8A3wRM+9O2ot6rC5XymjoDIEKjfYaDOS7VVXcY2f3YxfodiH7VCTGSmXh0P5CvmUFzOnAQiK/hMHbhH9GKbN2zzLWzzR8Q2D/xOD9jObn10/DV/BaxfAKiXPdfgkrncnjGF23ut578B2QjSZh2MJVcxByN+SGt6CMaYpdjmzyx2BEuxLlaJiUqSU8COgNjmj4AdwasifpZnrIuEbX4ZtvlebPO92Oa7WFCXx9ewZ82e8Y0cVc0pYvEFED4G2PhTLl2A+wtV/zymoOsvXwvoZkh725Zg/HJxZER2ebzFS4ATXQJMFRnb/BnFPuow7AhWhonM1Ctimwf2US1s873Y5o+Ibf4ArIuEbb6Fbf5grIvjYpsXIo2fMbi4pncSnRLWfCeU0399lwCdHWurWyDLHOaqoblXbFemlmBL0OaXIX7jyzxKTdZ6nlc/jD9b2EcdjH3UajBRSXIK2BFUWBdHwTZ/KLb5w7AjILb5I2KbD+wIXgZTsTXe5M71iK+fKWtOFhM1buqnXhYI8+IlB21gjUNTBYBvSAhIeJhfzrIUo8iS4yCyy+OrvE6x2TP3HcGZxo7gUOwIVoaJzNRLY5tP2OZr7AgOwTZ/MLb5Ett8wuXMcXE5n6mjY5sP5Kd5r/L0ahdsu/IE0cuHfQ/9wf8tiQDh6OTronwjrv21oUEceCRbRFayR0X8xpd3eZB69wgRILDNnyGM39FxOXPamKgkeRVs8wnbfIl91KHY5g/FNm/Y5lvY5lvY5pdhmxd2BC+PzMYvcAo842tGsjhRJ4X4jR923dxib8F3/fWGgHP7GAiguBdM2O/Tfr0wbZqHJzoxBSK7PN7mQUqfy21hR3CmsSM4FDuClWEiM3V0bPO92OY72BEchG3+YGzzJbb5Lrb5Frb5Lh7IV8yrIbLL4494ff00/w48fvoQZ7Ph/uoYEOeze/w5WwH8HGJDeMd59S+4NzIOPF24vIM52nZmgCUwxaF0+d+KXg6m6tBzEs0ci3GYzjcW7SVOm2lxmjPNygZTJcuOAB2taHjUDpaBt9+Yb4w2EGJ01nM5YPuQc0TSHl2vSot1yCtcVWPhDtNMHgrT6QbUG4w1kDwHmgIsu3fpgm4N9QG3+F+QLyWRVmfSqpbt9YxFpuGoW9MgRNh5buvtLwruYLc9ww+PKe9nTlDgbRN/YeABD1E3nRlgCehQ6vSJgRsvbFw/2Oqi2AMW+/N57QLhH+dwks61gGKu45HXc7Gko5OCxf6iwUkY1nmv3KwDALra+7ABsZWtre3f+CWuqVzoMY5eWGmeO2K966VhYDEfzcYcrq3TW3fF9K3d0eh/8gLTpyI54vOOj6v8TSsAQ6dz2zQslDyUVVKkzBdjA7eoV4MP+lHcYw/6E5za7HUeFDyi+Zwb+JSHqMfODLAMzJZOFLzDZNG8YlO+hpwHb7d/h4YfbuARPQm568fu7wFA73qWvQiOHpa9JEzpSPZ5gsWSu1VnHVqACNj3ZmSxFfXWHNZFCXXLo2/uXCvd8KXI/YBqekJE49kRtgc9De91vmpuTeR0tNjrKNaeM/83TeAHM6qg3dS+WqQG0crMgYpQQPfJg2IVRXNLJCjBwjz13qpcdtP4HIPugaw7M8BS6A8+XgW8R1ic7RVwFdj3RLoV0rzL2GXBKzbejHlRFX21d7AD4Biqh0FvCLYAKJwCNd/fQEBSb00bGAKLUG5D0Nk/jwyMlkpojhaFjvaw0nQn84WFoweAPCG3DJFdvV25acO7IDOjEQrXbx0g1ILuIkOCkiR9nJaFjOUcTlNVDLRzZxxKfemXkmWdKu9UdrXPN9xgBHjRNvqNALNWxgqi+MiqnzfZ46iYFHrAHARSASrQgQR5KLO+YI8IaWd5ZYj1WwKIpejYGbweFHdupO+SqTCTrL3WMcJWhUsVID46AmARPAPGuB/jm0By83DuvIbLqLDcnbh7uQPkW/favbZuUdRD6fEYhIgeda6qqG2Rki1KHpAuL9kAVkXqZLMzTlAEhZkScOudvCig/4Ec8eg4wEmCG+ZeGOE+bDyMVSKZbxUEgrbAJFnpHKTtCq8XljvBvQUiJSR4QV7CdGkX6CaNskFQXvsL1h8xEoevaUOPJ+iAxY26/MqI9MhgqvBm3ES5H8aQdIZ6IcyWqiHqWSsvHdrLFJ99XRekwFXFoRKHRxkLrYQjhxbA7nZAQpnk7V6PMkrnCcY7fFDJmQFWCW6XyTxpv26PhcnSdciEm/nGgufI7hPKCz4A0KooWq4QDnJKDACxEXDv2Ljlq4cNi0rbLnG1PtpvdPbYfujTOjyATL5Cq3AMV1Cqeh/84Fozn27yJuM1Xtyb0i+1V6G9jGbZWDbxj7V0TMA6AtXBfK/B+PGfH4zgPBoUQKN1YZHaTgBayz9ohs4nrPPLVZvODLBKsMCuNFbGR92rZPsLXkCDZcOPQF/nKNpBUdQnUCY9yBsdAV6xeRdw0o49n1EgY5RloI13MC3mtT7D3SPuoj1hD34c3P5bxoRpXpyInihyGRRLazV6xFOsx3M+lYxjAC/YwSvyQOeXNlrqvUOEeeX2oPWepngBL8ip5+zHktEhmtoZAm1Emyt32e0RAkPrt4KO8jmHf+BF2jvODLBKkOnRrsXB9OwQ37ZI2DvDJ+w19CEmgeXzbJjkAvsErNw9IiBTLwNTeConTwosbmWAFwFuDzS6tmngOyXzajDQmM7UOYdeb9a+A8LhYiDEnqd+F6ELhTOw9n3OqB+SYqfJP/AS01WR8IGo5WoggVZCCzC89MiaMngrwYSIApHHOHnp+lh5mgc7tggvFmW/EopDTRvs3PgiwWNeo33XmQFWCmHVBslUQ1AATyHtSpo4M/5qX4HNs3FP2+PBkUOs48G+3NsBuxe8fzq3i61AUW0PG3f/q9V3UbDjAPkEnmTauv61KM8M3Rf6gB8O0WN7uaPRl7wGaKdYvWPLFlw3hYVwkPBfcImM+ReK+5VAaNJ1q7cE3xj1ypNkqZLD+XACiCrwFtaoVcelXSi4yfmJJ9UHWCXIAFOh8xnzAX0maCe+uQa7pkIa0cKAV7sl0g2xTgLou7lbx7a2AXXl2XyMDN1WAb0r1vfx22kRyxmgexf1+CCB/e8jgS+rX7cLVIduxFbjx9eNGI34Z7iZPQhIrRef1zccWwvgA9gsuVE4zeXaMiSHhwTQH86N4GiGAIluE7o8/02nEebx41dAOHoWrcVT0BGdb7jFCN1uUg2wYjBTix2fnBtfy2IFOqS7c1IYAFpc1wEUruTYwDPFvsW/AsD76U8h2j9d1oGqJuh6VY6xZ3YXkzdr3uz1/Qmm5TODa0dIS0CTkE8tNyc7d+PF9NzBdkTNRw/vziZ3RSdo9b/f9/hN0uFF0Ap8iSj0FCBvN5k2K/ijfmvUjTVP152Q5lWs5wyC3tjYGYUBVgA26rHXqAjzdlkBaQ/zAA87tCnBXiVCb+xQwm7zY0DVeLnHOjow+tMZ/PLLi4xlSvB1qBscfVWyJ+qDzhOCgPY5cz717QSTfUD1Mna6gZ3qqnepl42Ibpo7oG9JGtDtvrN2SQOE/rmm+c5qedV1AlxvPJnW09cl1x5TbEStfN5hjwF6PKc5wEpBlpbsWAfedIWne+2JF9HsSRG5vAQiT/6oHTHSkvsFxwFEf3oSmlu1dO+q9rt0Wa/amZe27cAhmj1evTPeWWWp184QZ5tpuQ+wW+18ag03GQLyr1b7D/X1nWuSBvSsipcJCgEXULC20nlreTKcbyPnwau7NLkixT5vVyufd7jCS4C7zgzwKtC6YHU46GJQMjc1zj20zZCXyMx/tJ2fLhzmhnGt65WgjGZeFXgGbKEcT4P7oR0B1qNicPhTfA7TOgbqA+8/nojpaZAlh/aGzWN4W20Bv4bkMeAdULMH6HH86c5s8uwfVB/QM9AtgS8eU+0Tz0MJY0A9ECoZFyMthn95/l3U8eDFAlo1gqL6AsB1HJKGd8GcCMDOjveHGl3Vg7nJ4tzsskV2Y0DU+ZvfFgoVqZCehobcuzshOLmXxeS4b6kHhB/g1jlXUIX+kqY9cPgg+J9r/HJCX4PSnx3mAhEAdg47jxFYWAwoX/h4NBr/PUSdBy7KW88O1YZW/ZquDSItAJVeGGCl5+lOU+q4PejBQq+IAFtKFwSe6lUIw2OAJwANn9Zz+mAIz5IffAO4uWaDbFukziG1CL9fitw6oEhEFK9uy34l/WQAbo8B0qL17s0KWj4m9NDOqWpoDoZDQzaCxVGCXv1yTTu3HmqAy+l5fFlf26YHfMAY48lozOt/rfgP0DMiWJ20Rrna1lcrIiHvEDsE4e7PG6tg1h5bZ9HqSCN1ngEHJc7OX/IwD/DSsH/0B0j8xKv4hdWWe1oVA7p39R1NuwLiQCMdjDc4rmW3d+BD9vljAR2g/Qti6WMwunpfQlLM4tYaLoejKWKBGC4+Vti/UqU0vUC+H3gJsKvAJ2wZA/J64OTO00+5q3UfuO25Cqf1t42orplqdpU1OAZyfqDEIiYLyloRa2Q9IDciQXSJAegJPy8UbOGgJLjTGqMBjg/cC47mNEKLlljShGoiCiacYR1EQQgT9puCZszR0TGhWi6itaWu6viAVbbbIMhic9vgf15IEKsD95BILw+Fo4Y1GFJ6jr1q0xPUvRzc5ZK/+OEseDa5uvElX7l+5+rOZPKs5w8HPQ2TJWHYJDDQJEcFssLc1AnXIf0DrljltouNJWIx3c2KygsBCsot3a0/Jz/AS0FprgeCKcLY9MwXzTA9/FX1kferRMgzMQBQDLAn5wfnIT/ojbtmfWzIfueEAGuLnRNO0Pk28EHeEpyjW3Sye010CSz1sm3gLYP2cjPUa9ocsPilQ/UYod/Op19iB5vwpXO9f7jqa4xVkj3Eey8S6CihFVHcKoo62gZy1ptY2y4I2uclMQcoy2k2/YsEWzcxM89mk+/pAu985NIBVgYwuWR1QbRs3ve64lBduRAXQ8sVI46K8uUAi8sLXAlYNJIXGwEh3VPsr1YcCj1hzTIo4ssOtHtZdrZoVymXdPOI1wH5XyuWffFf/2ahNxwuuhdUNM+2Hqzjz+adt2D8iW3lzGJ9O8ccXyLk7ZqLBfB/k8naJg5MMz6qeWf4N8jqwMyW9ud7j/svQGuHwMkoKkshziR9V2AjtK2Cx7kbfqub48LKdw64ESwxOxlfvApty5EvVx1jxXlRcqm/bId8HUci8Jc5LuuE1wHN/fXHf/2rqwkvnmdpgyaeWVpF9ELtaJFp5J0luIABYDS4gHB/E5Oy9iUfUpr8zzXkd4cYcEWAXVnnr0X8kY20ba5z/bupADJ0Bvx5BfrineHkIk7KrFe4ezAE5P4YmxqLZmmyI67M0lPaLvA1i8u1q0EH9HYcF//aygl0HRDR35L4r3+zcEjTy3O64Dc/CFqkXQJhL74GqfDW2MKyH1ZbyApx30r3LfRcwpb5P34RZLaz9SU94M37XjfAaYMZcbpjV95yzZRD+0yI/3enmimiOQi6PhSy3hM14RPt7EDgg8TFlnpgZhLttqIOhf7degnoHX3LNrHj8PTtjRaEZPk48XlA7FxLX7jUu7q8v3HQ0GvuqxDVnrXMraJbWEa5BAW8yHgDuNejXxTY4udKd9dHo01eA9waXfsL5ulm72QMcFoAA9RpTr3nexnQzKvHBRdoEoab5KVCwAlY90p3EIV/eZ90wgrkR91bl9zT7QVTXdagK2/Hi/khxe7lugz0gHCBzrWhf7s4FEvXjMG+phz1MfP2Lp3cwLpFVh8QLMZmVLjs5s8F+TbG+o3vZxP6v9FfJrMZXwazvovD1I3h43ArA5guTm6dKY2x7c34EImTBnyzik6T7JTX9NOpkIFVvSL4Zbf+PeWkwf5Klk7dorRCj+wdCY7qKAHxjF1PYEfocWotzSIEO2ipdh3QmQ70LxybEf/16QOXF21j4FxURKvViPC2N4+3raX2r8T5hY/WZrPZru566JMt3P71XczT7lPKBlgNcNj5q74G3LoNzEfocKYmWmaPzAOP2EG4p8A/uIvQVfmD9sfjwaruhljMgzIu/dtifeF1HHMApJjsUCg0+5+b6eup7L6k6zlrA8+Al0aAXlbA+Ubcf/BzpaiLxgxFSaOZi9LK9fg6BoDOdECB5LmHZpvnv1dE3+DhSW5vix5we7gXvDpIdlidW1XGiRhR13Vk0GGcNOrYNeKiOPMj3yg9LhzR+7wSZH9iN2bN58WS50d8uK8avAOh1Ox951//aW2sZvFHNEKvbsBa2sd6oK8lnJS+n1m4o/7Nj3cHohNg0rFz3GDaY3Lguh5tmM84XN+ZTG76Pd/tiADtvvDweaTVQX5JSmWipX3m3V5BAUv8zBvgx33EZQHR1fJnKI4FihecLuHIIdlRgV88cZJLZeJyY9kHh1gJ6pE8ANqKPVvTuTtCd5TeW113cPBibzACXDJePWvMqeZsx30uQPdzwg5qrT7Qgjq+mLS0HAHGgpaHfxcGrk9ma/HMyxqfgvaj0xaY4c1YqwNYIgIJHOyrR75Kd1aas9G2/1UhC0Ww/dwFd1QnXxn0XGFvbye2CAO7jRkQbjftvdUtz+VQjssB0FXrcUS1Er89RR27uNbu4MDBOOidwz0Ntal8MGA/LwbOsH8A4kjBTKvHn99aI9THL8r6VqTUuQDw9ObjNAq6BhjhefPkzvCXuFVBdmL5gjUhXwRMctk+AgOW/Mnm+YB0RgMZclhzn6UfH/S5sjb4TneCUH8ThLyKWMzRIs56IJdCXwzUXUDlkAHOYkW73vLg5fLL20e+CWJ96x5IOa3LlkAH53Wh7tq+juWYQDWfGg8g2J3MZjvDA4CvA9J+CHdSRjiJcgIWbEacbfkwM7YTn8L0XxqWBB6Ak+g9A/dNJx10WzgW0v0WXC8cbefuX/O2w+u40zibnNsX7krotC1gf8FLgEsdYGepVvC0IC+F5JKTYA0TwP1gMEEm96jDy7LHny8w8Lv1s+HOx2uAbIh2ITBFfl7h16Bg+kCnWcXdwt6NhRhB90DQ0HKaeXuHekVghz27TPzj7sSAgVUN2JDkE1n2rEULjhbcLO2nfZa9TLFnMUv7RIC2+ALub3bDBQWom1bLaosT8Hx42bal6ZFJUCs5auXRo2qgvKyfiwp6IdbwVcyVglum3BkArCRxFcxN1AuLBGI/iZ10SQgYu3D/nYvczZsH2GtbKyfW4xtm7YCsBw7XWD40gPrtU1StwXgsJOv5eWpecHHiCuB9+f2njAD9u5gVsL/qdLxwc61NWb5lyRJU2MJdwjVNjEHF9MPyRZ1L4BtRJw+cGWB10OfBGj3WYEac7VD7VOxWEFPHjvuUKwZM2Ac5hHuDbVtf1XDaQBzcFcVOHwz9x4QWHDgE9YN3vf1pbeIGcbpsmTXb/0SB2x4zAuw4QJ+VSr10wK3JXPZ9Al6N9T64EkYWK36Ew8bFhquz72c7gwNcPXBHMoomGmaqD+dy/8r7gj0CkezYd0u7aJjPQ43SZaOOyZ/8LYvTAKxlveZcaUrSVy6q6p5N6mx4Fw57BqQKQ3v68yC9eK9h/5A7QD6f3keMMVv2dEXZMk4JBMu6JBSXB4t/DbOF5KkpK3o84CFjcLHgMf8K1/lQwQCnCTTJ/PnrljniPAx1pdAfvzAmdhNd6InYEH1ZnqBoD495wJuVTg6wiO6+dgyAS6/aa5SM9CCn2Iie7TlCrHP4OJR3M7rPXhc37pXH+e4B90DQYp2X2bvP19phKbd0Lx++7YCtsekmuD+nbphFCZ1jSoIDer9g8DnvUD12ZoDVAUy3tMKC3l+U772PA3zh3mT29XNzBtwtQlrUvtkRYNpH4air/ZW08Yh2deopLm1Le6MO38iy92VQxIAt9epGhNaFYTfHPAdkHcBcbfEq07LvjqVl+F9LUk8HbU3672S0lnJqURKHhbwXHt7lg9CfOzPAyiBdYOp544D29yaetdjzJwMLDdq99kBeASwuAgakvUpwNs6AAeU3bQGkjWfOY4JtV711AWlAl8LhGoIU+NUBKZqXIXZ1/FneMbt4wccA/974DkTTfMnDiWI6W4AmXplWEAQQUkqSlGTBDNAH/4l3ga86M8DKgIYv4489IEqCdtW9RdPorNBrSlOm99PlwjaU+2iCsuvThVdc0qL4C6s22Bjfzj2+wDSdOObLnw4xGkvXYWlFC/bD05XRUxX+Ccrh75kJA1Y84EnWsl0sWmYHGLC0T86yVqbwwRo2tGiv5BGd/gUGfrNvtuzwNMCpQTLvzo4MK847A/b4FBZVtoxjO3loEiMQJLw2k+/uscddlb0qWCWpPrNM2+xsoQnoOxqUcNij4yWEYym6tFCqclJxKxiwdNlSub4DD7jkKpP72L6V6xEZxOtzq0YUGV9Kl/WxtO+LB1uMz285M8DKgPuM9ptki8VeVMdxCD50RuxXmvzK+zxHKgVUu2gfpIcmVgHHXtS8KV+7jKHR6JTd8MHAvm798T5dUOjbvY+3KrYS5ao4WY1vru9bIkEKVyeTZzsvxHdBGsX57177efge4L+EAZUCTxWw7ViRUlxswQD98JQPKW07M8CqIJ1dZQvNO1HvhWvGgjjm20Mx3GH0Tl96RTpGoXtIRoyHGD6qD9d4dejbjoOBZ7kBsZJlL6B7R+eQ9T3ubXBTjzb+hGLyUgHJby1ZuK+p/my15L8G0iia8+jmvS7/E6JBtLKSsbNdtIy1hoEcc6svJuhVFU4PsDIIWy1MNJPFHtEC2Dmvk/mVsB69blDYguos8wA4mtYB8HIdIAJMWwWCnVRbSUYDUMMhwVhb/XBQh94svbi7PbqxHt0HZgysVq8DXPZvU6iUHp0HtMNDQELRCksHA3Weu3srOD8yRdcD9IOmZ/gg3CoBVhmGqdKZuBpIS3ayBWmX0Occ7TIgI4YcBi6BvC/Fgg+BI6oth7zE4wGfhXGStBUFhMuxBTS//tXt25cu/Z+XCJar7GLUHOmXAZwLivogBU6YuIUBfxYSqtpCo4aoML3bt3/1685whsDHiFNvY+KjJddXutYDoNP5hYKbvAh4zZkBVgU0TRhedQvEzRXFMpOsDRoH/PIyIPuyHaGtWHUYZFvlhAHrVm3cUQGhS8QtWFOubD0YsdrzZjH/1h1FDb/1MkNXsgJIC33/0vtAo196Tb6tR6G8a+zDZKUNTwTErUbnEfIx8FhYwJ/j6NTWeXOw9xh4psG3pnZCbrz61TW90OijjrzwY9Gf7RJ5xyjgCL2dLGCBdkn++AD3l0aHRLuTZAjfwGTlWd6Xg7FMhkwyoSSqco3DU/SbuoiiyDwvqktsL1SZyRxMKrFrB7hA9VQhCfjGN5uQT21tNGzSeXuYB51Um4bq3EJ9DHz//3PUvITuFBzcdvW5QfsYePYBdtrjIriZSze1Sc+72D8H5rzWU9wXPfQS4MrgSD68F7RFBOuiMxYu+CbciqdMJsJkLUGi+1POCn5psiJnmbO6LDCCQkOxUeVghAusxkWtHaAYWg2S1/AKMW3COFCdsavBqovOzhr8oAFNQ62hOlKuAVVTcVGYRii9MblWFVAeA884JIslJAsUK/e2zChdvhjZq5t4o4+XAnE+CNfnwR96eRNsWifAvp3HAuzAHsPojK6zLSbgoZ8GYuZrydCpgnA60sHoWSoKIqsUfLcgUbGJ6SiKlLbzLiqSED94QG04BqAa1SLSRsVeDg57hu6cwbdpkI6diEGUI14KlL0JdHjBcxQEmmm2DZQezGXLtlRy2DxK95R6iQDOhW23cCd4tgE7sYaBm9QzEBTFsT/ZSEHXosypjHQAkVNJGFaMuFRUZE2kTLm4VFRkIpwxNKbwgF4G2BhBmi6fGhjXM4IG6VrDGQUcA9MQaYyOk1qZEy1JXVmmLmGpS1jqEpa6hKWKEMoFhgWceTDL69gfBEtqEtCmw84RCDLOmvMNMmxyLrwfYO5xDCPAao82wJbOl7mSWlaUmXXmMKIqnc6pS0SqCyeC9jJLVaaiJVeWKy9deq7Np3HMMfWY8wWfBmXE3PB6cNwDCVhuRecBfp1HJhNHSYZ1MpRHLVNkKlOxInm3OEceUOB7ebbTZL8HuLJk5mrmLfa4J9AxyDuY7AwDtkVbgy3Jg5Nhnk9+vKjILpGYku4SkaksZanoMCURZZIGpUwpCC+crMp2UaRLtzks8Hj6xwwnnKOT3w5IsZOEfDGwH9r+8mxBA3dQjtER0VWrFklWZSpT8XrkJY0EuOebf8ZBlqcwB1lhhvYwP8qlHrDnrXkOvCCYbiCcdbCdE9vSt482DADLZJgNpUN4kcgoM6UsFWUyXE5HuaSIFFlB1qksnM6cSpl//dpqQp7xlstTRd8AngfwY2CMjbKjEE5Hylm3viBPX16mnsKzS7d9888F0EB1BmMsIcy1ELUgPKDvBmzgf59idAB/urzpGQKLAZdtzA9mGW4YiXa+RQalLBFOW8pZ4hNdppJItJM5axOGZWbJMNFFUZFFcekbO2pWkP0hBqscr0OPhWfZN5bHwLo4JtElo+wIlFmKLDOWIsuMpcgyYykylUnQ5Z2ACegyyIkBQyYnVwpmmlw01kC0Q9jssgiQ1/tY8nkXEWzAC4FgeD3I/h7yclCejL920KnespO08vJ3TrkIRlmSVnxWaqdcZCbTymq6RVrKWaeyIMVEmYpMO5XS7RiQwj7ypKGuHK9DZvMNmuyXgF/HmOSsGK4DCEs5W5ZamSXD05EHpSxSZIk54Wdh5DGcXiXITm337g0Al63U/nyveA+g7oBwZ4hm9Bh2+ewlYdm3d14D+OUu52q4bdYRKWF/KsiOlmGXK4soS0GbjpTQmR46ZznVRVVdZpe+4oGP015AHiLOe577Q4/th1S/2fCremzaxQFEUDnLssS1GKfLlLM65axOOatTK4tk6FSZTvYcePk+dtrQv9Qc8vSFgIr+PGQEZSregM8BKvzLXRwXVjcUR/LQvKS5RPErWoIbRFk4nZNhXZupSAkLQQ9pqSCdybRTfYSlsijpPr5P45Jtv27+90OaQnd/J/4F5zcE/BjoI9M3bEuIRDvfyoIsqZrLVM1lquYyVXOZcq4gMxXJEOnPPgAnBMuuMp0y2EKVt75lHo6vZ7XS7Y90lktlCOM2IN0fsaftEWFVHrB3+1qgcNbpFrStQlkpSlinmkx0QZZ0TnXhZKJ7uKLIKWeRDBNdFE44LYKlO8ASioHUaCU+iNXN6SrhKx8YHxwvWlSUlSTJLLWJviySoVNFXaZz5kSmjiDv8pbK4n0fgBOCl4+XXg2w1FhwsQK0Wbfbzmq1v5sbf3szqVygPRD48j798Ha8YNBZs9MBBIBLL090HoAoCKfbGonu10iMFyIMMwVv4UMAAJ4gSURBVNOmc5ZTXThpWAh6FLqlJcNIPgAZ4vXVABss53lBGPCaDvCnDz40kbpEIr2oyITt1CZK+rRSTThtKWGW9xwDzyi0Qj9CKWgbbslHLMjQDz95P4sGeRYMT9np+aSAFwlf+ZzqaGunzeDWdB/8CGMorSVnFZFTZCrLIsokyylniU+0pZrMVClQloicWSrISDkrCGZd6/fDIMGGNfJz6vgCittgHJgYpCwtk2E35cKpxB/ERKbSUpWptFRlKi11s8xYMnSqon0AzjbwVVHhBpZ4unqnb4V/4lwj2uOYz9vAp2r69Ekn5V6XxncOeqRRC2vgBItIJ1t/bSQ5lYRhYrO0ELSYFp2KDh1ZkJbqomLKIsoWq6ymC84HIEN3LjSqYS+v6wzn1KEYnER6cRiRqVRElpk2YdiXBZlklbSbFaRnlgqyYBKhdOkfz0sEaGbpHiBs1F/yVtUZVLs/QbUQogVyfhSJ31Nv9CD06T4MfcAF+GMBt6i9VTXYzusbwzNiBoNq4vYQmcp2UZGJKNMBZM4sFWROvUSiI/VlOZWF03XKWa/1lyNYWBNHKuDgQT6r4I8B2shk0mkRibZk2KEilUVR1hV1KguncyrISGXRyiIlrOQpI/gAnHU4NI4qqvPnj3JYiGr3RDB1fUiYtDxEtv2Thv3FPpfl3KvCIQPgV7FIWAngCfF8Oq2vAVrqZpkpiExlhYqJFFlBRjJMdLcoiG6VpYLMybDgaqbH+su5iGGiDQR9Xm8Cj3A0KEamM2xOiyjpgkukF+1UFj10pJIo6VQ4HakgIxl21Q3bmQ/AWQfzVyIThDVbma/ulPFfuEDoLOJjFbD33JSXANsdnyDwn6fZDb8CYI0Pe2d0+jxI8f5jwoYf/kvTiFSQkUqiQ0VqZZbaZMJS0qYzV5A5JSzZMiXsZEg+AoDuldGAwhwAh5tCoXx2AAeDGJZWFqksnK6FBem0k4nu1jIlrESJiDIVCXNqZZHqomBydo4iwA4kkRHBti7/BWRp8fdg2P7pfgoMO91JnQMfBopmDdp3wGUJSpFlpo8IqpWlomByZukAsqSL2kRUJJNhl6uYSHURhA+AJgJHyNJ3Zbpfer7AHKAPi7LOWLFwqiCcTHiApJsMnSrZOpVFi64YzyzVhNM9yQfgzEPXMguXljLu/FaiumoCRg0W8H8pFqAwaVXqJwbLI4+TBp7vpm0og5rqAlAri2RYCbuEM4aVqBRmyrlUlPRBpJhEJ7KkncxUmVKRrB9zwNkvjwtB8yTAyePA6VjLqUH/GBVlN3WJA2QJkyzKQuRFlEVREJF6isiCrItMl9R5cYCyt9roWiYoP9P39XMHd3/8EkQCyHLcdPYBG4eN8e0rosDCPCJFFmSS1aIy9RROt+u6fDvlzIle2lLO2oWTLSpn+TnAfc1yNdNuPnwQyqiD4Iy5uy70nQEr8VbR5b2R0gblhpe+2fsWJfOkmlrdvgzth7/KkrKIMhUtol5gWcNMZU45i1SQlmqyQ52bCPDAe7WqYpY/ObvYW6SLfgaoR/BXnghpp/Ara0v2ggMW+jrg4Gdh+FRPUZ/IsIXSWMqUs4J3IlMlW6aCzHpZOcqWLGcqI7UJL7qpIJlyFolZKwLsjh3/AHwE/3f2IY9JHiUrAJ+5UlO8gvYHfkXr/W/4LZk6vX/pW9tj7tGVFRVMqGx+25JGphKps0CvyIVTOeXMCS7FqB7tKl06J3e1aLu1pVbWTE8X3/p36Np1OkMMvyj2oACA4WG1nKNDdlWVF34lOHRvxbYUq5uOGa1T4CB7bKckOlSdEpZZRRRMUMoS4XSkTuGUE5kuSpHOFkUk234AR6KaCA6kboAdJQA887DHwdCItDKlX+uTgYAsuvSNXqJmOVUTXnp/Dt936fY9/8xgSD1N+bdjEM7XRRBpgbW4SCUmSea0lELQR5GAj/YROOugPbsKAiu7ZUUnOqq8waJoHYR10WpVwSvdI1FT7HUneAw67GloOr1yjW2bwyAs5cKpoINMsoJrk4m2lLOcCtJSXURqE62sJVBZykpplntZWD/moRo6jJPN7SEDek6gLyqLkXr/sr0wzWSevqHs0g89LxO/PPq1fFfxjqGEl96fzr9CRyJzVhDCtMBKXmYV0a6IpUTKRYc6b3eBi727NlzKyz2/Y9hNU7wGy0upHBABoOqlI8Dc68lFgFyf5WtLoEblb6dcfV13SSaBVGUqq+pInSIYZZEKMpJhzlTWyTBTQRZFli9LXaJu8I82CADei8/Tbxf+xB8w/QUcSelNBoxGGpacWaGAzPiHo99ChBwOkDLkIZSUOvOpxXjwgY1ErLj9cG/UXPEXMD+EUIIfeL2v+abhFcPL073RFXXAU2AtkAz15usgHo5+dXm0920SvH/pKza5/KtL3/B6IUpT3khLSTz76UnMzo0DpM3SDJND6phk925GIfG4yHl/HYxxfRcXk+QVIkBf+ok+BXNoAKgtrR8DbKZ7MIOwCJVOF0SLVhkpZwWfU1kkrGVFUTCtzFJB5pQzFVFG6hKuVlt/HhVMTJr1l57fswWyAMM0TqnwS3Lwa/dGjKweIv9mj2ep34z+N2a8HHibJ75QVql270tduV1r+LW7Jij414gQK8b1PgE7wrz4lzq+ej/roZf5dDT9yt/fB4FT97xTul3tS3kpwdt2sOcqs0K6Zx/yju+OpeVXePmv5Rxg8HZLeBFnO0nDSuU9IV6xT3S96vHh5CLAIwFWud6iOf8JkpNhoosiUs566EgJK3lBWqqyhJFqokWr7BVVmcpSVhSV9RejkgziiAHg2QecA6RRqQmM0ndSmcKZ3RvdhoB+LUWAl97/8wZd3jf2UtVLv5IjVILibZRQvz2a83gDaORCL22MPpN3+y3CS5zuggL/69HYmv5gC7zNCTK92+gFirfRJZwkG0JwD33+mmfivOQIeWspwaNHw06GdG4iQBiq+yoVbcPV7YG2q5EO/4uWlNkBtIx3aX3V7OwDv3xcj0TlAC0VZJkMu7TzichUQThtybDgKtLpiqwLJw3b0q6QKTKVSqX15yGhPUQE2BP+E/qlZxjMT0SqC52REt5//zm8YESAiP3etzjwM57pPm9M/1uGXjbO7zdzRoBUn85dKD8KD/acHd4b/d9o/CtR6JgOCyqX3v+MgSWBnQE+G337fqOLjrf1CWt4229v80N21CZSExXT+Z/Lpbw/T5cClXUT0AfgrENlkXyLi5MGNGN4sV6zbSr/Fk4PP9c+iSDvjQIMTnU7HNZvpiCTKAunSk5ZVcNkmMucDFtZxeRUE06XnDIVTiW+RbRTQVoKojhPSEMCewh6ifs7h1D6iZxZcekzuTlSCOlQMNfVP50IM+jjaedn1KeLQmBmiW7NG91+PprzwUC7QqgWgG9Gly0CZGjJSnOiaMHOAb9Cr9L7DDI6QD8lxontt75AtPj2ISXQ/OphLEXdcakPv622JWgRLM/LYzBms9lV1TcD3I57PFknvDO26q34A0XAmd4x4P7qPTtZRNtIwkwy0yLK2v56ppy1CxFRFtLMZ6YiEulFVlTZooINMoq+8x874IXFnOmJPgbIAaZxKRIz+h57Iu+e7pY8ZwSIII3nqowDEem9r7vCajFFrQhEYAzEpA7Xxadj3n9/tGBQ9i08HxS+gR+0O75ziUeMGJEYAfIaosV1XMyvLz1vOUC2hRLO3f27RvyuU1qKhX7i4Rh9dSILUskan3mQsyqsNb37hPt74dRqQE2c+USZtRKl0+fzBHwdYHkSXFtIh0mEJdoj77uNtU/Uqcp+wInL+5d+O/Vzo7reCf5ngCnpeNEimXLRRyW6JXfKuXbmAwCw2U7/ktbnrNoHxwTnzB78OcCcIlPJh10Y55FGoAbiHk55PQK0Gni/5+nDmr+eXlZDhGJUR87zZgDOpBmbMSi082RKoE7HpggQp6xqyQWqhN5zrgVvQ0cEaM/YMDikpwNxW/dOECtaE52vIwK0nsj/kLdFWZXOzTVAGXBhmPs8ehsf0vaJMdief8aZDvLcWfX/iTMM+Wy+ya+G2RhtVIYRmcqixjM+MROfEvxtrigUU7J95PZ86gIvShLmaZD/9KTKRGdOWaRMls/8H5QKksmKwvo5MsWrydxyXn7ez5jFwHsV49KiPSDD7znjLMzZV/BRzZ85xY2c24IV3gcc0mcI5C5PGTC6OuXWjbwVH5ZGATv6LaR0fboG+FVcKbyn8BLEpanrfXVpPqcDNMHte1jACOfaaPi/3db1RHlGNIilMKzUUhW+Wm+ecsHSB+DMQ3ZXArFygeVhvFTaRxxU3wtwsKay4BwWtrovYHnNMeHUd5lyIDAqXB6fidnvuwLelxkBXR737b5bCJNWkEj2pAQbZBlSLljqBEhge5hVllp14VTmixMuwy6XqUqBTLoAZINhNKHNn3fwkWllSrokx5JT6upfXfoK+bd0dgjz6XV0smv6roSz0FC/fUlX6TjXOuJ9G6eyOIGOa4AMDHnTAgWUFAGCdD0YkiJAXj00QaLu/dmnCa64vRTjiz8lM+VMR3OpnAfQMHScyLz8vy/8WFKAA+h1f/CMlDfVWwP7ngXMcHL7yUFLOQnAAPgzjosFz4M5PPN9vg/QbCIsQ1lBRKbSPRusm7tFkUqCJf8nhYLOzSujTIknN8iJLqqyiqnpKHFK5U9wKIuKiokUmcra+jGHpT2IPCdx/5GgmqOchBZUqYIubf4NL+q9/+1z3r61HH4qPfsCJQjhohgaQr35ho/B8Mm+57dpC5dBwUV9yxHnvV5zbI0c6AgRIHvQAr0v14OLhB4kt9n5PXZl1K9Uzr+Fl9ZSGi2F1LexVOvKNiYoJXYIlTMEB4RistaoTabLlzs7CZjv+6XBfVAi+kA1tfUf4QnjMwC+ydq7+SwMQmCMw2LfbTfMwlNNOK2kx19v789hP7ocCCP8x0u3m9Hexg+o/i0J+kZeF+cJEM5UHl7+FlLdtkvVSrZvCdUBKt5/Ovr28mgPhv1QAqj99jNbyjqf7xwXS7NHXp9f+se09HpNi1SQvkSAmgPMrvgmDAPO9nJba5nGOYDWNUAmQyX6iUwKMiX62zgYljol+X9a4ZJUUWg4HR20+nKq0C/INrSr2FFsjBfOQNNH4KzAck/Ub63U5q5uHPZ3kfU3gQjVzfCeRXT+YnaAK345OOHulgCXYtuq4A/ZopnKFpJROK2snYQ8rgP4GOql27pbMPqtP07wmS4BES5biMhDMYIDHoopLKq1ADtX0Z8M/IwG7e5xAqa3QzO1uXfpK1saYgtbmtdgAXLqcLC+nr6mHdqLlNScwCnH2JSTcJECwPoaYJQplaTAOQmQ4UQVc1I0Yma1BiKywIkQoHQZM3IqlVTvFPVRInIvZMorCJHnWkonCUlUe/6bDojmlvoJVUS457aboj979NeiHki7/z8rTn8AaFZfAGqWv27+lHaT09v70qZyMBgJp/t3MopcJCwzFvag/mjOR/8BONP4v+GKGBCiJ10a/JZXgPSMBCruUQgn9Q3PcJ5b9dR78z8ZgJzyeQXsSXxwFg4xPfM//woCPg77Gc+1tDQ+89+I4QGcp1rBW6d5TR1zSqhkDjAdH1MASEFtAOcd6ssIkQwzlcigjcdhSRc7nI3MeQKLYFNFKfDcpXVZcEqluXpOAGVVkqU6z1RaMhQVJnB2AIHXUVyDG29pw3zbAfd49FC/B7AH6ACddOjsDp1byicOp90/r3bKBW6EZfSlnAXvod3tX8uLEfhU15/ndj/wtj2nQBX8UM8HY+Ma9+ir29NUze54uZs8n/iikxMvz4d2/sz/N/pHk5ak5dnS+KAXYc5/ISACtAe/tIK2usrqVJMsOQrwdrobxndz51lO5wjtiQeUop7qswgYyTRsKsvCKec65PvTeX7a2InIMDVCT0YnpkoFaakgu6kgkaxwN0jKijIlLGuBPgBnBA5wO15R1LedFuO/fLivoRUTwkuWjYunCg+Ek/NZK3n20A4G83QFPMzCyJKuOPsblF++tqfw4dVuY27Iq2fAD/BdKQKcI7DjCexXfqLLanVpd4FB8TEGdj364Su73J078iccaN28JK57gvxnAfe6r6Z6gla8/RfV1lRZWURZJZxJ849AHt7nz1NxXFYw/m8QaIBzMuwOWEq5wCgSMltlWZalmbFUkH0pssxYMkw0krCStIoWSeasRYAHmKVXqZAnAuX3PAMYAC6O5MygU3qz+q0v2D/064Gj9H0U4C55Un0tBR4RFos9RYDJIhwLWSRDJAvtEK19C1LwGflveaKbPNxnrqa3g/g/naZfJbfmf5zSm5bUmJcFeVOl+6cn/hFKy05LQ7UtTY+8sh34Ro/C2hoqRaayLJxCmjZTjLINNJ8C9JPgJLsw0PEcBelFYqLMRYvtSTkriKCUBVtikneySIaZDiIVUaYiMV76AJwDoMMKs6UF94Vj3OO7zz4TWmfF0Cp2gToCNLqUCFoB56tFg6d/hg3gaDT78+ousLKc6sIJXtyDrT3nP9IVBdppr05g86P6cGZ2KqtrgIzTRiMFegHsLB54QB9wZ3oA4s/hAEPzV3zSlUp5aXR5aAvnGf+eAuh0mnRnrXPKBctLG5r3CAAT4EShM73nG6phyYUTJSZhKiLVZJSFqE5lEWWhFllmLOUsp0wmQilnhU6mmZ0jBxguz023x4Hw4bdDT2dtP+C9EhFWtO+BMP7ba/tAaZaKPavwZgHvis+L12F5kY2kL9N1OZzQfjaaX/pqdA+eDdGbKv9MdzblQ4J8VB9q89/WESDyDZ3Afqaw7R/5pqVv2CuY+G8AX3xEB0gBlnLv9qU/z3XH+fI3t6cNSvsfKQhdK5SW1kqRo+icJT7KMqGNRiEeACyC+uLo+cZP4knAXnnkyFlFVGStYFiyTrVTwoNSl7BUEyWtol3mZJjLIp2bV+ITeN3MzJWm3ArpsLc3vAI4X9iTMIcA+9LuIN0yHmDfYlvu70yCImL9/6hMBdk1GbgNPxPlC+Ccuvf++zYc31761gaebk58XANET/wjvJ/ZetzHiM/2vVxhf3vnbREBnJpT9+xhl9HoeSztV/R6LN+3Kf1VsnFlKjKVM5VIS6x/vsxCjmA4ZxTS6FiKTGUhyikylR02p4TOlNIy6yeciXJJTcEXkkREqgmjz1UESPPkjiEH1bXVPd7rm+/z4H5AEOhXDdlcXehPIHyNcu6RQR7cIIokOrPAfT3/EyQbRpssNdwB3uNjKXzY3p7C/2wKik/hf4VR2dOj+t8+X3zLIDEiQL2m0p/kt5542opS5Ldo18BvXrrHf31CwI7yUkb30Bef+f/f0OY2nx9UlZ7JMf6h3wWJ1Je1CrRKAWABS++ALLebMw46ChUDU5KZCtrJz0a/+sc/27ugQxiJ1ysgLXijlSURstzYeKtLRKu4veFvDHRBi7RkGKXISGVh9Ll5HRYB5rlnfqk4hXFY2NN/2OFp74e9yZ7VfFEC/Z4FlvP0ikyxThwAL7Wv0M2+VMOXh8WiOP8xoyjoinEqQ0kfBKZXa1uPNUWwBZQSB/8zQQVarwLAWm9KdZHIgu61/qUXSTpGFbC04sxAd7DKIjKVUfBfbbpWcVsf+fAUWEqVffvQD3pKQdBPBu2pJBKN1igu3V40X1VyJ4syUlkUZTs7TxGg22G/E7GzmsUoToCX22xykBb7CekIS68K56d952Bn9ZKubPmqnRJ0zEJlErSTpAITlMDqRFruKiqSuomTDMkriqqQpOVFaeBapcwFCXPKWUnQ+qsAkDO2WH4Dqn0p+PyALsj6sBgWXFFEEvIxADAM4pI0FSEVgyL9WaSQIfMIMAusiDIyttY/QGKWo8bpinQ6UkH21PkAnA+A/QrpuVxk0Ph7r/iolxl8589wFfgeIL9n7pTvT1GT8K5ayknvEIdElacEblNmEK1kWFPiCE6qMNoS0YrgEmU1iYnaRIqIBI5/UTDSdZTXqSxyVqc2YYiNt3/XCTjrOD4uuwMsMzDyvAG/i1UPTh6jMhl6uvTrBe86mQ/LNVaEZ0uihldBxFmyolCTQJmliuD9M4NKXOonxotWZb/u+YoAZcGEjpnGYb68cKeArjz8F2AdzPdw4osG7uboCwVTEK6hvIblAcThgCWxeV+3pwhuCynVhZOZ8mRFcK4SZJ2qohY45VyXocmLcb5KhhVfSUossyhg/cVQwxY4+OX/QVqwbGJXPF+nADYqaXj6BqsonLLPeVgE+NnoMkbhoULC9y/zz3GU6mrxvV/FJ9zo624/HI30iov3+aKM0a/NAfIda1Tgiy6ab77BQH/Gb4/A64Gf2l2w51gItT9rWP/w28+wt+gZAu9S3USWmY6gYs5dBCgbZVYYaz6k6+m+cHrU6A/hrJP5/lznPHFJyF6fb/sIT5KLJZwQMADsX6NTBTv/MXtQMkx0RZaYhDn1k6V2lKlwuuQLBkVZoyxhTgVpKWc55cwLvg82AY0Dc9r9AIJDnzwdFM84tMa4ICJTWRWXvitOgT/zUJrPtfurLyC9LWue3oaOJFQW8LmppKbOrGJ6+892Y5+vxeAfJi/9Gd3z5YNURM1DLiqDnrkykg/Sx+oVZKaqWktY7mvY304RwtMljwdYFJd5RCSTZQyYqipAe6GpJgcaLT1IoL/qsf9X3ClOw7MeDHFikTCSoVNFkVMuoixluSIJEhFlSSuLFESrWlmZDPtqu4QlK+j1q8MN5lQjH7PdhXaNnyKcAygHpj1cS9I//rm8BviZnluHb3ofsRyfBvhGno0Boj3XOR2RQ1QHl6V3ZXyjV/eZGhaZVN/nZz0gn1/6qgEBCs353lsqsOqeXkSI4JFXIdHa35ox9csjtnaeCtJSh/ABOCdg9lzbZHlJx0hzesyXWC/2A7Za2P3A7P9ITOmg+BA0lHqPHkv6PBqs/PSXADNwa1Bqkzmz1Cbqwskoe9g6FSRTQdat+jJLBSnGsBAskQJSAGhHRo59caurBZqZuvaAtwSdLbDDTE5l4bSIKJH4P8Z8CvxrfQAGzulbd1aQmhZ8E/8paf9ZLN6VsVeqlar62xD0v0Knt9+/9Jwf9+XnlQB6pip/RQSt57/Nb83wflrr6cmwpNAtj4HnC9KdioD0jw4CrJWWXkh6PgoCSG+AppuDE4wGc48l417FknsWvcKjw+HNiw04CXCrSObhhVPOtbIgI0Wmsi9FVjGeWcpFxSQ6p8iCjFSThj3SlPL5z95osef3xY4xe5j/E56K1wUxJIYlVTGlzB+D8QjQT4fhhsSa9P38rgx/a0X6q/ivVR9qTKHKjw8jmON9X34UTi4TnC6G/GqKvi3w1EOlf54+///5Y/J6v0ZaTUuRVYxnSgBvfF7A7LGw4TL+k7zl8awa1q/SIF59wBuCsHDrghko+zexHONJ+6Ejgm/iYY8yHgNor4VVIB1AOm3JcIlSZCpzamWhEmSkgrRkWKeSyFSkpWSUlfXj4EbbqAzmEMAcdLXPoku0R0HTsPSkVqbEUAxORB6PXgn0N3vfIEpDJS/dMSwTXEYNHBby7K3M84UDjKfr+TdHxHaomE+R35t/pfeKM36EjNrvX/pBN5/vLRhRzud/Tl32vQujXVQaSt74vEDYY7LC6jEvSlshoB3D9ynO0uiFJT2gChA84sMB0iuqWY/5rxDKrXgV2CutxKk2H5SyJGoRiWxlhUorq4gy5cyJDtUmSroiEpOzKErr94t5Nq/LoDXfYE9qEl4z2KhYMkx0a8yCBOq6H12XHCDOSPmCjF/x5bTu2RDvIVjTay3e12eTjBb4Wx7dAfJ2iau+/5CxnX1AGN7vXsN+7XPC0tZpdnq/xrx+v0asGruMwuk6GSL5AJwfkLcykhfxnMpAB1hL7ckHqJo4nhk0MLH+CqeSISB/FNfGv9JdoS/0eGmQ4ZRG45QTOatTQTLlrOYiC7JMPYXTlgx7hc7URFXWdM6K5AOA8YzZO9YsnpfvpSYTyClhX7KC/u0b/Wf7G3oluKHb9/httnuj6a/MLcJfwUt9q9eZ8WUXaMN3ZbzPV1xAbe5q7MxUf8VXndG12f8mGeHxXgc5tZYDtMcP7d+VfDFuemuGrVZe6URYMky0FefsLnD2DJ7Xm0dhGRE68M8hOqmV9jw/JC3zJmNXAmHuC+gyCsQZKBt1u18F+HJObOcLq4gUmcokKBjDXGa2KHIqyF7NbqYyUkG2mA7LVBKZaidhcoBpKA+8q9vZV3hO0IJV2cAJQzwIZVimgiyrleXnXfSxNwKCM38shWJ/yvw5dPXwyq8ufWuib/9cqKkv5xA98oYHrwFyGfcY+uXWihftGqA+ocnvyNEDEyiMlAiRhjnLDJI1Pl8Ql8c6T3SRl6xVMfdnwNiuWezl2jBnO9KXp9OQtDpZLZzgJUC/BRgWoVSQORk6Fcmw4jtZlyjKosgpYVvk1DLCUlnkzJKhZ+7S0lgefGW1U3duAsDuSUBdJKzFunA3//Vv4QB/vaA3tC9f8p0VG3zCOX+xEgebX6OeT+3pZRiI/Yz6Ie4C89UXUmVsh87tqt+v3D966xQB6koh5PoQQ7w1w1dKKWhlBeFFSufzFNiL9tE8+6+2KZv3UxvOgwkB3hm7ikoDqDTn5RkwvqrKkmGZDJ0qM0ttskMri2TYrllClPRyUUEmzEyisygzSGH9eVoTBVmml8E5mX8APEo5MlGWqSBTyuD/ChGU8oBauwZ13QIX8HubbFvUG5nzXGWrqMxSzsqUC5Y+AOcK6J3ooJxNIIs2afvpF5w54+Bv1wx7zZr3g6sDPv1ltYv0NjsL0L4FqCwZSEXVRKZS4XTJJfQsp7oINWfKaqcyXWWZqYg69ZL/yM2f5sA+U0eazI6H7AjOCtAE0rBUmcqi0plMmevhc4BOZWEQBNLgWt4qEZUugdz7PGHWGbBUJAONwmjlyCR3XikRZTJsZ+fQAboVWkBXQXkG62UCXuULj5YbFie9ChGLHtAH9M+s1yvhUvujiCWdU0mUdBYoKyorJhG1rCojFWSkgmQqyDLlzIlEW6oKs/5iCssj3DFvM3WM7WxBOSyecuFUpnOGwqT2TKDLJJU4FS4G/uOf0x8vTStXGcZP1wX5+QMly7xIWaT3YcJGOF/UB62sIi6hmW3/uQIz3J5n9GWkZqmVJxMgAnSL77flCADLlsc+B+65av4GQHnwbCfDRFfW059yFqkgl3VSF1lLZS0qhDXhtJNRdplChtgnz7a9KlKwOMlLrGcBkgXkrCLSiOUiCMs+s7fY5pTJXLAUuKheapec8wW5JJIsESaLMvVpnKeEzhRFEOcxAgTAevtcTem7Wl4OVXZjl3TRslIr/1WivqLFcaDrl1871GaVaCcjy0xdZDozHUFZRKYyCRJRlJnNTIcOMsmWM5GpRIL1l1bir4oESHqMue3a2hmDNDqWctZDl8kQSVAKSl1Dpy79FooFG3RPIjBczIoq63aZSnw71URJn0cHaKFfnwOURbu4p5ZPuIgQa9BSy6wWYm+LOTrYvZY3DrqWG4yyVETqZipTUVaWhVM5GXayvlQTOYuUi8wk0dJUxH+Y94JBBHgM/+fwBk7tUaEYk2Ioi6KdCtKY5P+8yFQrmWKpkzlnUjJwLhdOOddbONUjqrPzeQoM2z3MGNN/38KF4fwHIp4FueWbQtsD1ndP7ObwqcCpddyF37aMwrJURDKs+E6WU0GWKWeR6qIi24QXLZKplbXqW5kKlvGcmsE8TAJwhn3Zy0C6D8ZRiUFKhBdOGnZTpX1gxjJSmyixP7NUkJFy1kd40SHfwDOyVwTarvxS24iN55dBCJWby/6mDNFY1/ZDdafpuuFR4ajqx+z21YB/Ygp7aBORchFlnUoi0ZYMCy5EImtp4gwLWZcPpcxURMJIkam05AMgKANAkO2J74Oj6JwN+CpuIiwvKqaSGdY1Xb6VWYpMZZlyVhGRIqsYS1Wmsl1ZEufyGmDDt1UVh3MHN1f3LbWLybdzWyepHRuvBC9zonR0WNX+VV++LkimhJ3MUkH2VlZUkKU40U5G2RZ1eS/6iEg14XSQ6c8IgL1F9ZGE2jqOBmc5luADzD4qSq2sqLGUs4ro6DEtyVSmIpFOZ05lpp1JhBcV40VBlnRd7wNwngAuDK4D5tjygS2jdvfCc9p89RuQ1NS88zREZkmd0nMwq92XWrfaIgsyS2ouyEg1adhOB5BOJ8KLxCS65JUVRGQqkyjRzkfhbyChASz9FvDR4XRMYTXwq+5JQMF4UZEHEM4kupvqwomctVPOnEi0JcNu6imidKo8Bp4bMJ+FX79Jh7Sw1+r5Pvt0cIJOJ+2HAaH9yvtOG1a7L/HtHdkmqqwi6lQShknqtCVDp1pEWeuE004muo+31CYzHWUSpMLoS/5fVgCf8cQsHn/c1eLE53/lwDfZ57GJ0lJNOB2pJhJWfCdbwmVhkJ2KSF0yKGWZrQunLSlLL9M6V9BrkHGID/8VFwOrx18BNOliR+juE6U6IkD+Je4UvODx98UWHOOGc/dFGpbaZJSR6qJiOkWmIhkmukw1meg2n4vMlKlTROmCsICG03jsEX/lGXqDoIkhqbNysMpMZVGZU1040ZeVRZSRcuFUTlUWZF1EmQR9KYh8DDxHkE5be000OaqobWmpPjvFrl+r9bXv6Kz7pL1g79ofC456Jm3mHzZRkiXtfBbmzJJhEgWlLIlCLjJSLoJRlqQVz2S4VOx0QeTMErP0dZ25DmOcvePO30nO92uFdAy01JeVybBLO18RS7OKqMhe1ZYGU130pchUlrSyS7/1zT9fYHbcts3ORR7j01W8iAydL7X7XGQGRYHYiWwvyq7z9QIjmiO70G9rCyk4Zwyd6RZOOF0QXcV2MiyzSG2ypGs+ypypbBcV+f6lX23szTdgFTqC8SH3w4erd26PPMpvMvAY6ONSpIKshi6yko6ylvanuhBRlU6nImEu20WuLviSLgVe8B0O5xPCJvsMNsuk1VEJQXiynj66Iv6NZM+CiEN9YFV7sOqrwLEe0v6Vm0TOspWkVBNOt3kvKjIylTkZVnxB5MxSX2ZpCZGzNgHL/0e+RGmxv+CnT+fNAlNG7Hl24EA4F77PgC8ZzeMTWZswLNlE16LIVNaiNqcsp4K0VBaZdipSSRgmWV3kBEyfKDln0GuX4WqyjUPS9VXFLmB1PZ319a94i5cDUR7kAhksOnmK3k/QOwz9MNULzVvm0W87bdLpOhmmSi9CbliICzJnByhF6hKJ9KKHUbp0Ow2+IkDOS/clQRcJ8vv0chbJsD/VhNORIitIz1JRMZGpLFNBlikylZVWQZbJ0LOvqgfhzxXQurX/F04g3f3wklSPjyi8kvxYn5fqOjjsP3sec9H9AfvaAWx364dl8hXA3rcyidI8Et9D56zgE5loSwVZMImIZFhmkQzbfJClrJsMawrpdnmg4wUMBYEuWAaH1Z9pwDEwDU9kQSZZIhPtpNMtkqlN5qxNJDrzhoWsFHmR5YUoUkEmJrLfnuP5DPMuNjG8S7r7O1p0XhkNqAeFXN8wtbQUPtC1GZAnOlsC97KqcWaWuL8l4hOHy/1BYCITXZCZLhhlpbSdCjJUgixTzgoiU6UokmE/54yy335WXB/gxdvyNeB9cPgkrGqaTg/2dBas8cmpU/QyylJRVRWi5UyUVU1JRJmkQUXpdFuUecOy6vb5jf9KSIaZPE12OZUnCkgN5EQZ2YlziCaFvbtH07mvBACGEzwd7oHlAWDLNQq865XA5W9+m0wkSkslkalUON0icyoxSfqJkrZUZSot9ZNMCdsipUu//fazckAtXF/wn8C99mBwQNX5AR0DO+OXs3ZREJYME13VFyRTwqImEZHaZM4sFWSkXGSmlEbx2/N6/6OA2mjTOU8QugHYgY6zUXTXgrIlXyVtRLVEfjepr/9S2FPdgf5eTg32Xj4VZH/aQMosucQkendnZ7Yz+09lFRMaZpQIzVOlMmf6kxYNBL0xGu0vsg2A4odOnV8CKzoCvX4oj4FL/UekgmTKWVWVsE2m6jZvmNj+VJC5hbKc6iKSHQN9g88thEXnqCz9gyMJ+g27uy/0mn8IizAPVBn06c6w04T+c+ICemNDW51DWr4RMEU6GKZNrQFfFODk1Rlg8vdVVT/A4dVwUAvVpWXz9q9R/mgUBr7dWwtWeQx63ZCOGsdMjof8/sID3M7jvqrqdwR82XRhoPYaiTNHaLZ/kLcLhwnH1WP/cmd28c+ArJMB1WeTOPA9/RwCfK9Db6T6xgH8yyEOcGO/tR3FhTczy2s7s8lksgaquh87pQdLKNXc0rxb9NADG6bsLaA95/MvlJgf5MTZihWdVnAWhv+sQLM9wTFu55qzA5wWxB6UvEeyYjNz7QKiw9EZ9Bg7T0K7+4Y99ZcBDclWigwCnSzW5FjwMm1OAdzLvBIseKe1AGza3Pudy3d+hOgPaSsJHODbFnucJ07qfIqq8g/Z7vmqFhmmtsj0jnvrhefA3gcv/sVD8kWvAAmtplrvAV4F1nmMm82eOjvAKUJlz8mGJY23X9Ymn3cFQBWEdL0XJL3OqdxXECAmHRJpNzwGoM3r3/0Oie0Ih6vsNYtCia6Pzw4lZrRxA7vGZPJAkmKbp9PFYm+B+VjAD2LCyk8TAILpGSUP/mzwBbZUTG74Yj4UYPTycV4mH+Bl4P/iUW5y4yQOqQMcANhTFBuk6z1WwNC5E4VNs6w8XemivMmS3aP1uDMZ1yygjBJf7nYG27xMuzcP5otiyOh3OD92XVBTsIvIYDK7SrLeZEwh39dN7wcxuqjGI5juIHUu+9qC8MsfQGJVeh6028UAJw93OM+TTecGOD2o7DnvBDD/5ZZeqCVw7aoKXdRRIWnxVd9NfRmwqrtwgAGb+ghMdVLL8GtBD0jpVe4Wk12rL0d7Kt8HJ+hRYGv2IpSow2sEfxFulvok57wE6N2ryp4Hbc+8qqo+BzgZqI50A5wWhEG7DacIsJnb9T8DhALOWVFUdSCHc7q90Y0AfX8q95q9eX7c2uVl9SkCFlut4BsA83njd4IVzem6HqSMDPeu0f/NttuDBVD0x4Q2/C3bqiyfjoo5LodbtG6B2JMwrmUXRN6Eaw0XAp4+41RPvnR2gFOD0qAT3aSnwAiZ1glz7y6QhH4Smzxfe98qeQc0KaVayDmFiO4OgP35Ym5XCxnNxXhhRuZXtE884w0QgzwTexb/hftrL6WYHQd4WadAV+qQN+btdGXELcF0SqsY4FRhS8G+7nYNcHoQe4GVyb4XxY0OQGakUdUFZKGCwJJNoJ3IeS/MX6KJ74R6Zhp4Xr3gkhuxJeyn64D51Su8O9zcUAD4wkV7CwRxTvOiHXwfPSbblDeABZnXyfC88H4a7RrQ3JePdq6ZHgccYEXwrm6ErA03Qk4VauNP5q2Xn2eAVrFLqU3nLKvsqXz2z2uUsUnc5rCgzzsBY26TD8VYjWmdLpzaMqZ6LO9lAYNRhcSAvWax/18YEfAJaACvrWIKsjed0wUyAOQFBZclKAQgN+glE7SU4RtZ6dOti4qCOkrshc5iB3gl+Pvv6QE3Bw94qhAXdWTfycs1mRSkfwFITF3sa+VuVAMqirq0Y5gsvYTPWL9NgqBHXjBc4cqgWNEThPIS6vFhUT0cKVhMr9L9zW45DwmmoAjl6PsUAi7yv9gSZME839w1aG3/vn35zbsN60APLzEnL9FkgALWFAPecW6AU4HK/t1iu8be0ep5S1Y0UvhX7cCJNCJYlrkXOT5kdIRHCDd6ob7n/BoBq/FKLpDvIC0GELB4pH+A3JBURwp6wGIh4JhwBOkuOHWFOLKqbblZDrz5PNdKlvAy/q+CV23/5sOUN6+ak4A5cd7sPX2mmP+qiwc4afCBVmECMSZNMmOdAziXBQQKQoz9CJkUJIheRTP3gnmqEqUa7pUhPCbk3l4zaGOcPgb4gCARrQv/Xeflv8mzdX6Qj2omtmTgHOrbkHRcJRKwOmLQHbqLdH+V3WXLVfZA59jzhhyMVgEb/GiUTdr01X/NFKPN6Vm3W8GfQ7ZKvDCAMd7n8xU2cwAEHqQkChkKwwDjTCeBCU2WbMFyzWWAVyV5rvL4D6h986WgWtTrhKY1PEcEGxA0ZvJxsN817QmTf+ANElT6lnIpLAVaJhCT2IKsglbqgDQK7rZIthMr7KZHpNMzx7dIJ9OKOPUo9gBd4EGJA7nYYD7VoL5CiUw4ar7UrO+8sIpVJUay3BTbnHOcsIk2bywxieRs17NdUAnzwKkgDV1qIWFvwX6mYET9cLb0xQ+c+iJHAQlPg8VSXT+TOKZGuvMh1nszKRscL6FddHLkhKVwDY6daK3LfxrPfbehI/6oP0dTG2gkDb+lLewG2Bce0f9x1HmkYgXypBsNNC8cvLQ6Gk6OKDSppUmlpoaLEwTvJv+XnJw5RUaEIuAZD7zo2wflffzzHAxucEL06SjNC0eTYRRyTidzTgHzI8p1iLPpad7VgW+2jkmCzmpQq8BPwfAHOzmvP+0kls8bzBx3DA47ZpGDX/44Ipxd6HLvYoIYbawb78S0gHsoqRpCEQrunGLKhTW2ejojIn4SHAvVHrss9vSj5ra4ESzxeD+sIUZg6c/G023oqOV8sc+m4LFiC+vH+I++5+Xw2R0sF1LfOYCaKa4QSZsS5OYTuY5Spip/Ijg1pocEFY0AFhd3RsLfKQoEkxwiLzleoHPao8M+h9vmEUPLA42NLo42GGgbW/JHlWv+NGsUjR6bB7wigc/bqeW2XFijm40wXzk5ZzSSbTYM3YZcP8gs10RIgxl3SSONJqs6GyRJFUygL+xwJsGPIhNTjVNaocUfUPZSFLti9ZFTXZA4cl4s+TgJRoIiDVr7pyKG55CSqizIoyGPJ4nXwWU+vqHbgbt0lL4AyqltiTuNN2etD56tAlVB2RyoSjXGEW2ywAOSiyMnnxi3VFDv1AAFMMKOIxIz/axA0nxpvCUIReN75Togada0w4C4w6mfPBtvyMVaS7twdQo5ekcehDMpnTca20zkyIOl40FAoKGwoVaBzIcEuwBF7jBUzV60byGnUCogEWco1iBNkfoOlTIpg4KaRel0CI6OWjPfn4+W+0raFh4dBdp2oAZINlvwKpG7sCI6vB1yxWvFfETYKVOzxiDg+12KKJOqqrwZaU6k6kxEVVVBbmKfGrUCqm+OWRp+Or902grGb4BYCMh/Q758BHhen2rHOHFsNbxyezbyHHAMLgca9SwhxDirNpV7S+TsSBUwZ8zTaFMh4PY4+kcOmzjhnOtKWv0nQj/WaH1ycU5oENw4Djy31beYMt9wY1iyjdW6ouqrKIgxAntmh/r57PviKHKV4keJK5gSpUQyJjgK0m2rB57VHiehGdbCtvDouWwXpItkQDY0iaeobMHfUt408QOiGx8z9sTKZlMxwF+eUoMLoqq0uEj1R7n1FIiEg47ps/TRxFyzW/asCluSEo59RQQI5+dnwyZivYgBCoDdYSg1i+YGQcjyMRcc2n0/JiuyA6FapIjv2nIW1hH7Uudgbj2jAax5S9ScQh7HTeUlIWuhizifP4vNNNTYWG426Nh2CFUCrZq8psg0wZOFkD2R4M8l2mNMyh1apFRClaVINZEykG2JIBGdUYfUIbm0lR8/2ZrY9uB3RPTSGA2OO6LEmx3n3QN4GK8BRgEC2y7LwxbO7+phsBtj0i6mwaqFIWS+aBSGGkTOl8+httEHSKqiJWUujkPhsMh/FjEZ/xw+nAK3gccRG2SMPJFEuuQj54dks6UpstLkalnI2cb01QT2Id1mn2cAsIBNilh9ujlXKwJCWxWuHdN5RG42dwwFA4rZKeIQeO4l9g0NCvX5w86IOjZiNQ9n3IUYJ0gmiZVWQYZTDJsgJRMBUs1Jz5JnI8890uQHoCVmyEkZdxDGj71rjbQt5jiKbe/m2mRSLnQGhNpnHoWTaiqul1fO9iYxVgIhVtHeDPfsI9NKYtDWyDqxbsRRwE3TZBIhVRNkJtcCkkC0Efkc1x6GEUiI6uEhmBZwCDFmOnzFoCJTSWvUUZnmzSnQrMq0ebmCnPHsxTi1A2sTSy4OjB/pT+DwgKZ66jkNRoSh1ul8Jpsx5JmzbU7ovAUd9rOwLzWSFllOJSnW2kRLyTPzbKASQYoFWbohXjgUL6TQKBZUZasunXnrBlIQB6OtAhCt8FOy7Uyb6xbdos02yVuNM3nUoiSpRqx1BYqjJ7ItHsvhj6R60CjNG10Dnz27P5Uw9LXe4l2Ua0DY+TkyW1/8mFPEscqqGjAIbDCkEfs2QsQAUdgKMQNkWGgINWc2qD6yflzV2JqGD64nRnZKhjE5LuFR1jqiHiv3F1s6CVYMaIs58dx69v4lFG+lxNA6f8m2GPNlW6jN1dgLVW8claUWY8L9k42sB4/jzJWxDBX/xeBltAoWJhAjjgJ14pWSuzpo7cLGZzkw5JYdlqJAK+3svl3a2iBatNhEqUqEBNSLeqtTvamI8zLag94PFatOVg8UxR/jP9r+Nd1tTE2pZ5ShtXIJKY4NChOK50BpjFzbemOKkbVDgu3bbGUU93NkEIjJfvHCA/9Z47MQt6D8mKThZ6KR2s9sDNUcY2NAoQmrnWcd0I5amiASnODFOv8UBw/4XG1ssaBOMLeFGV0KxaC0NVQJOzovtDbN5g0VvrkJOdQus+FwHjSaFoOkjvK8M7e5jB81hFZGbEeSHFrIE6m1NDxTYTGd6VmpZqpQ6aqst26OjupBGNvplPOJxlgUOVrQLsmbzFQ5Hhjf3BJYlGiizlxmckNkLhVJAnnT3IX3g/97wCGy3lWnmWF//EW3rLA6TbOtDln8sKkoiUmb3jAGAZkGl6h9Gz3kc2A6PXZViGq4mF4Ro4VB4XzrgGJHFQwv9i3FA1BwDZ0OC2kcmpKKd9aShJoi651d7jdfKgbc4Z2QsBaovXqO3rnKoLUwo0shVpY+w1YQqPL80Jgrbqa2EAkFkYNjQ8Dtd5qs9DlhLJJG9JTROgeqcNpIJO6NyeFBXVf+VBttXd0jRzEi2YpMq1Q7lpQJj0qHqdpmc1u4wc4KM8siqk1oBGVR4bXOWaP4eUWmUl6yKkFhxRbNpo77kwcb6tnWRl1hnZlrfdlEjHUi9DUxgWbI+seAqQMNAEQslLG0UeS+zTXgq/gNJOKajar3aGW4kA7QDiEYSQ6jD6rNB0YTw7h+9c7u7g6nT5lBQQoqPhgry6odJF4JmcwoVU2pdPK5qMhM/Fpgd/POo2tTDG9KJ0rT6jlfNn10PZxMTGHMJXUM+eAH1ZjpZ1XYKcm512LyghL8LEoTYQV/WZFaRqK+JCPqA8nHM0BIsP7EjMpnhXZRli8BatZqa2w3L/VKSSEOpqwuyk6FEzlvUwwAefkHkKt6yrpS0KnBj4WMaoNzyEnhsNrcKAEZ6NHPlefAQD0R3X8hsF96zoGjFUdI21Po++z4s7d+54Pdxw+uDK9zfkW4v3Xt8c3JzWtmnEgWub0q7QWsni6M8Q/nDzx+nMHk/kgbeitItK/4KRYpCZHotqDDnyI3EWgVBBMzyqQhLZVEVZFzTcuRWY5u1u/MNgejenWQUX1/85pmlSPvA43R50GOf5NEfFO++UB3gKHAvwP3ANt24ZyHhRgzjBqHED/tLBYQkBxv7l4bXmN6cnDt5u7WongaEQPtl/NejmaJHyeOrsU8GadSs0hG/g8i8oFsZDMuFUndW+WutDOIUkoESIjtop08omlRZvWgKMFPmgmjkFH5eAxwAgCj8v+XYngxIz4JSJhoxnSFs9MzMZL2PQqjKbpwwHGC7Ub0xz3A9pxm8WRt3ZUGOCHYWrtjxspkxcvSVkrK6YPRM86zaaR3U9RnLs9pm2HOLvwntezQR2WUJLnjMEJQp9azs/hZSChl1tlOZkqRrGFiE0Ftqxg9ujEY1QnD1t/AqDg7MdTIORcK3fTylwQU4Vi05FwXTZ26OGCDpr0idhHtM8C7j1xngBOEa7tjHmk1zDBaXZADH+Xx5cgYfGkeIaNeOYvQdKJES3aPyPpiA7REb0ggEORpAewtnJ1faeJPi0RJFqsFlHKqxy/XskY9zpu7j30cBjhBeLA5bvgeJ007RpnjjjFXuFf6P8aEOAPpBXo/TFWCi+ILeajgboCR80LBwPyjW8OJyqnA1l/up2G2IY+SsqPIRWe5QjUd8FHA3aCEGKoslJfo7UKLhfqiFH0op9QyFuwSSYWWRA6kcnOFSAzx1FQCEybCtHH6O5z9ng5srV3RG2Y4BTZ5mFFQ7VCPbHg2HqNKoPdreb3z7wTdPIuAgSTx1keuMsAJQ3Pr/2HMJfdjww334MEYuMPlLBW1qUw3WlVLzVADotqIhBHks4GFfij8BAAiym0PIoIwvxdBnKrF5ZePxOKtrZKxro1aaE+Z3RpufJwSNGsfYag1hxz+mJiWC2M86A9Ga/r0C4BqwV0U4CFD9s+dwoIGHjoWm8OXzE8NPrqlYaaZeomRp/uwaOwIck4R5wrTB4nRcmuqkFCzyF0COQnOMec3VOCd5FqtsMbobs/dlgwDpVSwQMmS3CvEuzqbWi1+0QZ9eUNp3xwu/50aPL2V4ntF3ZhlmEl1Amx3QMwB+gxlB6mPikBWwgXwhzRLjlmOGEjszx8Nl2pOEb7cDH+FodYcoLQ7q86jkp6kV94qbe6C8QrKyKYI0AgUlEIDfYKwt0H5HsMurJ9UsILKZGx5RioG9LDQ47w412Uy7yfn57VYyqJ58rlv/wCnAF9uYtA5LUDOJX8K6zIoxjOvJk02COC369J3Ti8OYAxisPRTMd+/8jdeP8CpwOa1GG/ZK50QCwVnILyU2+qRo1Q1vFyQ9oQMJV6DnyGiNQ/81J3QPJ96I1oH/FnIFnGcyZFZbCeRKIhMKiGS3ByqkIF0zhur4PK38pdwBzgFgFFptDnnMgTOSHULhBlkBLk7KgTAHdIdXDSggWqwtHtEOR9OgE8XPlqj99BY++VA+hhMBmnxPDjDhK3WeDYpeVq7ukCmk1JyUWfK5ICZAsqpcu+QkLsLNaStXUY9eUk5wWToU5paQBDYi0yVLRiuKoGWNEouY3M4AT5VGK9tYG41/hhtzW3xLiwAvR2kIjlrKJPHkzi7w4sDMk3bV6xAub++67UDnBJ8+q4GXk6H4++l5kLJRO6sgtcchTK8TEybxVhUtmBL/ZIg2uSSj2mGy5OHVFP1q/MANpdA3agGPPSADBxskV5nMmttqspF0CmaMDL2e38wqlOGq+9iRm2GdFRD6j7wDBnztseTWFHgxQJZrAcGHDMN3OLmEACeMuB0UKNuIZhoG3rjeRWn5FN9/I0EBFwQJg8ycKx3d+k0ta0BWUPyEtnPdhP1pjqVyNhxQahLZSpFRwklaampLMlrSOpk2GWg7g5PwJwybK0pAOdxCblmvowAzeWZAFNGfxcOT+wFDQDNQDFa3ClsL2k+uIhDsVq4MY7xVqJD0tjLW5Q8kxMoTExCuStQrLsZaEYHCcKkIlUwD5GaqQH7VGb9ybMJYRVGgSSGNzNeFBGZ/6zCW1LNvSRxn19JbWa+5QOcGsCoOMGYZViBproM6dz1qVDdXrrpAZLFBdztZaMwbu0OHigsrm167QCnBlc/x9hrvGmwNFYZpTwYvUbiPbqy0M95CGy2rL2MXjomi7mkMBdyhKRRiQIEpOjM0CkL2RjUmZw1UGeuxYagyPRjCxZkQUdfLLgg4JeDUZ06fAqjwnDrp7w8AYZ3kw2QXmjmMZsGrGJAmDzgxfGENE2OFnYKjo6Gbu/OA699HfD0ydrrXPyq4MubHHkzVYZUKjAdui9sZkyek8KSTsvqUcB6jQhzV04darOE15EANRYKsF+yhtZAufol4wQLQ08W9OkoKVprYQIUlGrlJc2dWClvKYe82Lhz3bf8dGF9cze9vqOk++Cw+jMH6+ljExp7Hem8ii6Obg22Q6A9iBCQRgtMpAsuDmCcMFK0XIyWhg7Yc7vu6dXZZGdy5/Qe5F+f+CWi+zszUBubwZ9T4EVAjbecWPIV4RM9cMJPZkxLNrHFdGIVdRXOjJp6XFCBGJweVYHhEMkgzw34gypy9OR3o7kebhHsn4vwVUPJwmgXSiANE7NdQsrQCToF7t+trytv2qv/lF4lNkx247A5yfdaSpqwRPf67NY5ef5ti18cRjJzkDU4LLCf0xe6/6tvDpuWZu3CgayWqGgBBMpR9w9LD/Qyxtnk9CzlyeSmEVsTmily518N1jff0HCyueGmypzeglYLShPB0nlFbMHTr7CFgjvOmnHMIbGWIQOrTB0wAoycKKcKB2cn374YdUg6Co/qlBT8MeDzSNBlKOWHQ6y2FKh7mZeW2Cz+5r5vucFNGpRg9v2rzHSyG4ebs1vp/K2kCU8mtav1eqzK0gP78e3ndVocjIpWY4dMXQjxCHAfYhH5uZcSNEqYrmq0LgZgoDwIiF0GQ7XdHojrO5O1pwzOTu3/IXvbk5kt1RzgaPPZSUSA3tmbCDsLe4Av3Bd9BXkdizwZFc7Oa6yBck6f/FXIVPhcokRGD6gukAOdseZIaiAnl+4vUywJCWZgyuCPno0FdXT+YLGitSEFe6KUrPWnpW8/9A0vYLsVoh0fst04HBABQvdZdcrr9Q+2lz6hvT47rv0cv8VJwo6mV3PJCeB8jhbwfl6dor0SXMTDl4iLBW6i2kPSrrLjlQFPn03+IuLaqZ0CX0MkYG/fgs/6TyIyXH/pY+rWZKfd2ZsCE4+MOPzKPLhzsXhVkee02B+DpYuDu1TjpzzNIbxV9NHCpMIGtkhyak13JSGXhFLVFvAZ0laszrlIdHoJ1QilIkJKuB6kJ77dJay98slnthuHO7NbycmVNOB6W/fm5NbUySWwNeH1mOPA8VucJLhR+US4cZR+rbotYgBnqUKze+GAFixjtcFS7LBo2+rVnWel5/tybWdn8jkt9+rOgyeTyc7u1os1xIjU2dxZu4PT5Tt8lcx4xis8d9jEFSmGBiXNdnnpZ7o5uTrZlTXe35l8Cf3JhNHmOr8bcfMD2FTRQ2ux9tYaabaX9UJn7jtvZBA4Ka/GReil+YjgDbTzqPOMzoaqFsJRhX2Is8mjCITE9iuRNVQDGR0wx88uAYJwk7BgTgyXpxiPFUDwpsQKgnhDKfjGGCKp3/ZRFYCQzGOvPHtdoymsa5Rsy6GwG9nlZG1mUV1JB1DXDuRe/2yGxePsZmeGzmFy2P+nMs+pLwcuEyuAkE6rsjMpV6VY50+tliuWWnRWdSUAo8JQ+0xyUhkBssJPgC0WbF8ABDZwf/YozAUDWSxt1FA73n7bAd6YyWc5bGJmATcwlrBPg5k+9wLDuAlaEhqJrvPM1krFhodIXg2qT06fbj/bumGOamu282D0CFYEB/jAvyKDOKHooWexo8fiJzugoxanRmwPfCMvA+YI0IzVJoHHYToQkZA7z2nhz5SimSsGl8K7KOUPnUNbCbF3gGBX1rt3Zn1Lx1yaWM/MD/M4CT/Is2HJLfBDriDRE12fVXhIoXVnRV8EeGPyF4Voj2yeOXt9RpOmeVvzWRw4zW5sfp+YXeq6XkkHPNyefRS6j7x+bWP0gITMRufSm2zD5fAiNOr4/a4HeVV2YlVC1La4aNFZ1ZUAT4E5nUqKvBcL/hkkXJ5HgznspofkHGm2XHahgBbKQ7ftK4oH9tsH6/HMDnQGOMbBNd2fTe7qqAn66mSyO6azgdbm5BmOev+Qb2E81uEQilflzz7nhR+0hNGUF16u7txCU7W5r3OI5tns89FTHMKfYlEzHOOxEOvBFpgXu8Nm13XruHk2gadOmlgW3Oyb+qcW2CoGm4OOAj7E/AadhZyRX8ahMfOHav5YIyelZlQIFfZlU8jMwzyP7Si1eyTqnDq6/mh+zbpgDGp9jujRuEKslnlQS7qW/CKfESzMhNgIUqsxTSe0dj0R4NwjwAc7M8xSk++xJaOprWt9Mnl31OwW75Qxu6E98cwBxtLosmJJJ7i6swtdWfK6DKu54dcAZ9/Li+nS9+b3u9OtnVhO2M/VyUyrMkMzM3S3OKyzVpEWh9Oi1CJ3sVKY+DTbhHD24P7g/cLjcQur+A8JagQvLhokK7XwQKPXPgV+uE1DDNi2cBBHvS0EajxqImaDLeBwfmt/dNNqEcHxKEm4QdMxRdAwcaOrPtH2MS/nUGdLV5Gfst5IRncNlmc98LKN0Wmxa9PoDQ14tHZNrAnM8Y0M/wCIAM0taQrI2IUzEJwNicWDMCkmB1bqc6RGMHI4HeOQS40xWY4GQ6hfkrFkMh5G4LwvTikcmSiJuHD+QOknkXtloAV+hrZfWVNb7851FYJfA+TsAz7KJwWF0eRp3sP0QtyMTYdgdqP5vmnFXV73K+kE1H1Q6d60+gczngLDoCm7s3Nr74oOsFzO1sRCRrc4W0GsykZY3EelxdH2vQVUW6u6EohrgJoGsxf6uxTbgTfY43Mx4Fmj2qgQVMz5BhooLBhj5mdFpFq2+nSGaCxg/AGPc24MV2c8aiJmw0FvquNt3FiT6xpvPuOZAUPF2TOaGmqn9G3X+LRfcX0Eh9Px6CmDvogAEfx9PoIh0uCe7GApMDL1wMs2Tyb8r54tFg75FlcqACsVmlgWAlX28CZCXK7B8CODrSLXLOggLs9oM6JYUNXmS8zC6bfECBnQeWPyklhbNRQaK5JUuE2qQ4JlKHBQfyotqgse7o1S1RiB3DAUg5eoaGoL63GAGzCZqeZ6glNSnpW2jKa2rinsZ7L2oLhvUdjN3rYFdzLAkg54sTO7bMdV6M7K+us7PGt5e6Y/gN6k2aTlwH4UAVp4CKMNQx9vcyV9ncPiuIrRor2qqwEYFcba5laWUDg/QHosmoc57vz0ddzq5BgvHJhJA3nkMGw6d4HXimet/ChoZRwYd/iUP8K7ZnSHR0evfcCrIAA0fjLzIy9vuzFKfFJdVoQcre7qFAhN/5NHnTiH+ctHo3WcKM3jKHtn8peg7Vi7wSgCbfyr03CeT2bPTHNtDh160zcSduiNhEy6ZQdP4S7MbpxSBjaqzSkysMIcWTMRqJSOzkFp+wsRjvvh90Li1wDZsXXFSnYcC6JFoMYWXFzicySdZJHoHwsW1dGLbcJiv+cUmCaDfRCTxKnjHP6nymhq61rD3vt4NtuxmExgdqObvXGawqjO3JxoWoIBGNreDvJSFwUWmSPAmzyhsOXAcnRBGmCV4HxVaKUdi1N3ETO2V3U1MOGEcr5Zci7l8dIgQJYIzpA5P0lKP1nS5x1krb57MRfVPlhvTjTBgvEznp3ggMoD81WFYjAGHPQ2btgx2g6qsAsEjnx48AaPxk+sBx0jafDXti2ONBg/c1viqcgV+ayn2ztQuM4jLAwNB+gnkz/aUVbXXHg8lpPl0X53ilBRh10B9hvOoNbE/lbyRoIiQA63B14gwdCzkBVj0xGnmCB1aBfDimiGXJf0mJQxqW9WsgboF4coodBn27tmZTw75lKuhRYAxkhWWxxoalwxiZFZqpRAIDMRl9YTAS4YSzHGy7NXG022LoRd9o7e689kJYKwGxrI0w/sUiCnvaQDxu6vJmiNEwar/96MdWYGpgjQTDSW4+cg1ao0N2CD6x7oCWBxdDTqrjjnKFd1RcCHSzmxGn9NSQnh/xY4wVjsL+zl0Py19C4SwERtqBQb2H7RsVVMvN3O2npE25TxYNIfjh7v/FF2oQPjGi+6Ibqjn+LB26OvG3Ywl3XhWM1ibbJr8ZzDVRkn7RNdm1/zg7huKu/ySoqFAzzK7uGc2BarBwZv7Nzag3a+35Y1eTzuPFT4psC/caw53PQUNvoxEcHIC4KIYE1P/8H96GkY6enQZdGcJGyhAz/DPCBqbI9QFOYqLiTp+nJp1gWXZEah/rkIo4FYqklRiLEUTUSGkpFOo9/OUZWACBDWUs5ebTQKu4rzC9NIHgannm44aL9m5xQyMV3/TeYmgFXI/Zmu1buxIgK8Eksb3Z3hxIGg5fjqLKwS7lCGjmY4OSktzoJHductBMWqrggmNtsxtebx4rw3fxATpwiYfmfoAzN90YAGjEx7BYcO2Cz+zSsTbM4mdzBGOFRucbYxq+/qEairM178sPir2d5RBHgLB3DVYvr/XqTdJ+MY+yH5+k51X5mxo4ibk+/3/BCKgzgiwOIQ/na6iijDt8VCcY8RIFfqU5w+X6e9pVgRmk/5qNfedfJvGsw49hpxjTkJTYRLbFJAIefcKEmHgpguER41esBHRClOgphYY4Fwhl5IHUl9AKHKteIvBxHi44avFaaBFoUaEvVIoNQ340xkGzjvcYBxGxazd9VnLxmNppmBPq1ryhvGkDyABtwVZxkw5eVfwk2eX1zdmdxseG0Oeujw5lM6VovmANYecPN72NHVndlmg/qZZHYNEKc0sDi0zMv5kjHmX1CFVfEIEBVTGLosurA4O79hd/angRfTelVXBbwGiOFG7tPrckE8EW2zbLQB1/6CAvYFjBP3EaIR+903t93hqxBwPsojKqIyUDp4WrAVESCPt3d4jN2x57hu8JALTZiXR4CIyljAMsszU9iVzqpHD3jDD4dQHP0tArQedvh6mMcpros7whEs6DrSptZvZw026XeccTwGc5OrQ+KNgx2NOUcc9mg+jrZrPxmvWzLDMFAspUzzjaliS0goN55NVCgXz8xa5gr5QvbDzq0P1mu5loSM6uTV6M1EyE9GZGeZlKygS1SJGlKKO8HBpjoXlglruoaXZw/ktlnXZAKjifMLXknT7f8b1JJtEQq7oaPZpanQMOH0SJPlZT9BS3dTqhO/BjjjNcCHtmQ9O3gDhC2HTyXurE1xUNWqyAHC0NGsx+J0DVstbjW5i1XCDoabA84hFwlZXoWgOEfO8I2A8Z2kDCte69cJjR3SbY+AvXI3anps9T7n1b9q/WBtNll7l5TfHJvxGG0Hxk0YEGr/gbUNjpKzOw+eWdjIQY4LLJvVnzLRxi6VNM94GrPJ/x3rLvDoyjPsCTjNgV+0W4LsIS3Wj8fWJ1dqssvX2Fy1znW1UEfqyaexG7xJgIO1TFQxFCaB56VmtJDIdjkzbs9AuTBGbhJQjA7sIWUAWJs7/prFtc1NVkp1f31zDbVcjFVzQchVaQlGAI51KNghfnaK6ye0yMg4jYR9RJrsVUnbYCT8o4vTEvHriwBlMoQ8e2402zIaBvp2RjDlhbfpi7/B4ZSBlwB2Y4+ZNDPZwOMP0MeuXSs02iNEAHQvi0DYRz/7CJYFXS0eESDt7ylv3H4O2XSE5UxmV2U1tJ+rG74qOuTG44WlxYVtsgk34OrGdewGeVVXBYwAMb2cRw57OuclYLKCWOwv0l/iIG35u7Y7PNegIzXHSsPlx42+yzVHBERoTh0Ej4rbyocDLO446mcEdvzGBT0Fxnxz8tTLh5QqgVWRgilNEavgl1Sl+eMMyu1Qh+HifB8HEddGhkMB30egpjrGkVI/WgBaeCcmEmMS5qwgITWTSZ6T6ohWUgYEre6JTK9gVKcMdkJxLoAPl9IwfFfGLBQQDA5PcTasorXxnMeLA27EtmsoB/0Ktrr5ffzb8gBYf1Y+BHgAPNUB9sGO3Xg+X8CDtR2r5SK2P7giJ7U9Q+nhnyzZJoVehrw3Yh2bRm4iVLECBX0eeGk3ZOC72CUEJnNKM68+WELCAorU1fJ8sUqg4HhN4AqGoYBE30cJGetaS0P5xjpAWGNxQfpsQ74GaIe4dP8Dvi75PxjQ/iJqIK0jPk75BQJZuPZADRkI4KtFgIeF/TxFOJpDw+kKL6jUf+k8L8C/wsE10D3gd3l78ohzsT6ZPKARg9YNDzkPsorbqMkbtU5Sh3nEbpw7S/xHK0pJjIFXksAnmR2ppUp2AqelLrGnkLczYHGsCrEylX5ybJTFheQUAZoEGbeNS0Dquwb4BsD2zizOpM8BxDVAzTGocr9Jfk7uz2tQtPatc7irHQS0UVgszFTI0dvv+9vmUUHX6A6GJ5PNoxpcc/0v8JYKA88d2BMLGG86oOn6zoRfdeUVsCcKxNwtKRa0SaJh24GdIkZzkLy4PnU9VkuFBYK+DbHo0hlphSzmWkuXp9UyPLhU/2WxxxJuzcLIPeUkIJaSx4WiU7Ia7/NNjQB5CVmXs88HpAiQk8tjj8uxK+U4j3GhXQPEYaoV/5FtSc430Eaz/wNy+N7cyzXnCP7NfZYZ7NXJbLaO4A4x7xqkY4a+szt0IVd3XjwBd2cLWhJP7jKK21vnnc672zsP0IFoae/Nv1yb7Kxtz3gNkAuY7y/uztY2Ifsc87y5o1Pj+fZkU0GC1mBrc4bqa5x8viVq9ggqUy72A8TeW++yvyuIGfmmM4Tjd67A3cWKTLl+1/kyl7tX5nP1vthg7x455js7g1GtAnQNkHPqc5+jvuJFgA3P0Vgj79d6CRaOW05dDOABHhnt1BDj1vvM6gAnDDM72OhY3cw34U8e789xBjyZ8RYCeT51NKVrFD1xNXC3QOpVhzh7u4W48arTV3Dq6S+C0jVA9MzOra8JPet9KE3hMHGizXiT9Qve57TaRm86gwt+CL/Gaw9aGhc/u7+BZYsCPVWftiJcOOWTZ0/319E7gkn0fg0V9rwMbAoLwm8wqhVAvgZoe7M7M8yAEQS7MMgrFvR1COpLoDu4UBAHalophs3eNDzY6grA/raJjLh/A15kc95cp4NZh2SxmO49mu1cRyjG2I7P1D7B7Cz2FxI34w8QnO2tM9JjowfzvfE2HBd80GTtyt6Y/5vwKd1fbM6+31rsvTuZbE6bGxN+OOyqAkTsKPP9jRdsMZo/vrYxvz6ZPGr21rkmWCwiwX3ka1tY+Gyz2fs7uD52M8N6Yiea7z2a7FxfbEDF12+BrUDv++yd76RR4l7IPfJNvQZ4vsCvAeYd2sQwAiMIdvZLT0fn17piX5wpXwzgLqjDdNwh5AAOtroC4N82Me4WAo7h5SbPeLnuzvbkGpwHo8Bme/ZoAxHWM9EIt2yGQD6e2s2SBpUPxUPMr1Ggg2d85GVzsivnygbN5vd/oezJZPYcGXtDC/9SB28739ojPcIydhhP0utdaT7defZ00TCY29fC5w3/W+i1XEHgjcmjPUaopLl+CBuxOuqdZqXTC9kW/eBwVF0BlHeBiXalr7wZnP4PB0XknQDwogHDYL7bA5ZNK9UuMUSAqwDdBIHnYAS48WI2u39z5/p4e7aOKAoO4/LmNs9AN/cZij2FG7H7ulubzyi+i0hv5wGawqmN+S4w/ikB+fVmDa1h2X/Hq3EI7+ledRd4Pp++QP388vbOixFOVdfpojjZCCUf8RDIZcLhYm14J/r6CIsdN9P78LOou8GIcRMZtBAmYslbm3wDGYLB+ZPZhOt3kyfdY16SvDKZXJnDI0MXqO1jGoxqBVBfA8ShB7LWWe3COByc6AEv2AlvF9xKuQdgxDRob/AjW+cJyss1CKueNS9mm9d3bu7zqb3Ru/RnOB2+s1CQB3+ih/nsGyezyd3FR89wCry49mxyawP+SsIZPNPl2eQx++U/BjWvZNS0mSNCfGD9fMqgz4IzXrB7POUqzHkBklcGVTafKlRkm419vv9EN5Oxtoo9fUUmk5uL/as72/f2rJaLWkPsyOuPvEUML6jNEw6nFSuA6i4waXm6CozXxFzEiK8Ndpzmc2EW/sFUh4P1SiAu1yhDdPUQ4d8uzmsfzWZPEYutXRkxnGsY5PE/Infh0sbPeIFvwVu4zQPzQLP7G4zSRrw6uD/aGKOO/bK/KecVM2rPAS42HvDMdrQ+m11DpKd552R/tM2Li2TY+Mk+mjzgtUfGlgwGEdIxAoRT/jt2M2+uo/YyV0Trt8+7JU9x9FSYiYhxdu3G5HGDZTOoNIOSZQ1GtQrIzwH64CPgK89/Rwt/JQKrQFz4AJDHAx4qOFoyVI7bEAGuAsrLNQix7o4QdPEO8Prk2f31nckDRFXbCPUUHEITEdYG4zFeqpv8HXLd290db4y2thE3ohP2Z5fi9lG5C8761zVATC5CSZyrQmMXxIYvecELf8hlBds7d2kKCP6eUvuhRYBT61XXANGG3WztzGz9GKHGbWsuke93YUPf/RSFGO53XjE0wMlDFQHa3uw1BLpCRDrIFfK0AsCL6QwxTNpRsvtDyDCcrawAYKs+3nxwZOcBwy1EZvsI855sTWZ3m/m7k8nac4Rik7HCuDX4xtmdh80LvmtH1wRhs2yt+8Tz5t2fINpC4LY5no/X6LHk43QNcHaF90AmT3jFgzeaNxcR8TPCtNaf69GXF6AmqOfN3fFo4/5sch2Hxhs7dg3wyv4Ga/dwGow2XD9FqLZ+tx4i8ONnIRWD0pps82w5i+4rhgY4ceA3QRjX573ZKwz24AIxN8igMIIRuPwCw5zHfrpBjJUdNzBAQwS4AtAr8T0+egEXhTnYnm1hDnAWu88vTvD5utnWvm70WoQFBYh3ZpNnWwi1dOtj7QUCNHv50w7iPOpJzkAQ+wF9oMWKgDVEaqPm8ge8s4sTVFt+tFAc54/6rTX78KqIF/XAIE5nFQFaJWu1ImyC9Vtg/SJCRXeXZ3x5C3heA+SjMLGJw13gVQCOqpr0mN389LPFf/R/yOgg6QUlcbigzpB7CVCDhdyIwVZXAP/Gy2085swb3elFcZ0X2ea62seXZN95sT25Mn3bIyz4r+kYihTP7i/W9T9puK7r8GXXb4HavSazfwLnuXuL1+viL8J3Jl+ifu06FoiFNDd5dc9jNJb7+h+JWi/+ge8y+5wODUu6t48IEP03ugaINXjGbhApzudav7tcPyh6hMqVb/busneZkcyKFJn94bRiFZCuAeqYg8OcywMU/NHXsSJ5x6R1AZ2gXwO0ATNbHZ4DXAnMYrTpUEb7IP1G/IKeEYJRM51CY8pTFUhR18w3IN+bT+eo4E2P/fFscnPRbOxP+Qd33cpVe/6/yT2QeuTJsvFYyNXJHT2ljCoPE+Z77A2lbqWoKZaAgjVsh4Xz/vGu+tEFQyxgHysIDTSBuhZPsN7ZirwILWI4qq4C8oVljD4wX9db7BGxw/M7wXJ9F9Db9QD3CewG/Fk0wnyw1RVA+oQr7TUKF9FRUWaJGd0Tb+tGdTO+dQ35A102ZGRnySyfLRqpCzXBSLzeMW++3J6tyz15rTdmXnSDjqxtao0IUDFekVxln/pcLjyf904PCYmsyjdrMKoVQDwHyNkQutzBAkA7Gc6vRL3QQAvVMZrjRVNlxDDY6gqAr8OioXqGwnjkSqyQ2HLWp8zflsDrcLyw11gHoYeZNF8mmjml/LPIvPl0Z2fySOfGNtl5eZHU0qTsSZoUMwJ8OBWTzhpS7yJx3my9M4RkJ9KxquG0YiWQI0DOHdDl9Hwi+IIseb7q9vAFBh8rHaN5pBY9OMAVwMSH3bOwWPkMSTQn4lUDmpnqEV499et+9H/WgTW2Vvu8P+xdRkMFbE9mu/cZ9kvLm3hrUZDzQ+12YPTmcmfpKp/rma4tzEpk0bs41zOVwahWAjuajjTs+RRYf/mF5+OLUOUVhxNgAxir9gceo3kkR77/Ku8DHOCowIO10DONvKHmQbxLpYKpioz3MpoRLwhu6CPokEnF9BiQQVbMqhVKi8UGp7zoXBf9sipaMtlSVa2Geouwx37U8dAVNZKAolBXKhkmgvF2+kEyOMAVAI3KpobDDsLEEQDiyOavRRjiPwce63W0cN8nqx1sdQXgp8D0DoiP6D8sJOMckDaWOpobzosmB7UIAN2/6Uc981TizWMxkrMWyK0fKTS8Yuc1LNiSfUiFYgV/Vo0q/xlHPTXjg7TWBIU108tlqBAvaDUdVSkbjGoFoGuANv6cOZ7wZljA+y0wvaSLANDJw17kfk6BJqvhovHaqA0v7lgJ+Des5TZIlROgkj7PKOZAvrNFOpSxYCNLMYfITN1k7IUMJdGxfhKTjRKFoTU1MRAZvwUX1V6lXIKcx+paf1y46cRKD0a1AtBzgBp/oV/oYwCoO8BwgQoKey4AXtRTYlgnz6EwXDpMGw62ugKIa4BEH/8QFBWgyToFRQp5ccf0WOeuRtpWkKWXU70qIVKdKUBqi3AWBAo2Ux1pFvqxTtoouTBGnwoS2VBofSfOKWsSIpwcD9dVVgB8yaQG3oe/iO7sX8ALfgi4PAG2M+KLC3YJ0KyUQ6Z8sNUVgF0DtDF3L+FUOBx3RYYmsB9oC92hQX/jMpSletDicj2V2VDL0ArwbJXVhqkX6SD8U520KbUOQiOE5c8iVatHBgQxPAe4EuBLJjkJMb/mAP2yHwscvMAXXs/OfC9q/Ictp8HCxK2wURsiwFUAH9o3x5THn5RNgqFlHQFEVJeZixDN0rVVQ00x1ihkpK/u3Dfnam3homwhzKFmjNeABEGxNEAyLCz784pUsqWxJMCKGIxqBYCjajkzOtU1b8dXeIsGdk+ALy74FXWzWI4cx294cccKwGxVvyeTyWTtihyIBJwDq5GokhiT7Rxkot0beYOQqqSOsaDGs9ldTvvmRHd92ZlVv+DLr9QCntVrwYWnZgXCu73mS6yw1tf6k5wZMPEqlBkxnFasANKF5TACSfngn+6H2K+I/waA4WLEMFJhzOSGF3esANJnMZv/wmeaJ5s4GIGHMKGVPi1ZSkmQ7oEu3+HH4UgmDeVEb2ecKHhcvnthvM1XZ1GoimY+vTpbnwajWp0ds5ELcQYFbb4OdfY0h4WsUobc9OwiI1vKoEgMEeAKgM8B+nxgEjhfBoj/lAPmFgAOXtDAj/FEWLMTRzlYLz5JgfT4rQ9Ho/W3rjh7JgDrrNV+fcBrgPIQL3ae3R81L65p7M1Z0Gs4ZdNj8+NSIC8BSmSTxvfIWOzlaqbPnLuCC0IM0T7F6zs3wVPLatDNB/ZUHxmr1XJSD+gbZwyXZ7MH/NAYFsCFJFcHjVhT9YrSV49dHOoAm/feAiSrOgqcuNHRJtqdvsJCVr5T0KjK+bBTXoyt5czqE+AL7wdxiEd0rGEzk6Wxtm11sc0XLCHddwHgi5++7dRo/N7PR6Mf3ioqDcZvQX4wtFSO0OJIkPpZ2iHWWav9+kAv7uCwb84ebPDJZs2Dz4GjSDNok/ocmV8CRRcEevzBLbgjKUYEYDllFc8Cidn0+oRhY0iB4w/01Q+127BaMWqkFWBD1Nz1JsrCBdritVYlYXTXqKbbkx2Y1M4kffb+P2BRPy8n7FBz6DG6Q+CQLsc/fVF0asrHX0iCV2j6cpD/YC5UBGgvAQRhzk5PQoffs1sgFxkwSLRqjJkd5mXG7QhQ350FzLZcAPjdWz+LUVwWSo3fOzTEaqkcocWRIPWztENGgD89mYW9JNjBGrg5udZM5Vqu7jziHKzzD75P/rj+7kzvHcUZK+gPRKPB+A4OR5tb0BtPZuOrH6A1vwUMmXsaal1bw3Tt8iNxVzihH/E9Bs06hbeujexFprwEuIXKeXPN/1SHBW+iqzXFovtWu7Daz9GrOt6f27+QccKuxc8mD7AiWiUsaXxr7V2pf7mLVZJ7ZTMU3WuAd9gN4FkY1fy9XyJ/+2fGEU7KHAo4pMvalE9h+acMNCqhmQH9HvdSvwEsKG/4xh58gUHBAA1dxmpU/xMLOM36vnCAf/Xhez+w/B3PWz4cfcJMR0xmFF4Zs+ZtmBSKdSrwcMqadVjWFZQ/hy5VXMimZNHid299gtMHViVV7/MXH7+FOp5cWK3p9ncbHY648LfG4HPDL376YYOj/WuEf4NX0DH66mRtjIgLI7+584Dx1HV+pePqTJ852llDaEcaABpR2jPRfAff+uwW3+Q3XtgbT/lFN4+8/N2lm4snk0eM7DfhjFxrtsk3+G1yptfQCRokZYR2AqwFFsRa9IZWrH4k06C1jLcpuMuXpa6xcjy9zNe3AqB/YwYwDqu/7sEhu+u/BtigaTKq/3iE7PkvfK7XR/d89sj94FNdmdPPaRFhH8mKqJl1bPLvhf0gk2W0LCdb24fstFQWnztPZFWktajs0poWy/ceTg8mmP20P8u6BHzzizs+OxkeIr8ADJH5PVqpYf8/Qe7Pbr07+8gZTPTX03+mI/rdT+ejKzxsjn8BB8gjJrIrdunjOURg/xYnNj/75yujt99qRp98zLMcmBaO8+QbRmE/pCsl1uKnv0M++rhRx6FqSuP30AG4RaqVbm+3BHU4+sTFgNzwdV8DnIVvGG/vzK5h1Bc4xFzhhbWr9ECbk0dP9xYI1hCPkd4njZhqe+fO3gJO6NGoeTGb7G4tPkJY9rYuysH0YfPocXOydn+08WDn0f765CYWs84vjkC4tT+6Pnk8gkN9hIkfz3iXg8qS2yd+P1qM4RAbrBXfgcraO0/35k/41kGzDVjK5rMtXkTE4m99NBo3aZUe89XRd5oRyDvjPUSK1/gnEiwfLfuvAW5NCqOyCHD803+K6Rw1mqGYXJnFvV9gLpM5wdDSnEcjdlHq+OS7kSXLcCuLVmEWqEan99+6TB2zHlozOxl/It+xbnUmaT5uWV7qR71H07z8UwZ9bFpT5fuzorx0KRBesAwAeXe45C8icJfxw4XsW0SPra5v/83oQT5Yjz5+G7PbjO7R5X1BO6Wx3iMx/ukLn+ynNDadaH7xHoKtK2/95MpP6YV+fBvxl1nHc7YgYWAt6OQM3nuboZo0TEm9jX/6k6i9J91Ot1oRgjrU6twrrvip4YvnrHt9YA/tw0FsPEUcx8+0jbdnT+lh+J7lZo1fA272NhENksbM7N+cPGme4OQTPugBArnpVZzY6jWkCLzWfQrZ5f3JpEFAeZ2fTt+e3eN7XO7DFc74Zv3rfMPzzR140umLyZORvvwLdwf5A3714/5if3//xs4LfkUY/gy1OHdebO0ivETn7H2q2BCrM70qB8qPgtgqTTYRC0p0Q9+x23yWVgrCfqPaLY2K1wA5OTQsTZIOqDa5771tZvGUoudmTh+O7r91JdmHqyFr6Lfc5D7U5I/fe+FGVlhGaTkSofFDdfqDK8t6eCHPeYEZt0tsVQvLI6Af653rByyXf8ow8UvGsoN0F5gOUNS+FQNkKG4oMsfQ4de9C/xg5+5odD1fAxy/hyMHbPHnNAD3SjjuWcjHE2KaVGJd4y2eXhD+afzv5JFJxdVTC5kduofmL6WlTErqbcRQwWvVfkm3ABE//wVWck/xBcAbIgIMpdcD8dD+HOWTyeQxL8HdpbMYf4AI7LIFYPOrk0eieTQnfYMX9eCedu4wSER0yD7GM76rOaYRURvke80mA7knk/vyZRTyrdObz+Cbtp893Fg0n+5ALTqB8nxr+4/8xDlVN6x2/umOndDqRVhyZh45sgk/GGf+2lbp7mJ95ybWAwobWA/eUoY+m3Cz+ozqJo0qIsDmPywCTFbCSSomV2YhUcrgjL7wOXc17yIymhzjHEy+GdnTyjJS56OFmwXsi7duCwOmF/v5v7MTB9W5pFo5mV/uB4D1ay3/lGHCA6gNuiGFdHr8LfQ3kAEqYACIjLbNkUPe9+q2B7M7e8zTQYwXNN566+uND+kAv+DFNBzk7JRFx9jn76FCpxu61/r83xGzNf/+odQBOmAys5McUwfIjlz2H3+lmECdoKkpjX/KOA5ir7Vj9ItOt9QnqC+rtvhi9F5qWMaErwFgq/SAduS5Ppk8RPYIzN463c2V2SYnZH9z58EGaGlt7lxjHafsOoLBueI+1lyfbIIARWQgOeZ3eW9AlWEeosCHEspboW/e7MW+gXjPok5OPZXvT25uoIsFPBujxnV+DenZ3e3JztoDGQZXFNay7rdbuHiI0irNHiEwfdQsNu5P7u4v5pe3eclS52Js1mtUzCfJqDRDiJTCSswcgmNwhgmVOSgDj2At5jxsACD/KJODUVpzdm02acYV0V1q9aOZBe1Lsdq9rAz+hQLFANa5JBs0dgGoL9wuH76lkxT4zg/feg4iLf+UYcIZ0TzFbOHcdzHnCfBiD97PToQTtNiLCNwpigED4te21Sc7j1nkgzWDP56O2MWSdMQ1wo6xOObZgTrJQMVzUekQrlqCxWehB5Kqi6oTKukMCCKehyzee+RHWjsrsR4tAoxuRciiXcQrOAw1sCRf0dcFvGHHUTevxQ/C3ZnxI+QI9G4u5u9OHtNxNDeeNQ0iOLmf7e2n6xOEWGjIuxoItPjuUkzYp/rMW+D6DuM13tLF7F7+4Na7O9cWDdwUrzLqaiA6Yd/bHzzl036KNCW6vvOIj/eNv59tcWFfwDAQcO4hQtUrrrgKUG2uctUUCO418JFapTk/GfJgii1AUIh+sObrO+YnqUtiqVHFaYVdA/zdz+Iqm89nshlNoE1x2MT6Wx9Z1P9TO9U1sJMONyXJ1cBssrKMZDnrb22ZPaHV/be+oygpr7/1XdG54L1f+hlttXLIoDvaeA+xq0WA0LJTYC1/Kg9/qrDDKJ9GBUvQ2EO2P7eXIcR58AAl8CaIjZkdOPDrHqwfvaviWjoD/sGOfx+/Pfr4r+ImCC/MffwJzxA095xs/nQU1eGW1/s+/l+L0fifPKKjUBdtXN0LO9Q/h8qVtz7B4ZbBY/R5j08ffvL1lB1ceetjLFVR3Mc47ka3Cg+iWyO4WrxCDfgCq2ndvg2k5HXBhINNpP+b89T25uwKZmM8Q9A2uqrvZE7fRmw3fzJbx8zwWhuCK4ZV/ILwGJEiH8dD831Ea2kGEYDhFJWx44zXFfc2Z5ObvJgHIWJ7CPllYGT7jNz2THm+fxOi6dXZfa7TJgLO5j4cI5qv7SD4Q4mzhLQABKK2Djd5Ijy1VUIgOLuHbq5gBa5OHkAV0aD8MZtQ4VCj0uTLsdCoMJ2j0V9p9txmZAPKx2ET0E724TYAkFHI5PhYHyf/n81euYCYdDepwnJ+gD3RJq7YzVoqyyrJf/xXWId0aZpyrdXvskFjLRAGPv+Fm5fZJb0fl/+fbfl2lD9NsEcLmPndYMjwQ+ynt8AMZ8Ad4C6kyEHnKmavh766bYP3zgA/f2vOqyB/Rb9jR+VfvPXWh+/hOPjWW3+L+h9QXpEhSoPHZD4T8HMeK53n0wN8aIHq0cKOnuj4kw95f42qPLa+9dbPRk9/gQ74tARrX6DWdKtu2YDdyubYYaNqn3zvFsfuT+hBXx/ENcB3r2MOrjJq25482mjWZ7zx22wiGmzGd2YzVCK2ahbjO5NJs/hIHyq/9mwGH/RiFh/32J6t78/9Y5SIAGeza4uPNieTB/xQLz85jAXBP12bjymcYmEPENIp6DNll2/u3GzmW7cmz9CP1TafotmiGdMZeyjHYJXX/BosXq+KuTybXZ/vc5U2EFTyg5ubsysb+1jKNVs7NT3Cf4Gb/8As/S+RH2s6y9nzyS2mmBQcTKJdjToK/iSneVC+oa5+hsqwDNUDvJXbE6o/Rqf3IaRF0ugaxXBUW9dlP8q+npokLdVWCxn7+QnW6hfXqKvIERr/vpeWf7pgjxbosKgQkGe9/H6fQsEhAOwBjpfMVEcO4ku+uu35e3YycLpgV27OBcQHvLb5aaMJz36f6IbDne3ZmHda9fC54kA+vwxudh8NnsykjeBqCj+GSnZxl6opCEQcZvAEAgRqj3inmEL1+KSZ32TAiGCSLzTYg+8z+dwf55vx0iBvDk/ub8zHkvGmsQUW2KV0NXGBeJEvTuAKPLEeHu039vfhZm02xum2LjFy7Wwz++4CD3DSYC+Z1F5sFBzg/sKv9dkjgANUAIu2gwZQBIfvZd4G87vqOvFpgULJ8wH6LzB+63ya+M5H5PhV8ge8h7rY+uOaPo3+FLOxtb12FSpXxxuYoubJH/X0H7Q3Z1ucNWh8xIYfYS5t+hjQrX3+Lu8pwx3dfKrJHcMDrj3mrdpmexuntYuNB7Nn6D7km4sXs61HoN9teAcFtdtPR03DvmZ3tDz/8dSZJBbPhYHSp9i3Rv734cXl2S1GiNsfPJ1q7dRs+CbISkDPAWKwOercn+c8R/DIr3wL4AABcQtYQTMLUsd/G8wnKwjvCbrAdz6A3wTh2O8v9hb7Ngs4UvM/wfuL5sHO4w0eunkcf7HzhMJ5ww+m842+fkEO9XbswpGdn0sHYew+n/eyb53z7oXOk/n+AyxlSiH0eK/fu9GX1rHofZwwo2t+cY4ucMrvCuvbwmiCDvTacKwt/wksU4FU7bXi9lpddq41kzStneWDA1wB4Kiq4cYMcfQ5+SP/MpKdBRvgzHg4HTbgzpBGzMrhYL0S8Fe3IfcESjccOBP6M4ik88VVe1KPdxxcRqlT3oMYmT5rpJ0VqOJ6zBNK2dwTFm2tDb0Z5VZruUregE666tN0uQxKo0MsgtViKHuZ6yoDHBNoVBhzm0Aih54V9kQgAAdLpwYgmBHTcGGwVjbD5xtWAbwGaIPOcUciZZ5E93VduI9zTf6jQkkl9TRnTidKph81KWkJqlUNuYTaXSQGU4rNGExdiWKWOCXmi2d8TaCmSr/gRCX+/UBNcn9WMxxVVwD8exGHm9NB0gJ/3QkJGE6EK6AN+z6Ty8FWVwD+4g73HEii/Ih0448IBj3d+L7h7VyqSRPVPmf62QSaABZvOi4m8pRWHk1hYG7lyppxtnAnZqgKSlUpntXzxfpE1wjNTmI1qCReKlZV9Gfqg1GtAOIaoM8Xxl2P/+XbH0P41wJap0YsSg7aYKsrgPTyXg25U0gwXEwGL9x5mk+dcpOOjCWVs5RC40JBPaqgpmqkYUguCERs1pVL2M4uEjovUtcIaSzqzxcuHa0KaAhMlLtj5WBUK4F/8yHnqKuYN3ugvFYAXzgEgRnsUAGk4YIGDt8EWQkgAqS1yrP4BNDXaDIgTS7GTNl+pu1MVCv6slpkuZXrSqqMCzJGP1Cq9CquDpuSFbKeVCEiSuj9GUpTlayOQNMZrzziNcCP07X5eE4vSr4w+q8SU8C6PwsI6KsuQNXx343zCTOOtCGnAXOBGfI6wOD5OqDdhGjmK4MdvgmyCtDBWqNvbs9cRfYZlAlFIoNYeSEwpNhbWQtgoSCpeoSKMsy1cy52jFbaf9CNF2xt/asfPTtKRatTlZf4qZnJAk29HQHyjdBKxUvyxvk14/5PjVSO+OKpvpd4/8A3wvxEZNLtB/1Z6cpbeo1lCYf4TcKYbyk8A7Bjw2/DbrPgNQmGk+AKeJwQmvlqzIYbdqsAHax9+DXwIoOHEyLhU2IyHqSgQB0KJSMfyt4FsVDIHcf0ZgKFKaWOIzcdKRl6C2Ch51qoMi0TOWsN2Ilq2g6w80ZowO/y01T6b0VZ0ksF04J4OnRJdYD+IdIDR/g2Qvzj6E0HPQbj06kp6bz5dAgCa5Db80FLB+zhcs0KAAdrG27kPgdpKjArPhVWkuQvMSYx32MCczWikbuY6J2ackLTRBZ0ialncFamFgwAWZIzLasyLRF1DMJCNb1G1ZRvhO68ZtzKF5TwD2hvNQrxKORfGXEqu/7Wi5+/9db9e+9R1ti/yK06gO0UVXqXnzDzN5f/RMIfGta8DReHgi/CYifei73omS/XoIqEp/5S51cCf7TARl+5VwywBDhgGjMZqQ3ecMNuFaCDtQ1/9hZCyazOfyykQAK5yoQUsGXRYYithZgKIWEFfqpmLlUjCiUUpmKdkHa+iDfTApEhhxqXbXXWBnmfUVVvhIa3iteMv2dv2IiSoBiMIV68w/nn/2u0769PGP8Csk/4srRc7eBvaM5dsR/r6714g4x3jeDz5//77y6P/jP/fmy9jP8dQr5GQyr+Bpg3GfzRAo048vr2xwA94GGH9qmEgwNcASgCjKjPRp5WS49jD9NRbr5DpOWqT/JUSzFI1zGRF96oRm+edU2aGgipUMigogbijUsY9VUnQbNmv+/h0vUPqjdCx2vG9Zqg8U9f3FPp56e6gHfvpy/S66JHb7/9c7gptEAECMXmpx8+L6szgFNXX/AlfXxBTLy53D2a2Ic8jZZaenM5XxgEnm5SKu2XYr2BsKNB13HMKJcnGCLCFsg4OVJmsGb2wzXAFYBdrqGlqgBjcwBEqeeT7GdSy5OKoVU367qYpnca8E1X0kEQtqmX3bOIflrILC0ZqA5JW//UCKm1QKZzBq2ilqFYD7qmoswbpBW0znoeLn0wqd4IDV+HgAUux14z/osP9Sbv6g7vUwhxGgrgi6Xek5u6/9aVp9J57222ydUG9oZm68oc64f2WmiFizo9NlZhoKj0eul/soUis8uHK3mp8ytBMqooXe4w3ADpgB/HaepEmewQAa4C+OKO5CJs9APhFP0InkWWZ4GjtPxrbgR7BxV65sue9fFLvqIlpldYuDXRLkXui5xevnOd61aumDUiac4u5GE/odNFbQnKjlFdb78R+j/L6/zV9Cd0gAjo9Nbl+HKLgjF4qfxy5qc//oxNEcbpH+LT//hltMkQb2iWWFcQmUlfnN7SrJdKK9JUxb14jXS0gPMT4epvMvAUGJOmnybE5QMsA46SdkSLBOwAPjjAFYDZKk3VjLbMEf+hKiR+SGdd1uLPZMhHSJvPtuy1BSZbxCuZ+YoW0ywWIBXvXYSuGJlUb/zrUUEuUhUh8bysTz0x1xYCu6cVnTdC79HFwf1c0akmgi+docat27gLnM9D+fVBhDR8DtBfSFlVC+INzdalHB2y6Isa8eJny1ThX1IC5BamLPU3GfhNEI22TVHrFHg4/+0C9xeh7JhGC2JwgCsA/hNEboMYhIVLHmZZlbsSY5Ka/E0osAG/1UajR5JCM38weUA1fRwOQqpG+xZq8p2CxviDW/y/hyqthTNmLMiMQIFqaThrRcpZK4ZXJ9tG1XkjtF2+s9eML8B9OPr4b/0WBkCfenv6U1bCJ/3TaPS7j0ejtz/RlbmxLgn+bVVtEG9ohji9ufwFOEg+sdvLvI/C5vo+oQI9ngx7L1kYVxX1jug3F3gNkIPOSeEkDDdBDgMzX+QyX9/ZhmuAKwBEgOEpnOAcCC3ZXPgE1YUhKENWfKR32zfN+trOZPI5X0W1aW9uRgHtO/yQsD5mDq13Z5PJLs+Vm2u3cNp869qi2Vx7eO0ZGzbzq+hghx8+Uue+FFuwSmXlekjgLAgUxph6NDrsqLqI14z/ohm98NeM/9xLgMVgdGb2uui3eVK7+I+P+QmP8Xs4e+YbnHN1AHrgG5r5+SN/c7mdSr/FN5eXb4m+ost/KQz0Fz1LSL715vI3FXhagbHW8GvcXT7AMnCrlaHSVpUPEeAKIF0DDIyLbnBjdviGkBWmZ1WubIqqNH2+4PkmjX7TLgU+QcXaRN97W5shMty/ObsO1Q1+JM50dh6BN+3ZJt/i/FhSfh1YQn0IGD3GIm1BVtCvJlnehE5FRb0hRjX+aXWOfM4gXjOe5sXlAywDHbDzDiaLH54DXAX4NcAyUOJUgOKFWT6fFFWOrOIv2pGOyz3zxbv8QkizObkz3lv8T8Rv+/qasD7Sy8hwe7LFBld3riEKfPbRqHm0tQ/tta39xQMGh9uTO1sjCPiZkauTB3z/aiwHBGlDk3Mvy2LJSGs9S9rqTeUNMarVvLn8dQGNCqMf4z6cAh8KYec0XLNd5IMDXAHY22A44Bx/s9lghOZrNDeGqI0yZoqK1Gr2+IUQfaO3WWzt8mGY65MnvDfCQh/yuMcG27P15oG+Irw3b65MEBzOm+s71+eXt0nuPULo2DQ3oKQ3QPtinIoli05UEMRCwxqpXl3svxkvmVzVm8tfF8CoNDuaCVqUywdYBrb/GNqgIR8c4AoAB2tzZ8o18HKBJGI+KoSkM1M0d6P0KbarOnudTG5tLPRVNjT4dMJPJ9nHe/fHHzxr+N1N/6jI5BqfuN589nRq3xLm9+fmi48+uMVXXiFRyVaJP1tOSZQ5fvJ8vgWWIxOCe6kPzQxwTMgRoM+BpN1/BA8Q4O/24Gg5vikH6/MOeiW+BpyF0eZDKOGUlKi6Usdo/aCgS3378xuzu9uTnbXr+gTwZJ09bepTvdcnvOQHP7gGZgw/uXaliajwBnzfA11BnG9PruxvvGCEGAuwpfjyXUaJCwONCZHvfu5D1fhlPjQzwLFhglGHOWDAbR6GCPAwgJFinLKZauyGg/UKwA/WGHLzbe5XSLTicqLR+t+Fadp8RX0z1rfatidbfAc6HCJoBHvo6cYMod0+TpB5TnuVjwbuz0d6sT284cY+P5B+c9F8OuFHfsez7ae8BHgtGUOxHmm5aaFGZI1CErIogcNpxQoARuXDbkPPJ/+Gp/8OAowUhsqPF7Bgjd2N4cBx+sBrgHQW7mXikI0fZ8H5RLhfMS6hpoyzNlqf3EVHNyYv1IH8mv4HwquCYPUsTDN+xg8KQ4opnjXrM4SDjBQfIeNHfvcUIOobJFoc0Ryc8tZCQ25VrsMqioxWQYq/7cGoTh/cqHwqULp8gGVgh4uEsuLFWvGGogFOB5ptDLcNuYY+Bt9IZ63KkbxUDJM6sXnBm8Dzq5MZorfxFjTXZ/xGLy/+sXp78mg6vzabTK41zYsxfjuIAGeza/ru74Npsz3bYif8rm9zY/Jl04xjYXn5xYKJRpgkYbhGkNgVSZsUzGBUpw9mVPna63AT5FCAhZrJZpud72++2S89OxewtWajzlyOAgMfPoPnwHIampn6T7ldlP7NHd7rGG/zFsjOi/3Fxn0QV5opCwR0T2Z8V8Kd7dnT+fUZX8M8e7DY82cGJ0/ml7cn48V8en1mDweiel0Xh9W7VkIYEqHRyJMCiNDALzcQjgajOn24jKg/jkHMhwjwUJCl+hHDxg2COw+8doBTg/VN/3B4jDoHXm6ElyV0FQ8FMz8quVpqkgjWMoSjMgO62Z0tdnV99uzpvIFT26bqrdlk7QEfDZxe25zMJnc+aqB8czJZ+/zd2SZOoG/xm8SfIhic7493J5NbH2nh7L1AX1ixxi40LKqQmQQUGaTBqE4fZFQxD5oKrxhgGdA03UbjWD5vrvM1HQOcKjx+pH9tAouBN6NVUC4TNnFh0KYbrGpZIFuw2N+Y7y90G6SZIoSDK0UMwOr5aH+0AdEe+tSnYuWlUCDt87Hr0XwOxaktfLHY4yJike7IbMEJrarUyRXcKKty3J9PHwxGderw+JHNVcIhAjwMMEaw12TjIhZPn3ntAKcGa1vhMMx/pCnAT45Lgoyh5boFgVpkjf4V4lGlx48eTWqKJTah6lwhJWaAPS5MTBiGofVbrpDWCZjVQgIibYq14qIfDs/BnDqs8flOH3GbAq8YYBlwp9BYWS4rbka7w/WaU4bmBgbbDtN2qLZJAHIC3BElRL1pmUpmVQd90CrQVl1JrJ6MN6TAvSEXi5ycmsIQ9pCzC4rVjL+8bKLYhOyioJknBS4rKzMbbd73bR/glODpjTTiNv4Y9QEOBhqnu8B8IG9efOrVA5wSfP4EI20eIw28PEq4DiscU6U7HamHHAQyGr25M3HsgRoMJlM3/Gmp0Q4e1GQW9DGxUsGkokdTFFJeHCZTleSiy6pYptfy9+5gVKcMYVQcbRv+4RnAwyBbqw4ctPFmPp0OzyycLjTbzzHYNvQadQ28ZsDKOD+OubH6rBXC7HBQklBjzSYyfvYZZUIoaKn4WTceKVCV2mrEtsxZmlaoexfWxuikI5aYiAJZ3wxGdcrQrD332D+mqBkiwMNAO0M6lHP4yDTXbnr9AKcCVz/X2aZ7nzT+chSaBkZukhJNxSbKqlOjjPiJQA4vRIFCO5xLm9ybqK0JjPNaqCpTL1wpytAbVaRBxlQN1RHQ9E1NOi7JORDFdD4Y1enCp59v2EzQAEQMN0EOBdkr7dMNV/aPYGC4Cnia8PAGQzMbext8G3/5RJsB5kbbzFhudu0VyhNBTVEsSIF2L2t9m7YpWEPnrFauEg1CHehkW9VY1BqaRO6PdCH0KiDqB6M6ZXi61uzHkPvkDDdBDgUfLbPfOFhz/1sbDh6nBs2tsdyRHIUPexp/iWm8IEyhnh8zbaNLRDVyb0FKrP18SR6kIVdmnCN9pfwlK6QNMnWWZSFqVSA3YYsmC0TBfO2pj8AAJw7NLb3ix8YbKDsZduLDwIasdbBu9uaLrVvD4J0W3LzWTG3IaaP8aQ4KX8I6zoWVCTE/cn+phalHXiHUklJqwypSxlGNBSm6PmLRlZdciCuiyP14nRFLadO3JSy2dgejOi24ec2nDmOfh98rB1gGYZ80UewlMnLtCvvrfzMcrk8Fms0H0+RqMOIojeTPnE4cl8R67kd2VzdppmjtoWhKYMiZBpmoTxJS/FmdMHGkWIKzGm8GPim4qCYqoS0DiEL5tVuDUZ0KwKg4vjHeQtDD8eYwsN3OjhYcMBmqLgftXfmb4cGtU4Cnu9fCM5U+iBJkQqQscacT82MErxG6yKoLJaEY1ppG0QV/oIomKFw/VHQBUSULa5CqWKd6a251lVLSM7VUAc++NVwHPA2AUU3zeNsM8DdEgIcBR6nYGX3czPSf/s2nw/H6hKF5oks1dHI23MUtWY08jBfxnwnSnAiNpgJRVVDwavM3ppSnEplRVm+MMkmNCp095d5lrQ0E4bSWQ0nZqYtStapCQTrSbOZPdwejOmmgUWHaONw2zGkG9l1jgGWAccOQ2WiRksXzfwEQNqN3bzwau+IAJwDNuzee8KWmHOVwCyqMlJwjr5PgYk6Uk1BuTVzkdKWbaHD4kTBN1VvhPSg3sc35vLm2vXkFvDT1E4Iwuli65WC8r0orVsOqgpg30xfbTwajOkFoPodRadhjrNN4DxHgocCx0t6QxkwjiHCAxbR5cmPtyfpwyD4BGK+/u/bBVbkZjbUPergimwDjQXqdzUnZALkRRuemuUPnTWQsClemhCR/gZ7pT8jNuzuT2eNol+PTpE8irZVX8wdZsZCkVSFVB6M6QaBRbT95PreI3kY4zx3Q9QZYBrYnuLkiZ6EXiHDvYVyx2Pp8d3uyM9kZ8NVwdmP38RZGNQbbPAj9lw7fhpqMEMGLpIquJNPsyWXWa2JtQiuV1vISYYudT69tTyYzfU7J2hQ9Is8LNaxiv3YlqhJKIuXxtSeba5MJFtMaoAGPjzd2r/LkV7urjThH2Uaau/NwE+QwsEMFMpUcOQ4bMiYbTHvB0pCOnpr7Tza/97eN1jDbvfNo3V/ZAZRvUOk2y8z+n02BsEUwj4lCTiKLTJzV8UOOOopiISZvd2JLnW/d4tsCKY9K6mfKCLUlYSKi1bs4FpWR8vH6o6u7H+z4UNSw++haU4zgkI6Y+Aaz+caCd63KoU/D77v5AMtAu5yZM3IjWDJJggFFmu8/Bzn8jvLTuO2Pth5c3X3mu7dghmTZ5Nbmo2vrPsA28jENoDncKDnyPi2ckyBYBUK1juZiXOC7gNHITGroO0VJ5CoudT6+OptNNrfERyeVGnI1dFY9WZ7ERmeEaOvLR3d2+aJpGwmAjYPg7/7+3fs8xjZzjh1+NojP2XqQHCThwOssDaKwGf7yPAwR4GHAMcRo5kM7CH58TBfhNcCsZcls+B3tZwX26vG1x5s3vufeLucXez28DKi13Scv1vNVNg6+xlzjzV8IrN6IJPcq5N48M6kSP8sNU13G6BA5LwF+jtW6dd/fKhjaIiEwWc65NCm4slHO+BKu4IT3Fs52fbt9AGwkZs82Hz2wz9jFnSG/mIWOyaADEMhZMUhaEhvgqCqeXFLutO/mAywDHcf5s6OGCI5t9nhWaEgto4IN8cAv4U3EB0Wwe+81X7575y/wgtr7szM02NnevfpoHX5QLYUcffHIDdWl5yEha4TqPTcV1SZpZpFDUgipECxW+NraZHLjXc23i1hvDU0QhLMFWfe02Fp/99HmWni+tN1GTGZrm4/vf7HY31vsI35hP9xo9sFF5I6tSps2SCpJGm8R/jOtqCHtu/kAy8CP1hw2/gx5mLG3iITIDu8x4pVw4Ds8WZThmpr5Htzg/etXd7e188sLmCMQqHy2e/fRu+sfQd2vxqE/5LJlwyxsESxKpQgGkoJkJvFdJDW3dkYvtm7NJs+u6sX4YF2jWJkgSPumJco6mu/f+/LFkzub+jhTgG0zt1LbvHv13ft7iz0MCxpgsNSPXcSyfrxTq06bMkhKCZCSYJCBs1oRrje8D/BQsF2CqOHLQ6khNIlXWgZekoE/jOfwmdHSduFXRhvj+4+vbj6bzb6XP5BDMMcgDsXO2u6dJw/WU5dobWg9FnlGr3Skuiio2R6TkA0LSbmv7GMFmztYm5u8U61ab22GEGopL1HV99efPNrNZ7sA26rJLAW/u3ceX/sIJre3wfFQj7b2KNSN9VZ0HAHPIGlJfCqCiSonjMKhcYgAD4MYUuQ8lpAMLEivVIYfyqrFwNc8f2DzECKbohrCDV7yatb/4X/urkUIqDIYcxXwIrubV598vv6lGhGxCHWVcy2BhFEpB4aaca7W6sTUjWCxaJ5gwWvrOClQjQtRnbp3iTC6WEfE9+S/7H5AxzfTtU3fFN8opNns2ebVx/efjhY440VL699OPkAxR1fqFaWYWCDLzCKXxiAhhdxGDDznw6usljnEQwR4KNiw2SByWMH5+OFnMtZFZmwwA9/PIyddDiXoIKA02hjN99YfPNr8S/IW4S8sc9iZ7Gxv7j568uLLdfaOBbG5LyEW5aRzJEqdqKOkyEnkdsyvYXnb1+XKJWamPkzHUJrz/a31a08e3d1ds3U08LVOmyJqbffxu+t8wGU+5Yc3kawbjg1IozR63nceSScLnlhtEDBnGS+ETponkihSrTMSD3+FOwz2dBhJO6fQShtck9hoUhRTIMnAL+FtFIGiDFXPgsOtbG9/tL9Y3P/y0VUPB91pRF6AnMza7t1Hj55cW//yiuIlGTwJ6z/zRW0glyetMidaHUVX4M1mT+7tweGZgIUac7NAj7/8cv3Rk0d3eJ7rkH1fct1eTLY3cb775R4CvZHWJ62mLR12x4fwuXBwXAmtR/kL0lcxcqL1YZKLqWNskhYKFeF7+QDLgQOqQc2jhp/sMQZYPxgqRaQSM/D9vAaS0jSCHFWUlJKxQVZstb+/0Uz3FntfrD94fGfzWelERIR/CcphZ/fW5l24o2tfro+tf02flmWLMqpCWwUVyIMw5CfVJ5sfbeT6RTNeX1///Mnnd3Y3d7VM+jusS1oJQrWahN3Nx+/ev0LfzvscdPa2FGTWL3debTt3ZtJp7ayI5VsbZlZaRbBOS16QSczmRX2fktiz2I9yjmNqaWqkTBaM7+QDLAcNpNmklX41xgcZo6hxBrLIBAaZAz3wXV4npW6dyljBb7apBkXK0Y6aLNEBr5DtXbn/+PHmrruU7/2imvtAQwejZjhJRrHzbPPW5i5cInzikxfwW1/it/7l/SlXCGvCldHytVBjHK98uf7ltfVrd2az2fadR48e39mFv9vkvx8r8MWlNbAVEyPhs7Xd//l4/f7eCBuxYf8k58Zp87hQWxp/Pjh59zVCApL8GSqTimsl1mgh5RR561ZNqmdxrvph0yQy1nN2YzrDJcAjQBq2GEEV4APNJP2CgzLwUT3wfbwM2ygzbGgUY2oCkmKgjhIZ+f2NOVzIYn/9/j88vnpz9xldTOloxIg1SYJQMTD3xZjNqSKvGSesedk5ZU6LKNArSO9u/v2jx1+u89WbG4sNbCQ3wjbTvjQXW8oN5Y4ZdIyNsSqQJbR+TCUhapSz0gj9REU7l7dzIgjDN78fa+t9GLoMubVgffRobBT74SAHB3gE4Ej5MMa4gtBchEzjGUom9qoQhl6M/AWvR+bWqYyYrVWN2NbG3WrwY45SOrxVPOKDM4v9L+6vP358dXfTXI95HuTuhUrMFccFtPFmkUU/UTIrcG33zuPH619+JF8N1FM0XG0NgDZH24ZtdS5QBbbcbgIn1FjYaLAwoRdWaZi7SiwpFCRzbQdZdXb6cQVTQu7VppcaRCs3OCOJwfouPsCBYMNJ5Nj5CJsgEBMQSiQLLg5dcViKri5oPRJKEq5Bjj96CDNLKcdebS0gABk13pAo0QZfzwiPOPpo/f7jR/SF/I/xDKfHepqQtKP7KitdknxXEKFEKAT2c87QaGOQYbnweo++/PIK1mW0z68p7POfLvR6ZjBxkNRG2TBwk2yDJJJEqkzirbpUcrl4aSV0UXIIISXvPXneYXMnkhi+gf0EYXplXdJ2IYpEq6lrGK02vocPcCBg3mykNXwgjbOh9JwzkhhWJs4nx5Qgcp0LW0/CchHKmGuPCCnoxBkdqi6XUBUKCdkHzB0x4XS+wcfp9hbNl18iMoQ7RGw4+X7mflCuKnmt8GHCoFxYCHJBkJi/ZxP0TZe3fn/9I16fRELgxrvXNACtM/LnsQkpgjMGlNGqJW1oA2bJRdxsHyQ2FLJWuYkDwbokFL0qVLJ+6kZ4VvrJ8qTNPLUslxGs22ApVyvfwQc4BDR2NEEOJEdSA6qBToNrIq/AL1VwpIO2yRFetHpWmqJ+0iFvQtVGaQL8jKIS+7MKYWrLev4ols9BFdqRICAynM55u3VjtL/35fr9L9e/fASH9fh/bvI+BtLas+J/GI7JwXlxw1R3txFRzrbv/l9wd/f15B6Sso29Zo9raKvqme+fWjlyIh2LbTQ6eDJecmOSzIhEl2jLUsMkNb3U0pVyX+RAl2wQFf2m9RO0h38uqlu6MDWzWilUtqrc9+8BDgGOnAaPg63MSKJVmShTnotAntUTJlHuucJzVy8eRKkLOsSoR2aE5USXIYeW6YW2xKKwCCOQYcHQQEbXxwqrZE2z12zASU1Rwb+bAHGa2uC3Ry/mEZwncvjBd/o1vMVi0Ty6MZvN1p5s7esmrjqNlWL3vhK+OM+8sjhxgCxRKEmw1tTBeTf+h+ckrgjrxiQlQl5qlBVJ0m5Zy9v0m9SPKSQi98nuaiVDSaQkhUJotO/eAxwKyRYxkD56MYUxzMaF2DCGP/hepEI07CJUcn+9eDbal3mBPWNjgyaUuimBDWmrWnWi+CNjBdgpb7KqUj8sHlIQOGtWAmWJtIk8hYSXFkO0v3FNT/vdXWdfXIDHpeyAiYWoEBpqDSSpRsRUXCnxpgEKKak50UUuLhREgDLt1Niqg00YS/QqY8sqxzepH7Yt5IF1AyqVElsSLNSqXEil4QT46KAxRRZj6zSHNUoNPmoNndaYk02ilGeWP/YSbStk3TloTx1ro5yENQ4iCSnJPBkITRZSQwoN0YEVyLzCRUomSY5JhCW1QCmByywteOHOSxfx4ZutOzgl/n7tupaPdeW2gVJ7CwapqiXkgNUL5obKNDxcTRFJI2sZevO00dJKdFZKNNCUQFmeqlOzg2pTlS/Jl9ejufJ+Ep0wtfUG1thFSSnySji8C/pYsKBlc2gNNYQqbLxDrrnzSaCcdNTFbEV1UlIWWiX6dCXujLcvanLjIBJSLWQiWDLngJdo/Xlu6+WrSC4aeJU4lKCMQwLhlObSE6QsRRYVatksvvgcp8GTDz4dszF+eaFaSyOQqdpLVnsdJVRxuWhVJSX1VeQVskklZIeZrpuRcInQ9FJtkbcIb2iaRf7a+umjXZIWwIqgje2ohlqg79oDHAniSI9RzBTyTNoYS5hqY3aKilJqjaw+uOjIcqo7ZZXEs9neahIm9VJOPeuKrby+Cb8Vnbpi0YFEcixZAhVoWGfAmEBDdQNCFchVzvefqyPvh/9dYSFaIpwVzx/c4r2Rm+uxtOgXrDjrkJthS0AhSaxssEa4eqqLrlgIQRt6qxC22YToE7mLbBmhijwRWTWQQpNEK2BbXwpg23IjktAkpi9s60sBbFtuRBKGxBUKuddGV5SUSoaQJKRE2iHxHXuAI0LsJFbEUURD6ZyNrw9yzo0IpHottA41XV5fIKvOSftWDVFVWc5uJFGzELMi5aFCmiLvwARJbu7Im0mF7VRraCVqnGVh/XrnFKYyrQ1Ph3kaPJvMbr3wiCs8HjL8TC+to9PGVrnV+VLMYanCGxrXGrJ+oedFXaZBiE5VCZNOwiwvMapcXmganno/QScFH7tqAYW2VwWdUC1Deb4/+L/jQ3FwsREWhR8YF2CA+dNws9qVRHi9ZsJol5gSpaWuSb1H0zwP7Z0qVYywKkOnIGIjcCYzqdDoLCFlrlZsLMFWmZwLiK6mWWQZTcR4aykYiVxoLILA8aPtyWz2wYuHUcNK78y7TmKJDI22qkLJCqPZDwprwV/0gDypmDChN0i1aY3xcyoI5rEeVRuhK1tViZ3FrLSfRJedeJ2J0hYLs2p0jdwUXI2Swf+9DPgehr0phpdDCjq5BIwvyRayRaKjbaYLQVcXuY5cpSypG/3mt2/JQt0lZRXzgpF3lShVkC5yI1iLfq2DkJPWuhvWMuS2tKJCdUZ66ZzQaTTe4JdBZvw0nFXKbTJHVvTKZiASstYqjLG2JiilJgjFSiphsFnoRWpQ65GQxFnX1PoVmKpamKuiictX1Y+axEZlKTRCamyfdihY7pIh/ntZCHPVgYRDmYfYeP8/FwQmNLS5dTXps2FCE5meG0fWRe41JsrihOTf9PaJ5y/0Da2FEcTcFanEoGwplqwVhdy74c+W5wIQCCup5hGbqXtDCzlZqk6kaaeFqaetm9sfXIUWBcXiSKqp6RlRIKsqBjkZHVmT1DuQ3LupRKaRNkfoCqYdNIQmT7mrWTXzAlmXejeMfl1SsKWOE4GsOsF+TFkE5dHWFgAmqkulJAmh6XjLwf29AixwMME4poEt50Djq5KYCIiDKCU+wchDZhxoENGaQokLGVlDq3rj2meJtIrGRiTWtIIoaRKuFUuhGyAaayqJVRuySW50LNvQZcwoMIq5ragJpOf1vuxEOc73n757B/W2g4U42oOKPFXbUqLngvIWhtbOadQaunZUJ6VCI8uTsgmzPLFZZKpFAxsHY02eq5T3E6fUD4hoG3RiTM+ldS9eJcKUQ8dH0nflAV4O9jXKZvrMnQmRzb0qNQFeY7RVJCGV2KIW5Uau0q6vKt/A9sZnUVmZ0bRI1ePiQvYj3tFEZbeik64qU3VSdT5QBWVqJa1cHYIklMxqXGIi5OmfGiEo6UygeapLFUAjQ1zWMy86cQTNX6BXA1N1KQ+J9ZXkxrqO1yW+7NSwaFnR0ZERTp9qP4Uw01ButclKJndh0RgzNri/k4CFXsnkExC5S2yoC4HQWc5LTFkSpjnMjciGShJEvS805G9ie+5gLELNm5gq0YpUFyy1ne22k4RsoCtRZMoUQa+lLlq5zYyqkPtivDsJoo15VKO5oMhJWN8o5EUgEy+RL7fQlT3k1XHaqVKzqrYFgEBe8tLLqk5ImNjIjSgl6oq/1L23KZUcTceEJR1EkqQOS6GpEV+tHxIhb/ns0LY8GvQsw6vn+qeP778DDDDAikE7H7JhJ1wCw8AMMMA5hnB+w44+wAADXDzQ22fg/wYPCDjuIOjwMYzdAAOcYfAdeLgW9RLuL8HgAwcY4IxCuL6+nfg17dhnwJ9wFfHzIsEZWPMBBhigAneBrxQEnvSe/xo9yfFOaqXrDV7jSg8wwAAvC/xeEvfeV9qB68bn/dKYts82MTb0fG/wAAOcYziJIPBCwjBgAwxwDsAjmmF/Pjos9obhGmCAcwOLPezPS2LAC7CnD85sgAEuOCAEHM6CA4aBGGCACwW8F3LU64Crdg9YrZUu8qCFDZcKBhjgXIJ27CPu3VRbmSOAz+E3kVe1vIOWsxjtOTXAAAOcN8D+vTjo87TH90EnEjDR+Q2R1wADDHDasICj0dlwL/BWycnBcXya7tKcMAw+dYABBuiB5S7wZF3G8DDJAAMM8EaBrrYNbyo2WN2VxwEGGOANguVB4MWBU3R+zfW7H/xx5992gMpuuXyAAQZ47cCrYwdcCjwz0B/AHXXDTu+Gb3P9v+/UsOk1AwwwwBsCR3eBb6avfGPPXi/fldP7o/2E/92rBhhggDcC6D6O7kJC83BXuH8eQstXgus3dnb+7nIzn85HC/z+hs5wiAAHGOBNg6OcByeFIJLT3NMr9wU4Fb3oXi/D0/+xs3Pj4cPrL+bzrXdf/MOL/84Y8L+wZvrdh/f/ev3+D8jvX2lYiLl/5fn6/fR4Zkk3310xYiriyneeGgqCHP1w/wvqLPbX74+/sx7VN4UDDDDAUtg7yt3gpOJE9cReQReP8sEdlkorgjfDBzd34fD+Xw28YDN/weCP8Ec7Bf76HcHvf3znnX+5b/Q7Tn8nBUBJrwfdvPPOb5qPvcU77/xhdMWpd/7rFL3+y4tQ+iVl6PL3KNSyDR/+7H+/PJp/8snPPjnoifgBBrgg0Bweu3WfUS6atO4kFKpvakyYA9dTgXVe+vv8c+QP59fN++HnDvDrd77+8fc/An//8Xc//h7cO18b/c5lKQD+VNLvvKMQcLH/4zsf/gbN0ID5H0a/ecfJ/2Vu9V+ht4DSL7UAKv7Y6wDH/zRa/8+j0cdj5wcY4MLD4qi3QwvHEY6u+rdFFfd1vOYbAqf9Z99P6fFu3IDTa+gAEQlSYNcAn3/xxXd/eOfrPz3/4vnz++/8+Kcvnn/x3XMw99/5uogAfyxolzfv/PibfwVjMP5i9PHX/4Lyu19+/c6f6FZ//P2/fDjaf+fr3+w//+L/+/ydr/+ATnVe3APPP9kfHOAAAxRwjCt44dfynzwQIC5xdi8ba+nq4nGvKua1ONUA71DYpMeT07s3/QmLP9IH5psgf43TWq7pD79/57vvvng+fv7dFw0jvalVS+5kigAR3P2ewd13T8fN04d0Xl+/87bkv0c0+PU7//pfGQQ+xykwhaN33vlvy6YEsI6WH//sE7UfYIABCMv3lwOgp1Hfxb/jOCQ6Proy/mfZRYcC2uSwrm8FAlbiGf/HhOe8dHrN/B/kCsn/ndfKASo2Q6TH63WAH//lu+oaYBkBOv0cEeB/C/13/mX03Tu//2vKF//yzr+Ovv49TolxHoxA8ENpv/PjH1T2weKf6fl+PmqGIHCAAQp4ifu4xdlk4XUqF6TbIYsFiqN0z5syaLzYY3LZWQOe/MLj8Rrg9Cfwg7wCuLNz12tHo994hPenH3/PS4C8Yvfx/R+LqO9Hj/oAP3zt8v2v3/nNgupK7/z1ix/Ni45++ft3RnSCo+/+ld1ZBPg1wsLl8J3d/vjn4S7xAAOUcPQ3srieeSuRBzfF+fKRIjq+rqvrKasI740HPfUiiLvA/wOCz70WZ6Du7BDd/ea7+z/c/9Of/vQdIsAUj9XXA12Os9sPR4v7f/rhT/f/9Nfv/P4Pv/z9j18bvvPj3tfv/BIq8z98/XsoEeJUuB+mH//A4u3BAQ4wQA1Hv2jX58+ypHKlR/erB8ArdnHKd35L+FxO749I96bXjAD8xGtHC0R4cnCI7n4z/uKL5198MW7uf/3OT74YC57/6Z13Xhgp+g8NYPHh73/8zf7zRbO/aHjB8A9/QPho+PU7CPj+SV1/9+OPcQ1waQR4BSe/n1xufjdtPkludoABBgg4sqvoC8oKN1X18iru62htSy/7is7y1WCxbiEfYNzAARLgBOMWx2j04e8tqtvX83p2TW9DjwYKPt7nQyxB83z3RyQEes//1YRgf/+bPyB8/MMf/vCbP/zXd95ZfP01ToHV4+/dAX69/BT4n372Cc6wf/7JJwoDBxhggDacULj0ipEf1gI98I91x/qWU1d3ZbGfwfSO3B9Pe+fzz//7Hb0WIZ8BL/7aI8DFf/MHAX/8/ccj0CTB/L8X/80o0X/gM31Qe+f3/zr615C/819Hv3zna/U2+snv4QB5DRCw+DFughx4DXCAAQY4BF7ijsiBAFd2LHe4oLqlV4RX7uDYcNlvfPzx/xg188WV//5vpDI8v/8np7774f6fmH6AQ/yOV/eYRBt5H/QPf/0b4P2/pnj9Q1K/uf/ddDT+6/vWx/MP/3r03Xf2p47F/T89F/GnPw3/8hhggFeCFV416wc4P/pMFFyVk/bIpwnXGPTRB/7x7n+/RVe4mW7rviR0vfjq/foAA1wweM1Ohw/Q8AbwgYEgld44WL9Dt0cX+G8o/seT9Ne2AQYY4AyBgq/XBidwAvyaYHr9v/hf4HZ27l5z4QADDHAGYTjbegmYX7/zf9zY+R9/82RwfwMMMMDLA/yvnwhXr1qF4AxdFhxggAEGODbA8cXtYD13OESjAwwwwIUCOr9DboUMMMAAAwwwwAADDDDAAAMMMMAAAxwEo9H/H8hz/uUxOeNPAAAAAElFTkSuQmCC"/>
  <p:tag name="PPTPRODUCTIVITY_GALLERY_NAME" val="v18DqQ7k40sRMTr4+azXya5AIEmRfzxAZLXBEn86L29hs1xsmL+ExQUie4NcnZgrp/m3WCsyelAIb06geun5+w=="/>
  <p:tag name="PPTPRODUCTIVITY_GALLERY_TYPE" val="_who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wAQSvf396WlpQAAACEhIe/v7wAACAgQEEJCSt7e1kpSSsXOznN7exkQGXNzaykxMd7m3sW9xZycnFpaWhkpACkpKa2lrQAQUoyUlLW1vc7W1t7m72NrY2t7nAghWhkZWkI6OoSEhHOMpcXF3lJaewAASjE6OqWlxSk6c5ylta21rc7mrVK1WlK1EBm1Whm1EIw6jFKEGYw6WtZrvYw6vSk6pYyMEBmEEEIQEIwQjIwQWq1rvYwQvSkQpYxjEMXmWozmEMW1Woy1EPf3/86c3kJSe63m5s46jDrm5jrmrc46Wjq15jq1rc46vSk65qWMc86MEBCM5hCMrc4QjBDm5hDmrc4QWhC15hC1rc4QvSkQ5qVjc85jEBBj5hBjrYy1WmPm5lLmWlLmEM7mEIzmWhnmWhnmEGPmrWO15s61EGO1rRBjc9Zr74w671o6pYyMQq1r74wQ71oQpYxjQsU6EHOMzhljQoQ6EMUQEHNjzoQQEFK1e1K1MRm1exm1MVJaGRlaEMXme4zmMVIpY8W1e4y1MfdaGfcZGfecGVIIY0pCcyk6Ws4671o65taMc86MQkKM5kKMrc4Q71oQ5tZjc85jQkJj5kJjrc7e3oy1e4Tm5lLme/dazlLmMc7mMfdaWjp7c4zmexnmexnmMYTmrUo6GfcZWvcZzvecWveczoS15s61MYS1rRCEc/feGfdalPcZlPeclO///6293lJzQmNjnMU6MXOM7xmEQoQ6McUQMXNj74QQMe/ezu/v9/feWvfelEoQMa3mva3mnPcx9xA6MYRjnAg63sWMnCkQcwg6nNa9pQgQ3sVjnAgQnMXOxfel91p7e3uMawg6Y86ctaWc5s7W3ik6EBAAKXtaYxBCCHtjhAgZMQgIa97F5pxznPf/vcWlnPf/Ovf37ykQMQgpCJyllAgxSta9xffm93t7YyEZMd69zggQABkQCN7e72NSShAAAFpCSu/39xkACO/e98W9zggQSv/375ylpSEQIYR7e6WtpQAIAAAAAKqKz24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624cR5Y1gJaAYpqkSKNlCqSsFi1blkXL/QTnf8EvN3oBPweN+al6BaNn/hyjP8wfnraBtgWNBctTdgs4a629d1wys4pVvEiyFKuyMiN23KMiVu24ZOakoaGhoeF9R4dPQ0NDw3uJRoANDQ3vK8h/jQEbGhreTzT+a2hoaHjP0Gi/oaHhfUVTfBsaGt5XtKnPhoaG9xeN/xoaGt5bNPpraGhoaGhoaGhoaGhoaGhoaGhoaGhoaGhoaGhoaGhoaGhoaGhoaGhoaGhoaGhoaGhoaGhoaGhoaGhoaGhoaGhoaGhoaGhoaGhoaGhoaGhoaGhoaGhoaGhoaGhoaGhoaGhoaGhoaGhoaGhoaGhoaGhoaGhoaGhoaGhoaGhoaGhoaGhoaGhoeL/R+bWhoaHhfUPjv4aGhoaGhoaGhoaGhoaGhoaGhoaGhoaGhteCwbIMBS5sSzYNDQ3vDCpCg2VIcEsoT36XuDU0NDS87bgEfS1nxYaGhoa3G1LfrgmNBBsaGt45nEts8mC+eG5E2NDQ8CdEwWSboXFeQ0PD245r5anxyBs1NjQ0/MkxSmPncVvjvoaGhrcZ172fpXFgQ0PDm8aQ597ITj4k2RixoaHhrUAmI5o2pcRGZQ0NDe8dLqw7NsYEWiU0NPy5gD7Lblt23Q26Mfiy8r1B0HcS73v5G94pvBXNGZkYz8dSh9eX7xF98bWl/TbivS58w7uHN9egl6cMFzsM5KCLZfNioSoo8WXxXEH8bxorStfQ8M7jbWr8yIsd4xhxOCf3PeeL0aiFukjIPwUuVikNDQ1XgnO6X9/ZyKiQDsNDEsJRx03xjlMEivdOl6+h4a3Ckt7WF9M+JtsQZK/EYEvCQ7zsWIbVrn8iFLXT0NBwzej3NbcvERtgob3v5yrgUV8a15G314VGgA0NbwLe71L3g8GOFVjmujrUGNYKsTQ/A+nmGWhoaGgYQZAJr9dDLBbreXEX7gOvnU+cZYfzYmtoaHifsZQh4JDc3FD5XRrwCmBpjx7mms59hHTctaGhoUEARVyaJS44WT8aaJN4VvoNxwtkrKGhoeFqAAJazkFzvzrMo4dYHmpdKIbLR9PQ0PDuYz2m2JBP6H1lkAvxEwKtFy7pphdSURsaGt5KXOH2WOOHgERLsHmaCLEi0PnxWfjhsT6qEtEs+0ZRNDQ0vG24mi4MvSjpSGZN5jWxcYAaC78GGJkixOlSESM4smYFKiLKxkvG3tDQ8CcG+z++ooGCFVargFeCSHWAdZLegG/Da48EN4ihoaHhXYQogCd8MzvIcgnMLxm+wDCeVZmzAmgAX/op2FzuVAgDpb+Ghob3DCIAnOxwgZnOgROmX64VSmadVMhtwX6RLdkjbDLhYkcIGhoa3h84ATgJuMRQ6EcrYJ7W8vo6UWVI1KfDbA6JdTWZ2RoaGt4v5H5vXED7+vQXLHJ+gOU+KhdYzo/rXPSijPwlcT8J2fvChoaGdx8VNxj1rUkFJa8s40DIBWlhazLrphiJlAkV4pwyL2P+/Tzi1NDQ8O4BXV39nV2e37gNQ2y1PowzyhCL08VkcibOc2fzYYIehpJRLPc27sKk4FKlWJbLjaWrXythQ0PDO4nR/j7s+gPJGDvUNDOZkUxJp5QG6egCj2V4MWKmpdJpFdbyx1jNY2XIWXVTKWhoaHgf4H3dGcDhu5AriiogqlrmmAB3KIBSJmG0I1lENhLIbAcs58Zagn7H/PfkirkAbCawJE1SIwsHTg0NDe8Ket3brSCtU9pIEBDZYYAgOOpcspqdLmbd6aLD1zw7E/GkqCk0A8XmYKf+xVBZLoAcvh/TwMUulaWhoeGdQvRyXY2LZBBAXFlm6FlWo4MeOV9MqAIuTmemCTIGhFPMsgb1EW40LxfHeGBPMRzzlabIThIDyVjIGhoa3hlE5y+w6CZctTgFbYGx5vKS2UrnhPOJgZw3n5/NF7PZ4vSMbKcwPI8HNodERyNY7lJhafThVHqgWWm60ExuEUpzw0XR3b29vfXh7b+59apwsL31wI1LcffADUPsrxG8woq4VmKdfALhTcnc3do+puUqsYtf4bMjt1weyueGZXsrYLzW79ogK8igumkMTJT0lxW2ZFiBbnHaTc7Igx3Y1ANEQF1w4jW+cc7X9bC27xx9HQQ2E2QHN2VrwyWxON7aOtwCjq+2Mo8Oz+1VD1b4+Phw62M3roVVca3EGvkk3Jsl8/PW4ZUT4Al/gwuWYQjL52ZleytQcoB39Y4qm8wkPwxeaYSEopitc0hkxiHMJz6zbjE7XfCDC+MpRrw59EBU+HL07ZuhSCpixqUXJ60mYjb9KrsDlsresBm62+C/Q1LgFffpo63Dc3Sy/a2t5T7+vcpxiJVxrcT5+RTMmyezt7X1vYmvDB/xb+jwrtsuC8/nRmW7EMgebrw01MMVH6NUtDl2MNUMl0VSALNTMlG2NENy1AXKHyKaz0CEuNgcoCHi8UuZhAV26xWgjqpIJ50NySxDlYm+t9LesC4e/LS1hW7XHaP/7bnsNeHBKo3nwWZaycq4VuJvm4T0XP0V+rIJrgzg1NtuvAJcvDo2xTK+uSQQacQsvppMwFaavQMNigTJBfJUps8wKUdudH86S9RRoaTuZzK7EDTGl+cquAn7GJdujjKxGpKnr1lHvDVcDLsnWye7MoEBr1qrOQcPVikeKx2H2NB7gY3UH08GbPV3E1wZjq6UUy9eHZtBjHI1GHbvFPOpRr1U12SdyerD4or/CAkpL7JmBhfxoDIpkX/TxS0y0HdPugx1Wud6dx+lP5pVll7gJDJDWL0k+ri54SLI/e7ui7v6Z1282tna3nmgCj36459Hd2//84/jbvHymBfI9ra2b0/+vb11YhP2Z4hh2+YP4fIAVoShA+RSQnZvb33ofvf+dzuZSb0E1Z4ySQZASujCCp6j/9+tbYVU+oYUn8f1v5O9P/75ACFOfg5fSFx67e7tP/754pt/I4dm297a2TVbaIBFPlNiRx9u4d9hgdg7xPrxLUvmePIzh8APDrN/YKyultbOoDA2EbsDbaesDBXncHsHRSizB7NHWiZQVQdndY/9N6h/FwYv6wIwb9XPU5iHVZl93UYyO1dAtcq/unPqySECjK4W0gEdHUkRjFaIBNrJCJLHlR51laEIBNPcyTVORNh4TRcJDYWxwLh0HSgkcyabw4TpWufbrwnJ05XhCqN6qwFVoZ536m5/aH2RNfAKPUO229/o8gIU+dHW4THnDbe2fmDD3EcX4BwivMPlAN7hxO6EXiVlaRuSra19GA+2tv5CszHu7iGCyVIlOfntn/8/mA/3TYfJ0SM+Bfx3Um5yfNbjf/o7OuvhPljq5AwG6rNn0Gup4P72T6Zw8v2h8vTbP5n0Cdxgcw2wyCdgmUfovyD07k9btxeUPEUyCHiMIfDhsVFWXjsfq6ultdMvzOK2vIFo5mVlWHEODxfI8h8pe7/nSMsEiuqghBxtxUAsxe/SqwvCvB1t/6RgzFj5UyHjZVXepdx/UGSVUFGuAPr9BTPpPPOhKqjqzNjKhsNxM0dGIghdjevc7BG6k2PRzRfdGQfEGXTv+bVLGfAKgWiRUTsXCdJEe3z6kKQSD/1cClcc3dsLtOqf3WhQvyY3sQeCHGRlK9cFf/zQfsIGhQCDwZ7LX2DbQUR/U397ekJXuS92Cr+TyUu6HHLlBXmgyZLcPWHvVQ/+WH03gnQnW7fhzlhsrlLxsfdvHaW4fqbfQ/RI5EvdEsXZmyxeMvqflPwD2SxS5dA0wCKfBBJjcKTwpZeE3pQMF4v+qpTp3UibGKurYe3QAmocFEZ1wNiqykjFUfZUVGbVI0UOywSiOv64i9gP8TscM9OoxJwy0qzrwmA/1Wd0gKeIK+KNCU9VpVKnA1wWO/TiIS6PVJNuwCWJwH4yQ/HjGTSYnQI5GE+8xFkcQ4bhuLmPxC9+cUOymYdsNfTta2BpkMgBzznLEgFh8Ovo5RpwfTG/Veg+2zr8xs3C3h/SSUg80AyhGhyia7BT4h8fF/QE9IfD27uTPXQy2GyyyZZsSQtwARNQVTC1ApqHotu6yRM1iQdbseUwJtQsye9ykr/ZmoyC5+jRAamO/SUWC1J8x+h/D0yfgQzqSofs+SzdbeUFOlMRaSSBzisbz0U+CVDISTf5DhrOv+h2olLJG8/wd8hc3LWSGvp1Rdbo1Q7rDQrUX/CX0y8M5VSqkAN69spIxSmzB91Ytcy/riKB7z7k74GKuM3qsHzab8BYLGWmWdeFIG/wpfD8efY+VGbsp4JDUZX1D4raYYqX30NKdtI19Ty7uk0Pb5EBAhynvJbw8GQ5IyycZTQDA/EzBCIWqQYYNplSiPGwfazyszK8HMfTKGS1s9vKUGPhG1Zjx0ZSCWjfP/B6dLh1c0HVgM7s6Lqwi7AjU2v52dyOqMn87Se67G2dsIdRfYAH0z7Q0Rk/+Kkja/w98QXwsXykJJHYzgIB/pBt5/BDOhbRI3kQzJc6E1V8HtcuZCL0n6VbIn2tbSMXjBS05nli16c+B5tFm/L501MGY4b3UAlSxFCezosDMZOBTiXF+bNi5Rw1VtTV335S+mXtQFVi1lDjf4VDrzAMzgDGL7LePJPupuIc/5Sqkdn5H4r2WXYloB+GfiUiPJ+m2u0iZw9hg8JW1kXWAJGZH0hnKTzz+o+Iq1+VLB63aeIH3frpOHxdCoyx/MbZ0XEfdNCU0Vk3m4ng+qDMHGSSiJLKZ8WeGlbLfwEPKshURzCGcz2s8uIuI6nUErOVuQOinLIIdaCG5TiDHlc1YWg+1qU/owqEnkFNAJfbMzEOVC6cTWvBWNX+lnc5T8Uubt7QR07ADlIrnnMwRkB7mH2Gy9ZO1hb+vXXIXop42KE9SWRAY3LoMCLCHP0uho2SQzUiFhCn+Nw7snCiTMFA9dDUFqRsSRj1eRLcAQ6bVLsin6YQo5R34X3/5HAX/IFKUHGCn/6KOmCHBBuk2uvV1eHWP0xe1g7tCAMCvNcrDMMxw6gMi1GVgT8bFSdlD7/O079snfjOEAMTQGKnYGMMyVN1MJ+mtjJlxmK/S1S3/w0QVjb8PCl8+VMVVfk/sdwEIJ+o1hTiCpC7cb8Du509nfN2uOiG4OALZwD3IEu+uqVEofKdwkXjYveBS+3X0I/h6pHTN5T2SmiWbBLcmLNZuDWswveFDgMsQiO02SmoPfzzR2/mBToGLnYGTP3RQiCIiC7SlxDn1ha6uFQmLhuwl+A4mvysKbQ8Y+RqCpK8JTsjZLrKwAPTAIvoGW/Hmar4cX/WZJjFh7ioz/y8dWizcruey39IXY1SyReTEINY+sN8EhAco4Mffbb1t/+RzJQpzzIqBMoqSKSovbG66teO0RBrZ1AYxM8AUXyrf9CwimMzlIrpS6ixXCx2WAJKzNd+y+owtRV54aSspxzVDS4PDRDeYMTPk8JzgiOZU1Ui+MsTrZTwcwRfli2rsgsjyCrg5iyiaRGLIXN6nuPMpRB9wmOhP5URwpQtfTBSRTzwHwIloPjcYSMsD1NmUSisMtpp6ClLSrfsMQyla8MyZB1kb+fuYnKa1Dr0AE188c/fVD9e/q7+IH2CCtguZ4vYLaXvwIVzQq5pSK2Q6sKpdU1pdUiNPcZThA3dc3FyaEqbRRgZMMcyesZ4N9IQivhgoj7DzMkJBmlgt6n7IWaoU4D5KmxIopfPqI7jrRffQf16sHWsKUDXkixIKiliLzXAuq7AGmX2oc0VtUPSuftdURgEhwLJyrCGa7Xr2vZz5Uwx/Q3UbEUkkBHy36HiYXWQj3J1WKYRi+WW2mWqbhSLXghTFKufR2aLy4rihbUFZn3gBF/y5nW2OVBWOwpkm5z4ObWNMIQt/nYL8qDN+DnMIB6oYkjnMeg+ECqE8lKHFSKBpVEsdVgD/bCwuyjoLPso/ZbmAgwUTku8NPRh83oE2jJMGNVIp4HOAeXEtRpXZ3atU0OT0aBBahX87xw9NX+hdZmmIe0DvfUFRYHFx2QaU9KCTaTrAJyTo1JktgeH/x84QkVK0WtpFl36Szo7PD56lz6DLFjkYIab3FSHyE3rUaRQu+ArkoD+hiRG86mK2UfEf9vaOZbmBm8kQNMAQwv+/tDiJf52+BNlqa54Qe28ONq16T3kSGFcA+wXxstY13/o1LdOfHEGeAm9l7IHnH7DUPXm0W76EVEdYCarDubT1FZQr6Wsckd1W10ISNuM3Q8c1UpRhZka4c0FSsQYNTjYY04y/QLdAX35D7oRiiDGcmIz68RmdLe5suMIcbEKYiNhc0hCQQ66hqkPixrnlKAZzKhsCEuCO1a7bgAlnbORkh8gZavnwcP6uefYMAI0aFNiOLmDP3InJeoOaOimlrDvUp3CBcoNFAKF2Pvw8PbM5uXoDzqGe0MXpwfIwBg+p3h7H+rMv3bYD7lKYO3O08JFs32vmOQspqaQr4+ZKXZ8i17q6c2YI0NE+4rvb4oPkTAYMmdMgbxwlo7DQmg9iJRJ3PqLVj49iacnfzDhQT4Nu6SSH8iM5tu8eZYTpfjcIgE1irJUV1AEnS3q2rHF1MkZCtNTIOmcFkGkZ7MUqivwEn0qe1a9c/5eufqPJ79Z9UZ1FJlGLMqtpfy/VlO3/mJXQhrgd6k6T7rvIi6fiGQmrCpJuZGT7/5xk74Q2n/QDeA9dbwHB8w1j/fnoATfyBK791I8OuviouRGB5pG4JH4xUOZZwbS3hvJJMpYHuPlUcZNs2dBtvpq6OWF2Zeg9tWwDOgqnMP5jfNpqDP83W896CbfwQqpelaoM96RoJWwD3BaivvTNFWFM1yio4FgQCZp0mxHeza2foYz48TFJ76OQAH4naAz/fFgMbnrSWoM1iEOU8wOf47oudRL/SY6G1d8GR9krqveQuTuzowd2ZMekBf00a2/TV4yUlKeJQH6+QNsBhvy+TFUR8un1COAuhD0M+g9GuFZccRySMa0PS+pwVW4cg6wqp3QGmPeEDWDNBNzeHDWrlfG3xTZjmbsczXuybynIs1TAshVVK+qQ0qnagXlxW9apAx1UaX/S6EBsmxleFSjzLh0pPGoSozd0V76PyhUwIv1tpFQI6KgJ/T0zLMdhsIQiCGCAkRdksBo5sBItIQ/WsHjkCc+JnA+OaONqqfJx4IviTJwjvMSdymdnp4udsicjPlLxDXDwqsGRlwbetDiH+CzX9AvzO6qhat+1MDQH9CRSGDmg9oPB0A00p97QxRpDnDSmbs0yeOf3K98yQf6Mne+GGy+C8RqNgZ3iy+pfodMmoIkRFY5w0U+wCgWWfSxood0JUurmsBPUuAiCameCIkoSbUSUeMVoOxRsUGH15yZFUdZZjJlSQ1wcm3Z6+rvdfZDa3QNkD4Okw6mbBhLKQTAykjFIdMJiJs7mWlk4LL6vXo1B4nMcMO1ZRpZUvVpGTeXvrcPkPxocoT3qrWfylsIqvIb/KCRE/6g5quotPORemSmqHQKg65+diRnAxTADlRV8oJ1eL/KbERAkS4JiUchN6MHUXRnc98bKAHj64dfA+eFGHdnSvYJD9lkYFaGfpIhYN7MaJeGpdCWWMC236GbkGV8Ks2XJtGDeDFNgirOv37a+sluA4OqAd8vMFRdUHuJPmxzgOxgGFIxdkbHrWf8xIwRh9/SBo+ZYsh9MdIUMxIOGAfRayD0GfwnlQuskONj3IgLWXSlSoy4dQwtkwGoLW5t3fSpsZ+Vwm3YkATySRnVQuCF502lZVTSpQDkBBVkyZwlbc7m84RQ4exidJdr5wwSY7jvowh1YTw4K+MnlkqVgcheWHHuqgD+q7CyUGwYWUqrn0WuXlQVzPDfwSdKmOZmD5VbqwsvvQBvKJvf56LwL/XTeC7sJzxGY2Bwq1i52A/ovtaCd10zZCTzCNcUnbmGydOhb0RgtOVmd8pIw+f54lSLKTCG77M5W9oM1Un9MKRxSejbx3COn6FzSi2blLHRiCiUq/mwQvgZLjnQaOiGAns3oVM8kFpCHGGwc9uUA/R6dh1T/VyTkOUBRq8W4Ahd7QGZQHdfqKOZjmNqBfyD3k7+TRO3zx4evnCiBb5Dl1OIo5tQdUIfufW/SGEXkVGAseDhf1n0gGtlCQ8Qgcf3ETxqHCg1EthDxo7YXRXyJXj9AdU5qbm3/vcv0FrMVuRz66RQZdC7KfdLePsIxHJ8ajWRtTkCHrj864oeaom2v7F2FviL+SuzRgnVJps3rAuDjMqZlXG45ZWRNEBmbytV4x5q6PCVjEzg31E/ZXUwn57pSDly+xR1sc9dmKoLAN74H6AllPh5uLr0wnLBMfZJrkrlxCuKIdIPtw7YQfO5xHKbTQLmhWBiMefTnAXzirO6vjq+WXiRk1/7SOLCXeSBK58/DRbEcFjLzmMxjMkuA3F2wLPBs5epj1o24gOhxsI1XBLQjERabwLQWi6U9oNj262L8DA8OLaeH3T4hnDRwlwSRemvbAvz2jBaUs9MnVMGPw17rHf+8m+PHm3yDnB3nHtRFJIQJZQZ6GeGRpPw7hNcnHlzzJfBijiYQHJO+aCJxzDgaFQ5CoVzX6NeGy4GqDjSft4A+NTkC1EWVBxqL3tQQHGBjQ954dqBVJo3gwsX5pJg6aGCUkF+/aW33swOaX3SeyYv8Q0ZcEYdT1SX+A7I7smsSGVLjjKYIMkqQLWjUwpJ8MKkdKUK2PG5+VQAx+PoY8SXpVDEPw548ZqJj/jLDPIgOjNkUzjKWIMyD65TwxUBA6o3ogHuavbdp8Q2RJq533qB//Nk0/62N4Jbh0j9goW5JOq6eN0An5zy1UbqkN4rl3ROW6LVLsAio6VnGxtDRmEZo4tgLb074qn6iHkGLS8HNL/6TTrIOQ0ICmTalI3GNYLsCyEIO6fgo7HQE09urXwlIyOpMRpXAI456GqvDRvAZ7deP9Bx030am+KBzdy70oPRX2F7I2Bhtr5zy+sF64L8+0ZKP58F5Ri8Z5qkkvsM36K4C6T0oRlA9wMUsQg5wkJY4ewU9KYVXyF5gwEiip2pmZWBr3XgnGZhMgOOAG7mHF+DTDglSWbA7MnQtwMUKWLDiI+GiyDWFF87vj/cunnhMePPxyS82Ob88zEsyfYmcKnCXBJcxdh6M6WH+jfjmBJ8Yv2zxkhnTfcAA1ksUxoXy1YRjBkpKoQJolQQcT2ydp9QDEGNDMznzdiTY+A3ce1YhOOI5D0TuMSVlwpZ5tc+1SXn7CDIxpOLS9cwR+SlW0NDw+tGN+egM03sBbOl3s8LvlVHDeLp8yBXZ2FMhFAFSpZKWoJPgWGMKdrskylydNxJ+Vwaw7lgseyTwOwyxwWLmXuP1hxVaBmYt1oyDBgSxZksxbmhoeE1IzogR5XknEL/yn1U3b3qpPASIQNuQvfmWBqfmlAEs/PUc0jgFhc3BjySzoa+NJAdYVK2HGNxwt4XCSnCMns0MgCzbQIYeJhN3nnWxc2SA2FIAmJUmAFxFXlDwwhaw7h+qB+SWXxWj+d5IgdewpxAHc+vCiqtDxA9dHomIMzSKUtYNDgPInQs4l5ii84D2IUkrYtFTrNzNQXmyaUr4QxnXnHmYTE4ggKVSiRkCEvln8gOQxQyGasoBzE1NCSwdbT2cX2Iuj2jySwjqwpLfoMstlejA4xlMT+bV8+JKZDjGY1xMTsNcjAlNHwpU/YMBCZBXjIHcaISp1zScFkOec0ex4pn2TBftavZkkt2DFP20BMNkPNb+W5oSBhrnA1XCet/oaoZcUEPMwOrn1zQ+xFkNfXudAblb951M7ASeQlOei5gDyKUzCo5wmQAwG8cgBORfIAx6gY4Q5UCMxAu67QXy0YGs11nhLAcm2vpJrG7mQdehWwKuKRyGMYna+WnoUGwp6w3XDN6VTzTSkQ1ETj8ERb0oxlD/ESgIFGXe44NfQGRiP+SRXyVxH5sZz6jwZLl4CR3g24LJuTRfDM285C8LQHc3QtNbnNJhgnkmt1krrxCUtjNOBAMOK+HkAxdGt5vjGkTDVcF69o9/W9m+p+xiqPsmGK3GT569vOsfBJWfVXsYCqjGDJgoKIDAzwEqRm4FbAEcpk3HlbhOyqELrESrUTNV2HB1Q4DHWShsMx6yGUKFM49S2CJDzPh3Bc1NDRcM1JXc4MRDs7aFEM6HO2WcDLOm0MJLLtrmHWLBnhi3p2BOviOEEmriyNsGNz67SWyUlx7JEi1OMhHPcdTyfUBkmEJFNq+/Yg8ch00uGfzbjCpGXUmlHwPIfBr4V5mb8zU0NDwGhBdTnymE+Fdvn4rb+qdNIDgSBEmCFDSJ4ekmDksak+gAFeNQX2lyhex8F1zVDP1lFWSaneme/ZKYPR9qm2DyPN5IwbEy6jja6fiCkNwHy05r2agPYkypJvmW2OyD5pkKwINyg+7i3jpuzY0NFw9yCe62NfYDozlQ9oejxS9EoohunCvm+oBfZKaw4yb9k45qM0eh6Ec3WyulQwOl/XgZ3q0T2AxI/cti0E3pehWFlc+TbwEIqC+J5OFKaHwZj7COuIXyEpz34Vw2eiFVxp70oaGhquHd+Rhb+tEhMPuZxIEm3dagCiDE6Z4JX7gTkAc5isnxqsJS1Ch62zKz916Gt7kbG75coSiVYCaH5+S0Nc5C0T6fk4wYxLAvXAsPcpB9sJzwkCW3WQauI/AnVb4aGhouDxAMAVVhAF9n6rUaP+TMBGcoe+xGjBynOxMJTG+ce2B9/a6CmrrIH0vvWnEpeBjAkstbAlEcSv9WEGMCrNHk2WUZiDTcsSeg/OcviZKkDUcGxoarhl6m2/Z28Js98ONQn35PNroOYtNPaicyCjyUvmDReoboEm0HkF4EHjhDJ9EY+B2xFOOhU+rucsR9OK3vPVkZofPzOky9MNW4arMeWX0/fckQz8uGTq8X3jy6NGjG8Pvjffqc03H2/65guOcrz4psZ4hGeuD/u0wSXzSoY9LClu+9C3pwCfb3VJ8+nZ57H+TS7rw6H91DLIwFFBk5yJ1M7nFvYWxNPsnHfiko/SAT45u8AkDj7foqw8PJ6qGhj8fRvWoJUJ+xt3ORRlqaQx9h579YimvxiBJKJYj6YQI13Jjd8/nSMAB5Mc9llElrBNJQ0PDVeDsrD+UXJyxY9r8W8CpT9Dq7DpgRAllhHXcJc4sL0EPdnEgTykgXGrHtTAW5FRPlTnLTr5cPYBSR8EL16G/0yKiJSDnaVMRfCJK918GG02+oaHhqoGebz3R+p/3wtPObsPgLBp6Y6UQcU5txdxbga6bnxW3c5iuo97PNFNiBXg7nXmzYPCXwmuXdZ6RPHdqbwwWdw+8oe5M9/EFYB4n+NMOBSqc3OgF8YsVbiU4P7noWLrRKdYodV1Ba9V5Q0PD2uAyAm/bFalFF6MQVKNFBEPRo436xumhBjUhRFGsGjBO9WzfwzJCFLz/QynIXyI/ZCjHMw4yCnydFXfijWPojoiZs5SaircstQ5UGW4pqirO1flMQNWkKu7naVwF9appaGi4InSL+WxxOiN3QC1D50a3xCn38QreXxMxLofreIA/tE9J8Qx4LDzVICHMjBhPEQP9yVcX+2eWgi+FEzWhEGsSUIKU1I7LxQHGsEyPm7H4yCjNOaWeSjxSthGgKmxdfIiIWc6FnzFebGhouBCcinrgMw2AAeuE3/PHv+XmmS62LFuk/NgOF5564O5lRM4xqfb6aaIMMZyXIEaT9vAZWdYbn2dwGKrXn2QwA8rvOLipUTTo9gTjpxUhS3BA34VSPGC2QSRWqg3L1tDQsAwc60oFKTtb509gBjCidBOQaeXcPlgoT3xfh5k0hmV8K+ihICEZuRuwmpwbxaKbV0zEXdQbwKbh0iNcCZZ7yLpFBWgyEkqnCwSlqozIVLkN4mIajIKTngwwoNKopioNsGQbBjc0XA3OJvk5zdEBS/WJMnRTUVEhxlDTTUuQNUfdi+Y9mXOK541OC2fel8LOvkiaXYGaAwaK2NJURpVDyxROhRvLvDKzjEivDUXakbxUuZEExjCP2PloBxk4IShDQlmuQkE8p/YbGhrOB4eZ3pXYAY1loA6mt0qmubvTblE+0H7p0+0NxRopTfZQFkM5yzaKFFQ6nJ7qN/fcVOhNz+UUDUtHzINhJmG8w29OirrdKppniiB0mQutVTFQajmqslHExj+CcIMqWd6CWJJgSCPXEUOZYENDw0XA3mukx6UG9boZOl/qpupk1tPoeNr5uBLn8Z0bhmAFgP6hIp2rL2ZkHvDLvKTTpeiPkZdMbNp56DTXkF+D6BSRJiFXzTzSKVTTBXIZdchwMHhElUoXZtKf5ULO+DvJAYhyNdrIr8yz0qzibWho2BDqQKbicRwnaBJMc/tmDZpLfdPn8Iq+2kemnuxphfceoGjy0HqsaUJpEDo2RxYAWZV8UExhrgXfqm1ReET2zFZLvIw7A2loBpC3UNv9ypFDWJZkwIuUFTjVFgNCImkU0mYdPAOA5yFnZYTHGxoa1od6EE/gP3Zg0SB7GK80ehfLndm6b9EtB5DeRPiVj2Kh0aM8Dx6KI2yxiPGtwdZqxpGm0+CdW2yW+xzDqc1RWjmDVyzCZSog/XbMpiXFJREEmPlEgcJGjiplbcYNRm4WZiin8utUWFAcbKZN64fxfEX26LGKqKGhYW2o70DJyBN+OBdjuLgEl0Ahgd5ySnYpunYfMdRNGg48J0q0YCuZEOEYQx7/FfxXdP0+zrozY0CMLKn9Lc3fCJRDK6OdLXQsS/jasjtV6M6QJf11aD04UrXgPFKGozbsgYhuKTD35/DgBMIL3wavEsBqzv4FeJLW2dDQsDHQf9Cr2OnY2+YgHPY972K5s8/Ys/GxfRpCBxXGeusYzCHRn2IPz4yW5hz9EKdnJNiCAZi1NQHqoyY3yNuq9ASURxSj5wYSiiIWro2wEpcFGCv+EsKYiwloFgCZKVLmnYTMH82DHEoUhcZvUOXYqpA7HEORTHnZVNFtaHiNQF9209sH9CFoEuhbyKJ6uGVV/Sl6IroX6aTqYxjhWaBRGB/UeklUQnk73FIs5qDcwtdmNcgbWdwYiEH8UpzNzxDMilwHTkmP5YG0zMxZQJyt5Enp45Osi4k+xJFeAzUKd/OI6h2Nnq1FeiFengnok2VDw9sDdL7eOx3fFninYa9LnZhQv+MJNLfoZoO9xKEijd+TBkJAVKXa4wnIyCFqP74h4Kf0VAUYTbQExqMVczjGZBnQbmNPT06NppyRAa0anK2YLXhNqWQ9kq8rwZWb/IqF8VEwIqXnb94rk0z5gLGv8q1aGGpoeJOYU4F6K4E+wzVWEZ+eFI9uBRlGwDO+aS0IcdDtozijhIC+PtiKIikw0yUzyhLQW+HJQgWgil7HgO+0uBG3SA7GbKsVMoJEz/825siDc7s3kAWIQB8+7sXtCYPZOxVNHjx0sW8omzCOVquyWVvFAe9v559sw3sPTqAVjf6tAfoM+454zmbvOcPUQROKrgug1/W6fe5no6XiNNVQLonWTWwlczXsxW+OKjoQBHWj4OYrQEQO9YyvjSMDcT3DWYtEnPkXClmffO2JEDlH5jflT2ogN/tVJF7E0YtOIUOmWHLpM0MHrELN/xVWSUPDVULK1VsILvVSn5LFurqMgvS/YvIqUHgZ2WTCfq6Z/wwLwOjNtMZ/gR7i4t66eu80VdQr3PVRlgY0ZXsPz1gRiaVVK5GFULpklgsO6XyMKatvBGKAHVW84L7xKs4VbKWiWRz4pzF/EWWKOkdg+nv8hFdWLw0N7zjUWdl51KuGU1O0j3TTog9i1KgJvRp9bdf1xawB9QOMgauq4hfoV7V/qH8Yofczew7WGjNnrVPPoHHoz6t4Eo7pXLophVN6XVJn4c2NNh1HC6+IVLXMcXzxT2ivKBbqAspWlY8eLUPV75GCFY++qQM2NDSshE0AcrYvtIfoSuheI6RR99VynCqAECgql0bMQyyvAnWIcUCH5BQk6KXPr8gTWdFta8LfKbcaSIkbfZhRMpgn4fSbh6HwgTpDebjjkE+OznlJJjA0zDgwkPYqwsW16YhpmbpW+cIFWYfHMWJLeUJuOWlhdzG2icCGhvOh3sdBmXcj1wBzp0zdK0OiSl7xk82gsccnvghVLfff/vrIcvAGuOHDD0B+a7BZDwi0RrL0gi+ZKimZLsMpRwDmg9KFgkgEfdf2K5oHZS78Zv7GlfuaaSV/SpT02IrQncDczVxUCwwb0SUoOZ0QqX7MQY01NDSMgN1RnZi9St0md8TBvhdgRFZKpOOI+aBKeS8uO7Yhq1KvFedzJrJvjEYFc46a4LDSc2vilHPO6AV3FQvUmQQBKmXlfchwMNaTjWwFDKsH8DAxqi34TApeiZSaQ4p8UwEbGs6D9L1iZkwaUmaJchU40O9tQDHUJT+UPowXdKriGt846BglhKsHcjVSGFCOOUC502MLaXQnege5j+R9gVG6Gz1SMReE9UyoxYBTJjaIMntWnoWQKJD/UoOZ2vCUg8M0+gKRhoaGAHoJtBzb7EGgW6GHOf+QB/pdaOzZfeXsl3VQ74a88Gv0wYm1hDFmTUASq+jxejHn4JylXJzO/K7eTE+CpksLzKTjaUhvqlmqNAZNYU1vk1XhiyqwIXEPIUreWPOpXuoA2RYe8IvOqjsIGxoaarCjootwM4l6mZSSuc9IaR/cgO5GOmrWRry79fqmDYd7GOHRBHsOzRsDn1WI+iApoV5YC4VOS0OeAoAv29iHj2rQMm41iAqk8ucMGEWSzUtf0lNeXzb/xZ75ZFAS7i/N2Rry3OYizSjyl1GQhoaGIdD/2AWhANptCNYfvSPR0ldMhvtv4T1RWTimbu1jv7R7r9Ami0mxIV5np60LaOCKC/IHPQ9nEA39xNIt1bBU5G7OR85MurN0XxuyDgP+SKj7RRCEZ5GMuLxOdM6pwwC6rSolW/JNIpJZ9ShEBlKNXyeJFwi56o+moeH9hhhJ2l/qTnb7lpQIilPXE8oeF4itZ0nv6HviFhY3ZozF9BbhTINgZFKZj8zaFbpWyj03Smd90CsCX/pxOnLY2BgE5r7rOPNFFNfzkw0GWXnKWdOvFb9ASpk/Zs5eQ0NDRixgUr9IXQYG9KpkLTtPb+KLwAjLfUSIemAmM079RYPMIG8nTlk3VKi40w/1E6Wbn6GAKCLtViS9cB21YHUjfxwTw2OForxuxMWqv18VuZoLl8iAC/3vCYA1vPFn9F8UIssKH1s2mMZtaGgwoJuoI6f1CfSgYtGyVN1Gx1Ixks3+ihCFpcd4te3tgtEFFTiqY9zPU5UcVaKZPZio83IT4Lyb85mFrMhZ3LhXBJGRjlICVd08wZvTWr82eM8LndyZqO4BRHg4Rc0jtEWgIIqeZgtwiuKMLrA0NLwTKAdBmwHh1FuKrmaXHGFBhT42qxG0lhS8/oxTEd6TILRc+pbCsgY1jyx3upjM+dannu5bPoBqbnVIT9Sc0/1w9IG6gE+bmVvEPF6iNtkt4qI+wkiHMlVNKroZgDHpdenPpfCfjGBC5L4I2dDwDoG94mKtm6HQD42woGB4j6XeExEWUZuhl1biP7sQ7P/q8IEcQ+GrZMO3D8ZUVOy4uwWcVv4RCDUhojBc54Z3e7izxaCb7iwqrwTduEKFLCpdZ0MvAaD3y3JreaTK2oNTzkRZt87AQcSWhTYIbnhH0eOkteGh1D1CgaPew74pt7ID9jQgh7sW67l9f2XHzJZyXP02g89rxmdOHarOcrmEvdBTIOZcDTEpNT4cDFHyvE2OShmjGFUupTC8DOukm5yV+w15O6ARp1NfGcLrthL5lQmseF9BQ8OfGeqim7duDxFDOV3Qq4reSB/x9KkUfy8hTXeVG5qjgybUASKjvQmttxUomA38YTitKxl0F5idQvPjZhhO3PHnIFDAqBb/c6FVIp9LoNkV4V4lZxMNeZVpVjzpRcghgGKY7vJw1gNtImMNDe8WLtGyLSAUC+86ef6OLrO4f3VZ/Nr+Wz4Cpb/U288bt8pBxZwVz1t+m4C8LikqJwhsMwl1NtVS9imCgnrHlWAao9CqPGmDDJBJTq6JrOCQKsPCFXCBx5dmEQnI7EjQurMLzGN2nSVmbmhoQJ/j5Lzpf6lX5U6p3gZHkdvSjgPixMcehdJxzun8mT2pUVpeKBOr8Xq7Klj83ORcCTOProUVwdwEiiRJ0mKqWvLAOvZadg8EKRFmOXjFpRBuKOw09qs3OTvKgbmQo6Gp772h4T2FOgpv84LJe0dvtyxtrs8sAxSeGEGTC8kSpM1ZUiSL4PDoKhC6MoaL5zLl6wLzs6KMBhA2M5wpDyjModD6DX86ccHCpCy3TPFHk0JCoJC4eo25G4RmSF6JeY/fLN+Vl7Nlz94ZUGNDw9uKqp9dG8BB0SOJfpqmy3DX73Kg48eqJ2DrBHwIIDeEANAOwXsc9prS5H2S94ydWbAl1DMmXoenLgQxclT5khSosDLHRnCG8ldKZrvGWgWCQeD1jNJbBdAPvyaQB3GgQ1HgpKutmyRQ4XajUDkaunw/jtDnzIaG9x5U/dAVqL5Zx8s3OiSwr3f97Xr9qTtY4cP7WNHVwJ7ohaeTGQa7Z5waEyHOyTPgxVObrtcQ2/yfB/O2pueN4NS1OmoQur3KtKiPSqUq12oJzrgBZ30HzeH10gprokDNDqByIKDemakR9a31aBj8z4CPa+hHiDBVEJ1Z10Av6YaG9xXoOFLL1DGK9cOi76CTQeFY0WdsHg8eGEnlj2Ph0FX6EWhX8cY90Xr8xsHOBRlZ15VRU2Flnp3YiLpmUoGSEFqu1SYXT1DVrpehUrhfBmDdUSYLxF5dAOdnNWdoimSZjiwpr8HHFnWhd5bwnzZ+4dqxoeG9A7UzdAP2COsV430CqgbYwXvrEqgDQysxWwbpKqi0F54j4zmfn2Ieol+ugVUZuTicWVdG7hyJa85uHSL9g1DqJZ/xXjrVkd2HUVSIV5hJsj0BtRfPp6gRAqQOY/Ih8uQeTrMNggEu07xvQ8N7DK5SsM/FUkXx8LgS2tYGRW4pN1gPlLaS+lfAaEVJyDkBihP0Fm6c26QnMjpEuCwnl4DHfA4DygszLW7hQg8LUCL9T8iDGaE45n1BJENVBYfSC1EVJbhI2ZvVJIh0aLfgZQ3mbFIFBe2aoPc/kn0BbuFFxsqxoeE9AznpVAqG+lXqQyVIe+jm7FZOZUNArG7H1ZI8hA5YzybklHo3Yma/t1ez0Yke18R19NwgwNWRGz3ayB2KHVDufiTyzm4rtdVtmgfgxTnWqiq889egfFAN8uz6mgUUCqOPdXHiVR4t7RABKVcJkAyFDQ3vC7T8AfLja8mWACqhJvHUifrrICVMNVGMPShu9El60Ky8fVK/LOhjve64lIcvC6MlLs8YxpMxqem6YHzXvjJ8oyDhBiuglpFgtEJCpWZYWvAHJMXbKUvIdUIgMUalZFLkvezxxhNFH5uMMlxDVfwWyIOCVOtIGhreH2huDp3K9D/1kro72LIthC5e0lu0rOgcMPRRdWU6Q0CZ+cxLCZSVFPAmwLyAl5SlZTSb6BHG0QopZge97KhZeMTR2/LIsTOLzFh8zs70vEE92B9QH6VQ9KqUEdgjE+jJR9916kLKakPDewa2fXSJmXGgoehSixmHctJwos/z4ntrS6h3WQzDRy3JjojgCd09j4/lP3Eu9SlaRrro6wTzAuLLOqDAp+gVSI6awuwBfybl/jxzVwWZ8ZRclCb54FNPzPJoGM450T0k4EfgJZ+IZADcHCPtfnhTs/MML7zby+yW8XxDw7sN2/4HXYEdQB2j0huMqfQIlNjAtqSnWChj0cEQWFZFLG/Bf3PriRjZwYP4IV3eIDLRx4coasUQvvpqGYlzjqOgy8T38Oq+rTJVWJNoBK1EVCkUDpI04hwgZyDH7zEk756FPDGZA0m7L+wNDe8P2DH8TjXbGsuTd4ak5NjVe3rezlJBPYzRzHQrSLE9ZKQjW0y+F5fu1rGtd+ZeWyEycy6CsjZFCmflRgE6PuU0UQZQ6oC92vEVJEhBZWdz3g6dUZgThWnph4GyI9KjgD7CVw3+s8g7TxGujDxOMnBonurefdlwPUmjcFRC3djQ8P7Au0O+74Mdj8Le+A+wrjMQO0zMWJy/Cn/GhXSDSV1cd9TJI9VC7avBdVGMjftYkuwI6HN93wlkLoJhLT9nICvkMWqmnzVPo1i9wd+IxZKJxVHkB75dx3b+L9zg6oNU1faQBJUHBeApQvJqNReSZOrKp8UouN3DHPlLAWDIga8arJGGhrcS6Ib2CBj1FOuT/Wl64VQ8tbop0zV8JJ9Sm9D3rNNZMjCH+6k/B8GclZXViZyLiwU38lNfxeVML0SBLb0YpU9Is1BycUUgs3Sz8c6ehaYZWmGlU5O6uAfI+BAcytvsgLF4TKZz4exGXAphyvXCB+N0k1AvKsFR/cYqu5sbGt4PeJdBT/Duwi5e7N8oMYNysnQLtD/JICIUwpBljB1p8b6uuTQWdsF00x17JR+V8GYQxGc0wCk87svWsxuWIKoJZen41iMFzepgDfcLmPrHqiAQyrgwpHLmdCsXgqvEi/8M/n+w2nKsACylXbMaBpu9zXE5wzJGV0Yt6Bur/IaGNwQ2ed5Obzb0Am5pM0uG99Z6WmsM8Fh4MaPuHAGhMIncwaD7qFvipK4XTkwq99zXB1GfmXB1KiPFsDqKMpWIWz26U1Cg7gXh6ofJBshyJyOfKeD+wRphtzfK5R+jrFzwlhalIWBtpSB+NVgClhLyZ45+NqUbDrEiTHn/7VUNDe8ynIMA7yrs95mjApRQy1neub1XwVulQ4hKeIcEIy61RyiT3KfBtdIiA66MsFPK8FqRM6dawJlDX7v1ZVglQudr2PQAz9RebUfzKHIkvehQFRZIs42p6KdQ0ywnGaUtzAuyVlgq73VYjqzdRHD4btObnh1z7OWtoeGdBv/+Oc4zWxrTDXoxqApaDknQBT0kcdZXBPRgUiq68il30VAThIBfrpLi60Pn3O9AALC89n5YUo0KCQHJnBt0hnfIUJ0ioxfZHJs0rZESyCkxzOmZEnd9UCI+O1pOnhHKhWwC4EnZkl9z6edBUv7Glv/qKRbpt/Q5TtgoKHw0NLzLIDOpm1m3YY+XYdAJwFcc3y3mZ/PQGHtIm0P6IY1MCI4PySkYT3LNQDf22+jXBnHq/4i834dfD0jJARp5UK1DHXGI2ssU/g4Wc+m1gfPpT3Ea3IDCsuBms3qNH8CvToopc73Ktx8ObhCbj9o9otZZZpTEowLqqd5IoxdFQ8M7C1LQzB7cEp3FUHcCW64Q9FRnN5dwD8VkmRvkO7o1k+vOqPepT1Ir9FGZZaEgkRzkNaEolRGbSBo4nXBLH00Zp4tTUCDc441s+dWUqxBpVNWbx6XSAv3mkMGPonrPVgJe7G+EFnPKu5wDktfh8i/ocRYMyV+w9t3Q8G6CXSxaf6/NF0zETnIKrjJdrdJ6MkKW99LyipD4QHvUIw+IsntyVcQmAJGaDvZlbloz73o6zWtDJgUzg4w4/hQnpTtgAuA+5pBkIS3KFivOR6RRlktamAc3d6sOM0cIoZ7Dg1t4y7mrPHAbo5uUIixhj7G7FdvCm9taTN7Q8OcH+gA6Hvqu92/vE4Ts4jrSAGhtzhk76yElVfRQdR75OwXFnXGlwzp5wRPGpIorhfL1SHgu8vKaUJRKGirXdSnkW4w0eHdHaX3gbhlNUVuT/oCIpOBTV4a9FoqRtPmNEALyVa/Q05wz1vPtUfZkgVjPkg5pBisvcrAkSEPDuwM2cuviPtpKNATQUR1N3QTdH/TnWtAI/xVbAF1HCb5AZ4KalPp40btFIREXMmBR2NT/m0BRLJaUC7AsOymdFAg9Vj74ZV3QHwuAD7xJi+thRJSEViGG5M9kWvYwyFRFIwv/UWTzSuPvAgepy5VvyphSRc+FD6NA5N1mJGQb+XUbGt5VqP+6uewnMLJP4Mv+4PNKxd0E4yBZqBenXuRXKpm4KBp4UIdVxOaBYfCFWaGZOK+9nnvNCMoGgvRx0TaYlGPL7Snv83UrHEQeEA+pYyAAXJYqfcRXnnHl1WI3ZE0zFo8MMNuRfHsFAowj+9U0QwZUWZwRrS76gg6ZSlrUuiTsb6Oh4S0Dm2VagRgAnZydYsG3PkYLDq85SHQSl6jbxspBARN431X/Y6/AyEsOdqNq3ogN+DMF+ujHe7Uoss1XvYmFKMJFBTMfzDe3MMJqW+864xChiMJ8jsCFqbDjv0AhLDTCENvrVlSHDhlwim2J2hk4isFiNdd3qMAq83wsoWNJ+M1gVdbQ8NaB9/7yEaTR4gv+ASBnH2VvST3GGvKp9X6a7ALIRd2x7pPSZNJWC8RjD4A+Xcy19OzUEfErWjDfKPlZIinywEBwYTDnEZs4R0+BYelzzXDXH3NpfmEGUdJrZo2SlICx7Jksu6TYa1glUxmTB/kfBkrJoZapp2cf4QUXCv03I8JY5BolU5k8uEYFS/K1KeoKaWh4O0DFBfyjzsCm3mMdWF2Viz6h/3IEScOzfg/xvu9aYQo6U4DcG3FSVDwQnyTsblIEYwZwuPor/ylphxK4KhSRaYaPT/yirEyUHMPtfyYnb1iwMiO5x5fSDJNGrIpqFOaAs3uFKfxWa9KKARnWppzwgUDmJa5FhSY/pZY4WOcu/F0CZZYaGt4esGGiy3A3R9wJWoL6jZqu63+mxTFI2U3cDDfOFVpLD3dv97F7BnCO5Y4Riw3Xs1Anyy5adNYMJRKxBq6we9moHFeopzEH2AfXspFf+tDMoBMlULPHymyZQhmzB70/nhK29xAeFBlOyyKFR2hwp/aPNYzQ5nFzBmEz5sNPj7yQyPnPBjrnXSIWXknpdFlc4U/U0HBFUGenRoWRE/vjQOPyCbo0/wTVh7f5j7ZlxDTPA+MMeqYLLnCzJKCl8Kruj3DQpsqUaUbXHCVkRlJ5vmpY2Xjbsi1C4M9BkgxkGDnwooK9USkpq72ssXaXQS5eW4M0KqjOIqp4fMsYZvgjkwLITNswnQyNq0Irl2ew0kZvHDBrHzeAEPCiu13gnQKVnkEaGt5VqCuomfOWVpMV4PwgLqkbQBEc73/QPuTJOzSCuImX0/7703njB3qjeWF8VDzQP33VQx2V015DNYZKy8ibiuvo1wfC9YIaufPm3vmZZRtqFUUZGrHPMHBU1eH/w97jK19+U24Bi3AM9Oka4Jj2XYGReMUXA9YBuKdIGiA+xmxzv2oPJnmNd2FrK6cyzp09dXwotOX4dAITvXnRGhreMbCl43/+LNSWef3MYICdyfqAwO7jy7UV0KNcs5O1BCToeAUrQIeknpI7snockvBoSS4ezTA2aquQjhDjVYFZQTFjaApwgqDkCNYad8VQReLzW6N27FoPgoWyBktQaJU5/FMZBGCuVI2jUTmYNfNKb+W6MYCkagFsI5mVeiuPVsuKraHh3YPaNVp7obUsoCT4dmhBPSm3f5qjryZFxAdLtBbKiQeCAB3XUuIXoXHQPmMy7F3UfjjuYsRBxSspbpXb5cHsxpNpHNShImPiA1I6Ss3q4CYYfgoyIUv3YV5qqKIt3mEABqkw06MGIV5VfC0BK4euc+dI7HEXAXEcjlImUC8k0eaAQF8Hbmh4B8BWrQnwWmsBASQBepIvfwjZLF0QClDSDtibS91QPV7xWN/Peh37J+3c/aLQkFsPU/CYRhzv51S93HgFYKpKuQAylXJqmGsbJADKIziChyfmnv8HKQKGOl1wGbUQJjCcGx3U0LQDKFXiKlAR7U8lZDAKKqX+QKwirSqEKlUSlEjXfm1CqKG9TDq40JP+mBoa3hVYI0eX8YdocmteQCTIrgT+GyMcdEW/QzbAsGUvWUzueuequje8aVjN1crwDncbrUlgvRfGMrY3CaheVj+nUWhuAgIdMeMqjhnIKahNlpB1ZrIa4dMRljGvQ5wVt2EvAXJls4lk2/BJXozf0BR40bn77NcyQpH/+ePgK32QMvsHaGh4Z8D+wV137AEy9zoDOjb6Ux6UypMBfQu9yi0G2irJfHLEARvXe+Wg3mYKCJdXudrIjkkJPFBVpA9YYUz+3wJwbYiZ5D3BC74chLfVWgaV0/ycFVAUZ0KN/HiuqtNRUyDMtI55HAKJc43XbaMg6SkyqKGVR1vQJgpdzkw9alOWUKz4ZeJnWZluQ8OfDmzRau3q3uwHY4uroUdASwS8s0AToWLQQ92NzyZHezJowRGcR25LnkyZmoFcyIagWsiYD4CdbklvW+pwjTBlD0AhTjG4lUH3zyDPnL8ssgQjX+mGSzcHFfaoJcC4HPSp43yQVqV5jvt2KS6WqnJZwWYmLevuZF7r3w1Ocs27bWiFuRddQ8OfGWzOoB1v5OzW/Z4A9+5sHts0QpHjFJ04oe7dUHl63b2b/HBXBvZZPkK6XBpgSlRScGgzWhLya4Nup8MCb6QHSl3lgq/NTHLmkzu4mT+9LLgqtwaYPLihp1cfFYKcyP3nlgs+kLoomP5ZRX1EFIn08NeS52sTEIcyGLeFOEqLRcBZUNPOI+pVpWlo+POBDZsDXPZVb+Z1I9fsd3Qo9Sx1QfQKsZbJAyW7ARrfHh3tupU9z6JAsMoj56dAKpGMxluG8X6ePL4ucE2DE2si5cnM9NbIG4rCMXCAbEZugZbFAOXgeAiWWcS2wpfm/Kh/gpFoR6UihVH/Fo3dVE3gT6X3E1k689DiibGYICOPIzDTJez/aWxdp6Hhzwq2c3QF9Ss+VETtvgQFsRyqzgp9EHyo7lP7BHIvpqoIUE88+uE3FwIUudFoTikbFJauSVY4VhgkvC4uTJ0k5xyUk5bcRexWIChHF2qDKof2SRdMMwpEjJicZQqQc60WQZD+XHwBVDjiXfC0smIeqntGeGFWnbZTXGHwsqoYOGUrfrPzC9TQ8GcBG7YtcIhrcE2dwWYC2UFg8DaPjojOAK/sgclnAnQk66bss6YkIcjvRz+4V5GCJSmzzwdSqrMBUUi/hNEcL4CKrkr0pMu8nQfOB6J8MEUWgxZAW5wQhOKlPSMsyVhVVaByh9iC4s6oOUPCOhzLn3YeMYkxmDTz3oiiKAnypsLTEgmXsGDMEwrmcXhtua2h4fXgor30fDBei1v9gTaf8jGEm2ttUP7KvLBjZxs8QZPhjWGcHETvZ7fCuPH04MiWQfTUOhs2lj0O6VHmjyLhcwdXo0hxKZivNfytE9UYQE+cstQ8oKDkziDBRbv/aJ9hpMyak18POQ7o4PCkFXGDrb0aBioc486XUZzlqYmkr/V9m1y6fM5dDJiNXXlSRvIPneQNDa8Nq9r6JUGeQhuH0uLb/2LOnBZLlWfrLbYsUQI5Y8eVGb2XL8pcgENTp2PXPzr64UiRwtWUFyZYUZ1FC3vSCXkapOY4vzJYYWtV2cVqVnzlurCg9FAPZ5zHBFBwW9nW8o7UxbM5b8PFoX8IQb4QigbaUL2DBXhbra1A+iX8klHYfT2JyMb4VXpAym4C7HbmHFdM+aWz/qiKAA0N1wz2DTdeLRivkZduz7BEfMiEbuC8xnNBRSNZ4UQfOEFfnDL7WRf94ej3o29ogTaYImL8jDfUP5cZMjMOsV5VrFll60XWh54oIGXNBQCNycrBMVUrUJe4kiqezCgv/iFCy8IHRRaf4LPsZ1atFGmBS8NU+y9tSDDB5YPIQ8D5TDfyt7SrJDghd9Yycu7QLgZaaUPDNYLdw41XDXQUdUJnJrZ/T8ov6hB5K0Uy9IHxL/p20e/IAryAAF+9uitKsK3EqwmOUI6W+VJEPK3EuhVW09g5YKpGbnzi3jALWcC93aoO1Kuq1J1YfXz2Neu9gKYNECYvLBegV02omvUU7CvDqjrgf5Ib4dESW7EazajccWbqu9mUpLUM8yGxCtTQ8Jpwfm+/IKxBo5FTATMljC1eXSc0AU3cZdT9toCempcVPMSkPKMfzo4O8NnlBJmAiD1u9ywlUE+RcX2QMr+O4+oqxKpgPWhYyzEtQ5AGi5rxSNIFhWUmUWSf25QTKhNW1HHaeOnQ2hIoMKqtj453y4RLeglcqeYNwAwQTLH8X8pIKcnAHMimnLkbLrA685qUX5ZDgob3DlfX99440LStLGzyXirrl+yNMsRYx3UOduglQPecu85n0GNIOOid/3AEHdDuBlFnEiFwxhFmqISWZIHBPNgQOYOXg+JZN6YZV2tBez4TCpbLIQvmJ1BP1BXxLwIvzhVcX+CTWHiHCMrcq0rusbboykoM4N8FJ1CkWU2/QxCzLoFXEVIs2bPIaE7ITGVVRFjmE2elVL5V/Zy0G95RsI3kVvKnBhQYNGIWhtpX1R8Tu/R66YqSo1qqfXFkCvHFZHL0+9HvB0cuR5IkhOhTAHtkMRNoHW41NmCtc7BJREhVemrOXg4bpiThNhhpz9kP7FIBYcS1X0g9FcyQ1lYSpEtSyzYr7CTRlRogoJ/RHv7HPyLJrPorQFdUZnjSjk8E8Fw7WyKoTLjCgcZzUm54V8GW543jzw5qYNai+zNS0F2il7ghMeJSQNer7rmywaKMB6+O8AkVkIhdvR5g0CXPx5X9ButHBLXLTRkmKZ/+nJ5TRRaLhSUHeIZMz0FxuqckoYq9X99hz3IMihmmjqOPeWY2PmobgV3iUGwQ2KyixwWjrdWjUPQsTwZYc0kLecP7g3eG/7xvoNWzTVeFCl2uR4sauS0BqqU/0ZRmszACPgAFui2m99jdbAeO7LEcTPPlcF2/ULofpoBSMj13AE32FYCNm4I4/ceIBmP/Oo7Klngv/lMg0l/ToNITzF+1GCxQ8U+QK+/+qf67YGdo/RxeBNhlQv6VdWBZwg3vNNg2og3+qcEmzXsWrB+ZzCGb9blwiB44pnCgQtSzlgJD4FdHB69qH5z8Y9LR83TVoDwkl0A/Mysytz6gzg3HnK5QlQnwLeq62iVB6qD2wCAW0GDvrSF972elrsbq9V/K/TkTctp1CRXJAxehZBPgF4p5TintZqlmLwDOMeq2yMGPEU+9gUMdpKHhzwRryFRF6jae9jpXRE8/Y+0d/Q/gbP8KhYCLID8cHdkzYYR+t/Ko1VXHOHYTDP6gxvJ9EVg53RIYK7bL+l6p47KeIEeWdI9IhUE+8xvyitG3/mm03dztXBAZ+VMOAYOGGSbEGEokxuDOjZwmLGgSTvBiyiX9ll/Om9ARxjg3NPz5oDEPdZLyJvsaYMKkIaQ2XwH6o6b+TI1cit+PqAO+OvIY4NmSZKAi+ZVxbIRr6pgsrabeSsje03/d1ssGR78oIxgLQYYa4Eius15WqJ5cWmI2khMJjhzY42Jb/ABsz7aZDWHNU5S4lnQ8M0KEt15pC28IMnBsaPhzAK0Xyp+tSJbUU3S0WBsUtJ7Zw4xPRnbzShxIAzwol0GQIiJPBwVh6iG66OVwFbFoP93gScxJTyph9kGi+sNBAFa7z3kWGM2jx1TuDuSrlaEAFr+U9qDH248SUvR0rbNtFmhz4QeC8qeku/zYeFnGFB0MEsDk14aGPxl8PcNHPqlt9zD3dwCxI2SSDBRayGpw/MtpwLQMYigodRh5Qq27vHHo7l03G0bzJ2HtD6VEiemALxRwfxWHgdQ4VsdMkL9ORTVgpf5WSdj5mIp+ZYUvKOlp9UQIjz3/jkgNF/wNUsMEGBcNmsKUFdfx8A0NbzfQbqmBmAKQu13RnOkEa0iKvmwidMJ+/16K349+f0Ut8FV6LiqAVHHEMnBvS8jbC2ha/QlPJ4gaEvXkqm/eB8dhM6JI/zsavlLJG4kIPlFJsbAijPEkQaqqYzCfJssuNIXNS1KKwqQk+cNYcVOqMuAnqyqhoeFPBLRw64vknaIfZgQheY9iAO8BVDPwWVP7Izj/B/3v4FWxDOJY1pevEKP8dBmgAmoFrMc6BspSzSZw6g9hedNb3nzJ6yl0QJLNaF7TjsrzQAYs/5iQARzph7MrQL3OMudZlFO4x0/LiHS7Dkbd8CepbDTQEYYI09Dw5wFbLRpw/R9eKmGu/xGm6Ynx2Je4GQ69cXy4tgQH4D5qgEevRskoHo7yJwHqo1s4bxCDcaeBwnojoJ6hwmrnQ6LjDmHC1qIQLX+DIuYC3EC4HpbzfZYjoTn0SsKbQBnGpzlxwmHJmpmQ3c2cR6maUEPDnwHRR9R4U0csm3LV2+gdnwU3yKBvdN3p2XifXwbwHx8JePTqYC91noRqKuwaYLlfE/C4hl8+18uNwjgFUlbLlRFuvYS5uNdGc4OcEzQaHKWUNZebhCWMTIdEyPgJPQOlXzPHgosagSfL4bBFm5sGrHAtwzc0/BnANotvdWNH1Y7Z6gsB/Wru36gkPZdpXYD7+EhA3g9SMauBt4f9uYBqKOloKd+UbEFvDEUVj8vJmee4FA96475MGOhjBFWC52EZAxbP2urxaUno+I9zR+XEJh9NokG6DH4WL8rc0PB6sKy7rQ/XiKwP+r1OFTENWIo7/RRqo36Y4PT3+9HRwTf9/uIK0XXi6nuobQ7JWPKbsMLcSHAvCu2+/y/iQPFhRy3wOdq8M2dYH5xzGE9iCcY94xdPDulfrPIqSznc7u8u9DuKAZ71xpIqgoaG68UVNDdFcer7ZK2tl7HO9LC5LGF3oPKyaSfM+F2bYHQ3yN9clKC9wW8JWLy1itjNzwo9DUGWhKrogw/FPyvvuXWe0WZMjH5nvNWY6vBABUTsVcBzkViqRtzFJtQezKYzT0W2LV33zQvvh3G7ZjVNRWxo+JPA2i60gdxyvXk72AELVoKROz+qe0g3wwHZjyyIQfAgjk069mvBOqXUqmiAAZYEKqtscQoWO+0K/cr0Mb5xipuiuRSicXBfBdT/zvyc575UqPkvmRFv8R8WRl6SFIbsQxhJ1ksPlgQVzqvxc0PD2w3vG2Q1XKx11w1YY6PcB+HYzfmw54sNf4mjVwe2EwaK4Ecue4PYrL+y/G5M6PyJzIJcl8VZyOcddGsuJdkTpQUauNGEd+VylgFVX68cY9xsnou7ctZAwXP4jQtGLTIeLKlzMpYhCZ8sdGm60IBYOWBftnDd0PA2wtt9asOpVQcoS3/7Nm/FGwkurP/5IojdD/dD3BBcYKPR3dXg4mUxQJFzU8S1TEErU2Igvev3LP2Z0Nl2wUALREXgoDUhzZDGe0B6AFume35LlFFU24xO85bqYEAgZBD00gl6c2lYuB2cJmX6mtfxGxquDt6QrfGrG9YNXtqC1I0Ovdw2i53xOcG+b6zvfzlixbBcBME4uLwbhAArrBvjlYDJXTpBW80Q3IBIRxdfS5ElfMo7SZzWKOOPgFqf22O0Ym5W6PiGUTcWKxMO/CZnHWcn3A64rtfLSWkp9x+aN4Qv9t5UAQGtT+cfswjMtOCKTDgtvqU43ndDhcXdrel0esLb0w9gmG7fVsOU+WS/XwvrY2fab+CrsTvdmUyebm9dPMUB7qII5dOHGypETfevBjV0KHv4h9dQTE2bbyTbcAwmRIjEfj9wMtCFAbJC6n6vHSh9OpZj4DjLDycIA58MMXhA82lNtmnqsNDnYOCqAsmPqrZTmLDQC9q4BM9zr5KomjN6PuCvcFIGkE7lO+05BGbVJiZSII5EogWzG+iZ3xgA5OxpVjI93fBtRbczHSPA7oRMN5WbSA9IZOjmzXB0cgtnJNerwHOw+8HtyeT59olbBYtqE5QhyH8bZuI9gleMLiS7oqNINkcHmdejID5LJK0fFt1zfZD9OPrVpacC8r7aKrnLYUwJ66HmpAIbiDNPBGGBDnivTOV5BnuVIfKVmyoGpF6GQ6L8d0C61CP7tG+mNwXLxRRyINTAOVT1/PRpxtMnyxJ1Fr0yQjYcZ6uR4Box+pV7FpG0jDnttw93fzGS62NnusV2+BuLdjDFn3K3P53edfPu99PNNbJtI53bG3JPtw0NsMbsn9OXblwTVYh/TR+4qaEHtvb4eaDQsWsVGgv1D35octAAQSkrApyH1C2c/ZwDezcEa4vhG0eqFr+eh/SkvhgbokLBd9V/x4Kbx1HjhYgU6dWSxdK2+XOUvw8rnsqVzwku8rtGDEiNCqCMMJMLO56Zi3KGcgTZESYGtLQIXuqxtgieRBcli9Dw6fnl2KAK8/Zgd7p9PP23WwocTAuVS6THy81kvlmpgHtrMEq39QtrZrHzLCpoPexOoQHWWPzxS96gsRbKEPOdD9zU0EfuXnrQJf7Fc7tl73V2q35B+Lz48q+DvKchsDjwaMNf9zVgszZLBMUkwuPtcXxfL2qUT1rmqjn5SD7L6KmsuSGLNQ3nix9eOwwFn1T+TmHgiy3NwTEvR7JQBkG2TJ7KYCxQLEHFjkiN5Odxm1Olz0Fi9h7FUfuzbTv4vLUq4PN/zfbGNMCdkuAOpq90/QPK28H0dxr3w50zhbfpe2d6VzriLsbO2wccaFJz63ZYYwi0+4wDT4huT/fgI5I8nu4jghP85y/6EUAE+/TB9gv4UmS7tN/e2/3Ao6LPDy2mxc6+ckJzRLArNRXxdikEoAEwtdCnoxlVwjFRyUvKjgb/t1HsyGmR/DsDtFXWg0xs0JnZ1FcpK9kJIhyzugdfAFT+bCO0NgNuPr/y1gEdv1cnrMA5ycQUMfAQVTG6UDWTF0N+eTK3w+DDhQz8EFDG6TF+EjpB+4JXTgtSQ6z/hxIhBtchgAa/Z0jgHD7K2VGU+Qe2S6UCwgesOPwxgCk0Pc2YEkcOZZxvGT4a0QB3pydFGV3rw9hxL8xBkD4lCNnOFHww7T4yAXhhmxqfvHPeb/dXiqFC7sg9GBDUJhxNTi2ChZEV3efu9SboliHd5cU959Jum1dTPhFaQLAcwYGdjia78mkE+J1cu8JbnVF5slJS+czedmWAB89pmfw7AvU3wWZtcpuFCyXcMZZm++TOg428aC4XAHnvFXcB2g0hamJrIWV4Gc5xvjiQssOqrU5opnEjkeSckjvjLKDmEeYDMgNcL+viKbPU1TSVBx0bdFZuf1H0Z4oAJt4rUs+UxvLwhX6XyDuDG0Vb3EmbLfkTXmg1HixBsVoLQlXrKm8ZvmPv7uEp1C6A2pI4xDRAqn2ihls700Mr7Tat++SWm1wYuQUBAiBcNzmafke6g9PLZ9TMtoxcXlByMD20utxX4iC4WxbBPYRAjB9xwvBA05AHVOuUn53p/9IvmNei6rYPGYXhBR0VbY4A8R6ZfheJC2bO3nJGn26DZ4V/MtQBMlTEBoAhoQxaTp+Wyb8riI6s//ioMtt3we6Xmzgl5g5Fxh8beHEcgP30QFSAXPhXl5+PPvOMIGf1CmGR6kP+84u5AZzdM1OWcX8fKY2zfhgEV+N8hgaHxIIJrHI+pfKkiTuEAcWkyGgw/lQ40h/IRrEIcEtD4M25RwVyWI4srtBMQ6pmQpkxN7MjuDd6QjjYoAGWjeftwt0RDfD5MzHBXhAgSAA4nv4Ms+FnSXZ/IbUttqEviikQQqPQf8GyC+1o99kJuOIHfMGV26qXnWeoiMX2r1ZJ38sJgX/2CHa3pVMhycX2NqtMc4DPQaG7eSXYXBbbn5mV2HnG6ofD7gcRAe1TD+SJExZvTqfI6O+WG+AfZLydk9Kb8B0ry3I6+bBamX43ELU0k0phyHNL6gXRSekXB1coINm8l5XQW4Ex/j2gAVx41+XnwbJwPtbytAEYH9iGhKMjX9ydCpuZ7EJwd99YTqgYUmODKeqcOp8IA2GgSPGBz4w7gsNiOKOAs3T0iVEwh9Y206j4LgwmVvylkYNxyUPs+L8j8VHINjFkOHl3tZWny/1JXhvG5gB3t38ywx47/MH0B1m4gCsC3Dr2TSX3tn/iP9UW9EFbFvnIIvudl9tbs/1pt7Uz2Tlk93Al7Pb0XrZIqQRegVIsAnKusO/Lvy95eYpTkU8P3Z3YPkXipkRb05c5Ath/jv06Aw2w9JYy+kIZJagW3/plf/Kb+6K3uxpmw/DCIr31WU7+HUGqJBh8oid1tnBlM7ZhML8zjYuog1wGUgB/PwIL0oTv2tuccu5GkZzP8bcpRFWM0+IlYRgF+ikWTct0uSp7RscaDDKHCo0reCXqkZOExje8BYRSCKgHWmKCVECkI5ndKaI38HGlJdZ/L/rHpMQCiAyZ0bvqHPEviOjTL19wZsqgneXy1qqAY3OAk+1n1rVFaK7/7HJlOOlCwkLK0DGVtJ1fGEIaEn1ZMOhPB7/cfUYtamZqG9QnXOahkVGpBBirReBziCCap9wAiFQ5fn6+fRt+pIwBSX+cfPSZaZyMlqLtZzEJOVVGQNfKrmuTQqfQthYCiOCV0all1LBzCMHPPmMI/JtxmUH6qnD3M43K3xV4pfKK1q+uEyJBFjV9fs1Jc12Vr0Dqp2sg7oKjBggd8ODoO3e4GmySlTWBvwcyVxUzLSQ4yUOUwB15aWCcwb0qDKJZw3xPGpeJRUFiP1EhfHEGsYxTI0sEgRdIceZg2TRA81AtV2wABIcqaQzMWJk4F2ICbkbenGmFQWIUcPSs/BXB3yqMzQFyWk+lEaE56b0oyDDQaUGCGlEocFLb/kFft7an4DScTWHamj7n5eaYBrgz/c4jyLnptg/ZGqj8TV4+owaoqIlCn9v3dVvbXgiHsji3tg8/4wQfHfI+QNcAS29VRoVX072dv5yFRgvAGWVSsGIP0L4tir8jiFqFfqMxT6EEEEObehoadqEbBGrP5+AHbYHhq4GlAYIENwr+hoA82pEg6gMHjhHgkt2M3J2ie9y4LOIyA7Q5LhVj/MttLjaupRaZaMY4hTfb8o1ufrcafgkqa+ZKRXU01XEUJAXWUklMoh3cyY2IWLVZNJCTkkkzw8acfFxuv3xvC3wOsDt2KjF8ON36H6hfO1S7RHrc9IGy9ghw8gD09xn3jJgCtxBNQFniyPiF1LN9W1GGi5ZSfA7QNcDvGf+tY3qJCH5BBN0xnHemh7uT098ZCdVARHCMDOwjl9uZdo4tP2fSAKUa5ghg/OutX+gw88QFpV2k08uoYbH9mfTB5G1XCyQfMb87rh4Dnvw7AVv5RYv1rli3eLZknKOG5MFkHq4P1eyacAXQVECOgw/qu0HeSlglDQpaWmOkSIx3f40050ZqXB6pAOqYL0AfNuAGB+KXqWhU04paJUGyRVq6MwSC8V9mBYo4YKFyypi5g5AplUjZyPnJ99Dphj8oscZ61krs8hbCdKHFy+2sYQHUhwTwjQ/+DtntYz7Q8X1aCPCJMZ9bEy3Y4sfLX0yJ4ia+6UdQn6iLbX3wVMK/y3ehQk72LGFE8NSzsMPMIW8/m/2FR8UVWrsSSQMsIuBSjCuOCuFT66Y/Zm+R0c4zakCI2tsfMky3YrqzSv5dQO5CbKojSh0RvUBXKCi8R1XTTz2g7saa+5gM8G3Q3ATDxZCDow12wrw5kNJYoLpQ0c9ZJZXLOAOK9NyJO5RlCJyecVLPpiNwpRJZjqK5DRqgbgikh1EgWUTDPzLtDnThOqiWPgAwLycjEROH1qRpcjEu/h9JMAv8/VVeFp55ZCiFBCdqJwyfFoRACvGWIeYA940MAt0+RrdbD5hlEeCJufY0QN9+R7XIJ8bufoZgTjVi1MVtLzZJ6AjqE63b29aTvn92DIYpVEgQJjfZHVPC+5G3HlDz0kQgN6FMp3omg6LaTUEBnwOkcscdzozgwBh9X+WzxInOtU/d7ax0PKOTyKjwkc8u3kJ55I2GkyOSquX0aZn8uwD7RbjuyEZcQJ0Ckiy0CuRZ96jStgaqSCtA7aP+pzfD6dFYP8QySC8rbwdsYJgooMoizWGvlKaR+T/Ano4QyvZZes98QPezgT5APIgAtVGOpHknMElTuQHJmJQTc/abbMZ+yvfwtyTXQckkB4pnuc5MPdTMBnfgYF4f8h7BTEHK0XmfW98RuIJUs+IGSHeUvHXYu3CZ/qTQrB//yPmnL6PD2rLBHdDW2S35jE46b9bNRkDWs7tBqAbKYv+h3p/ePrCTK2fKXY8LdUJ1VmxGTW4EEmc30ogbAyQecpxYB3pU4Q5tbMY/LHzBPeGitWTmDoH6hHoeRv3rSf3g33IdeFSdK1ZEZEKOGaFCiZNHwvy58ZErZOXgcRN8P33oprcMdzV3+B7B2zb6TW/uT0qB6sI7GBUA9AcLgEHWxhNNQ/AWOJKfVoC5ExokKD5mN37rfgfPkjGV527VxaAR5AikOeXhK6mGC8ZuFfBvw301ZL/Y3+Lg9B//iPgv5M9yni1mmgJEjAhTUNZlgMxzCYaDdJcgo7pU2cktwfIP33Q3C9rVeA38meFD4AuTxX+9pRogFFsugbxOXLQKrwqmAXKUtTwrcjiD1pH2WXD6Z+1mvTRefwrCD1wB1r1wYEQ1jJW5eZNgpqwOPHt2GbMYyFRurMGFgnTfLgHbQBGUhHv8tOCRAcEMf0j4CUBHfruGK4Aa/1JFlMcNMMaZsZyBVLgYLR+WjyqbStMkRo+wKBeU0fFq6PhtwsEh6O94w6dTZfg+wLcNi22f8nxtEPG8QdiDOtntNNwiip7jWePFFcRwxDX67iXyT8LDh3ogpwFl8hnbN1stS6A8OUVF/nhNeTUPMhqql4RU0EpuzVIL3jVXEZ1u8uCpeDQzgFGveeOvB1WQRp+WpV5OPXJjyhkNwJ9BaqllKrWRqpUk1ksAsYOOXcq17mgrDQ011MLc/CZgYy7lITp2zo4aueVwZS7PLcAymifn+eIHR8JHP/Ce4KtYXzo3R6uxMnhQVHgqlTaaSk2KBV8VWZ8YzqgHYiTsVoLk199MaNUZgW10LJUctAMexLV6gPSaQKp9vdHHsshBPNI6ClTlB0CeTaSz30be6Q2DhX7Y0FCB7etNNg39S6ORsoUrIzOoFtzLSagn62mcZR/vAcOzc7ualXIkCvGfdEAbCWs20LcSXA6XqNTzgsakXvJXBkBFskoN0Jpr4irBVdaRerV5VrcQordZfmMRUc3Xwjttp7yRm7OCeplckYs1oTR9RSyApFO6RUmgc1Y/uvIbAnmDBVdORYKPa+214XJY0aT+lBglhtcHJs4vm6+ZO75uQggFUMuQkoyipzSMgMFHIwDniQONBbUd8NXIG4KBFemPAL43CzDAiuDp3ojkp6CxMmX8NywdAAMINVotvL8jYoSBayMQ5lUIwqfjHPZqYJIXiYlfJjsS9flIep6Q9vDplLLAxxtW+WFyZ/GkhICePkhyJhuOLh43bI4O2v2KRvXnw3W1i7Xi5RojYXet84vhSvyV6+pT+L22XSK8r0pxGQMe2MKvSFA8qDtCRtbHNqulzXxvirSsa8moglKKGu4ZuE3OjWMANYDaRttyuv8CPHNqK8McSmZoS17+TTRRCHBOkTOBJKRVSa8Byxci8XjsEpHa2kueEZQ8HPPVxXyaZBY3XAqni1ndFhqWYK0GxxYsj5z/4S2ntHtItW6bX1pvxXdFiuP8F0NgUp80QC4HQwV01xIr4h5F5f9SgQcY7fdRacWWOJBYqrVqxOigzyU3CoPQTK7nqEol72ISzjGrZgq12xr9govA/LFgG414TSgmgORVxePZmsfI2Ndi5GlQRs1egqwph4cqohGkKmxYAbYHNzaswHqNib7QPI2eqFZQ6N1b5lAHi+ii2/X2NhQ+1kdsgcaHj0P4/eiIy8GvLr1DoM7MBllbQtQVstZG38m/G5Kd928EoAFhJFjuJwZYt0s7vWuPeaTJ3XhusnNBr7Jx77EWgbkUgsTc5WIQmZGha7LnVRE7G5+SIFNSyUu60sRJZBDm+fmJYA3noPjja7gU1MxTd44WWHbculFC/RZhAmz19ZLhOtzRh6t8fCQ0R7+gQFLiD1eyDFJgs4yd4xv/wOEDNVV4tnpLVVZNVmvFA5RYcNZE/zdLR8nBb8mdU4H4ECaog0pp5FZAPmGLXHiRblKEQbOwAsR4K1KTNMjXhuehr7qX8GnasBoZcnOR9tHQcJ1gi0T79gmnaJ/2l05bb3ym1m56HxWNzJwXhhY+Djj9B73vlRsxKK7TzX2eMGPt48qwRi/Nm5fFSAVgKfQy7msOQEbuqquMthhCDnEqJatQIxUB78xguhLUQZEc7wXBDxNa4MboLegr/pH8MdP9H1+ZKYXUk1lCUR9zXUXd0HAB9Jr8ZRFKQk9XOOXskpprb9qpaOE2178kO+vnEjqfVj+4/isN0JaDR3bClHHKvH4io1gR/JyYCxqrmVmqEGjIRTZmRdfvOntqiz0YpQADL5/RsfDFQJcRUNkiEyqNXnMgWZLC+OP1t1gH6hAD2Pa9gKmYOcvJ7XRuu3Iyp8FJzzdMNjjibIeyAs6sS9/QsCm8fV0hbHxi5sCC647slv3kZKdnNeTZkq67SSY1BRjLIEZ/NiKuIiF7uDHHvkkyfZBD3NjHudGWC7eDaLTvz2TOk3wFpi3qcidI5f2UT4SpNz2XsPFyFQRxOZlQ2l9AkVXboJcRzfJiG0zFD9jv2wthUbNEMtSIepUn+ZCAEWlxOkbTDQ1vAdhM2Uj7+7fQk9Qr2aFGeycbeYfWXPeXhPO6WQHdBKxt0E6EOB3QVO+EQXxrR7kOmMOLRliuPQxiob7neY27prs5WREqk2bKKv+QILZeFBmKYD6yk/DMWdEXrRKKRSzLYy9qJN8L0Qdf8RvjAmSP5zIAzBYxuFf0mPKWfTEFmySAoxeYVsTW1i8b3jaUzTvB/t7Ht6gZNAeEY6RBFzGORl6BzGfboEMNJAm+GjwX9fyYNsPF+a+bp/VMkUkdzwKuGgie2mNEAUsKFcZnS/VS7ebw5+YBpEJWT0sIIA+6llws9OOq7NKjzyt4EaEzcx2HbjXmdfwph/KOsloV0QdnUawhwdbPb0PDmwMb4xKOkwI43sAB/pGzl/emzEewNIqAMx/P0gRh0ED4h6M1bwg+v0uP4ZxQqyLsPZaq55d/DHPS3DyRkzEc+XBm3FgCJNOTFIDOqIBuTYDcfze+EqREX8Gr7Cp038coTAX0G4Jq/1D6WS4Jq8iroYK/BIq1YQQuV84DLGlwDQ2vHehYS4Yk6l/WukcoDmF4qwEfy161+gFWkoxB78Q08qP654Ngnq56J0yN5Vk7L8up14ehCgCLSAuH6mYBxpDHZQmWJNIHF1QGSh6Ql5dtHJoB9bNkGOXDzTDRuiQbQDjwz01wgV0iIdv8qbLhNBaZyZCQr5PBG6tEh15n3NDwVgAtc9n/sVouPYwRJOeI2LFxGqHHzeDDXu4FlP5nCqFk63QV69ErevXVI83ZRZpl2tSKVamc25NAt8ORe5Yx3UBM3tB0oWb0QHaDH6nYOtPfRTMz1SvmDZmqJZ5qicZx9H7MXjljvlczhFLr+M2R5VhlgmO8YoF6oKCHWJuxoeFNI9rwCNiE0ZfNMgZu7EKzXsafBu9xK0HeI+Ed2UtBfB2YwrEbgsdwfhqbQn12KYKPspfCM40iiBi3zhen4DKtAZvgXIitzuYMhjDdrFLpDPO4ZYcmXTOkb+IA04B/cLZo+LEgNI4hZvcCWcuMc1Fwycwe3gg38yJHaL+ojuQDsrHiNDS8CaBdlo1XiBaM6+o+a89e71NkL8CK8AG7DcR1PlP/cIIU8hUE7LDOvKxLr8ZFwhA2oi3Dj5jyBhVQFTfAIFT2VmBEzOLQP77zlFoPiN7kg7JDAYVMYCRU1s3OtMzLeJSm0heIWb0IZZcS5t2jK9wzxzEvnle5I8RIPA0Nrx9spYN/Y2+duPg643iD1erHlfyXS/MT7+XBLzjwFR8K8437WYkBA6wHBhoPeE50PiKtSCSZkyE/MOuMqtyyquJwtZ8el4VNG6Njf7tdDCf50FQmMyAzbh40jXNG5qVIUShW8zwI46gz6Z6KgUAES1UeAWRVIjQ4aLa/gbxqREPpp6HhjYEPDXZjH1zl1SNSzebXAlz9yI35ghwkaO5PWh+OmAjUfXH4uJ9ViBxsjovmGXpVP3DYCmmQjI1kMwXUAFcNK08JOEozQZtPoyFgNxtGvADv2Q1zC1yyM41Bl4W4QvVLp+03w99/sAGGQ23z5gnoDCglz0gIk2NDw5sD2K+a8inBf/2VzdXX98yScJGWbVN/pvvx+0o0aLL6bpAxWC4ukO4lOLtz5ayEW7M0b5Kb8QEIoQ8OMJaPRbH1eUBVvJ/CmQluHF72QZ2zTk6/M1Py1MYSHcCzPOqXFCzn5BYZKRKmwFRQvbhd7nWghoY3iBVTfBxn9Vt+1admtg/Qkb1u3rbT4q99pAhqEEzzOjthNk/ykoA+M0jU7KV0jJrGoKftoQIFl0FhtLvgSDVVNLYBU4/kAUYGwALkxX+bG+XV/edgo+GFcBnbuOIL3Mx9Qp0VUiQEfvAmYVzSxki7NDRcC9ZrX/BV9JIKjCAiCWWijpTaY9oudinwGTAx/NUySCJCzgReRQpXDJui60OSQjyye3kpoCIyyiI0yDMUsJLKCGqA/qCKpf9hSUesQIbyVCKxYeiUjfwGkqEn80UPSMede1mxR7/Il5VO8HtjKp8NDVeONVoYvAx9RTvlp+7Afb8cJIdOmNr3RcDpPql8VPx08qlALQVfy7vzL5FbYsHbMIYMU9XCQu8SXxOkOx5kqEA3P6OAC7kuEZiwPerF0StL/GiVum6ZVf48iZxSLzw9KWzauudeKn+04EsfhbzKP1VAu/EXRWAhdBsMjCxUHVtDw9VireY17MGAheR5GEdfUvcxw1op1xDV+c4/mfDxFwSDCa/hFc0XyGOFGd/cG/fiJiDWHDHcl64vDRGU0MuYreQiqjomUuBY1QOIZdW4m6mEc8VVBc64bVGm7GGoyhaBC8UPJFfGCv6nlcWwTY2L7nTm3Ff6a2h4ExgfPaXm2R95hWddVwydw9/aMOVPrwMW+5H1KHj16nc+J+Yq3hDcxyU1EPRnsETvHtxML7ou3fcygshOrUFRizzTTSR9viND9egXOOOCMReA+79cRsqijKNAq7DVG97I4sy3hMpTDOGPgiLehU38zfTEr1CHWZwlSTc0LMeqRnOhJrU8iNrwRRvp5uFIdqJA3w+IQyd/PvR38HLRzIzi0h2Q5AdmGjyjyqIVyax4wMsAxULGklC1MklmHSZN4jtDtkhcy9JW1sK8rBbcoVy1pjFITrCgvj8wx2PZTPZTe3IhYupnqc/0DQ3nYnmTYZPdvEFVYXrtk9+lf/vyuyS9JeKVEPvl4a8PgmWCAnhwpBuSl0Z8kaJfKJt9IOFe2hrI8uAuPJcNwPVjjTJBHxgW8gnOxYMN6ggNseK7EpxkQ7TU3k5hXpJ8Gf8yPw4SXp9mEzyozRLneNx/CKhJshUx1RyVk+bq1F8Pdk+m0+n+sKEf7+uyN93R9RwcIZI179m8KHa3tyaTB1O+KdHOxPHSVM2PAi33tD6uqYDd7bE2kDOs/K8FtqYLtafd8V+YcfG7u3040ktSU/Z6WVI9KeDeAzcsg8338YsTR8EYC0sZhInLI3sijXFcuOhXga6jLkgD88BsgAIllHMNPqWZrlwDgEI0J/VxgQPS9LAXSNxE+HqBnjlxHqRzRlXwUc3nV8pqH6UCOPDpgrjFFzRoFB0erRjMOVuLfiMpkOYrRLK8Seyi5QLDPvCPqXZfddvLCPDoJE/M3GUc11yY7sOTbnIw5Xy4nYl9y+UI5GfxcuuwW+FpJV5HAXf4N1MmJKQMW/7XA//8cRlEthJQFZ6mX7hKiRZ9/xjmIHfu76xe/DKCyI4KugLGfDiMB+0eEMmgAGIUfMSnVY+mALzJroSUZ9C6uFhr1CcKKpjDsZhQJeTcHFwxSOUUomtsuHBBxT32ygLFEJ9hfEOcIv6SJZmaG8cBV+Z2OSoS72mg9uZolsuyS6+ld4ByZFxSlcJuHZGdUcNicbxRHIMn7m4P/r4Xx9MT5nT3l9sm6KPbfpZ/lePpx266ZvQJ8Hi67M2x2c/k++lf3bQJXkcBD6as4+1feu1geamWg+2LHFHm+lww3d3tsV+YLktbZ+oLndfL8XRMw0OWUna+O0d/NuYD49lKsDjQZHpJ0tGr3aJ79TPGsr8xqGtzpZb3ecgyzAwUPVCflkJJS2fweHZKvU+q37zesFeFB0Xa53ws5nOwpWLSRpPV9OdxrvJT0WnPI3LuJod+ZjTAYtlHBA+YRAlmV1QB7KuSf53Yn37kpoR9DIxxubVUA9yavnTTZHL7utW/wMH0h3Qm9pf2q+wHnjiHvjFeQwG3pRdt9SNfXiphd4k2pSY5iOw8vIxfuApHyxr97oWltrx6UnY+XNaODGA6VwC18c/m/0h/4D+uDB9USnwvNWT03JxeH1hNoDcR2nhGOHrH+E9bQMqNM0vf2FZGwujXKh60UI6vNWSGRsmlEHdZgVUqYKV39viuJDpLJ+KpWJNjXl7p2mm0rL9pAN4YIkK9Yfxr2IDx385uuPsr9QNOFG5Do9qbckqq25l2NnS2Rq3xIWMIb3fl0O0wUp+vY5i4hDe4AbeRCsR3wbh7P9PFlYleJMdKra8Bfj99gCCMIqdukB8L9C8VRFmv/RxP97em0xOSf8rKZM/ycP0F9DymhHIWvo8MW/4/27+LbEpPO6LhZOqjXGUVUVjac5zLXI+Xr9vJsUGBw9/cs/iFt1iQ4y2mcfIRcku1znIw2aVPq2ba3LPXy0d2MbnVrvsvsjPSxEqY/ifWAxFy/Bs6oKw/VDcEr4zpynFuatwr4sYx8HUfoqRBTOPTmjUnhVrp1tUIv/ho6LwC4bzcU+1S2ngbSuVaWLTma4AKajQpzo9SaTkLMAW1iubNYeuFGzKghXx/iFqifrD7qxoyFI8jng6mr6A3pKZtM0Ds98nb1vQWvbFDhXIg2+Lls53J7gfhrVMk9Ptiir4zfflPWkO/qSNBh7zplIFzaHd/ZwAA+kGOVjiY/i41FoH+Mf0NGoh6aO3nH7JNmYRn5Sk9Avuvo4CTHRJdSihnQSorM2z535GcwQ7MJI6ZTIx4KL/JJJCTW2Wux8oHbzm2MFa/MIkv4WAGIkPb2LXQHm/y7AS4Z5ciEjftPM3Z+V2VtRRUAPnwPyl/0Pi0HGKHceAr/IZvDJfopuAk8COfgCz9sKKlUsMqUSZnauXaGeDIEr5XMnJAkS6PetyB0jONbXvusfEwpywPfnL/+poPvk2QaurbgIORIdf3UDOkCEE/2GGXu6upquPpkak/i3/+mjI/237G0mdvinCHnVfhBU010cG9OW9Ae4EVXXFvcmv31xPJDL1IpIsONcCPJ5OnO5yvrKN1P5rgOp7uLU5UxJ4faEg4o8sXWdndjjx8+OyaC9hZCmVNwvOXyvDkRBOXux8g0p3pMSM+JIshqmMnItj+jXSY+51f0JcWO8/QtD6sZi6H5cuxTX6YHkKV/Ng4NrKsFWhEuj/p/oGEFrsfyBlhJvs2MwlNU57ZHLa32ZoX29tMIUfi/hHTh7/4KOgjEulygOm48AHVT0caDptmCOurN3RDMPtu+nmWQTqem2to4QOsNOM2Fnrhq0EGE2g1qqi4Tswdh269ciwjwJ7cbZysRIG000bwQW72nF6tGhHgorE0rl5q6qk48HkzP+kAt35lP+mB81B70wNqgN0H/0XJK7Zv6D7b6Dsy5FLLfO9X9/b75On2/uTpM5KOmELYn96DqnIIHUlDwFehEeyxl95U3JOtLf8bIXqRSBeNOUBod4LPlr2Y7j2P1D1aI0AtccKT+uak7yeHltWysrXlP8u1F/DW9k9KqkxInlOG58r/TbnD161tkBFI5UT+98hc9HzgWqjOZWSj5fPYPng6IVWxil7kkh1ZmAVG093i1vZWN99FDp5uH1a/i3t+lVLTdGmOZHf7p/CfsvPd9C85Y0OQ47j/xdd8YzzsM4M4Dq7nhuArAddzoRQNywf2slVcONHVFgVwte0vZhlgQKang9doXh2W0nt9l19sQ6SGifJytlH2YvkmyubnFC0M3MeDC7hR0XiV8DmG2dsbxM5f3FBCmsD3z/Z+ue0jHQDdh8NBzUDN7F9fWGxThym97ZzMjn/t0LV2tJZMfAR9ZfeDBz6eBKi+fOYGDQah8ECXywugRSSoNylDfQ3Qd8z9MD0qoyXMz3NOcP2Lw0+SUt+Pr7bKq2UFWd/9zPIAtSb9uNdTwN3tz3iZf+g1aZ6R0e+ZYeVRGuzOL2wtqO+npkBuW5J3ben1AD5t/pFneEu5Hikfc0LNDYWb2/SuqihleR9pI0y384xqCxLqHsL5t2qR9zf3C89WL/BIVTZXz172n1rJXdtVsAxZ06MaaLofj2DB349e/c29vmawt54DqnRz2w1YgD1cC6FcI/YVhertviA6aIZuKbDOBr4rQ59sHX2VM8rGO9pUIShY6HpE8u6GkrFVPTSQ/SRne85B3jSyDlPCtIetLSgdNscDsE8eaEqJTvHfDshcekOf29qfHD27+wtJ03B76+wIkRY04lNa8HIz8nB3Jw0pi0iY8FOqP0Zrg1Xg3zkwd3iC5kca1D+m0x+kBfX9eGjOaXpWxDrfWR6uvYBQrJSCJ5Q9Y9D6yhhTS7Sm39HXTdb9v3wwKX2OwfZdq9O5XLselg8hUmzPGbdVUeK0f1uY7jb+5brF1uFczkwiI1UDhMr6bLL1y62yegr/Xja6brlpFEnZwwhY+2A0+ff7K0pFf1ABc8GuEEsIYBOQ5OZgORIakKXo+bwxw7q6s1r/5W4MxfBuFc7ZwXK1qCsgWXo5cCvXNTwItx2aUIDZrDpX5MhFE9N3xfb8YzBffD+yh3qDyJNYFaQJsFHfhmqT2//u9OQzdatSQaJ2Qg0oe+Ps90OtBiR9B91obwejZ++3wO6vXLyQurDzi/MD+3eod5x6t0g4HfacOxKDAMOL5ZL61XdF6oT5kQZ4DOM9KiA5aYNWWxV695eUFYJ5OC22511PAZ8/k0J3ZlrSrpZy9siu9PFUet4u8y/9TsqWL69YVD6r9j08Q2GDSbqdlDHHaPkU2xxp4qekq2mAqWQkwK6DJ2mAkwk1wL1q/u5uUQ3K+qJfPT44BxapEj8ab2YBsp9reqEAkhNtOCzr0SuU4BqQq+ui4P4X1BaXOqjrqHuT/KD+6eVnSiEriHZzbInTmYaUkRPYKv7oI6K8ElT8l8yVlCnSjnG7WW29w63Zp/jAxriJGgCSnB7oqloB3Z/6K5L58qVBXbx+aHmUWHA2KcG1h33OuG+xy3bH9PfHdK/bVoitwrf9z5u3vyu6F+oD+9OT4qf88OQZNSzz9q9ucm/7JipH/SYpSFzYTRv4IpK/sD61I/FgenjGc2gT+9MHi8mt/enhoswkAT9IeheDVCvKKybT84PQtCL+bnsnskIcMw/XX8A/tHjrCRVZUIalRtVzgBROp+lWj39yKvQHLnHctFD0UeZ6tHw5thfTLaRzVP/C3DO06G5/YBpgt2ANzv45vY02ve8xF7XoCl5UDzxI/sf0fxkVvKXs9P+gekianp6HKjbU9j+J6cDtgErrLQDyUWYF+tv8jBuaeZsH+jfXPewG38Jr8VZIviRyDCRN05T6D7+6YpTJZ94t0Wdg3dmXMpWIUEzoc5muxcpjn79RKqTjeq39XTBZ7oi5gndKXw7csEVAvcj7J4Bju31iwUmou8/kBe2ZyhT6Ef0poPVqnw/M3tgv/wfnp9saUzr+Nf2VNZO92eYKLeGagmT7MhJVHEi92rWNc5oOo1K452cicg/bR0XqQPhEIO0DpB7U95NDzyIrM8/DQ+pPgCVzTQXcMfXRElqEZ+YrMiwNVvoddbbJsa0/OXzginR8gEsaKnI9Vj7khLFp3dY3t5DJy19YGiA8dZwDnGvq9Tfz6c0je/bl34lNBd41X5B/l/ynVpK19lGk2z+K56JqMdgmAfmKkKODYP5RKCNvBCC9M738m10ZvDc/A4+dURciU3i+oADmHC4d4i64gW+B4XSfQq4SVeJBZhUGQrAbdThH0lArb1DndO4XDlLqxzLTyReQ6ZnCUIzfENLsD3K1X7ZR1wAn3f/yxI57vItWrLHNvv7NuWMsdALOAWVvxE0tIlX3+seDFeTtNrzR8NkRSdUUpHvfo+N8VjTzm6poi+QllbnJR6QFztJZ7vZvHiAI46pTB+RTc2j/kOdb21toXpWf/ekxQkujosMJsvLqFvNgSta1F5DryQQTOkqeD2C3DB/ajbp2u4XpbIL+EIC7CLGltYGj7enWgc3uFbnulc8i9znAXyC9xfAPVK+pZLwpaL64OX2Jf/etrW5mtwKlEmkDR/Jca4CTjgstkif/KTvnbIQW42nqz+jPjXxAoC7UAI+OVkYxrstcMYaJYGx7Ntc6cNAGFzFk5ClxSf1SjQHFOKUAIBAoTMv1IqpYbrwK9HIi2yB+FKjMECg/XXONaEEnbZCpAE8h5gqyDDjH2vB7grurlYDXD+51vEpsWsBFvilkPeyBz4g1k7lw+dAmz8DvaJ/9KZrl/RJY4TjTLsnlOADfmd5n3CeVTxRIFxAinwp4pH+hcYx1uyuHJ8JLpMdNelRwzngJ2ERY6U2mbAF6FLcw+jB26K+UXB8w7HZTxrki0FmMe8t86h6PsWVthffqQAjfBYmztOLRAO8iPtperQS8foSWe0XYvICv/lJttjoXe65UrZxOy7hM+VASTmW5LZC2uW6KvXOyAo6z2z+MBU0NtLNWhW2H4MplkKyKXCMGicxBfIvulPxXbR0xNaeQgCrqoBXLwQlskCSIcnMKJMmQ0OpkVmPUd/9vr8+IcPediShzzjRjG9kNaf8GehAYrvTM7wzlpxyWzUv6ZwTvxdpQ37l2+C7Cq8GFCrizmcrIgSWx5p/m6vKtbHfWOAdYM+HhKuaLcwoqHY88ZyQo5pMpCBFEeJBvCB7225HMXj0GiXD6D/VoamBZaGOF0j/M/RpPc2kAH+XsRoDbCt14LqhGifm4txr50HW9PyrkaUhYPQmrui8J4QJMzcXv5MC1b7ckiPqUyRQ1OJHPCYSACsDaJf1zY+vwLRsAX7UGeKEC/n0zFfCAdxSnOczzcInysaXWzX4D5LelxQ0Eu+f9NZDvjOdIdUc/2PiX9waLBHHwAQkHVh5lTD2wxIWzuwn6qXanRluat5NJcGPpl+Y6LEBOMOWo50TJwPc4LDQOUJE/BIZKqXI6GgVdFMK+fVQURrW0H40JEJTjgdMJGDeou9MtLm5xcDmcdQM/LKkJ00W7JNdj64aGq8MsdITxv19ObvcacoVVbkT0iEKpSRgNC5YzqjOdL766OzjfG/zqyLN7XvqvB+jswXrc5pdGjl51dQ3SMsy2nts3s1GiBI7TGZlhLegmFKTlih+5Tw8DRO4YRxUL+UwuzJx56KdSTXt4+So/tDDDC9Cd+c2JcGDc84w6ihXktEykdsFV47n+IaPeGhpeH6ztlnsWCiN60hh3BcZZMyE5L1Fvqy5iEN0lLZAWsB2HxJr8c0KE+Rt6Rnj2uZFoXi+KLR/KjVtc7e3d60vHwfhwphXj8eoUP5mJxGXGMSy4JFFHTd5RFYniqKPpML1QMh089TFPP7xpfzKUoMzkcDYnZlX8S75kmgGmwEdeuzXvpWbRdaZ9vPwNDdcJb7p55in9D8+gVCzbrGuoe8QQm49pOMD1sa6YzvjQ9wIaJ0oRtBuCV+XtteEUlBIMjwpBnpgtdHErfTmlR5ijmQWqbRgynpYzgSVIHvBCLPhiYGC83ss/sQIMIDZKH26zxsGVCzhAMkTxs+vuDTe5gZDQKCvf3eLR66mHsggcifeoWwnrapFw8+R4qRoarhHeKvGnHe2T2kGADy9mo8+SHq68zYrk6k85GAYtigiPDpAl5ko9zoK+KSw4p+VmywzZI2k7o7nLQipMZuBNI+M6EFUq/UJz3lQsBWs81lEpwGzxrpQOlIcztU0+mXAFUnNgODfVRZHFf//sG3ngkFgJIiWQIekP537exOkyaeBvHDpe/IaG64YPWmBCw8wNHX/cbJdoqb3m24Nudd0Q4zGS5UR0fsGhHdDBgcGEr/TuBsWxOmvr4rdPvnj85NGjG4/W/hZH+hRGfOySzOkoJTdymGRIn8KoDw8zwA3X6iuHuFQfD0ODztml+vCIr0t4NmN8/DCbu5nFjcmM48njLz7/0vRXr2ZBPOdtCie3Fiza0PC6EK0w2iPvZEjjHyobuFBkgiXYbAl7FUB5eveHkZ1O4jxKKLBhMecDPeOR1Uvh4Rfoy3fu3BFDvMO4459rRY6eNQoi/PrL0R8pMaBU0Rn15isfUDQ0rIS3TF68NZ5xNJLGb5qsshmdFdAbX68GwXo2E0jus6uExor84PhryvJlsfv1I+u1P16QGnrBNovFCekcbjIHnN3XUo8jMO8eOU8pBknOQ3gqPf/o15EIIDIpz+7+uPcQW59Wsd/P1oqG9w43NFwPKm2OFicSNkkatYmWIsfCntcrVhzXBMelFwGoTyPfH3zrnzYD+mg46BAHxfJf5vOC+Fy91IkFYOfe4HuHtGmh8YHlDolU0vvZwSw/1o4IrrAw04e+iiB/7OBJDjzcp4UvvnCPb+/jR5jNmGwIYKaIyL50VobdmPzSnQhZyAUVmYeX3U43HtmjkwJxnxyFM3sYLDgR44gr+DkbGlajWEO0QYe1Op7VIHk9LRiQM9hm0HkM4XL5EWnS9mzdF3wXw2FSn56IYMYfVt0QvAG6L6wPA95dN/0wFAkg9f30xZlM4l93LRxldT5BaFEXxeLJ+EIUNKSvyJJmnOpP8sLIxFP2zRHh8HRCaodZIx77KDBdGRChGKck8YF7Khrl8ACfit4805FXRnLnP8rW4ytraixckeGO+cu2nIaGC4DNLtMWt/DSPFtwz76DS3qwnGqospwELwJE2+NMG+caw7kamCnPTG48uprnon6tzo4uyn6rvmqXtb882VFa4lTY3BzWsMiIi8xmdGFt1EmZ5NWs1WEXN8sUn3REcLeaIGSDI4IGXOJSd/UT5Tq5MUxBn+DH517jRKEBaomNsy74L66aQkPD9SO1Ot2+oE0StM1KNXFhtzbYafgcYweZrMdmF4DYLTiQ970dkPBgt0dCQwl04+8Xfj1clcmv1W3ZTTkPKE3Ijk2vZi5tiQPM1nMsDyJ57V/jW9vNMjzs5F8XJZNb8A2LJj9ldVHvsIubXWC2kIWBX9SiGe3jlsDX+ffi/S38FfRDnC703iVcLt98Gho2g1qhVDs2T7TAGPxyk6ygm+HgmJqvGfo3M1yw6fZJ80CLvEZ50P7y+BfnUAZ5hpvfELwpmFpK8fPUS63vmqk0nnstLzboSwcHgjKZNcQ8+kNQXNxYXQuzCXCkCUNX3+qjf60Ou9DggvMOnAqzE1yS4KiuOPmZKOX6fOGVTljr0e/AmwcxsLDfpGwLDQ3XC7Q20Q9ao01L22hEjTC1RP4v89YBt/qOvzxCFhanasc5VO28EpVXsZvxnL0WTkshphLihHPYoQd6mE2RE3xoHVW9NOsvdqx7dZuzmY0qOebT1Jg525UOfc4qLTghHH3QmGQ0Uw6D3IjkYEQKk6VopKqEzHns4IkX2foZ6h34pvhlzwmFH52UnJtUUk0JEhBa6Bt37nxb/GniR0Bz4U/hFw4u6rbQ0HDtwKDXrjrz4nv/vFVC1YMX0KM/nH3J+FcbYardgHkIvRxModfkbeTrPOc02NsJbR86XOwxr0gxEv0C/VM9NLqvDvXh5d/MNW70/q3DT4RHDdeCLnhkS4pLYnqmEN8IE1SDC8467OoWGWUlksh9ZTvjZlo04lQmy4J4BqtSSaaAcIrIC6PMLLniTSLzwy/OFqssPD3xaifif5QbDuy9Kb2W0PBOA6xytesJFwBbXLy3pmh9fqupEyBfTMHbRn3QknJdEZy/1ytFYq/FuAj0NsxEcn4yhc8oEIdOdLroMkjk8zf2zCCG/jF+1TdLzOiWEPJkrt75zVwchamwy8rLj7zHIskkDjsPZJjEE/b+lYdOxmciskch49W/5VFbkp0nmWhOdnOzI0HJFPIiIC/Mx50bX3nFE/YjgP1s4z2ajG26l7jhXcfpYpZGlW8QWtpNEzCGIDJjwDlGv6dns+F9SoXgVG92ZXFC6E8FHQQ6F6807nWec6ZLM4EU2MtB6AXa4ebxV/g6eqh4ih2W/dSPwVUXM7gkGU2avvmiI5+WHdVJZ7fqW9qlkgmJt9PVLmaSoRToEsoaYaLe0bMno06oJRlDZt/4VIcYWgac/IJvUgE1kPD/Wb9TeDFDI5pd8TaDhrcUUKsuwA4lfC7usvA/3Sovxny2PxUusvbJugpA8uMTzQuhRtaVp/VgT4Mhw3ELjPFc8B2vGvuSB+Hvh6PLPcf2lL1Sh12T1Y7+lYfbzZaMrpFJBYqxo/sxZ57860fBtDhEwNlqkNkF/s2iWsDwpVLoRzLhJEYy0C7XOhO9I744EBaHzE6CNDM0xGDkkBQHTzLRHMY7d3wrjJQ9bx32HFfQIZ8NvXSOpeFdA4jFTReEBze2uggY0JtbLw6zOg/y6QgjqBgxvc8he7W/dxk3QbCcrYFwKtDIT2shMpEIdbcIOXLzBApgBFz0aJKIHXGprWbiObFBGGUy97jg6xEW7AFZGTjI0uyU0I1CfFwe4mIi0U+8knyMgCiyi/lTKiEwKFp+ykyMH5aHfFhwmRS9PJiDeYxSVCVKBj9w+tirvmwebF/64n+U7wdueB9waf4LXOYf0xobYujlRVa7/7ebnPU3vAihf2pOkBb8qc+v4KEIPvwVCYLh/DGA9jBoFxr1kRAPji71Nr8vUr/MndS6Lb/giPJb9m0gfLiDHXEtjQ7FeuOOzcX1vNhBH8mNR3ERzMpw8GofO+wKIEM5h4RZ4MMiz8padqJLWTyadbglRygDTpygNKHJ7ZIkOjxUitJMd2InDFt/vvcDVwo67jC9ol7R8M6it//kElhozoXoRxm6nyzntEkNlNmY9WTf4MULw9jPFLxyKdgVQKM/HFwcptGDXQi6CQ4HTmZIByUypq9ddLAnuyyHFQu6BxxBin7fmvxFoCAZk6WjMBp98GTKGlE485BTmO0qaTbbvWkegQlBv8o8jyITgknNJkNhlM1MhbGUF5Lq0DfSwvHYqx7NOE32cS4crVrPxIb1Mv/oDe8+Lk0xGc5sw0fxmgPPaJMrG2T4PAWd9m/nrG1rglqeD3h/N/1PNlf/SIxOhXo/8NHvl7kh+LFTQ6aI4C18ebaTrnUfd1HJIjri6ofg1xBaODNVR2Hxh9NE9jwQj8igjuJa+NXF+DFsdgkvIdJZThaFjGam1Uz6IqRxskmM7PH1GM1GH26rD5yS5Uer+bk9WcNayBmokNtIxX9vfm9Ew3sDexMNp6F1ybD1aVv41Y1wy0nQn+GGmOZsuxcivRKkOKc78J5pgM59xa3B/PD9wK8udUPwk7L/Fhfvs+rfVOFwzV3d3eXDvMmig8xQMgU/HHZmtQtfi8pVM4qzqTAohJvDi1vTUVtyWHxlMGM+/EqTxabMlU5mdMc4ywBOLvNpzu5W/G1UR1yy+c4jr3q0MTYVNRe1Qj1DWo+F7jfGhoZrQdCVDTwqmIALuXymeec7o4f+Amy6ONmy8eUgbvPRrs37wWgs6MwoRxzSDy98QzCBESF6NLt7dHo/1FfNkOAu+YIQIja38psvPEJRyhKRiIx+ChczydEM9nVn9xP24BsczHUqQggTCeMbErfWFp5w8QgkN6o2s0VLq11ksisO85mo3Y8i18oE7YwmJeBVf2ZTzNYASYAw2dHQ8LoQzW2g39n8jP6jMbLl46BtkDzSPk0UT0S9fAMGs4nwNNA19rPxMIWUhUoINxwHl9kJww5NeKcPYjE7uYqG6OHRj3FAZFxFMS8Mab4GB05udhLgJ9OMYqNMdJEksqSrn4xS/HBzgF5h7Stpzke8MIC5+cUz4TDXLLESKg6ccsopfprjXKRKY8pdiHjClwl41Wv3C9oLvva08YW9D4UqoDWlhobrBdqb+EoPfa5hEs7K4OC4RG1y6C+gG0H6i8AjmuUaILOJ8URxID8oen53SFAfDCJH9+MBL4DooOyu1kWtl+buSxa4/+Tbe5/fuPHk21s4B9j15SW4oezzwaQ4eJJJaUgQTnaY1S9uAsKSudUv4cTD3QTm1G3Jgwmc12gHvKzmpHN2MyM+VhacEKs724Ums/Bk8iSWoTDmw0+8eNWjRbHd8bbLOecArbkU9xI1NFw30Nj4JMqRXS76M56cns3P+B8tTVBY2jz5Zmtc6v/uCzEguS0NfaEH2kyfRrt0ClVQK8Bmv/hOGO+ffrpTPrb9myS9cePryeSTG3d0VicGPaT+nI7CqMN1L5mf6KmDSWBGOXyLpM4e6pGEIS3MwakR19jx451vJp/DlCOIy+dWEuArFyVfukgo1U1EmhhaPmSi2C1+jbSsCqIieHKpQJ/1oVRwLTRAa01oI9680NBosOnnhob1cTFVy+7boOY2XOHw+BhxF09LAJa2TU3+9RVAhXbL+iD1OdGJA0l+hf7HJWHTD2mk5IeLL4OgP1I9Yg9lBy0JkI+JoZj99wtRn87W4yk0YzrsxH5eHJ98g3AYEYLmEF8S2wV8EHtCSKzyaw74ui/7fvE8nHCIRsLCA/nyzMbhZUp7jidfmYuBBil2IfSrXRLp8sinvzML9yMtk/Hgickx1yZK8dolsyJAN8+SgNbB+yyTjS+kuUhTvhrsnkyn0/1h+gcQT09GHAK7053J5On21oiPcWkfx9OLtuEVSS+HAmX0rJdAkZGri3QdbFT8BJvo62wEXEcRNr7Xla/sNhvUPDOMgPcCu2uiyYvwn1aBqfeJ5qD+6VEwB5kPOSJ2CpQAZHmx4gPqlWmnnnCnmzwXgQjmgm4PvUdnk+hAj098h68bShKEzmiDZhg6ij2IFDp6/kbPY/3iIbJAvx5MTsmkvcN6a0mOuDjg/pAEKpuTF04w3YEGiNhlNWdylRvMY6la9qz5wDeV5P5DXQtnerCcJaHKacbIcnwAr3qBP1x+3yDvBsbf8Rt7JJaIbqTfmnw6XTrZvPvB7cnk+faJW4WjE+3P6kmX4Hh53OdgLOkMz0QfCpTRsy4LtQaKjPQjfRvQb1dmz/pdRnoaNKekYzv0CgWQTlAlzeiPQWD8F2nJIjZQGwe94Duofwd8GIJ0QLKftv/pSg7UppgLL4NYl1SPtQ574879RIDosC4GA0H301m+5NEubnCJi8LsIYC7kz1/9LK+fiCtPVwodL+Jgow57OROZtORtLTPY1YyBBGDHDnwNilPYCUz+JFM2crbVOKQ4maWVHbiUUjtcP3u88+jfKw8xukOkrmT5F71go96HRqSvMlZwGPqMNPv3JZwMD1Ch/5+ulTN6raHrLk93aAc+xcmwLGkE2b/nL50Y4WndaCedVmozdCL9O1A/ycxQhPZ1fOA+b3ANBSzMi4e+W1Piz0wK4jyfJD2QG1kNn7t4Edzg7iGVkiJyy+aYOqaqYNSA7wlPen+F7xvf+8+lCnN/vkcIEaz/w1f30il4wzeN49/9GecPCTFfDv5/CuavxYBEdTevpQuRu8P/RH8OjLZut9P4HPyORL+BqkBe8hKRANff/cshRFj9k8YKYe4N76GPjnpPlHMYjUE/ELJwHbn7/foj6khgFK4/yPG1oxEVHX/sQf3wvzGSvjRchw38FpaRRkRtcdhGiIj8oslq48O8jJOtQbIlpTbksz2TKE3h32yXQ0R4GRycylL7U4H2k639ctIJ1mG7y+uAQ6Tzlj88cvoranPn1WBetZloTZDL9LrRe+1+8vQ8+RWu1TTgF1+9FU15g1PVRPtJ33Zl1uD0LTaYfzmBrdRA6QKGD5wFgmy714E3jvtYmpVaIB3wEQCmEz6j2tBEH8KXw/hC16Jh1DlbPaQASPY5MdMamCMr+DJmtWeUjPdEvm+9x8yJ7/kGOCrGxblvfvZqcySCye7n1IIArxz1wRJfbUhsMqEtL2GOpC3x/LVozI+6KgC0vPCwHTHfsmHKQtKqypjzgh0TSTt6flVSqeX1XNVE2DdcmHG8IHPhX5z+MeYBvg7L1DTdqZ396fTu5ot3D6gcAH79MH2C4xiNXjepf323u4zjpl3ktT9L3b2727B3UUf7jMKYH/6ANbbYMGdqZb0/BK+sjRHsCxpG7Ezrt0PaCrT90D/TtpZtg5DJYlwPN1HwidoJoteLdBOH9tbnpEijVxwC1OV+sqAdnOx0eZypkLDtAhHqbWepen7uOTfh6l7JDyy3Cut9uKEs8Q4DkCDB+bAL04X3QmjLllN+1MDpG7Hjv35jUdPMCy7b7N/mQDvo18/hJ4IwVePnuyCEYg7UIqgBaEt/Hb/EUJ/mQeOjz4H/3Ei8KsbT76JFVkcd57wL+U3aXTye+fR/0P8p/9x43PRmEWZovEsofbvQ0vrHt/5YkGaghlxwrF7jOz9XRErgeAm5Ir5UTkeqgRM4b8tvjuKL4J/pYQ8Zfq3HLv2qyc6GwHuWRmpLiLcfyoOwStTJ2bErG7h4ZkKlA3szMcab1AHvPvsgZsyXAPcme69mKIDTxfGEVN05PmOTNOb4DCcnD2mL55vl9K7EtK/e9/H0JXXSOt7STnLaGmFXhe+sjRFsCzpHXgTusmuQoOHxvJr8WfrSCgJYiQPchOOJqc7qoXuIxPsT75jzCjkg38oplkRaUrYw1SlvjpcjP4s0HjIRTzab8y5WjUeeuAjPS4B8Jl9jAf1TjgjRH5/17BY+2JsElDSi74hGP3UmCY6rObldj/V5atHtgDxiU/C2RkEBw3wR2qA5Ic7dx4/ZmiAQYwgZYYqZiEC9P7ozuP/sIQsPW2DmXwM7cn83qFWxjAWp+XCncosuejbyeI+l5K/0tSlwtikn2goCBDEupArV6O/ZgmYwqP7C8Zn/GrBLVGdlRhckOMnoQMDSosxWBnvsQ7ooFInvkPqjERmP9K3PwQu24/uKMff8uWGEJfB9vT2kH1FP7d2poeLm+Soe+jNEHy0DW44mG5BNzsgXz2FLgaX/0WAfahNW8Yckm6TAsCCnbkj0OLl9iGdHX8nKdx7Afnkn1ScDmxInH0l6U2L4HBZ0v82jQ3MRsr0TAzzC/9Ez1qHIiCR4kgllSwHrr2FPCAjt4pSbSHfkHaTW8xIEWlO2GruaVXqKwQYcEhEa2K8tZ1RB4TTeLTeSDRxOLKL8FKwqT+t8xZ6n9GfjX3JipoIND90R5e8CLxbWh/1g926eHIxOrj0n1iMhWr0BL72qPJgrNh9fh9ccEcTaBoNmzucTHME+TBWJsNthvPPoe4pIT89esKQ0BaRhpZ6QSV8TLXPySHKO5Z8nSXnHSZGFe4rOkq1VLR+gABtFZhevqSBiTCQJu+g3QY+seAKVRbGcuyki8g9mVTGlwUBPtEMX5EBG/nqbCKTK+4CRQtLr6K+cGO+JBbQUP7i5oxYBf7ZOjR0JOkw4MXF9jZbvxQ2Tnrt5lXQ7W0VgtKPTJ/7FwLvPGOlw22x/Rllju+fibegY2IIjnA7J9apzsJXku78wvkBJDtfnjRhWpllYphfX6HtamsdymASwKcpd1It7OVSkZl3f0Uiu9uQbSuLjDQn7GEmH66zJr45rlQD1AiWCmC3mPNZ5SPwnqMH+F7m9t/RyMV05DjwW9L7cHapiXDgZDYcry64DMIeS6TOGrobVZ7AJ0ZkrgV9Ozklh+1ST7yPfi9h7LjbC/f7D+luIaLzu3cuFkjt5AkOjz6B8EdPQxomGTWNXxGlR4NL4BNoYi+/psNzqKDUykBtvtkvHyRAppwVOF2hNv43pWV8MHMekeHSI0uRchQwcmdpIQaw+437UAPup4xwDtBjGB6qX58KVNzE8Ne/YDu+SkDl8R6fIQLcOsYow9ZB9kSHwL6vwb7khcueezlw0gCT9HdcbktKt+5kemLaGuCrwK/AEmSc3V8imvBF6S1KUwS3lid9V2NQWi0Tg/x62FhCtks/VCkBiixaLXxkLiwVFb/fKWRGfPmXkeaEJy8s+K3PilK/HRgyh++BWZzOz/IerTFw61+NTbVBq+gaRnk4Gb25HpiJ0HRACdPloo/GV+e0fmkHPmib0HmodZEyCHb/z00RM10H3h5STwTIU1+ABbrHDGkzbNSOoO/fD60uHe5dpnyiQvVFohhYniAXULUiSku+ytIdTsAJ0BallZGZckI66IcvvQPgCg1QrPoJZxk/ZRyeIiFi84BlYQDLMUsCR2qNpQbYaSZQiOWWwaFvYXX/Y7B5l/i+GexOXfvKsBk4gvoPu75j/6npTrtc8XwO7ecgzW8ttn9VGUwD/DeNB+CBHXGLqVgffWY6FHCseC2hnRNcc3OGLw5tdw5NqggY+VMqW6NJu8KKNF3hG+bXwoJozcp8DEIVEqLI4s4vzN53USpc9qedomRp+QUYaUr4315zwF0rz1sB/UKDFbf0trpZp4cTrUC/pfCRWG5cC8pAH+I3pzYugpgeSNqLW0CCAjMJ4vDQmyF6Zu6e1AA5BwgaAAHQBR+jCjt/OVmYhufLrZTKRbv6HlXuFsLUH0UekVCAryVAjvna0oDl28kZNcwcZSRfZIkBNUx9DqayeTkbudMNZ9e1FC+uyI42HGoO8D5nGUmxDJfi8+AskqXmIdweZOkaIGJwLff+jU+1Zvz8seKJAa9nwA/Llw5UA70vwZmaz2ireG3ohndVZAI03ScNC+H5kH1FSs/LZ1R5TLUCCg3wO5P+Y/qq0ACJ/TzBJsbjEBip7b04LKfRtTHnlUs506YIXm4fsrKGST/dpn9TCLe0o6/M7xYv9A9wilEVDgXu1iBUGQ+Qsvhd0oO9VPB179djXpSbW9s/kRcYaU7Ywwj7tqi+Lq55WDC8DQ6aX0zFLGxmcTmp1S78Ax+7sXgzHJDfcDgHxqCXH0398fYQ0aH7wRnMeLEbgq1zYuQbHRQfowJ2cm3C4/Y7YyMjAbAKlCm4cun0c6lin0M/2rvPoSNCGr1AA4Q76AJjRU77MXZ6Z3CqUkoKUT6kBqeVZvP78f2vpF0xMYvy+X1pg3RKWbrzSIswiBI+fV7OHO9/XMwEIi3XAOkKHfbjBVkNZqMkGLjbD0UUpzHujzWYjpRTAb0kH3P12dJKZfyG2yYNlioX1R/FBmlLKLvBwat+DGhtdlxvm1+Guw/Qdo+pSc3/FdRElBogm9li+xcIumNkcmd6uDs5/Z0qFHWxxfb0GB3qH68mM9EHKpGakcxQqDooTwgU2iHS8oi/n+KnubVvyuf2Z/VKtHwttj/ThJoikAq5Mz35eZj0/pGpd6Z1boNze/nlCFQrJwDXcxHHwfQmqKsfyjQ5116ZRSR/65hZNA0QCUapFC+zrtK+8DRuIqacsM1yEqnUa+Ea+U8R81kIsgX4ktZ53AmiBd2ljJZyZgac+TiPAaNuCLCa2E78ZlenRC0AUwEkKdrH3Q6OXt314BtBfRM9E31TvZhX3wd43xn1JSxgIxuJQmMCBRh2P71jNfPy/qfpj+DxjbtpDhB8Iu2ow4CTnf++eWfssPIUu/Mm/4EsyO89shw1wPs5Sq2eIJo7RZY86UkHfjatzFRC/GRRkFID1E13BBhLs4xyL4sYwSf/XRTGc8z0lIU5p/w4B7jwMj7/9EdvBMiI4lRiniiNpo6a0A7zD6Tmk4CUIzq7vF749g224w+yKse+/IObbtomwT3t5mA/hpok7FCdQpCfzQ7TPq97k6dUtnwuDP6TAueJOSv8XRa3ImQqfvbl0mISUVsNR5L2LFHX80zk/ELRE7x0OY6RUC6RPldl0bW5XCqadVFp73mkL8qK8jBVqdcDSpqq4xoAna2O/gzt8CzpgPDQ6VUfq2FqH8KUb7q5IEBoofPZDGCQnb0CJBRAP+QEwcGFXg/nndUAE3VBmwOEgbdLTHY5+ET376Cq8QyFC1TRfbULrvpUPqhEPQFtTR5K4zINTvNjuJCW4UGx3wjvNkRksl+QdrqvyEcc/NLVtasyynAqs/S1MyAUuyczkhIImo7PuViLDxUw0wBNv1Xi3Vefwk05tDx9zttDGF8OXqacCnjjzv+zLJgGmMp47/6jr+MPLzOgXfFFJsKmIksrdO9jQKtjY+cveclGdCFo0v9Yxup+kFIDtL77kpvajvn/0cG09WCbe96kMWlnnVxII0emE3Hia7rFtrDzDAU7hQK3ewxu+Mz/gSbf3+aE2/+a1ReNicLXb5IuNAfYaRLx6ZKkOyR2csTV2chEkd+XzMkD+Sc8DliHoUoJF6pTXkwDLErFfOkHs9LmOuGihyVsYZ5WpV4L1ACvqTEo2u403fdrcKnMwAJcGH1tGaj3WUB8I7YLZzst7WrSr7BB2dMGmUIBdDdqgBdaBmHXVJe1ARtN9s4zdVrCLAXucBj3qCenZ4nhzBtq3e5x0ACjC2WgGUINFkMWsIDu2yzmp4T5Bx9BNfVbeE1EyCq77QrEQYvnWomas0CbeUtmXuXJjB6GmxB1xy9MTNJBD8pIikaXZDZDOrzqS3ib0ZYDfC/YcN4VuDbVw3cal745+Bzg68e18Z+Be11yAuA9WSiyf/bFaXc6520hK/NhFAkPbMryt8LzOTBOI9FR6Us2keEByS4UQJEi3SiBz9U8PZqhqoMaSzhKoTvESVZZHMnHAEXIFMYtacw9DF0Ls5sJ9bnzRE/IgpqmOT8/DMlKn2EOhCydefKLIHMflZuFCFGZEal4dNL/iZvd4Md5c4DRii7efv7suPtLHgFnjEtfI76fahbk9eP6iq2Y5/jfzUnM9BBo4zHx4qzroAHGbSFLoK379LE4LRZBVgbpofQbmp1NAIYN5MeNgXoKjGmANicoHZCXVwcrNOtleWGfjBVL76Lx8QMgU7kkid1mH6GS8MOBYwppzOAWO+UvT6JDGMwpbDxMOU2B7PzYC6D5ufAZfnDkS4ji4zI7mxFX7oB0S4h5ig+P+PICeLZSRu5x5pIS+xahNPrNh/uv4H+g/JkwIMFlk8bzbgFjxP9yYwFIq4WR14//elMa4DWDq8DpvZdoh6fzM6p7bJG6HZgtkSK+G0l+loIPQWBszpabNuHk31Q7anmiNml5JDgjPpGdVkZ0dZ6k/1ecutoQ6pLWL0k6Lm24EFiJ+AYjG0Xav0d5uO8ReLu59CzynxrbfN7AANsnY8Pi1wnfB/gOIbWy6l6OBYlO04LdHNqgeTpdZyZQCuAVvBaOg12b+0vaHQ1iP/KdCNI2B4ocRX90PWcZZMwVvTN1UJxc2nAheC0SqlGvVvuSDU2vdd8VbMpZv5AeCc2hhEQNDdeGtP8lL3kIvhP6TIvBoRzO48UNo0QC0AEjaD4oZomP5agCcLB7YDf9Jr6j/kcLraQ6eyOIC8wBYcb+Olcj+mmsyv7pECsVbwVYk/7h4afCLqNX/QjUDPDfOz/TQKKh4TqRdyz3/mxn0vvsbXD50VauDK4C5/8urwKS3qTvQQ806iO/ce6vGPYmbVDOuEInXLUMsiTz0T39O/axY9OPHet/7Bi3jX38WJrr1/XxLLjZZvu478b/UTgclt4nLwDcvOpHoB8Jv+H5La2h4fJI/7FJzQuwBUKRq3U5PRyGYrP2wSlA3Ql32acZcbFX1GejYCc7N5m+p5Nrg5KJMy+wE4bdMrQ/G6ANEF13M2waqvZ/bmjzUHDQm4JnQbmoMkWJpLomp0fnaYDdXDsRGgc2XDeyrla1NgxjdcVAOL8NkzivVSKY/XuneC8GrfbqZHxHfuOcoJltKKzJPzeQA7k4jO/GE8XRO/WVcfixY9OPHet/7Bi3DT9+2OVNfnjYxcy0FkaJqffRrvMKDVBjDE41891wGz9Xo6FhQyQ+6xOb2bkY0pXTgzYIDs/9QAu+Mg7CxRo3jqwE2Q/aHO/7ALWR3SiRhSYphyA9J0jnQBwcJG+0xxwoumnRhcvDTqVkncNOpWT1EV+31dZlR315c4ddB1aMdqlUcxQcTjJ61Y+ArUf78vlf2x+VNDRcMUhhamZ9LhOgIHIMnP+HF+UbqwdBMP7la+H4Poer0ACpzknrA8GZdpdIjl9pgJIYBTpRHgxe53AO1G/RMbVjg6fBkU8bHQPB4Pjc7l/Lx7gRh3zWIj9AMHWmB5GucXzLJxT2hZscdkFeNIlQZsGR7BJ51TvyuMIVQJtnudwsSkPDGjCNjs3NUbU60Ri3AqYXV1eLxSMD4jnCIIrz/7oHISuAypzuwGmkOuM82GzU6x862Yg4ueAYi3pFciIWfNU51T3RiTVWs69b68vQYaXXwrG0giiy38/5sqI6tB200CcuHt6lMFrWdYSdXhWGviJ83xy+LdH/96UedHVuqNIcMVRyApVoWfDDPmGn3+UaoJ69hjaGhqfd9KtbSUPDZRE3AUdLK1ocSMze7NHNu26+4D5ocuEigowBwUmB57ZbeFjpx/U+EVzsB9SFS75Ge/xIbh+tBZtssAwyQtQF1CeJ6LHZEtYktrPZz5e42A4Th1E2V9bMdr/TGzXMxc8OhKBP3XqbfITJLoXJIo0EiTGzvESid+7yUV8u85PZHctjcJPOSRJZMCuZkY6uqBJe9Y70+0j3s3f0T+Z+bWi4Tvj4Fo1tpL35QFaPxeeWaK4V80mBMRCOIDmo/rzXmAA8p3FDq4MyxxNn/KTjmSpITdB1Qxw4aSDsql/MGnokFcYSNLXWumR0Xx25L/vVzbJlxzAukcTXjuyYpK6sua3T01UK5zgook+PtjzGTGIfSmjzMCNmGe8gURq/4hBYIvdS+hwz86LDBXYJiWWBKqLZpR7KA2UwoNrHGsmcexH8tvT3+16QhtcFa4dphJtbnXMc0J12i26mM1ztNhH6T15zS+UbQqAkrhoBu+ccZgzS6Xz+z1Q/Ge2DwzgvRG6UEkjPvWWQ1QqgvxfY1RP00M8nD/nYJz4a9Mbjyb37v/EpT/ZmDL4FHPiED5Dae3zjzn2+OuM5hXJ+Hv7ukU4UIbgAmH/FyL69xbg6PfNZ7zTvfpOmJK9f0J/et55TunP/LuqZz0t1nSqloijoIVIzk95SLq9fIOMsjCb3lM17KZvKnYKnRL/V6347PtL+R70PhL4tefnOMTAgPypXx5es//jlvR8ferl+LMtVH8nIEwNn+A/kj+TwH4utrGyFDQ3XAWtuI5TllBhYxNKuj4bZMsGH3lr9AsC0YogcyP7H4eNbO6DYGb/Zx5gOmp4rf8lg2uGro7HXw40nqFKrR9oBFnzErm3d7r9v3HkyuUc2BQV5BF+gJ/tjQ7/iezGFz8P0STx0lA9HwUG9xwLyOVFfTkicerif8SJget0NvWyEeJJTAu1koxFgRB58nZK9E88kNa9we0gj1UpQVMpmnTu9YYT4lI93Fli87DvFnmPwJzr8yMfvE3wQ15cTPjGQaefXlMTLRTQ7aCa7qLgkwJraFNuZ/ldj45XuQOq1woaGK4a1Q29zuIapgIu8LcIWjzqAWkjDSJCVWMO/TfclxY60xiGwUSKFkABBkfGJ6cJ+CuMpujT1TL98Prn3GBrZc5LWYxT78Y3HfAfaLoR3qVd9u5h88ujGk4f//ehLqoF8GxwfkmzqUTJ4ZIxV6h2k4OVPHj15SNKAAIT25BueNSyEugWu4iP2LKVvmdJdvu/DEhUB5sgVd5kaSAhj2eT1DnLFs8jw28ke3KpsWvg7SpR2ZO3vfAE8ijziu5BFSJP/p3xAX/ZysaBf3edbPrMGCMiQBDRazSfYLzG3f874seb4z11jNa2h4TI4VasbMsSw5fmmaeM8hgJb+gtDhsGXYj2vNt1n9EcNUAZ/GLTWfk3bMzu+rgVK/4MEI831UXZMnj/Xy9PuPOH02JNT6jXQBBd2vYdLJ1oAu9zv9GT7O1xC7Th4JdwQHd5M9x9SefpKqtfXICkokV/euUN9iUTxSAod4ob6d+fJGdUwxvO1EkeIbvIFfUrokStqfEPwhMob4oDX/5PXO3fmdHrIecWuoxOy+XnOJjPOxYnnmngEf36C/DBrN1Coge9CFinDDgPLxcCwe7nI6JZbetLUn3xHKEvWqz7BWoXNR6cWwseQ13piQ8NVQy3MVntxirnAEQT/6WTnSWdb9XOT9eulQQWPbAams3k9VwODFvlx5hM1UjmMD6hw3btBlHv0R2pB7KPqrMY1d9CZP3n0eDJD1+cLe+0tHt/y7W/xQg+fQQM+oS6keT4Z+MJJH6RCzbPhJTgCgSHi7Bz4StQpArSEtSCLi0UvVpER7ggnn3dS5B71jTsm4JSfQpGLLVIOsj+Bhrj3KCb6AMsm/QuIwhKl6hhZG/NdyhSMp1wuBYYnKxedPQvm17fLGBn6oaB92Bar3IaurDU1NCwFl3aN3MQGxnKgu+FdSMaNHW8MselqBl2/kW7UnDnGBZdxWVcfMJyWeO0rbU/cJ4uxXyH9YaNHwrBDql+SsmAgAbLjQruB5qd3g0C94WQXaelzGok7BbNADcIQcPKQJGQGRqAQGEeGF1Ogvp509x/P9bKQ4Fp5hPZGDVDRw55S0iY9U+ty5ApBVcoFRSipX4jyyay7/yWUVbgFwFOeTSYZifKKcBAwaxXZeeyFTMFYUVEu+DIN8IvJy/tPTvlupVgFtlz61Q654uuBE/THa3sLtBDiwxJ+GhquEwvuPU3NzFRBYEB/aZ3EV4QRCH7q7for2uuGDVmURs3O5vQ054czLjb9Z+LQBcV+IaBWeMujWQvspNY10TfRO9V7IXiIfv148tzfH47BIQBlx9ZX6fELp0J/HhVUItIadKOvzLc6/DeaxxNHBFE8/7/Hem+waUpMi/Hd7+aURUrSNWnkIsMnkSmkYpFTpWICLkihFuGVA9YvqADmbBqQTfPL4JaohVPWPq18e1nqGJTu/aJctomQWSjLlXXgfCg0D6/6Etw+QOQGdRWPFWpoWI3ZHBSoptcb/S6hLPAl1D6w4OTMdga6nLi65ipVjupfqe4ZySWxDYflFsTHM5TCv3ks64E9kp3TCeVT9F6aMZz79MbjhTiIc4FPOJbrJl9wuk09mT44R6ZQCvyQb6Cki5ZgZXxibJOIgiwDmuyocZFrv8RZQ+fQABEpLpzd+0KJIuKYA2Qad3LkCuQCeUVEMQdIN+ptYKaxbDIC03eZKBDcrFFs4dvKUsgUAS5PVDEIlzRbaoCIDkbTbOXTguSLG8YIcOGb8nODQoNs98M1XC/sXR9Dslv638v9qV03P0XTPDul+lh4PL2yf+xXodphlBsGHEZy9nmlWcJYCraBsDtt9jgE9EfTiNA3yQqfTx4+/pHzX3vkL5tbgzr1/DFfhvmcRvLKk2+/hunlf2DgyHdVsl9r1ZSdHIRBJqTRV1LFfUkD1EoymOLx/zhX8XS/o9qklL7m+vDzT5XojzRyaXfy2HLJGBW5hXSBedWb0t0rJzGZecY4yGZEoERhCiUOAcZ8ZxnAYvE1IKlcQey39Eb4z1E3z01fVQQ68eBXiisOr/oS/jdctkUMjIdrcQ0NVwrS38jfbE8fTIBXkKYejo+hMPVHdzgXQ5ZdDlPrjO/cYCcjQRw2KuZQ2GV2ltsmKfkcIE78cDAbW9le/jf6uSbr6MHjLPYBQnlzExQqbp1GEUFtboA/ztGREgQMIvNE240bwdGa2YNPJCGf36SUyC+RKJmYtJtSEYsAWVB7lR72tYgJBs+m7VgBvEx08kRNibOsjfiOInN92uujKpcRIN/NlMvF6lQdqHRkPlxRvyqr+yoRQ2AvCKG25uaGhuuANbfUytZrbt2pHp9KIuSIeCNqWw9ObDz06g8c9tFzAaH6geY0EWikB5GdNTu44SNRyRXqobzg8/lk7yHE31L+eLKLDk/pE26tefiYvVe3SnS/PYGUNHCPt0Pc1dvD4fUuNzv/xsgUmzHFb19/A0KRpkQ16//gRvHut1L65NVFULKekHf2HtNBxt9ovPN4F6FTKgyA474J5DXlz7ziej/yrjxU2bTgPCzRpJx+ShFagfnOZUkxCBQpoMrF1W3NAf74SPrx5PmXyzRAWmmEpwFsEbjfmNb+f21ouACk+xVa3FIuqxzsdmAOg21GkF93uhqAzoLceM3aHdeByYMkQ80PaiWY68VcIIYbzBtmxfqkDrKgb7nLsC5L5UWAlb5goNiQTekNHR7KLCEEFEpiyBiLew2fMMize6PZnHIUJgkyMiDa8FCa8JEeakhpyOikn2A5zoDNI6LcjIrRNVaBYjnlDJhVH/Nm13Tw5FVfodxn5YC5aYAN1wm1rzQCXjXj0m+JpzPugu6oAp7prelXCTEeFTrwmUa1bubAVyJRn1RCP+HQnODvYzfCrUSvj/o+OpfqazNXhPfqZDdkS/Jm54J9LEg4uIGQKVsd2YtMVZLBXIWARvviXHh3myGuFInCksAga5yyW2HpXzMk6YmZS0tdhnTg5FVfwUe75f4rNKqR2ZmGhiuAMZbaV0Fey3isP0+4wP91t+D71KEEwvWKVUDSGfU57YAWx5lZvGd0aBqhPsaIIkGohyuWQEZzaV0yHVrCFEKUr3R2tcms2b080Yfm6dwmiR9GpnQrRea/9iufYbGjlOBUmszohyH8ujSfQiJ7cqDcvgNHO+wUBcgfOWcx4Q6DI1RHr/oa1sLKX6ipfw3XBeeC/MY3go9jWxOnfEwgF+6gAyKuq9cApc+B0qThkfNwBe+R7IwOaXbHGCjjtPoukLFcoj+SguKQBmgd2abQTG5d17u1LhqDUmgyGaXyuRknicKUxZac2+Or8/CwlD2DQhhFsTJlVo3D38MWFh5usSMZ09dLaGxMgyQyU1QVNhl05LzBEyPpRT84cPKqL+GLwOknAvlxV2rjwIbrQOhsfQ1wKThPWNIj2ia0P4x9NQu4XhzrA0Rmi7yu5Um1owx2rXfI0Vw5GSiFEUaYLvRWOBzq+d7PadRJLjpVh9MLL+Hsl9J3IkNEzm/hrC9DO3tQnqjEqYhHkEtYIryu2UQLYisPCBlYJpySN16QsWRTpDhMQFk2UhrCMIaLRRo55oGTn+kUZYDZrBYAB12s5us24w/adeEprnok4NU2rIYGIQjwDLyWm5jJ1gR4Ly0CX7ECyCEwDql8ttabBLQaHdrHB79SGGXcOCfqt37YSWb0V1MNB3SEw0+EieHbXUv+4sloMCR+sUCC7K5r4ZsDV0eY6CwvSk0md6rh8nTGxUNQoAN2MyrzSYxTLgyOuBRerG4AypOQFpf5xY1ElioFVXzvl3IrL5xexj+sblFqy8AN14G5vfCc+5jXpox6OCIO1dNRQX9XzIBkMrGe0ZoTnaguOE/an80Q0qonxsB50yUQzQGqf6aLG5LR7OWBL+kAHycK810cBVsogtJMa5zcqrhk9KOktsFR2pZ4xVcGz2jms3Tom8x83L5xZLjZQa6TyeNL5U2SdMApi/wqWVhDCnjVVygIUK9g0E6rtDj8WtHtjIwjdk+m0+nJxgOM89HtTNfuPd3J1mY9bW+646Yau9tbbtosAxtjWQY2woPpgZuuDFT9iGrWj+/zWB8gvtkCPIo/6quuPy1+ULETqxnFySrOg7bHNWKxobnZG9Th+Gqj24AF66o6GZfgFJ1Z0uogA1ABMnsYUt+2S+/A1wzSnGTMJ0srH3YxQgpZ7ygthbE8cNLXjWaRS3ngpC9RyrJNqDRCVIHJ80A6SJJfr5sQuM1OCqgUVPF1o/FtgJTqD5VXHuvvtL867E8/clPGHuiP2Hf7VeDoRCt2N6fr37v0mQUZwuPqo9se5Z/Fy61DVO96GVgS9XooMrAknqF4IDmYrprav0z+2AitqQmrG1vPlX/Tp/ZIGBxX+kftil169ItduDCsr+mGRnk46+RGj2ADpP6p3pm0pULCo2SAbFJvpiBklbew4iQ7QbIInS278ptoxA58zZ1nuDmzlIe+yerTbOQlfSU0X5HNdHhifiVtZScEDIuMlN15lGR+cRc7HhkZKo80KW2pnhRD6smYb3yt5qPVGdzG1nhG+lOD6iazVXuzrgc/TKfDF2ttT/+Ny8cjThdGt/1M+sfOL5cn+Yirj91fbrtpBGfb26r11RlYFvV6yBlYEs9QPJSsJMBL5Y/l95a3McB7vBvE/q7ntS55SUjfw8GZPdMB+dE8H7+kOz/bxJ+ZcP2rR7AB2DGts/phl2LYmE12uBf0ehfYHpalB3nEUxAkTa7J7BcdOUl9BXJcEseBk0Uuk3yFOcWiUzqc+8wEsBhEeLArg/JqxXShX3BE/pQyvnYOYzr0FSKPrIvRIXDc9EYCZHfsfEfglf6xroW70PMGL5f+fvpA14M1R3S762iKWzb0vP3BU1kvha3pSzdVeDquATrWy8CSqAusKG2RgSXxVGL96AOPB9Mf3DSGJfGu9ROwublxY+i5CNACRYRX21LFamI2kZt9ONFHDVBcaBsBoQgaBZIY6fUCmbD+mbu8HWEy3aZnCUlcDc4sfq1D6sDXPm6xg2bnIqMsmsPRDruaweJn5KQUfsOXjObPDFmqQ/5hIBjSrvnjpGaezSmuCptK1ju84njGyXy6Ew64ys0H9TgAr/oK/geKsYRNTMcqyIXb5wWxOz05nv7slsCZU8Vksv1Ld1ck2O1Qwtmpk/27W9Np0rSOaDmZ7s53pnf3qTH+fDKdbkOFqcO92tWQGqKd6UP4MIKdTI6n+4jgBIPwrh8B3EwD5XykBJNdim7vpbgKp45O+9uWrzrt3+G0M9n9wAMVGdjz4DYvyHOOushRTiVKS+WYOSk8VRlAvRKMJ9IQavGHB5Oc4ANeGWOpAXqBc3JjRU+ZKsvDTE31M1rhDMmwOdBieSPIqW0CvLwWX8A2Pce4Vrod6Y2Tf+akjYCUOfORFOH1IsMT659+Skdls2c588AJLOBdnl/199h2d+P+txM9/8q4RKfiMM6Rmf5DJI/GIzRIgiMn6hcz8OxXe1SgXM1auIRETGf8leSWeESoC8vxyBkuU2E42lXGbHaJfa0iJMpyNxEh1jF6K5xpgHwZMNuVDkku0UAvhj8OJ/timRK7239xE922prfYKTkxfxtd6YW6YMwOHpgNne7FFL1v+vQ7E8C5Cnfr5TbF6Lk35R7h/2E26jyDCOgGZjTmomD3V5l2MELnpXSKbJEagDrP4IKbGDu6e87AR8lk84I3i2wSlqPOk4W3XNqn8sdUzNOtOgOLFE9OY1R8liSWP3JV1gCjwJFclyPIRc+ZymlZprSasnj5zPLkresSTWzGKWpt18K/9hU2VeM0sV/SBDklyKvrgDqFB37o4SJZiI5pV6cKv3zOR8Lwmcx6fJ88EXLD4VcRG216JoueBCOHcHRvPEhzRpYmoYgUVdiVJky/65kuRknMjjOM4qM7T1/pATMyUgTPijxJdJQ2fQuLGXh1kRBSO+xqMTM7XjcS6kKDC8KYffNDQuXXfOBkNV/BtgHqJTPpmL/+TTDdziHHuwMC/CAUvO+f7aGDwX0HFAL1A/Kd6TE7HQIC6LXoeMfskTtUg+5Nttn/MK7u+uEmH9rk1Q4tDzw8NUCcwVDdMILJ5F8WBZK4uy0fSHqyD4X1w2d0LpwOpn8BhR0wNaKX9u6vysAvuhPCM3CysJlOJWXzgjv0sP0s5mFPlaPdnEpRWgKqFazy9LKfgclia8q/tEVOoydGKf8G8WKyva3/PsJiTBogtOooMGCOHsFoporySCedSB9VXQgLDLk9H5sDVWPK3/zCUSyDkRrPOGyaj1dogEmqi5/s8+oCe2CAol8Wh073u4X6sD0sRWJXjkxLMhPF1sE/ntzTE+aTS31xi50tIpp4NideI838TIOg0MKvnWmAJ8UkVhKURUURfvybBW4IcrawQbERtbGuufDIJzuQBA4JI4jZU3yCuZgPSw8nr/oS1oY4/UeTJlU4H7TBzUlXggMuju4P5gDzWiY1wKfb+5Onz05gUle6qb68ZUupT7fV4bf+soCc3XbPGGAfll44BFGpoWbJovBKALiNSy+CVzj/A+J7v/4XBa+mR1BMg5ssruR0gL5Pwe72CwqYryrteypQlYEPp11K6gDpc2KNCm74IixHOZXOSvvhiS/i75HFzJMHSxkIQZGGIcTy9z3FRYIW48H0d7PdygUm5OjeB5nCT/CdRcqq80zt0+8OfhzDnC0uJ7Y55rqD6ewyUYxBBOdaHj9Gh9AAOfWniT9nP9Cea38wrroNeDlSF40j918+MJlXPS4vpMWRjG52TTGkhYficKlZk8HMPOnJ0DSFY6zAmvVzZKWit2ykewgB+jJOqw6t2FgZEbMMcVDmLFVL7TBzWAxmsQy53U4izzKwX7Xg7FVfQk3olANhf+Ug34nJxn7VbWsloCwYgu8cu9MTN+1wfnDnZHL8a4euvXOCDO/8gjwuXG15/kw+t3HeEZV9ZJNrB+yrOyezCIeiRZAdaVih9vgEJJWeYQRy9SExRnZ7Wpomzix4yv+/d23uzS9AkTZ8anE2rQJbBp51Kal/Q8ZCcbIssgnAzhwVqfzqpV0s5nehZEEU5TYlt8iAp1YVB3DxXRN/PAWNISc0T+5+5jEmDdB9EZYcIjmNCBw5UzP3zrQsU0h9f7L7LEWCgl1uo2lH7c9vYrpCFFqecV86Do6kFNq2P0h+JynqDmGE8NCbAd2SLOB6E0x6pt3Dr+2h8sB/80l+kHV8HugdPQ3wHh+893hyj28m56NE1b/N+0OY7kcMP8LPfVQ8SYvhnvMxpzdufKIH7T3+Uc9e7fiYvTv37+Iv9N7nKU1eEerbWwzeSQF9wof5PZzMmEul6X7uMOhzJuGGO9+IsO+f8T2+Svce8yJ/SMJDU1NMGw7twDcZ8sGa4eHaoIzu5CpiEUCR4jC7lEp3cYmALFVgI9KVjZEmPXyDLwZ+zQqgOhXRI0CoQr41UOoGlK8/9idH07vP2IulJsGBvw8nm6DDfM8IbqrPfWc9naTCcB8+UDgRl2s6tggb4V0DPJDW0o9Arj6xha6eWCTiit2K031SHfAyqa4gkS3k+dndXxjGVNrIwC+mgr40jUqEcVtaoWuAaZXVcpRTgQCl/dd0Zzb3iTdEYJ5cac4ZSFlMaRgq8e+8eLZyjGkOMIdyR9ZJv+iWqe+h/aW0/u2Zws9zOPvdjYBa2eXamE/aXC1EbmLBID7jQRmlCkoMIScEdYsw5KlYyND6WUJ/tL7J7smLB/3CGW3yqR7+SfDdwP5wZD75ffKcKmc8/d5fv/YQ9JBiePRkcs/9RDh4dONXjzyph+ANPoOVrv4Ot0+ZNmjvywm5UinH2930RhKQoL2t7RO+vYmA58KAk71p2IXMb3JWKdOlOHAKi+l0IXWNkeaC0uIQCTJHhdCvPDmBhoAf5aQGq2LBv1IYdOA0A2NbFb1e7A9WgaF5aViFvkSFZvfX6bOHUG6m8qg1xXnoSZQC1BN/YYv8KMZ2+H+uw822qTrSH8qZ9CyfgKTG8kLeygg0B+iMCOyZlkVs/8q4qOAYdn/Vss3us/DBVJH2B9Pp/9CmkK5q7UxdH72bk9rhxNqpihYKGRBFilSitHuL3en0LjME5co87f4iPSxnADXEeIo0BBd/ZBV8DPHMylLEmDRArws4fmCO0BcX/aJHpv5aRmqZYlR7nOYNxG6rIVKZzwH8aSIwYd2Aq+AanWl5NOYrP2A9E0kjdFbsPQp/7WywY/LLC8/fTnYf83Hw9+7rtbkUfruYfPLoyZza3bcTPgoaWtV9vhfj9PEN+CUr4BSLsrg8h5+7jCH83MnhLLYbT765b49U/U8+fl7v2HjEMamleUfvJeb7NpjyQ6R8/xu+z/KJvTmE4eiJfvgGEln9PR0gIoo5m4hMfjvZ83STs5VVsZgGF+eCwgRe/avDzGHzMOkgkoXVliz4wrObWVdLCJDvGvQfTvxHE1rn2r/klUErDaDBmKUCnm5DqaLM6Ommetb+9BDUBQuzGBqcdBPdm+BKxz85efeDTfpHuL9o8WHLUrgpDSv0rH32+O54eshJxEEEnAOEV/BB9z3s29PbzBX0I4/LnI4hvDndgtejrMu+iDwzbdPP/rBAoQF2SOp3T+om+URLMRE14TlSKrf+wQyptD9PZrvbO/itxEI3bQr15vSwzkDKIrLrxTG7xB/ygthSgshixHgwjTsA/zll2fZ/77ZvwvE3kV5Z9CJT/AlypKEBTrY/M/U7MONzN8ZQ09pSwNuaPjeAOE4Ux6/4zQ4Md30RWA4VSYIsHHxIgxvPR+qq+OLz5EyvvuAL1lyHIqOBi6CC3bt/o3sO3uKT3z/nq+KojSmwxWCvBwIjfcEHat3DBaypgfOPtxAOjMXZxE5ExFgUCDoahqWdXrxGOdKk1NS4r0hlShmxkp7iDcUWFn7uQI30d7alOBQjVdkfP63SdWfnOY/DL8ZobhVfyeBXHWYOW++wU7YmU0RA2I7xcQ2w0x6YaHf2AMo3Qn/UGNBZoICkrgv8Rp0CMFXEFjGebmsySXOAeQ7vJ10ATRemkApooy8Ph3SAPZ9uCz1LQsmlBQIegV52qKzdfSYBYtz7RSaoRR5XdnpuJtOBiANlx9O2GzT+RQ97i6QBFnklhwAsmkdNuB6VUzkObWphWtf0ZBGeoO4KKQPf04YsSmr1QbjYZzYpNkmK0VQ6y8BvFukLUL/A5AdFT5kqIg0NEKT+SyYHVrz9bH2szWv0yIYa0H/3ZeFzfDYExjDXFD+IuP/PKM/WhmmmicSYl0DWZj/+f6eOys5+n++2oPoi0rvfzUAfTmxy8VExwJcG0zWNDnHY1j29XA1X2qB2ada/CGfODKOX9EomPVBzgdLbcLljapxiROjn9z/tTvnCDntHr+LHRVpiCvp3GD5lWIhdlyzza/7IP4SudmSTiiORT9/JWLuVup/nI5lojnA4qouNlM3seUpAk0G70YIaWx3bkC6nEz2y43XDpuH+nfso0XF+8HY0MuNGql8+UQYFRBaoGgJoJpQOTtdv+btay3DSsKCivKjC70+P0blLFVIRHFpmbIFaeTmmF8sVJ1UYFzTF2mnrQV6Endxkc/e0fYaOgY6QjmUAKmjO69H2dOvAimbZJCJHKRXf60elFaLPjjjaDE/3LAP5b8SzWNYHUYhTKZmtiBFJf+T/BZ7y7b/qenKXyaUIRjKV03K1lMPmxMgAijcfp4v1GRD+VLOOtQKdAye14DpT+2g0RjT9jxI3aCjsYQV1oPWgLpl6uzEMTNSZfEX2zlfUqKB8dSWh3Hmy4EvULCBYAUaGCSXNdg8+sdfKxXQiAAK0BPAFPZoMNoxzJw/JML7ybBpg6J6I5eEEg2ZolPG8aiZIDdCDgto4Vqbhxl5ogE9KAnR/lrSCM2txrg/7uHlIhUnQM9mfgcVILbJHhsnseSrRdXyshjcfnHjl2uRVNKfXClfKavbcAN9rjm4ZkiLzlmDPNbGLlvZasDJTH1XiJWMM7u+zPX599GXxh50wFmhjUM3L6h3pDbwnZdAGwHSReig6NJPN8W+O1C3tCA2QWh8oRHyRNLtPTQET7jy2l6jpwBdnGwJbDJwEpAZo2mARzhOAdyhwzx87ycEOdRA8d7+bK80fRYAR4/P/u3Gf/+r4W41hJI77e3KOoBhUw3Dv/qcKCg1wfv8/c7qehMLLokucpdzlI77pUIkGAhzU68yRbGduhC48hUcctMqgkvTQ6bkvanRqU2ycaJ5GilfSql4P9qQl7mt26iL4r+GNyBmv8tTZ24HLlvZasCpTGCiXNXiK9tWNjTLoaS0NUAxYelx7/LkCYrigONP5TAN05rM5QolCOzwaH8qfD+uScXBmj1rf/XucA/Q9eXkO8Al3xRigAQaTBZmYP8WAa8c5wM40QAtnCWhNF2wREVBTtFgeRpq0ugYYuidpELCXkxNM8iGDyqygNOzBYASIhD59svB0dcJBf74kIbuVwNyoxoYJR2E06MrimDGNhWW2u33d0QPrJFgoipSEKr4GRrv8N1a744cGrgK7lYY/BWYchxEXbY+a5RsHo7bZw7cGly3ttWB5pjivWNbgTG/1cItgrc0YbY1Wlxrs1SLYzviO74fTVcxXvQsEh08KXmhkwHyrX6aD6wXPv77xBMoZtTHuVSn0sPtgpJf/AUYCD1EDNCbBwZCuNXIfocdwh37+jz4gQ7gbCvclx6OPnnz7ta/LKnYGp50zd3wnic/vFSl/3kFbJDhTqeTcD80gO9uOozjvTrrH5D/orzldhqAQ/hhWZxk4GDazy4LXEMaNdDCq1IlSs7lb5kWTDZjUTJ7S6J0g2o6llmRNymSCtck/DQ5406lm4S4E3wc4hp3pZ2/VUJOw0voC+NuC5T/Bls8yJmiEUSptZD8f/Y42up7QGXAEl2m2NvQVw3EK0Da7+PAXZnPiqJj6nzwdXbjBee9MPfSGZ5rcpDWKb0o9LPbzfQ0F7uylk0LM79tcYYoButbjRXdfZJDDpX2AX1r0AIapfAW6xreRZmiAZDil7J59LzWAWDUETkHN0N2nDmp4wp0yAkKFs4Iqw5F9O0mWLipSFgqmvpm0DKRTYe5FiKiScmlS5aTGjHdl6i3T1nSIaJcXb0gNDStB/jK2E9DS1AQlKeQJPZFx5VKP/E8fczwXYjob2oYqqJO4zlZFbHJQ+h/lxaLShkCPZOckGaiD3nlCpvjtscxknd/uGw1xDhAXiu5xOfXxZJeqWJACzrZmC30sxfAEaiBdPCqGg4U3Z3TcF6jov/6GShv/Q39TTJbmjV0jN+qUSPnHR4+D4n/kHhupZndsnjCC3tUNJoyCN4389vWcs4k5XXNWZgCV17JWHYrYXNydkkSVOOyarHQztmRN8D9EYp4ogBNvaq6DISN9gP66MzYbHWWjUYtsaLgOcN7FHsEBeNNLnLVGs2OQcY7jG4PNfZ14enCq04BXKp6rg+I8exiW8Z62yPB6YQXQh8DRR/llh32kPl0i2eMhBQBk0bPlDKcwmsmMLjAgwB1uec7SIsIClN75/8oYHAIhRtac9rOjD4uICcBI98IPjOFMHzKYnqeDBlngKWTyhsMQUiN8sB4Od9clmUs90Q45FpLRRZC5XjOttjJoMpu3oIaGddBh4HE6P4vnuZQtb5TWarj6N/RICSK2HcnnxzOAqX0868F/tNhHlAcS9IEvlEFSIUjSA14A1inVQ3nVKNgEJjO4OUTWqd2PLokw81Ui+TJ1C5BNZzMF3JyF7o3Knpsf3+Oe6P+cTP7D7BLHOV+BQjTiCrNpae4+OJIxmfhREdzGQ/ASml1XmnR/sVgwHfiWVq/6Cp3/YdJYNZkLtJ+GhjUh+uKfL1VBGFNrM2pb3fgYmJ6Gvk4XM9DfzH04VkdWQnqe1D07XP2jRgir0SOvZEdZ810glqsNYIoMvjaTx57KK09mliFM+pp95NCJ4+J0UMhvPpmMsCjtUx5ux0kAXTGPUcQ992AJ5QBuNbNf4/BTkuKkOHVkk1uCvTSCxZdiSd1LCHTN1Vcb0qGvYrWDMXpRKpwu0oOJNvr9GhouDnAXH2ra6TZ0UFbe0ixWI7uZdQRw4uG2CqA+rerhlG5K26RVu55HajMi5EcnLYdQZnJ+SYGXuF/gCcepUvyshxLei6PH82JaEzoyhCYeO3Cy8H7wlDq/nRiR4ihIIR1iHnx51sU+Mn/Bub5v/pMuyQsNdiqsEQLHsARxoedscJMsPCWrSRiNDDxwCq7lIXGKlSczm50HC0pp0onvW81n6N93tqSpcDt0Q8P1YGZzdfZqS5zZFA2wc3pvhT4l1U/fvh+0ZBy6n/NCN4kcmF4Xyp7P/mnUa08CpEGPBjQP5RIIM7N2QoBtH8GRr6b48PBLNuHrBnRrdnW/yok9v+RHfHmWrYjRzjo5QSVXmXGCQTJ3ByR12NpL8kQXkYzyYm5ljMmkU368oCKXP4Uzg1x0+MXi55lXpsOrzxjqMJmZTWpmHZbvJNCFO3QqaAt0erDum3gTZsN7Cj2BEn+y3RlfClxsiCGviUvIcOPIjn2e1HOmETNGwsGoG7GSWE20Z6zno+BMiPi+kupnk4G9JRA97mLd5P4zsQwv4gN8TRQS+DCjEL2aJjPIq06yKMJgFhPpawdPbtJFkeErvzTj5DwTR6QjuBeT8Wu5yX5kckcewYVudKn5TMYoEmwSRa7sUlpIryZyiZ+LyD1N1YML/NApnuwF2K+EVjKzO0GA+pfL/8gNDdcAewTRAlzVzcqnQ5PSYCNvLaMS0R4d7Zq96V0OOGEkzBgCy+IZwtmPZOfsl3jPLGQ+WwnW06E9mHBGvRNYNzXdWxv9k4drQUEbPHwR1vp9iGWSg0nsYuZ04Cs6ow3MIZOJy/h5cr9hCRc/8C1cTQZ+CQmFFncmnaoEzlo89I2MJBENFlZei8Op0GyF0Q7LBL5mtYuZ0+FZ0ZcnPQi2At8umMa667eThobL4gxc1ZEFQYJiM4EmszjHDWH0JzcZSl8LDmPwr77gzHYga5fnIjGe+M6JT0T4SmcSnyt/XAi51P3hHbqk9VM7rJOWEh12jS8vMsnBJC6uLxqquk33itnXXN2eRMkqcxid0kKArxkyLftReuFRPe05H0ZGOoWwNJu1PPA1vhbZmUAXJ/ZC07OjtlXx6TS4bXuhqWJT9oqGNN7wGhquEmhlRnKdPY9IoD4XLbGitgx5MCcZaMSXl1OQnZaA8adu1w1hZIcTadDugzMF0EVmkfL3A3jwcsMk3mGGfoneXKhFOiUdKvXwuEovsv4fel2p0iVTfJKDCftKFk9Mo2CUcBkIcBpmhyFLuw7KU5R+VKYwM+dJjiMHkoEStyejlaCU5yNlj0d8cTAyJlWugWiQgFbDPYCOorls8J/Z0HAxUPNDAwRPzXl2sD1GSxwlsDT+pTs9Z198igdi4jrwIse4CQ5sh7N9uM6bp/skit2Aui3uh9881AqMFsHxlfpohnpr7rZxsFurE3v/JmSSGUIoXFXXJ0m4EaFwgWvM7pViHibiNWhUjvyGPQkitJNQOBfJ+aH05KQjp8aDWU3ZxcnlccGZ8RmC0vhNsZjdHFzushDpgNyDCJSNjoDJdfwW7chVwoaG68Tc+AuNba7nDxEU6DBb0SYzyH/uIL+Fp7k0P80DzrTIPIrRWA3kPKp+2vaHI3/Ih3ELsDsd8Xne54FjdKLOqIFPXzGy4IkKEfts9ODywKkwJ8KTOU5kDqfLkBDZpKtb8WVS8g2LSd1B3yRygd2hwjy6gydGJ7O4iCahykQKlhzMY066ykp8fOVYTu4PX89K2BmXVZxsKhcNhOdRPu+XP4DNkID5YiOTPRbaYE+DaWi4VojGvN3ZmEO3b2Tao6FoloaCS8grhXcCmp/PA5L+xrTA2n8PvNtNql/a9qdT/vgjYGyg7IHGkLMoIz4j6X6rHqpeal3ULHawl6ej/01HPhUHRdHzc8xxpV6UkZ380Lc0hx1fnPvze/gmQzrwYfatCOEBB5PGJax0Yf5SUWk1k8SS8JAh/IXdj7gIzugQmNTd7PKVV3sGp16k/dXNIv0fNzRcJ9TorOFZi0NjNHXJYKaiZQokk8JIMxmPT/XQ3B+j4SgY/+L9dtyPagDSmvQ7HFnTM70wzPZGYFz9eSdLodRUHDtJWOHr1EntKpTaUoil3+AopVlQivzrFrPLVCpGcAdT2EfOEb9JyCKQaFXaZM5FOofQDuMpGfLhX7MEp/Hwa7b3wtV2SsLArJvc7BSoSCakzOThHnJalf3BJkCogd6S2E5ksn9MTiU3NIygzyiXA9ucrdbOdeZwmA8nolkYo41CZtziFqEzFZANeJjVQVRD2Nyef+MDsw98zXzAG+Ng9DCjiEwqt3aSvcapHkLPr/dUfYojuNAFycpLIh5pPSADs1MUnJNiKxQjl5g1O9EEgUKGJFFheMcl0Vm+ZLsbdSRreChzmI/SlsjMD3wRyKgvYomI7UqE3EJn9xybvv+d3jGb0LHB8XeZn3kzskZzuVdWN7yzWMy6Za9yuxgQmQ+B2RQ59YIkCq4gd/Spg4IkmXeLOdfz8liXb/U/PWPQi6yCgOCk5RnvcS5QXCex2O9I7wbWQvDKPTDMob6e17j2wAcus6eyhwbRsNOK3GTKFly43EGP7iBhGONrFzMUHBBCsZxkMtIpfCezzhLQIrvMwY44Usw4ucmKEUaTokw0mpyAgDKnUc9BOipLitsMSW7p6ItTEqcDXzvjUEZkujPyc3UzDjl4M3C/kTUNsGEE84VtMb4CpP9Yuw9TeqBmZBb4N6bEULGdgW21EMXbu0LvgwaJPGo4vAb6Dd+oD4ePeaHsxQOwdEr8+OrooJevPszZc9vLdMbuEz6jSp0Up0QIPtNmlnzwpEsWBQUAZFB8E/uEk1goC/2w6TyYcGYQHUmia1jsCLNoRVTMr0n55YVZMGPEIhO9liIz2qGLPLgwZca+bjGJigJYOu7AADlhmPq8SukY/3EfAlvYrNiHRegHa2gYANrWVbcMoyoRK6nwlE/IinszgeEolyJnk1jA45pHwgzxILb18tn/pye7aa3X7/elvueUKOYzI4QwepACI2kyswIcR7N0+gU7qHqxdVXv/yZyWZ9BkpsJaKbAJHqwnvkwiV1qTnBr9uTUYklQHmwseZmZuOpwkYWmqTDS1aKQAHFko/zFVTJZeNGisiXPbJiTqYxCEeWgjEwBhhCbCOfHuyM6XUfNT5sFumhxvvp7mppWQ0PG2Sbv/V4T1vI068JGx3Xgmij6DGhcUomklUqH9O+SZwEOhAvdj1LAtDwofj4ZKNazl4EYI9JkVNh/EupoisxqfOzAp4ev+Laj3GV1KuhGl3Lt1b2kIxnLKJIhEVuOMg6c/CKTm0U67gNfBusFLW340pUwWxiRrtgoaWMwoBQyuj83+9WYKo5k5FdliBK4jN+w81RY5cirBEj0/sfDvzr8NBKpIaXbhmx8s8jPh2loKMH11auF79ZDEzRmcK5ws84UlLQB2xmCcbMWOBNni4KNlw35lMPgNdEvj616uLqHk5twNU2QHOj6oIeoUWbTYOXhWQWhmdYSs69S107dNiylfpRIzO3OGdmT1gyoBZVxubE8LGCiJjv4cZGdRw+mUArytRYSJqWlkCqHsmdxdbiuFwLaHSYCVF6PxMpOuHOkGTOlN+5/whedD38ZTbn4TzZwHfHe0HANsJY2B3vp31dc4a0vNc1CRgv0u3nvPxt/2GKyiGZ91H/1ILZEfKA6DnWN90LvC/Pvm94G7AXjMdK7nn/+NReEhweBC7q5d/jU84M6yEhuNFj/l0RuRWD3axYcPAUb1ezHb/9wuk3GZMOFtEUhY7OIzEGHXWkINqOEXpk1d9YBmSm7SSazfXgggAn9kBmhglQpwpc2mn78+hP+UPiRh3Wem1R/2XfsF2pouBZ4U8ttThRRgBYxh0uh3/Fd/miyUAIlkBigISzBjxtCFMdJQNLeK9vxZxZRH9+TCQM/VR4NI6IMlkCFwDeKMgIuYF8dLhXZGXVpN28EBjpbEfyCv42wqkQcDliSnoJfVNvDOu9MLTRXngqs+IUaGq4MoKvU0py6oOAFA5aNUMyByymf31vMRTKUtfPoVtwHo+3QF4Fpfji4DmJv/eCuP9MEKdYeQIjLR+GvA6M+FEmn5ejSpKRd1eHrXq99G+uVb2zTUm/WcwwRiumWa/LnofB6qmSQTxg6XlKGR/m/x2tLs3iKsruxgmI8PTtD/QFKocNFdGjq3yBNbbxy9BxX/0QNDVeIM1FZbnJU8Eaaq4iD3wW3Is46/H2nwS9NvhnQZBdkPwAcBw4Ex2kZBPogH34Vt7/xA5sWiNe5DbiGCuDFsGyOQJObDjOwJuraQAzckOS2VchxJSDYiLRGSs7eUzD8LZah8NkPpEc+4lfT8/fITNyr5G780d3giNcF9qGd8mNOHh5u8+50jv/HM4wS4JEVjTAMMogSdjvMXEKPFG9oeA1QS0N/iBbn7/Lot1ZA3MEtW2nTltovTtGjcQ3jUopZDap8IDvX84L1YPDdMLK9OhrbA3MOmHl+dbhsgK5cZjdf1HgqeoBgtiKKEgNl78x0opWBC4LJOVgPKeSAbAqc8kfE76MfEiBXsdhFXkGUo2kqVnjt6YtAVBvZFfHOvSa1G96cSoVPKB5CPqiQLrWjhoZrhjW+aI28SjLWh6Q+zAFa1ET5l+9tlTogkPYEjoQ/H2I4bfPjQxHIejjEgmkcLNtf3f+GsJItzxpvg0lwIy6Vf1oGUfSZThjuWqfubNelmSiJwv9pim2ZqxHEtFrH5I/YB0IYHRJnc5kh5P3dHD7zQk88+bWHFCUbCN816DW5UKZoLgmPkMybTV8lR4puem14MBUO3Jpxd0u12W1vsuy2N91x02Syu73lprVwhFzsbRhmJXJejqebLh2uRC+TD1R55+V80zyU8XU709TONsXSfHmMi93tQ16Pnqn6Ya6TsnxrhmyRFYDFAo0djdcf/hfPAOw19Q1gE32gOBz5HpCk/JEMZVnZw5fBujf6ptsHgFuRdfcGSRVgPPRYhoYjbepHvErLG+3jVdVFfS7NcA2LFVQ21NAKiMt66CWAUQD8QLiYcUAguiajWe1xlngA6JV2ZYuAD5UDPMZt8YZeGkH0dO7/2S4s+GvFgRHgcGjxw1SPndwb4cbl6LYTAS5ebh32yrcKd5mLrjsvzNFJfx/sUuS87E83nTpfhX7BDlh5PeEwm+N5WFocj8/db05XlnpFpaz4FSzU3Kqc1f/B0+7DE5gr//vTj3hRj2R7hYHmOToL/ak1W3e184UYikNgqX+aCdQcoOl/SfmTTli/DXhNoHNSddHt1FXJMtB5S5fQQmplbUnYMQxGfQztXRvj0LEqqsk52ZbluAZrnuPzUWZNGFUPe/FDBXRTgaBVRD/i6iLeAsRNUsq61sLoQEtvNcdG+twhqEsPi+XTtNcEdd8xHE/37fJvWdfD7i+33bQpjqcfu2kVuu1na/9H5LwcT39203VgpAZHsjmah/OKc7a9rSay88uqtr1JpWR029tootECq+ovm6VpgBwLaWqerZrfaMEE7HYQkF6kCYPfoPiJ9Ezbcw40RjQ2xHXQYc4H9RcQHFWYZQ8bmdWqU1QmqbPA2mmv7sNjFOOrHgl5Jm6tREk6o9RVYnRwOYx+0JJiBGv3OTJARMSr3fpoSbOafS4BiSkYLb2yRe0gzIDeB3cjvQYsJcAXU6kOL4pB7fl4mjXADXF7vVHe1nT4cJ0lyHnZv9ohcA8H0+HzmYbZHM/DecXZslq5/cFTWZdgg0rJWGxNn+f2rupPLbX4KTzfbLV5Dik8Ulo9xFcTO+f0xFHYXb5ivYr4NAFocriUbwNeF2C+Uyl41FBMNAD40U1CspTSysdKnENFIzN7fUlx4/cajKBHcZM8zLoE47Q8CNMXlLwZs3r4hfn4IPulKZAfPbEoa80polq59doxjbh2+f+393Y7khzZnWcOEOXKzMoiulgs1nY1S9vkdLNaYj9GPMA+0gjQXfcLSA8wLxDouWRczAIDLHRRUN+0SAECFikVFlQTHBJky6kuYP//c46ZHTM39/CIjIiMzLRfZYXbt5ub2zl+zMw/hErQYRlTgOt/W7DrXy4WX6NOMlP4AfzdxZOXj+AM81Jpeqp7hSRPzmF1fbx4+WSxQKqLswsRn47zUJevF4tz7As5GH31R/o/0bw6AF6wCCitsAsQMhmoDbiwvfI31oexMXGqi/DF4hNEofplpeNhGVdWJ1i/KPS1DP5SqZcs9YMrraRMHUhWaUENlLSfxGp6Yh1c5X26l7LtLlixTxY/SnmXf2HxF4tfILM0FpvtPWjcYSnSsSSaCbPKSsU0V2iukEsSZM1/donTE1sF9f7Y6p0O+V8+xPnlyIDlPnqGOApBlDCvEmciOi4YeqL4OOiFUcg1EfyjHnw7eAx4DmoBwrEenSKDiGp/UKIC84HzJXPDSBQURemgMMOFbNwvtDdMr+sNre4nOSMV7Vq0UbhmsElkBzGL+PiDADnztrhMJ5Ew+FaF5nW7rCn3StBhebZgH046JvDR9x+co4v/uJAxUHfOzr94SlkUniAjOn7/w9cqvzQVBRFXFLn4YLF4fHYl42j+qjDT+51E/wAFK17hDT2LDpL32O3CZRL6H6Qa2IVOilEHVBOnugj/qF4cSFFpO6woV+/RhwL+WYJlaSiVevm9uL7TSl5qVpyvZ4sfaSgxUMKenMVqOkIdoFS18o8XT7N0j9i6Uj+aY1KeVk8OV0AltKHoKkuRN2ychVYtKqs+hMfm+sbKlgRXEtjhsJH4I01s1UK88Kfu7HN1fb5Me/lWQp6g24o9AHmwp0S2hTpO73hRFyxCMQrlvy4EI2ZaxutEmSxm+hzLYnYwepzKHMlaYdNYdGADVjL4+mzcM1W8OccZSTEMzhRlVF5seXPruV7KF/AZxCL0CHBc8VISR/Hla4zUK9/lcjFFoiMytgjycvHiu59AYF7DoSGwNuC6WLwSrdmfiYH1TEdIZ2c/XfwEAvmMEgQh+yOO6BIJ+nMk7C++paJC5pfn4kKep5ffv9aMyvL8azbm5fco1Hbx4dnSMpm9BjBuk4a94PzV2QWM01riZ6kuwhec4Pr8AomKShM9LOFyYXXS+U/Ifqy3uLCnsydXWkmiWdWGvvz+MY44HNN7NJszQh3QHjqjd/EtpEuPWpBKXYi6EgtNdvIeEzEYnk9Qf6hE1AwGG6pTlCIzXJd/YTVIleUR20FI41tznXVWR9lRf/49dyR7jlmFVzQ8caAfSruvcAS/Qpa4F5b7dTo/Quj62yDv/zNFJ0Zg+KNVqHbg292+BkxBA/wQbVJnObBdMtUaDuda35ctlOdzlNFxtkNGhXywhJtayT5sg3bDsa31pvYpRsoYBrNOsTQXLfOn0lklkOvU+JMDoJ9btHC6n1w29BTqPRwN9jHc+W3w8gPoiieLR2Vtniyu3i6uLr990n1LZUDEnHssvf09/D5ZfASvCkaYrbo8/45JqBFgB8GIeLb4EwJhFH0tA7gXi7ch+tGjKPtE88vKre4CAU+//z2j3sEsop5mPWxS7LHMejFhLbFqTKmLYPNYHyzeFJUW1EoVHllEyvBNKPXF5fm/W4XT8rJkVQX4DRXNf+qtQ7GaDivyAu3xgVReZt1cus/RSp9//RrJRBV+JDuJh8sHIB4tfrhSpf4EB5mXwisv++2jf5caXJ7/xCpLa/ejeBCpuXgtkbIvuaOVeuh+eq4nxo4k1psbCLccsq0s88SCF2K2Epp/1Bm+eefQyRBY7wGkzpMfmwRUr1iCstNtoQWIfytoiVE9Adk1l7BKGiCGz973vIRRq1XXZvN5s00aUP5tACPg2o4qRcsI3hpgECtldD1XeWVdTLBUUOhSEc2rgSirMHfjpWZWtY/GeWmxwGq7/ubbT57BlqMRd/byY9qJGBPTmoPBcN6dvQ/vpU5MQRZsGk7tDbld9fJruD+HFmIhNnSjFlNZOruENZQWRmGCsAZqguguvu90agr8OSjAuCwq9RXLcphYKmF1EewePGqqrNLusJTLjxev/wXbL2KGVO+rmOvyL1jwSxlNIqtZgF9D3T61Y0L7lN3N6vB28aKXyvccv2fpLl4vX33fob0u2OCyhp0OlzoJJ+l9rcQz7LcoxXqTtepVPCa2QmyaJ2ffUdF1LJY/3DlNVw2h+wOcKTtOKc+aopODfMm5C5Z8+Vr2EstljnA5wzbZTTPp5H2A1HHUd2r2BR0o9qB8G2SXJRBpFxqAMAGn9F8WFc4J2ieEa2PMYIO2imAgyZ26xXSPMz3BdJm0b805yti8ZCUjhram2spiGSp3KDKc3z8FwWuJ+SMObTfkKMf3Nqhe2cRsjmS9FYZrsI8+XEESX/3kWuJsoAwVpCnFYHj86OxHFeu45CpW32NYWhJECwwm13uQMKfLHoc8UCFBRVmJalzFXejUFBBDQzCzRZPwt5KYSgRIXQSzYp4t3uWVdocVuPqYdUoZ3tcUqPezmOyHcxxQyqqrwBIYj8mq6YhF/ogq056Tivv1W+iYR0/OXnz9UkxuNTPD4coqMDxvtBKsS1bKN+y4jLEauMpCMbt2jM1FC5CTiDBdH6Oj6o5oAaas0nel3uwAP+K/FQLe516y84PE0qOxtZpsA7UfFJ0+/Rt+4qygqkGp7g7wyJbLFRcp6/AeQXMKMeE6OseyDpifkPcNj932Vq6cTpQ6a4ehc5TU7o1BgXIii6qFR4jZKai2+QlLpINXaqDBRCYa1MnboYv6hUPh4bsVlyLVsenPXxctJKYYejyu7bBdLhe8jVdsIFl8hDGCA8ZQ7SJMen2j02di9V18K7L+zddUCZfnr2g8uHHmd+mOuK/EeCLBBKHdI7tYI+BlMEYSmkyTiPlTSXz5/U9kw7oIX+gexfT0lQ6HFS1A8o+o01eqrZDh/VhvG30CFnz5fWyRYAHa3nhMK0635bg6XHAecyUV95Y3l1V+IYsuNELVpLZ4me+jofdyIbr9C+xDZv/08OVsJFCDN5KbXOIsmNok2nA0t63FdUdrnRCkufi+7oIw6Iuvr7hFvdlaPa5k1lrYS3QnsopsQbD3uP4rv3TLW2EkkP9CV9k/VEQ82mCSBNsEgUET2WYjm42xCB/NDXssicNLYzSh7G/jPseyV1eFEEbVNoziy37ISuabXZFIaiXJL380JZRkWYz5+zXG/iNm6XG54hzgK3b6njNLAVFYn59TEVwtXsAcwRkRZRAmkWi5nH8c5wdhWnyItC90zVLUh02VIYKbR1QT3StkjhYglU28hU5NELMgdRcd/qNG3RNrNPKfWsfvWBVZpEiJz90eHoW6CE8Wn/RnT5/oRP57sdI99hYOK0EFhgwsihm03l+g1PcWHyD1kx/F2v0oZX22eARV9I0erR2TVDxrUhR5jUPhIsjjWPmQTvlOVCyqSc2mrWeHq1OebPR/Y3Xe6oHHUixVgCr8XCv7DvXCqU0HkZqrQy52U1h92Gjzix3/b5qVRSLsHxd/7s4+Z73ZCVZQwdZarxZvYUQilTQ5xSL8sONvC9Scqj8YgcEtDk4LYgtjMPaavbOC/PIYYrXlgGyr7hCyibnpiKzMmLtgWZhf+oDFAFNT5TBzwGitagYoLwRQwNU8wZKUyKi/4GNAeJMBzUp18VU0pZazcrmXMbv0qPB2MQCZwxU+aIxg1lzQMLz89rHe37GQJUyZelLr4ckiGTp6X5ncR3Ghxo5OlcFkYElcKyRw2xSh3pARerWVqBakWCOc2Hqp+5UCFKku1wkEJEyJr/SeDCT+RvcVTTY7Rq0WdEboL9fpsIR1qNMXspXapSq8sTtLUPwHZ73cCSJZabldWc0lDLmkgCtYprZ6muqASKs8284OR+FcKZWQWLL6HMtXGh8avT/7EwOkOqkJQioSamCNcSFGnTsIKUmMv2vbN+f9+pVOwX5Da/BPmljswK5P9V7KTUI8ZFiv5Bf+/OAw9UELduqy029GjTx5CjiYghz12v1/+Hv2Io2X9s0S6gVGUnp9u21lk35msIUBSJ07esvgQN+tq28TNM23aafj8SMxUH9jJqedZc0IVcfTjQMRb7AKzc+lkkw3M5QttO75DLGG3TodOzOtQKoG9mRF576vZIjz6N97pvr4xStc8NMkEm3DoGIAkzz6hPaGmXgf6VTcmdzbazt6hR3pFOFHX0B4PuZgT3EmiNvF05ApAv3FqbwX54tHz5hQZvU1cdyDq4vw5PEz7EwPEpVOap7pXsthCVInPiH7ZPHKXL4KUv4Hf6eV/AEetgg14wWOiLarHpPkYjVZ6kXYma9DrHxKJzyWTv4Bw4P9rPHJbpO1l0eyHMBSftTDj6U8jTXQyl6ePZVy4kGEtv0Iv8z1ghYggrT5n0qTheMUXn0X681C2FovZC/SOlIuIuOlnA7qQvXNR/ScaLow5tVfhqlyfGkpD4IsFSdZDYYZ20TFlo4ZzE2ndMXqs6csaVkx84L+3LTX8fhqDJRfdWycgerEk4y2Y/r4uqy1TC2ivkVBslojTb2qP7m3ca8nxvtOY94Z5lT6K5mG2wcXJ9tCszrb0BCoTZsLKg7o1mMJJhFlFyw//L3Tx0H0vhj+e8cln4NBm6VL9wla2+iGQiuOzYgemImmHcswDB+cirizTcbUeHRVCyE9cqS7XHJCaFYb2QNiLHAdRtYIcjuXRuY/nXO9+wzugL0LzKr0E13HvjnPeE/xacK7ucxl2xrFU7IIGOu76OxWIn7rwjMBtV74JrD+fyvPgoiHf4e9kOidJCL5gm7Nh00I38TcdCnliM6sBIc37RnOt6G163sQqlGqpnIV51HV6Gw4VAXpceGz4mTGktfBVa620cpMWtx0FHKB5LoD9BgGDRZpT555lbab9m7M+1xOOFE4fmKHS1JP8i6IuL4cDtVnh1JgUKvbAUUHNcfbXsJ/KkFnAcrcwaHgYyLcQjbFfg03wslv0UITVLTWCC5lPVNtbOwT+lz1MxKZqFR9pCvPxehU3xTOXpZiUoZYucFSiiSt7vQO8ujDg07LHIZHH84xJeymvXtNvIBn/THvnHxaK13YlVETUK/5KBV/0yJZQRSdvgiV/57ZyxAwClZl+E4U08FIc/IYnvFXjjmFmWMTc9PlCav3AtaKUjsV6EuoZjI1Qq4tLPHY5R6VlC/pNk9QvEiHP3okB/KH2xuHr7eaHPtOxTUae4VvbpPn1NFFnbryEqFWEU0B3zPlpcHqipKh8ej0u5l/gCNdLn+ItuNWlaH+IiK7IJnJsT+g9WLN5ea8XAGOTIeVzNeTecLaTNzQqosKhlokK2B6v7XSA7VVaBTG8sI9LQCXwfp5lf3K3vGfySUAm/DcXTpRYbt5daXROArsiXx/UT7a8nJnfZVB/sJtM9hDmUA5od9vjY50beCLjVp+EiQxZZE77GKCwlLhB0JlK7884nn258xKDZLVXlVdhNhnizVhETfQlRnDohOVgTb30MtHTdyLHvnURw1qSSkDmVgL5sivHX7vPtxTC2s0DkrSaOjxXrxTT8/6pU2SMVbEVRyQEhhHGhHLEMW46e2cA6L2Ew0o7wFUjagfR88mW65nWmTz6QtTyF4cE45BTeVNVLRYjer3fodheQgUknyDhQ/QDvYzrp5xaiYrVaxGhGNY0+yPGTlCKNMZUHaWTE4JBwuoi5UBMlOdiWe2UaNxYJzRse79KCkKk8azY6tLEzGazy9Isvzdf9Gtd1Bs19Wp5jgEFruP3wSGW4LkrYBviyWQrfXrBvhUrjkDbB/bCQ63YioNmVeneqqBZigDbFS5ynSKMlE5pB7RXcJgCGxlY+PP7LiGha2scapK8cMXBdIpJeW7RyOfzO3PjQdO6oiUNAz5LCDaBMHPTq1h8Ta5jrOAbpUQ6hB9Hv4lJEU8XnrmwbcB2jdBYPfBqbYg746hSrRUxvbFb2DwZhIKqrtExOaYYKDCqozqozKiKC0+OFvZzdiOOUAdj2NMsdQby8Y2xcBTpEvEhhM9KKnku8Ahf7iusGB+Mm6snEbjuMRRHbQaO2zUgPlGJ4Ki5oPqofJxJqM68n49PmM0jnwRXYa7MPvgotZTHUhHuSa/bzniR5PMaYjXRmz82Wy6zFSAth1iiiMwKE61PpRaMNtwapyxZeS5+CjuVFtlWteZ1bnJB+Mz8zu6VegK3LC0+DlMFNYvi2Zz04oj5OkbjcOQNFgSAT9BE1x87zncIZFmW9kiAaXPfQlEEJ8Xq6hZp/u2fv7jHaDxFyYAgw6cEuJ9wJel5tUTH+rO6tM9agMFJo/OuJ5UkkVcLankdyvWSkqZm5FUlsXpCdhZyfbhFHBWDCj9ARajcVKSXChDQyF8VXvb11hZjcZxYA9FZ3edPzphXIhoOEGV/hqlH5pPxE87tjhtcCZmAtOVXd5kbQNQc/iDEtRn4Kj81Pyj8/D3m674cj5zC3qHEP/bclEenXmU6a+SCxtkP1siqK2V2GUrTFiGs1JJqfDjzaOxDPdxcYaDjBYJ0mv8+DF0SyqXRDm+mJUzxOlC22icDO4+2ryny2tRvMZCl5bhTwzRERVFMI1mMpWnPT5GSmn5TqropB/Hvs/UCNT1EJ0TnPEYMHYxYy/jdMUXk3jUahKt7DUELrqyp1w/VpmhIV0hg6Erz40RDT3Z5kPnDN7Ibs4CO4/iJuHorayJo8FR2NkNl4b4KwcYs9IArVdtvMKNxsFh90MvLXtvIFOA7NTUb0nbrWQiO1iCYR1YxAlOmeSh7qBfmaX/+Cww1Z2Of/Fjyg+bwRLIXomKC9XMlBjd6ocWkRjxxSTRYZT+Adn95mOkKgxelurf6J+bh+O7HoyWC1LOQlFOHI3cIyOEGT0k1lupWMHUU9LrtD35fhqN2yDJmfbXfPSDUV/SWnb7RfAuYXBAWDqVRuZGNKQs9Xu+Bc4xT/+dybcwofFk3s9m/tT54q29mOvAuGMGYlaJX8R9GWPrR5MadAz//vcJYkGFXZfvQJUhmp11yxN6Bne5lIRCh9UfPR4chcalO4fg1+shj9Cd/I53BdTIOkijcXTYhUVuwn0Jrr93IjaQ906/cah92BJIcsqmDpnMvmCo6D39y3FFT8DJvx9lHlDMvrgKzH+DIkeYt6dxcMSpCLjUEzQRI1UL1vajYasxLXddzVQjquFsxBxDA94GHC164z5DgpQw7HQ8K2K0RZLilWazcJ9xqFeFTWq50TgwsWMGh++TqdfyqYMwivJ9eQl5pF7wmgnuUMgu9wGK7jOFRyUYzMB3797NWwIZytowZBoaLKnizC0lpGKCnItbN4ZJ+vhS8chkWI1QsttDfEmN+ARXYF6VxOYFCKt2TU+NFQps+rBMYWXJr9JWQBonShDl1ENTxx1Mm9MwSouJqiL6lZog8HEmyKSRPnWNMDBkIjLm5V0wtP34T9Qf/p7t9jVgsH0+HGfMBIdqHV+MWoFD/D18NRtwq6pwJ8AtyoSRpG9c90KEsdI375Up/BHJu3+E8byVC6L2J4lxwf2q+pqbRuO20e6K/0lso9aTr9UOWK/43gTKuS7/rm3RFNlSTt0gvFShBUjh5EQxbSerIPLwm+pA/Oz0NWAy2MdGOr/QYIsWvhRWvFZqUpvVC0A1zxSSPmRa61pqMbXKcFNWY6Vv3mu2H8BvFZtzU+4Qbe0Fr9YnHj8Ouum/xonC7svuGq73IPToiVfNLc/W190aZpLMHGLrslMSEGry4yMyRk1AUXYy7yfaD05saBD+uNubUEcPYhJUL2aEg+6sIAkwC80RjbWqxMNaNtdsuAfTqvayiQrhlcxlbQJj4Q4kCbPAAtxJo02RNRP/syRutLS1DNHbELhxgqBXSu/FxV62RhCzsWcHLBdZr6gE4rDP2SZ1xZd243eYQ61nTwDzn6hA/D3b7R6Y8f1M45e/zZUVZXJfqvHoQ0OUTbDbexuQR29Mdh8qGdDplGW9fDeCHkVnNuLEZ3ajzmT2EOluEcB/uIP6lBBX2gSTO2o0DoF1uqi4iHmwGbtyF10VIoYQ7eUq9pQk+ksV6jIGZ1GWvA0GWo//4y3Q73hX9G6v5i5V1FyW6b0wKIBl5OUEn1OU4hnHDY+3AWWu1oNnaQv0meyRJDP226+44t+7050OazJ7iEQFo9Kk+tTw0B6TRTQatwO6vPRMSBgVVez92pEZpXe1Dsn0IkfCNhhGQdwEUyVLRuYIAqw/0XryH5pPTEC+IWZQ2gx0hzvJHw7JDl51QVlI9DsVOLGj3T9/u4J2W19PH71+LLi6h1l6Vyfp4snOLbbxArzCZwXVG250jLFtBNw4UayL6npe7P865MJ/G9gMQaQ87ytPeXLJcA0BjyYTobOuPTcgd0HrAFiMQG64JLzjY8C7WoA4+LC8CosGRzMoJgWYCpzcVTbDNk6tjDWXZHKdNIR1re5+83tXsIeydmv/Lczxobeb+xWjzyqA3PTEyE1DYM1WrX2jcTDi+NT6Z+6PWrCGigd7uCgJWQ6B7MpsPHNbUbHELQjTf3IbjKlAvhrhRh+D20W4eDTaMjSEh4aUD6AKJOYdMB6Tw/3Z2YiwYeUVDWs0MvVMtSzEDW5bImW9K+qw23BzNiNrShA1MpcRErGm/ognS280bg8Tj6KHUpCsb5fSGLAbG+InYbna112LGtAA0X41idwEFR5fhaBmoPlgFlr0EYkvhuEt4JWGyFoN2geW4thgr2hgMKLH7NLiWLNUM655DxINU4W14z/TabXX9SMVT1SM6JfuBkeDd63U62IgMk3wObJMNAb1P36LF9iod3QfY03RaBwa6dZDqUWw9snxnsk89lqSoOlWct2nzsDfoMy5iObjP1F9VIHyZoTb+Dop7Vq2kB1SSR5E/e9uHnRAC5nLgYaq6hQ3qiR8d3y/Xsf1WUe/pIJmgwMMkpGUD+bIP4UmGktMmaHsiodURGHFHFW4k8rplDy8Nwc7xKlf8jXP2CM/MpgvPM9cBG40bgnprt40iAOeCcGgKSLCKrIREoq1QsdS3wm4PRz+4g+aT61Add+CAQjWnNrEFv9rLZGHrWTqq5augtdTGdltzmhKzs7BKhzYbSVQMhwiR41IkFE2PLUsSd/x2OHUoDQrcKkmYkXBCtSOaegt6ngFTQ+0bFzy4BPFm+oNpZpVd0PdmbnRuA2k58kVmp04deHNb6yjbIpDLRa4LTeHaZRB/57AbeDboPGfalAmA3Ud+H2LPTK9XBaoQywgA+EOjE6RDoag+Q00hbkyNko9G9H2QDN0Q2qCS5K5BN7eycnDJQxzmopyxaIug+bCH1QXoVcVZxWJoV7nCzHgEE0oJv+wQjFEx90RbZGNParRuCU4RwMhWKlGE4JzVO5oC4gDfV1sCPzXTFQEEJRCCmZDvYc//qPlJ/pv1ptQD8KKo3oeXLUhfGA0eqhZzEmqGSX5SIwiys+GksEK3QAsviIR1JdXirjIiZHKRWVYafwvF6mpOUAY8lSC5ktUbq+O3QdRPras1YBN8Y17T7jWHxvZqc0CdW52KE7Fj9WK8z0UHjEG+OcSinBdr+1Z+W0JSx82FFbv4V+FPwZVORvHvAUu2M900VAy11gDTpnHsLKQLxlZcSJyGtQy7ldBnZz+y5CJwXCNmiwaht/gKbyaTktBqLtLX/sciGfjcR2Ry9cfmMvxcvHEXPP5/PzRQY7rYjF2N8Tl4sJcN+TVYkLabn5c9RImZOygyD77JXsop4gSoTJ1+eEoV+8di/HIsKS5wEIwckJptnK5Larz8IO/oAyf3egemJvBjySNK8AYXizBIgIBO53UJWfXsHU2lroKJTQAqYoHRjLPgGizlpUvoTrLU1jWrMuks82KpvTBjJXfGtM7PyaXi0VlsnkXBfjN+WtzkRevx0cwU3EOTdZdLMZa6/IvKrp7F14tJhYc8+PaBS2hPOoJGTsw11XBirWpLT/qe2LwP6Sx3/h1dJ0F3CBVY3D2713QfHIz4LsXLw40gTSnhpz4Gl/HDCUkZRKgEtuhBTjgFAUiz3YopkI2lcb4rB6TGeJHNcGGkvXoUyJc4PBb9IzUU0QTxtRmDO44Hjgu71Vl/2oHBZix/LfFD+YcMBXnOVfN98GoAvz8fE8W4JMpBbgnhkd9S/pPemcY72Y10G5bBCpRH1gcLT/1xIJ4T0Zt5mgGZvip5uNd0fh3wDOyuY483HFjNuQvn6UAagVuA4aauuyM4rzCULU2VLIZdhpdq0+kx/ja7WCTrc4DSYXVXxPk4kWzBn+YK65mOi1e1ey/s7P3F3821470//nt6BV8Ks7RPfqW7ddffD3WjN98vScL8IsjKMDhUd+SAmRXDYabqwCd5h1Uy3+jRyLRv9nFNaHMI1Ly1/16vZPdJo8C2+fg5CYY/A0qkUvkQcGRrMyKqaG1sDumc1DFfD1kA5z60yYzVRfVkhUy3aBWyXhj9GQDuZMINlVS4sMU8ciFLVbWSrNENi15S/17K16OzKK9oQV48eTlo8VCdMzlkwVc0BKXrxeL82c49BTJoEdPoEpZFj3/+QSDU6SXsocZUhx59egFgl+/5A7E6gwZLr+2ZB8srhCUxaE4pv8zLUCGvWf26jNmYTURrDXuLxYs+mXKGtL7fE8Wn8AnGXXGkb9MEI7LHe50SZofe/0mZZESPg9HnaW+FdBtKxPlvrOWHdc/lp+ZKSEhtqoBueBoYVvAsa++BgZ/6qm8CXVcI23BvNrJ7d1c2sPR27cAAFSaSURBVK0fDsJ486P5HBaU6UAmNmeBzPyFlHF0aonDdGCutgpiZmdyhXJKCpMvZB2DC8bXoTKoacXedUVo3NAgPXW++PoDSPnQCHxJC/CCIiuq51JdFwgXEBQju3Nu/wwlsnh8thTPJ2eXsqW4i9xnGWKc8M8SaqAiMcPl99w+9tVIe19bYNqjYPVE+8caXyygcBbd++oP1f0kboUv6AZXVF3Ijd81RuDAjsu3RahgtSSbsbxYXKcsOMQPzr6RVBd56ltBX3iiYlL2VPMXouJmjkDIQ0WIhCoioiqu19e73QdD1ad6L0wEVt6E2kO+1nu6tWyTmuYiqCYyJZglRwhVw6AIJ/iSaZo1b8Yzd9CDLk90TpWTEklJLAUnoHYOXN2E0j8ABaKcoNGqd3i6IszJjc4WimfTPm6dFUwUIkaVR+YAHy/+N42qDzvIMm2fP1+dvcdw6CEGSeSj/ofzDzXP5+ff4b95zh7pzN0Fldr75ynDh2hVixO+4ugTJaLcJ9SKKUNI9h2DuSeopLB3eCEhzxZ+jwZUEA4n1vgx1drTmPVpqG6sNvlHaqSPvls86mzGEb+xYB5X1hZawXpJlv8xfi0L6t19TXWvh9NlqW8FkW0b3IS5wHB9lxbPO+5gYUP8akNaFOWXU4D43TBpVYcvPhC9h793uhxsMQ55zCRojJvBOk7Ws+cNzjwu9WKrejBAd1lA8XoBSz9aYUTHl7bU1o7CvplylBSlg1Txh1PqGNZ2Y0vycPjGP8ALz3K4olEpQevgamXbU0WXgH+6eF02j8wBXnzLwz8/7y+/t3XQNzoI/Aq5Lr7m8Z+fd/35xwzjWicspeBhNvxenout8yxl4Lyexim6AHvB4MtvX/eXfxEzrFA43RdfI3UPz/tx79dWOleB4x4DHL7HGkN9UpauNOuTxYtQ3Vht8sXXMmy+QF2CBQcL0IqQmcaLRWiLWMH+vddyGFlJNmPJ35Cl03ryCJhgUN+j4ztu7NXS1AHnqY30EGKBLIo3zemm11XgINbzecc3IUD30QKEG6pQzkcGJbAicjsyPKiM+HmQpIaoAom6eUtxUZvBWFWVKFpGfj3QEVnBwxTu0jS1XJEK4feax49qGDGaNIIUekTSAyrpXVA0/Kn9Qjguh+Y6VWC9/YRDiotF+dSRzAGqMfNo8UNcE35fHT9iEyJxvK8Xr9lfn3JGLnjM3rlSC5MGXspgcYouwFrkh2uXISSjNSUeqwb23unyr2ziHslLGXf+2a1iP5byreLPsAnpfT5bBX4HZal74+8PH2sCWWt2bWH8/uypJchqoAm/w69rIamuHU6W+naQ5UapzBANdj03OaNic1nXfC2gBagVuMtVXz+HJMsf714843C4Vgj2Mv8Lu5OgkA3l8E5AxWkqgUpw1S9x4Bag1G4TlswIL68ICHSpy5IMryFHFYkrBjUShTu01JaDYwCbLXU+VqyO4e5lR+pUgscf2pwL4cZaHJZLXUaVYWiGzQGiev35190z+sgbdVCPqKWkVs37H9PAujyXwuDB0E9NPSge488uQ3/+PZ2KLsBK5Bo2l8twZskkbgmPVEr2/vn3sqtLtet090QWQag8Y42Rm+XHitN8sxrGLc3QP3Kjhip3qr8vP168omWL0i8WOMVsi1hBlgR9G0qyGqz1MNUCZK8QC/Bbxka7N+33lpBmzYlB6gjesEQppB6PEbSluE6GEPp+/c0om6HNR+1HJQg1OPY14Dgnf3CuaeKZu6Y9cNRy46P5kai0BwN8tNacAjWEL3D865Eu1bAGSqaaZN6yonTqK7hjRSYsRSW3hvjw5HbJs+M+UR49YhPSXsmxOUAGi+klBheDxfHPi3feoAMYW579wLmy4LEYsSQVl+HR4iMNA2p82a4+7F2GUHjMGPf+4qPzD1lvMwRZiMxiXp5zz1dQdrHGZgGaX2qWbX+0rVwBLhZvnAVHmOBzzuDFtvAVBKkkm0fV/I8XP6QsahvDFe8DDPu9LVgxPcBA8olLvenBLK4COoKvtzvYBLhszAdS8BzSAohowWcjjwGP6JhD0HfJBqzpABwgV0FoDiLWq8IhumAsCSWLBQv6YY8qPt1Y8VlmaDr3ZGOknjdf2KoR8lVaXY7Xh0f3dEuMsUue/fCKhsyzxWvU4Su/FKJzgDSDljBcunNaQmdf/HgmGgZ2FuwbWnjRluPthGZOqqeXlNh8i033CqnENJKJsKXGKWp8ya56WIAug+4sZey1TN374vUfz1bPgt1ldzNefv8YvzLcRY1xZf0KFt231G0uKwl3P4btF4uf9mdPnyxe9ygZuf8xJPwCCdQC5OGyLdaugpaAhJJ6yf9kwVVgbSH8im2MKryTJCCkviWs7p4yiIbfKhkY8YEPQ5IjvvfPEiPYRnNjRs0Y7/T2F74SRhy32jqKvu7JGGpAP28nSm1S8jlLEP481+OD2zzpUF2JZe6D+QbBoRlqE7QDassuJUyyLGpMNCRbjtfG4NJRRQOXzNj10fhBbsqg6uv+IhpNIJsD7M7+qMkuYEkJ6KDJvtHbPa50rix4qAO4vdKcWQaNs1FOPge4dBk02RuXMe29k5sE5WaauEdJJPykTzVWC9BlDel9Pii84LNRNPYWEvxACzC1RapgrSSXP9VbSgiHk6W+JdRqGUEiKEmuM8Pky9PDB+MF8peu/UxtWUakYHSXXAW2V8DA8e7dzyx8yAz5ms2kzqI9haMJKcR8cyBvUj566ExD8lLta0GMzXUaqM8bBjId5c4FQZls+Gx0Dc9wDX70q8STuxbkKlbs1+C0ZVaA9IIlmqQ+n3nCPIU88o4SyieVjuHnAGnkdRTbV0j38mOkp+4Sm40LtZevoBE+RhRXS6NH5R0l/sDb8JjT7EmZGrQ4oguwNs/HZdWYISQLxhd+4965lLB49Mn547OnX8Q9wgRE6OsXXKSWA1v870uzAFPWp1ZDV1NYit89gw+pAVyPXnz3dTousWxdWzxFSazg50zw+jKWaLz7FvllDpAHvH6Pc4A6OyqHk+33lkC9CgHIfBrt5W+5LI06PsGgfT30eFGZI/aGQM0wEk3d90xGv/JAyLtS6mLGPYrX1DWA6KuWE1liWm4hoLDikCuoQRyGaSoEy+ubxWlMjH6FbIelxYZCUbQvEKcDO80bqL6+TDbsm8i43dwZDMzH2gzhMbNRG41TRyXb99Ws39LDKX5Hj38uwD/0GyRB/SE0VwpKrlA8ovvkJQjcVl6Epffhcle1gndkvD4KX4LsNYxLLw7z1QtZI/eaf4zn4jWsJgyrU2IMWc01QqFMit2I7iuf7e2zEWtptWfMaEfkHikAwZky514l6W73wTcaRwV9lSLperdzKsVs0ip7GH7p1zxDuGwLofUgalTj0PKTr4DgHzaDVLwP15x7g/UZry2hCZgbOiG9OvRnugzdjTxbLCnDhWNd2GoV8oLzC1Jn7/ZTH4CiXS2hlNKF6Ww9NcKeiIq4ZaAhoQPwLUFyjPSknU8xK1GjcTjsFlUZtYhDNwEqqjyIFmAEuZBdBmVJCuU3t0CMGFIWmoDe02fh5KfyGHCwN/ZpYIxXJ4IGym0aazHLiM0mkcc4NWSh/Qc3f6gPJXoKXTo2Dyh2xQJSSCwvPaE3OcrdVG9hIk2MwonhMYl71/fhNhpHRbsrf0eUAKS+CF+HSz4f+NDXwFG+khTKb2UZ0pUzrnFk+UO0IHVgZYJU96j7OyZRtiM8iBA2fkAG2qNMIQpK3jWDdszGkSX6zHZiqDOTWezsQ63cpqpNxwqTOjLsmZ+pS69Km1Fqo3H7oKNaXxVBGQh51T5hon7lngAz40gzyy+fOSjKmoXcAyMTgFSBFngSdG5MqcAfQzYca/UxQupP2oAyRWhvkB1cNsgg83CFKQZkBUiNB2lzNkTTspvSofEpZjgxHtCx8phZu3FfjcZR0R5p/dILtED50b8hiGPXt47ukphzSmgmgNZ7Sw0oOvB27xAq6OSJjxxbzaVqHD9aajlzJhio2VgujUDOpiJdTXNM6Dsj+vMI7mCQN2dT/FkvA3DzDAkxGNVz4lE9GwttNE6DoqfmPdc8ld7Ml+Rloqo3mUnKkLwi95WSCmQKkDcC0rE5+VGhoWZOhVYwQ/hBvbG61rQfAplRv1cJ3UflseaHplCKs6gSwyLKUqNXHWEGrrbzgk0p5GuBo4liJ0DlsVO1P82abTROHZked73Vi6s58RvEKdANFwVj2lQaxXlrOALW7wLf5sfg6vC53+yQOPLn021sn5qqcbcIJRhIu694Wpr3xmDgWG0yMRHNbRRr4SFW9xcieQaqBTo2xNsR5HV1aHZd8cJe1Vs5amEkuNG4NaRPpo4JF6VTXCG0FKIV3/Y3QIPwm+Kqxs8G5PYXexh41veyjoEtlcMYSocOp14+lgiVkPJgOblnzoTO+FVVxFI0Y67YFDERi5fR5ucgLj7oRpSRjNgri1EFlZokcHCyHU0k0WIGJ3Y47ZEbZG00tkc6sJMsdsCgASO+V/K7ZaVFSFQgNWt46KpUnZ6RGDH9aAa+ezdzCWR8F3sCOwhaCRpKFIpsVc4p/OrKKsJXYpszgabjLdCjGmKtllQBdoYsgxnIzGeeFMb7AOU01VVqZHqwmh5RGUnGYKeZ5VIwddYbjRNDlNVARihzES+xGLmNdG+788t/uicrZUA17kcd/fJJ4PHHgEum9rIHYOtB68nxwQKkfHO5cy23Otqu5UBjNZDKN4MBjbnigLlQZB7eLDO4usjaKi3HUgP6ls42JGq2wnIsmTpF6TvDY4kQnlWYu5o86Y3GLTB+US5GOMHBjm1OQHNHHLBgVFfWrAomuc7vfxjf7xh8BgSjX5iA1Teh3gbZwyfxHmZdv0i6hT5zwcor6871k2su9U43SDbLyDcNYsOdSZkcOnucTxejk+bBaNpX2Rw1xKAdaemsENvm8M4/n52p6ndOkayMeoGNxkEYFzwNVz2YEtEhki5weh5OrlsWwpT1daYuhlRJJo0NGoBDYOg+GoAzl0Cmi9sL+vix6TpRdPhBg4g5p6GAQ1tsaKxpQGIti77SntbQo7Cl5ZB4hzTK79D44pCPDOQHqwmJ7jJ6e6+Z4Z1SgczkEzv8I8r5ngN6tuOt8VwtK0fqjcatA0kZ7ZUSUcQmyRIXpa9b88kPDXTkooP4PEkqaMBIjD4FTC242xLI+A5vSrTqRJFJk3bZWwzYSHbA1F4cBq87vkaBaTl03qT8CJp63a+WaGvJTlMOJcH64xi4PLjo18Fw8JZPF2PwbK4hkqeqH/O9lbsGqKpuqXEVOAeVbDRuH5HYKjaRFPuy2wg0QmTdsj75l8kOEtzYAgzfxdz5KZDp8vcCWxMaik+w5c/y9lByVHgw+aC4GEk7EUHzzaIVZxep67hiwveKivEIbYOiBpZcKFUUsXn4cosyXfXUCSi1rh25U8ewgLQibl+MEz0YHwKuWJW+jNEKNRr7p+jNGd4ukVRDpbWkXRLXdjNy6aGgmpMMbZY6LhXtP74H6+1u70mcOtC9wUsC/8Gqo5VGVUjEq3G8bw9RiJTrh+WbB4w/6FV+ikSUDG1Btj5/BwUFU48RFglTUR0ee2KlwthdMoNa5+l4vGYTM53tEqOEcD9O3apsNG6HgegkrPOmFHTl6Tn43bCYaFDyzUlyMaJvIFhKDLSH4H68wWPA1R3sE1potP1o5MmzIPZPLT7VhdBcK1hGNI58fUbUTQZXlzHqNZ/YkbynBppt5T48pdj1hruw3dSPHprYXAUjjcXjychWNjjPh/iQJA7uOWGprtitGo0TRxSb9VtuYhdOiCkzR3YpCS4/zYSEugfF53bNM34S+McX73Z8DHgguIeAQ1PYaJz7p3HGaT4OWtcwAStW2vbAhnPqg99bUQuQF5fic3s244BfceQN7omWWU4xYxEYFkNrzwJ5zKIP9YrokqJ6Te817hg0YQw6hn1/dc00nMWfwKZ+YKnYhJAIXJlF9VMRmnnF+nv34tnkzm4baAB5jjd9yUgO+iDvwOvkrkLanKL6YFASjSPixE/YjjFy+mqh1auIHCHDeTWUkDTbF5OPD7UbjVNFDAsThYqYLLkMKTbPjN7NksQIEFMgF1STq+EePPYg3Kk9BpxDy4+D0elD2QvB9PN3l6AhU8vSgf/422B9Vu+FqWapB+p0IWoTekFIFY2+bmytZbJejcbtwu6pXdRUVA6nj5aweRA1NcBRsWAiShrMFXFClrIi1ZsF5cgc4I8vbvdTUZvhIkVmiB0OWUcevGEZOw/D354PkOCnPsiNOEvfUTuj1cOS3P6Qh6n60XuuqyU2GqeBdG3+VRTgUq/4GIRRviZkTO0+++HMmBqWogM11Eqv7MTxTm8ENN9cYuHHY/Cwx2Fg+11z1s38CU44ik22Etts8+xbbRVrWK7XcY6lDMPNIwxyjn55ZPTMHPmUNRpVtB9WlYiNvJaciKJjk9GjiXjjDJNSmMQRoFe3Y8h9gLu9CXVD1e4m0oCytmwBDg6PofdwbeLdN5vph0pymG2kIFwHMQx3KjRLB89yBYVs3pKx8EbjJEAHlT/dOsIwi9/+MOHJE+SYCYCCIAv6rL7qQA3kJm5HUAOwesvhBBsKvbPwPkIuwPO2m/oRcmpC3yk9g4q9Z9vAWEOiCtjF1ACXtRTfAAaPRDUap0DonoNuGkyGNdRfEB4xNkY6tARDiGizRKMlCpUOiokFZDDW3gj9RkO2gkXXir0DjKt7Mbt4WLDyxow8WaMfUz45wxYa+OvlYPy7wi6cAenSoWNIwbU7sJV6oePhjcZRQUeUvsif1Cndy+nkdQDBl1KU6DohpUhKMpWps0pBfEbVlEbD/Hu39RLIaJl3AVR9YJgZLtwmYWt011BPtVnCIaV+K/zVdlTVy7G2LXQJPiGfXR6WHamF3+kz1rh3hN6Y9Uo3rqIFmLr/aFeX22MRaQnilJN49eNidIZtjt5OtvtjwHdWpvrVhA0YgTFYPT4qP74wBo0+pwWKQjJfNX+0LbMRsEuI6qtyrmQ2yhjsaLQPNRrHRzVV1ieXxaRTNgk40ns7tRpNEmMfV4fLXkXjof9qXwPexJ3VfqJYwoViipFncfgY2tJioFXCpO0oeXTmG7YhFZU5i7RBF3KrPcWlLJCIPHY8caNxC4QnVn2/dGOqbik93cXWe3BcBxRrRCYCzcvsYQqQv/Xs+M814MrtGnOolpmxOcVt0IeHZ0po3KXJP1lkKG4H1NNG88+ODUNhnIQ8UU525nKPbQM8heYk3p1N91mqMvsERcmNxm1T9mE3/2egy3u5KjMQSKiZIvyHv6A1ZVFYpZT/pnj24u2BvgYcajy9/1tgTN/zBWRyB4w0qiyHFNgFpzvzDwiveVPMhAr0ZzY5yzEpda85DRefKtKvaHJiBI9RuAXNoXYWhiGNxrEIj9+HXpiPf8MEuA8MAuP7cnBhi7GYLHtwWCbzVxBLWCeSekoJYQg8HrkfDl3+3uC7X8SiowcDTf0UfSIMdzudXnWwpUeVoDPfXKa8VfjqGXMCcToFl6lGNUr7yZcF5YXTW4Q0GrcL+3S86C+LJUX2bfb/XKQodPpPvUkIkU6/HsLhG3Qf1CHfppAm6n33z0XhwI8Bpzrum6xcePawHzQZbyi37yt1VFzuDMTbmrFdenUlsN3R2DW6VSjFrVL5pEVGS+S6RMjGE2zb8XtgKozVrNG4LWwSUCUM4x/xBOhj/y+6Lb0UHe3OTojML2GSAP8gIermT47377QEMhPbT7n7PXGAYsX4g/ksnp4fZEnnZZlMLs48VPbOBof9mF+1SHoiJCg1p5DkDBVoETE4advYT2beiW0Mu0Ct/o3G8WBPDu98K0dPy9i5i25KUbHOTFFNscHFT6HhJ0aY/ksJBzy7wZtQZzGx71ODCyBn4Z0LvAsm3S3D8XBAzs7IYfG9XUPdFHSnbf0M4vjJieHRkW4UqK9QBwYluso3GqcB++RK9OBABuQyLz+DjstZKs5/w0rxVkh0ydJluWg4KMWx22PApwaPcOooI8vhyoZjLbOAcarPlZgVrpOt5hnCRZF8hBpeDGOWYFxemT41IS7quqT1wkgYTF7ejM0pGo0jQ6OPD3wUn1Qk0s+rl/jrFZcBl2oB1KwALmLCDHSjNf3nyKXh7YMSDq49la3tkK+KwISj2yknvapE1DPVbrxI5d8qdnlCuRs1l0WHYuJNTqmIkV5SMtjPhh03GseAs0X4y6WLuIBBHIwJmBMSvHLPM6R0FNxihnzK0DjtN6FWGD+UOUzfBQ2jenUNC5A6UsbDilM9RBeHJ9oULDFo5gfmzIvUuGohBHn1ugXXzCMJOi5NLmYvaphdjrJV4kbjcEhXlJWKKhpcRi4ppBboLEC3KCmfuMXW2QaQkZGdnJ3Vvwa8pVQdjRvWCkPPuCJbwDbCf7SpPkTN98FYTFzCUOIIWTcTdGE+kW6eAxSvumv8fCQsjaV0Odw9o6zrhEXbaJwwK1FSFVHwQcNoU3CjycQ8UWfgVPXZbtzgWJZjBiDalJ8H5sqHBdjbDmC4id8RFKNuNiBqVRw99sB/DJOoTfhU2dqyn/tY9bMe7DPm7bjROALScYfjX6ACI85hl+XnH1UAfFRp16Q4LWxQzCSU2e1y3BXGlAWOl/N/XGISP4bBmnTYcmHKNliCm4AKlDlB3mSIU+fXk6eRdJo4myZ2BQw/yT6HuRVoNA6JvPIFg5iyD0+OaXqugUAG+GNBpBimlX38gPrsyNJ0oN3B3qPqCx9g4617vMrUrk9xYm+LqnBxWWZvxQKciZSvP1kXybShvL2w0bh7UClVDUDViCHGtoUX2zyklKsQq0wtg1SZm3zLYk8W2ma6ES8/wkmveApi4DbHzsH1WmzAHVosz+JOJScsJy+Xxg77bDQODnovF3LL7mn+fGOk3l8YdX5hUMj8B7QAwSHLPhK2sIDxqRpb8kBHXAfJSEe7xXEvZf1DV/CVzeeEVj2TZMlg8eWVyozDRuPOAJODWms4JCrkInhLWciTDYrJo7e1AB8a0E/USvaILV3DS4oRg7doU0780QJc692BtNxEBxK4a3r2jAvWVIF+L0s+aWJuoZ5zmvnVbjQOSDQBih5p1/QQ6mIzYaD8mBPEwiK530Rtz+y9wIOx4eC5/Cv/JJUsNI2k98FjRQ7CWRwtwFX+Ehfesbnqrnl/IOgxHshy8haXvCgoZXlUeWzH40iO7bM1Ggek2iFLyyN58wj6XEjhBd6nwk2KRDfmxsXtvUYVNu7BLECdosN4uF4piUxGl78dZQMYTdcfExZE4fI9+1KHTj7xzGqUN+3ISnV4H/VsNh58o3ErqJThf7WLxsDgUOskIr4UlkeS7HkQkSwk4s+IeO/KPss6FHLo5q5B6yshjwNXkjPIm3DzjxzmH5/fGDMrBX0NOAq1VznKHTNe2fFjJFDVnJqcv2dl2/SNxuGpy2SYeY/qSxMlVWeYf6JrD3KI6tP/3JwEbIQTqUoAbYPGH2kgHzpW72F4x1UQtrz5N6HPiEPhUROyPlCdcHLTjX4vOFHdzdx9NxrHgn2Sii7rm3bRT9d+iY1JgmIMAUFQsSlviYh5IlR+FHBxjIh4IIudTnoTDleyh0c8H7XUuBQyYKdWoUKV96xW15Xr0ABkNjqh9eBbUv3xBG5tAW6ZvNE4CtIv52gt9vqApXeP/2rcMF9V3EQTiPKjLFUyGZLAGE+1Fw5c/NakZhnWLJ+Am1fz8MwIs84+VjT/2l0ESccHSnhaxh5objTuGJQHm/kJBKUlFkNgKDd+hk8EtiZawzknJrVAESan5nIYMRI1Gn5viO0mLespVFKlJbThfERY1uIZq2SowTVhKcSn5wII15HDB2VGmbmTRuO2oTwVcpGLmFCTszwdE/hE5nZmItFyknROqECGZuHJU0sORoJPDtRzQ1WpfcxJq8tcStmitq0QonRJV11gw76BnBOktcfzIh3vpeaTkBP235zSG40TJHbMoaPaadPwVoQEMlMzC/J7asSTqTbRgPipUChARy3Gir4f2DtRBSgdcwnFk9uDI9bW9S2U3/rnIkag1mMiKk5n5sMg1CnAQR0yNhbfaJwauc3nR75C3UYbBNVm7JP1AUfQc9i4zFL6oDBJb64s+TjVUu4kMLUyy8vrm+IYa17+4L9FpdOiirDIkaMnSecZeVd0Sizr0vFdDWNsiG40To1wiU+dPXZiF1Dp2Gk2PhTR+zWPYSmpOBboSlSpS3i5q1JNoEEbcp4AqOHGA/QWIJDVWKPMWfi16PK/oaW4gBLNvdIzu+Zw2xLLCYIvexd0jQ3RjcYJkvfa6DOHbIYdexiSpu49IlSFyJfpBoPgWkGb4D52yXd6wNLKRq0ICf7BAWYB4rEGD76UwFwpIIf3+HGTknW2fmxlMCS6qoyFNxonS+i0UXvEXqxCp31+2LVTSBpj8SEucydspSMCJ31ZwizFbnpslzwHoNIA25NbgDgPaSKwLL7Yn7Udf9ThJjTCeSqLUEJB8WyGUkKEvJ+mOvune0rORuNukQ+4bKuhwYeenz8YOtLVh9orU26AnvA/gBTRKw4fOZfhro/PjBpsTtL166SGlv2Sa7HWhsPMLiQk4Vb/Z/OyltJlCMhDIkJmaloZ4pdNL4siDLLAgnpoo3HiSK8PK37OoIMz9OlB3651doYNhaMY4Gqi8BPw2cbka5pY7p2nX7mlX5yVpVpf9QPM71SxBDiXK+TJb0QPnvx0sIQQ4Gb46ML/+JFiLThfUG407gPy2reE9zhZQbDv/d60iGjqXH+hiCLA/meBNS35YOGbW8Kr65crGN7aGhgX63ujM9yo1Fq140I+v7+ZL6WkNvXBMP7SFc+dYKbhE3Ahl5Yd9+CxwEbjbhL6rglCkoesp5c9fKrHp4yi14a6TQOK8OQ1RxZ9OLCbI+1pNtB/vWm2nidEz0m35CO54nT4AG345YoqsF/acm4gnVjbIk00/oAvSOxK2ZdZkRoZRgk+aaNx5/GSEqbNuaDhbAUkMZ/MBdZEwL1PUx1RpfnU4vYBCmR3GHg/mXGgHd/DIi62e7DM+DaWwSA0FSYunjSMfmG6lXuJ6yEhAk3uzMcsOTyd7kpsTksnady9nY3GfSAJBEnKML+tpRC9qhQ4hUlhSWnK1OaPGzqSChS/ue8lm4+tX67j90His2diGJqb8FENf2uetiNfVwW7zT3FoaQTKzlQVgrRoAS0XPgiMX8tVs9PWW6jcbdBt3adOhkK+YQTkpggUhOKKBSvUA+30BqZTSFu/mioRZUe1XzUhFnMQTnYPlQd7UqXqTaBL4yWb5kqiMUJ4Qua3dnjBOA1AtbXpanoCqPizK5nxWwhP6LJjfrSQMA0clmy52Ct2WgcjPBxQ+m9QYlBBqIuFLK+rVNDSJuFeklEhIvLksEX/Lo1P/UenUEVHo2D7esmBfNTHeYM8D6UELjE0FjWR2ApmkqSRoP5h/OyHjyw68oq3o2/ylaSUayNci1HOhWD+sxghyyNxnHJPvAfL/e2jWQB6uFnczJCGoqKKLJIjMk2sk2pRPHxT1XhTiR5vWVuWhFpB3MrarXpsi1isNUrkLvuwNtz3Ti/dpFwpmhYZsXKJzgd8tIr7sNSpbtkBqPqLcl222icDF7pmW3gnAHff+GGRHH0lfVq9VDCkssIjhBh0JHSm/rLgrZjp0wHQY8sZyu1zpFoNjgNt6KjEN4SIxeg/mzZ8Z4/BSqK5mBXLAATKWmlExu+Em4hhMi3QPRlkFZGVHurcG/OOIOj2+JwG43bwisbtR3En5sR2ZMgjId/8G5gERHJbGWmgtUV/DE8JVBMBW5WFYOMFrQp3/EY1DBUcSZ8J6nXOTEv71Hn/TG8SZAWnTsLtACLKT0FmXlroJSX7PbyXkHZhb0HUHcHc9CSI2/lRsRG4+7jxFJ7uAQkOVFcKnVysOVD5dYxs+AEboImyzcR8WeBLBKZQr4x6ikQtCHfbZK31mbko0Tm1gOz0wNFBBcsP5h8Zan5e0wDXFSJ2iukz/QZEkg4fjKNGkzAlQyWa8p1FlkdG40TgqaGOKyT2gNQZV930mIJKYTqEtbphUks0ZxBUcmv/RRiHWAEosL/CVj6ZIIThEdlzpms0KCp1V1mrvL2sL9F+xVWXE3/deu1N9a1pLyF48pIMPwllj8Wzrfht8+BNO4j8ZFP7fFBizmNJ6RUYe5P5pxS8DpYGRYUJD79xrTRAadKInUfXaIn9N8EGxOcIttX2T/84fMimOafzP7p99QDxaQe4cvtMy0pjz/mVYnaMN8dT6dNMa5lj3muRuNeELq/bIaPGxhpUjCIAeTKS1a3VkFDdK6gTMWJu4gyhSe6z/z0WpZRsiKE6fR3lD7d0eebzK41K67YLuMaCChbjeNaCcrCkTdbKE6NrypPQJAG2xiYq8DlJbHRuBekKzu2cd0vSYURA/iwwcDSgLgkc8XSRj9lSf+U6IBLVJ751C9B0ww14L0k3Q3oD5fXGU43cApwuXKD4HjuCBd9LVfeVrynGhtVrRhGu1ifP6DR6YbDRuO+EWXAj2idXCghgBLn9J849cm5MAKmJ/wacAS1JjpON3DwT4IDUSGWEQ8J00RQYWxe+FJTLHXpY9kt+dSHG5Zeu+ZawmIbaT00Kyf89AwWl5pkAKbG15k/vcWw0biPhN4uC7vjhLjBUMitfoStuLLCvKaDM+m5XAZJChpEnSR7ryWNLdF8K7REv1xlb26RZzWgjOTtCOs0hevS8C5Cc5LsfpqsdV2xJBsZ21YdXV5Go3GfMJGASMlWGHZ4i3RplPSUgAiQxg+Ei4KHINV9gzI8mpW/k8lOhAPUEc2pBpo8t8b7nbHx+2EglB+1XFjhiONdnMRyHtdlRcuHZs3OtpD8/gyJ626ci0ZjJ2BhiBhlnXzY4zXEJC6A8ZhMD4nQaQqTliA0QeZkq6KlEYHcp6mi+4FijQwVyPdbiZpzbUKdKJY33Gab2QVroNXAYP2K84eVhFFvrr3JKec7fLC9UnqjcefhoiJMgusum0cvURkrUgRdJcHRbFSVF6FOE7UWQnNBKn2SLiU+efZdUbX/gLUYTo98HSTAp0HwB9WIUJmbk7OABq6evlC9uPiL/JUqpyCUE88kugV+9O0MKTCjUlajcadAl19i5AR5ijeWjYgIDRKHiZwlDh71ipxyK6qPYbHM6FAyLzySmK4i3YPDLhq0v/IJ2iUMM9F8DJZJWGuzIeF8xfj0gEdGyi8K0iXHiV3pJ0JSGkc1sNG4Q+AKLxuaE303ds+/phGnMD6NRPnBQEvuRFMR1rgUn5EJL5MW8Q+T65WuZrAB8+uO3gMjIfywR7/2d8OU6M2EsUlRpF/siKTycdr8ztgn1pJ/5Ky0k3XSuGtZYxToMoqQaT5+VKeY6xPYktaajHUzReZSwYFHNCDHTRJR/LhtgH4Lw2Yf52xYwp3rCcuz6zX+ybHo3S81Rgy6iI6R1c27A6EPawWlMJiU2KefOcRp1UWWasbq5aoW1rgFRBLN3RglPOsZrv2w3UbMQBM2iJKzOmJaKE4+odCtrwfvpdOzYOeiPCXijyluaAHaOS8KuVmZm9l7P8MZkQkJ2tkc51rwgA27ZW5LEtaKazlC8UyLXuCSiJMTJN4ujOCwa8U1TgQThsYGuKIoMpAaC5f2Ugki0uJH7BF+1xZ/NCHcoIqE5LodZNazFP8P4remUsJBe0Ko+t7g07doSpQpaxL9qAU4ulc9AV24VRAJ7ZT4FRUjFiJJilNHo7Efexakyddp087PLNbx5tnQ+dlsIn8OrpKoYzDphHYmVspQWoPftmU08wfHzfWf5C8KuWmZG9n3DtCSnGW9lrfyofCqCYimqu83nUbN59s0xDn8WS9LhJc329T2z737koucjVtHzpC5G1OE9d9irLW2B7KEtU348OMRCcpAt4bl5wzGQZvHAHUM4hkip4p/N9aAMoYrC7lpoZNU9ndT+BAI7wRc0/zjYx8VuM+p/dp1rWjQQY4YIA657zDBsJCglCYWnIeU3kbjTmDGW7LdkjqLColp2OODLHJ1EHFOvMyF8Vshr4MkA1x4Lq9jGUYR8d0619EYr1l52GxbbkUFVpB2yhvL03XXvL2ZT9TlDHJYgCXMojGC7u1FW3K6YyqBXnM2Gnea+PIR0295x5auz6dT8adGhdiDZrTFtOboKXheBfrCxD0I4IYO/HflKYV3BlLKqeI1SCIefkC8bGEodNhklUwaVIkgejeLTiOWFEHBa9v82sU3YemMR88q6ilXxFmUn/sajTtD7NkjfZjjXH3PCMUg3XvGfDFLcGSDqAKmCf/xG3LHX1G2EVf4TdlbQfvDqmQHiR9fR4Su+B1ffgdkuAYRWsnnSNjpqa7mlzmKgrJoeOIJ0iuei5bIRuN+IF2bcqNSM+za/Wrdy9198o2ICIzBeNMLrAeJWuUTSV5qtGQJwI/8aawk0v8asH8OVe5NiHWCQ49eQQMu0Sa85HRny4EiS42UW2yCzv3hPBVTukbcpacaKIu/dvbwy3Of0sUT1mjcA6JIDdZ4A7AA+YCC+Qxm8/fN9itIK/85cikxudFASFEWywgfkEXeU9gEPE4eu4aQZS+35CGKq+7FOUmtNmwg+TiSTmkMI0kWaqtf+ouc2fnlXu2JHztRKa+4krfRuOPIq5TYo6XLD7s2TT1ZCU7SR3Ifx2sQm0xey6LgZ1CQqBht4bkGvHvMr31Iya21g29NfnZFnjjEMNj0j+E9LphIlExVgIp1SHwWO1MxKBtsS35726qdlZhQ/Hf8VDUaDpOaerdGGBcUVfSWYx0fwXxTSTFiKxPDX80v4X6UpVTTnijb11VaVLOVmXu55JhHpuCUzErLM8kZillsW5AFqycF+bIlVFe91t31iqc9JFRHytZo3H3Yq7VPR4ch/R0jMSeFnGIyp7MbGF1OPWUlCbojEf0MC8+D6SsT3i/k6KQ1ho0Sn+UgaP11z4+BmJ/EyxbJ89enAJkqIerNBfhrl2bXyDVXwNK+bDe+pEbjjhMfrEe/zo0M6+38zGK8D5ADLZ9KuGay4lGQmpSMSA72VKg/4GX6DrBdZfXgnD7Js3f+cx+EyyKZXkuv70HL5U01ov98GnH6PHkcVJ6djw7G6Cqeb0bhL+0ubBuNOwzHW9KVXdeGGJmTG9ojXkX5hEBulZavzzpSgporh/KWx42lPE12q63kkgMf5h88lM17MH264BzmHl6fjJROXD6bO3X6bmiL5Gp0imMXCP8bjXtD6tBwSH/ndV8CRPVJWDHEhZEgb10SuHCJf6IIDV9k9IxIDvMOYqqB9wU7ODu+5ApkMw2ES1UIjQ1ow1KUUuTMrXhPSkhXrmBD3LWpT1v2z0bdtqfaLhuNOw16tCozKjHdmHKLgmZ2ngfSYrJgL0zINKQlxsZlc84ERWoQUU15UI6+R+wwKcJi73pDSySZYdFYlnsFi1xCdhY8MTFT5DnVdy2DAeKnIImWKYFh/43GfWEFWTKDQwyPLhl77Ov4L7HVng9bhfLBOPmeWSAlhSvzlIzIMcPNdQyOtS/bjx6cepIrwsdvzAmK9hEdaF87H7LOTUdHSF/bH+vj3gteOSMWxF2Lo9G4P6T5JZn1WYYXkQQhC5JR7fxdt5bbcKEH0/ArJMTW56nZepWwKbZKvBWzSo4ttQ3MZBlTbro0cFiiuxPGrko5tNGHuYhTnCWWASepyIrS8sOqFB2qj20lttG408Q+vfYjXX6eVgRGxYqOeufnpyyiFSmkdHzXvospC6BEqWOk7Jw5aQ7ITruPmeAwtx6seKLDI+/FVyr6hteMDicqtp1jmDpgMdgUaVCOzfCa9ix0K84eK8E/7rDI3WgcgGP3stivs86vbojF0LQrgMDy6S2J1RFxnTIGfg3gbyUTgorQW5bArXcvyZlrcCgSMAhV3L3QgzvMLZ9teZfgxAXGoVE4UbKNrGFiqlUYdqSGv7MlrZqyzyJ3o7F3eGk/MmFV0M3/wSNuVxc6+b8ck/H7mvxomYzcMH7OnlrIQO782NKh5uFjzEt1MHbZvSoN/Nc/JWmSGOToggUYm0eVHHoGA/DfNgJD17wbk275rSJRquoiotV4nzU94dTzvPtTzNNpFTl+z2w8PNDJjt7RTCBtHViRmy9UFlx1/Px8gANnC+bb6NbXU/XPoqIi4GYi08mwZR1ju1YyivYxd4FZgCv/Dp4+PIwohdHpWpmvkua3TkcvPUCyyK8B21HUJu91F92ouFsJ5cLIuuiuXN7C02jsjVGxOCSyS/T8ZL2ZSzahQtx6IzFC0QuJVvYe6RoIdjFm0SjjOe42ejrRinQURxMbO4dGGTfpZKzTa065DQW55iM9HyIpdhGR8BRJq9FcafRL4j2CHTQun4RkCuYrdtZoHAj0t+P3Ne3oTiTN1CvHu+k2sUx6GZbEFXIIi6TyqU0mcweXiatzHo/D7hTNwFbkOhC28/fVyTdYQnpooaWZ4xaIH4vMy0Qudh5eV/IIgpA4X+jOgb3IMQakaeCOz4VISWFErhvBuxuNvXIbnSsKQdi5bfWJjzww+Bxe4vr1terCVfbEiCCp7CczAG8JVgD/D1eP1bJHEyzlM8zjlnEGLx38Vd+SQ9vYiBp4jUGyOJhWHUIqvaIF5cWN4siCixOkg2/ulusrtmuZBslyNRr3DJptoge1o8c7bUXSYudXR5AShw+JN3EQmIKwGTNbkGnxv5TQ2+CgFbimAcgvvHEuj/dJDs3pGrAb+SyIqjh+6Mgh9eVbm2PF187OLsqXa0xMyc8OYzNQZPkJDi7eH69PBmN/+H8C56rROCTawU2GYLeoIxkfGmfBU9JgxokDlgTkCVkpkIA/Awtlz7D0Q5Y/B7QE/tiU1GfyvudNSLPgT43AQluZTwuMRCMwnjMPi5OWoFJ104oRd4K5S93yrT/RfMevlNBo3Geki6Oz01BIM0GqEVP3N9dAHlzAII4sOSCmNDJeHdV0Q2YmO0VgvcEMDIdAZSiOKTju7FdcBw7KKGEBasmpm4TvYEp4Fbb1Ohh0OfIRkKQWQxJ52lidSADNWirXWlmNxh1GurRZgOmhUhUq191NypJ4akAaqU2JBnQgBsRIsZX+m5nSw+Jn7mKH0gfUK7la9ivO//F5GN6qp3NwU6B9eEsL2yiegUBscW6zuT+EsORssFzS+efrHHk5cRf8HKq5kSK+Hy1QLarRuNOIzKG7o3enxYvhmCkKiW1NUqNMTAkH3zIs5UPCZ+onSTUvZc6u+W5AoXTRhlSBcEA/QRXm2qaGvPwUKhDWcpk2lItoLivnRya3yQxPVQQlckm30hx5UPDxMGy4jF9+G0HcgbmnrtG4S7BXS6930mc93Xd4ualjIAXRYpmUDb3noi6LVZhublrPrvluQNhd2q0sAMsSMH7hGVh1BWiXNUwvbga6Ukplm8uaUl+++KU7ux4tHYXKSjSyVosNhmk8KbTTkwmK0HRIhDVsNO4fsV9TDWZz6r7Hp1TDFUq3HaAFyqucCuVZR5MsqTMnjJvAsEjZzwxuLs6yJ5bCX1/aii/XgYLhI7dJ0YzTwQDk+DfcSZRIpa7RjjQBC122Hio3hYcnf7TqB+PgrE4pEi7UIziLTIW30bgzDNWEBxKiSkp8Qi25DOuIe4ucZBbGdiBjKd5aBmbYEDGBf9HWSRPaNm9jWn6w/WaMfwENQC4/1PWf3EjI9xksocyGjeIeYotoO4d6yW921YqnkqWnalOZ6kKYHEyKIIOARuOuwP480Xutbzv1FFxZpujxn+vh1zFJEqkSeem6ZJisxJAZumPDgd2AeaWGvds2ZdIXLM7V4vJZYN77nF8h1MOWhUEMk1hnUnMQMLisqF9+GS2++DwIoTVpTt9+Mv6lVwJTuOATNhp3Cfbd0d4LETUpdUmCM8+VDL9B0nQHTUGnbzmR+fTNBuCpMKui1qj5JjJDfUcw9lVLLCvEiuV0Ih+Mg2cVBqiJMhfc6om/Fte5e6ejWu7Xbg5RL2tSAPLEBTElq1mjcbfY0H0lmilCqhHpTYU4XSZpRywdFswXZ1kqzZWyOpiyGnFLzKyNJYubHYH2U0XkbtszB4w/foEe1h/+Biag5oqVTbVO6aIrnbNgmS5X2ZPbEsjlaKrCVIDgTnijccfYKM0S7dJEfVaKgW19kbL1A6yImhKcu8IPXBursR9kTzdiXnY7nHyzC10HO8xsaN4NqA75pfFHN2LRwnxQQ4IjYVKwvLS4QlygOYOSLZ4p1tAVb0osb7gpvY3G3WKqA8vlPoqxUm4DTmKC8SCqr1g8Rjb8lJljyCACxCqcBvOqEltNNvNee1ChQ/PFrKbL7IqCqwdn//Av6MKM5M3b25zc+BwhiZzG8hsj6uOCNFz486e00bjPcJEwk4ax5wv8UDfYD8zIcKccuaLpvYCpvIgOmIo7RXLlZ5tdsMXxmN/0jzjRqLy2QPmtlqIkYyolZfIxsZ2L1JZM37lAszOBsbck7jD+RWxx8hqNew1sl3A7hG6i5ESH4f0ruW9DjD8JjgLFB1vNmUCSDVqiGj2ZY5Tdcm2N1Vg3lTXaUZAyJOacGzYuL5ovWl9i+8EIlAlAUt2HvNVnRO1V7Dz576f/5DxKOvyyOhhxNx3YeDgk3aOaK/iSI5AF0CMDPwlViVr1sCcpUUMmbwSciDpRtMbadFBR6QKwFWgT0TXu+P2Lm1E0HwFRVRiCArZwG+x1M+LETWQ+sTgVSMPQbPqPrGWnfMd+OQOYeRqN+wgfRDWnbCc6fS4clF6ExMB+qdZfpQAG5Zltu4GZyQ4PVUdRGQvgfc/QNzsZTWh50Zyp5GvYYeYLbxekdtLSswrAs5JXOgboTv5KDkIdmJ55A5JOOsA1+wFfi+bMw0bj/tPxZZjJWkhmw0B8ihCYDM6wS64hiPLRdE6kPjGi6suOQI+BK7S0g7fQf6mU+La+GESHnA1uoVQRD0+YVEg5Ac5apqmo2SSBptKSi/lcpsgK0ZLljhh9Gi9TjnnaRuOe0q+yWcAoNRWpLkSC8kSxgylYey4rEcXTgLso6gTJKyxVLo4BqO2X6Y25xBdWhVJN02kwyoWX9+ZJIHF75wPCJRKdFVmek/wAFCo/mvJyh0y0ZGO6YYZG436BoZaTjCQ0/sHfKlBq1926X4UvOE6Ryd58qaqJ7FEIu2UFtBISEmsDh0Vo7PbA5jK9aflDMVz2AFBG8lpTCRNiulp7I0iD00/IYOTXoKBvZS+ib8v0jcYDgZKhUgdHkoJgDjj0lrQARNGeHtjEQGjnqQ1JMyfhgF3VUoVYiVqZXkFth6zvClaqM/XSUDTbIyuglRhWRELQyD4GY3N3voZ5dL5Pzr54KykajfuP3sdr3T9JQU0e5IuNHJjJU/xdJ9+E2yw4QXCNzRmMXKDns2u+hObXcuQ3BCRutBN+hsOQUvxlJMwDArcHtHbcY7lju7yEeFsd1tv+hNL8S5pbknDnYUTeaDw0VHBokWRCXZGIdd9BdNfy3jtKkajBlcgXUk+IUCmAE0lLtkhqsDLlDrclZadL/+P3hqVGcNmIRcFRWJLxXj03DSEHpc7S7kyV0iSi1GQdOWjAmDWBojmTyLXkqAQbjQcJ3zsnG790aCKjU4S0P0TL+eUOftMWgSY6Gq3uEhZgzg1kRfgSsZ1ZRFHI7oTdh//6sxdcc8A1KNeWiJ1diJrEPO4UEF+UpJFc8okSY7w9wiEWK8CNxkMCIqASApkxUYFxQI0W1J4GgnykJBZgjJWUPnEiSe9RkHrMJdYYmzwXfRorUebYA+EBNMENVSO6sxjOVvUZMnIvDXJsuKIbZhnTkDpA24+RLFQi/eSuczYaDwC5pVYtgCUkjWYdySamImpXSAwTcx04F0EG4r/5FPrzkBFmJpvHvKKYajSlRsQko+m2Q14EHXCazdFRJUlMuGE67TzLMMgebkiPS8jrunXHj4Ywu+R3hVjipgYbDwf2f5OBTuf3yMjdfUwoL4QWKdaPJg2lWFWoeSTBIMnBma11x0CMlKEFiWMfLPt1atqRh29lmQkN7d6XbzvP0lcqFF6sFWYQgyEYEc0Yzp8k9s8Hq7OqMxuN+4lKAX/i3RkTmE4Id7KphEruAiQ0xUeXhk3CxHPSzUIKmlGaSzJMzRANTa4b49siPhEyoGyM4K6FefQlCyxZN8UTIURueZbrm+wi2IpEM23uBI3GPUJERiTRv9CgJl6Ed5hBRkK0ydtYarH+Ziq2WYlmM3On47AAKUI2+6tceiUpbK8RBYhdFjs0r09fqxJrKuGacPDJpWDtMQ3+oya1UhqNB4SKAH9HxDGHD87nyyGkEFjnGwrzGKZwShA4s4CIpt821wBWSArZoQoj9F34zq+MViulyl0yg0ZTnwur5AQsW2J0ab88oap60/M7tTWYRuOBoeIA2YHUBNEoVjc8a76q09wuQ7HeGHwU5dGiMiTVvKSbMc11I9Ih7K1abD0rSzZFuVBI2lr4n7eaelxQFhvQJ3qZk9GhBD+mXUbznT/6uIibBGw0Hh6cE8efvXxuExRS++YlSdLjnl4V9cM/yOAWqmh2wi1S3ohQ+/3tLixs2GqFKxh76pY6PLad+r2qOzWwj0uEUCkgTgCGXOaXT/ZpUl2P8Qqy0Xh4BOky6TOiYwDfSBKVpUvmjUA4VUop2BJSYTSiZJhwdtabs89dxdfQiy9slmgjvpXUVJE9YujbTZ1BVbmIjBgOx3CaQkARjLDITPfVMzQa9x7t+mFNMpOKIZDL7D14zumFzsQXv6OCNRV3TwnPeYiHQ1Aou77LPidAK1DPRKkBg3e00cKp6OV9+Up80dVKv8IkhWps+h4ncKex0XhgqCSEMZMNa714OGio+Nnz5AJhwi9unbvKRNTdAQcx8zj0DYwhMWf87OHqBLwhPrWcqCf16AC5ihaFTLxRSUIcpuFcZnXa2S5q0Wg8JEQK1joGo1xM2APdEsLibcBC1JA9yq1uRxTghCRnzEt1J1j2tO/kgHAdEU1VIPdiptDg8sbaII9Bbdp1tPhW8YboAYzQyLnN32jcf4IsxAEaHVUB4ffLKMTJYshMQOD0nbmqBQmzpPB2RHVEbSu7Vohf4uMVhJqKK8KDchjgA0OKFO5jM2IzLSuPAPM0UbfSApXIOe8yazQeCpSGnp/iVq9SExGGUZbGxIcSG+J0C8tkNLFt7xa715o6qrvuw+Nn5aXDivblB61mhqOtExcgEZo4tDJfVasuh5jpK9GMjLx2C/lGWs9vNB4cQWTinDlhYCGkNruO0JDDu4IQ6iZIZBDinblh9pI9F7cNXfZBt0FN1J+rJg1b6V1K+QVKoOozl26oK2PBw/kJskJwTKLUFGuj8WCgPIhMiMYbmxI32wK/uqaoBFeSO3GqLzMAKazJdyvc5u7zT1MO6iLebG0WaOvpt5AG6V3Thkhsum7wEBz2ixI6HfjSAi2KajQeOFFkaDSYPSBS4kUlsxNihIZ6YQTRm4XnafYGip1d8i2q4PgciFH1DWonDSgThkmtie7LU6pulSTpNpigcKHycJbSKpcrqtFoiHyY1Ii8qTPThAgNcqUEH+Sq9oE4C0qCyi2fpFPfLTGs5/HgGogn86lnGW7HTKAB0byyahz8lYPwNqI1+XWc2NMml7sQw9MmjUbDk2SCYmMiE2wIi6xPKWHYNhQohiBY/wxRfqMvQTkUw7rdFvkMYFEz81Rqy1tmqP4YNbqiJMEhLmzzaw3fjqAx1bWURuNBk+6M4DaOqJKsDGXPhFKtjwxLahrQfPzicPYYycOi8+84Jf6tEsE5aGMEce5OxsCVyICcCHUOThTbnZO2oYCJYhqNhwrFIkmkDp+orCRMZCaIr9OJtE6WFZ0WZEw1YPTWOLw4Hn4Ps+jDAkdokVSv+DLaWlXZhv26K5dHxrGE8WSicPnClYW791Yw6exiG417DQdGZstBKFQkofOieRcHTqt4t8xaHj0YClH02x1qpU1yRE5HvvmoxhJXDG1QaKHYjKmOw9ou0YRLTgGGxA7Vo+pKWaWx41kz4jmIp8J/Pa7RaIiFZ2IG+RHpoNeCIDkmMAgwKRpTbTHQ1F89VWQ69v6w5oM00ij4B8M5KKB0/OrK2qPH6Bda0H1MxPCp3J3NYilGnyVb8zQwVbIjXZJGo+HWOPRpKpHPJHZBclYIE8kVrWY3Z0SxIl7dif5DdJYgUA28v2DsyYVgswDPuqW63Lc7tEXzxlxf87aWWlO50HhxghOaLXoMTlXwPMUPrw9NxEbjweM0Fx+op4yonSDCIy7BzyiZtLnYzA2phwRXHntNTETtzkEKvTH8KiYUFDUXmlRHtX4gilpLWFb7blVtPwmxYDEATaUNXoUPeLr0f0DTNy3YaHiS9FA6KS8hIAlPv4KF6GbSy0XgJGUCBl1bTODfY9AGayohNFyPq4YNgb26Yitxak6UYIBKc31mH+JLIG1qVD0ZzFbca62Wn2g/07eGVKLRaHi8VNlduxifiUB6weqX3dJLKeNSvE8JIMCwYKrSlufbMwcreGdQo2ve1QydtO6hf2Q86i8fUmW0VGbD0aPvMShwIcmZX2rkK86MpvlXqtBGo1HQxTdDA94/FoTLj8Gg0CinTkwZGRJkEghoVI7LXpl6Pxym1JuhbRSf6GDroRmzmopHWz0gE4S6cpJBnRahE0mQM7/QhPK5y6zURqNRBXJpEorfnkMrkxwNpDCKy2yLgBPlsI2PnnrdeTtk2mI7dsk4lgfhSxrWGNLKmHVVvJWvkk+D+CtXnSq6viHnwF++SCpxLHOj0fDA4khiI5Pr8OrLX0RqRZ1BtxUzVRA8XcykfHdCz3e+AwkeZUP03WPkgHTZQ25qCRNwhbaq5XRBYw3lSumzBRDbD09ahezNZ41GQ+GXJVRpqcSZ3AWzMIohRK2QX/Wq+tMH+Ll1WW4NVmNn9lV9KBxqI94KY9MHRbUqO7IgbvznmDNQlCSDRV58YERe3s2t/DYajRlQXJwsqnypmeHeVUJJNqch4qzKT933QfBcQ9wQTtDR7Frbp+FAbExl0Fxh4UPbPt3Cl8FGV1d5r4xkkxnFfFqRNPuv0RiBYkRZCuKEway8RBgS7ER2ORAieEX15WLYMHDB6GmjxVfWF5MIpT5MAZasupIeGxtD7GrDY5+xhEajsRkKEv+b3cCnsPjGg0KzZcvAwpqzfjoTeHpUtcNR4YvA+OpE1XuyGOIpK5isbXPUjoBhEl6WNk3dmGw0GpEkUlB9S/cQ6TiQ7YEZ0yhJ60KTjZXa264pFdNaQvAz/qhNVdU1g7DRmADCRHkKMsV3kWC8yyHciuO2TkZvMtzt19cdzT785xMfx9d/I3JfMjPZMdBG8u0rlDVM/ugqk8SA0VkH2O1N3TUa2wKBcu8X4bQVn+bgGJcDXzqWK/4V91js7ZG3opjp8d2e9rlvRqvFxXG5qS9LkSf3a77xolIug2gWNM6JtkCjcZdJ2oxf8phj21We19qFshT675iMh+qKmWxuY8lXs4h68xF5ouzTIDGqeMzDkkyemWKlvtFozEKkLpkWGOdC0HIprVBfiNyaUmlMW4CnS6h1Xn8Y0/o0jQ/MtZiPcTqsFjw9OVu+qKLRaMyiENFrkTP/NvUqU8L44EBjVCzAfk2brWyozLjLIpPHX16CZqu9/GqcrRI3Gg8ZlbYoc2a1cPpPtnXadFQELaF//PHNoiYb45I+8vE6QRjxnpRMs644KTuTpvwajW3gUwvmVPEJt2NMmYGZJN8mG4bNx6in7EPr4bRP18uLqTp9vtrw2imvmvfFmyz1DHBSYoNFHpEdzFaWjUbDZCtIILfBPW53nJIJOF2Vw1ZU9Z5p4fxboGtdzOCLTgOuLry/KKOmG8UIh2ew6lT6G43GrkBOnUDJy0Xi42/2ObghpyKCt1sP7l1rIDrQ22nLziYT3JNw7vGZdWHTZccRigx6MjMAJ5bqs0IajcYsIDcimipXfImxvHBEJwHl+bghbRZQQTOEu4fCW1mMaLbFGQant0rbOldpIUd4DNGnLt7Q2Gg0bkomfvJOkT57B0LFDtww9/YgCONfqiR+QSUz6vhhOCUabKnFBm1XtC/iVyjRkvkbA+EcZDbGwhuNxjT8kiylTGRIxY02YbI1hjcH3iUTEFU9VG1ZbgfjD81XKLHVte0TbScuNwAe1Ca3AKXEWJ6/LeZwB9JoPGCuvQSqtkNIJtKlGdgkMVqAaCu+AyYjvbcAW3EGf+WmPjdPKNB8TMltS7w7YzSi0Whsxk8smTTyJox8qj7M6wuHNgHvxiAbdVzTtis0GELjANZ+otYrtR0oj9Qfe97OWkqpL23baDR2JMgcJcxklSZfKaxBHLujvBLwxCWb1cN/zv8NSK/MkYNIKq22plQEpTdpWe6C/LLUaDRuDiTNyZ3KGGR4KGzhRU9BwPdFIep3wgJko5mz4Dos3Vp8SFax/4oysgP3E4DmzLVljM/KaDQaOyBStOJG5RS/FYMF8d5I2Qu14u6wTK/TrKpaytZe1Tfp+DC49U88ycqOaWoKtNFo3BjKmJgfImMqwME3GO9Ggdwjc8s8LeOQK8AD0ttbdItfcVTN5pg/LrarusxeSnEnLOJG484DqXOLHTUDEOzbADxRcJQbDpT3Dy0r90nGm/c0vxZUb7WoFCXWksDETomHdyEp9dBGo7ETIlBQefIElklXMENy24WDYHMen5MyhpZLWS8v6FehvVJV0WLVeocGFpVphjfSuhfyMKbMfEJN0GjcE1TSAGxAkVf5MMhw3IY0TQAFvgFhaACu0+VBHPozcs2Q5rUo3WjLx9Tr+tJJo9HYMyqp+E+R47aDiQNZdOJIJCYLecDUDMDUXOLgD58Zrk4o8Ju+llz1HG+DHrwCengVajQa+0aEmRNYlFURut6Un8xKqVv9/GlU6dLTHnSE9qq92Jnze6EpdcsGt5dp1WBEa/tG4yDocI63n1HI6IFKdPIGJ7+Mzm0zAUexz6KDqK60sYZNdp2a0SzJ1fo63WU5zDC0NxuNxr4wicOGQzvIoQRkcqhWYlOAo/CTcOY0RRbaqmyyNYzCEGZbsbhD2MgifKPROBAqe314n1Pl1t0YcjwV6JXCHcBZddda+UD+JBzCY1R0LFPuwYujm0ZsNA6MyhgXf9UGpAzif5LK4BJBjcGHZ3RXiDhiNTbTJTWHIXBWNXc90StM8Kdwl34w3A0j60ajcShMykyMKY9OJuOojgmCw7Yz2CJpwe45j0/6EkjHz6NnVY8xti05nlndaDRqhIkr3gFos1mUShvKRQE96qgUuzri3m5Gl94Hvay/SLG8dsRDWx/hJTuNRmMSk0e+1Dg+5wU3DJtsPis5nQhvZH7KO0y467kffmHZrXsERxrqPojGaTTuBt01x8NmEK76s/UqWxNp0joKrGe0TocGs4BEXCEGGhvbUbVma9ZG45YxIdQJLBVTWDJrDIqd3Redtk0xDd4r2S1VD3rYolEp8ut7oXmBtieuN60hG41bRu0+/gYphVjSCqRPcKrwfsLx/s7H2HU97OVc/9kNzjFMVF/wxeb0JmKj0bhNOOaNz6pSGcrnfswfg4G4fcBdYaTOUffteEz9quvWffw4HK8l0Rkc3IYLitmF1wgsZw0bjcbxUTFNFp+agZRjjRl7vcmdon4IdoDxULcH499+fc05A8MXZG5ugtO2Tfc1GqeCDsXUNBEBFfHka030xQhBem+B3TXTPJLu23FPbCHOAwavbY3CG03sbIrBsVMVGo3GjaDC64Ie5I/OBOJvTR14eAtwbAcH3XFUWzvqPtLhIoHRr+YftpME4CfEo13bxF+jcWqY5CYBhn0S5ZYk197Rosd2cAPlNAcWLzvYeT+yDCyuWgEMC3sQ9Td8q2qj0bh1kgLwcizug9osqhvEeWT8Ed+sAlSAI1YygiUiWNH9sj72bTQat0uaApQfnaXqoP30GYe6gB+CY+5J/4lzd7gIslz1fEG+/SUth3J7eeOEstZmHnC8Y240GjWcZSLiqIZfWt68Z3jFd0P1w6tEAMWu+SghkRtiuhXXiTVyhUtJmwNsNE4SUQNq7qnASkB6yEvVxA2VxTyOshPuhju68c7SIx8eNOS6P+NTIhawgvWnzSs/jUbjtKAqMMNPfp0yDBxJNR0DPZSbqz+b3iu4RgRGxe5xj7j+UdWXjUbjFFDxFKFWyc5ejLAHjXEK7PMgBmWt+HQI1Z9pv/s6i9Bo3DcozCqv8qvKsBTgfWmP7cu5+Z5Rwp4GvoZ7LbQgE4B+5nRqFnVflWg0GvtDLBcqv5U+5Z++fga2ENpNSbeXf1u62A2n+W5QSkHx5rBuNdR3bcjbaNw9KMmQbt7WIffEFHK8UYdsSrA/JTQH3Rt/RQ/eSJM6+vQRYA57zdloNO4sa1uspMYTkba3PZW2zeHEfaLkqZ0ibiSawXtVfAlTe8MvuzUajbuKfrMCKm9UrA8m7wcpWBWfFL1nHSiLHf06fyPgBg5yiI1GYz9A8cXbN9ajU1h3RoyDyuPv/iu9vl4XL0RtNBp3m6VN+UGw+fzCnYc6EMeif41Go7GBuO5Rf9Ih4d6BvJlsAHokZeT22dRfo9GYBecB5QaYDVpjg348CdQCbOqv0WjMhcu+fJ6Vt8JMIJ+Um8GtqZ+R9y/vgW0PqWngRuPuIPK6UXm0l3zOpKm/RuNOEdY/mug2Go2HBzSfKL+mAcG2jaCN15qu0bizRAmuyfEgrAl7JGuK1i6Nxh2lt5uiq0J8O5J9G3ttOqzReJiEVY6b6IB9649b1Udb7rzpzkbjLiN30OnfvrjvSiE22H0/0EbjARDE+Cbi/LBVQVOEjcadp4lxo9F4kOijZHUV+AAUY9P9jcaDp6mBSGuKRuNBISI/88XvR1YPx37XwfS+jnzwjUbjeMwVb6Q7riY4Db3TtF+jcb+ZkvFd5H8POmNqhrLRaDT2xobR5j610FZlHUD9ocgDlNpoNO44x9MLTQM1Go1Tgjqp6SWltUOj8SBpoq8cqB26X/3y5//x6T99ij/5+a2FNxqNk+A+aMD6Mcw9ssO1QPfjX32a8xuLaTQap8JsDXAflOURufwNVN5/2L//Iv+bAmw0Tordbj7enOe4NzWfIn/9c1h8f+z6/ox/Z7+hHmwKsNE4PTY/GhITBEfK4VRd03qJb37+6X/8vPvoVz923Z/++tlf//hbKMBP/0qirj5780b+Xr65empO/F11L9+kpvTuqytz0dH/7I38u7pCAu9881TS9C/fPP1ZKvWlBDYajQk2K65BirEsKfx29OFt7HNI90sMf//y8//z00+77q91AhAaUC3APzyP/O6NOQDdP5MEoOrunj9/1/3Okj9//vbsZ+Z6/juW+t/ehkS/t2AiOUtevH79R/l9ZgGNxsNmvt6IKV2WPLf3zS/32By0Zn+ixvvLH/HzzZq/HACHIfDfPP/S/lHp4Vc9j3+dlN7yf9YU4DV02zsqNc3w9uxtcP6BpT5//ntYiExEBagRX1YV4NNPzl6+uu4e92cfXFpQo/HA2UUhpDynq+iqHLq6/+M/Pv3XT/8fDIM/fdrDAsTw91+hBVUB9k+fPoXqusSmo3K7hgNcw30ZvtD8vnPH8O75l++++vIPTy+Vp2e/e/47OqDvfnb2BxqWv3sLBfjlu/4pyoSJyGKliCFPP+iuXi3PftqGyI2GcRitsPtImDm3zJuSH1rFTSNrHrT6/umH9QvqP2cBks++fC62F6y+N1RTVIpvvnRWX3L30d1/SePuS2pOgIC/ef57iaA1CDdHx1/9HSzAGDjOyydn3eM/nj1pY+BGI3IjrTGtfLYpWjXfdpVB6ukKBLYrdkd+LlYftV7XYQgM849upwChx7i9wiDV4BxgHJAW7r8TR/f8+f/9f1nq58//5uwS2lNMQ1iCZ//9y59SrX6Jv/9XUj9//veyrfLVE/y8fP3xx00BNhqOrdVDpngceSB9s5VaSrSel+H0kEXff+XPN92vPv2UY2EowV9a7NnZP9i8HixAm6uDAqxZfSC6Ob13Rg2nGT7DOFpHuL9//ge1Bn+G0TDMRAkM2zp/vJCWfdLmABuNjJuonBl5ZxUvmjJPua1FeLv8lurv/6Dd97S3RRD8/S+LhfFlQ+A/Pf/ys19f/X+/vnrz63+ZsAB1DlAUYP/m11dI/g/Pv3z3+y+f/+FL/PvDH55/efaHP3A43L/9b4hgYliAU0Pgs8ec/bv8QD2NRiMxV9VsSFdqsPkFj3DD7HsoYC7/C+pOdN4//dD/Krj/y68slkPgaAG++PzpR59/9LnMAb57Kisc3n35DdL8/fV1111jhPuu6/p113fXP/vy+VtZBCb4Xf7N859KyU9nzAFePTv76Dsq2LYI3GjU2F1TZDn3pnDmFpTS7W3XO3ElRh/HwJfrX/2TOf/VIkFYBOlMhYHf9eYAmXvN338T95dPv5Kt8NnfQ9e9ffvu79/97vnzs/9uCyJcBRbH1BzgT19//AabV39Sb6PRGLAfFXLjUmZPHU5yZH3Y/w8oPDH8/mvX/9ff/PJv6fxLiwT/EOb1/h4aUP89nuH+/RkUoKjML5//7uwtRr4C1GlcEZZxMtkwBG40GtPsXWlsWWC/4r+z5Vl/dAV2Yy5l1QMq8G9X/br/xV/RZVGke/Nrc13qnN6vr2AR/kwcQ/fVZ5/9w5vPPvuMwZ/9+uVn//OzN5897c8uP7NCnv7Dm7M//kwXRFa/vrqWGcNf8wG5RqOxO7e+8rBU9beCEzW5SxL98rei/z799Oe/+Y04f/MLi2k0GneH29U6PTTgql/2q6UF1DhJ3fiLX9r9f7II/K9/KXN+jUbjrnGbdiD0Xj+l+06ZX/1G9R/+/zItADcajcZDoPvV//jtzz/97d/+ZXvittFo3IxeTNHMHD3JsW+j0WjskX7NP66EKE3pNRqNhwVXQvol/szfaDQajUaj0Wg0Go1Go7EVZ2f/PxD281QoEx9gAAAAAElFTkSuQmCC"/>
  <p:tag name="PPTPRODUCTIVITY_GALLERY_NAME" val="QKh3O0pyLvJhwy5ZoqMVYj9jtOXV4O+A3yQzf6CxdRye/E1KEba4sk57MNZvBOe181EshG4QBozelcBo6rPxBA=="/>
  <p:tag name="PPTPRODUCTIVITY_GALLERY_TYPE" val="_who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/f39wAAAN7e3hAQEO/v7wAQQqWlpXt7e3vFlNbW1hkhIZScnMV7UkpKQubm5r29vc7OxRkZGb3FxYTFnPfv5u/35ggIAP/39zEpMUpSSmtrc/f/72Nra5SUlCEpKYzOpWtre63OtZzOpcV7Wlpac4SElNaljO/W1oSEhMWMc2NaY857Y+bv5oSMhFpaUtatnO/e5jE6OsWMe9aUhJzOtTpCQkpSa+/m1s7e3tatpcXevebv7ykpUqWtrdbv5s6MY9be5jpCWhkpABkhUhlShHt7hGPetSHete/395yU3mOUtRlKUhAZhGOU5qUZGToZhMWchBnejFreGRCcGUpCWqXm1pSUpaVaGaXehNYZGXsZGTo6UhmUjFIZGVqUGRDeGWsZpbUZpVrejObe71reWhCcWt69rYTFlIy9paW1UqW1GVqUjAhCGXveGTGcGZSMnJyUrRAZvQAASkpaGVqUWtZaGXtaGRDeWmta3msZ5rUZ5s4ZUrVapZQZUmNanPecWvcx1vcxWtbehBCc5hCctcWMhKWEKXuUGTHeGYwZpdYZpSlaGXveWjGcWqXmUqXmGRBavYxapda1Uta1GbVa5s5aUpRaUnuUWhAZ70IZvc6M3mPO5hDe5t7m3u///0JShM6t1jHeWoxa3owZ5tYZ5s4Zc9ZapZQZc7WttTGc5jGctWMQY9bmUtbmGRBa70JavdaEIUIZ79Za5s5ac5Rac+/e95zF3mPv5jHe5vfmjGNCY/fmKb3F1kJa762lhPeElPeEGfcZlPcZGe+9zsXm1s7O1vf3/zoQUveE1ve1lPe1GfdKlPdKGc6Mrb3OxTpSWvdS94TejNbe1qXmtZzepff/cyk6ECkQCKWEY97OxTEQKYStjJyEhAAhUkpjSmNrSt6EYxkIKZyUewgIKa2tpQgAIdaEUhkICO/v5oTFhJStpb3FrUo6QgAQWhkhMRkZCNbFxQAIEEpSWsWMUggAAKWcnObW3qWtpd7W1oR7e73FvebW5t7W3hAIEAAAALXjjXY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u28c2ZrtixKZjBaBJBJMCYkii+QS2ugCBAGLII0qCNDhwV04t4Dc5xrXobdNmdeQ0Nvff8ZtS1xt6g/Y5TQWjkfzlCGjBAEFFASUIdRSF6QFyai+FO74je+bEZEPPkU9qhQjMyPm45uPmBlz5JhzRkQudejQoUOHzx2VXh06dOjwWaIjwA4dOnyugP86BuzQocPniY7/OnTo0OEzQ0f7HTp0+FzRCd8OHTp8ruimPjt06PD5ouO/Dh06fLbo6K9Dhw4dOnTo0KFDhw4dOnTo0KFDhw4dOnTo0KFDhw4dOnTo0KFDhw4dOnTo0KFDhw4dOnTo0KFDhw4dOnTo0KFDhw4dOnTo0KFDhw4dOnTo0KFDhw4dOnTo0KFDhw4dOnTo0KFDhw4dOnTo0KFDhw4dOnTo0KFDhw4dOnTo0KFDhw4dOnTo0KFDhw4dOnTo0KFDhw4dOnzeqHLfoUOHDp8bOv7r0KFDhw4dOnTo0KFDhw4dOnTo0KFDhw4dOnT4IJhbliEgA7slmw4dOvxhMEVo8swT3AmUZ9sT4jp06NDhU8c70NfJrNihQ4cOnzYs394TOhLs0KHDHw5nEpsNwoptR4QdOnT4HaLFZBdDx3kdOnT41PFeeWpx5h01dujQ4XeOhTR2Frd13NehQ4dPGe/7epaOAzt06PCxMc9zH+VKPhXZMWKHDh0+CTRkhOuilNhRWYcOHT47XFo7dowpdI3QocPvC+qzdNt2171ANxZfTllfIOkfEp/78Xf4Q+GTOJ1VicX1ODHiw9V7gV78YGV/ivisD77DHw8f74Q+uWTFxDsAB12umpdLNQUXflI+V5D/x8YpR9ehwx8en9LJr7rEezEWRJxR+5noy9FopLpMyt8FLtcoHTp0uBKc0f1mo4OMWqHz6RVSAhdGXhR/cIrQ4f2hj69Dh08KJ/S22WD8i8IuCNirZrAT0iv4pPdJOD32d4RW63To0OE9Y7avpf+E4IA8+GdtrgKZ9TvjfdTtQ6EjwA4dPgay39XdT454n4KTYk9PtQjnSnFifeZCL16BDh06dFiAQibs3w+xRK5n5d2KnzOtcuKsiTgrtw4dOnzOOJEhFFHHpWPK9sSEV4Aoe+E7YuvtLEro4tgOHTp0MEQR78wSl5ysX5joIvmcalsiL1GxDh06dLgaiIBO5qBJ7hNhmClOTnVeOId3z6ZDhw5/fJyPKS7IJ5ifnGT9kvykROdLV2vTS0nUDh06fJK4wstjgx8KHHQCLl6mUpyS6DD3JyPSz7/Pj6kjwm3/hbLo0KHDp4ar6cLSRbVGCm/tPicunKCNce4bkJkz1OYdMgYcWRxQK6PG+Y65d+jQ4XcM+r8+poEWK5wuAa8EpdQ5nKfoC/BtMZ0hwQvk0KFDhz8iTAFs9GnYwZ53wOQd07cwn89plYsD8AC+bdNic8cjCAvadh06dPjMYALQJt4ZEK4zkISZu/cKF3OeUuC2wn6lWvaXtLVLu3iXgA4dOnw+SAJIEsiQQEsfnYIwOpfph8RUhUx9focv4WDvIyx8HTp0+LzQ9PvgAvznp7/CImcnONliKkaes/M6EzNZlvrVwbNF2D8b2KFDhz8+prghqO+cVNDmlZM4UOGGVdg5mfWiWJApBbWCm5LZLbLP7YKoDh06/PGgru7+TpfnU27DMFudH8EZ7RRjshpPqmp8uLTeKsIMOIv5kIU42WxxDEUpZqrE9nGlsx2b+6nADh06/CGxsL/Pd/25kEXsME0zS6I9s6kZtS28MGynNyM2tNSOOg3nsiPXMJxyNFVNVzugQ4cOnwOyrycDJPI65CmKasFUdVJkDcWvr0/WJ+ZAyb9WUVBNCbA73vKcmWsb2C6ynwl3zi3IFwFRZIRMowmci+rQocMfBTPdO7zreSeaOUlB8Q4ooHDUmWQl4hP/rY+1XZ9UkyUNg52CjbMmh3AQnKWkO0fh6QtMeS6BJv1sTnMxsZvydOjQ4Q+F0su9Dy6yg0cRmN/qsMCM53RU4rBxKMD1w/VqnTzHwZp1PlMcWsJqPrwcFifOIktks8fV1Cd2oHa2wjp06PCHQen8LUA9kl6SgA0zmAcd6W2NGe881i0lK+m/QzknloOOcK52zUCBvEWcGTCHMwsNLDZzaES1DXC7QhkYrvQYbXeHS6DaeXZ9H8fK8uDJNo7+4MnBFo6FkNmtdJ6B1SfntWxhbTUdC3BanHBief2d5cELH+OVwNW41MGdjcj23TI/I7W+Xn/Ni7C2PDgx7gMieG2ua1fiHs/YZUxtw7YRbOcQaYdjxr8a/a5PGARPTGoT5gKBd9qwL5+yvSjOnaoYzvKvfBHQRKSr8XZ4F/z95s0f2W9vDH4d0phPB6f1glsbA5ufjb//evFufOuUJKfFgRPL2xtsDC5elZMQ1bjMwZ0Dke3azcFXGXAJnFG17VO+3tHGYCedHxFtDsiu7qCcejPCwlxXxsMJB4VzAcaH1fpSBftNWP9gBjBe1WQc04tzpYPiUFntWggnF3UetIoqvK3dTJ54I0h1s6NdR0GeKX+Hi+BldIgKmtijHX8ZbPzJMQtxazA4XYjVuDbYOKdljZVTij4tzjipvDUd2MZgLX3viqzGJQ7uPIhs98861FNxetVojc10z2E02Dgx7kSYf64I7uHOjyydbZO7GAqp1jBQS/UVI5KfVCGiEHviMCb9gviYBtQuLISST+6arNhXTnhVmK5ku5zpuNptB8c8HZLA3fZ3OB/ubmww4n2+AU2MFCApyO4EnF8B7p/bsoYyP1G8nBZ3Kp5uDIbpvAJcuhrnQrTZo8GFW+7c2N64vnGKArx+iSHwCXzzrlCmMzmbp8RgyUIZC6/ZHyC0TpdOfBFisrOOM/+Rk3Sgo4xiGdat5GzKGHkaCwMvgXZh03B4/QnvArMOlwLSTwSoH//r1knjF4M9z4ksxq1zS5/96+fVijVuXT9Z+pwWdyqkaC8ua07EpatxLuxftwL09r3gzXV9z6cowJPV4Uk4SW9dAvPdO0MMkZVcJqsYrDJmJW6K/4ADCW9XzS6NdJlJXGcQ7FCTqnkQd+wKyMKv9Bw2mS1AqywnPAth0bbD7WOZSVwHhaN47YoKxoES2OHikKaR4rs1uP7zBoPh3b3BkLOsvzN4stdeOiBgu1ZAdfTOYNlWuW+SPUoFuPVgOFge3vLXM7r+bEejyOX2msTom+VI0t8TBQ8GO+qHy7ce/bo8HC2N9weDJ4Ptqombrlh/5/qzYf832Ys2cqLvnuJJEljfHmw8GQyGOu2nKlIXMZVfK21dtNBUEZlMM0ikqTAdzi3bLahOos59//r1ZyptpEz78rZr2dRAClBJ1XLOoAmfLWhx6kC0w2yKxJD5gJ/SI0x/IU8HUoe3bpbsFjYBaBV546eBjvkK+DoOZqone5+buACwKrwlKGL9cNwMgwvwwwjeL41jbo/VDiIZ8CpOI9+AVaCVpVkw0rQ2GWBvWxY4YA6LQ88DpwweaxCB9Z5jquOnDEFtdGW4wqw+aUhvSPhtb2w8f3H9S3qo5cfLZ4PBrxvXV8JGWBP//CoxFQpoVEfnhFW1t7GhFrNVJPs5dEy1M4A0Bl5gGQ1uboe/HuOtitmI3za7XN9QF1QVVuTeq9Cbym6wUdVxUxWjNEVsxszZxuCNwn55QjWVBAOdtSLAwcaGDmy9XZGXg8HKxs2Nm5Op/Fav446035aiZ6uo1yZHrSJ1OKtUMQ9nqjqBpj3GX+vYl5a+iTnUdi0bG9pMjRnbVhvPFtSuZyt1INphJkVidbChzFvD3OYLocTvnz3Zpr0Gg0dELmwCoVXktWcK3rge4VcAjigQrsYPGLimToMKoDd7atQE4b18rPGSgHXfSNmiUETdBFGoTENUFkxlk7uZoq4MylzEFttWgbhMevmahUOmgudt3glXnN2ni8foja0Xg+GWem4lbXNdZ//DjZuijZaAkDDUmb4x+GHjurqKom8yZB7sL+0qpdpqVOSj5xKvK1mIpCUTEKG28kCbVz3POIyAjeuPdveUOdkor4EdT00ocu4/39t4ohK3pyoWpd1UAL1cAlbl7e45vlnO3HZpKny6IpHvbH6Od1oMMOFImio+10YvKUAXKcUUUYN/KE+qc1P1kdcCTmi3x75c+7nOWtdSYqwfpboG+27dv9/MNq7Dm3aLgpxiLnUg2mG6aon+i8H29DzfSEa28jDgsepPqqaNZpuAYtpF4tQ5oSPLDN8JdU2Lw/viMZWtxzIsYfOMlJaZSrtKgi8C1sV0MfVHZAP0Xz0ejvSka3wGmc3OAM54z4MTkxSGYxtufWrr4sj9wt17wPvL+dPCeE/6SNJmE731ODZs/7SFPtjJZpBk2Vtber6t7qLOWaI3hox9NzSmU8jfvUYqXlD4l1spDUfP3KcVxATjSMm/3F0aqd9kL1yLEdmtwY6Sk608Mt7Y3Kr6WUxMu9266bh2xSRm1G2fb29cv4kCfILyUQ2+fE7ZG4Vh95/cZGJLeirrXCqiInan8ou0j65v3HyMuxQ9enJze6tU8c9RjZ89wZmH80h5qs1+kUT9+1L1kzgBE9C0hzw/qbk0klcmTS0Hx0u/SX1Rgz21pdS4kl5zBk3NJjMFrVx3ah19k7r+orIdplMklHBLlWkToBiOL0R1VujL6zfh57+r9Sim1QTPbsa39I1q3xQ5VimbapqVwY4l4zuhqLdG7kz1QI1+g7sqbt7QaRtX7zXI9KGj5GZfHa6vK0CfuN6lKvKvLQNlnN6aHLNkduWjkfM5cJrRqRk4sjn0Nlph09Hpa6dalL7DGdCotpIu+JMEwPVHIQOXNgc3actbG4No0vXtvRhLDTcGf1ZfjnBHa8iln38JrSbZj8pRIgnmu+Ut2oapxZG0AsQkfZIZ49pkUgyksbrj9ei1+3RrySJ1zj9bFk1VbHvgIBawVbf9PZSP6vdUYT/VeS49uukeP10RBBJF6HCb/KbSPvqyFH0EWdZV/MHZKBftqLxy2RoOoFsRMVGVqpMKsOTu9khR5gnWUtKKslWD05WzLclCmauN+VpKOO1WF3R4UuqAUoub66q11vSlR3+kcdtzgGI+2uGxalYtPVYicn4RAr1pgtEPrW+pLvLXCYdELd4d1L79KdtEW7rFFcvwmQa4U1aG+W/i0bEcoQDRf3LUWWhonA5B+o8x8HqWmI45MkrteQrm6zKHk00ypvwMtDAdEr6Z2qW3FTadqMNpkNR4zGdpV1Sx60VCbTeuD9Txo3uoPV9c3/OJ/hvqZFeDM0dfJxXise9kfY0QFUy6xzmTJckTOXiOUIohhqYxYygcvlDXGwxDQCB6tEMB1vei9H9TKco74p63KjZ+EbXb2nZJUnqrS/3B3Bq2xBoKUIPRqYpEEe0DVdqmWKCifyCtaOf6TBXj4JB2pFAFHi+NdSQuQUoPE8Ezl6U9PBtwHbU8VUu1GRbU4GkqQGf+XMZZs74U2A++O8cFqa19wSYoLU79M0i6slbhrkwhqGpnsCfl9mxaAQ4Qp+K866oRifA0iUoTqPX4lsixXeFDfQV101wBmm4cB1gOs5ATNDXhGX7mNNFfIbKaEHAUOghl5+m9Ih8L2gpQMfIq4whkOz0j6Oy8/gJVvjfUR5Bo+6cCw9O4jHTWDdGO63AqJNX2LTckMIajm0/UBR9ubPxwc4MJrzK5o0GrW9RCqtrbuPnE0cwXhoIcaHAEPe0pQr3iEXOAPyrLm8F0W1YVUgzufS1h8lQUSY+inEYBsmqLa2cwuH7TmiXiUHs/RMUeQUxZJxSTFOCP1Gz2oj8N6CjzxQ9Jua7IsTo+RbTyY57R8ixA0XRzpV1QxZBqVJT+EpdOTjWRkVOGag+vKuyKIn34uyopelvalKbWV8GRkMHunr+BCH+qHw6q64Ke7zUXNlJ/rFRCmYV7NLjO6HyqaoaC7rNFT1eD616Vfuofl/KFkMg8G4naTfD1E8qgkKwwvkcaNNhRF35J1KSVaLsN2KcmMcm+HM+yGR+ysBsI/eRzpw5TSgbCpb3n4Kxx1JngIo8SIDqUnmQZ5TJQLiWjGUwfs9Dy2hmbeaMmpB3XGBZHO7bDSdiS8Ptxz3rht8He6oA14efM5D9B53nKyhOFSTbIG5TNzZvXJQ6I3n+y91TBOmX6ewqMiLVUM+IOupSFl5SMZASe9VoY6lu6ZZK4rmJrBZg68eUzerdKQQE6uz6+QZQ8qesUV88901Y125k5T6/FLKM0jDvGVlYktE6fZQsdKQcqKRvFAqYM3c1JO1/FODjlAqFt3bZiUgk+1DQRyF01JTHNOLquPKlxu5Y+ouuYqM1CWDrzhyr7eiReaxeEAoy6gyY1lTN+HmyIRJmdk2ddKY4jnHqlWhwM+0i6jTuY5RcSQtPTpSTS8dRNQNEVqd0EUaRf/OapaWR2PU6TS0DtEe8WwudtUGMlGVd/rZDf+iGLt1KAPNCg/GpNJUtwyxsMdyJ5OTWxziXMGmPlM1bpcs1IyBbqsi6B2bTyZ1Chs8aibdt2t0CiEnWCSYc5IPz2vDT4SLSwwayVfuXrPhZnwzDXba22Hr7IgZNR7Q1uDb2oQbKgO+HvWNZSry/hVaEAD6ChdQU3X9DWLRYZ1RFDytnKsdJUw58fSxYp8z87DpVGDFgvdZJg0aBP5d2yIiLpykrRPcyJKfl4uiJoHeye73HpT0Cy12lvbYqbo+i4NFLY+nNdRcs7Hxy5ONqKKWcC7cs5wLZWE3yFCYSqo8iSpvVcrv+q1D9PfQXtgp4ylefUv82mDsQc4HHwVhFzQFWHq+CxIeNYYmTmL2TpBTV6fDMelBCJ2q0v5LdUqciph2WM/6S8ojUviFaS5LncNNsS18CLGXY083++iiTs4mrlQlZpqn3VvoSwDQfDbnLwmCznI79HzlKXlUbdoF2HeZweewFwED6a4jop5wyfM8i0uZ2J7LAQ2/lrjtC4bgrbkiBAoe2UGW6uJ6bjb2kU9yerqCZ6a1sEytLqdLJr1mVFDknVqD9LcNhg9Ox6iq21lSH96+/XuRE5VB5W7vsSSuyVtFaAlMA0vUuQUMF8V5JEJak8+X4abBypuuKIooj2n1gLqSIyqivyLOhl6kg8wyaxq7Gd8qSCLnq02a5ilPnGhZX5tB0yKU3EtCJ7ocpZymgnZQYDSZCt73g3oZbr7RrIREm9nWpLfTEcgwriKuqfNtwGc6kDPz+JBeqsWuQCrOEsKhulyzdOyv9y2MuBFWAs7Pc3+I623ATlW7KCbRVZwp+lFr8Isqcu7sE10qoA2ZfslmPccqELPm1h86A62MymLKAUJpxD3gXiRRa0onhPuUB+IlgNrglxnjZrMFftK0Q7b9zyZUAJny57pi7x24HD3g5nQpohVv+ei97i915abNhf2teAKfXDI/XdNS6DsUb5cXB9+LiO5lqL6AA/tpLFHa3SLoNb46W1F768kLVJdeHnGne6GHrgYGNfPOgcvOJY1bJEQlOaihVQyaa/R1y7Yn9XnbjuRB5Wga3NIl7DXoskoNpR1nRFRjevh/LhSEp+pH0qt3qzZI4CVLQK5WrEVhVVmedZmPJE0C1tuh0eaWy+tlTtxKWSBjmWdpJgvf536VBSEH5n6Y355EfJp2IT2epQaePWkTYFITJvKcWi1IFHv0a7xxfZUoCBp1O3wsmMBRquLJR5EZqbJEKmltZvmkDN2nz5Rwpn+u/lD01zXwwLUi0IKuTFI5yLW6JO9MRaiH6zCgXETF/lGF8m01zhUtLNIImNq2QOeeHhohmeD8Mtc3CgXgsvgjnjkM+IPiHel/Hk8RTuw4O7djYfUPYNIn1Rkh3OwEi0F+uK+um/zu0UGoD5DjLfe2Eg/a4r4PrGTXXOh+ocgyclelfG0amYuHIyeWMohiRTLxlYdyE4ECBYFF3C0qjzVQ9HI2lIJ6uUZ5GWZeYSp7IcRMmSP0rKTBUlhXqqMt53hRgiNNfSA9BWRVxEcyQqQgfttKIfKcM4EtiCBwhwDy35qBSmzaIw5cJxb9324WQTkYPiDNrjGTN/pHzy66aTi3+jloqU4b1iEwepkLjIsN2WKTW3tp/sic64vJrkLHZwVXJJHVAeKMBnPzhE4pSftgZZ54R8VJoMZFbirAD9fCBKISy+JW3kbn/52/qJ4FAsss+Juke6gzadtO3zPrdJUnhaOixITiwodsoLV6LDL/FkK4XAeDGm1ZmSOSXMmgYMx95ThTwca8xo2RIwloWVkNXmcrvw+TFd4jwWx5erGBWbBo0rwEHO29SOgjALZ+w6nAgmzmIm6dbGzZjHgr7ooc3UzmNPHl3/OeSNRWMd/ZNXg8Hfm2Q/573AGlgCmx4NNn6SilFH+nuZRmJpVDl7zfL5HjcVVNIVsQosiafIL5WYXu84lazkWbIUi3L+csUX5YVuyvjUd8JWPYn1kysSWSul1zunj4QhnjzEoGp/HVD0Fu1DRZwSkaxqSO39GUEbWf8UMuux0l7fOJC8YybTUHuo2teVO6wllpQio6lVS+dIHRqbvHZSVaLlWm1ZpJlSa4BP5aiFU0ual9SGjpcpyMcbz5xC4pQUDYqYDJCxRtTKj3VcNbzjQjaqQSnkBV8NFze68bLI0mS7ezSqmqwUfyay64ajQe1OFpvqt3LaN8NCZizR1LrXaRVQLbEibLGHaJNsi0zWeQpgG0UPxhMBuaCGVw6uK9MlF9xgFyoTJejIBq36nYgzbOajm0apXTjqRpkCgY4NC97apM+uxMLUHWqgtOIXfP/6zXIp3Eg/7oPfwm08ly748rnUIjSzNJKy2yg3oEpkZaqll+o8G04WSgTHl9evf7lqA0mMbQ2hNr4s+k/YuqUenLfTM8byvcA5SfVoY+OHlXHMza2plnTP0Y46ZlZMdbp+a+uWF6OvXUebEq/u/HOpj+uR8kQV2Rj+bCdFZCfgSMqBvuS+2NCOKnrjFpcYMkV2S1rzywhf27g52GZmDJmV7XY7JiaX+spK1SlL52AN7cSaiCoJIymJZydHX+ooUqXKhnRy/exjKC23Vn8FpaCdwZ4LimPEJfftkjqg1MpjdN3TeSlOW8jl4YQzVtXiC6mLiUT7+mJ+29IB4Lm18eTmMCvc/vJ/3Lheh58LdNBm28YJ/bSWb7MkJvnnIau4i53MxvCVh6uiM2tEIiZcGD0LkiSpWfzZBSBQjX5RlaJE3jk7mPEtnFDhS0Oc1WQpV3gKo81hOmyBhcmwwyeEomSuBre2Y6FDkgv98rHxW1Od1MOfPqbvDP4QcHf2i3fAjtzM9dhxjldn6Y83yPEsNIXjcL1+QoKyYoAru/Fcrl4gcQ4ygf+KhQnPA2g0oN76xPSgwueyuQROySPbJRDO+MBkCzhwYVZNFk6XVgtNO3xojJ4VNXYV2H9maShWnVE5Hwf7UmJMpEnafQrVORem9eCHQPRmOmT0yeyZ7MqnhAn8f3lQn7VeAkmWqMetGqUGC4YqJEgfJCAcGCEtoOhYJmG5w5SXJuzI3BmNRYIyggKZK6wLPQVN1WvE4WbEgviETLJlysv8FQ4btCiwcZVIO6dBWCb3psNHx/QE1Lti/AOzZEyU5Y0jHxdMpQrXN+Imk98Fyq05HxAsTIhUokNmrzyhc7ZiG/JpU1G998SfzXEE0gu5NakD4Uc7ehbQXswRjJkQHQkLwo9YKc15FWBjJeYBsTUNRegCYMQmvVNWtZNMprEwrwJFNklPN+3wQXDFguP+YGPjyZ42n4biuqWaDPT6/QhAZv2u8BfpfGDmrvUol+yZ0T1bnTSdMQ4Nt5CCD+AMxgKOaM3l5cwhY9lWplNQknbu3GAXLgdAs1Ak84BmP6xPzmwhktOyKqdxkOIiunwCdmlThzQM2BgFZv0CQc44sMCiw4fFVQsOZuOvN49q+dgY/cSC7idTnXPgaidlz4NDSavkqeif01jQWVucZ2oKlopAuf0OXz37J8TMIKTSCqzhMDYNg8o43aqdCY+KehWECcBGds7V+WRQfByl0xQySu8UmrDcz1JdHd1EGPaxyeB2bHGXzNtxHTp0+NDwBXUWZ6agwil172enz1RHrT1NEhPoBMLSEDcvUp6MS24gyMwG7eA2zHPs7SNJzh4G41r/kbjowouDw4pXDY+FRWEtFov4GVpLTKW2g7pNh8wnLCHOs/a0th06dPjAiM4YV9Qxjwf7JOM0fdTdfaqTIsPCAQ/5E6qNy1wUOPHjsVq3iAQijym2mIESJNEZlJJ5iPZ82R+D30NHyGVbQH6zecq/sJhkNR1VKxonCeDBCJCDd/hszjbbwm6HC8VRB4CFgQ0UPJV5hw7zGHdnxvuHb0yDZEw0ZcWh5gE+c9+CaMopICAkWo5ZWbrVq/IQdRLj3RYiG4UuvIdNiMUNHPYGF1KK/DEZKDeOUIFpx7qwThVV44Rsp5AMF6ba8m5RUW2gIMJbEbbN/VRwO2IerTA7p7Kcy6lDhxr84v9ulm5/hyh9j17oC1aaybepXjvbR81LZfUVVopUaDPuBYb/ImIaHmRjXtZCZiBWLcwYIjS1X/KsfJaZfvRCK3PzIqLQ58rCnKcgC4yK4SIKCo4Kq+nY8NUxTWRxNQYzQXOIrMvnJKsOnzE0gmqf6R2uHtH/SueLxh6X5WAi4IKZvulIjXXtOVzyf7jxJx8a+8pSg9/Z7yx0XZBbqrlEDpwN30IcTu9MewGcyiIyrmWi0kKUhIv+yMqPiDkD05rOfoXMBIYV4dECNRyccWHA3mhcBRkyFTGfn71TNh06GB5IpbvDe0Np4mAfbVuNHh1zvnuKhLQV5/hHaszYV2GzxGXI1BOCjg0T5+cZvRrxWxchZsWwTMgD7WWCqSilUdHmP8JNZ6dC8WmCK30Z0iACHNvEzXPlNJ+Fcy5gnkOnUULmYzp83uj4730iunY1M8vAFJ52MQgNtDtmkI8seCZzslrwUX5XSYN8d6Ik7aEneRrLeDyq3M23i4H39SZzKeDJCRnS3CBnKBsVI/pTDm1BeQKm+ap4tI93gAh7CCxzgsZUkkQresZTcIJFuLSdDerQocN7Rt3VCgt5LwYhQjzSXoBqXBBMJPBcX81gyVj6OEwxGhkzIRhEVrMim/lxKuslrZxrVwtByy5V5TooEQqQjV7MTDYktQims/hMCTMA2Tk4HGkc5oEIDae3QAfUeBIlIPet+Hb1Frk6dOjwAeAuJyqJvRWfKIQnjso9RTFN75SDyFSJLZjrRASh7mQAmkk9kHQ5I+0EZg09hI1SmdAzHyqBh89syVGEyjP09XKyApOfcjURzlR8FqodFSyf2LT2chTuw1McxQB/HdQCjdfQemOBy75WoibPhPwZxG42tkOHDu8B6mjwlVyik2QNkUj82cYMxZReKWuRk0a+c5exMBjWu7AbE4SHYio5CCDPw5JqNm/YcupVOxoy44/UlT8lLGA4GUJ/bESj01OL80gNN30EEVZcNVpmYVG8C2yF2fhpZNjCHXucM6EdOnS4erijmiZgE7nhQSEV27xGiw45Fs+x5pEk1DLzNTTirOSedVY9lJmj4DJHOpc56gyDMHLO8yKO/05STD2/NxtPwkYAhpadg8ql6OCoViXCWQcovhXZNmzkX8u4Rq3/SlgTd2KaWWTUKRYdOnR4d9DF+ASTlA7Hg0pFNAv7H4HouyA4Y05o8V+Y4YLOGLHaY2qDLXHEBYBtBsMUC8L4zAm4vJ2E6/xOBuzIyxr0NEMORUy28CALYuQbVNgYRliDtltoaLfk3iRnW38iqIa9JbJDhw7vGdHZtC1SKXueuAmSCs8M3JeDyU6EBqhT8WHuEa04TmVJE+bMYUujYcXAFeaDfmdrwIPxtWNGMf8c6QR46Av7nWYkzBMQx5aeAvtl2UwC2jGbdird1MEnCc7az4TM22TIfMTnhb/867/+079e6vMpvcvrs3t/4p/pV9l433613/+5OHjaMxX/n7UzN7ycDe/Wp/2Kd9nnO3ZtA96zn2JRrBZ9/P6nabtFAQTF9p+ayHClJ82KM95Tr/qtV/2eMWuym3sVB+9P6OMX7ySqDh3+2Njy258/LM6QjMLZFufGH7olO3T45FEtbc30Z/pkNRvYxtY5GWDcNpu0uvricTXwn52fiOod6WJR8kM/z78VU61vLR5sUreJjJsjWVDZc4xTt1yaM1lc0qJqdujQ4eqhzji/SDApc1t08LkuupUrF2fB9wM3HJHX2CzMskB8ELfzhsUWdFPQXI0HDlsx7wjlyn156RMISOc0xlx501zet9Aq72o5HZMx04dqnIXGhycU36FDh6sFCxlIoPW24FvnL8vpn6lE2lRD1zxhYWQaGE6WxlVNGPEXI/iie0/JwwSryrZ3nIqJxF58OIsUZLR1ttU8+Cs6HW9LoJLHCfkcqsFa/xOwCOetwSEUOPvTE1jUNJ0u7NDhiiHB5QtUJmNtq8pdcmtSqYcv7OQSZOC89Gf4gkAQGot7N07kD+7/0M4fUVItTOHiMwBBck+Ian+W7SyP8MAYHX5rRRtnHuscXKv8BWhKaud5Xp6yCDwBU0/NbnCeZ9t06NDhfOBvP2qWKYi7K6CqmRgoyTiTjdomefUz+WnDTSOnXJaikmXlcSGjbPvkOrPAKeF3pvUMfLht/ossTs4GmepHDbZM4qCC+85bgdS1yL31OVa+6FF06NDhogjCmZJ0XKVXnK2Jsa2Gts7smq11jHXxXbiquIO3UMXCGbxyoTROSgnHIsspzBDkyROUC7VZPEjBV3wXUPgp41zRH3OTM+XY50zaVHoigrND2zIAd+AUfNytKsO6WUyHDh3eFXW3o1+VTsuAuDj1Rn3BBG19dFYXrON9DXK5000Zj+fveptGwzkqD0pi1yp5MWb475QKxhOiZxA8ppZoFeR/xEt3jRatq2JxtTaLuCXcKVzAmZS9Xg/UuUPQjtlhvkow+UVsK8eFLN6hQ4eLwJdfRJen70cHY5EiA+nfdngtN1xAjDjdUWfQGrq5hCYt02zpPAHTSb0aspAyZ2owa7IoidFSsQ0OzbAcbFM7arqg5Jp6sCy/HuMWqRbXghq0gg5bPwQqqTX4rledQPkq6tiCE4+vQ4cO5wPTeUkH6n/RlcOfofzBbjKCQsrTm/mc1v8O12s2wEwZXGAuq+bHZAQVeTrZBmZNTk00xyZLYyswh9fpPCo+TXoyc4o1JuJKaekyP+qDzkZYQLdCPbHgnTZTvwwNH7KzM6olZwmZmzDs0KHDhYC4is5U2MaLrjUX4nBE3bH9cKuTLlwLVGXtsnly6snzcXNAafIcwMmYyogTWlxw2upn1Y48S6DOI8poGEioXOtS+CLI3P+cF62oF8bkwUfOpL6pWruaql7J1g2ubJSEDBRSYpIQqUTDq5mpN47u0KHDu8B9K7q5NuqEdK7scDX9pR9Y9DQSbw71xWulfyqtmSR8QiuzeSRxqUJQAxTYPGI1Lo5eCB60FQ6IS2x4ouVC5CJ1FJ50k+vfJ62+KDJUHOXyS+F/w4MDSeac6kbKgwpUIvl0GqRUMvKTT6YN3fkHIN11dnWsojsR2KHD5bBFR3L/Ve91p7LHqHe2yUg4hhl/xNVUj26jzGuFehHItLYmsOm/iyCBZKPaqi3lko8XAeGI5aHE1eG4TdjnQTxYq65bME2WHOp1ngX5vzkvZ/sQtUM9YxbEqZA53aY8VcsF04q0sQ+b/GaPcu7yRyxt0y6gQ4cOF0H2UvcuPuqDdCiCmw7HE6sU41cGqQMvvFzDKERSx09lZ6Y9XZqpQImhJnvRT2R5NlhTrbhyOucvzw0VEJqsLjd8pd7ez0lepTpc5/aRdAZvRWXRgbRY05CK4IrnmDpoBReoxCjUn1IPA49/eur6RSFCq6E6dPjUcOGJqA8I1YzptXDwkTPepX+5C7eZz+BuESUKkznE8bYISK7SCIxlz1RmXCFd5BhYpJZOxEQUM8cICji1UN/4ksfTJJY/R8XUKfZTIE4RpIjBuoMcSrR2SNKmJRj3to5rFpRB4ygnspyyzEbjZ6HUpI7OOwY7dPgEoZ/sxU/5+ESATqFPaas3TBH9VVpmEfcJJWDxUcUicTsNfTf8XjwZT87SZjOF1tdPnw+SYYvsTy9UKs5DWaE5LFwNmS6qRV4B7QLjoFVMlIRW0442VN44PO5tZzKXIflkJsRN/bdU7ZRczwOsD6ll1qHDJ4WxzuK5E/2TgDt6Mg2yQo6sqDtt9qqZkZgCin9eZwkKFCW0Dxj7kHDQXynwNEBFLbZpl8MS8PtoTgalJd9W9iq5qcj88SqKo0H5mYvE9ATpXahJbi9mi/zcBEI7l5rBEpTl9imN1GqGdjrG0aquIymL8X4nAjt8kkDNtE/eTwjQkXuR2I+uui7xxDyTo4xCCg2aQ2l1zhpcNDJNFDZiuTgXchfLsynwX5c1TU79fjDDNsfIl4cyKysI3I2BB92rozZnmbdah5OD3QaiHlJFMzmjVrz84VMu07fwNcfTdhqkiMFuJm+NmBvbyIwqw6qzeXTo8Cnh5LWCjwqWfyWnonLu8HLWfcndLuPYFLTJaIGy5TK8onQCzkICMK4VkXM+0Sw8hs42m5KCqoovFrmyLt+wEn+tpKJ0SB70R7UJlzRufGK7WtvxlJwY/1KdODZ/5Is3UFoORsMAci1oNVETCLKN7NY2IsObcYG6eWoGpF7d1TAdOpwPFj50SXqSu3zdsw0Hh7ONVidGK86u71i5TQWFBw2UKVs5nARPFEJFVGzqSj4vM7SviTsXzrVE4CqaXKfWaGC51hFJDUJ7fj6i6tgsb6hKTkX1FEawPvJxLFwow29AQ3ytSYLpg7FFWe8o2SbdTVnWHmoNKLnOtEOHDmdBHQfio39mz2nkzUx3M0yT6RbknWEzRpFTI+DMT9zifWRxJlhhhl2VbMacv36bqsN5IMYqh3Ui1g9ZdPYRcSNbGRdTXTkbEapquWoa05owFaNj1KZIMupIEr9lELfDqInFg0QW5uNylkSdOchYb3PndDjaxNxKpiydm6tyDqrv0KFDXLRBjzdL0dNbfUqBU53NqDtijWl5BiNYRcVVcUba18kanjgLqpsym6sF7JTOc0OkOX80M4DBaIoYqprDBFqF4kR49guiP55kw5HKp10Ek8D6VCiHjyl7tBlZOQVPP2DXOrY6byHdGaddvKPh2oah4RsgMOO77NChw+lAJ3iyi70+0TXr/rWIL+apK0gz4YeaWCmpF2ZEOz4QU2bnxoJqXApn04LIA0ZS3VVrOT1vm7X1QeUddoJ/NAqgwVgBJmmwpd3NVYVOrg37PHw3UKs9w9DI0JpD/XG80rSSCHVbZnLlKtfFWrhDh88U0V1iTj8kSoQTM9PTwDyZtYMOpYlKDuQauqjZFJy+Gj5fxPuAGGIBSTBGjRlG2InxasM37KVHwzNVTY2Ew0hhdnDweleHRQXbuCG8us14GEIzgVpKkmkalJDwJq/O/DDVRFw7qGR3Y3CHDqdCvQSNI9qKjqNt3RXdmRpfYFZ7gNb0nLiDbWaG2x3e8WUwaZwmAD/u4E2czy8Cl1Aj36Cs1tJHHF7rQARmDas8cvt1+HY4j5iKk19HpbfjIr8mV1NtonaUhq4bHEdNfHWokdJwygWNT1t16NChBXqgukjoHSE32YPUJ+c70EzfF5p1k1QndQ+MTsoigX3tKbtZDpnFx+y43F1hHkFmUVForFSXitWzfRaJLIMwD4iJDpCDhKWCOXnJ2ENjBUZ+NIXTtxohJxJBZK6E3gs1Udoi7VrxoJBqm1Zl02nADh1Oxpg+VYZ4wU/Zr6w0WhdrGA0PNJjUY9mMa/FcxCz6s6NTB8Dzhbw/TB9gwLxlhqFpWAyhwlkrVbwWhFzRwlIJV/wQHSZY87NQKM0tmqmd3kEOqNtTxTS3tZRkTWSBE9c51AYCgY5gVzLAJAM7dOgwA9+SEOpPXTpUyWFZvvCn3cWEuc7kLhY2KWqcpji9Hy/4u9ypvvsJQhIvxJrFXRC4XD5+UWMhQGYLLf1aRyMn4i9Xhuswb3grj2ZXmrTQVBYRvgwTGpZ2mBPG4pWdBpmmU0bh5CgWMXyHDh2yZ1j9Ze9RT8Zbj8ZKvzQWklYKo0IB6KbGyjJPecylbM2pfZJQhb0WzIovrgwmnCOsfyJkYwXIYrFiRXyiyjIcDkTLYKwovUuTasdFg/Ntw+RoBLVbMvcZhTeCzNQBZV6atW7ejgE7dDgFpfNEJ5ePLtr0mPZKxRQZFuTsXo6ewZRVyb69igBKsk8RTIh6Ro51EG6L45LujBNE6s3R9ATYD86LMPnGsI6bQcmD9Qh3a/COnXiJrdBq2Ag5DD5tR7RYkkBiSqRqGk4kYQksew3E9Xs23fgdOvxxELfAXwZKR/c0dWX/siRpMsx+aKSr6YeCun06sr/lqmPpffTTZEb6YY1PWf+VqpnVOB7Ry8yCdd0s6yZAHCKhnAvkJhIACeah+11azi1Es7cDm/zLPILbq9VkctczqU5YJLdQa0hHFGcm1m7s62w6dPgDAv67HJ1kqugweORyD6oXPtT966yjj7UGgyCJoD2Iy0wKWtrJj8ELzI36PkXAZ6Izj27LMnZBWQQOAoSMZIgSK2YKwalPk9CUKFlJWoe6cYPxHBgoCVhbb7U2vvLPUs6hdYULj6kBDkgKrb85oWbDDh3+aHgX/lNXie6HR31EHvcU5ziJW2KN7Gst1QGiQ1qrJNo91mjVrbH71PmvHLQZrfLNyLMasHghQDGfZSLTgYRF8uAhq2tUMD6Of/0w5kgzQttM0BRQmknRLQrEXSSgU8gbHpCauhUSDCw4h7kvpkOHPwSsAKd753ngFDFl796RnaUMwBSt7lX/dXnd1aa6kfu8NGGr1811s6maiUy8/5RHwG1Yg8EjUFFz5R8ohwABci+w2Y+tmcZ8Z7U8/ZNBnGlMgYRXMRYOWmvasXZQSP274cqE0zlRqfQBnwRJkGFWWtn6T7VLb4cOfyRcVgEKoRHUkaLftPoXI1emv9zDFvTMAJ2+7p/CnMwIOqiBjlIW9OQM+aSgdjyhKWmBYBCailYobQUBwi9xJSASEBIkpggwQa4gPSybCIIdGpuINYojqxOTf23+cxK1fCsgODnm+vJ3rNXKi67E7NDhswXrm/lvvXK4v7RZCYqCpxTBI6cWQtzn6z8QPpirB85Yylv6bOnp6Ci0UpGaCzB77fX7RTX7FMMFiCm26YXsVIQQYBl+evmXA6ZR1LQ4+R0pugyfwvyDQ/srWCmDGaM56q8gW6e0HnnTMG0oG8VOhdH+U6SYFVY2crUey9Ohw2cNuoLZTf0le1ab/gSkmi1Ooj/13Pi/I8FDReQdPd/926izJSDCuKeCBVNCpwtscGKB7wOitrMltA4Kk7iaO6qn4/DeCjDTqwkIdJvQENrHUZv9w167qeO2p26eZLyyvkFbsjdo5HQmrL2nwmSRued3UGKDrTOuQ4dPGZeY0bs43FNKB9Kn9JvYyUG0ulwhswWgR0ZHNWA1JSdUJMftv6ZDX0sX+UZ3Ft9IKmVJCw91ESOdh6cuBRiwFoHN0UxBh2byaY32yyQgBFhLw2B7Gi587FP60owx9UcmDneUTIonQKxaTA0nx/Sie6lGgW2m60yL11mBqdgOHTpAJof6mLzcV9Rl5vqJ+rT60lR/m+tNxKrrB0e2s4D3ohtLyvCaxFOTlZ9GjqUbawx4zqvTIuu5Ol4BkvmSwE6Aar/kJwC21hEkY723AgwmEkIui9YcwO9DNk554y7GxlzL+1uJtrO7HT8Z51cSqVQa+2mxN5NhhGaRs//Q0qHDZwp1hKbvtLpk9CWgwNBw6Z9HiEj1VUyQeQVOVhJOdTkrGx6hXHppU97pQP69j1u6kH/en5Y1xxLCLUaSgOk+YAJMwhOaeBERYQ0JAjQgMW65sNZHdvEOkIC2DXqLTYKktGC4VCUnylmKrMPMam8kJ0fj6puwQ4ffFaRmWCuk80x1HKF2APUzrm9rYmfjo3NVHiVnH0xAcsQRqB4XBdlCWVrFVF4cKDU4C6ru+eXixRAD67P4TwfDz0HTGAoLRxBgmRF0i6QT83RgDQMR47wcDghU88W7hsydNGrVWEcoechCr8g1gzON2imtApnaWVFGK7cOHT5XiP6KLgmumoU4ikErSxYZMgv6LjviZ7Ko+Q+Siyj3O208Dp6ZyzobEjBFwlwt4L/zMCBbjXrNLfBZrgHXBFgkbWmIONwyTm4aWX7CLN2S/s1lxZNQCXiDVjNL0LSzSuR/PxxSeLBkEfUtyDhSqhAmPzp0+HxRmZXoCaV3tXtLQD1Ifdd9a+7SlgJFRj9Th2r6ZYG7mxm27ozqpvJxa1n0UMLrrns6rFbfCwMWAozNSYhFDutWNGz8MjgmCbB1lD7y+DDrWdyKMOvHhAEfA8dc4wmRTaRuG9TlCFEdOTBzW5eftEgu+CuIJJnwnC3eocMfEuPgPVYX3Q+0KZ2lhsZSzP6FfFmsD6M/RQyCyI4WSoCzN9dia+LlBRWoawZDngdxed37QJkCLAS4kAjzCN0U5U/gslmSAKVpw5+NElwkipKXkEzPr4q/gXL1kQmKSH1sUwMWK4GZpzDVDIcoaUqIZq2Bs9TPbrsyYHwG2Xfo8IeGuEidQx1GHdFioOldQJGiv0MLNWDbeThRRsxxU3bcDG51tzrPEttYfTRQPdGfa5m7OahNapfor13lIEAxXQkMBwem1k0WyxCg1Ob9yBCzpUO5FTT7axDa28mbEguvGS7UFycS2orBWY6kDqYsl7H4GDt0+AwQK5JBfxGCJKjhtU3RgLptdhN64WzXFEicndEaZAoxIPOHHmp1wtt2hEyR6oLcPyQ4Th3x3P0gU956XUG/C9NHGwTYCECZ5F7HGLbE0ew+ZrVs/ABFsxjiMZonfTVyntHhdaa1Q/BqMVlGYJOBXZKp9gjh0Dbo+CSe79Dhj41yJ676TQxK20RYpvvQOExzOZAOUwxaKD1KXVkW7lU16JT1m2yTD4MNIAI0VOpPOiXBHw2F9yCFeIVvGkX11fqvrjQEKKpp/YpkazDIDeOmgbSz0y1Ac+ThR3POgsvFAbGZAYHpUCXLtwjTTmVjXrSB0CRlE0snHQF2+CxhvivMg1/vdBUNE30ptiVyDtGX2Hoz1Z+C7xIZq11yAZ31hEwbJDufB5dVM3W6YECVV8bBNVp1qEVW3SDxw1FNIEBmBPElmnQ54YeDFiBRHclEInsay6lbOQQgTpsQU9KFqRlOQZG9w5izYG+kdRTBxzF1aPeQ/A6fI3TWqxO6n0RXKd2jvqijRnYdd615hDVxYdCiNAL0VkC8BTpb8z9xDCLDRr07HHNoMegZIO9LdGbIzqNepYUBx1BUdTg1HTCFIvzqqVF9DispPwjQIQ3qRlNL47Q3m0hxJi+HqUztcaol5o45yK/eRPrc+xcij1vpMy75Uog89YkHNupD9uwNjjqdV4/4RenQ4VODTkw6Bb2k1dvUCUu3acFzXesn8UH0JPcwu5o5sqaTJdCcilTHV4yUS01/ZmLqsZjtZvM5EZfrbkF+7qvszM9+YnU5ENNUg/ILQe11RLLmKHTY0wRoVmX+IB12ha/ZNmFXglOz4h7Ej4Vskw4dPhVAgTBS+NiZjuahURKdJ30zyCQwZG2RYUx8qRB54g3MeekuTtchpiKL2RQWhV0hauKjstoxKIScfXHKQpR24tYYP/yeI6GBZggwyY+dHH7HZtwE5Wc6gF0bGe9kfBkVf8004br0EsHMYyS0jdwRWd4kDQNeaWqU/ftB/AoI2SYdOnwK0PloQVfPr4m91IfnuCb9vsQsnLOwbhPaaU2FCnAnbKgzTPCbeK0rQSQ8If/3jpR+uKBAmAyCE6XokBf325gS0F42ME1wjQ5gngDNRBBQvt0gVfCVXkqvYEc5UnSa4WTYfDJIWfFbBOmSMDOxn2wjzn5TnCwiBUkjtJgTKAcx2vrQ3xci52yTDh0+DdCF1WWTdtRBcBWqSijIw1TIIINmUfNfo/8EDx/pktzrS7esY+lyLCurE65TZKQnFh04M9T8IGj1Tbkk/sQHyFFV+qTq1LcBcww0kDYynyNAKS3oRR874s1rFwLbRUDSNv6QJ1RIoFo8mI63qQxAIw5xpoTJ2JlMdoPH3KwEkxPcRhoncdo0JpXiCGBrJ+Cn4KpfvL3JJunQ4VOAzkc6e16M0rBX9usG0Fd0pTa/tVAT23RKdWJ1Q9ZJ6YnOhJ17H8rDrJHcmSQc2xL2wUA/LVAVkamFAWM3BZMT9U+/fyHSJcwQIMf7nY9clAP9aFutf0cGooXJ+u76rpz6VN5oi5Uc5qzCnG47DOVOqeivxCymnxOiTH3s8KmAyI6SSWGWI71LjIRNVjYwUb1PZJt06PDRwckY/Gcv+sWOQkIF6tt0MTotrxkuMAoTtFkAwHwRhYsOGHlpJ1PTn6Jz1q/MQ9r7gdHumjjHaFS1TIyBZ585Y5px7TOAQ0kXmFWAYht4B+UlbqIFeJur8GSgKXXyHSxlLSgHus+M5/RBcN/hV7QZzBbKmCTO77tgz/Q5X1nImhSQnCxcpEuBGnFhEwbvBTRpbDoC7PCJIflv6oFxUzS2rp6RvTu7aXjaKL2/xQixVQLtagG1fqh+JrLw3f/R6zMmJR+1wVnn86HQOnzJJbhYtdPWSnC2NpAiDVHovab5xBQBYonk0w6pJRKSz6wmjYZSg4fQavjNcoZi4C0XZHH3nVxmNVuk4MMCG9SdZSYmMKdZUEYyc65wn4WhPc5Dbxg0Y9hhBlNd9auFbJQOHT42OBeZ7Ncu9EvTh6fYAI6i/4ahhE9EtJFBiiqRSiTyEEPAnskSjgjIrVB6LnIPfvS7nbXq8AF7S7tnirMRfjkC1qeh6QAkHrN+oXAtY9uYVYDKKxhLJIbwq6TzaBkRAuXAaUTCaITyMZWZBBW9bl2Itbgz6JRovSUriVAgG2eElxeUlvmJBsNcfmRo8iBpeMlXa0hKuXqYA2PTocMnA+SNdvE/cK1O7v6sbscWiqJ3qOcRM6N1jBKk7OpI+E0p3StRgRGhbbyVr+ljhjqgQzYffAqwddEig18OHiEIJ6sZWHrNSOb6xBOqIJWPJpmr7gwBQjRBQWYwFJf5DKpLThMlBfU5EnZSyzkNDR+BmTjoTxyqSA+HSVcLSKJReM6et/PMiBCV5IVxmCpeGapwsycFvx8kB2abdOjwceEzUac+/dcBLRACewUXoGBkJPFA3ALzQp1OhgOWtANGhEoUoUGlaCLeipCSFLk4Lwoy0zj1LJd8IFRNueqmE1+64saxCpST3kurcXsI1E2w7BQDD860yQwBmljEPgg6ZYT+gpuCA/X2koTd+ogNb5P+2c5IJvdx9jZuKUbcdLwnz95LWcFW+xuyWl2vxmEk3FjffYTJzkuVWFxOers3nEzu93Zx777orbA3kU5uD6No0eOjQa83UIZDZ2asLG33hjrsqu+iR/pRGK/2zGQyW2F3nleDbJMOHT4+dNIHUQlTXViBMJJixU6hjaQTvJsZDYJUceywhxIcEHlmGbj18Zt8zbzaKBju8WBTezuL6wNCWihdPtJ1Fq8hbtWLinFM+dRE1V7caFbMN2kQcTgCUEc6HWeCCzUsdQa1htJip5dpUW99H4Svb5NeWK2q1XQOdmW29io8K1aCSVMvJrVRb60470+qZEXlQYGbshNzDcSAE6XcRPVRger4be+R6oVEzQyHxQFWxiJAGa69Dv+mqqhsSAsBen8e8LMS7w4dPj44D9Ul2522Bfq1e72iC+GlaStJYcK2QSE/b4L3IBJ8Dcwg64cyVQRCKllGRDhj2cZ77TpWugkG7B6gq27Qct6xTAhXQ7ImHsJQSRRWjq7h/STA2iueEbGZ4mKwK0KQA+abfKe2kJwTO4pxCWcYu93bqLbWlMcuNKbQlV7vweH4CAm2fkf0tCrV+ELsVG3ty1RGAwkzfs+qZdHVpD+8V9m1bhfLz9u9gyUyW1H2uwe9FcbFSNDxVwoLanaG6496v+rbqZZUPHKvIuXWZPSKovsUvS4hGcx3fgJsScBskw4dPiZguCV1OejH/qmRJ+wn/ScmqNmrKMW6l9edPQlQOlHUkFbOV25tI4PaDyGigPRyDJFCs3risOJpQMeZ6zxX2JsmuRwUTliQmlLh0kRL4wo61AHpUKE/t47CG01cc6AJsKRDa8F6+lj3actEnqfk8MphakxKUv6bSCwo6IHUVq8v2hjCZpu4lXooITdRLOJuvCpKW4UFodWq/1YMhaM6XoYmAdlLVErHIQ/vy2fmoho6SnHar7vUjQxJsLriWUB516iQKlOKljlFOxuZyrPSUnanvg07s1E6dPiIqA7H6pbiGXXSebIxA6kfypXCiEGUVZFFm1GPUx1C18eR0SY6HKTBmxDNqt/BHVCgr5CxLS+bTfFwA3UbajuNq+xL1bhkv46bA/evQEN/iqENID23AkfMi4iIBwRpZwKsoQMN1uPaZ+2C8vAn7XlGz6u5YCK22tN+tNz7BQLEYlnSbXe595uF2/3e2+fVC5EeyY7XxpJkN8lDGUmpDVGo6SJvQWV7Ju9H6rVr6ebyFf6oNxjCmZPMsFp/OnLlRIBMH6IAlY+KFn1R9OuqnY2zPwf0ZRVXhw4fHZ7gYsiVvXeGW+jp7sh5unr+D+UDLcyCkEJmRUkyjWdqIJvgB3LQW907SMU1COGXaXLT5pwaVGTujtwr1BNUhWLFIjjtnwGkFcpPzaM9B5AtN22sSsEQ6RMQejEIltKyDgz5JWjvVo3VXHhIHxTgboUku2EFOK5uIff60nROYHEmSlSmyiUn5ShgXC1Jqg1G5JwuZzgJHSfpJraTehz2NmVrVbrd+21VUcoHjrVx5ORCyJyUyMm66K0mmxVozcLujHcCT4cOHxkiIV46F4O35ghHMfRu93BAB7fgaVkWp4KdX/hLCjMhlGE/hcBycAfc6jDSiYhxO/aUpQ96zbwCvErkEohFmSslKnBIA0WZ/ny0jPaD4l3pdsMIfiBqugUl+E78FhfskZw96xjQDRFxbSChwZJWgI962tYLvCvrUNLIyUca5/Z7kofK0JKQMalwg5y99Cu7ce1C18VM3v3entKuIN34bnREUpWjo9evJOeOxbHBylTJCvBGVuZgS3V5qbpWE1k92PpK2byKbNrsdgbSMNukQ4ePBus7STNORlTgHLNIayH1yskqLlBX9RB3BsrFFFYLw7JHxZkryEzwnt4eUU7BJCD2OQImWF69bTANDLkqbxqX7U1KN5NUVaFmwU8+pKh8gzga1ZqmoeqQoML5aBu7AugonUJwChynFysSIr9gPImw9MQuCFGiK6DRbXIbs3PWZJAoUlCfNwojExSgIcVWrcfVLzeU11Jxoemk40IpKpdVmAvarZT9oFo3kZGpDl3pYm6S0uxj9tBFK9BWU9kYCLsz3tqko0OHjwtUH9zj/uuePUsskAC3uhYvfX96mQQ4C9s0vT/ToPMQOPhqZedL/2xBQNSAkDICrvltrqT81+L3CHjPJK9ioqCk7wK3EoeFkRjFVVd83YhT1YOOvI5iqO+Xu9zgPdMsehAGIiA9sUMrxmUwO0cqlFXg0bKn856+6l2D8ibSY2tSgCzeQpcTycQNUQs1JkcGzL9K9+kllwgOxmUmb/IjiyViyw0xl3Su6jXs3UJADqoKaZhKVAc3oZCX9jB7KMH3YEvh8N5IQnLDzEw2wWsXQDRJhw4fC+YZyZdCVgLjqKne7j6QHnVuBoUZnR3ehICT4FbSjNVuXX3J4d7Agho4pi25KzVMkvE1T2qTAVMYe0z9/qAjNjOlF3ALdDmyYEdzFdOnIj/q7iqV2sqkSW0C1HGaA2UJr/h+NDmhMJgQrooMTX9lblBJmAMkJRbimf66NquyfNLbdFLCJqwLy+O3GUwgEnKWwZpKTRcFWsdZ741Fer6cTxWojvPCQsyVIak9qFZdLPr4DSPl4ROun1ECinZxkU1rCGx5t/jtT3FEA3Xo8JEwVreFfERS7ZPR8iFJRh2Hl92g7tnRqYK/8Jrp0EU17MYewyLqgj2VvePJnSAbRTz6LkI/CDju2Y6ovt8+ZEGVCyO4gqORn/GvXqrqoYxtTiLmBhkQc0wGnBIuDhHug1bW85YP7mCjPI9/YUVRAyTFV4BHootVYE/exXWAIpvdarLpq13Gu8u9nXWo6AbarvqKVWDsIWwzYnXcez0i9Xhy3Hv7kpiKmTwpRdmxpAxzIQHLFddxm4gkn8bFu7eU0TgUIJXw7OF2bwA5quiDJRWtbFgZRjMKSXMnIZkvEc3SocNHQghA91ufjKXPCpJ69HTEGwJkDvCfeaJJg1Urh3Czqa0oz0rJQ7TgRUN8wZRgpo5sZRyc+RHQ5nHXP9tA/R7mw0/r8FYTIQFtqAOInxMY0s0qwCl2CEoo1oHc2HmyT/ThGTj4Sht5La+sArWVAtywS3FILk+9ibIkyoa7E+5JQ9WJf+5P8LFULAVIhuLCb3fH8Fq/kourXyQWiWAOUHoQpbiufFb4NrzyK25asq4jw6/Wq+M9z/2xBi0FqBqwCoxvuFv1v+71/quiOGVNmGThoWtuFKab/RTIPffD06HDBwUyDKqho6oH564BQztIKjqy0DChg2v+Mkg6dUrjIRCywzKMcUABIaDMIGZIO8LGPhwLcFL4e4Trrz3s548ZMYlPau+wNUOgUCQsF8bYJbQJUJnATEyvockQUv6BIbAoQzONArlSUEzGnSAE69fmKy68Q4b11pBegX2lWO+nZ6OfNwwLNyTRDFmk6xp0m1fz/RjKUkNhJu9iRo8AZhcn6/0cD4vdVC8pwBuugVOqHoF9hUQ2kDPZxGE1TFccDfXhaqI7dPiIUL91R7XDKmZa+QiIvNK91XWEcBLc9HtDSacD5AtSi6VNc1rJnwxQUc4SDxUBkIZ97B0yBVf3wwKWjqqihlW+CUt7uI9qR2UDahMCaVO7FARVRCQIZSei8COaGfQqZ4F1EXjIJMKomEAFeA5QUDOlAmT+j6C1uLRFAXr3V8RxAzioEKM0m1d+96C1/XSZWUPHWbqJrqqhL4TWyDrK2TqwIzKM5y6EAoT7RYAyXcqiySyyUeRwJSg9OBzMsp/2Nf2FO9vk/aO/vzLc29vbSW+HDo3+C9bCpR5rdwOFlqc+H9IzmQmjb3Oqt/u90Nw+loDGwgXFhXhS/hRDLC8xo0eU5sAId1SdcgaUPlvF9w74Rb8DridsR2WpLSs1OgK1QlNZ8yGHpj3NwxFBRhELOFiv7kIWsJFfyCt84kPWQWqJiMFSXuInq/VDAqvDdXvHtBN0oyB8lX6u0uFXtYXIVmaVchhTV45BYfrqZOiFlVIF0VbEKxW51xlSB0Wa1UhLdqoOIUqseGejWPkIcRYMhg+xC55r9jPINrkCKPvmNfUWJqPBcOXN2toj7uCbB9MK5cV7Dkf9Uf9o1B8djXgb37/8/uWN0dporcH+2qNHf99/pFfizf7q/uqb1cCPvG+t3mqwUrC5sgm2A7e3b//0zU/f7AS+PNgZfnkwNF4M94Z7L/QSk3fi+QogKlHfVU91PzW5JAUlONv1KW66CDs7cDoiIbNWQMTX3xLPU6GjRUllkVfhYUhME1Iz3FT+icnJ/0z+vuAj9oFTIc+NikciDjYvPyGGrNCFDIPVeI6ZIcBQgEg/6ANSkd5zAFN+qEIYB78KDW5CoCmIzupUdjjAUbAO1IOXb4xoPGHods/UWLBxi+MgfzmDtgx5sSr5ZC1xNTbhUDy/CeG3FQvGhJOlc7ZdC/BRfvzONnl3RE5s7dKmfus7WV9Z4QT2EyKyURbB9MgmqHAWR7z1AkGEN/Qa3XiZBAgera39/dHfHz0SDf4sCvy/f4EG37x5U3hQNGgiLEgKFAn+tsl7c/MniHDztojwmx2xYBDhP3YODoZJg8OvhyLBjgHfGSISdZskPdiLzhxRuRcp6YwpbsjKNECnZu/wAm6LiBBl6P5GLyAkQ82ZUEimq12KcST+5L6IWyT13oH9Lt3f6OjN0boFFJBeIYjREfXUnz5i+UMeoz9LgG4Yb7kZWDyH2go6TDIhjqExj7A335lMcNjFG7OpCHzBS7CRd7YqbKQQO50BqxYKwvkdz5emuIh2KqKcj3zWo0FnZJGlO2PeaasNdVWUc7GdglwBxKCCslqFAgPZJlcDcuPDs3A4qfVbqW/BB7yyol9guQ/5JjkRWnUAwXpBfFaBZWM8DuaTCtRnZPbj9beXRzde6nVDSrDgkVQgGvDRz1aCP/8c/IcQFAVaBaID21pwJVnw38R+v/0EB27e/mlzZ9uv21DgATrwyy8lBPX6WjpQ704DvjPop3RXu3lzitiXoNOrc0dX1xmsE1peE1n2+RZY0vCeM19uZWYF2LJTVHERLH5DgjYB6SrOEnJRnKgsZkJPMptHUzu5+Q2gLfhByLA8LlddMWo32pV4NcHh3BAYsqCBJJCgPzgHghCBxCXQDoF+2NrCZAIl4sIQaZVeWLSksEO7oKsUYL7kMJgPakJuOlvzlU1UEPZk4sRhSXYKkZepQpfmKL0jd7+Uo3zKzuS57kfJEOyQkktdK0ozkgezTd4d/jJzw7fAP1fphOTs1UktBcjpqBcVVkPNw+qPrYnP/DcFkeDxnad3jsWAyYH/Pvp+9PJvN8SAazfgvtEIu4d69fujtUf7Pz/6+edr18R/MRAuIlDMJ+7T+8c2/W2GBgTmwNtmv9s73/xkBbizM9w5+LIWgF9Dgd988KHQx8D5e+lFQb6RdxkDm/G810dnC1scDqMriPzs5rzSKd4iQfpBpXx8nvtUI6GGgMTxwdQpRLGF+bDBAK8ckG9owLBZhMKgp4AWO0ebXbZZkwXge45ZzaDDyt7F5pAYWpQX02PjWQIM2oi7PCAGUw4B0IT9SvSdd2wgNvVZiiSo8It5JyJYPAbyR5Atck8qXAGZhj1RYmFl5qRwunZQmW9M9t41ZT5ysl5EIkl84D4IcSmU7XLJSzlEXPv/TIIGfawUGtwneJdtcnXQOcRgxpdiIsfzJQXIt4NbVTgM8nU1WoD42vzXsODj48ewn/kvB8CeDvwbE4EaAt94OepX90YrKzt7ey/2dlZW1kbj/trP+9f29bYELASIALT8+zEloAhQr81bzAP+9lMOgqUAb3su0AJQEvAfzASmAhQFIgIvOwqecM36anpm0C8Ra721cEyjXl/rZ4AS1GneE6orLyAzFMt4gIZ3rXdDITpBiAiEU9tgxfX1fu9BzZDAJKgzKjz0ep/72pOr6c97Rysl1rgd1MqHMiA8BSXrZZIFSKI+FdDfuc6Mc5rNgAPUW71Zdan1cBweG/NFuM0AGgVzxqg9yourW2AFcQKKiKziqTChmUxQ5hGak44pt4gK/sGv93cwGMnxsuWVXOOwzBpew14bnjhI/sXeXIZHNiTBxt4IJzW5UN3wOF0wpiuKn1fU2jn6WGyl4LAipbJwqWEWZB3kc6kvYDHiW6+WEH6cJnqrreWKRrcC5OTkiMZ8MVMw8dUOvwr3JZ72jzUAhv8eP70zOoYBv9fmxogh8OhedbSdFxoVLG+vLT1dg/3236AA4T8mAPWB/mZmAX/b/DcE4MrmTzEI3t7Z1Oj39jc/3c7FEBgQCSj62zvwUghMe4n2q5YP1OeHi1P2e/vhWOuNwjGP5VvpAP3X+7tfZJoTMSq5LsBpcUAnSV2pq0JkKP2sE0SU03+7n8fLmYKBNjqBjmWGxkuKm2BX0H91zfvo/kVlTN8wbA+xdB7MuPm3xMtCkSi9DGHXaMLGbArxx2wniMMa5+xXl+p8HC/HpMPNEIHj0sH6JYeO1+2il30V/cGTqX4hlGL6Dy0FR8AmcgiIQvjH2ivGuljIjZRLbnLnhWDIS74YbSrIWURaMiqBcI68kA9uuSL74F6Z4JGZAzGDu+SWj0lIue2B+mzLkaAIv4sMsVMJ8Y5KUarrSgmqbOTMplSpIFvw6sAZZfnHmZJfgc7glc1ofF/H5Iq1r9lOQHzxrikwWfC437+joS+zgI9D/3nz/b/Df6P+8Sz7BV5/M9pdQ//xDgUY9Fde5r8YBP8mDswhsCTg7c3NnW0EoBQgiBlA8d+B37kafKl5wM2NdCxC9fpsrhmspAP0l/f7y8EFJ2N3+WQJd1pcoOovv0nnFSGOUpIr9FT/VeYP+5TZLO12RXL4CkXtftFUtf+2ddA6wXRqcXZlQFBpZCeHeoH6QYSIvFgccMEt1F7IjQJPIDlqTHbpPQHn7Vec9Ok8E6q+X+o89Prd1sH6FyJ/JrALNYzD9V3PITBuhYkwTCO8zDT2JZmJItwV8cWvync4TYUmjhRRwXn0ZdcFHsOE5xwoJ9MYxFQzkKpMUgiKnU2gIWfjstmyMZcqbRK0OcsGuPWiTsCHEBlSLPlHYGz4w0/XzDVWYnImI0eTkm/pCglQOYUE9K8Rb38DbHitrOCPN4fnJvKBJFIDtuivkJ9x5/ipPrkKwuUwvLgY5t9H9+4ypjwBe/3+vhRgDoDLMkhyXyAnAVcYAterIKLAHQ2BuRrmNgvBBzsHSYF/kQg0/ZkCL8yA/S+KgPPt29XSaJlx7Yi/QFiVoON2SN8MNOov35CbPk9YLQjHqQAjEAXY27ekQstF4Jq2YsnR8sgZ+Br9mjWLiTJc6/1S4iL0qLe/3RvWBTsfahisHDal2llkv/dGSeo6Tu+EmbpEFGk9RWw7HQPHG1EvJfS+t0VdbXftTJbZZRz19IHFKdWmhKL+3Ak5A2E/BTk6eLB5m+1a/lPBSX4CPV4Q7jPnhPuOO49HvXI21YwDLwwoouN49YLyXFNaSzuFoE+SrCqrqJiSc280DRXlpAjYA5gJxUimju/MP/AK5nK6gZXKbQ3bKTDmBE04EJDDFIUFJhBW0JGzIQ2hSkY9ZAOjZkXwmtSog0nRsSpRNeEgsKRZXI6CSeg6uioOdhpn6XpkaQGa52rgrPRN+AqknATUO+cBV1aopgrmTI0tf26agPqMhv945Vt4fCz6i5Xg49Hx0eiOFODfXuoz6nNbzmkY7j71BYFFAMYE4JQCTP77tzb95TKw5wDhv50vd7ga0FfC7A2/Fv9tIAE3zmDA7d5g2mCUxLC0dDBYWlrp3ate7y0tXRtsj+SpnjM+HvZ2Mbv3hbTiitxD8ctqzAmy7BIKMAJvPH/1c/XF/u5bUYt0VQ4kVaeRyGZ32SWow7bGjpFutLSqei3/plSOK7kt78hXF5z53HtttZWj8qj2XStHFSnKdgYK7e9Vkc/LZgA/V5dtk+ebIJpIdSwJO+rdWDqI4+wv/zpe2qTaKYfp2PhHvWtRpQel2gfp83lVEwA9XZygjc4yhaOBGrZwwfaLG5LIHNB4Twc0dCXLXzpCyPR80CFmb6bq5sCIENJVGoBIv0IACvQDD97hxuiB7nymFWkl8QPCDmawcgpp5QIxdgBeCFI+14M91YHG3CSItuAXiEaBWZDnG527n8EFa8Jc5Ex0lEYNzG5slczJFasQSsVE+yAN6E05kFWkJO9iqY8i8WepKl9poi5Euoou8yLNfy54ApAzT8znXxt/CXBhaw5QVXH9aAPqXRCc1+i/tvwDEoC87xwf3RkdHbMAAv2N7q2Y5U7Fdr/RgA0Fmv2EHAJzMTRDYCgQFpT8YxKQjcfAqL8v4b+vh/99mPJv48XG3t7BVh7+IiBYohcX1Nyw1nuMktn3zJY3a+ipv0NA+9I2o/4rh41u9Dix0X2cZ+vrVoA3epzZy7eknsiDaUDZt4hHVv1Xj6K81iTeWmT2rdhoZVWEE3EZqty4U8e5ZVaRj5NHSF1t2Ekxu1+Q5EbvKSYvMx/VHm+iXZdIpjL5bVyLVHgVdUMc50r0ZMrvRKm2ziYnTz/Z1XHhc2+ZkkTukxZLSh8soOA50tM7BtgKtJmvnXP8ieAMTuc74iL9T8cTB5R+DjIdhQBrBuTQedEPDXqBjg461NY0Q98TRUQHdHuFbMMnErJbkcllaKpkEDovQYqRB/aLRLbJONlCNU5LFrHmYqZ0dEzKfec9AfJoS7wnD6U1I0+syBdiU5g+cKxLIVsldEpyCa9lKhamGqIiVmGyVDaY2R1mV6kA1ficQEF/Kl4fnLUC9I4XB8LhULdZWAHWFOhdQgJQ6s9XwUgB5pXQR/1/8N2ehUF/rUhAIS8CLAqwSEBPAZZZQF8HePunbd8QwiKwOFAUiP7zFKAUICQoEbixd8J6hgEBTk+gfV+44Wf39+srVe9ndQV4oXq9Wn0hPbP0bAVF5LDnywwPgXSff9lDAZZAGcU78jiIESEzoiuZ6dtfaiklZDpJv6VnroD049LSgwhdiWWGPkNe0tX5qIaCM1/Nau/a6PX+Qye55tA6n1IP0KrL87fX9jHcfbtvtnnQu4dFXwpThFcOqU+D3FNDlMlNnVlves9lx7xfZKesKDZ9jOpK5wfZWdRa9jIULPAp6rM0AwSv/4bp+dAq6t3gRjsXuIo2nQV5xHQ2O4TapUNXL4TyDNpV7UESkaDFB9wAC1gcwXCmCRjCNGcdheyDFnGbPOTUFhO8ae1oFJpZBn+MXZWLQhXsJHCgDJWvvSYgypZ9maojCGMbkKcnAinCGQkZQ0pzdPyVHfE2dOGZmCqSggp4KyXIOcGBxpsqXyEBsqbnF61OW5sF+SL85jIYTtOgc9VItXT1ahTuC97jZex6e8yFMEemQFaAH4+eehbw3oCv9mwsP10z/8U1MBaAZRawJQAZA//02+ZP/2sbCoQBLQJrBfilF0G+Hu4dxCzgxt7/2BABnjoK3ux9ma5Eyqlkki1rODiAzXJIua3rzG6NQhr29t8EuQh08/UKySNGiEBlp7S7iKb+a29eVevLGlSjuqwLFWVNFVjtldFb/4shVOySS6ipLyujNO18HP1Fr3LB42e3HiLBXDSRq5Z+yY6gzzyhUE3XRQejkuTxQsSfvvCggVJv9I5WX0fip7QQ9kXl6WxSxhP7M7uMS5/6ihrGtgmdcg0Z6IRMZBDkJ6eCtW3ShafxXwZXPKiqwVefzhpxhFMR5aC1P2wOOxVg3TsRRaaHYDezDjQBd+gdLKTo0lcxUpC0GfbfJQP5UhgTCoHyONTpTS1yR2plptDMkpKZfORCPRsGgcG0Fo7eUo5CPWJWADlRNrnJQTLgDIiJRAzlOQ4r0dbBRBkWguQUGpMy8J+h9i8EfnHcvuwhQes/viD5Vja1zbdqqSpzQEnsgogvdw3/ecNVzVwFffzYEvCxhr99FCD8pw55XjwatRRgqL/VMgq2AORCwLwUetsXAnIZYF4HyBSg5wCLBIwRMA93EP+drgHnMNwIa08GShgVKSVVk5676vyj3ktLQ4mlZtZQbam0VoAlsPrizfO3P9/9AlM2IoQVxy2n6mIJ1zkFmsyeKGPlZqM6N8/2WRQq3APZJ5lPYBCZqzwH7r6KPdUlusndMlZwiJxloG//veVVnSKHivTEJsruZW9UEt9bflMtPaTaWa46si2VXGauUl3tsQ5U3XCa/ow6hPOxgdw+UfPMb3Oh3FfRH2ZPhoucHCdC/WXuGBUWO/sCxd0OSwI81MkjW54zIGqBG0QBJpHgObGE2QPhFtFWfeXFO3hF/TRJiKxsW4eZa6AqvF7SVbxXPJIrYQBZyGGFabux5wlxE6e6kZuqonhX0VcQUkHfuEKsSojsCFU7UAm7nZKMKNFzjjYyNVMG1VEsb0zHV/LlGH56JM1LI5c1ENUtX1aAOm6K1kuVioo1gO/aDMi7379r/pMElALMNWDPAUJ/LBaeGw9G4r6iAZGAyX6iv2TAf4tHItRzgDu3f/rGy8BFAQ65EwQJ6Mug+ei1IewNp8+3U9F/+w91iiejpeEBayTjWqehavqvpW62pWvKHCCxww3tkX1GzAEuHeytE9h/e6vfu+W8hiGYpCmVcK23E2LTci6SGMNfI7NN1WJzSE2IG950qKfaIBptehZ3N3r/kLNOroyi2lUp0vlntjtLQ1U9qyoZK0RdvkwFKHrHcI2acuPbcK9SKvKHbA/2xkt3frNphcKLqslSPX+ow/UcaVQp4o56+5M1/mB2lhpOROG4vBAm3oEF18ZcHHMC8Ko6GBp3jgJpGEW1Q9W5Yu9tAR1AQYpDkqQ6Ml2oF8JKRWmZKPJP40w9TLqh2FJlJd2IPQqzOKXXGZwRWdGb7XVnR+vARTJ2FpSqNwQEC8kGXoIlTWB5o4hCqApGka0YjYzwRuWcHdZ4UH7eEo+u9R4vejWzMblHLFCInNlC7w7OHvGf14Bz8s9MaDLMRRCG9a5EUnstAGv9N8N/5sBEeRJCrAJLA/bfmtnOi7VHcSG0JwGLCmQInGPgmAOMW0FSALbuBUYA/gd3gnwtEowbQYaov429vR+0v5AGZOLq63vQB+PEIqWQcPu7g51eb0OjxJc5B2gywrC57C2kVQkc9Q5GvWElLbzfu8alJmLLN73elw/IgEzRlISXe0dIt+8FWWUlBuRnpFo60PaB6oJU3P3ijXquSr/W6w1ZMVYBCmY+U+yV1ZZOVD5vV3MyLrPNnesRi0Oqy/Dn3sirthaYChj03uhc4UejmB+8RELiW5VelamvPaRqu+rhcNOqkkWVDqhSxClQFeQekvOjMF8LqskVkF/i6rpUG4zpRUfpKzDbTRGgD0aYNlVb9eidUKh7YXAP3RF+EtPIlaRER0x5FVTh0GJZui2kZjM6MtEEkSesZcrBGkBQ6C6bYO8cictP5EwFMhuqB8PZTxFhpneIQstFTJ2fjeSgxgojUrZ6Zc34RJWou9PVXm2zhd4d8J5/X/Qx9/ntF5uYA+Slt6gXrocJOQyj5sAWAyL/Yg6Qi6D5cBGg6O/pkdznnP8rWO7vi/xyDrCeAiz0B3INJCSgKDDWgHMO0NcBogFFgXkh4IuN4Q9iQY2DBxcbBXcQLEhORqsDc2/RPDSIPW39/TRYBDILGW+HLcTVfKlXkUt0G23TH2AMPMuK6Z8nQPqnctEGFWQNRZaeCJTGC1qiRzoGejBTxBZ6ysv7zDkalDoKXYUK08dxCD9njU9b8iO1KcuSy1GUZQ3JRnGiQBMYpXunNEQoK+8jSsHQKeUpQVqi86IADos9uUsasshcF219ar9t5BRwZAu9O9B/Zj19R/Bg/NbERjvmAFUZVZs6BG9D2FOA+OIdFAj5xRwgsAQcHd+JAfAucuFC2Oi/YRKwPAkmFWC9CuLrAFdSAW7ubFoAahRcJgG/9GMBmQQsCvAHLgREBQq/dgx4Iagjz3TmoKWENHBzq9dsFwecxum8OFTwLOstKEK4yqsk3hXoCGRVeg16lvraNKK5Ynic4PRXeyNPpEfgC73VBT1JJrf6nj5yJBHF0EyUSyCkhVqhx8IZTMhBP355MjGVYDIV0gp6xEdvh2gyZxeSYRwL0s93muCFm74jK3KzPOJSZ+jLoRhb8hU5GZYh5LLecsmp6tolQxeNZUQomGMhnKPDJFvo3cH3AAnSxv5ieGsjJy/fCcIxqmxqrqOjvg1MflP0d1fk14yBLf+4DOY4xr/nuP5vFjtPV+//KS8DnL4QEPorSyDcDCwFyL3ADIBDAHoOkPtAuBNk7+DrF1+L/HhvbPzgacCNjS87BjwfDsVc0l2z/DfDSWrN0qBzlopaEHYhIPx8xvrX+ncCd56pI6evzVXfDDhlxtnPwdIh6YLqekgniMSEobeDgr6+g4rgiGQanCYaudVxFaqOqk8Q3pjr+bQ1YUFFjrQLUaYYbZysLsh7tjhlbWZyporE0juyVhDzkY7RVobaw4Yy4CVviERnoj1mqqtLoEBbYwB9OgOKoZLUShllC7078lRS41sHBgsyFHaTiwBpO24FVh2iLlRX+xZMgsl/1cNd019ZBUEAPtXYVxpQr77v774o+vt/+lMOgUMDNvyXc4DBgb4O0IvArIF8s/MfO//wJGAowBdeBS6zgC9YBv5h4+bGoNOA54POFMSbBEn4A21fOSvzocetkzQkGee2vZ88rvaqGG7ypfekF8ifrhZs0Q7n5Df7qfEhMnd9ZaZtMIaC3D/pmCYPbVBXfKAPJBw7tjawJxIpQP6kH2dHkFyRRllanilZdPsoz2nwwnJZBGpNQa6VN1mMHJRDMrGWE5NzmNrEWY7zBmDlgZ+9a8IrirVVFK09wVf39UB8QYFs4w3zeZOrwKxk0f6qgetQrviudu/qY1dhwHst6gM8DUH6zw/EOjoa3dsxo81j8Nv+5omTg3u78F8zBg6kAhT3/dvK5k965xwgAjAehiD6O9gR+ZU5wHgYloa/LzZ+0BiYT8eA50U8pF1nQ3gTU2RY916fn14Ajaa1fNBvqD0XASdmbGag3+l0/S6ghlDfSY8AB6WzDVqozZOc/AqhBZifT00EeeSFIqGIPLFHlwyO0MceUYV7LRf7aRvEIrln9QWbKsCMFMNZgkkqh764yFG+4CyXkuSkChBjTaShdBAfKbmmz1xHFdFuKicHuaTgLMAZO9lIJHIMri1HEhvvscJGOYSRzO12pkK20LsD5uNsipmGoEAF8LMjJozrAM1/PsasGD8LiYfVXVPfXZGh5F/Vf97ffbj7MBdB7qAAnzID+PQOa8G+GX4Oz3bihtm1HRZaF+DvaxoCxwi4uQrw1spvPA7wFuovBeDm7WYK0M9CEAHWCnD4tScBIcENf/bEfuK/jgHPhaQvThP4J9CezzNXpdtjXZ00OpXx6BTy8+0uB87HaSxgxCsFAvDctZXh2bZMI7WOAk04e1CAwNaxce4H+ylUvRDqSEIJJlMHtBbjhcsEoo00WVAGtu6tpi55iXKaorFYf3U8waIvpauqHL+Kd2xFEe79+FyO3nF3m+nPTjJ3iOwUSq20sT3FQYj4gxfNKvJBKrYtefvtCnB8LorcFBf2FId9ttC7w22rs9Xs57OWXbz1iqfBrPMboarGUbghGlgCMvQV+/G5iwZMGfiUa6F9J4jGwKOjh4tWQHZ+aY6mWl24RjKo8jpAvUWC5kALwFub/1YGwD/9r200oK+CkQDcTgk4lAT0dYBf87YCfLERV8KAH6QBBx0Dng1aKOZF5Ch9dKoPK7DdxTmDfArzbHeei58RF0GkmVN7/ErPkeKnjWiL9AhQQDqnoKNqHRjnvho+e6XZQzQBZ4hlgkzkt7QyhwQ5OAo75vCgGndYKExVMIFow7yfk0UKGZgieQXVmWYiwygmbV1QZGNPMVJ6s5eiXZj2UWGVluVpR1ZBeiY170iTVSEl9Yog3MF+lOPUODmqy6+kzUJfg04wfmQ4z9j47IL0ONnLKjDH4iDVV4zNQQp3NQh+Hspvt7p7d/eh3uUCmMSdp8d3WAXmOpgFAnB4q1znVtC/xT+HzmANCRgK0PIP/jMF/qb3v8UicNwIx51wvKX/QgEeFAFY67/hD9wJ/ANTgBt7A202nnUMeAZCEfmnsu6i0xQkX7uD0+U5YXjQe4ZdBpQxR3bK9F3yPA+u/Hyg66QT8POQzmn4ro8CTn2xilyWKWYP+p0JCd7BF2Sk/NUrcWPWiCrYzlRlBoGsNGqNEFuSsERj7XTsvISrYJZ0SWqnx7xRigwZ/4YxDlfNeWDrWuImCPKmdto5Rs6wdEgkKcvKYUKQilFR9slrG9wKVvnRQFcA0168zIGpANnwkgLkfk2ayfVzxalTjXvPtdm9K+nH664+VoLJf8Kdp6I+vUb9/swM4N5K3EQ1i9H27HTgXp8ZQCRgzYFlEaT8N2bMAfI8QNHfN9wL56tg/vHll//xpR8H85e8FY5XXAbIGFhD4Os3r/+xNeAVzJh4rSP5LzGV6bhFjABTeoC6aoZcHRi0zMw9fjxweOc5RDVEi9mip6VnGjHXGuDUPxRNxNG6+4cwgiCS58wZXDsnFjJTQJO+KYS+qhC9ISxTFYwXFiRSYshE3rgqJoKgTLZKJzsICr5Ct8FCpI5aKAxTqNLX7snQQS6kVn5oVmqhcO2Uf1KIM2Md2oZQahYhE2y1iY82xPoOZueuSLndIlcCfl9jzs9nracA9eXkKDj/E4STWW82/kHhoIyHVSrA4D9eD+9xEWC5EGZ07MsAEYCjpVdms8Te2slHMfYfyLdQvZlRgBBgUqBGwCv/9v8NFixzgMwA+jrAYfwrnLFXnofFCnAMgT0NeH1jMNi7+o76B4L/U5dzg84ZHXf6N7gJN+TlfOFHf3E3fyeIAT8xnOPkoe+kU40jZ4sPp9CSzJz5JjI6KRIPcqk2FfrtLsxE3zQJBjHJycSZ+cUfMQWBfAtmo/Hk/sYjerF1oNOZj6rq9vLx+nZvDQ5iSVbmdHJzGXmb22Ror/aIQYrH6XwgK8ySOu1UZsXj/PyC7rRXHFrS2TqfODonh+HkEnXmOJ0ytIlAnMo7W+jdoW9BzIcODA609jMRwnvxOCzecbRxVKoI9Q7cZQ4wlkD8ggLbo+A7T+9wHeDRnaf3uNOqQdyKdRL20yqxvxZPg4lpwGDApL8Ej0JA//FA1NusgRjlL0EOJABzBIwEFP/98OLmD3s3N36QAmTzpBsFnwhOBO/dccM53Vr2NapM3vzJfKfx7yeEi50csp5LAI+lk5YUaMwFoP8lOPOZLhQp8B2YXHZjofBG8pz7Y0SpsW1qhtFrf2ONHsvdItopQF/Hdm+EBzt4i45slbf8tj+53XuZ/TqKRG9V1bWNG+ZIctdQj6DInkAkG2KPg/PduzwtxvwgY3OmvLaFvUy6BMQzaDITylQSmWBtNejCtMUCSucAZSSXArG70jlAfS3mv3oQ7BM+XmUVOM5mfoxMf0UBavS7qw8K8OEu7McIGAa8V4bAR1wI8/TxEf8M159+BvTCv0+rwR2sLQz7Ij8NgucV4OZvzAImuBJaGhAFiAbkRpCDnS+5FSSfiAoHavzL3SAsAzMG9kLwYPCs04AnQWcAO50d/rkETV82CKzPSZ0v+jXnvNFJnWF1n74aZI0+KN7x9KDrpFPVxxnbBahL4sxnUlBp1aDWRdJpv46qta+t96AIdcOIghfkRCOJY2S52VvL+CATmJEwud2NrbAgKtkMev1K+j5MZStrRKIiN3s3xEjBZi4Je+UOzSYphSiDzfiYKTDWhxqrQmSAFV7ZhIbDjhRKQ9XNiWa3sCAJ9ohF8vIhcswKV5nZQu8OT6gU+ksGTJdeDIE54jhqNxA1dYUE6b67DH9ZCYb7uAiGsa/or74aUGPfOzwTcHRcTV/ksrZ0vLqbtZhGf7W/9CitCpaaywBTA+YIGN5jwxMB40rondv1w2C4DCYV4HD44uthyj+QQ2ArwOuDwfXB9U4DngBmSASmRIL6mq4cwEscfU/nB0E6VziDcF5gxo5f4rPhUzPdHwQXuizmJMAMxZk7OtSCI6lb1ye+ChZVumn1Gb19jWITTyAnDtT3bvd6g5eTCUOmHbPZZFdBz0aWG6sSjOqcL3o31nfpUm97ay8Qeke9A+Wi9/1IJgU4VJeUbHwtv8bLb1/sOfvIZX30agBVKUGMYaFiO8Sh3sBh4iXzGLHUVi7t5VCkk7CLQTrSUZZBkEEoTmuuFfPKiBywlQ3pFK8X97sobPfqvn4UoMhPW+1jAlBvn2KQYDwMQc3qikS1XN0EKyDMBMJ9Ggz372r0e3e3NQa+w2bhGvAjqbzlnbmJwGr/9rLIcUYBagzsEXA9AK5nACX/fCHgiuhPQP5ZAXoS0JdCDzUKlgDkaQipAF/wUPyNvR+YANwY/AAFigSXOw24GNlHOUlMUAv5TyeIzs8IcN/2K73nP1/PxZVkPVOHDwidJfX7ZMzVb31cB5UG1XHQteypQXdLJye+DORSF4UpJjxGzOxSVe4hwzEMJvnmXW/ga9L8jO7doC5ru8mwtxahGjuv9TZRgqvwi/Qk6GMFAa5HNr/ubj2zY5AEWB2/3ZBeFDWZ6fxdi5dUd8Sk+EmkYF5S6QSb4+BHJiWpEompdkbJii2cRnISS+lB3z40knq8jOiDBrGjFHMuhV9hT7X0QwemBIx3GQeXR+JTvnYcRhyZj4q5P15yPN+9a/knLsxlEONpnysAvbn3s9u0RpLcYGopeC0WgEezc4C930b3LQDLGLiMgAH6z5tyK5z/GDgE4MGXcS8IEjAXgff2fvAkoFUgDCgRaDz5+grb9Y8DnQ/sdErELfwNzQUF5CCthLq/EtAQ53lxTkt1Af08p+fdcY4lxRMF4AWCkXHFFXskkbr11JEQNi6GnPiqXvoUs7v+qLdi4kCKrB998Wp3tbeqDJ++2hgtSQw+2FL4/d4vW0vVeLs30vBtefleVQ17L+8u89y07d5LDcR2q+XXzMFVo7e9/aXj7bH9w96No97eaH1yu/eLjPaXni6/3nUuZh93eTiJOTl4zgEeWFuxxf0msEOs9vIteWDuxCQnZVF8ONmThYND6WU50AxMRy7QIvlpZwOSXOEqsMgP7uNLUbOXd3ktxf8Cc4T8M7DrxnviXxpDo+Dd6mFrEYRrAeurAe/0HzMRKP57XM08B+Hvtcrby4sB+7+Vtd95BfjNyENgFGARgfUYuP5nYInAuA+ExyGUxwEeSAECroTOdRCRIP8NB/0h/6wANQp+dpoGZPzO4/UK1nprfZ17oOwXQnbpqnGq/QwWJJ/BcvsP7C6S9fmsmRBJZ+VnULX1n05KNAynTwnFmHMmTiXj3CPgSH02yD+dHxGl1c/ZGZtKl7rTdnTr1rFEc6qD2ceJr3SprEUBlRWgHdWxO0u/2usdvFRwYMUd9EXvYFQtbUr2xexeddBbU8KtijlAScHVtTBc1z4mErGyUWCzGrwO4ehcot+byCAhaoRb6URm1EXkhQ2GDqtn6wiA2HwQ0JzNyYcD91NnID4dMxf8KVyUSb4k5TYUQdkRRT5wbRbr9rkKxOUNqQFz9i/eqonvBKH2/p78dVFl1wuI9qT8nt+t7j2/26/ucQEgc385DQiOPfh9zK3A90Ju15giuZ3+Ur915cu8Ahz6SkDIL+6FK/ov/xSOJWBtWQWONZCYAxQF5oXQUoB7wxdf5xzg1FUwPwyu622czID+S4/leKapscYfYMZKdj5deTHyb9raONV+BguST6HiCc+G/24j/h1kBo6ZwcnW09AXn6sbOguYzSusJqxXDBU4gRoSkJ9TxQrtfGx2GZx/VvG94eJdUP3Wexoy9upKZhX1PLWrXgoxG6Qs5MTXDjLQzv3uqPcKqjiWAyDkHt3sreb4Vnxm+tjf6K1Ku71UArQd4m6td7A1mbAKfNzb22EeUIZf9VagqMnu8tu+jEYxAtZ4S8JR9KMQa8ZkOxmG+osVXK/PQnEwHgFxpaA9QXl4xXVWe4RlalgO/acodkpHYNgG3cnYeZtscGc+XLEYayo0z9XAxMfoxrOA/tnOOcCJvuRcBTb9uTp5WFQZSP89r6qHz+89r/p63+VZMMg/jYILA/pmONGgmnMKzAE2WJuivHkFOKhW/2z+i4FwawzMHCCPxf9fUGD8K9w3fiQqJBj3Av8jBGA+DoZ/Bv4ffiI0d4FI+/GSCLx+ffDk9YkMyF96rPw6FVv+/CL+Ye38uKj9adhNEubp1G+gtOk/szMcM4P+Wz8+unlg9WLE7yAuThBOlui8IMaFXiFpAuWSvc4Xgju0oE4VTRLtKYTac++C9uhjehEhN7ac+Hjpe/Cg+t3SUF2herSsoe83474n+Lb+6+2w/8WvI36rSKj+ubX2dijttqp+OpCCW1vWcOWL3jWGxWvV1qa60z0KrPpvIcRt60T0Xn95IOmoFwFbaML1beUS+ap8OA9GgojMSYqCzzxlx77KgTAEIZJD9PkDh2MWcZCj3F4PiQydD1OMwYQiSsLwQZpyK45gvE5D+10J+BOqFvnlBGBhQe4EoaXEvRyd9Z8cUHBg19OAYsGQf7sPpQDvPRQFhgI8fswEICJwdGd35trmaZJbm1r3fTm3CvzksIyAC1oa0Ihb4Xwd9PZOPgsBAcjsXypAj3/3XjD7F+vADIFvMgUYs4DL15dP0oD+M4vNjVROPf70Mv79w7q2kBBHVKtEYvjTyFF/mSsgNdqMdfD4k13H2s5/S750f7CVYcp9W6PtOvmSTk0uh+i/zWwikcPchK6xl5hW+m9vaUe+Tf4Z41xL9UvYrdfFajHcPy23dF5wmhTtpRPB/KeOCedFoMxVM7RK+49wPyzOXK89I/rygDcC48OxfDO/APRiN0odrn4FC6l/u2PBDqXZYJeaADOtNjI51jcmaBRrjKwEV1Jd3LNwOo4gzoBhLnNIxhXHhOWTW1tUc5LJ1iT4UIA30q9B8/LruxaOkYuy3NiNOlIHp4WlJOjMV4WnHEfdORbzWhCaCSM4xHFObwZllhBfiEICMkvtvSUbD6OdwiUpp6v7EmlxKDBJsOE+v5ZWpKnD6Z8n6qIKW7MajH/L3cB3pf28HCwKNP0Jvg9EbzGgZ9FamCXAv6cLzCvA3lKOgFMBpgD8zUNgTwJa/5VFkPKfSDs8C2YHDpQCfJF3gvgl+vPzALkRJPnv+mB5efn1Hs2y3Z5YM6QAqy9+Xqr4v+D4R1z/ecem6GdU/4fwDp6kqBy8jjRUXh5IPcpwKHI8GPoPQyC9VR0n8P/sLv+WYaP+2x2xlP9IzcmXDiK5fp4jG5Bh8VdwRvwp3Beq/qrya+fvmN1lcrVC9D/ORVhanwx/+eFIsjNgOp04nDU+fexmiSRPH59NHwdnMiAm8blKRJ560WLqqcyBaR+RAkQXjtKGbltM1aXpX2q3OkpWsvN5D/wwGUuoasJybW9nxJT6zq3eCvdM7ahHrtC9VjGrImgy1m5YMbO0t8flf8zBy6Fe+wzhaHZyMiUfKqn0Xvg1fPakoH54b4yrF+RyvCzdaTKzCFR1Y+0jdJ62hJq5RBBSg7KCLBRp9gvOIJpE5jiOhkXlzMhEF1Exo1j7nJQULppsoR83y1XASyBe9UWj+zRHB0KEvHwZDMfroy0cSFsYzyUBTX3N3cDM/j0vc4DxKBhfBzN7GeAcAbaHwN/PzQH2lr6C+uqnYTVrIHDfb3ENDFfB8DzA7bgO2gKQq2BCAfKXIF4AsfirV4F9FUxQIApwwIIMNSvEEnDt1ewhoZb3ISgpwPhn37btpPyVWxKg/ydORvL6/yp/gcn213qc62m6pezWeno77Nv+8o72NvbuRu+py/AfCGeua73HUW7z38FRs6ie0tDbMv+MIdf4xznSMQwv1rZajLq74kiPTgfvFdDsiDIfysuScEn3gaGv6Fyd4+p6UAElC9rQcdRn1FcQdyGZ7UyXdwKst+uBVjRfDQU5tc/7AH53Qn2IliAak6l28gjyqmzTkGkGUuI1FnmKlTEJx2R854svseSVldV2PNkyi9lIQ8yxq0/e3I1cKffIV2/0HFHsYSptRVmKQa9Rkg1FY5CV38EaDHqD1Ejq7BQsHgyJ6FRkRpTMFOVKO61iifajU7HIZnl3mP44c7WL5Q9RoI6Oj155KxxTj8F+VFtVCIj5xH1eBg72ixcLIfWVgKI/ZgD7R9XMEHh2DrA96F2gALekABkB/6mZA1yJ5wGu8EgsS8DbP3EvME+EjinAA24EYRDMpdB7eR2MPjwPK1jQt4H8cBP+Yx1E/Ceyib9jm5k3G7AI0rtb/x3wjd73u8tvfoYUyz+sCdBkGQMf2MX/xPH/vtXba/4H3Te9Ssnf+JiK6crG1sqKhGCEPX/lmbmSfPTAou/Zipcsqi8eEBl/Zc6f/9YK0NGuijY5KR75O+Yem5i25Bhqh6x/sdViRMfUVv1WpwZorVrG+gg2nEWxJOLue+UKMMs+B86gtjr6DLtLQNQR2dKL6DbqL+rHcsknOrFR+0Cw4Z3ehJlHweMJX2FpR+eAWoquh5e9diaI8JoQ4ZSml6Y9QeHip/wBRhZaZkaMCvfYL9ROJXQh7CE6sZyJS04oKySZ6U61Tk5UlPaOs2VQWiRwxuQR75KDm8mFKCk8F3HOwMl8ZSAVUmlX+r/AnNzamAX5evTdzSvAmARk52pSj8Dze881DO7LZe7jzbXQQX6GHwXz+Omd2b9DOk0BjubmAAeVB78iv9YTUXkeYJkDjL9F8gOhJQA9C2hIAHIh9NeiwBeF/8oq8A970n+sgVzPdeAn1n8Ck3BT8CqwJFWts1CATAXqq3BYGGlIWRSgwl8pFgWYamv9maKGO3I+Wu2172YUQ0mGlbCySFySu4yt67fiP3qD8FZfK+xQRdVlRzJ7tXnTzr+JaZzFkE3RkPMonZPfyJz+K1elgYz1VsEsXeok0unis2kO9QTixeHT9AphrrpSkB/6b6aBRA3usvV1ko0AZA5QvUkNm/5A8IDMD9sKEFUiKliP/8ulA8IDSLOYVjMnQTrSKpAJ9IMdLwUEhXijk3RtK/RZ0EsQDC/nlvk61mlxRAbmvqApB6u0oD5ykaUPVuHcp6ddpIgMyUt1kt/aTm/pPt84bF4kJKYU068AMs/UHiurDhklx9WdDqa9uBAm5J8pUG9P5axs8g3h0cb0FzchFvSRgDX98Yr7gcsQ+PjxsTY8FHBUzTwMa5YAT/aBYd9zgFOPwxID8jxA1J/Zz5fCSAHCgDkCtghkHSSHwIyAuRH4f2wMvQZsBchK8BM0YIx/F4NV4KXrKzF3JkazAty3qKuXXu2TLKvxbEVE+fKuWUdp7n7R6/06QX3ZssFK7yBTC/4vXsPJRw6XirRoyxVkh+1qPEtVAo4OYfd2Ov+cHcQwnDJqwhYuHBcEw0FnOrnxpx4JBAGWcxEfZ4rGJ5xMGdrAI43LgZN0quRPEaJAv6fHZzAA/bYENpHRx1rzfgG6mVJgx4kfgUIILyBH4QFt1d6Yo1IcYwv6qIIxJAADzDHWZ11hRQDaJrNwJNSjt6yd1tRDBl6GdTJpMSX07B20h721nt5KJxMTl4e7BBFKKqVzDlGk87cFWtLlRVRkZAu9lDim/hSkTKPOKj8b5d2hdmb8GwPhQn9tBbgE7en43XT8bLiePizDE4B+HNZu3A7M4FcUmNfBeAW4f2d0fDR7IfRpCvDl3BzgN4+9BhLkZ+QcIPqPKUDPAvI0QP8ruu8GFgf+Q/THX4JYAjaPg7EE1PYmHPjk5gBIAG6czH/jZ18y8Bwtcd3dUMpJzHSvd2tpuMGEHNwiMMO21vtHeATJNitAT7yJbIZh13+ldDe1r7Vi5JBhodWEresrSn7kIrd7VQhJGE5wmGRgKkKhUmGp8BR20Mrf6tUziJGO6o9Ro2HtsfFC6Iv3XmeDzmFlVHOdt0FKJYwuq/NEHYOVtRLagPmVdF4cyjNdnzKYm3crpD+gVmx4rs13aqsFR0V3Q+4pihM/Q4WgC1MW5KGemIsEgrmRPuqNDPRN0FnhF70xiPVWzBRkc0+92QJXyUyezFxmOBGbIQG5IcO81RSnNzHJcJRFpq4PPnKTmXiLcnApL6jT6q+2cNlkboNIY8LlqhrtXBFitIu6ZJu8O5L6JP5Mg6ZAfoFCA+a9wCpVhUO/yEC9VIkCTwCK+Kz/Hu7278afYtbrwBKA/WNY8HnOcRXAFQ3OmgNcyTtB2gowCdAPg6kloBSgB8EBPw8mr4T5+iAWQYIC0X/CgJVgJOBg8GTwOBtlEa5TC6SYVNz+62sQm3TYgUixN6gvp5PnAJYEHMHGoWy8Wrz0/O01MY/w69jpDuRsrsJb8Z+FE/YgVNzSf8ktErOUI52UhacSC+FFWBobTFyO8FolEl/ydwypm+pHmCn1ZAWY/MepEWfGFBRJB85Q2/qcMdXNk51CZjIQFoUtxFx2nyRgQL3VChlgqE2sh/lZaMW4reYh3tHG68f6inrNjw5MoA7n3qiuSEc0A7FDmqiLoskcEH/rITUWvIRAEwN5a1/0aCgRvorsSElMvPF/53Q2SRJy/mYwioYaFahRtzOIJQ6FycApXJrstDOz2Z6EDrf6q5d84VtITk7itInSTHoMO0mqlFRXWWejvDs4UTlb+TWPk5xz3SJQLylAn9MqUuW7CXWYVDkg9nsuBXjvuW8DiZf5r6yBHPWPH7MEjBCc4bRZBTh9GczsHODqWqwCt6cAocDNvBckNKCfB+iLoG8jAEV/Q24F4WZgKUCPgXkijNQfKpDnATIAvnn9h2fXnwz2TtZ/VwkuKPydIAYa+nHk+2+dc9EnFUBXtZsTR179dNPJp3ROg/nAy8wJvsNM4vtDEJ+vzuAo1WMcDOy2V/WeYka1arraUE+TkRo8FWA9oqbXwSeFbuiOqCdrLgWoc6qTwiEoteARuAIqgjegHzqwOQsXYXxl5hgznVlmnQeupPRyOoVWDF+Vm3kIDnIsxVALmTgPcsGpgCAtCiFLl0oUb+oVJcrpdDJ0Ski77PQyh2OoLJzU4RTKeXZV8PmKCLQONAU2CvAw7gVWDczZKlecDJ8HnvtO4OeSgA/Zifru9rkE+h53Ayf8t+j+Y0x/nw3WltqPyG9T3hcHd+cUYPUmV4FXb/2pZkDgh8HokxJQY+Dtn74pCtBzgBaAsQZiBViWgHMZOC4ElAL0+u97xb46yKgMcD99JOdBfwvOOAIYN4RHp6c+hOWv6Xkg8wufyJyWQcyfFFylWFqxs+E2N4pVnfbtn5H4vZiHupvlRxCgO57Nds02cTHZC0gp2EekoJ3euFFOGea5M2xCFvL18AiZRzAmvdgd2SbwUegzitAe1mSLACSh3D4HKCbYjzQQnO2cFx6KirzjqSnQHxbHb1eJCfJynV2JyRrXGcKv/df3qUoSnJmGjMx8MoVJLRWDTvk3ErfUVUCM5wFwLoLwddH+epsD404QHX1s/efzHHJA7SUBKBnI5YDlgYA8FabMABo8DGt0fPR45i9B4IHmH5CaOcDhLc6gmTlA/hTkz63HQRcBGNcBagzsBRANgDd/un3bd4LEldD/+JInQosCeRhWDoA3hhu8f2AKUANgngh48/r1vcXPJrxKrPvk/b3xH9+7vny7E0iwEukt5y1mcpsTF/XrK4JPxHR/MkjeswIMAlTnYVdaKCRx+bkIcCCLGgouUz9XFKdL2GHqrre7fIsr9eiBMAHcA6uMXt3nwj0xqjnQtCYewWHmIoAUj3oj+5XMWQTzwTPOTjttUW8kN0mVgoL7bEGR5ionpXxeZEmwqxlwQr1Hr94EHybPhuV3qs3LyVHvWlUdvd0nUklD2XrrosjclaEEVYjUlH51Z1icr+ZBWC8Y0M2NO4fANCwty0FwRAmNfmG/hzwVVY6YA2T42yhALoLxFGB/tDtNahvoISmiFT8AKwfE+XCsan/mb5F+G602c4B/Tg5MNMvA4j/PAPK/mEJeCJhPg+FKwBgEbwy9BLJXHghoCXja/N/nCX3x3nJWz59vERLdXKcH52sE+WfUrnPg4lTG+egT59NCUl/DgKX5sq5xoFPUTZOlcwpqS+hFqTnzCXD/N5dMJssr9DwsrJGCS6Sx3igyCcIcRE8VY5g1duNOWhOHLLjlVj4xC2TpDo0PMcbOGVKWjoAMCCKEDLV17QSZE+TSSBcZKAVa0FaZUALvLXclQyCUZgNKkZHVYSUFuGovlKtcv8PMl5vY2OVQtCvN7govhE4FyIczV9+QDjuIkFf5TxDGwLzymPTrQLV4FCrv3fphWAyBpQV3CwE+1gcFKB68c1yZyxoMtl9yIP5DdBTg8rZv3arWtp+kRY17P99a/epP8TiEwEoqwLwTePp/gbkSOm+G8/MAQwDWT4PZ+AEK9CCYAfAPg0+S/+buJv2wiD8y55zmi3dQTYNBcfqwowvQbTM2HhpoLODNd0ZdmU8QoQDL1+Zhb6mrm+Kw1SDqVgsXgQV6mqM48x3CV6CuD+Utfxt9kBmjFbHEbe1vPOXvxlYgiYnU1OprBXEL26oohcWwe9VwOPlufH9wX0rjeHlN8avqwh6Q3DBFOZf1XaWR8fHbG9rLgtA1SbTJ7nHvWjvf8Xdjpxgr8nZvaKKK3HgWV4+HUHt/T/XBsPfG9Xw5qXaHjN63xXRRm7iV+emr396SmIx8dLAnDMwQ2gysIyNUb4lIudwsVwGoD4Gur4aNSFAUyBfAecbTYOTgdwPu88vX95iVC9CArXtBgv5yFYTHYVkFigVHeat1Gxu3rPj6q8dLo1WfPqOVmTtGwODuj6t/sgTkVhDWQfhf4N+gP88Czv4vcDwPlYdh7Uj+/cN3gogBeR5g/jHcC68CewwsCfgp8p9aPdXDx4G7YJ4J2bGb/muHThn9Lp5cTZ9bZ0An1EX5bDFrnBfv2KanJk8FWB9R/DQEWAhuER4du0WHs4hfGE798PNFKIEyXF6BBybjg/5krbeqz5q+n0n/iwfBGWOpqY1qfXVwe21pu9evDgYV+/vc2ru8MuYplssK2uwdT4Yr65PhgTKrJsNBtX689zCNyUEWfec97r+9j8JcPV4u+SqqOhhO1leV2dvbq6qZNGXJTVmRR+7vjWWswd2q8lL1Vf9VJT5+/WCsBFs87NI1p07K7jgG8PGG9Cz2YicaVGtqlKwQUVA2y7ujiD+THzSI9ovFEF75PEDVS+3vF8Pymv/8MBhGv/6LdPMf9Fc/EZoH4vtuYGlA7WeXdo2DID6j/+PXGTqN1bVgP21+vPXnr6wAyxCY4a9lINOA+b/AGgLnhdC+F47LoAVTn7Qfo1+uAvxBCnDAv4J8kuNf2j+dHwNxjqFCOQ/cJfXFO8pnjSy4OpBzIsLmsOhamFl4YFEk04fBOzDgWUlTATZ2zcMQLOkaH535xIajTYQpAiQUcgihJWk3VmnLK+uP/Ddv46Mv9umbsMTTV/saWL7Wxryj6OPefrV8TaY8T3VN8WNFvXyEXFtFrI2ZGVTiNH5z9OpnEsvipfIbvZVv9OrNU0Iz3zdrPbr/8spxbwfZiSB1bveclfSi909fvTkigVKv9b6XHUPHZ7+Mt/eG60dvXyqjNdn8XKmM/fFktExx69z/Udabrfc4MDkm/Puw2RByPPPMOjcQgGpcNuY/q8H43dervgxGX0n8AqkXeJweuMsyiB8Hg/bjz0Du6iX6KzfDSQA+vdM/Or4jEjwaz/7heWB5x9OB1b6GwguxXL35c8wB+uU5wLIKsrni6b/6cQj8L6YfBmMOjMfB8LdwB3v1vXD8KYhnAWMGcPBpzv/pO3mHvvrOyB7LacF5Ed2yjDx8+nGGanRwIns56RmIc+schifjYo0k63ds1VOSpwLkqzPoRuES+CVJJ4d9WsNBj9zuyrmfYQK9r9p6ph5pHUJfWeGJLZv6HvrMpDHCuj/pv2ZSbXlVWrD3Br1VVdc3tzYH1fYK3LWm+PWq/wpNNhkTj5Tj6TDir74yXl6RhRK/WlXeStIX3ZJfK9/X5QGsK1GuqKHkJg4UOyyvuGBpTvuVinpa1S1tD8eD/qC/OrhLbST+Vnku4aqOQSWSmYe6HGuQIDXjUkO4h0hY/iofhoDu0wmI8OMcLw6+vMPxUlwIrZeL1Ufc60nOgj4akDtBYhHYS8BcCBg41ueIBwKOjo+O7ozuzV7cUmOw8mY7/odlESQARX9/hgKFvBKwmQP8t5gHDP23Kfl32/+KBLgThAGwoDFw3AzHHOALzwEKP2wMXnyi6x+tzvPhcThmyIY4Uy18Xvg8iEjvdDLAXKdwV13/kw/E59bZQvEUXIzO3pH8zkBRgC0ebHQeR1qc6kGt4fAsQmXIgHM/wwQvie4ur/AoPynBPXhGouSYqTZkGpmqix4tX+PP46QIR8vX7odS+23p6fI1BNZa7wZ60LpL+rEaDlE193uIy/H9nvQMBNjbX0e9rU+Oer3do+U3aLl9lKPyvYbA2/9R+apCXt81K+0ufzuevBgu/ag8JipQ0lIkwf45Ak95Hfdeeepsrbc/XL+/oiGznC/JYSzVqmy8MduF5AuPXCZOSoF7xIpEZptcAXwS6xTMy/c5yX1WxpmZ9wKbkvVrrw2uogC5DU6A/ngsKhT48B5/CcfHeHysUbCfCDjqPz0azT4R5nxYHq/+6T7veBpgrAIn/2n8yxpweSAWj4PhX+G4DDoE4DBuBcn/hOMqQFiQOUA/DnCwsfeJ8t97w7lIwP0T4vKe712nSOnB3unEYHsKu9U4hcp9nqX7crgop03Zv1PiORQFGAecR12UXqMGkX/NMc+3DcMv8dKsAhTZTcaHIj19HR49QoDCknaSaWYJAYVnGcjGZhJZ1eGm/0xE/lBbiu+/4v/f6M5YaV+MLetI5LyLfZ2OqO8x1eFav0FUh/23kjFV5QiFlrzqClTjwyebquO4eqbRcv+1xJ8Pwjko75CB0Jx0nngO+vMhsegQoSpR7KMInTPZJu8On8BW5z7BLQZFfHpzZnIrnH5V7AwC9jyEaJimBrs8El/q72Gsgjz3hYCSgDkJePz4qajvDv8JIgUoQWhGuyDW1lb/9Kc/3frTnzwFWJBj4M1bZr4cBN/e3tnkgagpAMWAUoB5GUxcBMMtIH4ejO8HFj43/mv+wfw0cIapk8aZxklntotu67hyP3r2ZHbpLGYF8k4HfExMM9jpfDaFmtxOQa0AfcylGYqjbhZ6UzoJtMxut5CIzlNQcwpQbLW7/BtsID21L94aosIs5ZZ/Q8pBEtJvKDxPqu3ztPFqu7dbyfjBVjV5xBzgz0Rdq4arOhWQU5Nq+KtU2M5EelDGz0eelnv1hsxFroQOe9cQmeOjZfJ9rXx/lfz7dnz0Wn5e1YtfVGEliDx2q+HBlvbyy3Ctt8qli8vfUsfx9obMthWNHkUlSrXqaCgxyA3iQyzCgQz2zTgiH/lN8vizTd4dnJx8B/E9zChA5gDZ6a3fLJhYPu2aOUCJv3v8IYgIEf2nV14CbQl4zFUwkoCj+Gf0o4ULwWdisLv6JxgwJgB5Jf/FAwF9L0i5DND3Apd/hYv/hbP+0+sv9Z0gXAod5PfDZ8h/54K+Z3VO3vRMnXkRGB08guzEpuxzxdfnU7s/sxqSrk8OF2BA4QxriYZiARfVbaAOxK6e9KNDpVOhdDCRUKuJCPHYmbM/wwTlaEnmAdl4tdcbrsb/uEl4iUt6vT46KefTXoekGvvvFPhv3WobeSXKKVGOUedCW63j/mXXQerDpJNZ5o1SXH3LHOCkzpdnSCvU+TA88Pyjc4sCD6PgfrVORQd1XsLSmgbu47U3KlcK0A/o742KAoT6THNWgNCfnKJB0R8urmr0aPRi39tpYNwbl66yoeE5e/3meyiLIFyYzaXmHIFq4H3AVwLqxf8Dq+0eshZ8t1GA/k/gY54HeDQ60nv2udBnY7n6+b7oz/qvpQBDAIoAYT/fBcLbD0LwwwBDAx7wn0jD+FOk4d6Br4HZ0DD4hxdeA7659zzbocMU6Kv6hHbj7DDcqXWOtDpzgLDs03FChTtwymzXu4ITMJ1COK+ub0zhHApQ/JMu9Vw3U0F0ptIQ4r+6SRRhBpn6d2B1dAXPK0D6H89yRrbpF0jJIDXHjA+5FcchviVEBAp/wLVKsqUECnZBE9WTKGUhDnomPmVmjdq5IljwkGl5sSBvH7vilMGYJ0VHHYqp3GYlykGLOhiuco6qCi0hQ66wk63yq7Z8BEqRd3XIZxc1UDplgRVHi12kMee4hlaC2SbvDrW7znJP/vnEVbUZ/XJ0evk6QFWJNndb2pl/2Ok1YDOgZCD7UIBxDWB9L1y5CuYYGXg06vcvyoBr+6ur/5cU4OqfNQyuFSDXAQq/lVuBvcunwcQyMPrvH+VhMF4FFgUW/Wf8sLHX91NYfv+4wp9EAIPRI3VKaFv6Zvw7maXK3CUc+B0GZ9aMOYMpUrg4Fi+Lt8PsfsemOCX56TnTY2onLdWAKCjDHnUjHBFGKEvpM+YyEKFw+meQICsPvUxYJgW5Y2rMrFFGZuqq5g7TUIKCLKhKjHJZ7SMcV5XIZoSx11a2OMMbZJQgGwUnJ1FvG6NI+x7qZsJSlZq+IjMdWIbI5XDXK/NgG0doRvV9ZxQB4xEh8nEsr2yTd4ckH7QXG30X5kCzId+MrwMMl9qBdjU5u+7AqyAov9Yj8Z/3H7YfhsA6CI9CeHpndPQUBuQ5TBfA6mj1zf1VNODqj3+G+5pF4FwGiUVgL4J4FVjj3292dn4qU4B+IjQLwX4ovhkwHwq9Nzz/+Hd7oB+dyTYb/4nbAkjcDtK5EI7P//SoUT/8T0X46VUaESgXDSBUSjWc+6Kxn81DmOWjU7AgNZgKJjv64PH0ncs6Q2E3Vawpzyal+/psmpnRasDwwji6xA3Rqt98rlXVPFuiZqd3IUDLncU4M1t1i3QteMwBrKROZKekjnZQABpIfcuCg6gAUskfzv8MExTgJLABc2TqhWYG7fX2jnLtg0pkHH2WNPAO4d7ro24bVxRSbRkREl3cDKW3HQSXQL3d+SMDhzhb8ZM2zo1pQ1tRU6u8YspLiRXhsuRuioiXsnEC0mvHg2w4SNjPES47airjbJN3h0/onP7jh1/fBFqVNydyuRVOpfpHhh8cH0gNceDz6t7zmAN8uPtQElCbehlYClDkx4WA0oAMg0f9vIbofNh5uvqGKcC8CpBt3goc9Oc/huNOEMbBjIF/4j9BpADL/2Lm4wAN058+P/AwhA3pv2yEcyAewcz/B+3Gv3LMw39R3i9/CjePIf9K9LJ3I3yJ5j97V/0vJDxm8GC4tLqytPpgKW6MnsJuz39Il77LYHHqw9mKuUP23zaPLLzXeyARYhWTA2Af673SHNaKOoP6vQeMJyJwGpxnYHf5xEY6CdRPZc+x0L3XF87qNHiwl+4L4lBslk561fQkgbqTVIsbDyJ0mPbq13r7st+2uXqfMKMAlQHzdTCQuiBpg0Ls0E48hTQ0j0WILcwYoRrthmL8nBgas1pCWEW4zcjetXEG2Ga4akQZsgwWoIbQWdyaISxpEH6o5PKSDTXFabVKVvEhfxIr1rwbarbEUQg3KiswCnMeLjxvMXbVeNRMNsq7I8a98cMN680pQLZ26pjW/YcD0SaBh9Xd57t3nyMAuRrQK8BxJYzxNG4F8Z1wxyI/XqM+f117Tuz0H4gA31j/+TJA2O8+7FcEoP8TZCUEoLaiP71ZBfZVMMwB+j9B/jLcOxi++Br+8xNhfhhuDC/y/L8Jz01e7X2LFFmsG0PL+bHNC9HSei3Uods7TrktFhXZXhstjfabJ0Y38NOl3zd0esWdwO06+9nTJrbS0eMR1fUjqd3vlyZ+zPQi/lPaknBhU5yJBay6dcmsTsSl+Y8RaqmfR7DTfVT9h06Eo9gpxIMuh2jnwIC6mdhhTgHqZbLgeX92JYvgREDhMGtw5XA8V8VW8uPg54tHDBCGngLBMyZh0vFWwQogA489yzScMycgtJnLwxRCCI83+pgeHIO56kFWpjrnAChCO6pb4uWsc1VbwYGRkReEnTArQAbZJlcAtbvYzixoIWj6SwU4bu4FVmXYUHXXqAXuhuOeOFhQ1CcG9CA4IQ7Ue3R8Rwx4hzGwNCALP+fCah/6W/UqsBXgV3kxtBkwCdDTf0F//DG69R8KsBGAloDxMBjYT2BzsfXfFZ4lvz2YLK3cVOvzd9Hxp7tLXg/bFS8KVcXfVq+U+PZfmUe81G/zP+m2yg68dq3yc6V5XKp0lxTg5upOfM1yJ8KePEoF2L3s9675T5yy0Fc7Pf+lEyUq6XRxL526nTwOY7piPi2IVO1KNnG/Pb5NiT3Fc+VXb+XhMr9nUo+2m6SdJwpLylb1QmX2nUYF1xZv4k/b5X3J8qHqEKuIyi7qpPq9dIWaA61ruBCX03JnpDotQ/XpdPkmmhm6DhGhMDq3Y+ImGsKyt7XhDj83B6iX+l9MkFkryS1yEHlAVSGPMAm2M3vYFAfX03lfB2hryxBc5r4IcpaU5Hj0F+yEbrQIJbX5S37bE+RkkZtc8HcEuU4ygbiyLjYJfoNJiRdVt0eZJJSNQh1GIudFLpHw4t/sSRDlQX7JgbAfv11mQSqV9wIj29Uo5kG3smok+Fbg534Ylqf/eD3s7z5sPQ3wqM8DUUf9o6d3TH6hAc+3ErI8umH+e/MnJKBHwX4YaoyByxRgLoL89L94GsJP3AjH82BQgL4MhinAfwQFvviaIfDeiw0/EvpU/bc9N5231quWBk+Xn/JXbB7t5qPvJ8Nf+VOjKv9bI7blL85f7S35r9NBaEOpu3s9hZJiu8fT8UsHjn8OKZvl3nCUw8+aAIv9Wm/0MgrnH0n6Xx8tb7vQqFT/tYbaFOp/aef/37K4MCZ1MW3P+8ldV4wOuLT9OkrLbDT016aSr/kLFEL68efqLk4xGgIXBThxygc6nHb1nJCCMk1jETkNNkeuPc2qfZ8/qqdOWVdSZevOtN/V4GT+O6vPqc+GI0ezU5Sm7qM2CbYz/8UYSy71cG0zaQOZzt0K52fkufvxeJYHW8klXD9nipBGgU+OuVVYTKEoLIkL2RUEpC0KEhpJmjTxPOKSlAyPECIcr60J9u2KwneXVyZjP8PlZcz77YqpSMTjXlYp6FFc8KIgGwxVa0umR70bDPYxIX8eqgJRqggFjV7ddyWpUVhQGWdNmGvAdZBmUjmzTd4dRfvpWzD76Uup5wD1qu8FFrRRvSmewwFeBfZVgP53dNEfROh7gZ+b/hgBswScCrBvDvz+30fnuiVkcLT25poZsMwB/vnHWAdO/gsG/Df+FOSn3/w0GBaBWQIuV8FIAGoUDPt97afBhAIc/rC3cfr9byiTUEI1dpdHo8HSwS/MA47UC5eWlk1MpqK7r3/Jf+fw9mXGW9SNei+xy3j+I2nZofFvmXdflznA58TH/37Ycukge1AhQNvfU5ZKy1Rh/efpu8sIvqjUkxX/AfDznGVTHZ2sToLz+6zftwp1EKBCUbEbOhUOl/x3c5QGOFT+286dehwHrhBMXNlqOY6RmL6Kbi78u74yVb1I6r8hKWlk8dwW/bcK9V8VixTdrLvLq6Wx/PFfHtetm+1R2m8KoeROVXNXDfXccBTpV/agaAqYycHRpYQ62SzGc3eC1LpJpBAXzbkn+ol6IbDgB/w2VByDS7OPei7EYQaxiKN4xWlTHXN3Bxclk0QV5E408jWd2trvqnq2qfCtZ5s8kmZpvH2Xa2jWV1lHlt0aVwxy/8lab219OKQ87gWerC/7/g/lzFV/CnNdlLuPRHuKyoOgFJVYR3rH1sdBKST0dGC2yRUgR76pAM2FfFX8PukTc4DifQ98KR8JaBY3HvJIaN8P7HXg3btcAh3kZ3AFtDbHUGDqPylAroheW/xghBrL++NHq+K/kIDiv7wQsL4SsCjAzd88DSjyywdC+4mAXgKZEoBfpwIc8ocgZ8z/QYDqXVMYfrt5a2l1eE3KROMx4Ck6/2sv/7EW/6/rOakS7y5aZu1itsp/Jheh/m/fEisXTGKj+AO3ldGmZGjeOsMX7v8NRnW97B3F36a77AhrFYpvXTrVD6D+LXVa/oWxcKN3VNc//nzdED9GxVzNceRN2szG9dPJgC8TZWUz0SRixj7o6OQRMl29JmGTJpsO7ovsvojaVsu3wq9G4u/xioyMnGbabxZxtFcJapTOBVA/8b5eCkk/sJNwdXFHi38sf+DBxde0YcZhhk+AC2AxJVQXjNsmoCqeySenWEIGwHfeBnmINlCAhUfMaZRpFkGNoSeP3l7DIKpEN7dpkhTDPrKQW9+Gwne1jcfE5K142xumS3H72M/D2pbk49kwJOa6QOJDyHkwq7cy4xU1RtvJ4xuBVV0VqCqlPBTjYSCzPAjYWE7FZKNcAZQVv/ihA1MBqpCQgPwvsIe/VMX3Alv/cQw1eNyEiFD7h74U+i4XApZR8FN9uAxQ4o83VwJaBL680R/vc/afAP2UjN7sv7n25hcIUAJQb4s/JGCb/1gFbkMKUOyXY2BWQXb8LBguBEQAwn8v9s7iPwZdaJIpXBtI++0u74kL3iSXgAd2S8ZUX/C3axZEhWvs2c1/XTMxwDP+07bd19euuY9jYoRroOyfs9jcv/Xyt6U3CLCiAG2P6rKW0/Cickj5r+BSqfA9W1m6LqpeVr1YyZWeS2MouKl/X7mES8FRsbdMwPGfBIogJLMxP02q679W5G24xj4s5OKyRtjY3fviTfLEs4EbJipUigfBatJ2g7Cw7MvscMrl4g+frCD5aCzqlw0bLZ419D/uzSGk3+UE4GXSCPTL2NsLGglYu9ypgPoXbom0EjIFxSofekIGuAD1Ow1BCeWO3omfOdqf9L/4Rvv/H3+x0ePRMIhDGUIlcTdG/7UMhnCdJ0+RfNu9YZhLAHrS9n6v94hHy8SdIC+1X63WPWurdNY+E1/mXB0ur3D1IISoALFS//V9iE0IC7HipP/6gZea5V7fHGjoKgM/jPXtmkrDfhy5r637wa5ij+Usby1rieQTP1NrxJ9rYSflXOUQOMSf2I+tvgsrQL35ehgCe/o2aA8uTB1Y4AsB1WRymP2ecwW0x8C5CnKHh2HFa3R0jPjzGFgM+LJffXWCChzcmoz2r11b3W8JQC8Cx50gM4/DYgbQNwLzOJh8JP5OPBLV/wmyA/3FAJgh8N7eiwut/xb03+5py3/q5nAsYDciJ6ST+3aJr5WOPRZCUm8R+uqRZ7Vsb4QMComj73enWv1laQTVrOZicNgrsblAbHMrHZHH96VQC6kv9ke9p9jUlUhj6LOMhsHyt7GvFSDVVJeM0t7ur2U2LmUs36H/gBiicI1tr42zl93h4zxe5fA4KmB6yzk8I6rY5B1NExU1C75WFMW/2s/GCta3p27dMHHSBbjk8JdEixOelZ0UjrfhAzUXNg66kl10b3XllnUb6nn0RfpChhCGANkdfrvEfbaSedxmu7Td2x0tf6mg3r1qeG+LC5t9Y63oYn33hQ3uYTDe7O1WLw621r/qrR29vY1GHN6r1noPeBTLz6IznswS9rujV7+O2fOXHaoww2J1fynAFagHkhv2VqCi5Vvi6eOehCHUNJ7ch1171ybV0fIvFmzPVlRR6VPlAD+vHff2xqI5ZKhU4kvyOHioL3J1XYrWj6ZZ7a2VYi0UkYHWp+SBGEU5qumyUd4dof3Me3ZbAUb7BwFK27oa8lgBmn8T/CVmKEBJQGhQwo/HIXAtYPAfOIYFn95BAR6FAvx+dHRjdOPGqD+u6n9FqjFY6U+eiv6EN9cYBK/e/79WV0V+IQH1ggTzThDh32IZuDwQsCyCSP/9BxJw+I8D3wonDnwxZAj8YnjJ578MYaMQMgdSLuUilQNpRWbpU8sh4Uq8g8o/+XpSTf34hkUNocONiXpzxCrEf9zL5P5QWfzXgyUpwFUi36TgWtr5Nexv9L7HO1hZOlBIf6dyzl42cKGy//KmCEYEKiHr4lBhQxnf2xF9vlROdf0lwADX2bm69yRY3S2jdm+eZzaIynVR14Nx+ABpnUjZQ1LEjFWvGNRVkoKEVDFNt9O02W7OdO5m3tF0biiLQTbZrNGE2lBtX0lJzQ6XdpVT1DBmKWcRPeQy/eSyfUt9pC36QPE1oTUBevyrz5R9A1THnAJkhowHqPDgPj9oZaTe93a1v/zGe/dMkRTiEJaQLQY8x+WNRNlbJehXk63llf4yD4YRoWyFXPviQWTsvCNDP6nFfpQeW1EdxtCgyEAibdWMqNjrmyoOvVct66t0bipU1Z1s8WfawQ+iEGXnWpKt0mlHGh7upSx9PH1V+snKjSiWl/ZSjxoPy4Eb/qHdrlABwnm8TIFwH/Qnb+s6QDvUAFwEyKuhwF2PfU19sJ8dkoBcCZ2IawCPtTseHT22/mMOUPqP15o4UF/nb1+/8N+OLw/3Vm5V1fHa/r4JUCNgC8DV1fsaA1sC6p2oFaCXgD0O/mnztp8IvXPb+u8b7oTzfyLF+Pe/l4chXEb/CQ8QHv3sg6ounba49YWEPNHPGb4vHR9yJg1Dq0jIhKhBPa2K7oO8hLTb7PUkAinmcNjTqLKNN2EvFUkpRFLOo1HOg0Wl+j3tYWHlfvBLKY6aRLwn08JJLshaQMVeoegUHr0ya6fd8AFii+tRuI5n6LVcTkHSx5+rK5EqF3bRApEBIWWaLsoEDiHNlEXTWt5gLpXpQG1UbTWNIB4tOWUN50Hxl5KAl9SNAvqkkXqB9Dah7kzpcp86gf/c+eZWgSXqqke971FaUml+2CkkxAP+2Gv0KfuVeEIL3PKVRJ/Y5TdJQvYrai6wMnp1TbFxK4hEnRWg+OiGRh62s4QkVx6I6ik55gp3JfhgTbEey8rbvQdyqiA/eIZj2d2GcHmctMKuebVgeYX7n5hWFMR4Ch+vu37fhYzMIf1KJaFYqudiuZJRzQNPe57QZVoWigf9W3NFQP2xMfUF/3l9PjVgLIIw87juW/N4mZkbmOFZB4H97vafP/RFgDUFPk4B+PTO8VEshDAC/neNgW+IA9cEGd+LW3JFnk9hP9Hf/rX9N/vSf/tJgR7/8son4if9GXE/sBQgIlD8x6WAXgTZOfiHLwSMJ6JyJeA78N/vBTHl9p6weMK+jZP69IfGZYns0lBnnjv48LdC1YWKR3v6WPpmgQwxAarrZRCizouwGitKMZkA4SOvvWpfPRmEmJLMYqpKvw/9Q0KkrjxhR4Il9WIkojK7/qvNwx56UrztZD9BxGnzqncM+Sl/SR+Mq+rZCsKsWh8OJSaVj5UcAWsQ2mQsq0l/2UvKaEY/rtDDdxlSsqp+30w26b9WhQauNI+ZobqMdSdSqxKD4hs/AcbL0M4gZKFp6Oq+Xa/+lvGv2jre+l5oeBQg3KeX6dgV4M+BzcSCr4MR8d0r8o9rAKeGwE/9MMA7XATtp8FYAI5G34/EfjfWTIAF+39/tL//aP/Ro58fXXvECggSsNDf6mo+DWbmj9E3Ywk4NSA3wm1q/CsJGAz45c7Bl1/ynyB/8SSg6O+Pzn+hmS6PrZNJLnRV4oRTUL217tNns+UfCCKI+YszTF7eJGoFeA6s+18UuT05YFVXPX7d6/26xSqwRrh+OvOIR0AfeUjsZYhYIDbjjKqx1DSPcebx0B4Si0b8sGdi0Y1LFY//40mBLyUCJ9g/RQFa2MWAV1m5w/OIv+qxlKFHgcODeMDf9oYUmlTZveUNX7vHAwG/ei0CRgF+u4UMDO5S9ixQ++nVmeXyimrBuklU7yWBPkr0LCZyy4H+UzBU/B0HoOBsk3cHChC2m6a/IL31/Fc4fWtS39QlqLgtANF9GgjnvcAoQB6JX/Tf8Z3+nWP/NdwRz8T3M7H0+tvICpBB8MvCfno9evTo72LAnx9J/MUk4GphQCvAVV8GmEgF+JuXQCwBQwFK/bEM4jtB/qER8Jc7XgUWB/I8wD+8/stZtEuDn750zqHSz+VJ0/YFvpDq94kTKP28oHs05J+wkKgDTxv1ziPuBGEQaC/LumIDP8aUWbaVyfAFK6b9vpTXeHPgf/FY6w0lpkRaEiljlOJk0wYVfw9XDfU5uuUVVws/zMUnkBz6TPbM7vWRhEgyZYLqO371wuPPapXHTvOXcJVSYY/AQwD6SpZtpvZUw1UFDBUh99azIal43LQZd42SJzy9GhbRi4s5VxUhRft2c13VGx9xqQ06l0NQa+ETEXkM7lTKCb3pJvkAWFkJjmSrT9zk8+mBEfQf5MFW7xHnOWu2Tv6ClXw8y27ZORswoTyP34EWfOcuRS9Xr09fwkOp0qShKtJzJkQgVoDKNgMgoYr5z94AOhn6qhWe0rzT6+2JKZhRXe3dIConz7hOppJK3Ov1JPXiIaW5TMxSCuYvyarX20X+pb0l5NHba1yhwtObl9/2ZS7yua8A5glJ0LsRc46DsbVvhCl3mJB1LVOXL9kZ2VmtS2Mq58OKiUANKDP3W02lo3q+MGbDTzDkCkBaFTK0IhRgVoVEk7x/QIAdPiMwFJhDnG5sZ068+oaPU3HuPv9xcfkFEMMiabZresxkUvRI6gL6TyovFkGUbQSIROj9PHXlCf8E57zFNIza5JU2irl6yy0oRxsOSorvmhIFc/AMGh6JmmJKHtlhRUDYawt/blV+wIvSjXhsNJXHjwCrPFendMogcvCB68UiKblStoK2KM5vKsThI9+oJynWJxpS588CBfiAtBkrXBvudZaHrHiTgHow/vyACjCvEuvweWDBKK5gAf+dU9qp06Tr0wXd950Q3RhayoCAAtWgsIf6dHjOBZOFCVCMFIkghfVq9R5q6xeLKiNdFICLvbbQYPCGFZ38BAUsq9J8Kn04vdXHb7LZ5k4TKzLylKUcEW+QXXEXB3Zy2xemQZlyKi8G8yWqoHGSv6tLRXwXnJ1OpHDfzfLBhhS/dQrwU4Z+pU8EP+EXxsn8FwR4GjuqSG/ncd5ef2W4FJ1dIskcJIjU09MDpGHMjFZncmbwNGKmkNkDJuDDUF0+L4MpGTIPlqPKVdkEHaEEC2dIG6EEvU+6kN4a+9I8LOIN98XaqsWVijJf4TclqnTYyEmd1TYzhv5zNhjJljbG5zxxR3qnohJk49RZR6xIiteBNk4rKuGddSCumFWkIg7nxjj2MiiP83KLfAB0CvD3CrTIxX8nT17CMP+lc7Ybn0FwregzLC+Ck0nOg7F0f2gk3eHi1+Qwnn8AUyyaQFe8OnsCLgtX/L1HuRNEThsrG1jUw1iTSXy0NWcoOeU4E+3hNIJ5L22RlAk1vZXAcViGrCMbUnOBHTkTmBlCluvxXx0KNrdFLgSlnbgq/rdcHgWTIeaQFsnxKjbv4aCC2mVqrByubMILx3m5V4mUhDhHc1CuNkmVmVvkA6CbA/zdQudMus6PhTOAgRYBzv3JW73ycdac4FX8PVyL3E4i+I/JgOY/6CXljPor6i9WElsIK308aeeLbG2PE1bg2wsCVHAkUJjIJCBLl+A05gVJvsikPKwktRJVgDnSFBtZmV5IqJAI9jyfPM4MflMACUlLAlWKIkx4KoJ8OAInxi4IzcZQFe/ITtlav+HAyMVQOR+BkzDhx/MN5YgcKI98OAQ/CsaVcUmu6Af7dlfyfq9TsV1ujaqRF3X72Zsn4XBl0Fyvsb2H5bBt/+PXU+TLHdLGe7zM94+E8WUYcKqbTrFV8N8Z/HXGDJfqc4W/3K3azHaHj0d/HKTaHSVF94ZIIIqMq2HmUD9WT7aR0+iF9PNbLyXidPcvmTMwx5GvWNI8BFeYHPynHGZHmUAc+fINF9jL5TElj1+BQ0wydhRGsrXeof+ioFJFiz/Yz16syYuMqhyRygiOUpqwMFdhYSYk0rXgYHNSD8s4gmA5vQiJw7Iv2NbBUXk54sjJyc34AXAeBbha3xtaoybA1v9MrL2Y+S+KJ81tnP3XPDSv/6qd07A8dSmwkjn6nzPmsfbiFK79PHFxsmHMlk5hKr0J8KyroA7PIJ6ruUZwQRkzQSLAD9ZD5mD2otNDfoW8pqGBr3ghDbWhXfXi8ls7y+8Qp7syzGVgZRmkov5vujLdWB/xTBkFkhsskTNyRCS9iEHEKAoQ9cgq9RSEw5222IpYrAn9pFKznjSiSMiPZVY9IZ64Py2oyaUpxuNVHYQ1LE8gxK+YqIINiaMCCqMOXt91xtoqkJyVr2tPjvLz9GraKOvnQI6Uh1orD9XGLfIBcI45wD/55tVprNa3mNboz8rBybNGzPWXHTmlAIfx7LiC7fksW5jLvcOlcBJBccIdjs9QgGfQI/yarivGh73M8KzOp65u2vN7wRErni6dZi0T2mfqC0gCzGcIWhiJJgRrJXHBd9AMoQY7KAqyK09cFnOYoRSThIWdLJRR0VPWVzjJuNZfCiOUPHkqlYLls2xTIISorT6Rg0yxdw0jR3KIgMxLWwlQeV1y1tlsqTBnQWY2cWn4MHduyc0Ey6V4t88HwK0zFSAXL36Z7hqrvY3ZKibHtXDdjz8x5iOX2g/rBCvzWbbwcEEGHS6Khf3VoOnHh5z26zw/YzGmBOAHO0U/Bs44OBropEaC99SVEXssEsiXEcJsywYBYoVPfGDegBVS6eE0h5jcUF28K0a6ESlrvjNHWjuFBGNLstSHMApOErCx/oo5N6iL5Nrkw/kiFDtlmGaQUqQn2gzsohCM8GTIPMzYyROyjiyU2CLWRUSdsSEfn25uJAqEi23mGLfPB8CZQ+CveoO9RUPg+jkm/b1eb7DqR4T4SR5+xDEzflvLvb3Xvd4OqkKD3yPHqDgn0Dh32NvBVXhtu84ycohHWv1408ZN7pn4D4r3+73XaxlzoFz11DhNT17JKErsY87BvW+ca4EFYmszWw1FWG7xokkZ9mK6uOE5qbXLrKox67gwjwmO6T35g5Ts9AKqqQPacaRZw+ILMyI8AMUqRFxYmVWIkigsOk6beCnOAVFeiDByCH1JnPjTR/Wdk1ovKk7O9cpGpMVCGXAIkS1vxZI/Ck/poWSFksQWiiBIoHjXNY/2Cp8GcwbOvA7w530x1dwQ+E0t18xWYkiepSTaUqgvZEKvlaeh7nL/qgLuKWaF6UBBlOp7foT45wgpQP6NzYiE/C2Y6A5Umfu4TvxHRWmCk1dr3wkn5api6bJ0D52d5yq71PRzBP1fjTXXS01/6sHs4TztIzxpcLZhOZmJ9b3/NlHOwQFmAejB8sx8w8ps0IREliqAsEoqQX05HRNpBJtPIpm5x2kiYzINpcho2qkYg0bOYS1nyEVYMNjP2ZEDf9rrAqTi2IWylJE/CiNLVzvrFwnZeqTrqUGVwnwf0YhBDt2iUKefj/kDzgGeYxV4uGgIbIjl5Botrf1okdcMUoe9b/mvCWW+tkzq/heOJCQS8LjL3qs+TxNLds1V4ELIQx55pzD+W1HGmXsk/ipM/si4wsdh1FD3O4HaON90FvLS2ZeBJwOJ9B7q94ngbAHoVoLr6tUMw0HRjDw5y78jtnHkIi3ICa+dQjGSDiqXAZuTlFUwC4Iw5SEkFasLpiMrMuJNJbEmjJvgIMJIhJ5Ufs6cvEnLtkkVKSk1zZy5GdSFyZikxDuRQmUHw0FblCgTF0msS1D9SYTgix1hgORZFXmUjavpvVNj5/b5ADjPKvDBoiGwIU6SNgsOtcgDa5Z2SjLwIsgDCbiluxE5EL/VCQ78VM/93iCecpCrwNSn5LD7Rc2HmXuduMNlcCJrlTs25ay76Cnn4OGJUvLTxxWICwiO7g1LwGkOTPqziiHIElCQgfcBaNAm9nGaE2gbbU0fis5FX4iAUoJuIppBMBRClFWadJy2MiKdUwQvSamhsewjliiyY84NJzbBdcSEO7iHoIwyJTlv9JtgG6KC4pSX4srkYUz9+W9QyEB+heN2BQlz6nDjZLDupMwoRlBq2A9HgOe4E2TYi6ckt9BaBYYLtw+t0fhbr0Jke+uTZRPgQ8RfRI6fQV9OoIi4DKbOqVkFLjkw8xecSu6vnbsTf9hFwT8MTl6klWAp/Id4Aadd0ty0f32evrcF4KvHO/etIDn1VwhPGzlMDurXbsXQc+zDvDgKpA7hN7UwpzkBYWv9BRmIdQRm2PCYIMxtIaZMSZAdpSsEdmExgnSmEObqsCcL+0SSSgj3kElkEJRFkELkgp2CqyjEG2lDohkqu7SY78NUYVFYVg9Oc5mERNEC+YrfsA9lGYXJn7XWyxlSsPORlHW4rKKp3j/OXgWGqeYUYDMHqBMKvVYtPQ+NVlnEvenx52ImQA1y+bM1R14352WCIEDlFP1ppTgih2u9wUR6rxBg5l4n7nBhnHKRnlQRZyHxdEaC1s937UnzTZx+Bc3vGzrK9ikHM6m91LdxMBkIIan90Hd8MGrxXrTsNBRX7gWWZxeDYBXTBGRlrsBtiQcXeucoNJdlmQLs4Dq8ZA/EniLsE9PYzUZ++ApDruYjM3gtsg0lhx7zsbmkEk9y18URFBC60lrSEo54bJXMyV0YJdntmjgHjF1/GVCUqxu1SykIj+uIP6ACPBcBLroOsPV4Puk7/vvVGk2qTZV3/BMT4GrvVZVTeIeeFSTBWyWI6wBlGedJrQDrHNaVqlxJ2O+9KlzoxB0uDrdzdsWpHin6U4tzNZrOyey1xaB04kVobqw7zep94YP1kVnQb/md8AvxF9JGTtwa84aZYsOhFIpI5xRMgCS1bcz1wRQQC3Rht3lFTKY8kGA2YW8qwcouc4pUmOSa00E53ktrwT/wkxw4iZAHcgwysosozJ3CtJiSklxISLmQVqxt+LAxJiH1sttWMRdoNw7xYKwek7vSkS0pWby2upTLBxAFaaugT4oAD2IRZNK6deNNb1DO+c3R0t0nipHSg9Cs2hQgOceM39LaW/RjzgFaAZIAR1wHqJziYOvrAJ3DPedw4Bvj1jRgloQ0d5bEHS6MycmUoTPP/ZVzMYNqTlvYcxOt56d+BAo8x+Uq744FhcAa9FG98MJe6tgsiIj++BhqzloCmgIXtJAJEGpTr1/nEQhBVCYWc4o9QXzaQymhoYi38lJaz8ARi3lY6cNFebKCfhSLWwljiq4uwr5IIJeILYuA5yiBbLIQz+4RZHu2/B8TxiHcHAyduXLQWoZ7PlAZWzSSLPOhZKoGz1J/symVtdkntQq8lXOAXItX6pWLIKIqqTTvEYrsJ3EVDCHpGsg+Zv+8ChxXsiialWIrPTJsXQfYyuF52FJs5C71531YdrgASr+sN22o49IFdT7ORFWnMVsz6v0I498P0kWyEHalPLOAWitEoIPUenIcWuU1PCdObP94qG+ny3BazuVDphqclUkkiMQ0YjUUPrx6K9YaymzhCBxBVBhBW+z9ltJyqC9kcW6OdNpI4DGq0tgkTM1E2MirCIIoueQkl/wOc1L2TP852tSmDy8yUZ5RU7upJ1bkQ2rycEboZ4jRmZqvSR+t9P5xkVXgKQWYeLm0Ir7a44847sFRLz1JN1gd9q4tDYZc2hILKCsWetaE32aCuTnAch1gyUHir9qUsZ+p4NxHTWkdLoj2VdDJV9P9051ybqg2629DHT9d49r1wc5civoAhc0VAgPAE/TjmuwENZ68Defhmmq8mXEwU7L0oPCYH8xa6vxSWyICaMvEIa8lkzzilmAUXMgrkwbJEF/yyBAJZVMrLAx4iXcsuSTc7I/bM8jMpoWb8BIYmealNyqlnolUnMzNc9gF2VGQquwaU3lTWOTpsqPIuICaD1uMmzf2LggOhAzdLB8A3fMAPxcEW0UXbHfcwKHOOP0qz0bUs3ynLQqD7Nrv7bydJ7sP0kXmCqH3ItbMgu3WUuPV24CaZKY9+YHJpoQyxus1AToqJJlXQkWGYhXoAB/DRNGJihS1yCfBBeMVItIrp90gE5QUWzOKJJaspLDMp/rIiGKIg7JIrzI5HLiOAJuTI+VHmPc4tYG7tLNSY8jr8soCsZ2khcZ4p3RUGtdSJuQVWxlH5U18Tq9aydr7aJb3j/OsAnf4A6AWH9N90iBIY92pEVsirc+48E/dvmbAi5y65z3PbTavxXL/XjFTKn2YHXTVYsB0tujPQXMtCs/xO8NGcS0ChAAgDOULkUFlhq9iMf+YiUwsTo2sUiIzkfnRE3CWZdBNkBXhsB1pTEUoOXONvWaj6rvUcvZEDuQYgiyIyfKPI3ZJLIWoYPKELbHMrLSRIcnYKMBH6sLRsZEntrF1pSNhUCT2ipMjmuX94zxD4A5/ABSKmjRarrjYjemtJ5Pc3L/FTaPmv4U4+WQ+7TSfjvtgHeJUuEdHK2mvzmqnwgv/tVuQsLkmNXOa/FDkDQHKEn4ItYV00o7JMRhH5AFVQCsWSOuVacjEJn/oOG2dsZxK+R30A4nFRjF6a8AMMckvU0hMxISMhBa1TWlHxlhDX8WYlxVixJn0SBE23ilnKoJJ8K+SOZy6KjwyIaWPD2NVjkpztKR0YgVGRbJZ3ju6/wT5bJB9sXWr23qeZu6pZ/yz0WxPnkItEE8QgJegLyVpUtlzMXH5XoBOiyNFyhV6gwtjb28Bvrk2JZ14IH0tAlTeYgzTECSlnVkG1og3jCF2gCRMJ/Ikb/AiDWl3Y8pQMWIkZWilSHqmCElCFAGmP+fuQa35yMvEJqZgMaUwX+vtjStIHlEF5xcVbaKoEvaZMVVQoIxcYFae4uRSZPjIQkZRYx2CYrNV3jvO9UToDr97iDt8TulEs1+M5eXHhM770/ivyJ6TcHrsZTDFdea/jw/6eGkIt1c0Swmr4wKOnAoS6ciGd1GKbQJUAjMIZJDE4H0oJEs6syB8AsvhIEicYcEV6eAQyAgveSDozG8yCOZzou8ibQRFMNngiQhZQ4a+RCXpEAnoGrhAZeiSqAeRVCf8nk60uXmZAMekhatCKPVyBRGGGOjlA3EdptryPaIbAn8uKGeUFEG41eEcgM93MxAUIfOox80fjolaJdn58RWgOmppxZB/kGBps+nxr+DwepRcE5+pKIOnCHBJvT8n9iAQ+8w8MEjQB+SjHYGh55KdkvagRAIji9RdCpEnIi0DTTxmUbkwkdvGjrCLnWEODEuqTUmO1wFoy6xj1IhMwoCKiP2cRWRCZYi0VaR08bij6nI6/1CcYZ5t8t7RrQJ/HsiLYHzBs8SfGI1TvfRO1IvvB1ZYhizGZc7Ly53LM6k+gfEvs1fppBFxq8HUcg6ZF8kmRG/o9TU/csU0tIl3hgDFDzCSvhdYh0QiCT8UGi4JpsHnCO1TThEYViYbRJrJxjEREGkjiJTKPkhHCSixjkDmxc6U6nBb2hvZaKSsfS48s1FmCia+WbKpo5RYbuqUcGuQAKc+vuHYk4H2Yi0izTZ57+hWgT8XeMCrjU4/dpxmdA7HxWXQ2ik0Ak7EBzsz2wj6+8gUqN5cDh7+coM1tDbfLhGEVFRTz80S8DXMEKB6v4e4sIPpwVKJL0lvXjAY3xTh6LDyXCzIBT/kZMFGGgcplZ8sY1HlrBxCCXrBN3o7Z2yd1qbslR96LKzk4ZIXsiUlDgLHCozc4Gtq64ooljG6yNDsFzxNbs4Z3UlGVDuyAtwTh5GS72qfbfLe0Q2BPw9k/1Ony37pLkzPDLg/61SlQ0dfnu2x4CPqsI8tACGKukloJ1qJNiwB3jeAddazmTNoBpPxLAFCAEDMINrQR5mYMaAGMYOJBitikzhMjAToU/gFvycNqURkaYmlED9ny5YkdxqFRxIEmAr3dJ6iLSRdIDbyhWnuw8BR8RKtBR9TU4fEUdhptyka7oNerUrl9t4ZUXgcnIJa89PvFx0B/oHRkIZ6Kx3WN7axicks+ktZb7Nf3Rqve2w967cYH5aQspIfEciXwmTiNNbMtYv2ouW8awF7UYpeGbAAkykCJEWqL1EFzABbQAqmHfQWXEFQTLZhTxHQF7wRVg4nipRcrIeV2ScCcSlr2VCSsuIaP5wwEDnFjkBtKDAm6vDaVBmZ46A7BTtIWs8mJm874y2/LNGIKtIcHgWRSKWEhyQwtCWiCVHB2SjvHd0q8B8XU5cZ41Y3Fa3xNGc6rMSeTsDWTUepVtxl5zp0oAR/WPr7+KBLNk0iJ20VjVU2U1ALwxoEz8W1MK0AYZZCDIgnUYfJBIbRixDTCzziK/i88XShIvFjJ3NHobN42cxZxvxcsKFSKRfoKXQaXImtyiKd8sBMx6gYrjt0FC/lE5dAf6eYKEqfIC7HkoJQBZBlZBpFmvccijUBSuIEHLYdEU9O2SjvG50C/CwQc1DxZAN/6KHau5dob8jt7ozeOvOZzxejQFl/AssYBa7NxaAuWjdI/EKkH89Mbw1yhG7C58CFgADraKQWF+J5uk6pLfbENUg0KCJYQwRhmlCQ4uAPgoLuxBymNOcEreDHbR8Ug71z8YbcIB1yNgUFUVIWnFXYyEVAeq5VJOVlHkxTqkcCEpcA0kGnTuucSUoV+OCL1OknPo6IKmWjvHd0q8CfA3Q6RaeXw72Vn3XP36dMAYcZVm7/PYEjLBMvyh8fBVdGueaR0kxuQTFc8bg9ChgaQ35yqkc74jRBbQVYX/SbfBBCD5iCtCfIDBf0orcYK3y2lZVoDwrDEx9TkD4Qnq3lVIi0mUlGkE2QFcTqJHhMPyTAkjJJRiLiqBOfSOciMGVPdmHPExqUmEfE6B2Ulnm5UAoohSIVsfcRR4TjdLjZKO8b3SrwZwKpv7j+b6xRsH97s+Pp/PVeQ2KdgFCkPfqks/TPhGK4h24m9EzARh+WNintqkoUP6SLxoP1ih+5l065hBDbQjGJZl84pQoB+ruwLwRVzLPpBXFZvZn+oDhiWCyFPDLCNGI+MrOYoEw0ysxDVbnJLfLGUD4PhZ0Op7PAQgZyuEySmXLlULystCPcOVAZeV1E5G0aJm8qoi2VwYrctYu8Mjvl76cERt5h75KJ0psCu1XgDlcJjWpr+nG31Hmpk879LtZDBE7WVndO85nnFTCByHMT0nshivlgJ3XBCQUSfKG6iA3SBdRBWd5NHwzorZuvaRcUdexp0ZoVp2EFqLyCXz1UhGFCdJkwyDen1vh9slKCKyAX5FOwhwhKiYOEMiHBSoPwkmtszoKQMECXKZyNNZqyJqvIPZgr8sl6EM3UH3zHIBg+S2r2dJ0LjNrFpTkEpRV2sFrJRbGQnxyRt6vkkpWYlyv0Pv4UcTG6e4E/A6A+dJbRD1O5oQbXY1pL552DyiOe6q69+EoE9Mxh8yz881HJhSnnSqASr6ZQtUy6BFESQ+CWzyzl65unUAfIfqH+KwQYP0Z+IKqownQAecFLkBICSi8IC8YxR4ikgn/4zhSOeCIBWySkZBUzh0rEy8GyJCIknzmIDXSFmRPJrUSE+uJBTgdxJgFmKW1VNrEE6E3JqilbCzubKo6CixXF6l1znfLnMj8Fcw2hD4/jVSz2ZEOiD6gAu1Xg9wt9ren6ePDlz3RHLt2IIEFBrlqebD5ZWwRYG7aJUKYiPxFA9uiPf2yn4qzqnXNUrp6ZLprJ7ZOtpNZykxWuq8FPRElUWnQeQYDxVcBLkAr/62FhBv3xDp4x6YU0hCIJxmeWCV4MW1soG+3JNCQeTOMPtnJhG2khKshIr/jnuGBLLJww8sNJOBTnakWQa0sSVoSz2llPrOzBFmVIiAWkS3GsDYgILxY+GB/5iW12xeiGwO8ZH37uazHyjGqfWPk7KyXI1lOA9GbCWpjxox0VVlgxD+4qj/DDtRYlnac0dcp0lfYpW2u/RZ2VQXKTCP8iFAJU65s/oAAA34gWYAizA4xHtLaiDM8S2jSXihUqj13YwVXmLvMKDjIifc4vKiBozqG2Uh5RrMJJyMnAxvmhGinEQVRIdWUu0hKTraKcE80BM8KxTmd7pS2p0thZa6OMnY7jc85xhBi7WT4AulXg94t3578rOhXojeqFpVMaoVx0dmt7yOnXGtsVxBR+wscylrhpwly9qzxdrzKvs3C+stSt83ghgnBwCTTcEg3osCkwxVAT4yKGNGoCJBOowMzgj96QF4wEu3gCLQgCPWX+StbBkySjLYGmz7Dwqq+oB+qThTZOYzpLYSY7nI5yKsrG1BtPLToTZWmScoRckQmVxOXcYkhMbR2DJcahGJ13fQhRAIvFSNCIlSF2BC9o0veDbhX4feOdBWD+Gl7+R1EnU6Gx6a6oTtza6oR06DTWmweoGvKiAJsT1Ine8RCncJV5nYXzfTnZMmg9GtA7yC+FoajO+yn4XpHEonijRYDkYloxbYiymAjc5eF4Jji94RLTix2Wa6YTedrpWLI1kdhChoWYTELYO5DUzgknxuY/4shHOzNamCDdtCHeFSEDqkDFyLtkIQOqjJkvaCSpynHpZmBVgWPAVvkR4gCliEj5YFxCs1XeO7oh8HvGO/NfweWzKYJN3XC6J5buTNaey4rgKZQw7zkY6K8tAX+v4KDP16aQnXZuH/qt2c8BpWEXzwHWuZ+LAJW32cVEYn5BCNmlAFFcajETBSFhVIzhHchQ7CQjp5FZEFOYMSB1ARmIHSQnznGMiAeN5sy9k6WZNTJNSnQaAtIKuooswgunsWXjzF0VCVFqg62TKDcGytSHCBsILDErAaEf6gTrCPBTxRVOg0zi4mbmpSKgoKUAxWpnnHRRH8SfOvRJXfoPCXVk/UCol0M7kF186jaIFpxDE3gSA04ToGkjnvMSBGP689SeeUEvz+J9Zx1nSrJiwhqPdlBOkF+s48qvZEmZpj2ZlsCkreAiTByNiyDXgHIjUxWDBWkiUVopiWKojexiYlARZONkMlOAjdl8l/WyFaVn1TCnAB09GWmfbfLe0a0C/+EB7yW1zZxWSXlEz5PjNCove/g5CoibKdv3ebJemYAWLpsTHZpO22hkdm3SW9h2rR+Uk9p2mgDhAo0cg1vEAhpNWishj1B1wTLeBz2hqERd4gwTmwlHhlCkrchHek1+mfN4GIARUo6NbTxlV/vJVOU5O0XxwmlPmqTEJJOIUjWUQkTscCtVOe3ncYaKUTzHQnSkdwFOKwPrQw6IWDu/W3wN1ntApwA/A2S/nZN4GUA0J7F8J3RUIWcC4y6IM/4/5BL4IL/4U4XIc85C1VnVUjRNacBZuazGS1cLaqPaZrFEnCZA08iYP8XuPTs4DnpgK3klqll/9HYTirBOMov4boogxLAjHBNcqKjCpSYdAvGtb/duZDZhrWLrxE6FMUGWohCsQ3mKYOZPIqcnICmRa/ooSUSHAyfpyEtvmauYqDpp5GS0zYFF0dSFAnyoCmpdd/Se0a0C/+EhznJHLPsWIoBbQdz7eMpTEzyF0JCLFeCVoE1GjRsBeE6aOhuXzMh6xa5C+2K/mSZa0GK2Smc23xxmFKAJBwIU+nADdKDS5dqdrL2+BaGIHrRzOOTx6Ne1YBVZxEV5uzyxgDhLNDbsOQbzU7Xde5nSTFttaqFGhlBf5J0f/knOwdaZkaHJS1Eu1JQVVUiVpyBcRCmOKikleZAaUtTLh+Aj4D3hD9h9EBTian8wBditAn8GyI441wvVJdixdZ+uO7q30/BisLjPd4Fc+RyguKnQ0zRNXRn7XRqtZikH3aa2QLbkFAgrLTlrn4Dp0ikblFZVHfTWtvrD3qqogKk16EZMIVKA/rRPRgr2kJ5bUzncVEE0TpNT8omTinXYSaV5As53xUUYwaEUldTjVHbkzt4hlGi9hwk8TE5Y+m1SI1RuL/vaQDvTHHGuUpTlWjsLufDIzPnJzoVpgwmZfUAFeEECjJ/k+tW8abczcK+6u6tXv9Lr3sP+vf4MjniP+kejI739Em6Mbry8wfvG2o0149Hao8T+o33h2v61B/sPfrn2YPXBqnBfr69WvzJu6fXtrW8L/vnbzW83/3kz8C+8vtn85pvb3wT+45uDbw7AX3j998CjPO7fMZje43xa0AnjNmCdrDpNPctvmmv9dfAM0H/kN0WRnAjviNMy+MgUqFYpz8upZd4c/y1qXAR305CLJGJDgP6KICURyhCFdqu3ctwbbPd6N3Zv93qDkYXhijrZvlLsiCyq+29xyKLXWxXdjKtvbHfbA9xHvc31yTVZfDOePH01UBYbJVz5rE3GjquU6Y1qcn9zvTrqHWwd9zZC2iHDeJmL3LOtENWDCaFBrAPhNiWA8MyV8KCc2slreResoLQKlHGSbGZR+YmCcoZxpCdTKrG+6/b5ALjUvcCck3z0pestl97xBTOEmnCprBrCvxW0whTusrlXPa/uPr+rfdW/e2+aCkWD3h7V+Nvo378XBfJKfP/ohl4NRIMProkIr+0/EESESYaFCMG3X8GBX/2zePCrfw6YBpMKb3+zDQv+C5uDv8KDfz34i/AHYEB1Pr0XzNvFQqYvgOHfQOTzt3jyCDcEIPfCtXEFDDiTx7vnd2Wgx4arab8FbKYWTFcN2jWd7cRtmABlR9tzMwgKaNhbq1CA/WVF/poj4r6Ce5uT8X37ft0dm/l6SYBKRbzQ7799oRoPe/eqMB3sHovrer+OFE7eylmacTXiqrXeZlU96fXHq8rkeHlA34TzRIEWZ9KMQVaEw1IKVXheVQ1VKVpO8xrMiaXVH9l46pAQvM4ipGq96BwDXjttrzKwgj8XNtf7wEVXgeNEjc+Yr1WDdQ3YJ+NDfgr0NdIA/DroOOShSXzsCdEfIvD5vYdSgrsP70oJ3usjBgsHWgWK9PQJCrQS/Nvo6MbfTH3/vnbj0b+b/pICUYGPHl3TXjLwwYNf3vwSMnD1/v374j+pwaQ/GFD09z+lA//5n7VN/Mu/iP3+RVJQ1Hfb9PcfYkA48C8Hf/20GPByRFO+seiOUyfWYfRQzlgkYDwhEJo76fQTNbbvBDbQ/5eqWBvt9O+a10VwVs3p9oXuC51FQ85gUeBU0MJyoCGvKtkXXSWYbKMave29Wdpa6/06nmz2ViaTtd7K+tHrvdG6VN7+0eve/lJ/+1BEOPKo+JFSVNuyY4rvUW9la/T25tPD8e3eg8c98tFY+aWMVtZFgjeOehujpWqnd61a3lNg74EKVcliYrIS/dBr4SVTEwqOdtBboXLiZqIOYxjMEi5mBJ2AeT8CZelJQaVzBqSHEJ2J7F0ML2Vme1EHflu5RT4ALrMKTOU0eFIvkGSgt2ij3zHmhuRxX+LtgwshGED89bWFAe9qc4+x8HN97kJ9SYEIQFjw6R3eGg2bA//28m8vv/93ScC1GzdGd/p37t2997/fu/O//+37G8GADx49+EUiUBpw9cEbNOD9B2UofF/0d8sUKOWnAfE/3/qfUKDJ7583/6ohcVDgvwT9AfHfN3/RUFgj4b/85X+7JAPyA65f5/QV9OdCLoDFZ8Vaby1d07kXT3X4sneDXyX72ihBOv98UgavLUsa2LGoturUfNGgnqdOFnmnQ/t4OLWrqdXqRqr3C1qS4LnQKbvpRGSiXw7OkAwR1D30JZgAd9RTLMhWe28m47XecCy1tqJPYGWt961n0tY3pRdhDCTcOnb9Vy8QeuLLwGZ/WdQ4qfqvhoR7jrHOZqzkw1/3hv23K+SGnX4LTVc4EGoEEa6u7FVauZMLrdbs4vRRoD6Y4CSFktsM+kMtcpmzDRnsOg+9ghqx1y7YlPAPSIAXXAV2xSrID/0XK4I+S7zRS8cI6fFj4gNx09Bu+mmJ3UMY0LTHJyYDTYH9/p1j059ed46ORX7HsN/Lv0kBfv/yb98zAj6+Nzn6b1/9nwd//X8e/PX//OrR3yb/j6NH+w/gwGsP9q9JAl7z2Nej3wciP9HfatBfKkCxoDVg4H9uw336aOz7LyjA28wEegz8V9Hf/xsJeDkNWC0v1NZ9/XLPYrQgbAaLTSJ0rTcKb+besFekqWyhr0XuaZ1S+/TtKd5CZDI8iDDQfz1TLPN/pScXGVhU1KJD+8RxhgA0FdRtlA5O8nBNYz50ivLoIOxIr14RmcBCjjXUU0QBw96I3lMd9/Ykpe7rV0W8d7BuAoyhq5jrvrQeQy4LPijkvmQedkuSgbd6367nCFimj50Pq78KF8kOey/rbESTO2/3tZE8dDa81EXFUDryXAcxgTmYmiscsfedOratiZdl0iUBDJChPA4S2pOLrGPVFxpVRJAmo2dIz4SIWIxEZPAprwJzzqi/8GWK/+A7ft7siJc3agm5aD0fF5ACRP7JZQ5E//G6a/oTC95BBB4d39FrpPHv8R3o7+joewvAG3qL/W789T//SfjPf/rX//xXvf/zn/763yb3jtCAosBr+6v7qw8kAu97FlAcmLOAQYGhAYP/vv3n/ykFuLn5L9og/za/mVeAXg0RB15OAw4Wtmw1SynC7vKZ0une8pt0tTEXGrlnp86isl9OKxBDp2EG8nXq28J5r6ngZGFt9YvHTr98M+SxyPiqILX0PkCuJ+eswY3O3vQURwWFhXMaOunTVdAOWIcn3DXoHRk4Q4AohQkKjV0oQDHUYFecJYEGASpsdDg+HFePl3ujqr9ZScKt0tUkEgf3wo65Qwm9/he/juD3sdJwQ/G4/9bhkoFrx8pGURDbUHJ/rM1dSEflugrZafEGw8FW7GA6bUOmiQcRfCwsw4thbPKKwXCuiujVFnnaoS713kXvhUrid8YWsUpM+myT946LrwKj/bSF+/gq6Tm8vJna6YDdbm60hNjPSx/3nt/tWwbee7gb7GcgAPvHloAIQOhPH0nAoxt6Tf7bX/9V1Bcvs2A4/rp/72+/aAz8QIPgB6viP08CegjM+NcI+vv2f95iBUTbhNgvGTAU4H+I/mIOUArwr//dAlAMeOPi30f1JBTgcKjNrYFUmH5xkUmPrJQQb3VQ7JnQTi036slDQp2gvV5VTPQrjsnR8kj71QzVz/molXtk4Mx6+ypquzfEwrpudbAuyeAsHLFeFyn5FyV5dBScEFmUeo1esQA5YoSmsLo8agLvFeOrwgwtncxS74hTMtZprn6ZjK9zmTB2C35KgM71dBU05CkqVV8Yq8e0OFGg0dIpMBcGJd2ANaqnr/bG1biKmRRpBwjQp0Ovd28rHWv+OofKezfs+kq4zZlSTPvk44vxxJUZfqOOY+j827rk44p66xHTiKqCS4eztLPag66gRNVOZoRqE29ibatO7nlAh5JIIXj8QRxybI4hJ3zEmAjJQB9nbm2oGNFHNsr7xsXnAPlPCS8HxpOB9S0HDdqRL94+bhSvjieP0AoQ/fdQyu/hPd4MhB/GMBgWvIMC7I/gwDvJgqEAvz+q/v3/ZdJL3vtPk1+6/49HuzckAq/98uBnBCAvTwB6Iw2Yg+B/vgX/ffvt/4d5wMDmX2MMfHtmDpA1kIP/zkLwwf/2l7/8H2dqwO1m4iwxiMmF1d49q8GdSrQm0lp+U72W4EP1ZVBKJ5hyNafzdpflWen1lw4G7B+GySRMvt9ddqh+wr8g4ah3o2RV9X52elWHgJ93l3fCYrSqgMMnK0sQobO4rYgbvbU4z9Q5D37NPIuO23QW17Je3+9+sbG09ObX7ZGs7lHemsrbXXaq3TRepFIvBTdltud7476z0Og/ZrvdUO6XMyRWY67Tsrjh3kBfILMyaVADGkon6eknKDRtJ6g98cakv8PlLeo6IkBJpxWIblVeHDvV+nhPBCjvYdgpD0k+MZvYJEwn/S824KJqQrgghVmyUTk2/v+z9y+9cVxpujaciMwwCYhOME0klDZJFApw2ZJtvHIKxi67IBPugraBfLtfoDwgelJDAp7UQIR/QM3qJ+yh6B7qD2jSqFmDeLEHdgOaGAK68LXxeSB424LYmxx4fyS++7qfZ0VGJg86UrLLfiIyYh2ftSJirTvvdYgVwwv4kCDgxCsZHpRgEnQ0T4VV7r8Cr7A2EGjF4BuXJ4ew6AicOS4k0dlBs47a0WgrPmAEShRCGSEN3jk5J8Z/gjzuKDAlQg9VT9bop58bv7p6HnVsjAbf1s9Xq8u77cuUXBMDpAms5q/QL5q/4oFCvptQPxigOKAZ4CDADwb4L3QDbm19HpjH5sPfXvr+b1M0/O//0r317YLnAi4E/9v2ILCQD/QD/j7++I0/X/4T02BoA/9J6Cf292umwEwZYOkD/K3HgD0PJjoCH4KAMKIEjpT469Zz7EH13KUx6V3udC9udOVSuBpOne6eHJb9fcTsOLSL6JuQy2eiEYSX8nuXuxcVl349BxOMBYlDe2bCfXeydPev6HEpxO6EbOzVD6o1eUvF3ms6r1QPVHSJMFmp7kayjQqdRzosV1RrYqAyUnYIZaTYB45UYj4TKb1zLwz+1NZV0dWZy+cfXqJCzhHjSaJ72UCgqQFC5ZArlvLxlRCUU0TSKjH3MvuxSQp0ViaUus5XGAq2u9FElUsaOVLhgBAlKYeILw8gCJV1Zw0cI6L1rVExw49wxJGPFUMQc80Z6q6VyC+mOCtRAgkjvRgDBoYsCGdnnXS2xY1foiuOLKRmzbhhwBEOKH+Snw4JZwOa5POenLs8PgOkRQD4USq459o8EoxhZsvL55ZwJ7P9S+/fNaMf9G98jWkw+nkizAfCQNDPTeBmFHggDnjtN5+12V8Yy9mnlz7fWtleUCN4KSYCvhFt4OgEFAbSBv7YDHBmFAQETAhsMUDGQOgDNASqIfzhwzggADjHfy7kX8vq1aFHmgBEtUH2N8yxTN7CKUjXNpXBVknQsAs/wNs4d24eySH7rhdtIUgEG1QPWtqJ3jkg3pbIJiF3Og8UYvFCZ3WxUZEB+9WqK9hoFCmJIk5VjIVpRxsLGWOMuz1rrjTSu7cnxllXGxvEvkdiz0QS/Xx4URCoApzL/THobWTjTkkApHCYFa/qrMAUfQvI1wQ71vxFLXc2rag3BAR0GNwCCxB6HpjAjDs+1KmmXpmBQZ4cw9GNiHYpOGb0SX0RmERsdRBS18mbIdKWDG4ap/DjDGZF8uYkxdYjgycIxjCHXYgqzSSNbXoinAKaVSo1BcImR/LP4TmuBvPYo8DR+tXBpygMseVJm8HPI0m6l+BgAX8jIFMB63ghRK1fZgQmA9wC/LofuAF8d1eNYB0EgV8ebn2Y7A/OJ+oH/QP1bC7b9X9Y2fYLIe4EXAoCeMP8zxAI9nkcGPQLBPyNdtFAyboZIAQw+wDNAGMU+ENtv7/+L3CnU2W1glK1pBkFHl/c6Imi9a7qJ860J1omoBBdGqVT8LWlYIkhwQ97lw1kploRJIpFUkixtX2Cmd+ldoJJrAyyCSmDAQ7U1tno3W1SsQrO1Z6X3JxY986MCl2v4jsLEnPQoIECupKemd/+xtI+6Z3GAJ+kMBcG+IKEoprtX8Rwp9uEGWcXe8ygWAgsQPVdZZ+aYLBrKUDmrMgMALoPMKhRHDm7+ggc+tXVXUxghJwACv0EXRmOyoar/bUZgUy88GWzWoeQyXEI7/gZ0G5Y7VBCs+lekAnSMMdUAL9KDNHD4nPkl5pOFPcHKiFe98CZYNrsyoGAkY1gkbLIUeFkFbk84Q/mfOTxR4FN/SgStH9loDTojLHBP91VnQP8fUt8Vw1/vPyhc5dBYPoAdTD9K+Mg4n60gA93P9AvG8Fbf/v+b1Ogi326uSGM6bOVwQEMUG1gjwNHNyAUMPsAcxqMjqULMBggFJB5MP8aHJBBYHcCigH+4UN+mx/+/o8P7weclWYUeLHa7IiECQQhWBcPTKO6vQW3b+UUbNC2Itcc5CiawFgcxzok0qEDru7yE78rqgoJs/3e3oLtBsBRZKOkUu8vJN72Fil4I3sAbQUa6VlEn/mlJMjf/kKnc3Nf7WKF7iVdFCF17JNHqpHHxLIX3/yNopxmSjqgl3WSk4u9bXJ3Kyj+83Vu3IPjtaXR2MgsABowwCATKf2CUSEAgo7uoxNaBDDhHlXLietIszRBy+HkCJGVj7BG8KOTHracDUHei5IIGXgWLu6+10+xlLLDRTDHMKxN2Z0Tc3y7k76rvyf6AX8EIoyDOGGi4Jn5JOM0hfFT0Lwn5y5PMArMMzYGNqDXJn+y3eboK4uf/yp0le4CvCcQFOxp33IvoFrA14IAbkULOBigcFDQ9wHvgWyt0MJNkGs2k8DYp9v2Bx4F9hAwrV9mAbb7AE0BJdkGpg+wNIBFAd/+3PhnBPx3NYA9BBL9gGoDP8JISFuGXycD7Pwf0yRxp5Xqv0SXLnsgol9tFKccMO7/SqEyTreSoX915KDr+7VZoFzuO0jwMGHP8GuenuBtS0lYO/EQQi57FBgbDDC77jYjFanQQ8Kvd5mHNRptZkqFAXb6r0Z3X//+2ogYkFJ7CiI5L1dXjJh2zPQi5rw8QWGeJ4DPlRAqMViMjb5H9JOqKGOk+Gf5p+xnfQ7Kp5pr5ldkHvAaFY3MMUBggRoDhBjrjEX8DB4YzCcIADYKOhRDZ1cvVzWiMwgLTBEOyIFPOoTPgUauoE7DUBp46gOJhFUnnRVcFsqIXDBGFPnB6gioPVyjK08GKJypnUJZTcSUjsiJgmZcRGc8FSwuXmrG83fq3OSx3wXmb83UT6XAjeAWEOamnc4CHgi3QlfkO5AyhvjdiyFgtmtjQDAI4CHwB/oxAPwBGKiG8F8NcuCbaCC/2KMdnMwQH50/++dBDgJrMwjGPBgw8NfRCP51HCRmgW4EGwLpAlQbGPgrnYA5CpKN4MfkgK9Quo0JizSelyrmowzErPr1RbkLNQ7SqfOlAtadTR1zQuC4d5UuNgl9P9R9ppvUti0F7zJTw/Xag+pLehA3Uzux6MKrLuyZbOp50QeY2bCKA6ngBVJ6Ll/V83KX82tOIZRblOMLML5MFLY5duN7/wA/pbdiR9NM0itD0E8vRrsp5D1H8LNQC9Pos8HOVonLeCIIuDetqir4MxA3g4bIQwAwwElIJugwaAASsQfG+AxGgH4OERkBWSIY+JjkD1fldOiFAwNf0OIDHYhOwwd0cHD6csApTq7HEafoM6rRUwl6yo1YZJSzkwjaau4IAtC/h7e95G5tiuIcYCbrDDs7LBgdwfKenLs87iiwGk7B/w16pv+cXSrK5gN3hIviMrl7CIO/ORFGzeDxzXqry6sgN8tMaOAv8A/081vAAsGAuIbx5SlcMTRNYLaVf6EH0OMfTIQ2BUwINAMM+CsTAacUcF2NYCAwJgK6D1DA55eBhX7MhhYJfNK34h5FZp74dD7fMxBPW2rV05ShSloa56nKCxZuxRzle44MkII6e0PAuVLGVa59bgPfVHCfys78bT12n2cBEGQAx0zjIHoygRrGojzgTeWSL0wOmsVRrg7gGocGAUqioE94QgxNzgjjnkCbjbleMxAFwR/NFEneuhTMdZlkUCeDEwuElsl5NRQqKJlrMmU3rDIyNuLIZngE81meaBMU0+R2qqjNe3Lu8mSjwAI+McEggu4C4c9tioO6DGAwHoNsvhceBXY3IAPAOngW4JiJgAX+oID5NhwdgG4GX/swoa1sLaO2ltEDIp99cMtTocurwEEBp32AQf8ur5ZOQAFgNIF/81sgMBrA0QeY3YBMg9mEAl7//YeP2w/46DJbw695gt+zEVdJPY9ZBOHJqbClTfIIADMyhfRfYIHO85K53DxC5p6ZuMSGkaLuAk1ZtoEiHn4pczA4432MAVJLZqQNgFItPKhz5vN3BjDhRwwMG58CYUAR8NFoZSBRILyXq1uOodqmqATjSjDI1x8kl6cBymADFJWDQqLSWuWgWE5NjEyxbEOhsxdAVx8e3bAHyFWqeOKXw0gj5M+qQyNhU7utciD3EYmznblo+TzHPsDHHAU2/cthYD0zM0DKhX4zG5cVlwa/1V3iihkDuQcMivsZAcUEr3XdBBbquQ/w8PCDu24CMwwsAljwL/jftN/PJkNesaXx+jWav8EBQb/L5V3gRL94GfjXpoAmgEEB6QJ0GzggcPPfs/0r9PP7ICCgMPC8EBD8az3zUwdUn0Bc51QMZ6sjien5hEVGPZQ0ni7ZqQ//n6/4z1zmc/O8KgSVj/JNEc766y29gbg0nCiKlSbJ8aDzLlMAVETDUD3ufUxZ2AEgjA4JG4CPOYVBCXwxKDrUYbUk31u8FmxEAzYd3+iFKU8+OrZYV4FT+UVIUMsrQ7svT6m52nJscuGQMtSDvYMgeuSZsV4jpRUSzMkAlY5ARkmFdWVAT3CvKAMEQzlxiaCfrHFbzl8eexSYf0WVEODPvA8M1Nk8kC12bR4K0eXpYnSdviUWvwrHyyDGQBjgNboAkwKKAH7gRjAE8IPBtT83yJanmR5An+PUhPl8i0Hg0gcYLeAcBykMsHkPpMUAIYC//c2/CgHdAv4cCvgHYaBhUO1fbZLHHgt+VDm/Np7rHIVtpvI5tfzKt0Rlf03PJm0nizv+eerQop2ggyaEz0Ue8QY97V0UuY3iy5+6XTDbYJmHsHlR6DSdFHbepQFAp6cHMKl3eizMEuwJBkZXGqABWNgDg1uMGUCOh0f06KriESnqHAfCCW3AJusjKAAVihQeFaQQTM8JEKXEQqfdgDqIDKRQG+3hrpN0oGSd2fmXgImfX0GOHAKFDgstAuNIhrA6S7ewgu82EdY+CuXb8hzkcZvA/sJiqQPRQNCBQtLeuP9+GnHrdODivQICk6CZBug3geutm9fc/IUBSngTZNevghwyAqzWcNC8GcSLPTbciiH2l15a+ZclQaCQj8nQsRxWC/08CgIBzDGQZICFAroTEASEAf7W4LfpLsA//NGt4HPjgIkn5yQ8ohmo0qPBld8OFdPPirqf/icJVVv++efnin7q2tEnypOj06PFfFr0kwbVPRVg350U7GmUPAwAc4nFkLY5ZM6lAGCkYeYz7i3SDSl4+E6eW/WgWni76o/qt2VbVsY4r0xu6bgoNLHrXR1YIKZaPjxa3q9YITpeDV4R7uxWCtMf6Yye+OSIkGloPUVt6BmF21iBvpvU41XV2jdeHfu1bxWN8BQMhrE6GGUOd3srOrMsNS8mr+jewesih6FZbgKAcAHc+BkhwFCYZ4oMAKk7CX1/noM8LgCa8sVPlUGPDRyk3nBob8GoXa2CUaeoBTy+l5MA1QbeGrspDAP0YjB0AXpd/ENtg/pzo9sU9AoItjBQjsXf+/cfdmGAooDCQM8ClLRaweySxT8Bf2Bg9gG+/VvwL9CvdAEKBJkMDfb9kT7AD6//8fr1Z9c6fS4CKkBmZqouf7WT8FK5U9XDoGelenes0jZisKPbIyEwrD49sjwpRp0fQ56RLLzaVXgbFxtCjmParFAZ0ngSWM45CRIEgFQWbMaEDgwQiOhfqDvrLPH8trBl0u9PRkvVct2/Xw8Pr46vsODf0nC5Wlb+droXtwWdsrCCTGe1Oqz7rHzaB0+6R4qZelQlNx2gy7k+vLqlMKhVVF2vtSkOKYmd7Inj9RfXNrv1cnVjlJ6SkeJ3lHrd5PDVTDSUGcXqK0Rb0o8cmge+tqUs3jD0mQHGIXFQEJHwB8Jq9/15DvK4o8Aq+sa8aSMYA6VkygMZdteu+8WdgAHqhMD/tIn98SqwGsHuA2RJwJAPoIA5D4aX4LpbBjgfmpYuduPgdPTXh6nhr8tmgNEEzvUADX6lCfzGr//8p1XDoN8DWTcBzGFgQ6Dgz52AAr98Fc5jIDqBgOc2EnJ+YpbXrrsqaTwlG0pl1/PS35a9T5N47vq74+nLLmt4/GjkqXBSVZCr6/AVEIovRdztnPR/OAAqxLTunhB4NnsGQN3+CBeVxNxtSQzqwaQ+rDYGe31l61ZFI6q3uFwN3Gemn2wEIoqCrTEIsnx3b4OVU1duQbpuEGe4W20MJ4fVQuhR/LoeHC2hp64FSFs7oZbuQx3BIP3GX387XL/aH+32lus1/fcIlG8RE5SaDEhksHdgXXf3DgZ73zhuySOKqfGjJocgAGVrIpdYI2DiD9gBf0oOruRkZTL40Wx86H1+RvLYo8Au+vx8ioMuiJIys0UPqA7a9Qfg22r+x2oIN5t5gDSE73lB1OgEDPg7ZCmY7u7knwA0QR+A97fPP/z8n/yL47//P7//783WgkeFrMtUaFbFN/xdFvgV/BMCsiBCkdIG9vdAWn2AXgzBPYBCPyAwegEFgd//pDggRcmlafZPVU/If7N+WKVaTo2nlj8/eSPgY0Pfc+FwTyWqtAF3gWKql7ojXK19JXMM7gRpUcCTAs+6gXXAbIhBo/56UYAwnEDC6p2vVrs9ETERK8uiXYETYHKVL4EsytI9WlIdE/B19w/gfMK3ZVa6Iix+wJL0KAxuk1Ev9PACpGVVelYVyusJwkfX1vv11+ML4yUWpfZr3yylTxDnRTqkTucRXZZd5pR2K9lDGSoyh2qlh04wYGIXdAT5A+1APUBQu/9+A/4KJX4e8rijwCr/LhAx8KFdj897s7HrEXLmgnTtzTiw+R9rIdTXhID0AXbHZSEES/QBwv+YA91d+cykzqh2/Vrm4GS5Hj2AsT7M9pfbSzdiGmB7DOTXb7AWwp+mH0VyD6DwzwzQa8H8pukD5B2QhL8/bEYXIFMBf3/9Q20/JQ7YwM4c/vCEVNNd/poKLruLnv7hThTDgeLpfEqIFypPB7HUQ518YYlKVGUV6gbrHw6ABTwlipimqcw6ARhplAAvYJVI2aS+wVc66t7Hd/bF4GwDnsXqYEzj3lX5/SDMOKRHz0OyjALv7m2I4O0dmIf1N+nSFEUTqvYWRQJVK98IrT8s0Q9Yp1pWYj2s9lVRpW3LmLRcbfTXbqz2lYSTAsR2LyqIc6Y8SO0SYYFWOKa4538UZXIdRg4Fd6NddAoKxizNT75kptBFdyIXI3NAoKCPKdFK5Pn1AT7uKHA0fbMbiAFgY+DsMEicGP3QAf4bDDBE6DcO7NN2c4sx4Gs3u82CgIcfgH+igILASekBZPtzZuAU+bOCxK7tn7ZoAnsizOXEwI/fuPzny4LA5ptwyQGFf+tBAOkFtGQfIG/CaWckOLoA//gHM0DJ9evbmexPQJoaNw+AekY6ihDYkDLKkWGv+niC8Og5+Pf3JqqIOsbdMBTyH6HbQzM4ZBa/Tpbmdp6IljPjmzMAqIQECGsCG0BCJE686uKSGJzgwba6XuOsCiWyRxMYqKHP0CyRJjBkbKRIo+5eVcHeWFYQfnaEHlVE6znsQRHRlycqqPsefVRy9eQr+XQv6uAgJOXuSeXQOsQA1QSWj9STAkTzS+wSE5+ViAYaRq8mLjSByZNTSBaomwv4wRDxQuyVN2UqXv433mQ/Jn43/bFkt0w0e4JBEJd9I5+M7iLhUSf45Xabg66am0E/J/yPZQA9DHyNUWA6AvNl4IYCfkAPoPY7QOBgd2Q0o/mrNvCfOlvXr1//h93rImD/8Fcfd2FjNu90fk3YgL+Xvv++ZkkYIV8zAsIO/nkDA5v34KIbUK3gZiJ0QqCHQEKiCfz7D/8oCvghI8E/pX7ApijNlqkdVTidVOao5Y3w18wpbMckHr0f+GlBfrqiJqcuqsBWLawK4AMC0/hoAFju9EmhQw8GVYkZANSz0MMYGyMEHP3+qF6vGAUGMfqCs93Lcr0vtnVFdE54pwASGCNkEKj6ALo4ONqo+0te0FpqdqsfOvV3v6rvwtOK1nHd/1XdGVxhpKU+VPvWeuJoGJqsi8ANV1/r1IOjbcFuSUoZVF6Uh1vV0rDfZ43y8eBIHFMHBmikjNij8aGSUzQgTtEUe5guTosrkqoY74UF8j/sywb7hRpNp8xUemqrLh53tghc0/SoIgAPw2O/C8xigDxZPUjVhjYD9Nmb7rTRTxcPEvqKi1wb39vyKLA31oNmv1n6AA+73bvRBP5ga9dwlrD2eefa99//tdPZ+l6nv3LodP7h++8/++uXMm91/kwvoLsKibK9Qh8gX8YsIPjxG2/8X6aAhr8WAYQBBv4xDAwC/uuVz6GAv9/8rcdAJH8A/hgEEfmLNvBPiAM2ZaaewSyADPFTatdU/WWf3gQ2Avovbw5P/w6EbiifbdO5sGEEDDTuP4KoCuTZpzlpPPVPMwuAMB861WBDkpiwImpFtfEXC+gN5LzN15H6Hr2F6NH9V1VdASCBJ9BAQlUXPGEvXivPfkK68rwWvvUsFLWhJ44gkDQu1sOdZSWYL7FnUiZvfkscQhm6xABNNEPnElRO1zYbDTRIF6OfL0ltRBggPxMkTA7Kfch70shydSdNz0SaVw0ef0VoKoCqARvgJyTk2IBf2Xxd4DyMNi7QfYDRDehPIm3d2+oyEVoEMBdDEPTxSSRGQAa7135j5Mvtz52tl/5GDv7p+5f++qXADvN/f0lg+NlLL13rKGwr8OdbSzf8LvAbsSAgv1+LA8YnQfJV4OlEQA8BMwziHsDgf80gyIeb03Fgg+B12sA/GQ7oSkydO1YdXRHdwKMuFtGDSxNyrBxOn3k6/N1ILQaWBsRl2KaUfNspbWdJE/HE0L7X7lo81gfIk+Ab21Qe2k1wBz2OoEt6kKJK1CnOQ/MOfAk03IHvQfnwg4HoV/c+Vp0bHC3JXcLL3waiCWFIy3bUORVYmtR4INY6lRcjlVyVF510AwgqF+lQSiRCE8KApmihTAeL7xZgF7MLpi6YwUhDhF//cADtzJdTbFmPM8DmgwtMNlwWgB2sV1f9wZ2lC5fdNg6PuRMCCIvndffiUzrh96RN4IJ9Kg8YIYPcmBb98+77Swdg9Ahwl0JYC/Wm3wTxNMB8G9jzYDwP0BNhPAx8uHM9RoC9f/9rMcDPNjqTle8/e2Oys/3S95hfknny7fcvbXX+lNwvcbDeZlFUpsLkaghA4Md/ilaw4I93QZgIY/wLEQH0jgj8fgv8/fsfvCLg7/9oDqjN8BcU8PufCAcsZanUxtlKqVrolYxdMRA9SZ+LzJfEwgAfjoDHyvD5ytMmR0XmnNdPuZ7viXLxfgQMVDifT84SRDJDUBHtZhEuiCvoqJqjGkR1ofbohCNWHzgZisIokc1VzIGpbaMlkbxlXpBjuLauecvHzIpzBAlDniM1MEgH/Ur/nAN4w6IQBHBvHWYO+hn+8DHyNcHSGNYSyRYGP7x5yp+nwihAzv9zlBMYYKefyyP5EzWD7t66EIxlfFlMjvUoWb6t21cb3/6tXsHaH8w56HT3rwrvFGO9GsqhAOBjvwtsBqjSQU1oRgQx+LGy+SW46AXk0TDlx7detC8ooDsD76npSxt462Z3HF9FQiB/fBSTH83fBtT+JAYovrfy2ff/RD4EjuJ+xXyt8zmwl2Ap08qtWA3GL4IAfmoDf6zdBJD2758WMRgBPQgSq8H86+figJ4GE6+CZC8gYyBGv2YYODjgj20O3IlSXoHTyZVutlJnnQcCXQv0vPjHth81eL4gTp/8Q0QRnxaSHkOOZ/RxBfKUJm6Ky7W2cCqCK0V6znledDN9PjEcGFqQdQ4AdeONI4ANTIlKQ2DtbLyellAFQXNITrZpDyfM8SKIqd/dvQNYmsEpoocyAnOUQ2gMN6intXrPsM6W9ohtD+krGUAv2mRwaHaDYtGvXTctgliXjMIIuGI4ldawsNGKwci8Jy1ZVNu/s+LF4XqL/mxYp/PKdmewV8v1QX4ZZxD+H5eVf4v0cvXeQfWlP+5wbT8J5RO8C+y//6gEBfvmNu9cu/9K4sq5DTEPEPxjQehrZTUYvwtsYTmEHAXevXZLmAasBQT+uXNNp7/+9aXvP9tSNv72/WfFPLkuBsgosEJH4L999o8D3gV+48aNpctNHyAQWKZCRxcg/K9QwFWmAX5+xQTQg8D6eTWsEGEgLBC5/sfAv+svnckBKYO5OJ+FLppc76+cbZB7WE6RXjX/vbnHkK7KTBCbZVZ4tjRlC0NYQMAspzRZ+HOfr/p5pgC4AfwQDHiu8BdyUoJye7R8qEWZAaF+/teIwt2WtBoDZ31aEq8WcnvmYlvkJiRLyzEGaLjTyaDADzCAPTlFPAwPrlMOybHY0omg/B+ozUtopcfJujg1gSOkjI7PEw825rdX4WOmZMB1wlNAUwRHI3FktlK7smG8LZfIppPSZmobAUhCZlwUKPDB8YmHOdDwxKe2Xm0sccuq6nJ3z11Qq6+urQrBHlS7+b2I4i/C2FA7T0As32+Qin3dfy8qjDz+u8Aq+5R/MJD9RBTkZurk8RzdjmCAY7r/YkVAJsJs3RMECvxYDKaZBuMOQH6Dw2v/OP0IsLbfdLZkB/ReeukfWCP6+y//Jc3fv3SNUeASku3Xu8EAA/3ggLwIJ/gzB5x+F9jwZwroD6PTAL5i/pejwDDADze9FsL1Pxr+JAxBGwK/P6Mf0N8E6bXurkh58yWOsuhorKxc/qtOWgOG2VxPIXzJI6pbSeZEVsJ/sfsqtOsfjmcYLLCUw2kkPWkKwVnkNyOdWIbPR56aANLblUaaMtwkQ9xsX9T03gUPPOEmJERGyGP3WhWGitE4U1fTKAE0VPn5LwII/J/kjjGqDy6AjR4MhMIhAQ/Cm155rWVtYIoiFwzSqZzDyRSPn6wJbfyUmEI6FEkEOrKUH1qhZngZIpsWrDOieOTTixmgCICTDxqj6ccVy0pSuEbaMsUG3MorLtPe9pzpiJ5Kv18+UZPr9t7r+YM7X1aDhfDYTn++0FCMr9x3TfRqvuOjhY3qmiKWKvj4fYDuBVIVMBVssM/A54OrD5cW185VCtp9/xAIYPkuXAwE3/S7wIgIIK8C+2WQwdYbQrK/RbNWVO9P+pee7DA3QaIkd+qdTr2DmVRiGkzMmMH0ederwTAVuoBg8x7IG7EWVnsiTBBAdwD+6+ebv/UosAdBfu+34f5g+scQiJvACX+Sszgg3wRZnCVv3aPg3c2qywURQ7p8MHhO/HWQJxcvCe16Wiod/14p0+rpKjkKERq4GDrn+pPnpEc9vRAFmcY8VWYu/HnI0yWoC46LikKMi+1hTpkFtPiDT0tbFEplEsM8Qho2w8+SAJhque9m38IAUCggx8AAozBi4Ml3NuhmMqTchkwJlRTM/oFeJTJGIZRV6JeAB0hhRbuSFMQF/DkFudrP8Ug5zpjcNSirtCi0siAsczqRMTys2XUfB7AACIUUOlmjszXJjjg6ZtydgDQBpnFL5qR/pTRt/Y0uySpfuuFrOU0TuNCJhn54/Lj5gtfF+KBNs+TwE40Cqw6ZBsQOEQwUzC1334a4JSlu/XoIBBAs0wB5Fbj0ATIPmiFg/bY+D06XzO7PnXp7Y3uytb3xf39bjhs61TILhv4M+MXG4Z9um/55FvRlb8kA/SaIF0T402qBP8+DEf6V5QCzB3Dz9wGB+TZwTIMR+DV9gNdfuv7SqRzQH/pYvTol3lU12OKptYegxAAPGMHCbeCZnuX/yBMZ+Pq4T5KuV/WwqnWdPQWhdpdv58aF0DoQwjLQVVA5UooISn4lA49K4NCE5UuHz+oKQ6H3VkYqJBA4B3ln0T/Lc0e/U1LE9VHyQjVPY4HCAm1TtGqcpuKCPouK+un2BMub9eK/2/8wUz08IJ3KjQdPdvcOhAKBLD7Dw0b1LdZsoVYFuCGAhoEFB56T0Cm+wWbCqI1IIIzD7jKhkArp8PIGhaRwPNnd345owtFb1YoN0uhoRCcNA5uCB4IpiHTjgtk5sVrZI/0IXd/dW1I6mTmFGRxtK7j8COTvgzifcZmGwNv6EeD4U+tPjG58wL97ueEQMZgB+m3en3S6VzpXVBny0zr5WbJ6/0DB+vHtMT4p21fIQfl+wxMwQGEeJJBKoSdMl4m5X4Cft6H/n8BA2eKeIWMfBYN+H64bb8MxEzAYoCFQ7C9GgQfX8j2QQDU1ga+JB/71S/G8P0wmAsfPVtQc/v739c7nzAP8tcKwm/+99P31iRcFBP+SAEo+vvxnOgHLuyAhIKDXg3m7TATMFaGzAcxq0AI/BkGCAJoCXv9/jYDXXypjwevHeup0++v9bzpjaF13f0G3/EsewarwrBnS53HIPT/3Vrf44Kae42I1jqeGdHuv8X9Xd4+u4BL+9TZf7+0t5tjYSrcn59XqnmNEShvjiKAyQuCdr5rAW7235eG0o6Lqn8wn6rz+9MPo3pidM5u8c/IoiPNjk1aNU9FtjsjUNIdnIZTyOWQkmBznIhgIFFJhG/cEwBTjDWv7qfoABiYPcuK4XC2rIkVVChAEygQewcuMO1i1gZeueKzgUh/ycghBuvvbQS4JE5wMqJGu7kWmCJIY78DdwhsALvpCp1TQvJZZEXW3pDuJ4eH+jQBGbZlrJUS6XAzXRCq6TWOmKKIhqSKbLtVThQFdATIXF7+8J42YCuzKwD8/X4TNerHKYQUfPG7tjPi0Dh1LVfWqA7hfsL8tglG+4OUP2GBBnmgU2L1/pRMw6J/2ZmNH4s7Jxv8SdyH6AGF/kD8Y4NbNscgfs2C8HrSIXwwE7x7u1tcDy9yw9Zsg0Qf40nWWzvuQ6dCfxczA6y9d22kYIIF17kD+lm7QBJZAAVkMhmmALIRAJ6BOAr/YJAwD/8YvAscwsJfD8ntwNIINfyE5DVDy9fXvr+cretzvvKMpfhlcj9G9tTR1hTQyx+d1WwyQh5f0vXFO2o69oer25INsR1fsfzecpHi5WlupqIK9y/mlpKk2HboXiaBQAwIr5HIJXOGRaSPZOI666zpNrbBjU5Nnq/pPWVp1DBRII2TQp+aK434gxxmghTZtE6a5Q76JUyWuGTbYgkmiIjIzCCJsiHd3EUOHeIQtgA2wF9BEhg15Shocw93kDocIgMgmRrlgaORtXYCzdCqGWjCIxWTshBkiw0kbHX/SEIpp7etAOH8ljlSVQ5SJ1pE/BcZmJfLcPVqo5cXF2E2R7OjMpIMV6QAVlVNcE+H0m96685UnGwWOYzJAHq6fr7c8DNMWN5rrtEAC/WVMZgNmFyD8j/VF5XIAAP/0SURBVK8ihYj/HR5+cPeDXWa6xMsdnD+LUeABrE+52Ln+0mdf7qb5Q+YBOpz5n0Gw46+C0ArOYWBmQov7Qf+yE9Ai9IsWcOkCfFsE0AwQAmgKmNOgGQbhbWAPAhcM/P7XvikCHb61NiMXGASprsEC3ZMnpBlfPPgGUKzL3w8fVIOCbbrp23QN8qdFjXxFJLIwQHfhiuzVRskN+4tkLl6tFy/zl4YsWsO1i2al7i6Ww7i3rcI0AugWX52I8W9nYP8jiks2zW79l/mkMsq0WFVTgcFcY+QUELDMhvzxS5Nfql8aBTSQ3ZnLVEH2+YxLVwVQtU8LQh2YaomakJaWdp5DGiWmet19+iRUMfZvAE1LE6zLXu1074GMUCg71SNOt2xZcd9fibJ7RMDtIZG6+zKuJvuqvWTp8qT/nR7v0oWxNSzzkohSBhx5w2T50NFvCOKcQHnh4/BoeU/O4UqGViIf3SMdVzNTkxLZ/Tmr0txbrUfKyaEJXvci66Me1r1VpXej6up6VdgMD/4ZG2XSL+/JucsTjgLTBob6UTa8Zzs4UM+PW/8I/lIAm0E+Gr9Qv3sif00noCigGSA/VsP3LMDd7mDyoeAs0IztTyMWB/zrX+Vw/dru/yM/jwh/aLPnAcpWAn//tw70r+kEdB9gdAFm85chEHcBiv7BANfpA+RdEEAwPgniHkA44IebrAWj3/V4Gbjg39ffX0/8owlMB1tLPApsniWY4SCg27p4a6lS09JuCAZTsO6e4Kqh9QLAfZWAtdJzi4RB+hwoABL/iwyDWatkyvIJQkp7YoAba3o2MEARxCMCR+kq/chO25L1nIfIP7xqhb91a9eQ2dfpZuT5FNmnn/B3XFRC07QjIDT3mJ0FFOB1FvZLjIHTrgKYFDcSI+dZhWkDJcKEqIZAkvp0AG8NjrzGygLrAo5YBWFlcHR/qHI2rr/rs5DVMov40cx9IDABNRT1G978WDisfgVM3XQTWOVGZERP0a8IR8wbrOPS+2GSikQ6DT+QM0XZra4CrkrnwnDn8Or4u/tYtwZ7rw5xnmYIkyLyAnJHmeoIPpcHe0577HQ7g72DpVelus9LxNK/e/QaFzdOx+m8xEL+tNMfKN+8J+cuT/4uMFCoc2Df8c01yFdt9OOaJIJAxkB0Eum7t8U0wJscYwiEMWCvBjM4/GC39txmNohdvAr358nkn7/XsfPPYaZXcPC3lz6LeYDBFn38sPZHQUDBRsA/LwYzwwGBPzhgvAwMCYzvAn++uflHQ+CHJoGtDkBYYPYBnrVEjbtgv1o0hYOZCei6R9+6fdq8iY17dgB+tRjwFeJgW7L7o7uI9XSPFsLB/p7RucgwWLZ6Q3GSRruJf45VvPU8jLOLwHQTuEnO31dvJGoyqFAeZnpYzkaBn6SIouRVgXsTYdgMmZP4FhTUOkP8Uk0EEzRQq1095m5h6pPMASCVxG9uiDlB2FhjBRCTh056uD4vw5xqVjFl9RWOrlziV46yv9TtbfN6cKzkwjvAVD88lr0wVW9xTWlIC4pYVCYWlKY/LpaU4d1enQVxuoIOSlBNxvC2PQMo6SF+WLtWrRIaaZNuRMPsgLLzYjMXd7Q8/ABHIF93R2dl4LbC3Kbw4Zr35NzlyUeBkwFSX3zKyqKNIRCQT5eig3t0TQDV/mUuoI7X+CywGODNa1swQDoBCwSq/Zt9gL8RlJWePd4FvvbZh+Tgevv4N94H4V1gT4Mp20vff75FF6AnwfAeSAwCJ/alBAdsmsBJAN9u3gbOFjBL4mcLONBPp9ICbvjfCTL8+jVY2G6nv9lZ65sB7nb3Lnf69+mPS+jpVpdLJxwgZNIYwvS/dVhhO2inn6PK6X9RxSR0bf5KIcwHCRlRMiVZeR7uJ47A/asjBy6q116ZKQQKrMemgilKEg80PSTPrVyeIjHD95mKLrJcIfjHRPDjKA9HfAQAlKi0Q/d019ALHuompt9U8hrmAVAoJNKkLOUqe15jxSuK3qpW7rLy8mG1odYnsoiPqlX4g7buy9NhAOfXWUD05XCXBWLgIHL4j4zJWi/ri6M30rp7cQO2T4fcRKxOORhB4P6jMl1Rg0HKWVBQVHLQ21ZhjgwNnPSIzsXhpGRKydHd+I3XKKx3ewuwv1sXfDPGExaP9ppYOMICgQWBA8POyiSQIfEp78m5y5ONAgf5CxoYM2BcUXLztcoAM/cLIWOwEAxkFMQrIbj/72Y9phOQDkDtvArMN+FyRfzD+h8NZTmw+7ffdK7xzi/vgFyjD5BjR/johnDpA4T/cfj+N7tLNzwKPJ0HKARsFsS6/Gd/EwSBAa62CeBvN1kN5vdeDCGWg2EOoDHQr8JNm8BnL1H4CgUCEnaxqjaOFgx0A9E1hqCikSqRgwgZH5URgslWVd3w8JiWSkHTLziOVT0ah/TXE3TrN8bG3LnYdBtGSvrn5hk9qB7IadF1kcDfdsYOR5pXZ4sbD1NFU0Gpv9r430s5EwSeQ6k9Bk1PLw3daOZ+n4BYeR8eSWj9cv9MelQF0rktqUv3fqYPUOFNkgBAGNShyJhooNiVSJXolKnYUtXdodFIWHiXj0hDupJnFSam2ijVMmTMybB7dNBbXmNpZ/5QHJ7/AYEQ6ZiDesVnOcbC0mTI/PKiVctJASNrUEuHcqYishQWw3DpgsBWGaAZqKBDdIWjlPs2gfv4iyxhDIe8J+cuTzgKzCkHf1so2GzskvioM4BuBmgBA4HALbFAjwPD/ZL+SUQAjYAf7I55Fc6be/ZiFPgD3gH5jOP3L+3+lSkyXwKA19QE1mnKF//x7j/DAIV9QsCYBpjYJwbIJEDWQjD/MwImBRQEmgDmGMjm7/8dDsh3gWNFaCCwmQf49Rt5S56PNMPBTySPM6imuukyqCiURv05j84f2k4ndnJveQ2fNQTCQmwodY6Wf5hmxFU1zQ8Xk2hu3imRdFNJbg4AYUGF5w28tF8MCfcWd9Qe3e3JRXRL0JNUCZ/wB7tizHXQW/BA8kCEjf5BqVB1VKDB0Td89IOIjFj0+QjSAB2KovCKzyamKTU7InAKPQCSlVxHVE5tciVPN6M0RIbALbE50byhQoXqyAMM0B2S5OTr5VdiOqJzP+LiJnL86kslZ1rkVi8lbgiqSyCEeU/OXZ5oFDjgL4BPe6LeLAscjUX+tAvkmazOdXkedOyif9NpgDdjHkwg4AcsB6jtztZfZzDtc0aB/3nS2Rbq/ZWVArdlDpeXyrvAuWnfHryxtM2rwG80g8ASM0D2j5kEE5IMkHmAZRDkt34VZDoPGv7X4F/zJsjzxb8pr3tcMUFsdc7n+bi0a+oIFqNnq6N5iStI+p2bPLdC3xbWcOfc9DrV/KkfE3r3TmrLniJUAFVsmj/AIJtrTRF5k+wMAAYOdNWsXFu9UDNUO+mzBKBRBmYmpmVO1Zfv3Y+tnfVL4zMiAhO+A0eUQr7ArnrkICjeX431Ty8rS8uVdGGdDC7X3T3IGBNcvG4zMYck5tBXamldW+Xjb8EvpxmiUgt7h71V3ZpUTdrmhBOFEUPkYio3dgUC8l2tR+u/Gg/lqKP/Zmkbyi/nAXJRFLpjZWHEtLILaZmVpi/nSeSJRoF11DnmAB5jgBy4BokuTjYdfG0Wt361x2eBjYDAX06D2fWrcNoG3cHuTgE0QNCDINfJwXXWhPk+zdETqOYwHYYgX3Yb1hv/fGMpB4GNfOKAZfyDPcX8z32ATAN8+zf/KgjM5WB+/7kg8A8eBdmMBrCgDwhMAviYzPmp5amecgvccrLfCaKH2BIgkF4pnh+rvtF0Sq9nL+fQtfeIAjTE2VbJyddpdHo4/rkeRMmn2AukVBuiXuDC5hoCXEnbPANU7T/sXamqV8WFdveqauHogBmmVz3Wkb2C3+TCo3LCh+OvXMUiyvbFBT7bJrJ1IJhbgcH5Qx+QtH4uWarKuCqHoSe4LI2ko+85fNJxqxpE7x0z9tyvMvbJy8rQqScCmhl6wId+ZVIyrNwaqnerjeiMtGsXzXy/U5CmeyKuycXpWctxgzwDdeEXB89SFEyc8G/LoOJmma8wI55pNiuC4DQ9TB6/D3AH8BPstUlg85Rj0+6BEJr1ft9Fl5fwR/9fredxLRYEFAKOb/JhJBhg9AJ6GJjlYOpY5BQ8e+l71gNUC7jT+asXwpKDzLt/i2OrD1DhhYEfXoMAlmEQY+B0SWjw741ff9x6F9gMMFZEtbgJnKMgf/yDf8K+6TdBhIAP+UTJj0iiftuInFqJ9RzTFMJMJ/+R+flqf4T6/8RC/k7GQLud5HGyPCaQsuYflzUddaQgp3FGVD3P+AcwFaAm68hfBxAn1XCqmfxAF6KqUM9HwojKd9bxBBM0FZUX4ED/OtKyw0EViJM5KDWJwLju8GqHLhgskz6j7VpqEpENPqUQqn+4kBnpCzrPZj00j62N7DuMY6KDiaAykoQTcor6UaGVtPOGP0qIFxmUE681O2NcTbfXlZZIhs2LEx72utwd58N+CIDBdSjgsafoaWX3qh/S2pYTuMHsS/ZnyZOtCA0DTOzzP2acmo3L9r2I9+GYEIh4FrTQ72Z9EwKoA/TPgyBNJ+DhodeD3t09HHg9LE+BEat76U+jyffXv+/uXv/b9b/t7uqAuRzVBFZYVk4QMirS9l/5LLrXQliC/bGzIvSf4ptIUwroFjAUML4K91vPhTYC+otIv//9H/6dPsCYBjP9JsiHz5v/PZFEIXJ1buo0z+0UmX/djUqtx6j6quKu5xhTDc9DyOixEv+EcqoeKuS8cFm6NTqmg27QyfgHcLGlrQj3yAJBhhbgBrDEW60q+8fjIA5TGKDqk0HR1aQBgziCJDpg84EAPlOv0kgAprDYFj/Hs3/BNdilWZ+9URmV0lYDt0OYhfJTNNtDE3AWFvnooD38jViWCK2fNPmMlfM6HyQON5KyYbjed4ZjERnjngw+6Kj24vFOa08ru7AotPOcWwgnr3wy/1o0ldcQuhw8H/sa078fjdo9wSiwHjroZyCUmeMxAshBl8Ft4jlZdN3Qv5uYr3lJGAaBYxgEDmgQhAAyD+buB7ulDez9s88z/VPkz80kaA4f3BL6bQN/rXmAgsAyFTron/HPEGgEFAf0KHDMgoEC+m2Q3/9+068CC/jUAmYU+Ln3/z2ZZI33YVrBT67eFnm1fc1WKMM8zRmQePZCJk9CKORk1yeSY6qABjm3Lhv7SWIca+5BMj7fGxY4mCqI4q/6ACQCQe1bOhWF0ZHKG3akgSdlymZOttkCtEQA1GZgDrJRvXCJaHbmRxTcqHLKLDl2a4whVzmiD29tvOwbCeKNq7gL8Y1IoYBw5eBzOEmhXZTBsNvqXCkiDW97WJe5qFvjoUF23iJmdxax8JrecQboOWLd/Y3xRZaC9hwvXnZf3/fqzmZ8HPpXde6PHpUBDja+e1SqmGLmR2nAoJO5n3YKBGWCDVTnxnE7dQYIuYGSmAa4dZPdLNBdgDdLFyBzYEQAeRfkAx22/j0gzZv7/E6VNXHBREDxwOs7b8AAoYDuBmxWg2EthFgMwYMggr/P10svoOjfb/6VUWAvhuD2b4yBfFhmAkpggB9++JPBP4rRjpjbtBby9E4RV+4ZFujqrXLLs+WXzs9clM1niHInS7kdbXENnkv7tIa+AwVRQ4LxBeWbijDDrgY4aydY+M0L7rMACAKpqgSEBGbowCkt2gUmBgv3L+GJjw2KI8mQdpFFUXV2dt0NT4ZQhDXDZSQqKl4yKhyZN2IFBDoSQWnR3SbxuDqcOOocmSRayaKOnK1KSoxskaBvntTS7Wh/v28c6pgJjUPek6l8Jar2WlVf81LQfnvgXm/Jk8Ku7cf55tHCwJO99LSaiWanylVuftWaevuIEgzQR8OfdwoDB65weqL+wGZ9c/RzH6Ap4LV7LIwK/rEi9D1zv2gFRw8gE6F3d2/+3wI02sCe3PfZ52eI5wrGpkbwGwM+iwn8eSZMyPGp0MhqMxHaS0KHiP6pDfz55r97MQQwsHwVxB2APwn8E6HYcWWmorWK00PWdZmprXqK1AEXVj3SdD0HAV1OI4DPSk7QTkEF1NKK4HJMKOsUaJCAexIYNy/hXe6gYqjkO1I4zMsxAAy+524zKBfAYEjAaKQAjFSTZKM6GcMcggAYvMAU0QQlXl05Vgc0toQry2cBVKkGHKOH3mgoK0hlXI1AnJwS4V2bpYfwcuLMHDdroIY7VwoQ+MuJTEVgfs4sPDNSs4vUOS2UE4mcYsU1b0ojO1/HzYrpYH6dc9S7HKs7H2349U8dmtc8Hz5k2F1eXt744crVu2l/ROEBB/0rvI8nOfc+nP9PdEXaA/1Af20y0geodq9fA+aQK0InBRQBZDEELwnd3b2zdr2BNQHbS59p+/9yOL5FGAOl8HIi/PO7wKUB7FeBswUcEPhn5kGL/LkFTCM4OwF/+9srJoHxUaSAPwCwoJ8o4E8E/1zDJNToaX3l3+t0mfNz9ckneo5dgIjK7QkI9WxlPgGqpnBqBv+GDQDy985GKdbl22K3k28g9bftJyt2YpxyYUpoBgD5LCYwACDEEZQQKOjE4spkN8AEgMAcCKan5HcpcCMeAOMah4VdFriW8mdSBpSFHk6xjIuDl8DajZzSSfjiRQy4nf05O3mSBMp0JmGr9EQ+iWNzGU7SaaOJ0HKRHzHIENfJGyH2j1DH7vIr0VkX3C7Wf+794EVBbrLih1x1yHWhH4UBpnz8+H2AdAEG+WtIoB40j3920zX5D4Y7mDdQDWDtagjfAwXhfzpECzgGgYE/0T/awLt3dz9gkrObtsnwAuCOS4YCAmXcXvnnpe14F9gfBuZlOA8DG/tMAD/ObyIZ/6CAXhGaMZAYAvFyWAAgH4VL9hfjwD8V/tcIJeKUKnhM5tmhSy6Fmwfa5pHPXh41i89Q3LafuSguMoBPoirNdVPGBU5NhTyJ0VHvjXdpl8hGP7lNx2szoiueBUBQwiSIygKSGCTAqEASfDCBeuFk10CtYFSKiEtAEXRQjAqLVJuAjMTaQFSr9skm6YlEFPw2y00XbWqS6hx+1hG6pZjMAHMOKDHVA0cjmn7AuF/tIBHciO2LkAocAD4vTOg8hzp0oORYcWBlECS4XawgwpycONtVh3yxPnnio8gTvgmSDFA71E8/mSg3bLFz+dwz3wNdEvdA2Jcvggj46i3OfBW4brV/PQYcHwXZ/YAVYQq4tbbju7eyX9+JdRDis3BGP48EmwHGZMA/N9+EMwJ6HkwzChxN4GZFaO3Nd4HFAH9q+Oeqqzp7Yh18iPif2FUJgx5wuv99iKscGBWQB4Zx8DW7kdu+Za1Ll2+aQlzcjZPUgxS5pcm3cTZGiALPASBCbQFsQJLAGhyNUrG0H3nUAxFvMxDe3VsCSPTjIQVQgStUOaOKVeKquFJlwiUVjoc7lyyCOOYlEF0KgEWKOBMvKq+iOh9AF07M9fPizpQNZUQZhWTimGtKK/B4tyLDSjLfMPYK1ehDhXNIxEjF6ZI51HGVeVMa8SgwH/Uwt9vsC7tE917L1Z2veGA4VnvuXmn44sPlyd4FphcwIDBGgVUAZjf3d+rm8KxqFp/1XYX+1fe27uXLIEI/c8CAPx8EgRJWxN+lG3CLt92C/rXec5vb0ynYn7btFfjfDYZB3jAQWn6dy8G8wWtw8VEQwZ8hMF8EKaPAsSK0QDCawKwIDQn0OPAffzrz/4rwoFSazu76O0V4sC7+sAAe+N+TuGxCXowYWXD9f3FcZlzbHJD74ni6WfQulHCzfxbcvOMymgdAZUfIACky8AhDjAvaD4+WbvsFi9ujMeBIZQLwJl5BWhEdSqFV1/TEIJFl4xDnotXOjmdYkzqnulLd8jrOGS20GeSs02iJl06KxWLPtmZs++IoNboh8vHrx+G9zCqD8WbK4f4NsuceRCcEBsYiMGQuwiv1vCeNjAoDzDeiPDtb51zduXvEG/fywv3WTodp2I/UqHiyeYB6vIbBMGGY6QP0gevyA+QvIB6ZJD4Kd00U0CwQDNQWL8NJYiUE4K87+GCwe6f+fYE3TkCcfrN7umSgv70EARQDpBOwoF+0gY1+OpQ1ofPD6KaASBkF9psgMQWGQRCPAcercNefAf/TPUjT8xEe2Jn9fmeIH3b8vd3msT8RiP5YpfZLGqZ6RSBqJz+deTzLSJT1YaPBtSJEVaB9z0kpjS2ZeCJ0WiSBJ4AykIJBXAhc8EvBXh2Q6gS0UK8MUfXu/gIgBiYBJQ6g6PQ/Ue8cVMegk3gpBJEzHixMCEc4ZdLrR0dvnXZxOh9IiTSdHZ/l5PdFSM3uOkgbLwErIUxOQxmm7NjbV6D4u6xzaE3OCl42OPfOhrSjJG/KecsTMcBAQf9dwvq5yPktQFAwT/8Bt8ni90D8Klx9c4uXga/5LRDIX54O9aP9Kwj0SPA1L4xv3Gu29l42Q6CnwvzDrSUPAW/T/3ejrAidCyJkI7hZCwaJFrBXREWAQGYB5kxoi5u/v39G/X/nPdw5K/pvmqu+jyGOC0yopAYe/h3JpJ4DdN+mR2CAhFRQwEmFPJ0sjeXYHVc9T1NbZgAQfUORqAU5rozFZGhjel6vHHVa7R79sIeNJbAqFgUceRbwkgPdUhWjASk08dcYxLmq7fXqOzU/vSR0rCd9Q6puyBJLxkCTVmnNLq1X/en60T0FH96ousCwa28J12PZou1hk668DqsDxc31oEfiqKjJCJMub75V3c4bqGYxmpLCV9I2ulFtBS+CCxpISStOpw0cPXt58jdBzP74AzUQam+wj9fg/N/F/yNMsPA/4O/amDPzoJMBcvS7cDSAPQCcDLA7EAB2PxC8TdEv9uk2Pdig35crjH94DmBsRj9JDgKzsQf2MQ8wp8GUUeAcBKEPEA4I/PkgCvjPeRMeSerXeIjdq7Ojp35D6Gx5hCH8Vhh3A58hk87woWHOkuAyepSlesd3uE6T4jsNNZO46uaFu9W3aTtNTrpHJyeLvjQ+rqh4zqJaJHri0zmGZxRtCvuchhA3h+Z9xBTTNJVaYAAApo/p0GDv1bpz48L6g8l08ecVv13bGexdrYdLuN6vvTT029V4Z7k6YNEXeIZql2tb/+NR3e9PBkfrB6qFm/eER0vD3f1Y59lMbHDEkjH1ZndNXqMMyPIGKlfDTlnEmcor9+E0nLK2LuR9u+JdYDPAu3tvE/e7zbXRG9UyC9bwAvJmV49dae5trgmsiS04xitWqN5Zuq/c9mMJBvgfG+yPn+4BfYpxS85fnuRdYLd9IX8+nMAA6RhV+XBzXkYodoFAfx19LOCrvR5+YYBqAQcGBgP0LBiJWsHdWwX2gEG6A9tksGxx+v6lz/5xl/6/pe03/F3gG+1XgQsENvCHrNICnjLAGAQBAD/f/PyPn3sIxO1fOgHfOLG4nypf8T52mZg0lYcioL8j9xCpmzCDaiVNJ4segArjNEy3eqj2bvNhTT1u/sj0yKfd+OPeWQqK7zTUSrWcJgnruF4r62GfJe175CyfnKy/9FnkES6tJbzsmsYQs7qTH848LYxifnpxkOex7gJVhDRNJQCwBFUtEQMsS7kILpolnHHwIitDsapYk1kWr/pyJxeNNnNSTRuyoEst1Ox2j/pUOV69DQ3GOJ91IDKv7NqrT/U0POF72INzLqv+6uFLbwnnrKHCWWRdGNZ3UdwJ60HXa14z0B19kSarByrDpppey6ZJgWWid4+WyTFYEZ2N5N4tYbk+Rwb4BKPA+jEKQrEwAqaptWkP7GN4iUa98S/mAQr3fPD7IB4Hbr0LHCPA2Qu4eygOOLj2p89aMBe7MLB0/sUxnb7/fKzmLwxwOweBGwboz8IJ+2ZeBhb6uRvQDFAEUPj3tteC8SAwHBDux2ow2h8T/5b9yebVefL1CAyQ78g9RB59mF+Znsl3a93906S71w6iJ6mnO4WAs5MuvieHMnF9KMOdv0UZ6wSFszl9qOIZUe2duTG5HsJDAZDyrarKli7HZU51yAkRkgGmKEespnzQ8ap6k939Zglnr7AHDWStvQXWaFY79+MbnBUqVmYWHKl+qcbxqY76Blxvg342N4gXR+6z0x3yeVfno4NO114inQtQMJb0k6vgh/Wa74N80kcTbuxwxBqKBqqVK72DHn2IZEensh70nX0vQij0wzY83FeGhYR8nERJ28vpK4XR8gUgAs6qM/CHgBT85Z7/2mtFHn89QGNftH89+IGxaf7GFjt0VgaESxMM8iKIwA8COL52b6u+uQX68TIIYyDMA2QqtHFwFwpIG3h3t/5zDAMXGIytbS+nlz6/ub1g+BP7oxHM7j5AQSAoKOQr8PenfB1Y+LcOBfSLINr9UTjeBClzYJgJSAP4DV1L3oNHkiUPQ31lNuUeEjBRxaJYzVd06LoXpQnT6dy7eDmNdPVsjcxy1qVrKT89TEiWul9QvOaD53iGivAo+pRnhXnQ7bH081Jni7jKA74rJWjJl13/z9b0TXL6fFZHk8OePzOWAconpSMBL5bU5UJ8Nff25NsOpcQHJXHSqep7RxvjDF2UdPciQLGXkyWq6bVeuSvhB0qGvuZGOlxjm7+t85KVrBkgSsw6EQCnji7eCkqpP7U4KFCa2gIpSGMR8i+PtKnem/zpYI7lRZm9zjKda+EFDWSNZtbb8xlmVXf3qi48Q0nUk7WvV4Uw/R3iKK9f3Q8GmLQtzvHNkVfSS6RMqGN+xhLUsV4zmBjjKvWFC004hTiIdMlM8LtYNZoWPCGkZvJVRiAtDABgetltFMtEg6BARL4JRxcA49ekeuJjOA953CYwjz4Gfgv+7UQ7GMSjdOh6eNK3afYCgf4HCXiXeAIMGEjfn9q/agEzAuxloS0f0AsYDJBvYw7Yrn0rdCuNX37AXQv4bOD855sbS9vb3x4wCpKDwM1iCGBfdgIGBC4K+6YEkBbw2/Fd4JgKLf7XrIlPL+Abus6TinXK+rG+qPX+lY3O8q/WX4uG2pKo4BV/qVz1FlZY3t8ub3dnGGrvVYz16L+9il4+yiA3helHf+165fe/M94DPniuRkrvstuXUtE9wqNMCeWPSgluoZS3x+M18RJ0zzqcL+FbXwl2VXPKm+SjTTwWxEp+NYpXzyNp/OoIXPNW+qJQKN9F4ry+H9cZcixxXUt8u0RB86q7+wogLcOitLkZSOjOu9K6UcXHSmVqDByO3dY5cUE1niXw5cM9qeYldYMI03OYIUvM44Lmk+RYjADAIuY+MLOgSV6UOdZZjlWXvdqyaKBwZFTfxXeZr3RA34Qy0CgGetUqvlhV97388nBU36oGtF9hgNLr5aLNMD/YZxYxEfES+rjzDpInNLqw/NWXZEYAKm4mFXwUpJOLVJMuuVNm8jPGQrZcW1o5vFWtyKo0PyaMF5OGARJQXgRhJgQrQutEGr5sr55jY6Z67A4qA2fJ1v6342MtAKWbplPlcRlgfBEzUTD3AD4fplvwW/BdpxkIrBn9jXmA2mMIJPoAP2A51FwS1WPAlsFg66+8E1dgzhiYb73Fnk637mxsL3x7EJMADYGshCAI9DzomAcI9l0W+SsrQhsBGQZRA5gxkJwJHQQwmsDIh29wlXkPThC4CASmJf3LS/3O4sffvDoZqNo2D5CC5ApZ7y9w2LjZo6n8YBrG9bjuPfiSYCwE3VvorH/XV+PV9djfgtviWx+q250OoV7Zls46kvnq4/DIby1RbTF3pcQJ+yWhktr4yDqQVxabKLPvEalqdXvbTDeNb+tv7S+BEvltOZ+ukRt56VD3DhydUCHEm0lcNn/a7ubRRpOPDOBLJr/NzUD8npNXxK57g+I36Qx3wmdMnyLpW7tVK3B5aX5GU0uCj7ms2k44yYkP2bVRAamXrYophzTNinSmaV5UFdIUMgeADALAzBquV9ZZNsDZlcOQlZ9Xq66Xhl6ulgAp0azDve9kEonsb7Osf3BDR1qu+skARcPKstH72WMnL5idJ+vVO1+tAkOs16yE9/omgI0KM0AvST0mXaAKP6VKPj+ItaWlprvnCLkgtLxw27fXiJzWLBN9H9JnmpkS7I+2PLwz70kj8ZnZGZnp8tB/apkiiISfkDisp8sTMkCfIReF/kVRiq0cgD/ony4yrpJJgPXWvWv3zADdA1h3dYICphx2Rfz8IvBgl2FgEcC/7q50P/hQAAfStTaBXrNru/7Byva3C9tLbgML+3gXGPTLN+GaDyLRDZjw55nQMQgsiVHg6ALc9KtwRsAPmQn9z6220kkCALaehmQibnd11KfCqhWIXJabT2rafqxHRE3Vc4pvE2UYemST8GwsVSoFzP9c7Hcu1BeGS2JHDjmU90XFc6cYTG/96trq5aLisrEoE5Ho6ZiEoXRPNAlDBl28Ex1rzteiXAMFWt1tzvBw9+LGkMj+WnGqz8BLlW7L8Ov4XLEO5Ht/rQklEay2EpdmQmXoJssZwJc8czOQ8G3uiuWyyl/xKd4liA/dfS5iTlNLKKQutUarZkHUk7BLIR3wmB8eJ8jxgI1ITZos5C2NEpMff2PNH9Rg3DTWbBbuUsCWcYBkxRrNSkaXd+FogYkuDNz2jrZw9CSZ6sLQrJGvutFRshLMb29hFMtG0yFH/0l6CXWGInpAVaXmLOs1q5mGQurujQhnBjo4Wsh0iVSIYFlqWkohkhHhQSwALRoqt+LlFMY6fqOLhfbRxAcGzZOCAdoxb0oj+SZIS2b+qGXJl0QszZdnHyZPOgps2DMEYpzb1P7ViavizKsgjH9YaAHT+6d/I/jfmO8Cuw9QEGgUZFX8aAKLAn5gBrj75YMPrm1cN9lL5sfW3r9/6R8nK98uLBy4D9AbQ8FlJrTk10EEoX+CP/HA6AM0A8xXQX5bFgT0GLAI4G//oEbw5u//8AjrH/iLu20Z9wadzW+/29G5vKHdeUXNxR43fNyr6puurirpBkCasSl+rnqYG9VYtq9hjLf6naWP+/Go/P73vaNva2p6MD0RIbHD+RfBt5SITipJZoAoValwckavUQdaQMiv1Xx/5YepgtJ/t/OVPHowwKVaar9x0nV1wHdGMsMLzuQr+fljwTL5ls+0AD6ovowrKomL+dlB/wAlxWvO3dFCaGsykuLQ5a5M/QQlJdXwnobTweSwfVvnhHaXjpRX2QrjOHkUWGFaTd+WqJCnqSVnNhVmOSBIlUaJBzL87jXpiQgpMPkzf1DGxOvkLKKYznAmO3sTGImY+ZVc2fgUCKH1E5hoI4QPo2FnuIYSuYYXu9IgkEkuHX1dKeosi7yp+jIK7IC+DVRrEnAehVM6YiAQ5I2QwzWUo3FHIfEnX+FFwB3V/l7XlyvNyZFsIfewQoWaFzGB6EvWc6Vjd9Dl7i2ae6hmJAMsNvsJp8UAWfeK3hfiHkfFJ3wTJNrBRsD4I6WQlA1IF4vF6Ik9XJWP4n/XasPf+NrWvVwMJvoALcwDzAaw6d9d9wHuPvirWOA/TPhMZmwtFMztT6PDhYXt7Q1zwIMYAdGW86CjCSzUY0Xoy5d5DSTE8Fc4IG+CGP28lTFg5EnmPy+LzBzwLHrNG9rL1V0/R6QXRI3HZr6VLUokaNLFfNGb2t2rdjvjig/7SsK5umW+A7jJeZUR5+mL4PaQALZ6NNEHSGo6OBqpqRR2Bv7PXK7u+F3zYwqWqw/I6Wh3f2PEFLFpjpoMu9nMVaAW4tXOt0VWj2s7cedCDNDsN4NKwr15l704pxTeaNOMX9Gng+5mGPJgr/ZtnRcqMGhlc9Y3leZ56qHirCJ8AviFHAt/olNLZuYDUk3TKAkIcHrxJkXUnaw8LSnORsYik3r9YMexl7rwrO01hyuBdIj2Zuq3WzHA8/AL7GERZy5bCiF5kiacBFBNcR4dyYqbcKFsKmiNSNbOwAArQmOSlx4Ebd4YcAE4/ApK3pOpfLWo/1Avg3oti4n/66ID+xv+Tu8dLRRb/Cv68dOtTCd1T3/mixUf052RJ3gTROgn/PM4CAft7Q7AcmAXo9WFcccM86aBbgYzCzBfBck+wDIMAv0rEBgEcPfL3cG/fPlgZTBe+zNdgYl+7vWz6fu//WZ8eGv71vbGxvZCwwChgG0GKAjMFQF//XHrNRCDIBC4Ht8ESQr4+1wT3yD4RO9/rF4dxhPa7Hc2de+7l909xZeBERF6+uf7LGZrvnUlwkg8kErU1xSUF747izR+F6/gKbni97+/DYoTqBVDDqnCvWAWtxpUHVfU9CArjnKBzyr079O3JADhL7G+uBD5Km+S85F25JpK1AP3Hy3UazQw+q+S9LarsFR0tq40mcy30e/1fuhsOlTJxJfVA1NKiqRzUStIXnvJst3FDH1t49+2boaFN9sjqnS0/QykmbSuxJfGa/JSHTWg85py2dLUEthIwaLGQEFOIyIrodpOc3IC3TuLAEqkMk1zACggADqMF0YM4MFgIjgxk4NF2RxWUIsglslwfXsYYES/hdqjjqGAEY1Dg0zpE0pk4jI9FU8SizgTaf2AHJW0FDDqMvHDEVfpNGhFmOJKSGc2NseK4HalgzCCsFAAevGxnuCYx5n1Dgzw4v8yqOWfYDNfbNL72H/CUeZGsmXJ0N9z/ENnl8jcPyvy+AzQHBD0A/x42maBMrdgkKvwegh6IjH+4YMXA7wn4AP6mAkNDZzpA8yvAns5BFNAMcB/GYgBDv66sjK4trP753w1rmx/u/6nlc4/rAj8FoSAEECjnykga+LTEWj0E/QBfzEV8OMggX4RRPjngeDfrgv+xAG1mQEW+HvC938ZZ+X/qLN+lQpp5k6fyzZd/RVDmvn+tikLESKMnxYHPS+c1uSyAiAtRzBJvP+dj9sPuLOKMVWEB20BdxrWI5MwKwUU8Kgd9FvzJknk604qGKmMEaTxIPJw4sh0/kScJsOcFLi8jb5cveZQLoAI7W+m63FFca3L1ea9vQhdsoy7D9j/16joTiHLg2CReVfSL/R1izJf2j28Z2/rgk3zQvksJtrTNqgk2ySRt//O0+8UaeOZRXHSdIoIDtJ0QhMYOgRmUV8wAB8cE1nSSztwxgIs2vmKEu3PNYWkF00IsjMkGWsxAKlCWiFqhHf2kDF1Y8HMeqphSt+MKzcHTKtP2ghrvfiBgeCod79FjLttJGAMLMHJfdGmn9wC+lDtBnE9Pv6nc+Hjzs3etv7F9fA3aVqVrprowNYfpPsAwxb/l7CD6AT5+gcX9fridIp/ypMwwGgBZ0eg4S9xL7bbvhMy+M5xqVxyyj2hoPjftTFgKBBs+gAlRsGcBsgY8OEACuiZMLtfPvjrg5Uvlz+4udP9x19//jnY99Lnn//6H1cm/7+VW7c2NjZubX+7vSAKuLR9AAOMN0GmDPBjE8AcB25GQZBoAXtBaCigJd4FFv5t/uGnt/7VnEBI+E1l1BnyghxyvKVxTNaOK/i7EBVa1WGbALmscJh9Bv5kke0h107hT6NlznqCKOE0AYBT7UAGrSRBgMDBOAGs+E2CAkzhoz3GUO2GcAoXACYQDgddonSANDiV4DooCD7oZstQjcGVl3uAiTWjcXd0DmgByuQY+WDKmy0gME6OmMqszolD80jDJxIAIJyfDCe/MB2754wCxx9pHIRr8U/fE5cwO6T7ZZS29NOfr7u7115ZpH0RDGBWHhcAYYBCvSkCylBMZYNSx+3iBrBADzddQuN3fO0eSyKI/nkQeKt7T/gn7BP6+VXgfBOESYBGP/1E/x78dWWwsvJgZWVleTDeunbTeWEtwQdCv1sbbv9uLCxsH2xvfwsD1M/t3xwFhgE24Af/a4aBCwFcbV4FvpJ9gGKAnz8x//sRiXu62pWS4qaSh/FRcI3QKpVpm5NHANAfr1BAfZ7eHBVfHaPiF+f2vTtRZm6OanSaThepDwMAGCYkUAmggETAjZQLKpLhS6AgfgYqARJCDFDHAEOwYHq3qWkEsqpwJwRUsdFnJLJKnUCugB50EVMWuVoNSgHf4k5gbCU++nRg0m/aZCGHTcsPZbcjR/JjoVWy4SMXUxKQC0jR5Ot2Xf4ipnIBlpedQ5KvZAXO3AX0ymJni8lVC+7z7bUZoF3GFzeiGyabBS15/DdBtNP21XPO87FR4PjrZCEYmbgo7gVXRg+gG8JuAl/buqbGLyjmb6OnNMMgA9aFNgSK//0LDFCtYCBwZfnWsuWWROiXG/xP29LCAvDHajBMhPm/ytvA/igSCHhZ6DclgIZAOOBvf/Obt3/L9jnrAcIAoYCbP3n8C5CbFqhhh/+nHItsZn+cLnqUKsTHV+hFUK3nr1KbDo8hLx463W7RFczcBIq1CzAFPeThiEbwIlKapjNklPcTAGweTaCIoYCqAozIDjDpBtNZphOVyUFUrQw3PBuIFcEdz2Dj3e6KAmw5oBpj2B3PEbGRHKiloPJxFPmDVPZ1WVH9JbAUKAH0Be6SVkkmkAuDc8cCf85aeOPjHwHthC77k4rco03spUPxPl4wmQ9mAhfzm+in9iLRUD26XbpMprpM199ydUUF/iv69hghpE94vczUL30nU3nsJvDDBIDMwkMXoQ3IIxSLJ5YnXKfuCaP9xERlS39VSXYkQqvyYFS87XSW+A/9pFotNw+D4Tet/z8pUW3Tdc1cG/VyusIfEuDGtZ4ubiqH6YQ7dYLojnIyA2wiuO7LhyOswZAQmKETx4Qunxk90MkDjQYR80P2iO8HZ7NV+SvABOfkBi1AJpt2nZwiCjijGfdwwmgtsEeCOJB2GUkG2olVp4RO3QScaA2TO0ePzYmSYdIwM2WzVmVXZ6y+srwnUxHLM4ETlaOP+ldycl/1dlX1F0TzBtWm9qWqem0b0kdHe+0O8k1MGfd4E/iHZw2Av8iPTYyA/HnLDGI1aMU8s4dRMdcjhTsGccwHpTMEhef8waTzEvfVKPdp5UpUEWfQT2JEi16f00VVOgy60WF4iCgpHVU1K0apQoACoAGUACT8uQzuvUmg7CZXsUozvCqgEje8jEkciBCRHDrgkuAAn+CJaHLRmSNJYFCDDegizVAUqIYTgYJ/OoQ2w5jikVH4n1vWOukXuXEGFVgRsVCIZMlEfTlkh10ZRJ/jENB2eec9OXd53FHgX+SnJgI5FT9gUIVKtXjK+lQWmVp7Ro3VP7Ih4qS6PwQVCglMt6eRx1FC2k8rxhjdlQQ8qrJ+x6/UTqLMxxe4akuJedbdLBIaORoAmVVGLGUoGJmAQeClc+CQ8cZ2o0bgTqANfXuM+xruOCU2mcMZv3AIFAWTOIYHitFhWAO/wsExdBAMKo4HNOSPE3EVRifrJQtWSm6LSvmTEl2C2nDnHMGVf64OF3k5gyFoBDcVTJEjIR18p56DPPMm8C/yY5MRb4YK+1Q44THTdZBpFqvq6L83HY6LCqfbuKr/6VKkMEAQMJ3k8JyooBKdz89jC7gO5Lk7lLrn6zx+K+zikb8zk5Q6Hx8hXwH1SjEHQfRYUB7MDIAwaBhDjB4gBGBj2DDcABzJ/8CLEf2CgJiIGgjkwIQosIJXYKSjCb1gdBkf6HOyYeXLcTiCiTgTjT8LzrRo3XwOL4cjshIT6k25qT2UW/ihk1UenC/ypMCRjg7sKFQuI3ehzH/Wz0cedz3AX+QnJ9Rw6pjKGrWsqaEYXeRU4tJpXmgjqtgqCqU9HUMECMEAW1h0ZivxGYrSBEOeqpJQK6nZrnNUu3A+pjPR6iFNYInvLLf4UUV/LQmA0q1/JSBCuKDdRAsEYTM8BPhhMEKEgScDKnEOUME9CBuOOIMqMoRPeKCA4OAVFDI74oRBt8EnRaCkEMdYpWjZfyhnYxOpkh966xxGnmRI/qajsvpcMulzJEFQO1gBeXdCaLYrUXXSL2/SuctjjwL/Ij85oT2hcqYqOlRjqylao4nH71XxToUSMxCIItVbpTOdJbR8OfhnjAjHNJ2zJBo9TS2h5umSqKitP4XjKtPvJPhrQT9iPD0h2Kky2gkAVKL+ZwI2jE86GB/IouELUhWwAUbgBAoWLpW4Eo4AiXBJJnrVpCaQJ/v2okswQgl1vOsgR3wQO6IsGSD+Bidy1aRkZRk505WLbWCkzkQ3lVSmDeHywo5D5JyMcPuDIxp76TcktrziFp2/nF8TuMsby5fna0Sum1f35xcPsHSv9J72yhsVJF9VV7ZsSdnpMyz0cxNqJQXLlax5FZXaKoaHUYXWTvPi4qhwVG4X2HRHDHwmRi0ceCz8q1/oVBjVOKof1a3dtp2/EWdB2nynILf39NAnSPkqXM2NAxzIlG608UImGQ1zhp5gXaJZ4AYmox2NUmICRaJy8oZUERV1qLkdPwIUL4VyaAOSp+lJDDsOJh8lKouOuiTzUYyRguHMCJY0T25kBkfDng4c5Yl2oNjckijWEPGIT0TSDYUOhjL7xh06fzk/APQbidWFuTqxWr3qazsZAFeqagawjsny1bO/gOGhca8o0ll0+rzwNZXx3onJ/p0L1ZIiCYyJ9qWrSua0y/7k8hYLkxgfVBMotuGOwP1outEKfpKmr+M8FmA+Uxkxu1E3BdCCnFDrbJnlenY5VeY/OCqwSNMjCuVTpx3usm4wrA84ioZowSMyBifEU2Z8MPoMnMDrADNHczgjiokXCENA+dE/iDGQLFFTO2EwkbBM9iFRxwGlwFg7gGUAX1rJkDEPq1zRoSR0JkPExIhSixUSiHBxZXEIg9wIhApQ9PkB4HmNAi9VV7udhfYbnZbV6ipvtwoAY1GAWVmOd19PlW7FgipnynK1Fzdvnfdt66teEaeRfi6p8vMSN3/hbypZhe64apfaffIfbtQmh1dohWrVdsVV5XdnnDW2vB5NhuaPbGTkRFGDPU1PLccucAdUUYVUndZlKR0uhsulKroic8k2n5aJ4+6O8zgSAGgSxPpSQeAMFeRBJ5ZJxlcPTh7gRVAxNgeyLXbBB2RRMCJH0EkHAviScARgrDU0sQsmHSZSkSEgycHYicrZyzVbIo/yICXnACUJhbiiEqgLnodXJGUNmJJGOoSQUqqDFlq1lQOBeYfOXc6PAS4+0OErv7XcksIAN6vXbJ+Vhr6dIuPeQ76BZhVR2BcjpX51/8Ta/XMSGnvZC9hUUaPftHKfdI/cDApwisgKBFjISGVHAUaawqdMETmzGDsmGTk13PAUtSeKq6dQ/uQezTk3/Q8Y5Khtqn3pqjxxfVwZG/WYW2cLW+l7DCFzM3hnBD0FzE8WA6AzokwANEZkesKEBEAal0Q+DIsyeYYJPXmQPjM8AMe4omsPgHE8AKWOSXgoVhAf5BtABNFL0gj0BVpFfFnQrPjcHsfg4NKAK9kFv1ITOYxU5EEIbOERmQBm0aAtNeLlrj402yMcFZUmM1Ee6zY+jSyygtC5SXfvBAbo0t7nfZV+tSSGdsGkbrKqwnDV9C2MIm6TfrW4rgCdroJ9/a1X+6iq+2aCEWLnu+pbVBy2VLBssWQ9FkM5qPYHSsh6iMbCxwGR/mbOjuMQvZ3WhUdcTvanIip5qp+qwCCXXYx+Koa2JEOaAwn3G+ZbEQkCrW6vwEEhguHwRDmrJzvAM1Uwo+bJJS8C7KPuUU3tcIaQMGAT7XouLGVntuJJl26CL12bglJPFRGLnbmdTWS5ofYxroViTH7JBBn3yxaggblf4AKcCu8isgSaWAwcisdAbTComMKnzXuGta81gmAZH+TjAjFz3+wEG+OWEMF2XRFUORQ4MvlJBWELKxmNlOxOZ2XxMmACstIso3HRUOiwQmG8cDT6WVneoXOX8x0FLlgzldXqvguI+wBZqgj50g4hNaBm4Ss9Nmz4U2aKwKsvrP5dOhiFgCUaHz+ZqkCSAW71hMGp56aiLXa6PdNSnQZNWktNWmOf/r56CmldudYjPmKmVoUT2HcCaLjaB+SpgAIVquy2oy17/yBMWB1sKg9HAcW0Pil4yCTjs4VJ0VxG1GTlcufkF5fnRJdG/dMtAMnS0f8QbVGNzNuW4twSA6RTrTaAGCu4WWx5YuPfQdeoS2wf+aVQ1Mi08x2AQPUXhgEGAhSckiv57M25BkY8JU/gYX/70c8HLdRPWIJZ+VKgjGyQMoN0w9UUMhEJDxysB1v4mGcSjzRQCfqRGemwBmkmIRq+CsJyBxFN/sYyQmbmbLXZN0zhIvRYFsOoNrJO3Jmbfp5yrhOhu0fwvBmZ6QPsV692AaKPPWYrrrgEfZOxC34JyARKMEjh6KCzzJvPe60ePX/0oqjQZRQVR1H+1yOl7sUAwGCiPT7JsegXCdfJwSlprbz492OeAhKOyw5jv1HNVS91TK7S1HwV7eMgSMEukVT4YwAZwENcmV2bgbE5eXjmQQZUKK4N6fxEElmqlT1q1HAWsU4VX7+ukJvQ3If5iieF4aVjk8fmvnG0R4Ai7to4+2RYU47am8CEH7VdFgDQyO18y03PASxJMJCLjgkfIA96A3aw4xC6HEC4AcCEo1XISFjZIzJECw/bUa5cOlGODu4wciQ/jhg+hIW2ySw3g5ly4OzZFFm2cs7mkXJFsQRNbrsb8aQzVRj2nFvrIpzMMhLVN/g5yMfnCYDClPk/49XqVV+b+wBjXUN/TuOrirY4HXj1foDVKzptBhWTcyDSGNaGLJuvyfNEFQ6yWN2nsS1wXCh6Op0LBJfTdhBAHZzWVyek9WKlLguGPCNRxQ5giKMrPeUai2THXWhpKaJ6WZBB1RtbWCRyBrUCu6bORXTjjzvOCbBR9DxNcVeunHHl0HbqoQ0PE3O14H/NlR1jgHGacSVwOswEnypp8LQEm/npmO5mgEACwAT4AEKmVCAE6AEeARZ02ckHtsSTMPIIbSBRYNmUvRFfNl4NMbsjrELbFdiSBVQzmIFIU1e5ZRh6Dh3N/MxYRSyHUgQcZXRu7Y96eZYf3jjyc/Z1ecEpybpzDFgTGn0mutZEAHLta807dO5ynu8CL5+AJXN9gKDXUnV1lJ2FD1QeoqMPWVSAUCBaVq3r3N3b9yhuTnG5ytLBJ6ggCClx+j8wuqJnZAao6K+urZKBaFMjs2m9bdMLFGaGPRRCHk1CjapcVEvVeNmow5TiUhM7rCHcslqAvIgNowuksD4HA/gMHbORThPPdWtLcMDQ8zR0t3QgUvUMZ9ofTR/1kQvKHzLHABtMo9WaQWTwixsY2qFVz9Mk98Z4tlDyFBhUaLAOEAESo0dPWcxJfCCGTwEb/GHZSTZcdCn2TpPBJLBEYXEEfogFKhEVS3Y8RkrQsVQQsQxKxqd0M7MLfIscWatDshMqQ2p3MGzR7AavJYnumWaAuXw4S7FHrOUnQ96hc5fzbAL3sr+vLWKALjXZB0jqB9WFnaRiXwq9pqBE0zWz50/91Z17wQBrr3q9wCTDRsWaO/tCBTFICajN5m3qMQPsbF2sLlvTSiQkOZ7WixWKRRqflWS1pPJGnaf8T6swhXS23LlGOVbzGAuyBCAotvDv0Wq7wfMUeSQFM3LCvaF6uz4py/6Pfahw+VyH7kG5D3MMsHV7pph6CmVt34dHvCcGQCAD5hNo4JFZnET16KoTwzJqFC4mE7PsCMrjYccKeiW74hYEkwsEI46CyFmC1ZGBLEKG8tJ8LuhmleEdjtKUMG1n2c1Jg6U6GCjnJ2AVcRmoURATQMLhTZnSTpqKkhklBfnI4nzwyzt07nKOALhe8ZmJOclhkYk7/oJ0Qd8ElrRfRd8m3dbMvfJtW0n3SADVrfbwE0mUEsebqthpVMTNCwYobaaaoWf4ddA8hn6Zh3haWnsFDF+UiC+1Kt+zkaiUPqKaImo6KOHoFuEMT6NeUuQxK0SzZxD686MP8LigcEaeGaGVnFg54A6GdC4DCBQPPBsHVQOjsUzOstk8xwAfEccQpZ4mZNZ2qgCAHo03/MkAPAlAPBQbnWcmckaVGBjGB8wCOIyb7EInRyW8CZmRpYGjCOWDQuYKzaEC5cHHIoR/PHSzNGzOBOhWsmQfTNkuN22LgNbZmLkwQFMxE+GIrstwblEfWdRPEdCpkyLL/fn1AZ7bKPCOkCin2DCbJUwdOFx/0rm5aeSJDrwDhmuveCTW8HilutAVyIFUEUCANejUDHSMowkrkjjobH1FvJNVOA5uyz1bi57OK2FQLgL5Tkkrg71AeVQO8RiS7TYpdi0XUqjQhVuMS7o+tboeg4oI4PBVwCkJkgNuJoDh8lA5+Yu7Ty7HtRn6VJ901JlOTf9OE68GaAO3OpFvlgE+Dgmff2BN9+pZAgD6rjNUCgQCyvEx9Ppwb2l0q7qlSzBC6Gw0g8zZZCdTNeBPsUEvQMY+zDEmisFLB4U83F+KaYS4NqCoR9ytbhiigpJ5aRkv6Ux2TPzQqvp3YUxiCuo0uNWGN3AMmOUSInlb0Uw+CODcjurDatuOKKFo+UqsfLJcLUc8K5Nn3qFzl3NjgLphIQuevtdcUHlDDcwJ0iX6NoR0WY5qf18MEUL1A0O7+1MHzpOvbcelrSLjNQAYQqdh6d+LUWDJeg5Pq+ltsWrfCk8xtMPflVDHXUPBM9dN17iotNGkk4dqEeQpBSSh4MqoX+yKih0w9PmRZTr345zFuaYqlryfIq7BYeIUd2cWxeYw7SzRjUtTkXlEPEkoaQpIVgWCVPzxaNzbXJscXq3vVguChQcARsIEkDEZ7u4tpClZH5wJTGFSDHgUgQeVgoWXHYeTwdGCzpN6d+8AD7FMUTjA85CP/hl+lBXBmS3WQ/y4j/V3m2SUMXYAkYShcOhTPKekaIoDO8T8L8o+OYmcDnf3t+v6rlKWm35SovNkt5KrA9yqVoa71YJ0GRyfHwCe24rQ28YRyUKDLSEewO17LCPcD6oLKiruedNPV16DXRcuy7FE/Fg4dVVUrbNFqEHnpk4XlviwbKNCx5YKiQHwauBdk4FC7epeIlymJVMJ80NJ6+9NskKKtqVBBa0gRECifhTLUvqi5LsiT8lfwT5HLOfnLWdVj2AudYeL0wWk6zGB3mbefS5skGMR2YQJaTlbjsOd/k3SdLpQRBWSrCohZVs5Xr1Qu2uve3FbZ12MiXjABGjU3cfd0+tAJEGG8YeLxVQCd4+W5G8foEx+uMg6RLGCGeS4WbU8ghaCX3govG3go0xI9+KSjpEY0ZwOQeRKeFNRO8kGhjn7YRXOTro9Je6UHUEaSEkpc1lE1k0gH5iM43mHzl1+WRH65yE7pYZ7s0mFUOXf5lZV9Xw0kcAdFWjVYVUCBfeeI6HENh5y0K+NjT8G4brEUwwmp7dhITulvRvY5eMsjLGS7HFkO0mkLU0teTiNCQAkuhIxGE3u7v2g5rNuvnjZjapaHtVvK5Do0dEDnZfqXeIsKqRY2HffTerxaj0evfHqmGbW6nBy94iBvaXRgBbVakZWYM7VAUB4iGl1NIYtdJWgqOH+ZTWxVkb1LTktTsbf9fXYbwiHI2VuJD7VVm2KMVYelt6u+qN6XTZlMM+OraSwrTiVxQkalpXTu7bu9mj/PagzIV2rz/LXla7ElQWoPvzWPSs514nQv8iPSVxHqdFhNcFTJad+t+s4yKD/eVVHY0TDk6bIlzBoJI39aeQE5HgqiYw7/2fUI2hVcyNscH/oTHi5g3+PkkH/TcwImBbgOTey3BaqvA0BgLAhOsOMAd39pTVZJv3+ZLRULXd7F2q1arqdoFFAWb0kBFOwSd1fnPS7neVqSSzqvoON5K4wGXlERHkL7qRYZGxUb4Y6pSiH+7VCdevXtoboWKq2hnVvsd505FtCQ/joUkf4p0jrVbd79PaS7nG/TzTlUFjZvVpvdpX5pRF5FigqlYm0ycydNvmT269aCd0QJVQm8R7Vy0JaMUBF9LU920mwZ8kvK0L/bMQVkTVQw+rKrdPxokYBVJkEP6jFpn7CApsbuHtGxI83eNP4rETXJfgDIabgfUxA+eKZEId9Ji9yUKg5HSfOMZzqSiGatBKZkaITRdmcAcCOZ/wtiyEp4+JlvQVg4RbES3AkQljLvlzf3aPHjjD1uLcwWb/aH+0eGXPq3g+TwdE3Q6JFx96tig673uKuLPVgzwwwFCxXA/rkFoQ+w919ORweievVOwo8qnsMv0gLX2nvXSaSyJqTF3s7rBYGR32hYVF+qxroUpTlHcOmA8FkF0ZKX6m4Ia3srNWDIyW02xPXXJs4IV+UOxXp7VQGPU7Mtc3f0HOTX1aE/tlIMp5SHVXCouYfH69kPJVSHwASRVFOoUBwGI1hnwMcn1y8JkOan51wATqMTh2LhWnEdUkSAIkzU+/QYRxrC6GOybH6Crziptuo+3RSFINtAcDoL3TFhzTxz+MuO1mYly9ZDAolukdvXLBbUbh+/fX4QnfpAkilUKtwKlG6/aXo2CuRxbqsEDIXQeBhk8lXqzzo7pGAx67oWKxHqxfq9UUFsazSW+dIUtc15MEhoXIWlINykQM1YftSIX3KPgPaq4Zq087MHB6RkPsA9WelAEC7swx5r2//0gT+RZ65ZFOsVEaqXFTuuSqOuPqqWoaXomSNPrEmP42o+D9zCqjcgiCS00aBTRGnfglQOrWzEq7HNJygckaZJe5WGk68a/YHQGxzYLGfyfiw2l4TBHjQFjr4Bl9OF6DsXtyAVm0MD/WD7vFbrjb6azcW+z+ItV0VrPwwItZkV4g2ODoYTW448qhe2heZuwsDlCa44eiyfOr6a7rcYnB2V4TTOsCl3kFveXijugc9V1YEktZ7Y8pGhVmNcpjgcDKO2LqGQ/oJB3vfwGMPq30GiUX+lPhuTwfxvEwI1wWQU+FuFdI6gg8qpm/Lc5BfAPBnI8FlGkbDOYvZCTjh+smBjVYfNRkTzuxqChYj+5OKq1ian5HQ+vRIiCrnCdiOqMlmyEkp96SgVkhzpx4q5Y+iJdyuMCkPJyiKKA0AElhO5Pi1C54KUh+KD4kXDegTzAFTsyfTKDYOX0Gc9nWAQQFesCjTLbM0uyq2z8HbTLvqyQO7iEzCAJNcKhSNWN259WpzuBORFR2QNDuTyxpqZJGe9KfTT3c7Oi97RtROZATXenRh1R2P8D7nQIcMmhdFFqzEV8aFKd4Jt+x85JdR4J+NROUuVdycpRSz48UtworZGPy0TzsPccmOsJbxiWUG/lR5nlZUnVSLqFSzKNcWUY62T7GovobBclrkYxJgNifTyCfR0LyZUwaInc6wyfCw1x9Nxl8vD/Z+MHAxxLB72eTPtE48T/RLO3RuXVSqXt9ck89SZ7nq049mkqVgiwqgyPXh4k7dv0+3n4ge0vtB535/Uq+bBirut1C1jbt7zDyUu+DoW7HM/n2xw8s0UEXeTPoi0nhA1538pXz3slQp3OAK/E2xfft7StLp14GoduqQLx2ODroOurmDq54SMdxzKAYbDWZYp+/L+csvDPBnI6Yk7h1DXGebltvxSir/pgk8FQXzXs6xn1D/H1cK8jwDNsjANb3outLTvq/NlSnnRRquNxP+0bNyWks7ZSYtS7mxswyQzjBV/wkdZP274JkAcDJi6kkQP8+mE1ZU1aEQXsAxXBa9WluG2S0pDoPFDdMiWDciD2tekLqQw8fh4/dNulIyqrs0gWF1qUOOqzREHfmGo9hbvMyR1kik+Mvk8wJ9hsRGO32SnBfSLA6IddkMUNnIoOF6yEUD9UJfbCR4+5QH9+zlfFeE/kXOTx676ehqWApW1HmGMELmdQkad2gRKoBCUj3ZG7bn12yflvu15BngXhFVU+CNjB9HnhQqWRqRJliDhJLT4h6T05NJEbKlgbsoaVJXhS8AKBdhHwNPQxHUHUgTlyHw4DEIEzru+RNHljXhz+46DKFRtPp1FuhjN9Sp+S1fBldw4ivQCkcKO4rmp4uDow/rNeksOuq1CKqMwzUjkA74kpbzAsGWcvztShLhyyz0TEUayJAH1EhPTp01W7z6EAHo+dSlxvUojyiU0ffl/OWXUeCfrFDQHkdcpsqLcFm+phX+WHeZy+scBaSWekeJLOwxJPz08sww0OzPAHg6A1SY1sXrUucMkoJaD5V2pFOEaq+j/jL401A1T5kFwFpAMBYGClvoNgvg4ReCexrtqWvQmYDhE55ADZaIbcGlWJQTwRhu2GTgGRdd3sPdaBhmh0ZDeiKt0M5rGHyKaGSjBFCCkUAjmVqIg+pHBNkIqc235TnIL03gn6j4j/aRpJQl6ljT5k3Hloo5bUIRojiS9p2TJ8CF21NTwcfF8rNEWVZtNcHxNZwk9k0zUixEC1Nc/yPJo4xYwkgZNUJn60+lAUA7Uu9V/8d+Bxcc0QlcALTYApVswuu2EAP4MtvSZk+wpLHrQHirIZYKDRATJAsfNOIHf/NeojgUPqGq8Q9vApJJncmSECtTzpi2aY/NadqUIYq7g1kBAQiCa1z/sysPD5FzXRH6FzlPoeCk8SESVZl6V34FAPNkmfnXTZ44+08sPa29zAZknwn2CKLK2JZnC4BUIWqlNmXtJNF1zfgUTGJh+zDlDXgEETqk6SxRfqLHga7JdJsBQG4i4GcMCAKoOMKERIwAK7AE8PCrtEYThYI1Gj8Io2hmkeBLUj2/L2wVOmLIwD44oI64KgJHlNoTB5aFKSsUOHNydZSSZOQkIY6N+JGmLCA55mGsH5gbOnw5vjrScwgFx9eecVvOX34ZBf6JSr3D14AeR1zHdKb+lUrYMEKkVegK/1Ftbc93Sar31IxvNufA37Mr8KqmVCH6wWZpXkuoaGm0lNtAHQ9Tc4ceKuVWPUQER4CqEmgFnwIgzgaMgBoOwIi/rWGsMV4YIdiBiKBkYI0Mwvyw4GarxXHtytnwKKf8mBI24sTZcRQoKaAOkQXtNvPdOfk3CBZQRVinKAsL/REgohoCSSlisfugMCSd0/0IaRWRBlqUe7nFbTl/+aUJ/JOVR62hEuOeDo5iCwbOMzjQ8L3GWcUyDGCekFCVOPHQbIaDApTO/SeUZwuA0DholjbVvHSbFfum2VLCybVc+qPBmnQ9ZAh4Ks7Q7A1vABDmOQIsjBGCDcwCJN1/nUWPAB8gRD92rIwc+PO9MitcoNA46R6/hCvgxiQMpAnCFoqISzBOuKKD5bHsiCWzQAJyii3WsZKz15mWQQFIEg3ocRrWFcq0ZSSyQAo+xnUAmCa9zpudIKyE8G15DvILAP7dS6lyqqmu1fpNq+FMfSww1CI1qgMN5p3cDfgM5JniX4pBubmMOaGyTbFuej+Aobj2qd9DhN69RxOhATCQNsuUAQLBAIDgwLCBGVAIlhdAYqAhgDJvu9fEwgRlApcKENI9KLPwJDBoWL4yzEYKVu2oBjhcc71pW4LfZTAHAapus24rbniQoL0IQXzQTMGcA0JgkReKiOTAbuU6uDNWs4ih4xOCC5DV9r+DFaF/kR+VqECBY1Rr/WBuIXMFTYUWpjJ1ValME0L81IQejMXhqeQ8EPAsidWgy4i47HnFvj67FZ+HiSpsmh4uhqCZ4FMAJAcQJeODIACoU3DBmEBD6HG4zzsTk/pw7wZaoFEs3IeTkCM651jLGZfAl2ISBqEyIIel+XAnjmOhKlHM2TNRMw7ZYgBD063qlg2YI01HYbrfsqPSTxgBzPQUPc3hpQj1IZMG7W3uSCgDLk5AOMmihP0XBviLPDtx7eYv2qaTqE8jKpIt/JNBxTMhjgnPMrWxTubYn4k8PxA0zoi6NVefl8wpLn96D86Wx6ipSlS6Z/ROARB+DqaY8oFLdKXB4jzgm4uryOgXeg1strIRSVG1Qb9MIiFfxhWAEGfCKWD2FjqCIUcMkvgO5vAJTLW7CR3LUDhktRZ8ALIAP+EZL/LeYvUaR9fmg3KN8rAoCh9L1+ZrGJIdKdWeOItCDiRCFHcCypi35dzl3FaE/kV+PGKQEtapVqtgjfigeZH5+kstTaNEseSQFgSz/MsQ8Mz+DOS5QSD0p/wh2B4X6RMX3PoTOFMeNZwFVJr9x2kBoBQZzZQvUAdoABuEDjjwZjDGfKEX8ABB5GLyZ/AK/iUHECXM+AW/stpwIQ3H0UaSxhui6EyTmvFamaWaFNwdiRj4jFYGQhG6eJHXelAxdCaIqwjFgimS8dskZJkOQS9nTVaQgEASc0ilIvzM23Lu8sso8M9DVE8L5TEQFpmpjxLVlNkqrdIaLd44noZ0z4AFPj8CKKEC6lrTVu5InOgsnb8vp8hjVFQlF4MzaUemAKjcKITAoR57feV6/J1O3clhdeAVYu5UC7G8My/0AjfiX3x448COy7yi60Wd0RALLmO242DvYL36bhIKR7FIcxzNu+y+xZIwrPI85j08KYo1mwVyy3u8S8fa1CirFMRew4k/X7voRatTxW5vZb/iu0dCu9n4o8ltxz4wKiqP4GEMcSsP4J+vifY4yI/5lHL2zOWXJvDPRgAyI1mscBAyy0iwq/i1C19QwBl8S0BUnfbRezvKE0piyXPBQV5yacNRnuPKZXnEkY3HIYAlaLtTFVBIo7xpEg4n/fusrzxm8eXVqssXQFhHj3dx172sMwAjxGCxGD684deFFStXbzb6XOnWy9WNyXDzQj06vDrw+s25BPQhSy978RWgB0W45yrPQuD+4oiVnkPFUn0Y61CzgPNyrRLE2n/hNRlB6FjK2UtCWwWBdQbCrrA89I26u/+qL2OYS1JTusih/n8gj2Z98D4TQPFPUFv+suRtOXf5ZUXon4sYyIC+GQY4h1zwPagRZg764WSD9zJ8UhBR5xlwfEp5XqMhqnhcCJfqqpZ3pDm179AZEloeRVqdf7rDaWoDoPIhWJiwiLLQSgg1YO3mg0HvWxaB+WZQLbBwM8vs8Q819rIvk92LG9E5V1Znhj/BqVgMRqA1oIG5u/dah8EKLwF94PAiaCzVTJNWJrrzRDGvCJNYlq++gTKBklQ4TTDOq7WwJoy026ssEONFqyOvh/g6oPInZQo0iIWkV1gqhsVgkuWZ8+mAwSSQ9AyGzj7ueVvOXX4ZBf65SFRq/War90xJUy00Isz8AeufWkdgLqDuBP5nYH1m8hwKf7wMjCFYYDnaTef8XvJDRJHT9DCx+iIiQWlqM0BBpJCDVZeBgTj1Fr0KS3dvqds7YD3mWJmZAKzI4h7BfrU6Xfo5msC5NjM6ZPMS0tY7kUIv0iyWRyx5wumk75VV+Fx8kcQ0L9dsdpcjSQGCfGIE3Jou5ywF8vA3RCKvcoXmKdnIgrLrpQadOhEAaCmCe5I8UKnQ2TCWF9fmMeG8LecuvzSBfy6iYqcCBljV7Z6/dhUO6ieCQs0OTJO3ymwL6bzPyTNDPwjgSUX/mRNDmF9eR7DAQKjG7fg1niRxvx4uM/84ksYukJhlgPVE9AsiZBYmDrW7v2DiJgp1Y18eUCk9kBwOHhwd7MipGse60SJP8Klcm3lkVf7whrCG9Ztxhe5VW+KF+/tbABXugqvLd/iOMMRxUvc318qazUqFFfy+gcXVQ4UlU6+GHudAVPWB0E1Z6i0OWPDZqz6X5aEj7bt7C867VzOEAeoACnIhNIjJdDT/lRVfAYe8L+ctvwDgz0VohKmyq6zNFK6WZZRv9QMF4EHxOaE0hi+dgeaDwybsU4px7kSwe7YIqDo2zbFZoK0lkUdDtgDNh8vOsXAFAWcAEPoTizfLxAn+BatyH6AXbA7aRX9Z8C8FEGXqCHvwQ8AQB/TniZZ35KSojULWfvaCzfVER3oT050EFFdqvYJfUREMcN8MMCxoB+3kjBUPuhXrw8ir6WIrPqSve1ENb1IhAjMRoXuCZmYD6pJj7Bks1MHXJtuj3dlnIL+MAv9MRIXNZ1W0duU30oU0hc6+UbtlBDZNAWUPuGtiTEUc8NkgFKvhpXEqz75nULWudQ90hb7cgkuPCG1N8LPlpGDZxJsDQKAh1lf+7Vrf390d15y/Y7XmH+r+Bb6dwSgwXAmPq9UC/WVCmv79Yf3BD/QeBktcrvo7jjC40s31m60QpFF41oXpLTrBdM+PzfWXuNtFBUtQdyB17gP8b31IZnopKasB2nKh6DvQPTopp4Hc7ccX5SLvSzEjkZl+yic4d1tnLgfWiBGL/nDHj3L/n4n8wgB/JjKthlT2aQVvXgrJAJzsOe3gkmlaHrO5q7CBhgwAT/xxkWcAUpGZExU9Uwg02qQ5BJe8cFn4InoYz5JH44ltjt0SDwa3AFAX6BeAY33ljXFZsbm7V1Xf7i/tCE68rPPRkuAC+MBjA14IZSvrRhtVyoLLsWTzxsBR+EIbCiM8x/sGo1zl2StOi45hkX9R0ZA64VxMg7lQVn4G+xRRHm0VpovTLAQDlFPmXZAn0HX+oX4y+gTpEwTqJ/YLB3yOfYC/rAj9s5BWw5dR3WA8tuU5/WN9AxtpubkjcAe6JKf2Pu32k0n2ZyUtaG7JM68OqnazmRb8QZ/CUX5z3ifJLIk8TU5FSQaQQZS0gsAGBkWAgwHI7hajgT5iBWbvHZZvNlB6uRtC6I4BJ8Ry/1kY8eEp8+DRjF5tUqi7qfAc/dYFHcNWo6gZt7dotdrMzlgs2g7DnSFpDPk+DGjFqs5OKFWwULQjRXCF8drRqGa9aP1NKrZf/1B+jb54xHxAueDqCyGNvC3nLi92FNiPITfd3cmIjyvr4XFHmk33SrfE+zG552187964bOwhl7zdYb90Z3z30p1Ld9lyD/mU3duM/C42ybu/ezflTTbLJ29+0pa32Nin8pG2t15nz+3lt15HXr6bF/48xYhCEbVNVmMMRdX2ABf5x9kQGBYV6nRSVQLopqgnf+/AJceGR87Ic/sbf1zxu8CzWfY94TrTPMcQj0venYfIfDItEQdsAaDueUCAi3kcAw18LrtBSgfVCpvtBppwwsdAGZaiROJ6xNmn9HD1SgWchGnDJZFOzzVMD+cAU6SlbZpWOMShceCAXpvISniW+E6RN+eEe9ETiBNDwI7lZjAQ+Sj39pnIj6AJvEZdymrqalXmWcjmfZiHYWfIPiOCxbEe57C+J0kgvPe+tkv3tGsTCLKHCAp9uMue291LRsG7dx8IBh8kAkp+l8cCg3F483dvfiEwDHkP+YQ9t0/eeq+NhEJBY6G212155/UXgYDcS5WoLFNxbyUqkhhsaeqpkIwAJWyDhPpHxl27Bz4kUzRMfSn8mRXTj1ao3zPQ5CvVQe5pfljuZ+OfLGeHGdUzACiEMDAYCchgwgmuxpLYIVEEsNlhHT7jOQ5HAjsQjjqCr6E4g/tEMEI7qhR79kq1xFc7rIsjBwWLGDoZqYmXdrZIT+4OTO4dHeV2lm8JGXqZDEhIVoQB9tDnedDexqNx3pVzlxe8IrRoMVXO31xUrZtgguXPb5BDDLpTFpvUFBg1ODgcD8f3tAcPBAaNf/fe1+F9by34M+6ZAv6bwO+St7v/9kD4F9unny4H9pkJvitDQb/fvWn4e/cLI+An737y5nvvgn0GwLc4CQPZ2A2BH4kBviOjji+/9dEL4YAS7q8NxrYG31zdZZtWVD+BEsCeoEGpyQ3q4Zi7fcLbMkXAH7FAActFWrhq/8R57BHHIjMWy6z/yaJymqaTpQ2AAQJeZK/gUwBG4JyxRM/LYGPMMJ1iJzxMTRknNLUlw0dUzMytC0xSuIjlNVlwdTLWKuHxoYEw9ojEQVC7gYWkgiZHko8Xd3H+nDJKnR9cHTwCN4k6k3LXj0w7kXBOFbLnXTl3ebGjwG7pqyRRi3TUyfWJ8452sT46F8oO5PH89Gei2yrQ851UURAHHBsFx8N7wsH3742BvvH7nMZCwDvjSzcvBQQCfomAAYHih/fGxFTj+dKlT//NvE8CAUz8M/zRFP7du2J/4F/An0St4YJ+3t567yNBoPHvI3aRPsPgOx+9Awt856133nlCBGTM7clEZUnFTQ1VmZerFZx0m1O4nSqbsnerDez6P1quBjMIyFFbPJncUbZLDAxBCdE+2K0YRhxK23a4kfPqQhqfRMhNW0xSLigJf5mu0xk43yF+P3VwLMpJQo3TdTSCJRy4WM6ttzx8D8JYhDv6ECn/GqdLGwCBg6j9agIyTloQRz89JB3AEdsCOzIoQyeYcC79a36qgA/IEg1OHXAjthNpdnRYiWKDQEg4kAEiR0BBKG50P9opNJFIQFakh4/PCudohPaWSh3GCaneNu4cybt8lR3Zntt/6ItuAlPhVOR8TgaYm3Zave5GTQisR2u6RaPhaMhBP3Y9Bggg8AcDDBKo3fRvfAcGaAJ4Jxhgg3+XxP4uKd7400/fBMTe/PTdS/eG9y4VDljwTzTwXYGgEdDyRekN/OSLN98zCCb8vcVPB+HfR+Z/b72jk9DPKKjf6x89BQfsPdWTqreETCDEsq0F3ySAI9bx3oKto85K9aBNCYFAFcxA0CJ4j3tLDSygYedBtVL3DvTwOp2b1Tfh0en0+2l4ROk6p0VQmsYUbkS/upY25yJl7Wv9nS/WuoC5KC2ps2pRxtockEwH8AFcXG74NkHaVy/JsGcIBfgh0gZAFXCwwzsIILAw4hhGjDD8QDxmieBqsijk8LqoyrJtJnoyW0cgavjY7TahTdkcmY648FdgYpfg8iMVr+8MajkfQJfSwQUYI0niOWqm58AyKZuoKMrKRgQFcVhHVCWODJMYSmRx5J8JAJr70QYO/HPve7GrKQweUlB1Q2Z3/fT/oscA8TPzgwXqZAQE+kwAY7vEbgJ46a4OBQH/7f3h2vh/fvTyjHz07qXO+JJgjz3awbPoB/hFF6BY4Cc6Bvb58InpH9RPeBcMUBxQwBd9gK+7MSwQvLSWl/84UveemKurHk6G3aMpUWpVawk1blLvBAPslLWypiFckRWEZ0UfofaQ5IxTBwluFN5uryTX3Wsn/AjS3T8zQn1BN2K818xe6Fa30vRIzK8RuFOLxU0B0DdAZczX7SLpK58V1d00nSZSkKbTZY4BQpsQ5averbZBCcZId/cODBIQLm2jwZ6/cM4e6BE+hg6alLss1CfrXcUzdEmB0UpuZnIsMaO2QMCajgCYN2ITMnKifXM50pQf3sQOfxkf7C0NDV/UxIBGQga4aSvwLUjUD1J7WC3YVxoyvQjpA4DJIVQ89O/lWckLfhfYtcfYR8VTAXTbV0WPXXaf8xS72KB4n/4iOHGI/xConBuyagOLxzESEiRQ8Cf2d++SqKBpoDDQ+HdpeO9/JurNyZvj8aXfmQMmAfwdGOhmsLmf8e/AIOgGcFBA7SJ/H3HSMXoAJbSC4YD8XhcF1O+dJ+OAFxaFKrTxIDzMyVruxPwrQcDBetXvVleqCrI14ypQqKrFzohZY9XiUlU9mCpxh/eKa2osVqR26yrTt6ovN/uqvdsXJvZ4QMlFV6Qq8WNbqy/isCXEkjYlp4iDbu8gclfpjJB+JUicyVSjKc6Rx7R1/RZpEyKUliwjXxG0ZxqIyvrihjmjMp+tYUepNlDAvSjxjolqbauiKY8BgOmmgsXAEbhv8jcLZ/pv5kTRPVECPh8mymIF2URGsDthQuALL2eokBt2ukdeBdrgILDzvDqIGLCCI9imQ5A5uR8eLRl8OFtBLCY4ZM6LcSom9t0K7TgRjEFZtEpkl4mAVyJK+HMid5FyZEsa5CG7NVEvWbw66iS+XvhPuriWWo/IsOeMm4xm6sSLZMi4zD8nBuiD0M5lLSGQv91ahwA93T61eGF9fiy6W3INDliYH0fO4n/uzKMXMJjg+10dJIAfwCf8e18kcLj2ntHu9Zdffie33CXv1eN/M/qxv0svYFLA3735uwPh3xfJAekB9BBI2dz554P533tif/8p5Cv4l793Xn84B1yf7zcbqnnXra52OqtVvdZ/VRW+X/fv6wFWKlfrqvjd3hV7DmdcO1dqtXu/HXa6F7E9qAZbqWTU/1gYsklN76zvj+hL6+6vf6MHICK1VOlOi3Piv1QNdo/WDzqjlYZgReUX5IJCqgkkr8MA7RvSNkSbQ8rDhO67mUzRKpbaEVnVdTiPS4XAmTxOyZxM3b3Isu07UGHCNNe5MebauMC+cdRXeVFRlq6uD5p4x8UlK83Y2HVZDXKpprpc2j7bAs5Ac83iljRKzhQA0NCLgG+CBkOQWNsRL/16v7v3jSeNAB7gjF+wNWXSDmjZFUsgCqtHg1MDnxWClWPkEBpk8Eu5VCyvyYePdaHNCMfm/T+2dyIKuh1f+aM/kajWko7EIC2YoP4tMU5zhj5D6u7+hjygqU4Pg7RhjG+NWAV++it4pPv3DORFrwgN2lHypqehm72doWw6N3scsj9Qd2gcPYCQQRvM/hgDgfoNL91TEzgYoOBPMHgzQDCbwMO1d410r78OAobIYLMx8M16HBTwXZPA0gyOMWAawgyDqAUMBXyzNQhiDlh6AE3/4gT0GQQ/ehkQfCgHhBPNMZdXFjs3QZpB9aUqOC7CG6Bgqe5B/MY0NeuLokFtV2Tnq8VJ59oRXXzCMMPVoHpgONsQOowMXh1BV5coEwHdcqe3PRlUtXZF6i1eO+qrbGayemjeI1q9r2hiezoLeFbEx8bWdjEY4FpnDJ79n5lMPUi1U0SV7Ye4ntBUzJKBlO4r76X7snMB4K5q56ZWpo++cQz3BS5WlYJ+SRScIt4ZFLCFgPz3YmlhIl2fKmxpaUvTvtXpBH+KaxrPlABApYIFuKB5aGK+7Ncq4LiHk+7F3/rspUhXTeCMFfqPMk+O9zcOJ4f7N8y/IHj24dUQ8KR7kfVPu6onEV4PQix5uVj736li3bg/tpVPfyiOt/q/uqCfl8sa6p/mxmHvQWj1+qsyhAaWbV2vvhvacojP6tB5HYl8EuOGritiBJ7WLJNPzwvQCfFz7x9XFDa5+v48B3mxo8D8uwb2qZipzJj9AYSURpkZCPbkd+387cgd5mcuqFtJZyxzhmj9BgM0CnoaTDBAdwDeBPfeFwFkEJhG8DAav4Y/pienAXODh+8OgwHC/z5lABh5M+YBMvvF8oUawG9+ktD3n594FIQzNBAUFAX8SCzwHbCvUMCX2R42FgwAqga3ZE3ExyxOsLNUucYsVdSy3mUDkeihjgq1tMfoaHHtTKhPH49E17CKTsHR6JgzxxLTE9HhiHIzqWBf66/W64udGxRaRXfPHm88zaweaZX115cjW7IAr3vKnTKQPX91J/oWnUKTKdU+5PLSfpRz51EFMfRHTpu0CmaXXsUAiFRZS+WemCv+kfl1xRY2On1HOaNL0T1XBalU/IxabeiKf920tETlL84+HpNHhL9pH6DVUe9H9bi/2OG93d3eQf3d/eHOejUe9F6TU9WtN++p5XpQqJcKvwJMDq+Ov7sPEo0HvM47OGL1aF7N3VFYEHwsCnkFMN2qv+uPJkvVMiv5sbxLWB+8IZ9x74f6v4VVN2Uyua3f5FZfTx2mJgo5GQ2ONgZ799dIaaLfGgumpsK7e28fjHhfGEan56da67wuTQZ7r7JI6pgMKQYjZDF4DJekRuvEhfNj6FvJig8KCLktz0Ne8CgwLQzIXkAhRyMhZTHmA7oHkA2Lbhw9gGCh/s3cW8AgCKdAP/f+jYfigLFfundH7O/9SwwGCwNF/vjVbxrijHplKwZM0Q5+a/gg8O9TyB+b9i/ggJDAN7/4S9A/9wAGCdRO7990FNiDIJxej45AGKC2d15+OAdcdHdeWy6oYhgIjhYWKs8TXTCqfLVothPEqXPhB0jd1LXzihqKPTFA0zShyZfXcBenWvtaCLOpVEadA2OJqFxgpuhh515vo7cskBl7Vl+3t80SejpXXYXXvxTPrduDVL6yeBNySdwH1QMp/ia1oUoP16bZrG7bFvwT+epqvfY1BXGrJ5eMarPESuUSFyB5Jf6zQ8mFxfrigWjnNEU1r1eI8o2vstO5Fxd1oqg0TXsBgwGqdKUdURKUtnkMnEZSI/gY2AlX0/QwKQDoGDqMYykXVvITjeM126HO2sW/vJCL12GB4QEhsTBLrT8sllpRuH1WjvHCLgSp70TXH711eKBwS/ZYuE+Rlquuqk5vtSNm/iVv9W7ZWjrlRsNV4k8VSK1QmVTdqWiF1rCopoOgi3wIwuSu45pArCwnIw802Medg+IxsD5lXj+D3m2srtGy645HwXgO8mJXhA4GyEHlbAe+BwSCgGkG+thtEOZB++B+nJgNOBzpb2M8HN5mLLg2BkICx+8PW0PAzITW7qmAdy+9v/YR4PdOIF4Bvtxs1w4GfjS+BACWaTBF3gz6F92Ab775lzf/kuD3ngeBP/nP6AXUCfR7z+wv5gC+9TJjIJBA7Y87EsIosLmRGE22Rd2ChACZ+wTdqYLZNa7LldJxrxmUiO69oFPS1L1YVa/SSFXJJUr2paXeVTr47CEUGPS8DrGqOqqKRHYuRkoczABvFW0EUb32KO1spkr7NtQ7vUkq7i1OKZtaxRIrJYEEMjpDkWjq0wA3cA8zRbotGwboDKb7iWLmEUb/8+LUBrTwVJWcgTSVxWLKc0soqWl8qBQA1D1Wqac/jDWZh5Mb1dag2vBSfePeYvT56c6Y/C6ysrJKv/ZY4w8CLxEM7Svc3b0N7f8hJy/nzPXF2s1SlMx78e6eF/hLfr9Yr1+F7r+RVgES/wuTenxBLSu3Uq1pcLQwOPp2CB10ioO9b4qGWBxaJHNREURQQTbnVbRxgdHfby5HDPHE4H6GQcCOHI7dFyGb7h3EFmSM23L+8mJHgVvw55M2t3yzPZzw517X4ICyY9RfBRyQfkBRP3oAYwzYYyCifm4FBwIyD/AOPzigmsHv3xO40dJtQK9BQQ5hggEq2CUjYJkInRhIH+AXHgX+5Avw75N3AUCPAusMAZx2AtL4hQXSDI6OQNHAl+kJfOexx4JhgEADjObK/Uln64r522JVB8e5ti+8YHTktc2WKx1yg6qvKvmVnjTdeGNm6I1F3voBDFTt1+4zDCEsgdIJP1ai62zUufKrutMV8tK/Rtn1WLTIKY9KSqRy8dU156MvnHEf4GKHr0yUQRBF8ozAmax2rlzY6YyFY1fUPhr/Fn45qF7DA/1isTba7NyYyYUeyStZZFPl+GjRgyr9Spc0kaJB50sBIHzRvZHjwhxPFJepMFLWcAhbSraQXUNtQlRR03SCNPoeQUCPNIIHQMLa16tqrvZFnVgCWvZYFZoVl+veBS9iBasyhrASqQBEJ9UDh/PSK9od1XZYldnjDgDY3eGVe6iiWJmsdDDtiGUeHC2jhroFssLTxOj64KDYmjVx6KopHD2IXWshirDb/sqiznIIrvq185oxHcMaBIPQP0aHjXO6sbfBPmxKEn7oa3t+DDBL04uR6PEz2vFCPZP/WDMiGV/7TRCjn9kftM9jH3pQOnIacxb2yQABHOboRwwDexAEuUP79/1LwrYAOQAv9tY5zTogdy8xCNKaCcgIsFvAlk+YCAj4eToMFNDsT+jHgLAHgoE93gJ5563/7QYwDFAGUcDHRMAhDNBNQaCFXu88CaEMNt3qO3ekzbrS39bfhix9ietytdtwI4L5lQrtByxWtDGOKCvVro6rbgBGQgQfTejXFtxNenvyUNuv27uCAgwKJLCByj0QkoU2VOEZSmcylWrj/L9GmccV9MvRHaBpTgYoElmi0hkaEio7/6faZBlPZcBTbnSpD3SVpG++WeKdLKB6IlZA4Rx8NVgnblIg0OFOESFGmh5FyG8aVcgDEu7sV9X94Y74lTBqVO8efXuXBf1EA0WY/a0P8zHBjh7IMvmn742hYjPD3aONuz2CephWPEuQYgp5l++BLFN/JoPeAp9F0u4kJ0OmJqlsDDILijK6XY/Wt9eCAUaKUu9P0Umte/sO950MEqQPEtj7eLjLZ0syr0QqMep696LUcMPJveosaEd65oOmhPJUfWbP23Lu8mIBEODj4NYu/7aCPrAQM/MBA/zAPk5xLPDHn5Q5IL0Vgj0xQBNAYSA/bbwJ8v6lO/pduukBYP1qt38D7IqhtbUMxsBLd/0icIOAv8sBYAmdgAl8ZYMCRj9gcECxvugFZB4MU6GjD/Atc8BHGAt+LCmDBCfJ6dM14IUmgSdK24MyOdxRGR0NxNv+bsTdUa5uAYDzlzYlfgUCI9zJcobXjKTWFgDKyRW/7i+NRmsiVfuLEMGRv7a2OhmuXhjTp8cqpdiNGvUVNVIPrxBuZ7XqjvhkR79a6laLw76Xdd4WfKnBKV2T0eqFek3cvN69XHf3vFz0iECHl5Uo4xm1rfI1HAFrF2CEBqsdBorRbI6pQ6hfcjK7l+0k/gYALk7EWcU+LzqvkD8zQJQPGRVRME9IBAbjbRQuGqLqN0R0C/B7joMg5e/0hYgZYIwC6wgV5FW4AnU2Y4p5fyaAso1h6aCgrDEIHN2BbgMzBjLlfqUbEAjUfvcS/X8AXOJcOfhcTGnU8eWXP7rXtIGNfpzefPfAI8GeCAj5MwzSAfhJsL5P/hPQg/6ViYDtUWAh60dQTKYePksEbLrOTpKolrOlamELWvitTKdX2sYH+NvJf+r1A7h5evzkRSUqpqEAcPME0N5pihBmMKdd/Ok+s6I/eAaS5gGQzVNfWJIUqDPHrQcw7avDnVyK9AHIYuY6dICN8YTv8go2dkWEty8uiH71YdUXektryq8Y2NdS8CptJcIv8e2jPpTM0b1a6ir0Lay6G/TDTeobi3KjR47uxL2qWjg6MKfUYTS5Ack/YHAaDbsXF5QQLYSrCg0R72ZezUp1mEycIcUUIqPdMziYzwZsQjNBRAzkRHvelXOXHwEDZOKfdkqFzzqodMR0QHYOdQFFPU79TP108yB/DATrvwPul92A9zwYHG+CuA9QNNDDIJeGn4B/iXDT08yhdRYEvjVsM0C/CgIEBgksg8DNFr2A2QCmKWwiCPyJAcayMIGEwQMfeyTkLPF8u1MkilObz0k8ncSdfsdoTyMlir8prOfFU1hf0r1XobXHT18YCTYh49oEQ+E6lRkXF0VtJ1NqFMwJhTaNLZFOu/IE7OC4ZkdCAd3tnoci1JyWhfER/GSArBowIEoKTRiQi6F6gEpK1vAjkJyAPDQOd9ZkVTw7lgARj6sPXb4PNK5QSTwnoLAgvtSiSfGcYi2FQ2aKk0O7O3s7pnOkUvIqjVaLL9WXYM576JYCuwCIODqRyP5zkhe7IrTJHzCY6EfJUIGh78/l0fMAuX/aggKquBYuqP8JOv90P5kLY/TTZgbIFkMgsL+bsnoeIC+/BcDNby3jrOXld8cxD8YMkImAjRy89+4nwr9kgGwfMRlQkOe+Px108iBwQJ8w752YBehewHc81vxMW8Fny/G6LYnaeTqY2d8NEkw8IUDQjwOfH5M8aYaobia41LoT4Gq2P4rQJ69XLAZzLDIF94SbC6SBoQ0AKi5IATu64SVJRcSKABHyMirZISBEETycmm52SkMJZ4Nf9girDTjphLnlAQbZqDjMUpb6QErcWj9OZmhhCY0+osGm8JnmyyK/dA8zIZ0GI8COJ3+uy6PA8nrSp/m48qJHgVWloj2Q8AcTZOdVOFn9PghIKOTjD4RHEljoYWB6AlkBYeQxYMZATACNg9kIvmMW6B7AS2tvtbAt9hbcNYbYODAbZgj9i7mAb2r/xsvBNOthMRFa0BcIqJ150EAg9K8ICGgQjE5A2B+jINqeFwLG/2nU5Nn/1ihnp5c2NXt172WI3ySJoP+kZR49yboOPzZhdpVgKkpYurVk1s1FT1taW6KCmqapOOhxZ8o65wRAOA8l3nhjYu6GqDmYDxwDIIxNgSFjqAHeHANYACHZHMuOeXYIe0YAbegE9tIjokPC4meESmcZk5xFYCI6lNycZwcB3EItgWVOH4JhIwie3gR7avXaqQQDzuVop9uPNZT0VPLi3wXmZ/bHCHCBQEoNFJ6Cwa3X2b0GctHvtuy25K5/jNiCASb2mQMK+e4xDnJHFHDIBOgG3GYBr2W0JUxMhqERHPRPPxggLeB3vRjCF598wssgSQFBvgC+IIHsYF90ALrp6yEQ4E8w+I6TecYjIWeJmxVunzRSmnKn/9/q7sYQipfp5uGEVc9DD4Hii+2nLpQuFb8TwUq+cwhIxeeXDiFA6HGRwtPvbQKgcYRA3E03XbVBgiTChkQ/kMEBZJZfUie8OeBAPYhQjiWdOsHmHAJP/czZik5ZQ4kcccCHpHRy35zdHJJg1kkU99SRnKyy+ODUFJB4DkbeSc068NGJcFIVqzaMWL0wXkWOTOGNOkf5mawI7T9CgR/wh1kHxkGMh2aAhkIdVEDDoHsD9RP5Yxco0g7OhWC0QQDVBDYNNAG857WwzP/Gw4J/bNPTKZZwkFxiLozwz83gL1qNYKEer4C0OwHBQP1yHqCpX84FfB0cNPqVeTCFA36aN+McJVCKD2NSu1oNuGI89Q9XJTbCxJoorvVRoynp4Eb9d0ACXe9UuOL65mUGw3TRZnq6/HZgymYaZ4RSm8YTBABUgc4gwJHKNOghwhSdYhRx3WgWSQFojCHc9NsAFKABZyK0QQfcAUzC2XqMJxxK7IjD2i8RlCMq5UEYp6vNSRJIqmNhwPQgGedMSZEi9nDI9WgiWISQgQQjWwonHVIlR/taB1p0NalL0SO078hzkBc9Ciykg1YUCKQMxs8IqNPOkG5bqlo0fD1wJF4iBgL0eSKgewC1eRIgQ8HvZz+gNh9MBe+JABrUphCXp0/GnfGbLXtsxfDWEPAz/CFvfmH6l41gWr/gHuDHy8AfxU8HdwR6HNjsz/BnIggGvvPWy2KASuLl1594jejHEhUoVzPdylbZamr2iZVXAvUmvKs8Dno2ICFmyrUKc9ben7ZQwChlbaibSusSWyHaEChjmuaE8n26mAGK+YXNSAJSGBwMHnGLeWh2Z3cfmcEiDIYu2xQEmAFeDFcJPDnbJKKr0sjXYYWZuOqEI3jnMGN55KCs3DGThL2kBoPzQ1rSozQSWOXqIJwVTmcC3tYBpW6yOV9Ww0UQFI2EVJASWxZCxi05f3nRo8CeW0a10lE/RoHp9zP+cbLkPGisYxtN/5gHIzsjwEyFSexjpwfQLwN78xSYO8cJYGP+yHmZ9g82uzcmA+YosF8ENgYG+iG8CFLWgwkGqM0M0KePRPxoBTMGnByQBWGkPSmgtvNvBbs46b41x5SmAp9S3rjnM2MARDBt56fSqmdzat1/uPyIms/+c9WW1jmZXuLs7ePuKAox0+nRhRIOAE5fe00AcKeeUCBnxuHEbD5AJKgcwAVK6IdLA11AuKEG10CUYlMQxwKzjTdgjJOQWWwQMCQhpwYaEStopnFL0UkYNVKpOGJthECLf05AsVnlL1UDrTJHXPQ7A3ZBJyXH6kBkX42CseiXw/xMABA+QaFSUTIEDgMItatEeQCEZ+oj/M/lzZ1PKik8I51M/8T+gMB4E4TOv+FY0Kc9lgOcEsApsOUJw++cl09n3Fvml98zBfTPPYCfeB7MX7548+A9XoVLDgj2wf8+4XUQOgCjBxAJFmjwo/fP7wS/I/Wp/3mMhOg+R+Weqan6k0nTSTVfxbSp3DJ53NIQIQMs0NWGJ0Hgxxc1rZ8w5uPLwxPiOlXD0zYncQ9smLtRWTwf+0KMPGUQJEWF23PkAACfzI7gb7IlMIEOQLVBggNHHoT0QeQIhm8gom2h0NhqmLETBnuEj0BI3gATvXIKliotBFBtM1IpVGTS+oLVAY0+YrM2GThxcOaltHF1ROsF0WV0rhQzYhtf5ZL35Nzlxb8LbMjjjEFQGJOhVRroC6RYloN2OJ/uqP4jdTfN/2ykD5BX4eJVEI8El69ixsY0wA6QM4NsaXj5Xefl09JAbrzj9A4DwWUqNMth5SxAPgjH2QRQ8OfFoHNNaENgQh9dgO985Okw2QlIF2C8DBJzos+/H9CwFZWY12xaUqruCQVO9SUNTfWWgf+s2BSAqngMEx5Z9OjTdM6ivD40JcBcF5O2eSnXeEIIIPBx7wCgQJwZAKTmJzSABZwSQjADE3IuxAqzuJLxBCsuwqZQEPFwAViwYrwN0ICRDh0R0eJYRjPDGM5OwQdjlBXHJl1EcBIRlRhkRUeHd4PbnNGEkVhyNWhGTiCJBCY5/CKVvDTiyuXnwgAD+1QeMIB/RsGYBqg6SX+9W7z6Ce4ooBz556ALkM3ET/DnPsBoA4v5eQQkVkRlLSyWBbw3Li3gwLWW4R2yMhIUzTqnkTbwJbd8mQboV4G/eLcsic84sMhfDAMbAU3+mt02CCDkLwigIBAGKOUSTrwWfM79gLqp3GabWzWYUlZqdpxaUjdjJVG/CSEYaaGh0U/F+PH5T8gjxGMi1NNLjGCfLb6QUwEwfZr/hLYopiQtKWelZygIYwBgCQwsgEJAAtBklKIbjRP0yw5GisAaYIX2q6z60Y9nCoVV0CNDhLdeTBgMkwoCtZQSztQjK5EOnQxozgUn9GQjm3wZ1ciAX2hzeGU5lss3eVMOggYCdjo5F82OGvuig1w6V3hE+iTH+fkNgrzYFaHLPEDVBcMfJh21B/oZEF3NKJx0+/lYNjoEcdQDiikwZVczOKjfmEnQHgW+926rB9DQVs4vv8wgyFs6z2NfGl5+bxzDIJDAN79gRegU2r7TBaFZDBoQfIu3QSTgn7sAhXyQP6YCGgUFeu/AA+kLJCHSOF8EVB3jNlumZQsT2CiZJzFZ40PSUy5+NopiSFGVcBk/5b2IZyEk+dTaW1dyuph8GMooiseEW0A5nLtNeBBa/88tDCTLxwKmSIV4lI31qDDAsLcWRjEagDmsDQq4qLibmgErZFV+kzH3X24FRsAQq5clng19cgob+CK7Y6ECL9xRjWP0NsoIAEWzW3awzN7y0pmkI3NkhluFH4EyckRRKJM8AnNBcpOXoyhFR89mvbaYdC3djpuQSA59R56DvPgVofULFKRyqWgAeSpn+ucvDV/t5oB4YygTAHXb2IP8ccivwont8Wk4BkACBsFArwLYoFoawyyE62QH4Yx7Y3i5Y+wrIuT7AvLHHECGQBL/tH3kt4ELAXwnxoC9KDQHYV4OAgsBIX/vvOylAQ2A54qA1DjVSNezFu8yu4qitjPLtErPfIa1LYHINRt91DU/k6zP5yD0UZ6GJI8jyuBwru0/L8I+yp3LF3V07qLyQo9dqmKlSdX9oVgtBar5EYP36RIAIxr0LSAkEAPYC0Ilq3EPZ5uZ3gcMOTiYA6YhYbAHJmIYzWQhYDZPTc+UF0JwtdgIpAcawKRQWKBvk9uoc6JWC5KRBMO7ciOkDkW5s+fwvhYF1EHpyInQZBsPXQvZszFjctJRuSKGsuF7cv7yYpvAxj4VTzYXdUDQrE+W1lsglDyzPww8I+ifyWD2AboHEPhLHigG6EFgYx9TYcb1tAGc+5u/E/YEwL3Xea94v/7mmwF7sXt7+e6lnAcD+2MWjDngJ14KsIV/EMDggGaA5oDRAgb62AP9aAm//A79gGAf82HoaTzPfkAhGH8tNjc4kIY4zaCDSmKaUkDAeEwKSNn0I9GTUKnWw3CYcxGSfPpWMBeuXJ+lSCWNiwYHSTTQocUG8dCWthSc0ogAUpycWNsjhPhNeHOcwgBDIE+GAhEo4YMyILABdhTPWMFEO/kpBBgCeDiErK4RBJKdoGEGmrSDK/oBM7ajmScXzBFFclJ1IlXi+pnah4Ck5WvnLD874StHqRNQol/ZahFKjxGjSkdqKJGwWGek6iwpt5lak6ZzJa+8J+cuL3ZFaMoJoyA5EuLylLOfVZQ4hVn3jlPNNBjawaaA+V+jm8afUbwMHH2ADAUnBfSi+DcFgXdnKN7Lr/9FtWH0SZhf/kQMMEx2jhkx4eDTp+4E9IsgHgEu02D4KBzzoGN/6z36AM0B4yyBA7IeIJ8F9vQ/dwImAyx9gMbBl8/+XnC8IjXzdyWnC2VV5eNi30by7wVpamYWsjlXGZvi1xRDKvZk9AFL6/F5Eb47y5+UK8ZktFw9sJfk+Op7Z6/HNy8zlyNa+vgM8JQb8lBF1GWdVNZKQBmpy1ykbHGp4ZNCmUxjCBFmXRpRZPkVT5ViTrMAaN4EosiQQGYZ1YErIJXO0DIyph0S5r44hbKDDkGuHCKm4aHSYcMYNnydmM2RsE8gbyAUPvIm33bGjlGQpZwYD8UO5YsWa3D2FAqLDKhRku7DlBtm8M3ckgA07x1FR9RZqeKB/3M39vzkxY4CUyrjD1cFJDEQ5icH+v5kdKmj5HDiDwXaobsXMCjOpx/0D/irYw7g8BIfBWlGgRkBuTQezs5yEdqQ/igt73XetdfrL5skjJtwcXr5TXcCxk/gRys4R0HoAzQGsnk9wFgQOmcCxlsgMQIs08s6CQhpBtP85T0Qg21QwbM5YI8n5UOR/hUdBizffJLYtxHXyzkIKGXMBE6wVr6e1p75NxOmy8c/Rjus/uYCykPRI/GapUex7vIW3wiekfHegUDw1C+zNeIwO16NeiouHo8FgfMaGnmYIq4lTTMr3ajouZrjP4tuU6hsiYKiZ85nLnJJYRYAzfwUXwqUHv1nwoZAqBjDtZfxAvzgaEwxL0tXn5VZoVlglAGSxqyC5kJ81uPYhivZSZlQOaSSTC6InvU6kDciWINC+GQeCXwqr4JGrFysdQQJJSEpbhipdQUfJY8+oM5K7CyPvCfnLi+6CewybugD81RGVHqi4et9EsPAPC6dYiGE27wQDAXU/eTWMUoF+yuDwLwF5zdBognMNMA7l4btMRAOcYfVFGWLJjA+du20wnp7b5gt4C/cCA75Ij4Nx0xANtYD/E9PAoQACvj0gwS67cv4h5q64J8ZoJeFEeQxB8bYFwh46fRGWn2B3trFFqk7m1p54eepzExnDmnKWFTG3fLVtRNqtcSfz3SKo91Gtau1NZfkuvFZkZYQqXzP4yw5MYwbBGl+SgFLzxAVLV1LmlUnw1Sk/AGzFacm+Lyogs/46BJmXJRQmmYB0H1vAEJwKFDB+JCQYCAyUAS2eHqdin64hSsIhwthIwbYHRYdHBmTvAxWxHcY0IeIeOmncIxfyBWF8EgZBWIEckDZ01Pq7S1tyqtuCsSOkRZ8nXSEDGrJjg5UR1b54e3kiEaQUwrhOciLfhNE2EfJhP8VBhhGvodJ5UokZOfh2aC7ppuoTRDIVMCh2giigULAZhC4LAfTjfUAx0O1cQVlsQM98bb1+Hfgznt3O5cYBX7n3QAFMcCyeX/5k2HSvxCGQAx+n3zCmqgBgN7oAfRocFDAOND1BwnkZw6oVq8OACJnORn+SOiMkRCv3dy/qhz686teOL5ijcxBtzeQEY4VPkj4xrLxWwKhA1Y9b/w5rzgMSrENuvu2NRrSs7uH7u0MVS0ADt19zFudrWp7NDqstpWH+AqbgzQwlhr4UvDFMIZytaCVmSbTJSGdKj7bs8IHPjpLF/iaIsGNHGGcPR3XwEWSmbjsbhP+kUT/raqvlElbjqObwV4/qjXl9TT8Q6BqIBoTelVqZ4K2Iip77SawtBsiAAnDQ0ENwCK8KPMCDJmSTgWCiLrZ1ZBpmmiYwZvKYh+5gHhADR6+DmOUghTYsZNTVwQdiYE347YoArr4NaFIllSdQXZCh6paeYqkGeolU+QuzI7q3kWU24Y6p3+brDf/zuctL34UOFHPJ49+6N9WpSeJoDexPwgg+MfwLz/3OrgrUNaYBp2jwB4BofvPm+CPTyK9z1KoU0zT9omSH30qxvXpWzER+pO3/m2tM/w3mVg1JgApDy9/NMpBkHf5JnCMg5gCgncNAv6nftH1995HfwH4eBUkBj/KJGgQkHkwHzH6S+efPxCnc0DgFAHX2x14yA6fwlgGXgCIpWqQa+A/4Eu/V/UgBXfFB4kFovv3+b5b3e2ts/Lpd+E/4tNJ3e/q/4pvF2WnmdU1HWijK3xuEe6Wutf1U2gVX6lW67ovrbC9gYhbfoVtfX/6MSQ9W2kYCDphgNfsmtnr7q3L1t1LxQ4mh63ywTi+d1l/dZnPu5WryWw53/266CmXnRpCL5nZ+e5X9jmlO/AUoYSJ+eWkQVVpu07FmEZxjYLpkqniar8ZMSemxmufRz/Rv1bdngNAgYFBSjwOHAMpwLaapisI4e49NEKXAB9OCgYMhb8MdokQ5og6Ehm96OMYikKNIoI3diIViKFzrpRRhpvzQpZs0tEjtsHXDGaeguhrdXiiUEWJlV19YSHVyB9tYOfHVgJZXTBBtrwn5y4/glFgUJCjYVAH9wFy5k+WPQ66QQBfdALm8C9DIP4mpthftoAhgPcuCQhjEGQs9vf+pUvjES3OxDMjzcvvffqpsOeTS83g4HBtrIbwR+/+2zxWvjOdB+NRYJM/CetBv/se+Be7Nk8FpA0s7gf7MwH0u8D8PnK/n1vBNIPBPJmak5J6+c3IC6RmrtvsArVFFfqBqnyn83V+I85fQKPxOKi+bHwQLxAtMDAF6x71VVsH9u99zLeLJB5y6S0qpihTIuZymBHVbHle44NsQiV/ZW1rf4m2odNDK9+K27p4oDys1NU3YxRs7c98g+0VZVPAlpmJ7I17ArD4Zm8m7a7Nm8Zz8vbKdmewV0du42riO5qZ77yMxS16JFsaQi+ZcfDx3kJEawvTS08VE6do0WNTOUujRSVv6sBftGFQVVhH7ekhL4oyhuJr1yIqwWlC5gDQSKVoRi0V9aRI4Kh4kV2l0NTPByAMbMHkuLjaITw5FVCzyVgjR8JjcEBgk58MCmX8cao+4eYMEVd7GMmGQ9uZUI4hM519SiysTsMHIkdWncHIja+vXEDgnhx1xCfvybnLi10ROrDPbV6fVFrkxBcnZPR8QJcybzYBgaCgbpHuHP8XYn3+D2v1AdIL+H7AH68Bez2sNX8HOAAtoMYibIvhEMklvhfy8v/mUALm9vLrHeEfEPim34X7AgykC5BPwr3Zmglj8Mu3gYMB8vMIiMeAGQABA2UGC1+mC1JY6CQw5Vt5AYDgwVT4LrD5kNp4yGJ2u5kByiCi1fgg7q9bAivWepfF7nRn8yuul5cqKqhuLwPL4pV9R4EBDtMsmeD5Q6ixbmHHncjTXRIeWWukI6YlUFzaF6S2uh6tYXGN7wJnZiyLN93ZVxSXhJKyAtnrr3bWF6fXKRltcvbVNHoum4A2GnQ/ovtRGvzNdL4e169mJjmIV5xZsShhLcCasaiy418sDU4GDpoe4S1noNEe1PmWBglK2sJ1pFECsTJuGNcSboAFYQTggCvuOI/MmcJThmBOQo+IKgTCjRyU90gU0ignU6KmWqiyOUXEOBnGRh0BcDM+lWTQQKr40PQmIp5GN4IEuvnqTUHJvNVac3gpED+7EVneUhdMUAFuPzcAfLGjwColO4GCbvOCgfy1Tv9gMcD4AD3dIdyC/bFh0o9PYroRDAJ6JqDXQ4g+QPjf++M7DQMsmxEQ+GMIOCSGSQKLwlQOL7+TDPCLeBe4LAdD85dF8RP/ogkcX4VjM/WbGQemHQzbe0ucL9fDki1MWAr+0YAznWkJX8u9cn9UYAAORYUXLbqGYXy0sVB8EIhXx0ggFlXvL6kmlpgbFR2gw84FtbJ7PP96r9rq1NUB3lu9CNW7WgetAmWOFhSnHuV3l5yetYrtQQNFw+Tm5N0XaNn5yhrWtqpvIquRmZJvf7MXLvmKWunkIj4ZDMu719voDabXaekqW3l95TINpAxMcx1fLYbdGr51CMhjuZqQeMHoDKGqtjBKxa0BMNBNh6l5VuQQFV0bBVdhDAmgQBNYZTZNKTMAqMRMrpLcCRRk9H894AEuoFw2OYMnJBeczkOqU+BxTZEyh8JFPwX3xD+qiyzsKLZ6+xMB/UK4sAFRGLVxIj1c4oqIbS3OBuGIGpgWuOisBSN1UjbhHxHJHPrDz0qtyqmQs7wp5y4vtgmsy+RPU0UkMFB/nTEBOpCPkhadf7Jzm+nz013m1BzGagLHWjAwwEA/UDA44D33AF66VL8XqFYgjU3CIVbD6nT8waQ27k0Pbw2zBxDsox/Q+CcR+r35l+ZdOKHff35Cszc7AjEK/oID0gR2J6CJICc3fD0KDPhpj2VpTpbh1+JqD8R3mnZdd/+WjqrvbpKKCs10eUG8IqyYkRkgRM0VOMJNVqq7gp7oA+4VQokZ1kSYWpgbRM0fmp10PggADDdpJQks8lRsq7WfxRqkC5foLXSyBCHfwd/4tOydyEXEdKN9vdosuZxK77L9mpZwaiDdu50d3R0TUns7oL19ZY1Qc898WUOljgKWNomqY9p8tt/U7SShpWLUcKklJGZ8VLMdoiXHGCCsCkBQwQaBBAgosr54i0L4hL7EHkAKzJIR6JBVjCv4FJ2JIIvUwcLkxqGBSRKwfpnxdy8eGcDJAMvsw+B/wcsIYh88I1bAFj/rYyMdHNDkfwC7ONuQSkNkwGGyyMhzWAIvCXv8Vp2XvNgVoVUqYH1gYMMAwUPjoJvEpSFsGkiB0k13KfVd1H3WZv4n5DP+eS0YgWBhgNrvCAmH707hrDmHKQeEvVxguM8fYhrMFANDciagSKDALxDQXYAyCP3e8rcx/VHMoIAxBmLs8yxAJ4+ZHWuL/50kr/Ck6PPfFOHpCjFqUSsQg/63IFBX0gcZ7+G7KR6pOOJq/KVuXpgM8b9yf9LpXhkffStQCqIp5RMPM0sucB5f3JbqfhBJqF7/QoyK4AeoLP5qtPZfityvlkYD5WH/h85rUjsdBBnvLQiM+sMuob+mpyWzd885C9ra2xj3DjIXUNxAt4GvrFxnighdXwlsXVE69qjBfdFJuOSgek1GBnoMoXnZWH01Rfyveqa48rXxDQdOMTEDCviwykkrRiWYoyu0TjpQdo/h5hwAgnEEJRq/QAszNwiVldgDMeJgtHpAJ6AFOz4YHJELSkUjXh8WdkkP2uUsOyECyiICClI5qEcI++igkIWzeXc+MhFyBPUjAHFJ076BwA7NzkCwKWveHUJHdSZVUqlrUZq8J+cuL3YUWKUR/DP2gYHgHXhoQzBAipE37bpDbII/lkHQnw4HTvqHCgboTbh3j8UAvRkEL71fs9qV8Sy2qfGdcefdu2uX/mdn3DR+j23vjhvsc/dfMwr8F6YBRicg62B5BETEL8hfUkAzQIGf3wGRCQwU86MPEHAlKz6fjX90aamO9K4OO6+p2qjuB2WCAcLdzKuY/YGjJAkQLnVa1mxjbIXzrZ2lqtpcqgYrslwd7ow4b+j3KvHoaetvJ7s8rEQgF/iuq3V2+U6tQtVMXdnY31DMgSBos3PAx2IJ4pqOBnotgTcmrNSZvWhI+8glZEJQPoVZqXbluUr8tenV4EW20iX1YERNyWpQWGsgxFoT7TFExUy1dQYBKX1BAAVuLok2niLEnw2AAnTk1vZU/toAKFFsDwSTCdswChgC+ZIoGaGEJgYekEmuwg/iECAwSe6yGmoUFp3owKyAoShVpmIZpCmNQS20yQ43JDfgoTRKkzljZEkHGryEIRpwKUc06hBJKGFAHDt5QUIvucKbPOBAYHni9jNpApsBsrmEGQmD8PlfNEeBVQCS/dEVWGMOA72AekY0f4MA1maAngw4XQ+QL8JxbsHb9CDqdYnOP8knMf1v6ueDt5ffvZQMkD7Ab8rbcEyE/osYYFkQlUEQvwliBqjDO++Z+8WhjAODfh4B0dFEMOYBPoT/PbW4t8HiV3ePVeIzmFFrUtZJoc7zVeDnL8aqWY4nu4AhjPK14RSBw6SxETMdmE0AggADR3vNAqCBg91wFeuzGA1BJdqYoJBKfSAUkBIIghU0kkWRQBuUBJgZwxwEaBG2GD9xIjekpXBihJjlZwiyUsLkTJVILz11JguECHpnJ6eQ/jA8peF0xVtNa3VPZTdmKieO6yPJAHxSFS6ycKE/lz5AFRaoXrZ+gb8pA4yhYJni5C/EGfncABbto3BwEg3kGATw3nh4aciK0MI8EUBGgd0H2ADg9ODtnUtrfCsOea/FAcshjXdzQcBcD7BIfBWumQXzn14LhsnP7Bhp/0YPoBdEdRdgdgRCBKXcH4djMuA5499M57/u9NxU+5qHcLLo1qYJaVX/1Eh5DdNUnn4JqxcoxppZmKMY2iDIOe0+EWg+Ho66PS6yBgHtVH7dbIecBUBQYTz+elF4oWCKwa01MnGCNsHOgBNQSpshUE4wNANkhCO8GRkKDHggj+OAobvVkvJhOIpgqFPSu9WCIc2p0y+3XC3f3eMDxZOh/OSIGuv1JGe5R8BIJrKJ0T5OF2TFZhdiKwEy4SsJ9MZVJ2I4CkE55T05d3nhK0IbAVW8DIIyY/RZJ9BPRxv436ndF6hbyK0T/9OBpWCy9VvHN+HMAYV9hQGO74xZDaEDkHlrDO98Orp0L/ifx4OFgOPOp3AybdODtuGnngUDB/Q3geO7wAI92r7NRGjvb33ykQ5+BYTmbzkb/mIUJJlfEkEdZDh3/NNNVg1rqqduYZosLm6MkR4T3f00hWTJ9LEEn2/z/dTFSJbmkCiFnPw7SVxM09yIHUEI4Y3ggRMtGjn4ecwCYFT+td4ivWh+swPwcJdZMjlDRxwOqyUZVA/wIqg2VwooVAQjvnbUwqzwMa3sHh3IXh/uLQFGSiuC1odHS4Q0CDrPAkDcsHSPlnIiYqKqUioBlRVBlvCM/j9CE5lsoTSy1thlsacypWNcClkE2ePPwSe55U05d3mxDLC8/+YGsGcD6gD1UzEzCtJp7Vd/dcs4yll3Xi5JAXWvMOn++0WQmAjoceCcB33pfdPAS5fq2c++cfDgx6cJfwKhQKFhq62cEf4yzCGQNwMC6QksiyEkCnroI5rAgr+ggiAfzM+dgNqTAsYoyP+mFxDyRyIP6f97FkKJalVdFdQ0yTlK2wnUZkflMY1Fwk6MpozqyaTp70So4DN3Q/8CxjLA7zjfNXapZKalCLWcOu+yLE9KOiUbeKVwK8gsAzRWjHsfAwugAJ1/YAYqjGCKCNRAkQZ7C+AEMYQlekw+gVCwKyNTbGjQET+sOisqdPDu3gLqi4cAsMJBJtmIRrKDowNr1nkt07a+RDND4G6EQRfpS2RTXDBPHhHYrwg7N8QD8LQ1nJILLZnWiUzlPTl3ebErQrtQwPa0QQFpBFNKVDr8JrALjw9B/mIBaJcgPYycCOgpMEwCNAUUA/QocH4ULiYCuhuwwFnBtbecg0vAn13Ke2h/yXA+2OPT7ALULujjXeBP3n0vpgL6q3DeWAzhPa8E4/4/sz9GgrMP8HWdjYGigWr86izNwf/+9zvnj38BV1Og0u1umhnT8xyQ6R89TS0JJx2nfir1afppC93OnF3m4pKiIeK/gcA/PO0zFXkcp4VoUEWm7KZLI/xtx82fBUDqf71jBqiYtxnI6daHvQc631AUpntXy0RVc/VI5tXR0C8714f7S+vVd4d7C7LdmijekoIISBxjZYyLNNWMCa3Wk+7+kmCnu4dtUn+n05bQVcyQsS1S3LsxQuUNqRbzq0ckAuEEv0a3HA0snETqh6SyGlmore5QZJIRtSWFdxZuBfLlHTHownK5EDzi54a6Mg0MyiHvybnLC38XGAoI99NZZSWNKjaqX4UKUgDpPimb2V9QQP5DIH8eBTH6iQPSA9i0gVkTX787l9YS5xpgKwBYGN87+U7I8RmDw0/N/+I9EGOgse8v7gQE9/JVEBq/vAcSPYDGPlDP1I9GsJq8HgpW2l4YWq1wcPD1s+b/PSsx4ZtWXddYF7PWn+1s1ZbvfFVHYu3oGbDUI0nTT1r4+42+AlfVoHuAm28WpdNAF9aU0Y4Q6RjGKQoVHCXpMiuUYc6ggx0QaVf9hwEKI+q6fx/o2Rrs3V/TeVx/t9ip+/1sII4+2N9QDfhuc210o1rePXr7oFMPjl6tOzdeXV92cFGEEuM7axrXm93OcrU0PNw7gF0eVhvDTv3dr3jNu4vOwd6mwivF/Q3o4MZQTeDdaqNW1LXlCpYH+PbHO7JgHN6qHgBgZGXn7t76gS76u/tDqRs7K02mN/VfG6RSeddJu65VLjR8uRxfr9W7UpsJ5k05d3mxTWBgD/YHBUwGSDmjiAn9GAVmE+UzDPLvIeZnGihH+B/Wobh2sEB3ApoDsiLgpYDAeBk41oMpG4ec/zd1zXdChrFE1vTw8lvD3/mrcDoKAHMlBAtvgkQnoAGQqTDMhgH8svNPHNBjwCZ/uSiqxz/Ku8Avv/U8+B+1G2lqajGozKVJImxr0bpTKm9BxfZ/tIp+mn7K4r/iNMJSsvSpwmL0Zfs0vTFyVlFMSxHAjzqsuOlyXKSHOzYDgPrHEbyJAQIRdMCJlO0vdXsHcLdl7JMlEbSY18KajAojXlf3Fru9vs7d3pJjEJfevBIjNInKrTlw3b24DRwp5ATF9pPKUfeiUpKZoNYvTzJAOA50MSp/KFl143eFBIahqHtEFpargbPgrCi61ZNpA15CHmoUlrViIH2+HJntLq3chNvPr0nxYleENuZBKUA/mB8lUI0zypj+BAA9I19QQPBPBox6GKwLqD8Q7aOxTEBg6QSMr8LFFEAdeBkEw/+YYppPH407LBMYDtq8Ium4LIVQXF/3R+FaFFD8b/pZOJHAwD5vb2kvA8A+if65BzDHg0snoE4eAHmLtJ4L/iVgFZxqypcgj5X+QlR1hzl+qzIZhhMkNLUh78zK/pMRFzzdBd8CKqJwD+yjchaYMwuMi6Ukzl82cVxWCXTGLXG1bwBQMXTU3dddH/d+MFbcqCjcvcU7omKwteVqpR7eEKmihTucmKYtEb+qFgd7G4KQwdE3dX0HZjg42hbYKQZqxkvSBPKN3B5dlO+3JHB3T4pJJfwm9W5P7jLf3RPbG5gBDnZ7B0tKU34L3A8aqSj5QQgtqtavFnVvIIuTwdGCdNwwlxQi4yQ9y9WX9eiNfWA6ZiT6Xuqsk7nfhJFsOgJlEj7KKToBFdL36fzlBY8CC+90pRw9EGIGSMPXxYcDBYlNf7Q+sumGMQjCLEAzwugChAVGHyBTYe6ZANIL6ImAjAPXnwSoFVxD8ktJ6ZqStrK9M3z30+gD5LvAsSS0se+TL978C/Qvh4HN/Xxw8xcoNPVDBIEme9po/9L3x0dBxAGfLf+jYKVxXgLQCqxl+XLNo+mRvqq7s/BWyuFMecRzNLN+v0pwmn7Kwp9wnPVTJXVHleo9tRZ3C6iniwXqpo4IBVZ+1O4GJE+V0AJ8MYpOAvqX5+mtfb0oJJgM4U2TibCkELCvVieTfl/PSupHZmiE2RnuDOnVU0Z1DOY26V4UDayJoSYwDEw0QdSvd8EnBYG/ORKp2FEPUA5KHz7ZYoB7AsCukkM3+FRfCCXgmHQcKT5BOchfYVWASqalRyHr1zZ1E6GPdPFB8jzEzU3ytRj+YjgFUsjcQ9332Vt7jvKCJ0Ib84R1bQZI15Nc9JjLPgT99K+FSbeejgIGQTAAfjpwbsCPNrCIXywHfZOBECBQ5obsxW6wSxdvEs+HSXvsngSYYyAwQIggwkxoY18ZBKbpyy/GgN36NQ0U6vEinNHPvYAifjkYrO3Z8r9Jw/GOiXtVEuhKqKZeUxLlq4JH7ToBzWYm9hF2toI7+oxMeeWzkrO+mPIMpcm2YYyCZrBqXY3s/GeoxMqYoYCDYDG2nsX+LII73XMAEFX+ER8GuOgF+26pNTkUuTJRG/S213ZFve5D3fR4aujViEamG5YOMxRLg4kdmI4p2CRi7EiTg4jQiQQuTgZ7B3Ctu4wjR5sVvmYH9G7AJHU+oA/w7t43UE8YoIqFsihlVgKBIytCuEEPxkh+rA66OnBW9hZGu/tVdWGN6+J6Fd/ImVfhE2464zh1FSo+69JzmrxgAKTWFQIoE2iIjXKlGttAIH/HHGMoGAzUfxrfA6YfUP8eAX+CQtrAwr8YBQb/xADHl97vvg8FXBPxam0tY1rolJtiYp7eyR7AIIBqAUtiHqCl8L/chIGmfCaA75SPgrC//hGNXgZBeB1EBjHAd551+1es4rRvSqdzFKyw6Ib6jOzopuquUwZPBNGZAqkAs01kPZ80NVIa0+clpyL9MxMKnIhJVE7dm+klUiRlp05To7lp/C8TBi/frGM3ZE50r3cAwKCMHKxoDXolVBiJ7U1Wq66olcidKF1/abKmRDOwuKGCb4qOHV72uG4tOhZMLA7Cq/4SdWgo3linJkFmX8xsVY6Tta9XVa3kN/IgCJRQLeHFC2OH71cwwJWuGrl9JUKvItzNTA8lXgjLhBGaKhDtKV0l2WdsmKSCFPYXdNcS72B5GHxPuQTYHs7kRm5CfZx1ZIg579K5y4sdBVYhBvMMfmAg8EfJ8tHWIeSCUqUDhYz/4uCBuq0eM/IYcBkE8QhIdAE22/tdfxfp0p0xU/ymyDa7xUnnls2n8d3ffao2sCEw3gT5guVgDvJdYPG/1iDwRyyGIPoH/NEOFvCZ+TEX0AYjoKcAQv9ef8afwlThOfUlDP+n8j9jC4f5kQtqNDc4rWeJQLJdwYmYxiIPq/9PK+ePf76blLcsdSlUU/0S/HTl4R02FdSM/HBRLADQq2CiFAUCBE8cqQQ6zCipa3eu7R5t0PdnZ4iYyj5zWrp+XXqJmXiKaBLmwy6UTmjkGEKX0FT/h1/OfgCAMSvPGjxFJrjYLtNgLox26t29qtq+SB/gin593rW+cFGUDqJKvyNKQC5mxFwVZUPR8r5ZZCbl6YO7+02m8VHc6SnmZUe6uiBhH166f4ZZjHmTzl1eMAME+Ax/wQBBPhVt/l8DA3MmjEtai/7RoYCJxaAnXhBVGGgcdC8gY8BuBNMFaAy8dIdG8NxkaBubfcZjannr3qfZ/o0f8wCT/L2XLwP7VWBDIAzwrY8+gf613gbxFsTP8Kf2MAcRwHMY/zi9ArYpoMsXh9ngutOU0LTNyJxe8cxWMJXfGdxVXdEvLecl519HuBkqfa602tzecDV1PQbvBEb+byaYrrlIzqZ5iEQfYEImpVxKpVPuKutKAoM0R8pKrlOLtYGTUKjwdd0QYiguOSC4syaTYGS4M1QM2Qlb14JaskpwYGeNKHGBABI2+IY0DVmNXfFTH/WOUG6r6h4QgfTofmRDIeGlC3V0RHPr1Bhx0qaawBpde74Qv3tMCL89ogS4j9C+sZPw3fVNeQ7yoleE3hFjEfAFDgJ90Qmom+xXQjDoRuoYA2s8WncFBv3jcJtRYFq/XhFVwKedUZDcbnoSNO+CqDFcxxSXUzCvsbZO79TCv0/V+E34E/4dCACzCfyFewAD/JgEqPN/xloIUD+PAv9nUkDZDH+Yxf68NPTzmP83FRBJu6upDlHGZvmiyiKl9yRpAkZ9lbJWOB5NGiV6bk5hXp7l3/pD17V6FgK0qDLSBW2jLpMiiAt7C/GeTNwHWMygivlQEZvtAj7US57K/A3gAJg0Ie0ZgSVyL1FGN7bolftmRimCPREoxYCI6Kzg9sIpkkE/YrBLMwHCajBzIKFwCg7g+WRJkKYsOJDunZCbQE4ir8EjI6Ea9MTu/v28LecuL3hFaIDPxM9LIcgu/FPJpgqpjaUyFrsPuqXeBIa33fOnA//JzIRxJyD4Z/rHIHBwQG/jS3c8DHxHCDiDe3myoTHPbG4AMwPQJPBNz4GBAMaa0MI7jtNeQJG+XAsmWsAwP6DPJ7V/4+jlX3R6PP4XTaO5D4V0HuWLuxK1ZnQ3VapUZ41O+r9pQVYI1Vw3+OR/355aMi0TlT/qP0dFsjklnqYeVNpDlv2BtrbycLE84nU8X3HJU4FDuD1YszAeu3lPJC0AlAgelBiwICzQ2agAizLi+fkz2isXkAQPY0+wKpuVVUDJ0bIxzXiwvKTVR7ywhNk2IisQse1ipSiMtDFGwMmElV3wtn47pq82hUQHNpsIlpm2V67yxUAw8bwmYQTVSaLQhHM8bXlPzl1ebBPYNZK6EihI4cJK+0l/8WoFU9gggvzfFgRsGCAYWCbA5A8KOAT8PALCJu4HCaQFLBmXBV8KwuVWDsVYtk8vQf/cBygRDIKBzAJ8LxdEzQUBCwS6BzBHgUFBD38EAxT8iQEy8svxncft/+ObICeI1+ubk8NcRa8lyyy4Z4ptxDK3Tq9GKINe/eMEDsh0/hmTmjZgoAzM4lTBx2yRM+NYJGPWuFty4zw0Qhotl1xtHyQ8fkEvSlRFaRvSReXrczG1zzMS4CGNlH1gAjiIzcDgXQfdbZV5tTl1SsxoYEy+ATigR7g4245gcodTHP3TQfoUFrwy5BApImO3GWvCmU46s+4LIqOCkVkvC4gexKoIjFZUEKxkwV7abqcf0ZkCKAXRIUhVjvzgqyB5W85dXvCK0K4q0QMYDJC6Sfcf9Sjwj1EkTjrq/mgr7E8uQQG1jyfZAcgu6jfMV+GYCsNHQTwT8P27dy7Vn7bxjS32xjx1ev3l//HuPfG/0gcY8MdMQD6MCfp94pZwoB8HXgRRQ1iYJ/D7TwaB42XgoIDMhRESxlowr3/0uP1/M0sbN+Kvtc1J9+hkNgVUgTu+48dLGLealUIU5FgLJD4DgtQBUIquR+F6KyMVokFU+nFh8jw5Wcd8O+6hkuvZd/jyXBh+FKKCB5A8I8J3TFoAqNuvii/AAE90U8WXDC+CBKgSEAKCyBkPMAPsUBCIk6MZxOTsdywcnpPiJOBgEZQrerxM4rCOI+NtI5F9FQx9eJMUqWLOOFimy77Y0fDFOjPOBukayxQv9Ec8xaTC4kETlzDSimJfOdeKVhIibt6Vc5cXviJ0IF+gIJ1/2ukINOb5MN25i/yd6D6z6zbSB0jLt2GB5n/vBwdki3eB+TZwUMC7DQI2e9napzQb/8T/2IMCCv/E/8ooiLifGWAMAwv7chqgXwIJ9gcOaivdf57652mAj9v/x5dyEX82/MaFNYbeBIkiTOZMsL7GKc68qp4Ma4kvnx99e6QTg4vbomXyRVPGydAZdRrTw3ishe+TJE1254PrS3xwfeS34lVoOT/YCZ2jGZWZh/Itc3vhImZLgEF3//I+1mM5mBMlnabnJC55aX7mwsWmUTjQoEIaRJdkFCQIFAANow3FP9AF7LAz4QFKwxEoY8wBqrJzjXjFiYAgq1GHSKFUAYErlGczNcOK5aGPOFAQgupg8gdc2pONg7OB+ginDEbikRVnWoaIwNXa5uRwUtKOChT+nEaBgT53Gg13aAsDhypyrSawNt0ubQ0L1Il7CxNsM0AQkCawOaA2IaDR7yYDIHdyJPhSfWl2qssMCrIVw8t3x9A/tX/N/sBA6F8ZBIb+qSEcqyHEJtSjE9A9gYK/pg2cP+Mg2yOs/7LedLkVuRAvLW5X487OV4vxNfBvy1c1OjcvbvMt8wHo4u945GfIs5NtUA22eEH94P76lx3mhPEN3UVBWInDJz/GV3e2ekujCV/ViPatv8tBsPiSGxKmvt2l5u0DPZLNfk1SE1y7V+tNEHNJP0NYE1V56PbuE69OLz6T1FcB3Ox3tnpXye61yHx+/ui4AEUqF2H56csUABm3VQkXGggAoF8gBhhhaAgmBlQZNwpEGt1uVbcMJ3I1GPWq+zLJYMAzoAZ64mS1CX/Bt3jvdqgHssyazPhCD62Z5EAto1xwNcWwVic8Pqx4pUSRFPtwf4mJ02iXF0cybgiVM7q0ka+M7oCoJ4tOTd7SlpdxykjcOciLBUDTv2wGBwkU4jH6m61ghhq9FDQ7CAj+RQegF0LgPWD9ebUYoFmgl4MxBkL83A+YBPD9O3cvje999D8S5Kancp5ur48vvfsp+Pc7DwObAYoAMgRcPotZhoFbG52AOgj8BH8fmf/R+OWDIJ4JGDNg3noY/kGiCuSEBFOqO2tqKy7vuXxMepcbBphNSJyiX3DZH/8tHYd8OQRk8WG5+ibiRBLEKb1xODGfXzWS6HxwzW6OZ/G3R1bsznfhrqglvAw5rHs/ODSy5h5L1EhJE1V52Kr+F0rjs2128Rc8vq14G0FBe6KAkfmTAXCHwhEw+HchDQAGezPfAssmzOeTi8wGomglHlYLxhfTJFw9KLFcPQCWcOXTON9tqsbIy5Cj2IYvmQOWjDjAH3hkLbvVgajXrWolYMsbcBffE3YMrKRmYAoXRx4cLYTSWyxIsyAlD1hWmh48+TrvQrShdEtTZlvhFT24XmTSHBZCmVmKQE2HynnLC18ROjvMdfY6WIGDI/7mmenAhKjAPd0wUT1wT/9FtoOFupvB/mYYoI6gn1vB95gFA/crDJCx4PZbwdPDjO2t+u6n4J+33yUB5MPApoCwQFHAT4R/NIEFfdpZCiu+ixTUL07QP2FffBDEzeFHWP8FAJzr3LuQWLZ4If61AMRFCJM/3WueFU5h3qZyReNT8qD6ckvIUpst1heX+JxudCtGnCV/KhgIIlV/hpxh+G9FyfzJuPzmrsQM7cDuvUUm+7tx66SWRBUlayUf8ZH1JqpQz8nyNbpI4UH1wN/KPKhq5/mevG+aMIb/CcIMO21p+4nJsUrNbeMc/+7CCCq/+V5330u2CAggXtAilmy+YSvOZmTmUeCJ4kXo8hqwu/nQZqwipNci0ImQxNIJvpUv8UoJdQnl6AchAaKIYStpCtMcnZgSohJMVXONl4UJpnwLXyOANKGEGqyovACsXS5q0yslztqVb2ePTFprXP/PhAGCfP4FDsYXgWF/cjPtEwN0jx82/UBA6J8eTOkCFPmTza+D8CoI+Pf+vUvQwKCAd5gB6EXx71y6Sycg29rY67AUwEtDOevw+uGwoJ9gT7//GRRQ8ibzAD0CzKvA7woCC/uLSYAfeZ9OBPwo1oLxRECGf3V4hP6/1eq1NKU0o8DievsCDZqMchJzar6vlk5B0pb222UIBqgQa0G0Ms5IgSPO6EYVmHKXL6utdbp7InWTYSohGcMSYg1L0MvaS5XI6XJ0D8rV51o6h3yVXGHl0kQ1A5Q58yAWK/o3IWD/SvBEfJLKOupxYabocRz5aQjNmzQWKQDoubDQQEHM23J7sIvPomjg21Xfa5AuTiZ37TYZEmBlpP8y7A/eYEXUCW68F0xQVm/hhYwtFqtX/EntrlnBj0PFkqbCIdsOdagWUXLY8yKmqlgstopSIZnDiNopDGRR1r5gLjJUuyO56o6IvdtbuKFs3WWZ1fWjRV0HK9dIhuFr3VRcsJdNIZQH8NlcULmTFSdMgkDfn+cgL3xF6Hj0OoCB0RoGAqF/EMHCAQFBOHRrowvQfxe3vSJgvAkcGOgGsAmgG8CeBcNBMAgKXro7Ht6dfTE4tji8/vqno0tT+hddgKaAzIPOIZBsBHstmIDAmAntFbHM/dwGBgdhgMJANX0/Mgt83PHfkGYUeFHtzugl+0oMcH/D5EmH4iSS9s30M+SWHTHAcU/syxRMNK8blm/FwQRwiwodnYVmgFRTuUncFIWTRbci4iYq0Xj9MwhjSSqVPODEh4ZlFrw1DHClenDNMOdI5FSQ2Lmpenx/0uHjvtbtq0EMocdE5I/Bsp+iUMC5Jy0RKpRBEPn7ix30xgkIvGjf4dH/Z1vYcKUr1xtid37fdrNfj9zhujhidZg1IvQvKMZVuKLCdOoJPbrrVffw6O0lVZ7v+hNijPr3xSKv3vO6qDdGdM2pDpEQfbbL3SNFWq22xqlYVQw96L3SnfAyMMsOjlarbv3a1tD2I6Fhv0IdCweSEzHQbf1vXhDB6/OyMgQQ3551d81mhdPaTD+D78EFg5bqZ8qpv4K8KecuL3pF6NgoGYI7SF/AHgYDn3HQJnE/waAeC7wP/mf2Z5us5oBqBN8bzzSAmQLDBBhDH+TvfbNAegKHnxYIzFPZ3vp0NAb9GgrIVgjgmx4G1o6wIPTMKIhRkB0W6NUAwb4gfx4EAQOf7P3f4dflSfnz5HwEd6X6L/Gryx1m5vWjLxCnJIv9q6Ppd8UL+xrAr4QzRCMEcXjdU+Zhp3slokIGOesRoHr9SDSuoFgQurq/yTLFtQmjbPGl8o5qmJSQNevUvxdfc+/ly0awUMKbARrggOx+KA4GqENznf4Q/HGhYKTxJyYU8rmszwCgCrqwgFVgJLu9b+hk21xz5xhLTHmlFzpcr8m7t0ivnVjWlhxWWO9FUELnm8IAorIfVgd3qiuqJrcqGqTEGAhmRmVdVPcdepkYrx24vMvbvLdYxHQl6Zs79UzUVNV6i3yHRLRvn3VhdsjQYeWlo7eJrYcqUHxQ717cqIeHvUG9e7SsiLR9pVCJMNAibUI+dwFKa2h2R6CTSFw0NfzZjAKb8VE0dID+0QtoJDTqBfKBfbA/fkEFaQerUCQLpPcPMIw+wKGXgoEDeiYgGHjvUhf6d8dEsLSCBYGjURsDw/TW76Tl02WhHxCo/d1PczEYdsGfQPATegERqN8XQf8C/ZoeQLNAYeA75oI0gN33x/HJ+J8Agdpi7FikGsVL6f7seH1R7sKl/3977/Ib15WteQYiGGkKJAjSMqWwFbppSOisVhdQAgW48hpiSUApkUDMqgZyo8Yp4MJAGkhBNb+zHtUfkCMy79D/gGtwBzkpGjUqAi0l0jB8kQl3e0A7nYZ0IQ3SLaG/37fWPnHiQYqvoCjqrIg4Zz/WXnvHib2/+Pbj7PNWPOgcKkYHkpUqjPQhj1WrDTEvPAYoBnhDvRhF3E8z1v6UKWHZ0uen2VRjGUxr7aJZm8RmepsRHiM/g17JykZWo2iPGcf8qQIxyQgjZXgqLVnIqG0AUM72T8sYoA6lBO9O3f6KzuLL2cGppIiTBLAAoGs5LR96xC6jYnLcP9F5sQhWeP5LXU6PuZUBV+iWt/OTw7v6BQTCEqtd/mJ8bzhE23EeYY4NX9h7mp/QO0ObX+pQDAuZwk6VguLEjtVRICVVpm+DpTw8hOleDAjTli71lr1vA8hGLNvVPH9CFCAfQ4AmfQl5wkA5eIwmgaSLCzR7ebU7QusvUTXacx/An7x47CdK9cIg6DO1RHzPQ4BAX8UDoYAgXzUGCATmiyfCCfV2GAEE+/6eV4FAMHDw+B/+83/2gOD/8X/953/4h0FvjbmP/wH0BQKyDlAEEAYoHEwE9CDg/+I+OANfQcBcCKNXUEAdTP/kPCL/O27xMGHIS7bZmzrfULvzjXGJyqdfrUpwkImKXON4PBJt58QXDL5UVKnTVQnAxFWTBNMDID5nFA9Gxc59qt1rczdAM3Z6+QZutqOvZk7Y6y4ttSBW4mvACdjBbjBsAy3PHGOI+nHY9bklSPHWztIJc8rqORl9zm5+kDcrrwgybfiuaGHvZ09JIEtOEQxUjvTHVtBy0PclTqRUfQLuPf7NQvfy3wA/3mKA5orewjCQz5zPHV/fGiIlfWjLuCIgr9DM5dXfCxzEz9TPsAcKqhqo/noBDC+onz6wQP1T6GPqBwl0J1i/q/wmf8Df8AUGbvzva+J/HgFkKWBFAeMgDBRyumKyocwaQ38pAX+GQHeBoxP8v/7NvxED9AAg+GcSGPeCsA7a+0F7MxiJToCgeZ+5HxPBJ7v/waQkLrjHaRnZ1mpatZs2HF30WLlO1ZVT1ZZ5E/72U/Tj7mMP01uytd3+Ln3HKifWiA4tAYBcNtdzkyFdOIELjCoOJlbgjRkXYIPOYMBj3X6QSwGExVRwsETriIuZjuXyvAg1HtkcUJMZKa0CUfaIIIZF3/TDOoUXCboAtq3DqF/JIjXqsSlhb3Xhx69Jqky8batDnYEi41tSXCE/Q35CwkA9+Tk5MC7Q7OUUrAPMFy4hnJAQCDQeVtyvnIA+Uz5dQ0YTci54DfJXOsCsAvx7OGCMAdoRy2AK9iUFjINO//Dl4394/A8wP8nj/xHnCgET/cogYG0exGOAsQ4wlsL4kXBeB+iX8c/sL8YA1Qc+HfxPAOjBO/ibT3Wh6o1WP/n6vU3V5sRKVdRw6BfTHxb/H1Rc/SjgIQG0ZsDx5etV4tGNBY2PT2ZHAPUth6KqehCmOy4FAN0Bhmv5MgIu3TkxKG/avPr5C4bXlgQLc9cUufRDd/Xza6vdpWd8SRMsha0OvvznTUEK2zkHM/TD2XhQh3c07fB4NrR+zlND2BFQSZVRXx85ZcTKH7KHXxpWSUjx+XWYHilWnsjI9z9djfE+/Crj5Xcj9ZN5hZ3HJFh2uf2uKKQREABkf+kgkEY4f1XwnmU3bswOlTAMCJa/KU+FO5CAktHm9A7PFBHpGOUdQ1+/uDnZOap5MNkl/9MuI/jGYsu67AIaqqzxZ2RtNTCHSuwHAsA9RncMfe7MqUYzvGG1k5Ys3y7f5ogydsmOVBESAH3l9PdO62d4dKHb93n7xSIkKcZUl+FprDph1HRx4J1MYWrwLod9JxIQY4eM7/GEX1M0mXYKkTHO3+SWpqKNTu6MeHIcg4FmaWkYJIrB3UxxvvOUgWP9waUFP0hYihSBaS+d0pywELanvq6/kflhkEMC/EVVVigfiCfsEwTCbbxJ9Opn6hmPX+SZyaudBW7kFUjgAtgvqmb3iDh6DDsC1hL/6stQ0uUWDBkML6AApdHf1KuTsa8wEznq9wNqdNLVFbvWNWTS1LsfAQ4euBMwgBO8wAp57DM6SQG+Zf7kH4h/HnBUhojc7PZRTF91DoIupcgIozbM7vlEpmGdsDtMwXBhmEGdvzn6AmTnMriCwOb4v/x8DjbnGzxsW702BSg16jp+JiuypPcasx92xsEpSBRXaObyGjHARo5FAhiMTeOrrYbbOo9XP2Gfqi/jgQxPD7GlGNhUxWbstjIonyr7SPfwKH3F0yr7m5SWTFerAFB4EPdC4AIKcjBVIeFgoAyAM9zJ11uNDVJN8SKQNAYt06vwE5e2KpMJNnD0PEaeIBufynDaJdbxMYhnJUKLPRdRH5/SfWnJKBZo5vBw4E4MFPLJgr86FhSKn6uAf18X9Tjk1e4I3cirERDMW85OEaPb5liU/sXZr0Q4J0+NNw4pHxXZw4HhZWJLbSO9IVOzezOEwe4pkgCoqwfzCryg9csRHoEGeOEjg96GF6vEjSCiZAyiWcHog9PsDL97lYRLwwDjYGKs5bMNR0Tkmob1gzozh0eKlScwwFLIyEQuFyAM60DIp+0lNhfnmUfcn2x9JyNxmOXlApsDOqHidEJNxHH4HztjecWzwI2cuAiZdIShTXQzarVuogKWbo6c9XRVu6YzFNFVLH2fdJ4BmYpg+xYGCNJZE6BGJ3cogQghnG/ZtcdvSJGPgV8AhxgYQCG+vrrp2MAPHaGQvHQmQoHWzgS2h56jIiTMpwH8QKKfNawAKBraEaEXHWCV1BvIoODEEYRe+J0N9vD5iEQS01zsOuOoUQTjkY6UKRY188QqTtMFfuNEtMwwNtkgDV1R9caxkSn5QvBqlbPWql29R5PREtL5msvR0I/LpH+c9NTEAKgLq9dnPUi04QgMZPRM1AgSpcsKRKlrmGzNSJMAEoRMHh8SR0kTJxLr4wROCcDozIlwx0IsiYmc0S1GdeS1JsMYVxSxDtFBKTDgIFigX865mAgtVmrIoa9kU9aXEw9OZy+PS2EXGeUVmrm84h2hLb3FhXZ7ct9g7rRut6930ru39OZ/eJzO6bJ8A2O1+2MPKEvcNTsiUT7J8S/imK24NYuv2VOXejOfqIGM8IVCncvUnKxdwptKNPgDU0AGGk+n6NvUvuuBZfqqBWqPYUQv/SIQoICGfCsAVgejw49bDrRQMlrYl3hDd1IIE0SQA8mBk0gQ8EYUUKOzMMc2yT6zQkWh2HQisAqfQUl+NMBCKTuNA5XULDBzTDWgzVoYyYDwklNCe3ylKJotKyNUT6wanIZZ4NjqbmIDpAIw99O/p3R22UG4yN+FLbDqL9/vorl8Y3cTnSft8lSMIpfC5NEA8Nb3P6br5AQyoj7GLgCYVW+itUcfF0e9co5zvsrrKQ8lsecgMg0oXn8ZH1QNofbwzAx4kq6W2n0wOvO/ihsBCYRzJigCGSgzVOBDH4ZmVW/mZ/pYYMzQVpTChrFJKYC6oG+2mmuxMUQiZVLuW3N2LlwpAmlQpJQyhAubaETprQ5Ixjdyz9jKcurtr+dS4OdDgNXHRo9nKKeiC3xLELLEFusjMt9eaLXuKXw/tO3e3N5qc9ydv7akaiYo287AUem82MvE0kSky3dE6byk2DMRQEtkbqJNjoBZBWXlrBRCToIT1JLjhafIWJ9XdTtd+5PxhYl7yMGh9SgymzWNACDtnrUr8VS4wfOnvzEWlNGxYEnd5fZ5AIkIgxqUCT/P/1A6e40uz1nOZzhigSAmErlQk9NRstFp31dyXBGBllws/FtkW2nkPnef6Iwdz2iYryWCkWW8AEjhJdHsZ2MIpfSoGi1ND11WZ43HCZ3MRqMUNq0PBckrNHM5NWOAKxNAd7l9g9PSvnCm036yF5J0LlY8TT/pdE0h4/SI5eksOct3JHkZcZ2FdAVkPMttokVHpSsQNgowpccsBBwBznEUrQOYoobzwvuU/aqfLPzNSkAZf2UBAhdLcPA5d38kOSr4IgDxxiwmXwYcwk2xTN7SZ/z48onv/pB82mY/lniqB0zOEAhG+vP501sgjQGJCKdem7vb6nZurHXnfqkrrLw+b8uxGDv5KQPyUYY6Rp5CQYgfbhnDnlzGQ2frjOQjhDysV0pSAJRgdHXiKygT1Mf+SGcnp2YWWAA4Vqnn2+8Scr/dPq+GMa+6Qhd1MZkiD+MZhtKN5tSh3+yAufb14pRsmAEibDbC+nUB67yUF7wjJGosYefuSulUVr3Z8cKT9vzak+iiM1r5dY5WXmq/W4j6WpVtWpWVoRGPcZLKT/xxWOdGu/0Fj81AFlTnpg2Czkh6rS5Ea3JlWl7/DC6/RkDccMpETSVd0csdq6qjFE7NI12zkFnaPhHh1+fKqtXrMgolxMye/ia5n/EK1gScmbYxqSrQsza4IajQoYALUNPNuz9APsYsEhwdS3QAHvHclwEWmQXaJZ15b+GiWG7GkwyW7q7KxGL7uU2gCOU02qoMSgNcVWxQCjKoKBKF5SiA8+UsBKfs9kjDc8No5puicZJ6XqGZy2lhgJ2l9jjP4n5CnUzeBkxhSG4BIhTZ1GkYmgzQCOOAJPEVwbpU0Cgw50bLd/mgGYorrcc+i9R1h1ZzGHKJQijbXsbEr3OpYoDDbOnJ21FUFVTsdVubJa9I8K+lMAbhgtCzF3W51OhodxmQktBVQmtINjJjUiGezxODNUNAlIPmmr5GJoWfHUgQJvT0hyTq033ubZbvicmxg1T7WY9Nmc//Rv3Q5y+8rbJwKXZ29nbN5yM++RXu9rPn7fuiByT5fknBP3t3bYDN5d7KXGz6rGy6Ky9Qvtd9Ma+E7CsogHze/psX+nFHr2HoefsWN5PwMBJQC+pHrIcbq8f6OmewjDhBV4CfcVIJ5IbfOdC81tMyJn0KcjoPTOInlWKN0nmFZi6veEfoIsKNd2sNzjLfXqDx7MwJRYRfHZOqrg43dHUusS1yFbrGYNpjm+nwyMaF1dYCOLk8ZzKGgEw/BwLXcthNAaVXHI+gKMOIspdWVV2k4lxtT/l9OuwRKxxRypKtGGuxWitwpPqx4DtPyhCxXLGdKIy9K9M72jMQtikwPI1d8cSyUvfKGcW6Jv/g6ZTIl1CYUqOAoohQEascr9QKcMpllyXQIdQfmBoETF8K9OjMxTbLz4dbr+jvZ9U31Hpb5eeDJe8J/SljfN5rxYghCGS3Zv2nLnZe/Hmx531jFtv/3+pAbC5SVJs+K6OB8uFW307ZvVkIhS2dgaG5uBMuArz1CwomfZwINJGT30wVbUpAhHXANYgg0yEkIAR407cNzue0ODiEqtIJIgFXefMKzVxOx73ApmPvpqdIMiyxpVtrCStgYedpHD4PVwmdI+CJA8TlnvcJBFpelEu5rH4oaFOG+pZyWneZvHGL5X0uP/kRLgMCJqUWTVOCufY1KdSvVtLD+ZKt4JL9PW21VjQ5q1QlL5XwZw5QUuWpbvlJ/gw8aWWaZEstDbZCNdXadFmU2HMhKaiP3OU2AndqE2AgNf+Yb4U7chPpngCM6jqNXLsxoTaIc8EApanLxKZ/b3VFue4/bL/lHQDZYkXAISgq2yp/2l7bBJPYgNm7NnN1IXArKKw8efahaphjVrpzbNe8tizMIwX7yhRQI5/u5y+ePZ97PFh58djw5t2ojU7uqqyTGxHdub/p94vBuRiwAx3NFfX7Anfgo0vhsyEQ1JNjSAQJQY9QAuXgNhHs4VVC/1vaweU4GTk1kyAiS2ODYJdiDFDo8DgG7hAVd779w6qfi1EPNX1TgLHt6/Y3+oBAJcQiPPthUEYLxfoMOsnjftpvrUdEzaqc0gkG+LW9Q2OE5+xMCQdz0+qokZIq81Iyxhb1DaC3RNpbx43ZiiocxwCvoWSdq6pewYc4jwYPZ3ddVUeqa73yQhNU9flj15+8jhl+HFLKd5qFnS53/87UBnq/6v/qmhk//IyO7tuXGMvzds3euFlQdN7bKutAZZHM55bOcVQacbzOgCSduWeEgHTzC93L89Uu0opjkJFNAv3wjkEfdnhpsPwD0BYpDE39r3/pNSsKAJasC3aBbNKgnDHNSyjFFnRRAgyjyU9uSqgoU8DPEhTBQfTN+UjpsNCJLPQWHz7BMcBXuiN0TQZz7bHbksUAGQMU0fI+QCFCNSiVWRwDGiEeGvw8OFirBftLBiiqVdBH8qz9lPG3mC+mK2q+p9NimwdoREQ9L/VeEWFa/+32NZmHIhapZoGDIgYAhtV60YZFqPLS1/KmQ92qMOk9IQnuoyY3FbeqYoRjvC5me66mQsZWAiKjf9+soKZtuMlQ2ycTvArhIox9teOXQLZdhQqSTglNn2E3ocDcNTFAttB7KzduFhR5W2Udyg7PEEW2fuaoTmg8yGP187lnXz75BmYlzJTvG7G7xfZaf7C6SZxY5ZyniW1NrHDzN+8KIz30J0vfyawKsTZHiNCYtTLmkjoCUD4Y2eSOaWEfAETH+HHC/NqeJgmPzjoF8fPMtTIhFsxjkgfvQAkJdBgYm9dk5nJ67gX2oF1dYpa180JUaXS5HESKjmY91LxOARXtWxALNLWqXUqPuA3HAMlPulJ4BtnMiBGrX1BFzenebs9Lwf3alPkyC5zhzjYBsGQiyUJJqrzcJhSuWlbpicKe2E+h3paKQClGyEl6hi2WSzfs7ZZzuaBZSQHE8cUwk5xHdZ+aLmtU/2JiuozE7q16FJmd5bq8dAwwnRLQgi1XeFTbImyNLfRElNi4WQBYYuBp4E/GyLFwychhviYtczyPDvJsuKUkctjOcUWSP8eaD28vfxFDf93u3QUBKkj2NqxTP9R7PwXr5hfuBYEDzMAyHXh7uA/yZuIG5JHKPo6OkRFQzxr+KAczQ9KSKdWBdHZwLzSpXlJDjlFOQxd4cFkIcc3sDsKfoTDAnvmYatBS+4eOqJahCOhoP8RRCw0qJR7VIfpGr2dCqdR0NCWL1wRWkEmG3Tz+FtPOZm+k8MNwbb9mtTY1DT7JvMq4fDlChusAh9nKGZR6xIinTi4HHUVttXX5OY55SCGFCe/JkXGDGqhVB66CdMMGq1pY+yvOMbwhgUsSOKWBD3UqoadnFFQboFFk8KRAb9I5a4yasfmXywgABjdaefK3lrdZZgXK9+37faGBeJowzHSQgUAeb/nlNeBEMTA1do/m2rKB86ftxY50FLnM0sFlW1ha6K4+57FuPGqOhYK1fDYv80wqmFev+/DpddG/L87LLvl2eytC2N41Np1REoBLWAYkgmnAGDDIIB75kYDf13O9esugVf2WM9b5KZfUdoBdCjZ46u2CEJIXZeZyGgDwGfUgloHQdSw3hGT/0xRJjKpyw71iyUg9dAH8qAUw5ZFOJCPgYu/hWImZ3xG9jKgZ+TpcwBgEVSzNEr9OrlOUlHClSKv1oGGqktfjddbXO5LFiu1blfeEZLgGsDZAVUBrGJJ3foxKfUjLODaqEp7xcS/AD/zD2WLGrw5zo7JX1/TEmsUJCb96OrlmDI/lNsuDVVZe3YLv4TUDFB30qKCnDHkSBzFxBDqEIurwLDw1eVQIDHCwetkRTkFiLwAkKPPxBDP7TvfUGZWPurr0YS4iYxTyic7nSSCLgBeWY/zP5f2MQ2x8pbPC9eNKhSG+UAXnDHj8+cH4sKPgpJSBesTjwX4ondgvfRpmgTuXdb0Xop84wgAlN/4lPOvMuS5kYTtzX4ajFjrP2pcIuCHuNRDRkvOynJbld+Vbeo5zjYhhZ1W+hWdLQOPav3dEzep3qoTIfGt1DhjcqJVUDLCat94gxffkVZV/g+JH0arv1/le57e+V17zqldL6N9zYealYO+JSUCRMc5+SQVkQ0BTtU3XUEaCAMgRsAuaOIabal/S8UP+IkBtQPV9Kp5N4N/Qs0ujOLG2ckTRpR6fCKdupVNC0/fGgKstXR1dLcFAXCYwROAAhnjHZ/5LxJV05YEKveThiipxi2eJsQGzwcrXGRfYhKqklxSLHxfw+XKOUAmWMSZVTowzKmMcq5sFx8zQ3PFVSkpImTxuGEgGjXVpY9xPIYz6Qf2wT5owwJcwBJJHqFoHVkjf+MR+1FMzC3zcErPAxyKXY2nLmZMArgq+Jh2q+5MyxDvQTLW7BpiIfQQPJfDQFLDoqoG4vU0R2t50mRbjkN0SnDoZvVRjABjbDhjJ+BhSYFJMnwNm9jkQt65ghqDt7mYGVW9hjSCJMAcbgDAe1lMGl5Y4EpShYQZJzUAt38bhbQ7ICduRwpGhoULQ1YUQcg9LlIkQAE5hoVWe/kskZBHI18vK6OI7sV/0rO4I3f/iOABw+fsPzRHfS/8ZkgqJhpBUHHlmjK8OYynjVXMM68q5DnWhoIpeX1Gt6j51bWAd5fbVDHYHzFMluh7VlS0yhQEaLkAMoY3AAigBEHALwAIqCBfyyJ9wASMz0hEV0EI0xC8Cw5iDrG5rJpHLbe/ebI+jMJ3qeB0YZ5lSmG8LpmBgbtiB4nk+1xkXS4rzh8Lh87BhGTCMaNvprrFKhrSS3mf6KMmJ/aRndkfohWMAQO4AtrwWLezgAhoNZykryCrfVgFV2FBWqynfgl5DsJNEIKOHdshZYnv5wPtKaJ1594nlpUg2VSGCTv8vpMu2OQ741K10SgAEMEtH9xkNPiZbuAKQAlHCAVQEqBnwwB+pERXkzCeH5THOwrC4Z8MRthEpjTxhGS8umYCgRb/UYUHZ3FMlGXaMgyRxWn3IgEQ4dQje6Hziy+DwlyQFuUoFPcDT3+SzE2SAZxQAB6NLVg4pO5cvttsLOQx5xkSwZGQq4DWEpqh8/hOu41XKMGSYcgpORqhqfRUlr9KOWJygmIep98Di6cc/yeRFGgNAETJxIiCJF9hisAj4YZUJOAI2giL6AF/6BCMzqeINYEmXUB2CkSmedDaBXd6RQ0BkhoemvXIR5n3q7dbBHM6JgTOCMMDiJsMeqBcpiJLLXqu5rHxcLsrkgrEdQuaKouOtMrVGzUROw47QjbwKAYzinCBU1bn0G1Rwj9TFEbqX0gXt0j0U1fCR4ADAUVJJlU9nINnB5ZRg377mLccv3QgAGgIgQ4YARvvMj8yjAkUCG40qvrU2AAi4A9ykBD7qwK583c/MtgJObIT0+EhS5SAnv1PGY6LnlCXMKnaToTSCtSEKNIZKIuMqRZhVIF6Fxpcw/qLm3EnFN+ClrxMU0PakJWdelJlL81zgN1kMT2O4F5siqJ7b7SHCkY7bsGpWHTrpMMGRviI0qHqLt1Z8Kqkns+HDVPzTQAD3UYLx6yOZYIC0fb3gUjoxmeCz+RTRQo18AxOKUiCkkTCIFUgE9hiYjGbY0tvJzTDDAeoYadKe/GRCNogVHWZnxnMXMGaZDeHlvHHbj2poeqTPkJzhhJbEHOzTwdp8O2dmDeLlroamZy2f3lg8n85G3iwBjHzOulYNx/WEeBUucR6pjPV2nBFWnkBAukb1lMIIq4wscoVspPOwSEaaw6Q7BTLOAM2UBHtyADv2CtKME+Z9vAUTRNKpDWiDOREVRwGIYaT4grI5OaEyptTKBAJo4CnMDNyMdMAn1lBU0vhY1UVJcppBcjsR/mRx5nvYxe+DbZJDxpOjcigZsDLH9iIDCpoXZfayfN3b1ZWbGhp5k2QEsioPMxiVZwLWxvyWCBuBQNViKnz6ENxGxDosboqV1JVeUyQ7pIwAIPsB0vphYgIFnQ0GgJHhSIDi3VOkFnCjUxA9xgVJBITZgKFKPjSlAK3TGy2jY6TWh3yMYT4bVZ1YAfYaAvX2KfAxFz0D02JsUs60AcZykwuWUTbKcbBNTMZ3oxQQPWeAKrf/2oWWKWFek0YamZmokhmKsrJVsESVHWLUEJJCuYZelWSHhZV+dsjZ9QxI+ix4QnF04YyaQzpLXiPJZifK5oRy2k1GABCqZkTgBBTwMpAoRC8jCpviM+THg4c8FGcw0YHLaEoHWAWUyCEV6dqkNLAUOCS4kZ5jvE+fuRh/WAGM9npkEV+e0gw2OGBKanpXw4OZk1524FxzOaRBOcKMyxsuufETlC4yJv9X/MM08iaIwMhIlKBVUIlWUHBMUnsGCGN+ezBAiZpNnDKk1GOFOmGG1xe/CDTflNo+sbptjAHqwgM8AgJQpyy4gzNBtnAYPHgDRSAOMANAEWHI4ezt+ZRCb8fl8FoMrhnaQBtO7ocGK3Nm5CaF4jWhjDJYH2RSHPlgvJjB7cLhjjFGIBY9pZOHBAbZVERDRYqXv6iNYEEn8m0AsJHZS7mJI1CpQrHRobsaSyJ4KgOs6ajqb6rxplYdLtEp4Zmjc6JtZXoPAg5tnTkZ//cYZYACiCByxiWYEz5gB5ACIAxAAThGCVRYSAIbUyA8y3HmeU6ASSUlJUEs3gPDbK06R24okD8KgYI6m7pF9ujrLczyPLGZI0UmPMzYCVZ6cQtYa29kr0+AODm4pJjBCnkR6hIEpzy5hdCNvMFSwZSPVZ1TPU2XZfQxcG7Do0GSWgKBWt1nRR8U2ttM/Iw5ZrlRVYszCdTfPk2ImJOo/zPLY/9zOeMM0BgCFOhlWAJ94FDCDHuNFHoz6meIk08Ho4Z8BpPkc5BGwMgeBRGTRiPAh7AOPBEXLJAM5DQ7c97YAFZtL9mkE+ttQw5H38VVWKbKU6QIi7jssabOUW45XBoMoVXvIzTSyIxkkITOiBXQBB6N9UkrHxqRQAhYQzn5S2I5mdNLt8T6myTA0SvJOPtGE/u7m2oLAIcPVjgZmSEI7kdGGaCRIF7CkCBCgEKFGtKQjzfBwA46igQ2gMBEDxM4UMTp8ehMQgwY7fQKmubIwgnF6jhaVSf7yN9q5n0URmH6kMTmlFLgLOD09AgKZGZzkZg3301CZlLMGCKieJiiNFEMw3lelEYamaGUZmr4KtA03nZHoS6Aq0LLIkVHFVrHeie6ysMqVQQ+mQkqudrrbqrhmABKCDq4nCx07iH7L8gYA2Qu9DP3Dw0iZnGiRh4tC8LFyTBi7hQ0TA54G/qMrxFn5IICBho5wgFKarTTQW+gkEijEZs5m5AZjeB0SuykZCeHDYNWgZFVIQm3NSWwGYzzLSJXQ6w+XmSYRdTZOXEK6PYUtUMpNsnyojTSyOxEoBQVDTjKVkvVK3CWUm/PUTMhbyNKGUyoH51eq8Gpl/pVuIyiWLij6Y3CDs0BD5VoJkJJxksjeEhXXUYBUMgAjCQ30lvXxIilqxrcKAlXcCjhBtplmE6aQhNiDFqAkMfpALiSHsS0fYOXTqQPfhbheistqpzDAKaMUsU8zNCWA7sIlj0ig1XKkg8kZdCRGEokh0mk4gIelVh5SRMbZINl+QDJvCazl86t+es3vr+RGyc38mZJuRkXFAokCgZnZ5ERqHPN5Pa5MR1miNUohWjCNHhdBYGjyFcZs0OH6jYTtUMqvppHBuwmE+CSQS9Ld3IyUcJSxDEZA0BwzNBh1DMq2B9L+IyGMcwmR9A2dMzUwB+F0rGFsRlDiPUsA8qgJiBTkulAIKqEyuVgk04dUYQP6h04aycnL8RBxxCsUFJkwXVwGmxkSrwcbdDiaPTQARgxGEUjlIIrIK/JzGXl3aW/3VpeXj7R3TgbOS1S9XdBLDtWjWR2DqXmjwRCudFRQPVfvQpQwbywp4YY1ThOccxBP2QkvQSeYvh7GQJO11DQS9K9SplOa6cxQJMszsazgkuOis6inMChD/hBIyfBjZa4mnTkMT6R2PhCDFgTMybWUsLIkOV6gJG5nxM5IR/HY5hkzieMidvhMMC5eD5AG9OCPGScNJSUYUnRUjXqiRBGUlvWS275SJvXZOZyap4K18grEaFOnP0utC2AayjDOY7gbSgb5IpQdyMtwVKy1RwKjCyCI9ZhT5W8mABOaSybq4LS+hzKpAAlpxjppgqons4RGQVAQwZwwHoWvYwIAVeGIAWFA6X4yA+7A9DCSSyoAoYQxIgawWCLLSjUEew8jQtrOnr4T7DkpIqWeMjQ9I5kCaegmbELZc4RXF4u0xpdWTI2mqH7mULpHZOF2CxwF7wy+CBvf2c8UtfxxH7hM7sfYCP7ksQokAiUK0g3DkFDf1I4BgE3h8HAl5Oa/xkd7VWldixOzAO4mYWExqcjrU5OhgFhM9hKhanyOiLgLkUeAUDzI10RQ0kAC8N7YAbUjJjgcIYjnwJ95FI4I32BViU4TqQGYKBuTqZggExn3krgbZxj+M0OTMkhq/Sbi4eXEhrXeMMf7TCRU1Ye37NGwW5jGaojLyvFIUqWzBM/KOgynNgPfGa3xG9kX7JZns9m0lYWAA4ZX0pVH6URcSMEUI1XlRmH4E2vWvfYgIfX6rDDYTq3MBpRqrs10Yzs200mseS1g8MiYwwwkSNmHjgIE4wfAiH7uVi60kBPHEMJJ7iEF+4HuBmnHCvs9JFIa9jPUW/bxSw2bJ4oMgwWiRL/Sc4Pq8TrLVVcSuAPRZC4pL4PBTsK18EOTHue2SXyykDHB0pmMSgp4c46r8nMpdkP8A2X4aI9AVMFThP1r1JCyy5PXoS+KJxqsN1GP48BDm3JFW88KDuYEFpApadIrOj9klWwryEB3EXGABAeBECAEgAMrCx4lC4UTCzQRgcYGZgBMoouOUDpCmMksV5cTXgZOiZb4JZeAjI+UrER9GU0MMwaJGUWOMNdMJSSrfmHG/I2p7RTMU5BcZxBRe/0CaXP+ELYjNKEXZ35FpRR31neE2SAzX6Ab7iUrdfEwoa8bQIAS4UUXPEqYhQMDIvEXlrNNDATwSmQPtV2dOWwgqq//ubp7A7VENqvDfU234R7AUYB0FDD+BmowQcCBaCBgXIaeczXiDOIAD3CEDkLO1O4kYduaUCaRAGKxh8HFKViBzvMBI7ZTtI4fFLNiCiDogFBHVNVpfTWgOElA/fUSUBxZFsFUQLnFDqGSQyErlcNUpg4UVBD/sijEmYqTRf4TZfCyMC/Co1GYQmpEDBRbygFxMKM0K1QQPstIF0a97PhaLl4ad0OHUoqgp+vB887SinHABAOZGwwaQocITAwhmsIyjnO8QAJSqRJbAkw0Zk4u/NTonCuihGiHj1lL74mzm/ZMI2TIomIwLCRjGiywhUfsjEwEuwMQtvRtp3EL8LE84x/UD10nZr5DyLlJ9YaozdjzlLO6lPhGtmvqIobmtRqAqKQyfqXITWdEDUUjnw4xApBkbjRsUIyEVKoeuPo1cYYx4YbabsyqNATawJHkSNi9BgABqYYGswAgRqHmYnRbzU6AhAJeKZNTkSICJdnbQkh0uzQH/gVBsIWkAnUyE5qgV6mXvqkmtOtkZ9vULFf8XqHIhZgojgzwkZs1i7bJi8dKJ4UpRQlLAoKiERB/MwZT5QBNrPAb7zAyDiP9EYn4Sfa+rCXHJJpLXYxtAcBLAjmTi96tOWeOnDj0Db2Zy8FQmTi7Az17SqjAChgAAsCGgQOcgY8CGBM2RwvD1AoFyN+UCoTOeYOnNgBpBS46FJy2Uno4UFiE5IEM+4qG36kkTRQHvukFjYdFgUDoIyNKALEkdJBHAzZ2GWrhuzJJ24H6cMQkMfHmIhbbzrMNurCOLvRSjFDabrAb7zwLw4OqUbXiFmehxJVcrRiKmmcfXQcjK90gpHN6PPSGOVy0CiIjkFql+FCzIwGn2I5AkyPAKAukXFJyOGeIpxIoBA4A98KvAEegBUdgAoHyuW5V5CQyZI4gEoolVfwKxBJnsAbB5R4IpQniXqMDNqYMzBqAVXyVCiGB225I1gvM01cJCcLT/wa5FSkuL9EUfowLEgBMeAvAwYqkNuGSTtZAWcjDQA2YoASPPEnXOBoCvy4oY92gXMEjyfecuLA4kApBQYSpgahGl2DvwnjIwjCE+YMyFJ8IxkgUAGgGASFBMayCLBDL1AR1CABvCwQBCxRELDD2TgEr4sbcInGjFkZEJTKzij4JQdipJ6RGCXABTOkZWkcYPZpSCNQ2hRd6QjDlo6rtmYHEToB8sM4UhPv7CiT1P3NptS/2chZmgWmzzTy2lz1q9sflHd3+J4u635tdNc3dNhY94t3TbY2Nj7c2Orwerj14UPL9pY/27x4W27q/dGPN6/w4n3lkT6Wq7z1qsvHvN//+Oo7V9/5WJ9JOceLdyUPx6YjDiuudgluqogETfkHpk7W6ZpqdjoMdRJrkFQhJn6u+nJiXHFFfxRFRzmgGGCsg66snmEZBUD9DEayQCqQwiQqwATMENB4PlW8zYrwLzEmqYAkBhgdOOrMwahFkAxztGElZe42k6dxAZhSQAgDgCOWRAATZaBPC8XjzxLt4IaKxGnNKLjSYQrglIKzVRB5oOnQgumKy6K6fPE1rHpy22GdSQbY14dGRAvyh1apNqkmxRLdAcf+Zry6OggP/VrXSxjYr94Cw/7Guj+SQMM6HAoLtza2EI4P7arJ9tb2zZtbgsKPtrd/1EeQ+Gj7kXCQ11A+uPLBB1d51UV4GJgoNPxYkDgu3woRzz3UlzsGEflzhQskotEJfnCOSrmkeRqu1SpIFbUWBqiXxTjqQUAro1A+NUnEs5vJ6Imp4YNLVbZK+Es8bTIGgACMkYAerXEIWEnAMNjgi3tqDVtghs7ARiARydENfVM06xVwYdFgoWoGO7TBJQ/f2Sh2BHb8CopTSJgkR8WFRBkLRjrGGdiqg+QUejuV/DgCbmGCYTsiJaA8aUp82MprMnM5SwBYmJ/7YOHqiQD2Bn4L/nTV1cbZeg43V7wFF9zUC/DTD6CDUW9dB+AO6NsB+G7vbNy+fdufDZ0K+IF/gYTA38bDrYc3eet1c1sHIeBHOjwSE7z56KbAb/vKRz/qsC3YAwQ/ePSB5MpVvXXwS4hnKmiHmKAZoQ8f13DwK8HfV3DA/OpHFFqF8SeRR7WzgFpNDGYRro5ubc6kcDX+aEA/6nbwvgjmZct5HAdArHrqREIXeHVo+hASlYB3XWbdopznQWWcAYIExhHgLHDD6BQIUkELIOK+cQAHFMouYgGchMzwAmpoSmTHmglWVnE6EpDK3E4BzgxF4yI6TupFf3ZF/5cCkV+xhQkXKqAtdgHEkLrifB3SuuC2zsQOHrn5uplLWDi5zRDO5CxwryXYo5VSKWlY8hoK+66n0csS6rUGfV1xyN+mrj4oaOwT94P5gYnJ/gSEF25v7OhzAQdAOIRBkT/BHxh4U5/uhdsmk+t9UUDRv5vCPlO/myKBV7Yf/Qj6CQo/0OmDYIABfoF/fr0fBPB94Z57w3SKOf+Xdz7+FgwU+ws5AgIu0viQe/KodhqbBFTn2/GcaOricrpTUCkVM/6i59oLeW7jAvogGJ32/TLi17pHHtut5fZjfImfE/AK5TRDJwNZyeBDynJ7pZSzJntC1HJ7OV17SKe9mK4JwfQe5ncRrk06ubzmS8YBHYAIo0rghRCEaKsoPLiTUMsKoIaUzO2UOnqrBahsRb8mth3tRAYbbKEmMU5iotI1DmHTVslCMTbiIUNrK4RMsYVZYzVKgkeSGv4YW4Y7ktIG9Ao72JCTmHjzMVI29wIfRnTRuq3NVRMS7iSIBssGIzQvher3kc8YKPTTq6/LD/9zDxgWGBRw/YKxD/4n+Lt94TaOvgBvB/q3ARvkvLVxOzkg4Ldxc6Pf78vxSMj1/qObH8m7LgwU+IkCqht889GPN8X/Hl35yLD36AMo4Acf/IEecIKgYE8dYfjf+yKAOSCYLLBCvZQYEjzSOOBcNQBcKF8P8HCIrl1PqDVivbC0svhv6a59rQGGlp50VP11zXutzotbEaHrT9R8zWxkkwj3vF0UxSfDOF3go94J6szGmtBLWlQpX6u1UpWpLg7tTI1KOUyTHQFAVU8DhiEi8EgfOio6ESiBg4ExMLNQEQY5DCUhoT6pboj6DKAhRXI8g5ohxm/0QDaMMf5nwHVCFB1Lco/SOYmNkyXpyJQxSMDPw3zOjeJQfPSdBiENCf0NnQEJ8gRCE+ZCUwaceU1mLmdqDDDrYKAdTVgBqzgGOoF4Oqvz1ue9OujrRZ/YnWAIoH4rOsIibzrsmAvCAHmt36ZDfOG2TjoEDBr+jH4+iF0+8tSE5dc+/mFjc30LCqjPlZtigDfNAQsDzGmRD7L/e1Uu+sBxoBMMBwT8hHf0gXUyBVQH2CzwWyNgfOnDyMLwx1e9BJU2BV8Z4OMm9bOqjK75Oida3ks86PW/nl8ddJ7OF3y8d3GRq4+sDPE0JBz5S3VeVJRKrM9dY3Wc+VUy9NAiS+OItE+EWpubRvMc2n26KwDK+D7t12WCAaoKJrYJFcSNuEPWQEGEwhNQ8BnXYlM+KwGQpl3J13QVEyRJIQKJResRnK+4AzengU0H0Uo9vfjFYaBOpYIkKQ0bnKOkJp4OkgOXnEY4FMJMoKE1Bjk4qW/HydrxhTlImf5yXpSZyxm7F7grpFMr9JRHNAKWZcABeRkDPS/cYhRQPwkzxJBAGKDnQCCAOtzWkang9ds7nv24fcEf9YAD+hj3QxL8RP42/iAwYlguoE8Sjqvr/YePtm8+2hb5+1HAx+fKtjq/YoB+MQDocUAg8OrHyQD10cHw54NPgYExEvjVOd5HQsBVM0DRmsvtpdanaovCw9+02487cyvy3KeXvBJuGj/d3PZ5Rv6638vVFWni5LY3p5S9r3WImM7FW532WzZ9PkDSpp68pdjHpL4V44MdLMyLSdoQv5k6zyrM5yQSO3z+JDNHLsspMB05fV5KR1mUvXiakiuzx5urNlrpDy10I2KlJHUo5QtXlmksgwjtPL3FN21dw/ChpZYWq+mUDFh8JzzwfReBLb66wZMipOCJgUMnhzgcyDHIKJXHt/nryjT4FJGoJKqmOD6BSI4xBbTaqhzSk9UEO4xZVSlLImUF4ClL4Vbkq7AsGYqU2HkHCU0bLpDMOsYG4+2xQGJ0oBAnuCEqP+hZkbhqkLxkgQSoK2z08xBgAcJBDxTUy8wnOeCgzPzqCA9kFNDd4L5gkLG/dSHfzu0YBax1fze2+v2rAXi//taoJ2c4LOvdhx9t31T/9+a2CCAfOGDwP/eD1QEWCxT0GQR1KJMgxkBg0Jin87fRF3Z3WD1gQaDsb/tr7y2Xc7RuRMwAO3P/Foy63hGKCLRW2suduR9arUuARHt7Dfd8uzNYku7SXdXV7mBpwUFKuSgircu7iqGNi7dadxcGiuluvHir8wIA1GEJNGm1zre3782922o9++HytlTuJRGcI+u7tqeGL+744s+3Wj0nXn/63dpc5iTJPip5d250l5YAVZUukrauU9hF2buOQX2HNNoddm1L0ohYz6RFQV/1cbi67r+PZqCKQknFAJ+9q8vItTiCDCe56wDYAyICADgILRIGeSX8GG9yPE1hAkFTJphUTEqAMiFEy+f+bWij6ZOxCBUgzG8hk3OMj8MUBCW1atiqhhNN3IgQUyNKdoIEokQ5yRS3GWaYxcvB5Y0YZYJByodTdoIDR4K8KpX4D1g/xhTZc2TiZXLGlsHA+ALzYkxJnVzBISPy8nGBAT0vEMTJ5Ec/aCDDgPyYQQFF/i6I+Qn6dPAIINPAcMBgf/ps8QkSeBv4C/lVhX2c9QEVz73f3xD6mfxtewRQnw/o/epQdX8T/gx7ZRzQ1E+Y54MxcERggCDgVnz5PQSGNFFLesEA5/J5MF2P1wkQPqex03c9L0IEHCgMdOguiqetDoCM7udPb3W/fGKTqrMxBri60hYbVXVUIlfKDgqXyLmnRBEk26uihdzr2Yuq+xeAB5cqfeciw4orpBPdWrv4aYV8cVpuf4nncRsMmbvWqSkwENlp+7uo3HrbaEZKltvPOa1gQRGdJ5E0Ya8kiZIoYiwDh3ban4oR6zsUm0eVIQBST40SwoDACjk8ahaDc0nmAAlUxNACGRUk0dlKJKQWW9leveQUoCQNtAqfSC3b8YbyZa462FvO8DWdCcGWzsAwltHBjIGVcAJlLGhhYm2YxIeW9fApVJoEGCadhVJV5YjLUhP+ZJfiz3BM1p5mJ2Eoe0xXjcmZmgXmbyMGkoR2jLfrjV+cENzTG8cg5oIHoGBfP4qXH4gFei4kBgDpBpsBMvfR3ZDzgkf/1AeGAML/wL6ggP2bgXcIfeDEwBoFPHfug76I380fP6IL/GMM/G0HAdQLDijwA/8+UBdY/G+EAbrzqwPsz7hnMfgFB3zn5b1gAPBZuodiBrj2RHRLwj+s/IBe+xtdq4v3hTOPPezVffGWJ4cX2x39iyy27+laqi+YQ2K9Xv9rWnJX8dzE/vW8Ijpzyi4VLrXvD4Qza0GiYIZPv1N71xuqJ3vUajrQg9bGi+/k7jxVYllYF6msxgnvUrr70fm8T34q7gbw3CVNlH4tZl+UmYoix9t/i2TI/fYOp8X2uo5fUMZIGgrgYLi6ZDqagS5FqCtK7G/l3cnmeTghDzuos8YH87XAEvAuRtbSKdKkqur1L+AGAUYXYWIQqeBXpDDBAkmUJJIZVSIkX5i1bYUZuvBGESLMZ2fu/HU0zeONWy8VilwNaRFhkyjIDy4Sgm3OKqUN26dD4KhtBjZGRngnu8CrX+tPdu0Jf9nj0uEXGxX9e6brZXLGZoHN9DgmA6TDS1tjZJD5YUYDQT8xQ050fYV8HgTMRYCBf+tdkz8dQD8TQA8DegI4xV3gjdsX4GBI8r3C/+yUJ5zv9LcYAGQSxGsB3fONd3BAGODHeW/IB8CfZ4KD/vls+fhbzwbr81XyP177mAu+1H4vXUMxccvq05u7Ib8qw/n252Z9UB7A0GRMbpO8u+q+rf4GbOmrPooQYUZ11oYELk+ZdH97HqZEDSzVcOk9WJTnTMyknisDfqEuPnil7GFilRSKMAWVM4yU6t252JausSfgTUFWpHQ34GtFV9+BojhI0aGcaRyx+fU8Pfb4Bp0nilGSdLmEi+3YjiQy0DWIoijq/ruty8f2HJ0CgIxZb8LSAjDAAJ3NkAwchopAG4ACsBFlMm8KRhWKigluBaDhj5P81cFBSmWjMfUB+OktF6hJlJxGYsw678hWbxBWRtAlGXlH6vCQKDIhnygmpM5mzWdhePJyh55iidEBd4Q7Xu8pkyBvg1TUrWcMWYsMtv3HyVht+5ZJoGkf/uVO/pvvQ85YFzhxz/XJ+Eefl+6FkK8H/nVFB1n5IvYH6eup4xtvc0Dgz/hnCggJ9Fvsj8FADwDCAA2C+oB/ffAngS9IXzq+DUS0j/j1DQggk8DJAR8xE3LlD7EIBvoXveD3DX+QP85CPqOfuJ/YoEhgzoFYzoGCwToPNRNiBmiS09qm/wcLe9w+3326KBwQhVvBTcOfe0tkqd1+1xV6pb3MPMc3rS5MUdLru3JGt7m/dvG7tbnFYEwJgHeXxAC31/GZBt67+Ew/hH4fFBS1LFdAF8OKOlKdpWnlNWWesjCfk8plbrkrQxhxP1bwvV4xQGs4x/haVRqfhH5ZQH8DKdjCkNeOZsB3pXwuz8LyQsTtLpOtdxeh8epEXVWlBXZy2Mz4wSeQwxGgjNldAhF4AkaBNIANYaAKFuwzrgBJSkJYTL4a02xFql3hGFp6Y1s2lRVZYpJnxRn+0NYrYlwYFEgFwEZyzCiJvJh0STyk546vC+siyDWanEysX5TDPXkJ/Wd28dbaxcv8qN97aLorvFvVj3XL/3ydp5+2lt7Veam+EOslcrbuBeYmNzVIIDDwT9BHdaS1CfOCEcIB1ZMzA+y7CqnzKw4o7CsckKnfHQ8D3mYO2DMhMQ7oUcC/NwQyCnj7NuhTME5nQO9XgqRvf/0rB0gi5ty57fWbvg/E+Oe1gO77gn5lIQzrX1gC/QHLAK++n+ugYyhQkjQwOWDAn/D3Hd8TcvD1gO5VBLdxjVluvzeAqnWefNrvQXtggNQkDku39CfCpNHqgOV/lwtXQgZfZC1SzODy027n4jWc+pdWuhhDq0yRhurqWXpTRy8npCJLPjcsdTNxKJdc3AZcwa+3lsT4OmJ8yU85L7evF13oXM1owvOS2oyS3hUVvvy07zHA0O+/fY3yoaMc4sss/XQkgxgv7bR1uNS+secinX2jnyQAEPADA0ENECYwAIgDd0AdoC08YEnyKWmbBuqoN2joYygCOrit7b1dbDfwKG/MEOI40IfAU2ekAKBS0elDnZuQ0ZKFsvbPSYeYRSkiTZpOuAQ3yUKfUNVhmNpuR7nwdhOYV2go/IrX2931OdWo+L/uPv1ujfpyT30F6pb+pPJnbG24Uu9HzhYDVE2iBro6qX15CXSfjrEJYPR+/VJt60P5dLnpAuvgmeDqBmBetxkF5AUGMvBn6scJ5PMEyO3bJnjB/IyCv5LblAwsJEZB5by95XWAXgCYEmOAOQmc08AeA5SYAxr7PPgnMETifrivAgJzENByCA5oZIhZT3X62u8ttpfF77bXIGgwQNGiHMtjNleyAEVY3YyFJFYJMZVEcu3JSntp46J6Jk9vea3MykAA89iE0UxKpJNfQT8Wi0y6JZWk8+ItWLp6u+1b7WehLAaoHxFDAj/rKpTTYrA1Bv6eqfT3c8QSAHxcikIGwjJLLWm3tUZp1G5QWHCLOi8XOWw7/q6OOfTnkUWXVN9LjoqRHllkUwDocRrGAGn7Rg3DlWAAHwgBxTLoQN9EpeBY5leK5BjYibIE0mZ2FXQRU6iV2zccGtpifJGjYIcEZmWlBHG0C3UnUhzZiTWYLtq4vCQ3tqZ1CgB+l6HIOKPmLJzaEYbhKiQg30qTY4B9L8NS1RDNy/EM/X0uPpXHvFA/kf6onhFOEFx9X3IGxwDVpYilLwz+MRcC8FWjf7z6LAYUCYQUiv+pSyzwizkQhv/02dGrGxPBvG9f2OgKCuF/F+j8Zhd440IAndBNGGfOF+BnEuizDl9VHHBjyxwwxgC3WQjILLA4YLA/XhY6wXUO6J7wt2CfUA/+Z6nGACOv49kbpqp4ctTtsUYFgqRKrgvnIGSzGyv6RmR1JCUyhTJhBLo+IWootduMQ/zHdkqkM1ddo93kpQpFAgBdWVVdy7oXQVV0VoEOMy4hAxHhNJUCLvALMGBRhjxi8XMF5RAfZEsFOpwE+8AUrazi09n938gj4ktGIJkwCXV/sGzySRylMHZ5axp8mIQJ6mPrOkiBsoW6UqbDaV06viF8M4Y3rYml+FrSjwtUk4XoZQS0vWWgW/jbLc47T76J4ZUXtyJcvwDTaPuSs3UvcGxMp4unKkWjoVNcBgD16bf6m8wBi2AL/UA+/eb6gIDcCmcOCAYGCwwGGON/3AoC9WMUEOhDbvdhfSHGuES9igRKvqrYIUHrW6yF8QJA4Z4F+kcPGBL4cZkFhvuJAQr+ggDyBgPtKmOAcD/3ghGsH3pFdE2GC7BEpNMlWW0tKmK5/RbbBvJPMhTV9XSF6MrSp0tfSF2/yJSVDhaaZjqLwOjT+eplni7YHjLtu+4mAYDURvrBQgbTOqDIYAQGyR9oFnwp4MkP9QAnDGWGLYGI9RVqba/Rw6DR0XbkwBowZNCB2GUeKHl9n16cQT374HYGPK/1K5QOrCXQOYVFnZyhDEac7NbKTxJ90HaYbWOcMsgNZ8QZSrTQMSkTbTHPxagKgzdxblfTZfajxdDFvuSMMUBVJEGge8BuNWCgTkH+4C56D1p9jrQzoR+3BZsDxjxwQJ9g73bMA8MAWQjIHLBengbOIcCNC/93cj2BnBcAmg3KiZgXhkPRhRJ2QT+vhPG2WO4B5xRIEEBGAQV9OvplvCufFFNAHwC/wEEbPxYOWOESfx7p4jY190BUq4xtzKjXRJW2lrN+BkAwfZaqOtfQYQLmQvy7jIkHydL9iuU8M5DHJgGAUVf1jyxYMYKBWHAlXVdDmkMNK8YNaQSAyA9SKQ50ITGBAhaFog3cgC5duJneYGIk1EUGoQLM7AjcZGENGQcIgXYyrzATRiwrwLaVjADPBQcIuvS8UMUWFmTRZu1zkUw3lSNh7im78KRBm++q/GQqr9BQcpglR2zu6mdgEuS9HxjmeKt1XX6GnK//MGCgt/XFfp91dLbGAGM0BfTDobOuI8DHSkB1d6lk8vP7Mu7nBdHyMgBYmwPON2sCN3IgEBboUcDhjSDifx8E7Hz1KyEdEGSyZ6oHCfQ77gzxQfLrc+/3tx/9+NEVwR/IF7fDXdWRjnDpA78vEPyAVTDcDSfki5kQ3mU/rOgFV/fC5SCg8j0GDqj6mHhVEDA29UNAPS4xbbbCtBDuY7ADts2PUI+Hf1ukMuwyV6F16dGa0l1J3M54BiUAUN/OnNn4AE4AdgYV4ASE46CPKq5H8gJIiBekCU+MLUIwBRjPMBIoBCGzCWJQAnpivC0wzVkRCswpxAH+YAaoUnbEUxjbMgd0MtvXR2QzAc8IpjO5RDqbkNtJ0IPgEcCoIagndelzNAPlu0hzchlMrNo33fOZkVwq0LN2e0GY2Hmhv2ewkfBPN3Mgdx9ytmaBVYvcVmJIBdrQ9+IXr7rV5ZeKMK8PgeFPDv5Hv9fzwJ4FgQD6VjhIYHR/oYFxM4hngHMnGB0YAAySV9AuDwXw4uQg0UAzwXMfPqT762UwuQywGgL0O+4FLpvBeEMYsA/guwruyVFRQeDv26CAhQPu5664l4jqZbqMVaqPZUgvkI837snqpVprFRmgSQ85WzEo0Q+QrqkUUA1Hv9uk1CycJQkA5HLBmVUPDQq8hBSAivmSMIOnaQStE0YY24CawDFCUSTCj9pQEKoCR0OMCBgkjSQ2vAoRVJySGWrwgIY2FwEZpqPz8sfIZtNWU0RMDEf+lCfUUepBOSkzGfCxaYroHIjEnJTJRP+5No+7QtKT+sXPGgOE9lGlzEJY7kKbBPh4xQ0h/G3S8cXD3IcngQ2EMQmsl28IEffj7EWA6vxyI/CF2zvigR4DjAWARjmj4PCg41e/EhEUMSyRiYiSdzY9D8xuMNEHZgwQEKwIICfPAldzwDBAHZCrsRAaEmj6F+gX8Of+9zFwwNUK3MTF9KfBlQyvPrqaBaAmpip83dUW9BsYAjMwEsZZrhoFnEBAWMyJVf1jEH+hAwsYH98yATAGTc2jgIVgWrqOggvACqQgCpQA0yRJlgAc8IIEcupYEhvFIFYEGmW8vlAfurnWMtLYsp1YsooyKswxsnK2pImMBF8JUn45nK44IcI3qWDLXqyimbxVRfeXtDWCHBE6RBkZXYpmS/zDCJMfwj8wj+bntur7P3QeuxUE7sdW+D0Bn7rBSQHF/3L644KgTxKdX08Dx63ADAB6R5hYAZgAV+N9uSYGf6BSDA4SaoA6t70h+mcGyCxIbRa4LAX0PSCeBZEr7gHhzQRIgGC1M6Cwr7wsPh2dA8LgQiAL6ZQE4OngMJ11EaeIl3PE71CkjhI1t/7301VELSwyP7H6fxQ5DPhR+bh4ukDqkwQA2qOXUIMxtYASzwgb7BwEEhpQWINnDIlRQbuNH6loYJEZwk2sdLaKQpLkwdAUYwtyAZHCr4REcAiESjM6ksYAV4GpDcYpeGmQPwVkqJLgRVfRinUZiDVvdJnlt/nAY3+F0Me2/ndPSM7WLDD0L8cAaYKqarqQclQ3AxMmDqhOcLklBJ/CPA5YGKAx0GN/4n84bq/vMAtsDgj86RAEsAK+QB85P7Yv/JBAYDB7waKFvy4UkJXQHgHU6w9CwZwIoQfs6Y/qRhCB3pD/6RMudgQUA8wJEPIw3Ep+dXQOyOxQOEYm4xwGPBmijFFTcUr/OrQGLn3K7nAW+VSiFmHjOuyrBZSCvio5cP6qiFRR4A5HAmBU2JZwxqhRoYiQwaAh7xrsKPBHSBVoGPAGGZRHTvTk1hEXxzAAJ1O0E8fR4UTpYEIX1sIqJE8enRRLgMQQpwNpjZTk6hI5pc1FhF7B91AnwDFyERvYh4JLpWwiQDqBn/rwhXSO6zV7OUsMMGgfvKRQQDif7wnR363pn/CuL97hF5TQ87+wv/IzehDQw3+AYPI/sM/zwIwABgG8sAWkwet8+vZRq3WFud71zRYR76hxJCKhFDPDgVE3twoFlCQECvzM/vRiHYzHAIFAsM+w57WAErM/Y6D7wPmSaR2MhDocfS64UMDCxyxBAJNaI0CU2v9Qo4hTQT9YjsnQfoZPiCJG4mgW4WAAcdLwaZMDop+FpacMA5gkJwCCiLqoIIBe4lQGF1gUH2FDcDaTrAAm1uApFARRDGhEGEgT1BB0UYSCUXI0DkNUxigMe7xiRE7xyhUz7uOGinGKWJSlSVqF86ZIxszKklz0YJPVkTiGH3Ep1owSLqswpdcnjfE9SCbjxfRhLu2h5EyNAcYfabbS+JPVQRxPXWAgMKaCQcJN0z7fEKJz3go8yDWAPuzkzXCshgYGWQYTt4KwCsY7YAX1Q359Tj/YhhwCvh77Qt9UKd5RMO/ggcP54NYVnooUKPjoqgcBCwMU9IF+tW1RPQJoFijcA/nAQfeBPQRoAIxxwKEcnQOqjfk0fLCRmqdx1X3iDOQ0be9yRrh03e1UTaaa2zMhwF29pvd6xZx+ul3SjAhLO1+pHLCd8sfMdxtjgBIqbGAOd0bEIj5jiY5CCTyJQkKI8AB2DjCcBAZ1u9FXJRDkA0dlGFgyYgVhNCYCUk5KlgFEYQYrGICnAbeUIY0CfwClgmPHPz5xY4o0Qtl2mECWVQWDgnZBAEFm3EHzbMouMBdeqxjbECDGZZm9nKVZYN8JLPDjSP0qI1G6mEkGFalAc8EBZFDNU/yvr186iCArAWMSmI5vIF88EuS23iyDFv/zUGDfUCPylwv8xAC9If4GwCdRrjoGRJbeaeDhua6nP3IOGP6X3d+yHwwzIMEAuRMkyB8Q+G3MAw8loE/ZmQPW3kcfB0z8451SAIlTwSbO04BKF1mXPiPUOtSnruyMCNnUqrrqf+oFhZ+QKXm9TkKl1GXhq/n6DIYAiAAmIB+wwkUDDyBQ5m1wI2J4G+vkCFhCSyo6owu66IUO7q7pGyFoOFLvohXkkY+CTf8QzJnaBd4RZw1KEFaFUg7HQyFQMxsFxQy6ZEUxzSCLqjRc+Mje5g16UTLblp8gFTEvyqzlLDFA/6nGfyvAp9bC/gfifX72h/yCO3FB/f3KwUNBDH+eA/E0sNAvxv9i+jf7wTtMhQCFfiCcCaD6waUHfO7XzPhKrlxVgACJvVGBuSsESjz14amReAueOh99sH2FWWBGAZkE+UNtFvh9TmAgk8CxFDr7wXA/OKBRUIfYCiZWQfMZytHHAXusUfEfR8GcHJZ2xax4oc+JYLrUlahx+8cIoUVR9yex0gFVKM0jnWl6iuwW/jqI6mZwP11WX58xAIQVVSNl4IF7rL5yAhH7xKJANGuYzVnJCCRVUpm6Ge8izOCiE8CDbekrSESxAJ8PNkVOYBMpArX0Ep4pB9mEMipaifk5yRe3QqIQAi/SYcQapn1RMse6NA6MtOAtqrINGbQlHRXgb53XZCh+KkHc5yEpywGnSbkdZCiTIZWcJQDMjgX0Ti+P/dE6AT+5Rf36ZoWrKMRKGN8UzDggzmCBCYE6AoH5YvwPFij+BwUUAcw9oA2B+phzCRQ5d6+euwoobL8D+gGPSf0Mgb8+906f3q/3A8TBJPBwKaA6v5C/wgCNfF4Ijcgh4BMIgoHq/yb9SygEBsmGzvaRxwG5ZqqEuoKBOBV42WtPj9l1JBGwLmquwxIU5OPPf1TZETndsal//eGa61cjsTRxVmWgdroquppSR8cA0Liiqqn2bygCMrJLa9SL53jYhwZ6QdUCHAE1J5OTBKZwhp1w2ARI6pTGPaNbuhUMNsqFJllEWvKMYTuK4gxMPuVFXye5wzrBto7HZYsw/EY9im9lW7FJ8kvTxGCBkcO8JkNhIfR8qYWxS8UuslJ7mmtsDV0PGZOzNAtMtTLqZQXzNHBhgvzpQv2SCgr0uOsU8BMSrgJ+vv/D8Af4xU6APCDTN4P4VuAcBVQXmB5wLPVDvlIHGHmkDjDyTpw2pANlyxE6lgdK/1fn+iJ/fihc3AhSQeCVmADx+J8ZYA4B6uWBQMOgDVqAPkYBcwZ6VI7MAamsOnG1kGrVsr1VPbSO+m4cR3Cj7qljnq59HQVdz/m7F/bRzhz4CiULNtn8jkMMfYGC/oeeYICGAIDCH4GBUARkMGoEqvAhzogHxBDQWwMQCYBhgaEo6wc01EgfuLFZLJBeL/DI2IXLNhQtRSxzJoMgk2SBps3pZdDCIbu2TgqSUBSUM0xn5Roo6JcCnWnwQBTIAM3gsmQsr2PymlQyRuL2YoB1ic3e9pAzxgBVq8TvqGpRyeQB5KCDuQIQuItFMV2doIBCPtE/JkJgfoI/vT0MqI6vbwlOFuhlMKAfNDAoXel5fhj3NxTetdVibL6/ee7c+4bEDYGle7/RW93eYkdAhgGFfR/QDRbw6Qj0efLjAxigWWDAXxwk1RJA74fl7q97wWUWOAXXkccBV41hYBPnAllB0QLeOIariq6kVoGLiaHQbA2dRtn4n3IbjejZyEQRd5PZoTCVkY6JFz5PYYBgg5q/D8AHiIGHS+MP9MwjePgC/uQPDidf3gZigAOJHKswDDgq4EcGMpuYcM4Y6aCon4R7OMgxDmRDZtxRHAmZzbVbOTmFMlVaGQ70wmv0dUlD08iIPUUSrgB94IcgZJSazBSH3lpek0pWAvHuxdbP363NsfWzflNOgkafhIrxUMCVtac/b3PXdmwNzWMC4yY5nuQVz/krcrbGAIMAqma5loWP9hfw54eBCP56fSaG2Q9QP4WOfiKcEFAsMFYCgoKQQEYD4YG+GaQigOoC97chgMZAdTh/fa7/oRCvL7Dj8UT52XzYel/kzL5yW0jIR+uPGAOEAPo+EPhfdIJ98H6Aon/BAMs0sA5+KIgfDGwcDP7HCw5o+NPBK2GQlyEgVaN+Y/9ye7k8SibOBgIuIJ+gepKABx+97V7CxQR41fBmOvS4gax2O+37IKAbWWWjeqbN3JSH2e3Wu68STYi+Gqca8zykpKFKphVvL4H28TGv1h+1foIaAEL4jA0GPpgcEMKdtqqewAL11TERYh2nMYaBX44WhIAiCmH+F3JmNidrRiBQBpcQx/wNY8AOcVhGsB7uNExav7EVoXgjF2dfkJd7TjAZeralVMQY2vSV4IGkBycVEUCoEriYqHPMazKUeLxgbP384lbn6XWCykP9vE/ujc4L7xbNNpZP3osHG8buWQrZ/P6nQru26tsNn1u35iVLCzdmw/ZfibhXkcDng2GPSQ9dTuif/nXZHAYI1E+CzzvB6HrHOsDkfzoK+2L9i2mgJ4N3hHzeEXpHPWDP+LLTqeWd1k21yk1BDstftvqtdXqgj1pMhODaspZ3hBFofntlgzFADwEfYMQvAABVsUlEQVTCAa8+MuwV8ENiIPDj2Awh32MSw4BMBAf/q1PA6Jjv/aw4by80V/v7U1XyvrqSOAdHi48H6yzhcLOPykeA/nqHQBAaSvw8/rR3hYgOu2utPLnF0KwbQIaXArS8M/SYME44HQJL6esSPSUKWh+UHJOJ7pQ0n+d2/6My2g+bVrwUfecpX1sXxPWS4Rhf1VEAhGwJQ8yfgjOBHzra58E0eRyDqrHFVMpYog/hKPltPMJYhNLJdBpTQNMtEnK21wkNYxziFUwP5JLH6IS2VSCPMqcYXjLgkCxjZmrII0sLMfiNllEihUbxHVxMk+O0wZD5tn4TP8ChM/dsh/M99rPlF8mNoNde+B99u73trXR35nLLXIWcL89I4PEOopMrrcvf3/h+of3FZVKcFYlub0IgIIhP1Zl7gUsPmDkPkW6hHtxvta8fRSEsA/RuCEAgBzjgDkiol+AP+tePR4LosNX3HC945r7to5bp1qPW5lWdtrZ5t1pXBzEr0m89DEz6Cl29r66DfNvif/SA6QYDg4UDfpyPRPInxwBF+sJdezKcJ4Bhfx+bAxYJ8PNpbw7I9kLzowSmbPHs5/Im6oFKomgVOIVjiFVu6ffab+VA4FD07xvPc5uCBCHKZjDoPH1LP4doyIDfLiUL0t1loMcLrCekPKKkLt3as/DijvAp4keQjEl5Ft1eko8c2UM80pJuSefJs+iZZB0dZYBcAwMX51gPIyIFJgBegEJoQJcEG7AnxwMjCjCmSY8o4xfxoBBimySUK1YFkk5nNBlBhAVKwY/+ReCGaRA14IkgzEovh+wixjxRySipHDIkj7yfBQN0OTmgTgrnBAyq6RlAbVMvwvxVsZkXZUQul43/hGNUDZ6ktdT+JRtEu+rEXoHwvXvsG80GMvHnphA/T3D162tBIauK1fn536XrDEh0LoL3xRigV0HjAhDjVhD//YpFcFDtzAlgur+eAQb4RPu6Jn+xJyBPRfe9IN4KhkWAO/33hTBJ/wQ128I+yZXWBuetP7Qewb4+eHgVDNp6Z8MMEHVIIHfDPbryEdBn/pfQF+jHQdA3Mgusbq8O7vVCBOX41rfCRfcX8BMSu+cLBcxSWfaaC+7y6ItLN1QXBBEftm8xcnKPyhGP2UIFAPTYymDwvU4gGuMnAkeHkqKMvUjmW117Ws89ynKrl6HAmiocUYOlsBx6Ed95ck2nx2o1kUetAN5OXyE3fPrcAzz8eKVU3/N//5uFPnrKR5m4YnOogjhTUBX9iYd+/IBt2ABSK71SYX4kYSlpSeRvXMLGircS6avYOKe5ekZ2P6YeDu8ECfFtE8GAAtYYEDMjBBTElIQQnAwXiKFGaCICZdgEOYCt2FLAgGJrsqITCGnaJuMe/tMxmCFv/KZpTiPdHO8jQ+Y6FKpLHwhpjkcBGMAryAYekidxGMRLBgY2Bbvk+ti+NbCAuimfs4lgvsxUAGwtLZWHUwWz43FXa3Ptbm4EHc/3gg/eu8ifoaJDTyHfWeXteVPHWmfhjO0IvckbgmIqSNvT14b6GQaNffKsbuos3sdKQPeA5YAAmv9B/xj94yYQHUT8PAaoT24Fc3tjYxPYEfLF7R3nrj4y2dp+9P7VD9+/ufXOtsmXusnCQcDvD9WIYUgLBmj48zywHwuXDFDg9wGzIMwCDyeBfYAH1oRlMEbAXA1tcS9YB5WL/IZzwZcnRqvEANdEtDo8VXft6VtqwdvUFgZOymMveoOld7uttRu9pYUYP5n7YaDzuv5QiVYKu3RJPdKypPa/qHY+5yd2dTKUX6Az966i3r28ovC11Dsfe1t2nt7otu63O927zuNevQBRexnfmW9vrM1dtzn9kJnRd7LVmvtb6zoJ3NtZeyE0Z5w8g1qu7nKu3JvT93fmqvDspolkj9bl7LyweSVcNk6aTERGy1Uiuk5ci47KPFq89SxelUIXTlp3w1zJiAR2M1unyjkKgCBXIgPwAYUzBdNb6AGgOIQwIwuIolhQJOiTUEh4hlemBCvmU47DqIHQMEU+pBecWT25HVpE0yB44bI73npBzayQCRwEXJZsTO2iMH5RAOeEbsIfAWjEdyJPSuYMSK0CYSivyags3TV08Vfn3ywY39y1rJCJa4K7eJiVouMRIoq3ikLiP3IIgPP73Tn1NRBdNKqVu79MfJj0MQYI9WPJizT8whW+GAMUBkL/+Bj5GAcU/HU31m97OJAxQK8AzKfCbcTdHtVWL74BJIf6ImardXXz6rkPMyxwKbeDkbS8DjDngR8NGSA3gjAKGLMg0MBAPr0QcT/fDleAUMjnIUDPgLxz7teRNSHOSCBIj9wCE6l+c4tJTV91gUZJVVEN6Tz5dLSHkA3XQyzUuqd/afUUJr9ar4I/d0xLZE8Jzrf1L9Ob+6XrHCnTzGoadK1bbt9a9kaW6p54jPBLV9W5x87KeeCPlH5sbxVx8Tphym3Zf+Zz13pqBMsBIIPo7UTpo1l4kDMMuUWEKT9OrDxW2KZTqTOX5l20Uli+5tw1f0sohBzn289Di3T14jm9roGOc9fSMqsBKEfJKAEwaqcq6zgAilOJu3mMDmAQb4KZeXAt+JoJFgTKkcCH8aigDcCXyAKggDyGmEA47MPaMIPJcNuLRVakxIStojgBUgWuIofgaPRzlQBwUzwZKdzREE8biELrI0fiNIroUnqZT/TzhA8KCgo1zKoEeU0q6S0N4v9H/zDvtZ91nwq4LvEMKxO9JW8EHf9Iqsnnuxf1l7V0Q5ffD/46394ue0hbpzZacqbuBQb7VK30dgVTXYzRIkawwMGBKqTIYL8sg0n08wggnWAdc0/oQgO7O/FczMDAWAUoBtgKfDHYmGyx7KVF6NXWto4CwPevwP/wgEb6BFk0E+RuYEsZ/vNHCAj9E/SxHzS7ofot9GMI0GQwZ4DpDn9r9ieL3n6mMMCAPoTsPnCpEABwOBpm4SEzX7c7Hm6j7xDPbfsGbKgexeuBE06sSvh6vjN3v9W/d/F+6257XpeUP1W5FOWWrQ4iMm/y1JWWQ90F9gN1ebYcVe9+6jHSxzQd+bcXA5Tejsfc3It/aFtygDJfj4FJScmoNf/upuuv1zqg7drtjlAEJUnzs47lENs1EfCXRKL0furb2pMwnwl36t/IA+g8cEyp85IgteK9PR/pSwpdMde+Yi6mMO95aFPu6J+MM0Cav1AA/DGomDgZoZIbCaKEEYa4NZGmpHgOZswQZSWtHfQxpzIu2pIcaUW4o8C0WjCua0OomioaigPQuEvPJuUFsKTvslSZhpksbhzBSwUa6lRSYkHXwED7MptM58eR6KUk1UUuwjP7+Bnu8cDAF/q/+bOf4UfFBga9EfRKdDn0N3WvrQAuuUCz3e76sfeoMIxDRYiaiZy5HaHN+6KCwQENdNA/9eeI8ExIr08HWBSwHzMgcReIcC84oLrB8UAQcI93bAjN8B9PR9e7z31vATZB695vPdwi8JGqPaC3LTAU/zMYhnxbTQKfO9cVAdxm+sP3gUACQb9qFiRWAVYEMA4plSs3xAL5ykLAZJouEMX7Q14X5FL7vXSlxENmeNJ+VggzwFuLT3UVgzdJQCV9o8X2pkecdxTeC5b1RDEmRna5Q1I9ktAWReyymqmlR1AeFp/G30WLCeAMnYuMxZ2iAEHiHGdk7L99zR7LoimkRMmeroj93SAh2UXHSNkqKBkgPSAYIGVRdI9ho+Hsbaf9RKX3N3KWxVZkXb6RQ5bE8GSosEfJsHhSiPTxLYIuUvnmbqzGVHtcpvK1ig01yToDNAqAVnqbFwEgQIZCTZlABzO/BBZ5zbAiFTjjSNTioBggDLwy7hi4DGEoRPfVmtYmC0tkYk5JuJQD9VKHF+AWdnS0mvJWvDIhOI4usKN4k1fY7VKKz0A/6wTMKtKafFTsvCiHk1of9yVyJhlg3gri/jBrGkBEMUB3heF+gkGmgsE+PtyEKvgTDRT65Rww+Mexm09Gv30b+rfORliCwAF3wpnS8dhfZHN7q+stEZTdw3Pnbr5T+B9qwzWAPl/tigHGKpir6geLBDIECPZ5Gxg6wV4LWAigDp4Chgq6G2yh5+u3Xga+7GgjzoYlOXuIHzIzN9+5yIiX6ss2NOktk50cTObvc5nLqVOr1734HTRq0yDjfofZVKv1xXxrnacQOqlsWQEGFQDIpIW5kmmgDqnXG4j89YIBdtvPoiuZ6xpMFrMakznEMYbzkDQgmW8LlexVIVQ6BjU5u2RAXWGAK8lBb7U2xMl+SARGBE9Wiu9cbLXyWcCZ0foLJdL3eMyo53ZZOeZ01llvfxMP6ykp9G2oe14pqRyUFKvVdaVoyAgAihYBe0YhgwxA4O6vORtRZnrwJeFGdGvTKRdnGBUgogQ+mGph0m9MOAlhzgMU04eYACNyD5pWkFHJTNDQRy9sKMiBUQbnHLnhc54ogI5REkqmIFKacqJHyQ19vpFFxm3EqnLkRTmk5F/NPuRs7QYD5PFKDqi3IU/Yh59xPzNAMJAp4HjR/YUG6gcL6FMPuLu+Y9bHFAgsMLrA4n+3gwF+NMSZr0wC+1tb2wy5dd9h4lfBG63WTWEjdAy1mP/FoZ7pOkOA7IiqTrAoIAgI8Pko3OO5wHE7sDmgMTBAz6fsA0vo+cZaGDgg1lPI6UpelV1k9WtRwkVmZkWHeJ4WDPDFNY/pny9ka7D0g3jL9R46l5+uAkirwcT6b89LTR2LaM2mk0s/qOblygMPBDqUqhxB5YDeiqJWSZnat1bvqjyX26uOXSZQwa7Gyrx/mRWsDpP07v5Ucdi2HmTzfPtfZUmljy+D7gqcN3iu+0Ro6rBUrKRIYROlQOtiK8JaSzeE0HKURPrGvaV347ljmINexrUpxbtbUvyw2vr8OuaW21JQxasuk6ScxxigEUIIY+ARRJiyGTP0IgwcKxQJRPtMH8DGCcEbJorzPmCF2IQiAS3UFAC0RQZCGUMeAjqBfSgJxVBF2Qb0ApDwg2JxQo9AZw8QKpgieSJbb1ihM9FHGI49Z08/OrIH2R2BHbkoDSeXQo6jMcB8dtw+5EwxwCCA4KDeMA9PgOhygHg5Cri62af7G3eCAHvlOGDwL+4F7nv+12DIIkAI4PoGe0IzBAgF7N4E9eq3d/Qfvs+QG3tgifp9eG6dWeDAJOMewsJp9B9tmP2xF1ZsiT9kgHoL/TwLIvpn5IuXaN9/CerH8SuGANUJjluBJe/8OjEw3pJ6/3eqvE3rE1/pMqgixkWHdkWNdbHdXhg+VpqBk1vd1ns66SoCEmtPxdLa7Z8yz7rCyIzQSE7iUV4UeVrstdZZh+BQqrITDg+hF/ErL26tigYubjqUriHP+fJgWSiHemae4lLhYCiSBHcF5TK3FF/mVuutNrdE6duRxb2V9nmXh7FNkrbfjS5oGUDKchAkW8OE8Y1ERp1IFPAxN9Xj+RQD6089lI5/WDx8fDdrrepiYo6MymViQRCj84icdQYYRApg4wD8gQkGBAbHjCIKkZu+aQCGyRjpYjJWbzMrcMVJw0SQOGGbn79G51MpHOIkTkECMomzwlUAwZJJpABSyIQxTFuFUikdWXPwWSFpGTuUn3JH7i43uUtFBQjkI2snD+ppP94TfCZI/hedBdFFY6yPYUDIX/hhgLy9BFCvZIM4WQUTMyH6ETwSWGOAnv+FBK7fvhADgHpzPwjS/9AgIxEECuC+/bXgTv3fdYep76kKHvgnyGOqmIdl6hWbJ2xvfTScBOZuOJE/AZ9vBmYhDCQwJoGhgHpXw4C+D260D1wQME6VvIT/HUwCLlJYZvRSyRTAkz7DJH3+m6ZV7t6J3pFUGNiBhIWTxywjAFgYIGzM+BLYJb+RwRE6K0rIEliFEuBk/CggUmhalYI3aCOYwYX1BClyNMzJJ2eyMjadIdi2rcSn4KKNmmYC1ujILqmJosyKgAdi3qrO03EKE7WTMdvEY7ZqFxlQyIzgLoYTkbPHAIFA8A++R1sDEPuGPC+JSdzjFRvBgH95I4ifCpJjgD5DA7Pz6w4wq2BuwwRBum/LMkDk0VePeq0NYEgY95Hw9iPgT+54KkiwwEDEc+sPzQBzNxi9YhLYu8F4EJAnAwOD1SxIQh5uDwNWAgjWhwCdm97HiH/jW1hVSDWOY/UqG/VXV1xqI1VZl38S6mR/z0EfUDOdR5b7ymxl6n1ue8hbTvRd+l4u/OtSYndG8O/yrzEKgGr37mTCkYw30CnDE8gAYHEAIsAM347B3RTGGQfqECzL4GQ4ksvYZ1QJVAI/dWbyRLGY1W9iY6TBkN0gEk77FEoM1C3jdawWANqOuR4e3kkSrenVOeRYqZNAOoG7TkFeFMsqyq3ZEfowopZFF5gxP/Av4HDVT3aE9XEPKY1ZSJjox71w+YobQWIdNCOAwjsgjw5wPBZY3M80MJ4L3Pd+9xLhWaxxFuQE/5N89aiVD00PASerWeBfn+szBMiWWLBAer8wvzIH7DtBWAb4vpfB+C4Q94HNBBGjIV1goR+v4a1wAYSSY8Q/j5WGBEZVSDWBSXUM0+UlQD9JvSrTHKdBmX6oyYUPNYGzH4/0WZcS3ef9S+8QibwagV6Ir98u+I3ZdEoHjAg8CJCCWfE2LgKN4EoPBgZ+eJwv8cRAYwWpOyX+sERiaJk+EDNIltRAHudjlCO9AZO02IjcHANOxVo+bDoVGhwI8ggfjgS9eJFhWKqKJiU5UCdF0YloZU2gs2PPQxUqL8re0sl/sh0uZEw/HVTOFAMU4rHyxfUuSCAhtJ/AQ3aBYSUgr1XzwEQ/9oIR5xMBTAyMFwRQfA/6xwjgjidAeG2xHYyBrWwJqP4vzwTJm4MDkogxQManyKP1Kwl/wf+ueEesIf7xYR2gCWBwQGEe8KcTT8esOKCyieUvrIku6Kdcj7n/O4pNFYHbhdUUUR3mhsM6dKlq8wNNogH/SscFcadCWHKQ31XfduQi1GUMAKFVgQgCA26UDUKkMN5AFfF+efCOZSzSt9fApjdJCIgVLOZv6BvOpAADx2sAwwWUkUvoRW5S5qgXaKuoyBgoxGAALOZcCjmNZDbKDK/RkyROKVNwQJQMeSQhAdblJj9ykwfTJPM7L8rekisSPNU13Cz1JTKcTUPOEgM079MxKKAh0AwwBgJpZBz0n9zf7A9UOWP8zxPAwQC58Il83fWN9S7Mb8f0j8/t2zwSJMYCNzYBNZM6o9uPrdYW9wcnAiUZCw35a2sAz53bYDN8novJJHChgJ4IBgEZ+PuA4b9YCO1er/vB73z8XwICjX2eAamvgZGE49vjxT8jYIEszkPcm9qXrYkuJ7W7+Mouv5P4h+yzyp9ScX1Lt0U10SBI/aPiTZcRAFTV9AQqEAKi+C3OFCgREGXc8QE3nBGAMYhYmQueaqSMYT2jGG/jkjOxBnzS1qBdbAKo8MwtcpGfVOCeXj4ZBQPwsOwg2yIBDo5GtshM6g4iSgcigjNaL55JkiqAoj6hvdsVGxWvoWJ04iDsrz6bdsYYoIdcxPF0otPkShj8T42VEUDjIEhoWtPte1ss9kT1vSDMA3MbiE7qAONk+nfH9wOL/+0UBuhpkNIHNrBtt1ofRj80qB5RwwHC4uCsmM3tK48CA00CGQgU8tEFji2hYYCifyyFidV/wQDd8x3KOQEh8CebQGBtHNAbMxynUFOH4HeA4WkqtdoBrpfgm9hifUfBmLJ/qey/JDMVapvKy/hyhrgzogtFhcS125cZBcAuD8cAMrjgAVmGHhb0GRtAE24AUaBhKYmY4g02MZBnNaesqJ3xCUAqCTk4A/RwWGxYCcK+rJdUZC01P11O2gqzhSiRB/nIAvxWuHxAmTO1pjPBGnliu+RC6fyNdeY7SMHfyInzmgyFmXSBVWxoCoSxqUSQuVy2ZWqnQ6etqCWccS4T9Yq63F4q+1yknC0G6BoXgy+ufeZ/egsBB0wD9xmSYRdoThBA/USmgLridIKFhGaAOjEIKNnxjjAx/MeOMJxZC9jf5mEf0DtgrR/3/Ho0MDd/Pmful7f/pkOnX527svGIrbA8C0zftyyCSeyj6wsNZCSQQ/C/6AB/7FnggoTeDpWBwEDBJIBMxhyzMHGebRsSV3U1pvU5RlghTUQNQ40nA3YV/RuNTIMot/19jf32e2YgWUAWFlAM/hhqpfG/L1G7op+EtphOCRgC96sPpglgfAY9DFhgDZ1Hw1IgmvgT43fZkTQmkQJdAU0M7fEGl7CfZE5JSZgohYLBMW8OMfw5HRHE6eNEYYyicEw8U4E8PEmoPg5wMSkd2eB1SV1AsUAFUTJ/MZdEHnBRRvSerDHe3+JWay222mBniwhAcrNU+OBa+5u1ubjtt5Nn718x317rPvV+qWeXAbq68Y9LTVSLjTlgGF9ioALoA3syRI2yC7dhIkSXHvALBhjzIDhiFqQsg2ZLQHWCN2JXwNurZnyF3D3kYLDTwSgYcIQI9sLB6atz/e3yUGAYIGOAfjC6KWCioFcCGgMT++CAVxn+MxkU93M/OFYCjhHAY+7/WlRRdRmzddfa88vQR+nc+vhZXiLiULU6r19yf/Me/MgvtT1daneDHEkC4qhfzPzWv4S+QXx2lTEANJ4BIaCgOJG4lYfsBIwKdpRiPGPAWRc2YArgMBwxKYyugaygk/yyobft62irAKvndGUHiHJSJ+FA75kzKUhJHBm5z+rACCYf3jZIeueBO4AVv29fiZLLKgUkLUGAXSbBAhnq5Wym/mUO5v7W6lyMHSgK3YuYS3DBuN3xiRigVDiztFPnZfavgBmyi7RcMXCYcpYYoOohVdEdX+gf3E8ckP5vDAOW20BgfF4BoyMdYKoekyCsfemCgF0/GJM9obkRLoYAzf8YAoxuMNMgIF7MAUsMewF133pmxMCX6wA5x4ghBPARneAPhmOAwQMLAeTDKGAZAwz0A/GQdMSGgMCfyR9obAycBf6BZDA7KqWu77BuTmvaUXV1vWGN2RB0hV+KlfxHpRtRPunaUwyT+0HKcREyTw5hHkSoS5yM1a5z8d87Umzq4F4yDoCBGGCCxGClEKFMYFQQrAASo0aqS5EonbIzqnh5CtsiLpzqaZIeq1CwsK9IfijcxIGoAifnF0OIHrMDdh2oAIwSQQE8ykE8sZSZzEhBWOiDcvZiHr6npLJNQCi5kPLYrr+IgvOa1CT2lVjn7qDOi7e8BWCNzF3iOSHyKcjn1hfzEfvFfNzSvTCfdyKunV0G6HYUh1IrY+jPIzQAoVpiXz7WA/b1ZkmgSWDsBwPvCxao9wUB4Q68z4thdBbzu+BbgaGB61vs/RIYmFLYoM7GIvsVb0/o6bj540feC4ZOsCBQyCcUTObHwXcCC/4qAph3wnGuL4P2MhgfZN8oiHhfwhlI8DEo9Qgzm6imuuDRxLj+SkBz1UduBxE2Xdxw0h3ykknmEHDyUECmNq8KcSQJpPeL7oYuhr7hy6G+LmMAaEqVKOO3oEAhvoSM7yU26EqZhaHgs3u5OQLI1UcDNCGYJEpkJwp2Sw3K5eTkoFxJSByp9bFRxTkJ+TsdvxKGHeixPwWj73JLzX5ZDTtifpBDuUhhGMSgVyDahotPbjqSwkrxPfKaVFJteWHmdzF37ajd8bZ0l706iApeOHct7m78+lpspzF3bS33omADtkrO1p0gqtOuiIAfBw8BOpTOSbe1KdTrMQEs2hcMRZc/BgBNAd0JhgFycO/X6Ecn2LO/cSewGaCCCr1jfM9THjh/FQtjPOaXI4AVNEpubj36EQroTrC7wNwJolPBQH0MfzEPbAzUocBenQtG/zdYIHsBfnXu1x/llTh24bJxzoGFlGrewtQaEe9TG8lQiao+bSc8boS7QaD0dkXHURkBLv7X9pluRFTeEcZ5SFE94x+hqnQKyZh9yRgAglVe0AK/MoJRJc2tBArABNwK5IAoya0+rOEoQSRd0gA1fXQSQCbG5RRvXRnmCPNK204IuSQ3aJvCreo1gBmnWJxB1JQs6B02Y5EhmciYrUe2JIhAVwQFOIQYr/jz13DJnSSM0s/Oa1KJZ3q9ia/gayc3zchZYMvSkm9NFO3z1hudF8EINy6G6r0Xt5IBduMOxpSzNwYI46Odmv+5hurtJwK3DH9GQqbtBIEigCKDMQKoj8mfX34csLeCkYj9xTNBGAIMBnh7Y4uVMEnvEuIC5wgB+IBGJkr0lpfeMSA5uCn846HAH3gihCFAvYx9YCA3ghgGhYHqAg9nge0c7Qn7duBkfiEv2f/lCEK/N2BMFzTaOBc34E01l2uaouuZLkTtiD/7EsTlp5GntyaQh/1RMrCmJoy+HVwKoh9ZVJokf5TLXY2M2YeMACD/yO7eGgN0mbhxFyzh0oA3Hn6TzwN/hgv5gaqgjZVLgVxzcElJ5TCbA4JQQ8EQBPPzj6OfJ54KbKJnBI6f1R3r0HUcKOWTAyNHCpYWUWM617Yw5JToyWDQTM5k59wMt452yTMy7E38OLGvxHvJAHVg147cNKO35A0vqq0wnorVLfG0hzjHfhXt1aR+sUFGkbPEAFUBo4PGhG/USzpf3I/AUKBXBAYW6qWa6lFAVgDyw8IDY/wvCOAOneAL8VTg8vFtIEkB5egmtAXyeYjPLuTbWAWjoF+zX1YOALIGcPvKR3BARgAf5Z3AEMDaQkCWAua7gJ9BL44Sw6CZnzEwFkN/xR14MxPoWVRK1e1oXrSzOtZVEiwvcIBmgL9O70TAHThSyekt13R2F/7b0nkkOQj+DfFdRayXUrinOlVN98JG9/UlUsYYIJiwamZkahXAB3EDpAw2gg0dOVQQQ+jAScKVYIMBCakcI6KlQLaPCXjjJ3Bi87C0jBU7KwXSh985EKgghznORxHRKGeQvQjWIWZ9pWF0I7ewwklBTiQvdiJT+VROlzCvyVCetdvv3W+vxM5qcDnv2mFIK5uleisMZoFveKFLOYOKLIPxZmmS2Oci5YytA3QFVfvwH7KRDwxk9I+jmJ8AsM/YX9wRHEf4n3BQGFgjgFA/936hguJ/vIIAXrj999EJ3vC9H2DPr4C7r87R+fW7wkEksRB5uMH8B49FNwlkGHDIAAP/3AfmxBhgbggD90v4+/gdDwR6EiQngfWSvDOj+Y8U86WoNar/VSufPluHYvwVOZ7tJ1qb+ade4YN+CTWRCLSoEdR8uwpYs4tML8xeMkS2vaSWperWKPxyLQx/7nZwPAA803DTyQURzAAeAA8eUyZ7PHEruHCUQAi0CFwK9sXJg4QEgzZOmf9TedOwcU8neJ8DCSW17fjjVHbiSnIoPyfgysN+pploU1SMkMzJnR9+wM22FG+9tGIjpnm2jN1YNUh6koR56OjBf8qhxDZlw/OecubuBHEfxLUSyGOTEXCwdHx1hATyH8P0L1Skr9+obxA0A8wBQPYDZC5EELgj9qfz7du5FhAOCAXc2ljfqqidxS6jHX3g2jrAhMVHWzdhgL4R2BwwuJ9fhf7FBHBhgQY+g59gj7FAziFGPi8DDBK4fTBe1J3jr2+5fT+8UyVGk0OokeVBv7XRs13AyGAgYhRkUBdeUv7VR5LQ/Kz0vH2//1L8y31G94OTiDdZ3UNs52CgO/59XecoEd/YdW9cYy8ZAUCPARoVgkypXgotAh4colqrs3uLBVIYLuMKOkpxDjUNs5Fgf4oe9pqNQag5bUTzI/gdvJG3oEjJra546elkxoc1vaNALg4hzP7qDMEk3FpGOvPQOGPNyqapCnM6Ti4lxXU2clLGvCiHEJPE2nlPOXN3gujCReODgsD9AhPli+eBJBKy+CU86gf7RwAC1wdJAc0A6fUaAnWC+cmrE+ug4X8MA3b9gPQkfcY6wx+H8qnJ+11mgA1/23/479A/d4I/uPKHeC5ckEAwsKJ/Ogv9EgcZ96vwD/FS6JgFqT3/Y58CAHZ4dszuwvPVilAj82G5UMCQ3bFItVz4uViiY0x7F74I9+l2Li7u1QeWLXGvx+3zcKz9gswK2/ftJSpkzJPtW1yOuvj/lOD8290PnlYyxgDBjAAGIUBwM+AA9kaw0BBME8gAHKqyhYyh6pREOj6naHUEUpjNRT0hxpBErF7BDg1Mppzo8ZYGyW0dp4COpOQZueHg4BiKCX6igpc4I7bCwpIUlIikzj/L4uywEGkwH0aOxgBzbrj+/72rnLlZYFie/4cBQf9xqw+smAEdMfrAAJ5eqhIt3wDMVoB0g00DmQXmI/YnFijH7S43f6zfjjFAwd6FjRwI5L3VvWloK7AHHXQHOO4C5iwOyASIwt7pbqv3u81W0NUQIGN/DALmU+GyC5yLYPQK5NPLgvdbPyJYb6+CyQHAr9iH+mDSfZsR4n9N33QZ2VhcLVs1igs6bOPy7YIecL9OPmdIklqq3uEIid8npPPk1l7rWYYLHky30n1UyX/MA0h94YUFzNNXVXAU7EDmxhigQSlnXY1meht+AAqjoV1mb2CQqRLxOD18RqQfwStvpjT3srLUDTsKKE7ekkgAnBmUcEqHXKQJQEm5IFbJVI606jWGcgSRU6RCUeh51Z+0TRMVI/vx1RSpD6tkImPZJo2/k0OOuEjzAHKmGKBxz2emOwyDsL2AQHNARmhdT+GB3U2WAa6yBBD6N1j3PLAxUAcWAHZvdy/c3pGbPVGFgfII98oI4JY+61sGPNPAcEjKFjH181eP+tvq/woCf2QhdIpHAME/JkFyP8CEP2+LnwTQs8E4SxdYsKcj6KeXjo8O1v9F3p73I3jz5sqyifG9Hs8dbF1WxOKCWzu3XEKkfOvlW+o6c14O/2MuZMY9Lqc0OOg81UnVKxQFntVzzUdu6yRn2066iHu51aMwHQFLqMQNnIvt9kpJZCrmg4s99Ed6BPV7T9mBeRklpXn687xJ9C0/xNwp/ZRhfdluplRBhylKcUqu9/I7lfAqDcGmgffai50n1/Me1JcJydIpCVpkpOjmdn0eqwOAQEWjhyKllfd5BJPyJAOkS2+xKPiY0SroHaAUUYAM+jIDmtqpA88dUYjhjMFGBRNdnWxBsESEEQtFCKaCnJ/jrUfp7coRSbKVNuUhS9/sbDNO7K8jbx7t4kV//bj+4l4qZ4sBwgFZ/RcUEH9M/zIDbCx0bICfuJ+3guEuVNFA+B/I596vHBt+OCbDf4F96+r55p74TIJsbAGDWxtbFy5EBzgeEWy6F+QvsM9kkNPW+pWPbqr3y00gIn+MBH4AC2QAEAiE+wGEZoBeC5irAHkBgZ76RUovODvAdIFfzv8utxfSldKdu7biLkLn4g1Vg3Z3lYdxCBJZNurOw9LfWEnKEgL2iL/8lKdCyq/m7+UGGS7psSKhc8NPF1FQ50kYjKcFF8XOC9+IqV+pN8jbOjtPlA67fJbjsZ1ha6lLYbidsx22WmtewvBYiEYIz+BgkRcIncU2WHeeflrfGYQ7pijM4o3LK9bh0cKcn7gs3/+U6+Iv3P0inidCQVlx64e48/8QDzoPM/g3fJdBNbyY0QLILA2seY1HNaH8UhkDwAA3IwfgECdwBVgwHMpnDTgV+7co3PFAFS7Px8qhY6yvCwxkapUkmJT5sOycnEra8uroJEIvqwFIMux+tlNEdJx4gcpOjyLqysKuz6RMbmlOL4MdL5JEyviGqNtFhL6dcgq6eDBifng5W3eCMO0hBx0ROCADgASbDZoGBgPsC/boBDMSyDSwrjgEUCgYDBDo0wnYYwCQPQHXN3YusBf0Bfq+EMAggdDAvlEoOrznPBOMRD+44OA73a0fH9388aPtAoHCvkIAr/wB+IshQDk+Zjf8ZIAj62BweTeEgMKyDPDj/dz/AeeCz9RkQTSFH3+D5+2utLeNHIwbz73Vuvz9EqSnO/fWitvx1/MsPOiuX7z/WHyn9117/XGGc7FZgiUZqtrgY2HUM4btIrTzonAiOKCHINfmVKSV9nLcw/liEcW05eeXd59+d48nFFOyGNBWcCdD4inDT+NBv932N+sXuRP+4q00YFnhQXffcPOT08Q9UjuskKUsmYe+8P3WypNuFP+LX3ZeyJDvolpp6+tG6Z2byxELL+wGkInWV/FoqZflCgUNkv5yL5NRAIyGb0wxEggUdBIimFMZJhQP6Qoskw+25yj3M6UnFyBKVMQQihtDtghSRQbuupIPypnQaGbs8gm7kRZb3KAcWipAPN8Irqc8jJAMCIYl4CwUHSCV+C7xJSIliXih6ZMOxJlh7jZafPxylhigeV90fe1UQ2PED9KnRuedYIR+PQhgX78qa1/MBP3hretuBIQEWnwrSPA/7oID+pgKjmUwon/0goWAW8a5oHoAoT6Be+4T67Ct7u/Nj9T7VR84BgGv/PcYBnQXWB/DX44CshsMS6G5EzjQL3q/yQJhgDjcDSa7fcz/AoDRcov05trBloK3PLm12Nb1Wv36Wmt+qbXQXVhdfBciqG4kot6nquTK3K0fAYHFp6JNEY4pp+QUQRvkpKQDJo17JbS+JsHd6HnpfNrqfT6nPMTKlYD/rnjMbpgULTOJ5BDJzQCjuF7VqtByn1P4dVhq/xILiBkgweZn8bA4ffFrfmRdFntOX/jd/qX5UvxroWxMHn79iuHZhERddGVT0sRoqePMAHWOx8q9REicTpkET1QJmZmQFEzQGeDBIR/g4IOCA83AmUgKAvlsiuUPNoJ0mRDaepiLGWDYGqphIRJKP1IHIUPPpgA1ibU8Tighc1wo2R/ZKiDKIazTESvAHGWxulPzJcE7sveAo/O0ESXJizJzOVsM0NwP5BMC6kAfWO2ItypHIX16D3plb8DNVcOffgXhoAAv7wXuXoAAGvqYB2b0T1SQ7VB3jIJJ/1gLs7H1YVcQGON/gXshcTecPo9aWze3th/d9Nvkb/uRaF8QwKu+H9gdYcMf2CdhEUwQwMRA3wkiuZoE0P1fTwHva/3f/MSg1Nfqp83/oEtAWxdr893ljAyutD9dai3+Un1dtfjybPBbnO9JVaSvf1fxGS7pRcpWngRvMnjvxVtigIu9SrG+JuELZSvatCOSpK7rMyVc3RRjYuCnsrWm48K8OZtUNte8+fn59vl1iiteVx4BHAngaArnacSCu8wSmrYWt0eJv4nDxl3yc/NRlki5oK85d2tuZVh8bPiuKan5aztQFnaePItYyz1lc7/kVPQJfhbmebrwmKh/MvpfNQKALRM2A4xv0LXbvE5gAZMSZglCcCXumJUFwpEytCCFxjaTtUAnszSImEmaMAY9qQE3eJUTqoGDDgHPvFzF8GdTBXaBK4pmX+QiVWdFYodTisiAzMMhg/4qEeN0jscb9BUDUYLP/Jd6EnLGZoFBPpY9h6NXTYJ4END9YP3GeDZXRQiFeR4GzGfCxTLApIA4kNtsiMorlr/owGpAjwEmAdzY2nq44z3ys9vriV9DH8OBjwad7W1hnwggsyB5HwjjgAUC3fs19xP8+SD4SwgM8OPJ6GCfTyHAoEcBD7n/gUiTjl8kpxGV8qiWmcxc+/PWWlsH+aKrl10+Yjcu+lGSJRzJ8bA8FSL0nWnUqruohHoQz7Lc/tDPBJZin4NssZDk1qr+wdKIUylJxazsoIMchDXZnA6hebFommbO/Y2j1e8VA9YJfIx9kjIPguZ5dG/pO4eyNV/cGv1OCnRECqOoEZ36PigbF3H4fYvAcEdlFAADyhhIA1jAI0FDBDJ0EySJ7qfhz9TNgOJ4H4ASo2Pwt2RchhsjJEeTN5syO8NAJI7UEYkpKXNi/BClMKVgR+mAOjYJVK5O63TWjYJE2SMnFYsYvkqUUGFSRpEykKayLKW8KLOWMzYLzB+H2HP0gwWF/EGb7BEQlK/X32RPQOGfRwL1EvkrmyHkICATv+td7wFzYZ3Hgci7c0F80FviewAwSWBAoDBwfXN926An+VWZAH7nUbe1DvxtbW9fuWn8417gIfw9AgH9TJAcA2QYUMDnueCP3/GdIAbBbyGA8UCQeC6cx/90OPT9H+J6rdZ37a45DaSFSQDmG9QlVMy8COKakOTughqzsPI9sbaV9mI8I7zfavmR6fnv6WeF/9vW9VBNCrXY2xQJGmxWoZ7kQLpCk5X2Ur/DYCHcaemHgQJueaX0XbnvXW+9F4XZQYWxtT7DjcKsx7YOxFwXpeWB7qKjLrbO6pcadcTqLI+TMAaPnHtrB2Rceje+srLKlOQtb734O2AY+yZloC04ZiHBVaIreP2neRUcjMGl9ltdVlcu3aAXN0FkRtv1CAAKmtz8wUCBifvBFcIEMOpjIBG/As/kNOLArAx7IAyYEsgiJb3NG4EkWfLRSpgivQ3wIsM4O76gUvidGK8TRGbWV5hLYB0pexIZGDPSRnT4IZPSoYiYGuZuZ0RhyMb0yYsyczlbDDAhsJoEYdhPFdxv00Bvh+BRQE8Ce0d8fulN6B+TIDkNLBCEAu6oKywYFA0U8PE0TDigsU8fjwGaB27hfLjV3+xubwuzPA549erNj/RTP3y0rf7vzUfbNz/Swa8feRpIbAcouQr6gX3xEv8D/KB/bIsaE8G+BQQCKBlyQDCQh5EcTvKW8KUfHtKsTZ1YFQIGLYMfywptbavjzDPRcft55bdW79Jof1DjRptwWi6BckfQkA1xj+ZaCU1lZDEeF+4bS8AyBgoXXtxSE1Jk5heFCeYFmfoRPwywDOp1XkgPnEJTiLwWz0RntPNGZGPCaPW00mnfaDN0V8pCSg82Xaq8pfiRIi9Klt4XCfu6SCWbiM5gHk6mInXaCq0GIusyTmukP8IAEyB0FiqYOckdZzmgZjpBlYA8wIJZCb3k4hN7KaMOmODWW1HWJjrgKnyGw7RlPMSO06IX5n1TMUmc2OVSAOQN2HIZZT6GF1HAKjZdYHvTsof1oohk6zKg6OlptORObxS8GQM8hLjfO/yAg33u3PQEiMf+eCRSgKLXv3gFjGifDwLB8lQ4oI/tUGP+NwcAmQGmA1z6wHEoDPChUPDhwy0l7YMhPfWpN4SJYn/6qO+rPvCPH/Ey6m2L+sVCGLgfiwB98kpA+B+93/oymDhICvxFB1gMM775ScuU8a1dZTjqNaVSOyhhoaf2Eq5ZSYwBzlxMH0Ne0pEbBUDjDAdwRFXTcAKiABIGEJ+BFmEGMIIbygUgGRJBMTSUhFgHGc+syxveZsizj7QRRiKsKxwb9uH1+CHTuLKp0CiWEzt5FClWbxMK+lnD5bVFW5NiwqL8dJgdqIIrgbLCWnqZI5Z6XpOZyxmbBRbyBPoBdDroRxPO4TAljD4v88EsBwwMZAiQt+eBBx7780rA9QtCwh1WAfJkEMAPGijUCwoo7hfQxzsYoOXhtt7x2b6Z7G9L9E/M7+aVm1eYB6YTrD5wtReCur+F/1WzINwHIhII90sGqMPH33oimFtBLDPb/3QPYbFK7kK0l8RdbbFFtwPqshqzUwikL2FPtT8cM5MYSJy5FIL5chkFQDZmERrBmIAP8CIW/hnQQCnYlAfWiDdXo+72YE6GkiRv1OYe+/Mp2OmFRegSYIgT5KApt8RhNsWccCQ2DirYbwWQipzIQlFROJ1kxxaIJJDkCjB6YkuByp+TM0ilYRaRzoalaT9xDQM8nLgDrOYUBJCj2xmrAZkMYYG0YRH6N+ARSb77zaDYVf9VBJAOsCBwg82gYx749nqf++BiX6wdGCDLoIP+JfRtbdzkIxbIy2Rw+6YO+oB8UECWAEYHmJWAPBKTm0FAvz9wDAKoF33gfCiSZ0AC/MA/M8Bh//erb8X/Zrr/yy5SPSM8YCuAbIK5Td34INVKXIpaSzqEi0Opu49Lcuxvn6Luw+Fk/9mMAGAsjAMShCps/yJgADyMEOZZhiGhA+hhxYAPHKnixOlg2th3kgAtJDV4GuucQHqomv5FAidaLSwOpPUyFX0A3QyWJvCWxziTDtvpxVB8G/PHyANDUQAXOsopPVLzFUrByVG+vCgzl7PEAI9B1F97+aI65gD6fuXJjqGnajiblWtS9pHN7gJkzJouvVwAslop6gUaxbjKJ5WJ29zVIiIl99QWEWsfs3Hiwv/nrGUEAPVXEOhkQEBAphgWM/rQNwQedPLqv0QLA41e8dZBIAOq2GMj1sYyxuW3cduJBNA4TBEgn07YRVmSJ2sDn84BBAsci7PCrEcIHidA2aEOoSzh9XeJdNJwaoUHpUSJAFZBnYicKQbYyEnIEJhAiPCNg9Uu4LU5ZZcPQroi5rS/CPFYxi4WzpaMAmBgA4zJL3geH1gUmGTsqfAE6iTYMHgpIO7hlWpiTFgwGPljn/xSwql4myEqLJNK2dOnRdU0MRLFWSWzjtE1YcslIk7ZEhWZecGiHbKsUJJSOAOfSwGU266/AqkBXRuPS/CZumknJA0DbOTAUlXPYTUd5UsT6BUBq1Pqdaqq9dDyihHpcQPPWZcxADR2AQwAHC6BCyBilCHYa/8AHuBpCCfGo0AZuqIJLkIqQtY8GgjmSCcmQOBf4eCIDSMXbnswFkacs5GOgpBQodwswnilUsSJgloJm6CfVw8GKlJS8nDBfALhcJBcDn9NeTCKShg8sf+/hgE2clChf5pIpVMg38gExuQzvej5qgGxZfKoVJCoWBYonVjFPxUyzgADCOBjwcQSEcSRFK6PR+nMrwwcCVBGrwJYHAImFRIxWHCsbBIKArGdTIFMXsClUyglSwelDx2UAQMpAUVBlvRWopgblg55erDPJVDp+NguqmTnPa1JxNsGPNmrJNZ3McKHOqe8JjOXWzee5WL2RhrZp9SeXlSrqEy1BzBWPE8NL10QAc5VVEpJ70YJBqb/zZAxADTZAi5ABK+KM9MDcoI4BX4AHeAGkYRCrkBNIk3uFC7MUnhwK+kBQ05HoI/yWNW78tmMDSgaD+cIkh5aNhwKRKGCI1StZcOmfs6cdO7hOj/S8okRzbBBkTAjj8wwA042OvIdT479P75+g5+hrB1tpJGXC9UzoUqIZw6YSAY09qCIITkPb34XGqMINwQ8VsCxEvDkboOfkFLok5MRABT/gReZNYE5coA8jKSBGAYQ4wdYB+QQAFvk2hIeY2+FPAaMmqYpKQc+ESjUwWfQBImkYKM6CkkxnCTQzw8xJ8WGkqtfm1HJ2qzLSWmlT5hKY+O2i0IGuXjyeKFPKIHUkWG8An2xnRelkRnKb3zfQ028S+ZxC1tmtheuf57eMyHR4QX7jHzGLPlUa4koBLEXt2MP1LdDL/BlBN/qPR3atKp/aL0hMgKAugKCAiAAbiSs8BEuqLAcx+OhG4YNvQQl8KdYgyw1cTQlEpyQwKgSuBgvxQFaEWjUAYLIkkxt1owzUvAOzhlaDpEFSlQycUwqy6PEnh1x1ipTTZ0scNios3NcfEtnobOOAa2rMbyYF6WRmcmP3Kc1IpfGAXD5xkFuNVu+MW00YZ5aLqk/jfm1lxpywez4vx6GVCAm9AMCS2UOulf/b6/hn+yobdA80j9FTmBhyskK9SKdEhMykEEfSBKcKdgfmMH/AzHgBldKkaZmRV9aBh+wR0TOqYLJMR0hB/6IRDVMgYSRQZz0EoYp0EhlLCPC5I38lAW4xzQIgiIJjNOkdrbSoBxxiLuDSYeqvxZWOPh7YKmQSNQCLxsGOHvptNsXxxrbJbbyrYlUDjBA2nk6VfsywwvLL+I22zMjtUV74B2eGAPcZE1LihmgWl16AwErn1LU3DZJaxsJKzLLfvHUDE9GRgGQdp8USeARg24CltJzlBiiePMBseINaBjcAvaMLSKLgUUYspbOpNMVJpww+WxB1M/8zyoAUlo0IwTaMBM4SYmiFORCKHkyw4FtDo7F6TDOCuL7cJIX+1gJ/UinAEW6AFHchgHOXrilYQyTxjfN25jbBQCXpy0e2pmufan9rrJZae/5AMrXTgbcVp0yiF3uCkjxKNIiwr8R2oZ7eNHHLr+alEBw1//+2YDgK21oowBoQheokAQucSfHxowRcioKFAGVPGZHfCKJggqeWNvGMGN1EgS1RBFb5nBY5xCqQB4JKYLTo4ZejOFhimCdwFQjmzVsLUIie4IiFyzLNjYoODnI6yJGkCBZxm2faEA/r0kjM5LuUvty+8lYC7zMvnD/vv3djXZ74SG3vCILiuhfkuOGglr9axcVdLE931pqz19GD50bX07XRi61b/RNJtms2EnkY2CQRJJr7yqIraJ6TkbgcxXga3WZy7m1OhH1ymXVfV9L1zuPFQpYH9dTXVZY/SpTsUvlHhvvU9NcnVgmM5QcWDxumZHZ/Yl+1ToACgyMKwWf/FKgIAag+EyhBgnoE0gCW5TiZ4wNGmWkChDqSnoczcsGzdoIhfzJtpmYsYteMc4ANKsmGkEHydSIKAenwCsyiHIpKcEBbDZDkQhBLRLbEQST/J1KyZWDi0ciFyy+DrmFbb3ymjQyI7nUviZSNgaA8+33YoMjZBnWJrkhJU+U+6kaOaLnjd+QW60vfN5ObdjeUBu51F5Qq1bsSpVkzefghKm8VrnuA5aSpercGmSZhlGnQARjOV4nV1kCIzipUTghnKeBhyGhnCgXwU5oRTU9h0yX3h7geHyyZxH2lMOUjh8znRJDAWiiMyemXMERMMWoqMDggkBFIKX5FQLEyYmF4HCGOQcCSYQa6kAk2THSRm5++m8kt8UwKj3gSh8yl0YJAeRUMiWNVOijBBW0TT+xTqqR2mUpRkmlg8QZ6y2XodK2wEt/ZyXIa9LIbGSxfbn1eAIALzMGuNR+t9PqXGyrl9t5Ep3ay+2nHWNfVzTvVrhAs+qedz8goowYDrUdJwbYay0/YSSwJNG5Awd9ty9lHq5Il3qYbBFDCipnlMaiToEAFfENafr44tYNeB3dXtXpiBwuirEo1LVbDYqGSXPgSLvce+DnBLia9w8/pMTzuA4mYwAIBoAaJk/AhGEMvgd0RJy9vmbBFg2GiSDy4rDf7IsQuJwT5C0hhhdnZHVZwEYmAm51hqIpSKrWZt2KUzrcBknqVGTgkFIcwNX9Yn8LDyN6ijisS8/5G/7gh+QTHwdjHcQ9sXuB30xZhERtF4iqxGOAd/2kHzvXYlRv7WLg1hd+SI7SmM7dTSK2bHomd3dcO3qq9F4R4VwmWXtiDax0XsRzhQSfc5HsbbaIB32t4PPai4mo0yDAVYBcAhpHETmzwaqDzP5ko7AitmdVNRS1C3eI3DDUBA4OIccsMNFDyeESUi/SKdEFgM8ZfnRpeNFLLaiB4FUwB3kEFUCNnEQ5gITySF8AE/CGASfxyX7lYTJJfKR36kgT1oAhaZKbs3LOoWIwIxu9ZbWU0ayOG0zAUA/6ZbGdOAqHD4tk7p5xYKKzilCn0yXIa9LILCSG6xADSyUeA1wyJC3C28QAWb7HZsQhfwsAEiODARqKxMuQadoBbQGAl0XhShJlD1IOBHlioWaNRruUv0H9xFC9czLnYXEz6pXjRIjH96ipUR7BlzwxelNfJmO9ung3QJoCTQrax43ELJnJ+FcnRyOZB0/Nb5pOiVt+QIaIEH1BoMIeQxk0yrjjAx/pyxExVgFsjCC6tICVx/IMTbY6NABPi3lf7yoNHjqhosOhV6xNkQQ64WG0kcS2bFuKi7MSYCMQjLeDnFLvRL+IYyiTAhMVqTmD0IQ6gzFq0sixyhBRRp/dmmOAANez9sKgzOsOselWwTv1eEOva5x7q73QLXyxro1c4hlCIZHE1I/zQvstsdAEQLaPD1EydY9NNX1eH7HooHuR5lULtbQsA8SpCh2DaKrIEWThgVQjwt60UtHnlED5qxJ+03RKDCYGEPcNmW8IggYSJVoAVj4AQgFAuMAPJzWMQNkcwBstJ0YfLmaQJUWxGfpyKYKs5Qvr5qMeIkw8lcMZpD0yRAMHygmE/qBlaAOR1YcORdK7xOGwUVsLlknSsNYA4OxFuDI213Q5ABCaFgyw/QR4KkOBiHqqkn+RK54/KyzVbyVtRV2c0EZiFtiSj6yVBtgIEbxXkdAygphS+sbSnR+PUlA6X7WY3QndEsfgcxC68do7sYCZVind9J0uGeers5QxADRuGBoMBnpDqYwPAFPp4HIw/kDhpMU+zigb2HBCpMISZ6czpjIrDOEi3gAX3VAbM+0CMW2fFA4GD3HCGG1IFgNyKZB9inR+AZ9OHi+lkQZxRBMSPgOcixdGlc6MUJZKojdsU4xXIwJAXeZe0jKkNgb4jPlccTr3We+2F9SD9dxD9mIloWc2d+8LtO9NaiNigAVnS1Z3SdSda787aF03Ai6ro3t9mOySY+c5r3+h81jU22nm1YuxL7q+CPfyitYBgiOoN4koEMB0nj45uZUxowA4fp10JRkaYHBAMaOXswRw8NVPn+O8vsgB5WwDDjXtLnEpjqhcOvg1rjbiG3qKa1R50k/ApEn7OYw6GjkBOe91gHSHS1vMWWBomjmd3JIVP3AsXLEjvAcCQ2+QAcRNaiNigOEoSTxPUjRE5yzd5JYEdp6Gg+eecW7dq/RLlM2cAgkEzNlgmix/6qrCPH/A4X42izu8JgAc+eOHBWSak5J98s0TLRa/ZTqnSPyTxOWsiYFsKLXlQUXNP8GI2C/KLTo5HjWU3WMaOYsSDFCoVPEp3wsc/meM6rXugWlCmy5DfwvXVENuJUx5ITRpGJNbWPQDace0iZXEnSCWII2Srhc2My8ipywu0A92oJP9UkHEzud5StRpESNg1XTUtQkIjFe8eY3Dj4hiuo4o5dKm8Jir3eWY8jw+0a+6FwDqLyPKPIJaY99ieCUr18TFjQD9K+0x6rprRCONjMvl9r+m640XNa0hA1RLE8XbR1M6JgI43tApxy4IeCrbdw0A3escK6X/RHDUg8cgrH61i5N/nLrkZfI/0S6ya0QjjdTlMfRr4/tcA9hIAk61cl+UL54/+hI5JgY4zvh47N/ucupaeQKggI99I3jVywifji5rHbhGv+BITOUevQoJosI/extp5NASt6JJ0t8IzVfvCofUanEPVveGm5mtc9gz19MmpSYx8yyY8qS6IyygX2wmVkOuadiWMowZGenL4L1G/yYv2166jbzB0r3MkF0Z32sEMeBVTUZt1uCmljux/KUmIw8BflMlAZCLx9WK7WMrYaFcAFcNu0Yu2wga1sCw3tcN117d33HZt2IjjTQiUTNcrVaPbMoXTQgItGOa7DEcf8Ky98RJDdqPXwIAu3ErDDA3wQB9qgFg/aqNYVrdVyFjOKQ5qruHoLdf3UYaaUSiBlPBnhlhBX27T3acpg0/9u6Pz25dYDJAoV8uFxoilyQYIBdzGFi/aHVdyWhUXnefpJhgWgS8baSRRo5H1PZoUNkE3Y+rGthuK172z0lmLHuj30wLaQBksSSABP6NXKqyaE9XqpSifi3Hr9+It6R06sqfQm87neMy/bdqpJFG9hK1GzexaGbuyMmfY4AxkD8hzZ5vFQNk+E8XTceRC6X/DvtF3+wv19cy/r8y4q+lsGPol4C0036QRhpp5HBC87XDzCKc0fLsVPzkkN9g9Y1vhQZAgVyhf/rPyBiEZTDhKp3gGoxNTOrWEE5i6KxG/kYuf2Q1VcZMNtJII/uUMoDvNqT2pXMElCZdH8myiJXMbnTtmGUP0DiKBAOUcV0qvZMxF9EVizyFXwXJfJSMw5+veU1IMCxyHS35VSYSWxT62vwgjTRyyoQ2Rvtx40owlL/e1saGA0urfnMlGKCuEdg3jn+6PskARd98rYaXb/zPxDojwi5TJWiEfu+K5A34NdLIEYRGSUPLD83MTbDW+KRTW/838x1havfonU4BAAEkMHDy36BXrpWvrOIrhJzEv/Hk9XHXkQHAamDWx0p254WNNNLIvqS0OZpYabrQijFmU3igCM5koz9WYRuySag4RWIGCHkLxjwmonAR6sskFCvfZQTQUkaDNuvXdsr46y6yX71GGmlkUtSMS9ukzdGcBHaTrSrv79rXtgkHkMnOnXflOsViAPQtwFNE17JcTJ8rTjcV0EaCpFFpj/C/EhanEP1JNeyvkUaOQdTU3FjVpnSKhpdNq9YKEYb1JyYyjyjVCGRNpmPLaZFggLvIIDY2xZWnAL4p/V/i0uFLy2XIkIpGRkRIM9zXSCOzENpatjM5o+VxY0gG1OXY8c+y36Z9OoYHCwDqik2i2vACxVmkDqWK2o3IMDnRkDp+Bf5lirZRcVrSRhpp5LjETdQNmrYWzbJqnKPNryI4xyj7tnhyXWMBz66oHACoqzWlD1r7g8jLyETJkMWNSAmNaHvklIXKhkqh12TiqeYaaaSRwwkNTo1KjRWKFc1v2AprQlt+la3v9EwQM3Y5hQKujjJADpDAqdesrujxV67vyAU2yKZakVd5+Rtp5EyKSUYeeAyIe2HTdv9TYy0N/IzLy77l5iQ0Sbhu4QrexsH7bU8zF9c7YqwN/HEn3dBEjMs20kgjsxW3ORqjH9fD6jU18C5PV6zTHFq1QtP3Zot7p+muBAhLJ1fJUOZ/EweNii9mXss4xWbSw/8dpxpNOs1QI400clRxE6TtMRJoT7ZF1mb4BgUFuiEPTvcqlVcqw8em+BrygdFNA0Bg0dfZ7jiKLE4HSwTlZia4kUZmItHvgt3h8KfeyWMsPl+z2xn/tRc/Ei6dunRDjjc5CAjalasb556fzVcCJxI00kgjM5RocaIw7tiBczqNbvVE41T07iTlTRf/P6RTl493+iuylyKkK2SxRAn7huknL/FEQCONNHKMEryORmjsKxPCw5ZbWiq3w4Vr9sLSv9eHcI6yOrkr3Bv90zDSlYCaSi11Xb2RRhqZvUSbYyQeJ+3RrbNqilVrNncpnpnL6H57I7LXcr1XIYPh+CjoV+dx1cVDq379auFDuj1xcU/sajfSyBsr2cq4JT92MWGtBw0zwqvmPOjm/OcBmuWhW/Dq5t4LoEuhToMwi5tOYbP/QSopnqR5pdgV6I2OLJymb9VII2+IRLOLFYDRYP2gJDVNYqrm3LX3oG300G360AlPXNgMMGGM/mwd/wiJ0PSNnOSow18jjTTyKiTbIxywdMg4sR7QDThkuBSQuHS+RKR5yN7q6erl7i26MsEBgb/qeoX0BrW72jKyuo7jaNlII428AslGK4QT7mQjpXWyPq1q0M06mF2FzWOFZZPwJ6kvoEyUtBsH6tPSNNJIIycp2SbVFtUaw+O2Oeh1KyY2vFsBhUqvEQl3/vKPMX7/L+g2BLj4Myne7P4qQXMhG2nk1Uq2ShqsQVCiZqkWO6SAs94V/5ULS28Oi0XeM3vQHdk2J+dGaj1gfYpPVzpUY+llI4008ioleUq02WiSCjGpySYasyRFanqvk+wKN4l9vUOuPxz0VoHAbtI6yXDor3JwrtwRyurLGmY20kgjr0iiaUa7VJuMJTH06xREG92sPSTJ8jo23OlTK/6CqwKlzUPe8eweMOOAhS9DpSspfy46lYscQSLbNbVGGmnkFYrbYsVMEIUEAtK/e5U3wx2+bzop074E9nP546EooC6Pr1NeobErlZdUYRHMHdZ2kGs4RuX4vmwjjTSyX6FVxghg9svUEI17eqtzxzKZ2cpuDV+YNLvNaALyVvWNvejnUN+xN1jrDT6LlZJldqNmyAML+axMhlVLNjWVRhpp5FULgKe326XByAHZKxYMzq7FxtjcriNwyteFmIlgHHQyBTzk+kPIH3cT4oqQuhjx4upJUZ648bqRRho5VeJ2mi47AvECEiV5M9zxi2HnlYCCer8ibkInqJlQMIMPLEou9C6d4DHRVTXmgX5SAGkbBGykkdMn0U2jdUZ/LlrqcHnbybXbE8vJfVNDFMB0eOGpAuJ6gFy8a7tH0+1VpOEvLurUnE7u6jbSSCNTpDBASbTeoDRV8NR2OyM5iby8+C8AqXe02++AOJ89WpA4aME3RD+JcjtSVo000sisxFAXHHDoHCJgspTKOzMRWpwESnDvHwzwCL3fECFdulKEgyChP4BhBgfe2uFjI400cpoksQ66YlcQlzK4FafDrBU5pbLKF9ylS3oAAebSWRP61sEGq+515WikkUZOpdBChyhY+MooYTkDEDgcojsGqVG8lOgCs4TS2Fh4X0qDgo00cloFZDBTya4wrVV9OcdVMt7gDysHt3N08GUUbtWnDDiqDJ/2YXGf113fQv32WvlyXFeykUYaORahzcZtComAnOJYZP9Lk/du39yCls59y+Hu10hh3sPkzzMfxzTOGH8SKaZ+jADWv1jT9W2kkddLggSKEHYHq2x7DOqMI8ZLkWgG9OYIWBKcTwho17EtSB5wJ3BxRpe3kUYaeY2lojQ6w2+4299oN079jt4hnS5jg2ajshdwid3tGi2+6W8W7O/4WFmSZFjyxFhBI4008hqKQGLTjM+AUZN6A58V/M1iDYz3VAD23AfeC0MPLB7yi1eG7EOOtQSNNNLI8UqNIO0BFzODwOOXYH0q8DFyvxQIMhiY3kYaaeT1Fz8iBB5I5y7DjllODDLi3jQjX86CHKt40mNG16iRRhp5JeLhNDVr3i+BqgNNzY4onxQGgn7c8bGat/k10kgjjewtnvYdDBjm3xs1TjumMALI3MfsthZspJFGzpwY9yBPg4mbHUZkfwxwz7ndWYspYLqPUw6G/a/0EjTSSCMHE/cXGQJ8zSngzOSAmDoLCG6kkUZmJgz/uScc3kYaaaSRN0joOwJ/DQJKDnoRWE/J1XtjGXIjjbz2Eu13+lM7JhDhLOPkAWFsZL65+f9opJHXVMo6wGkI+IomVl8FnhxwAG8XuDwgijbSSCOvWqqbx/ZFAneR48asV8ip9j2Zy/BBDCEk7jXw10gjr6EYAfXZz3KXXWW09Z/1kTFdLXHGeKc08NdII6+p7EUC9ysH7ES+7iK8q0PeG/btG2nkTAldOR2bZtxII428ibJpGrg6nQMmQTzL8gZ8xUYaaWRXiQ5ds51AkQYRG2nkzRK1+ekrAiflhOHBDzpP90nInv8Dx7/nViONNHJaZJ8zIQwYniQmecPndM9a9sqnYYaNNHJmxfMge0Hgwdv/8eySsgrtasCnkUYamanAtPbaJvpYbw850HrBGcCf8m9mvhtppJFxOcqSwINJQ+saaaSR0ySg38kh4OmWs35TSyONNDJVGgiM6ZAZdZIH93/3i588ePDg/83Pf8zwRhpp5FTIWUDA6QRuv93u2Q0QDu7/J9CvJr/LmEYaaeS0yL4x8HSO5J3a3uvz3z34yU8e/PXrnzworwd3M6qRRho5FXKgJ2JWYPNyKGRZ85st93/x4MHPn69x0fp6iwz+pGGAjTRyCmXwUrCqEK84hhBYu3+jQb2h3PvFXx/8Yu3ep/cH/X+6L7n7iwdf/+Q/OWrlx0pWuumQ4K6u34h7ZSVddjxcWYm3FOrO5XXrKGXnYZqULDuwkUYa2U3E614OXJVGYYH1JPVu6DD81eDhy9npSUj3dw8ePPjZ2l8fPFjr3o8BwAcP/vrPjvvjnUr+tJIOCe6HVpD8OM3dvXPnu+6fUv3Ona9aVeo/Y/W/fpdK3/w2gxGnnCI/e9jq3r2x9Cp+okYaOWWyn1s5CspVswa1JKMzCXVbpwOPJuV4bl7ZVVYAvJ/d/8mDB/c2dcwxwOgC/7dP7pTXn27eGXFXoFd3b9+5ExSwL2z7hgTWv7PY+r2d+GRVYHdJeij9O7mLWaeclC9vPG/9yzet38ynv5FG3mzZ9+0fNbpX7rHo1VPX6eCo5xTJ7OZ+Q/7xwS8ePPiFPj/pigEK/f6nvDkJsraz8/e/v3Pnyws7Ozsrdz75cufv5dCnzvqWRxjgJ3Zvdu98InL3x42HG19uPHy4sdH6850/bXy5tSG8u9n64x+Fdn/6Rgzwk28u3JbtO3d+L7MbNjEhg0vXO5vXP2ztXM6ARhp542X/3aEK12oAtxujOuwmL3C0A/eih0tiXi31/N2Dr4FAsb5O6z4unLVJkL98AsD1YXorG0K0zkZnZ8VhIQ+nsUHI3W8/+eOXGxYF/Lc7v+0ruP/Jnd+3/v2d3/5ZbPC3Dz+5842VCdxVFpfvrnTV/+XTSCONhByiNUzheL3NKXTyIIAUyDfNyu4ycs/vXvd2nAgyAnlwvmCAwN/XOv48YwWAd+5sCLsY3ytSHwPchPURj9TGAD+hdyuYQ/4rKPmjI/50588Cw6+weuePd+5cdeCdO+/4PE1W5rtLnXvXu621fz3WG78baeQ1l0NAYEGU2HS/SB1nYp8rQG1f6BObYumzOeORutnJfwj4E+qtDT4F/v6Kv8YAE9Ru3vljGawbHwMsU79DNggD7AvhQv/OX74TijpC/WLYYKv/8LefKN4MUAD4dz5Pk1+K/j3cudtt8WmkkUaGsu8WMYS7dImBvQSvRDf2hWixPLGOpxn0usjdBz+B8gn2zACFhf9T3p9lbKt1KxmeWN9fbn55c0Wvh3JvRazDq9E7scEv7RAD/H2rf3Nl5eaXK0LQ735755M/hnxyp/XHP16Tyurv/5tQ0too7yIrN76/ceNy93qntdKMATbSyLjsG2pW95xMGMW6Y+ByRzRxgnzyZ4I7wd7XP3nQ6f4Tw38eBLyfsUMGuPLJnd9vrD3ceagP7k5IVwzwu41wb8j9+y6iRLf6Oq92uxdQ/jt1d+kP8xED/He23FE/2Q6l8nm6dJeet+YXW/+ymP5GGmlkKIdmW736XvOjO8sfZV++/SFXfbf/E8O6qfJPIn9QwAc/WeveAgoFf794kJGSAoA71ZDenT/V3SJ76bzzJ/V8Uz65c+HP6ZTnL/9OJO/3v//497//8yd3+n9MAKSfbIci97jg3aVOq7N0oyGAjTSyixxPl/PIrG11szdgnc1Ih/glMql7wnjY/0dG/ej6/p+Dwc/++Xd3cQ57wDkLLPl/BHQ5Btj6qjjl/n+AOL8UHg6F/7albm++/tz/6s4fbaP1jRjgf1Uk0h8ywK98bqSRRg4lxw0avTFK+DJhNlllUJIjcEfLQXI9HvkQ9GPc7z8OJP/EjSH1rRB2VlZykvfLmze/ZFTv5sN+66GcDPHdFDhuMTSIT+ErfwnZUA83nX9B/S83w8bGX35srTzMQcOVlR2bvskNco000sjh5dXczVYXIFNvhu+EhicPZIeWf7rrHrA+P/9P/1HHr3/3TxkzRcqKl7orZSLgpXLwFI000shu8oohEOgTCu7JRgHH0yab538Xq//oCosO/mMnIxpppJHXSk72gb2jAgN8jXjfiNz/578++Ct3hPzkwf/2aYY10kgjr6G8riD0SmVw/x//wy8e/Ie7//g4AxpppJFGDiGeQIlb5Gp9ctHDV0dOG2mkkUZmL4I+I13FQhvQa6SRRt4kAf6AwVc5HtlII4000kgjjTTSSCONNNJII4281tJq/f9ji8RamJooAAAAAABJRU5ErkJggg=="/>
  <p:tag name="PPTPRODUCTIVITY_GALLERY_NAME" val="NS0zjpJk7uXJcRb1S+5ZZMIb8TR10RA83YxYCXkFevMUzay+jRXrecmgLF+1u7TvKZx6rD3yHx/zCOczukKqVg=="/>
  <p:tag name="PPTPRODUCTIVITY_GALLERY_TYPE" val="_who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/f39///zgAAAAAQSsXFxcV7Ukqla97e3u/v79bW1ubm5iEhIcXOzr29taWlpRAIEJScnHtze3uEpbW1ta2trUpKSmtzlJSMjBAQGQAIAFJSUiEpKWtja9bm75yctbW9zs7W5u/m95SUte/evebm78Xm7/f3/9bexcXO3oSUpWtza1prlBApAO/e1lpjWlJahKWlxSkxMd7W5q2l1kJahHOU3t61pb2MY6W1xcVjUrW91s7W3kJCe1qcGVreGVqcSoSEexmcShneSsVavYRavcUZvYQZva3e3oSMY4RaIc7FnAAAShnvjNYZIa0ZIWMZIdaljMW91ubv77W1lBAhWlreShla5hkQhBljhBkZvZycezo6Mc4hWsVa74Ra78UZ74QZ79aUc8XO1ggQSoSMjJTma869a63WvSFaUpxajAhaIc5ajIQZIc4ZjJwZjEoQhEpavUoZvRlatc7eOs6cOpTeOpScOhkZ787eEM6cEJTeEJScECE6azpSMVq9lO+UlAAAOoy9lPeUWpS1a//390pa787va3tzWjExGZyttUoZ7xDe7xCc7xDexRCcxRm9e3uUte///1JaOvf/5mOMnDFaEFq1exCUjCmcGSneGQicGQjeGZTmnCkpUnNKUvfv5qVrUlqUc6UZWtaU5nsZWlrmezEZEHO95nPv70Le70Kc73PFxXPvxULexUKcxdZaEK1aEPf35vfeKWtrUr2MlBm9nFpaEM7mnJxKWjGUjPfee+/3985aMXNSjFIxSs57SlprhKVaMVrmnBk6jHMZjPcZlPcZGc6ltToIUvcZ1vcZWu+tzvdKlPdKGfetGfd7zvd7GaWctdbm3sXOvQAQUvdK1vdKWt7FtdbOxQgpKZStlObe3q2tjDoQMb17WhAIAAgIMa29vfec9/cx9/f/YyEhEBAZCIylnM7Wxd7Wzu/e5lqUa+/v5iEQMZScpZSMnCEIEKW1tc7e3mtze8XW1r29xaWllMXFtUqMaxAAAO//zr17SgAZSsV7SgAAAEfhTkQ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zY9c15nmiwYUgpQBZCaUaTPLKSZRunmIE2a5m24x2yi3LwxIGh2CnliUR8yR0UT5P+iRXIZQA6ZmJxnnanTsgCc9uUMCTVQPyjU7Y5ECLAu6JGpAlUR9y4Ykqg3c5/e879of8ZEfZFIixf1ExN5rvetd71p7Z+wnn732jrV7HTp06NDhUcdArw4dOnR4JNERYIcOHR5VwH8dA3bo0OHRRMd/HTp06PCIoaP9Dh06PKrohG+HDh0eVXRDnx06dHh00fFfhw4dHll09NehQ4cOHTp06NChQ4cOHTp06NChQ4cOHTp06NChQ4cOHTp06NChQ4cOHTp06NChQ4cOHTp06NChQ4cOHTp06NChQ4cOHTp06NChQ4cOHTp06NChQ4cOHTp06NChQ4cOHTp06NChQ4cOHTp06NChQ4cOHTp06NChQ4cOHTp06NChQ4cOHTp06NChQ4cOHTp06NChQ4cOHR5tDHLdoUOHDo8aOv7r0KFDhw4dOnTo0KFDhw4dOnTo0KFDhw4dOnT4WjB1WQZDGrtLNh06dPjWoEVoykwT3BzKs++csg4dOnR40HEP9DWfFTt06NDhwYbl231CR4IdOnT41mFfYrNDeLHsiLBDhw4PIRpMdjh0nNehQ4cHHfeVp2YH76ixQ4cODzlm0th+3NZxX4cOHR5k3O/7WToO7NChwzeNaZ77Ru7kU5MdI3bo0OGBQE1GpA5LiR2VdejQ4ZHDXWvHjjGFbid06PBwQccsh23z0D3EYSy+bHkfouq3Eo/69nf4VuGB+DqrE7P7Mbfg6+v3DL34tbX9IOKR3vgO3z58c1/o+S2rJN4BOOjuunl3tVpw4/PiHEH8bxp7bF2HDt96PEhffvUl3rMxo2Cf3k8U3x2NRq27qflQ4O52SocOHY4E+xx+k8VBRg3rdH1ZinFm4WHxLacIbd63evs6dHigMOdomzSTn2U7JGCvisHm1Jd53nse9i59iNDYOx06dLjPmDzWMj/HHFCG/KTPUSBD3zPuR9++LnQE2KHDN4E87qrDT4l474F5pXvXmoUD1Zjbnynr4TvQoUOHDjNQyIT1/SGWiLpf7Eb5lOsgB87qgv2idejQ4VHGXIZQQVWWiZbv3IpHgGh75jtKq+UkinV2aYcOHToYooh7Zom7HKyfWekwcfb0LYV30bEOHTp0OBqIgOZz0GauE+GYNebXOigc4d7DdOjQ4duPgzHFIfkE9z2r3BU/qdLB6lXa9K4kaocOHR5IHOHtscEPBTbNweHbVI09Ko1yPR9Rf/p9cLS2iLTzhwrRoUOHBw1HcwhLF1UaKbJV+oA4dIUmhrmuQTAH1OIeAgO2LDaoEahO3mP0Dh06PMTg+NfHNNBghb0l4JGgtDqFgzR9CL4trhMkeIgIHTp0+DbCFMBCn5odnLkHbN5j/Qam4+zVudgAn8A3fRps7nIEYUHTr0OHDo8YTABaxDsNkdoHSZi5uq9wMwdpBW4r7Fe65XypW6W0incxdOjQ4dFBEkCSQFoCDX20B8LpQK5fJ1odMvX5HbmEzV6HLXIdOnR4tFAf98EF5A9Of4VF9q8w36NVosz+sfbFRMjSv8o82YTzk8YOHTp8+9HihqC+A1JBk1fmcaDshlXYAZn1sJgRlIYa5rplVrP8czmjqEOHDt8+6FD38c4hz6f8DMNsdXAEZzRrjLifZbTJK4vDwww4iWnLTMx3m11CUypptdjcrkw2S3PdMnbo0OFbiZnH+/ShP2WZxQ4tmhkPe0MtdpNRm8ILx2Z9M2JNS82ivXAgP6KGYytRdzVTTUOHDh0eBeSxngyQyF9itCiqAVPVvMIKlG8iAYeKt6tcVnDKZGOD0/FWZt+oTeA7y3/C7sgNKBeGaDIsbdTGqaIOHTp8WzBxeGc2z4DNSTLFOyBD4ah9yWq3N94VBXL6u9kbO4prsHBoIkQCcxTEYnIVaGXuAnX9yUhTJbFqZTp06PCtQjnKvQ4ucsKo2CmyYCKzNwa9sXhvEGw62tR5sI2QnSM7W6gPZDJc7h6zK2eLpbBekyrdqcxClWzYOnTo8K1BOfibGPSGnP7uVoV6FXqYYIKJ7DxsjuQpEhwPfS1EFlNgFE4gCkp7szC/pIW54UtR04G020xjpDJjNNMd7haD5eOL67fWjh1ib6588qfvZfJrxer6rYuZTExber3llUzMwUSdb2pjHhDM2oN3g6OKE7w2+WXEKAocjnfHxZA+LGvBdgCRNhyY8MylPgk2PCgouL4WDlvyuazXB8OBvevw7SrKhaEuyFSd7XCPuP3DRWFjcXFtKS3749mdxSP5sh8WFxcn2522jC5+uE/fJup8UxvzgGB6D94djihOkwPyULfJ6ZyLJTjLXFfOhxM2RXIa4TkcDUR+m5wHj7TSZ7Q52E0abNZuBfV6il3nNnUgNJoqkbWaiEk2TOq8E43NBcq08h0Oh8H24saZnY0zIsHtrf2nOwt8vri4j8q6P7i4uPNxJhPTltXFxQuZnIOJOt/UxjwgmN6Dh4H5x7i3OMBHuOMR0mHrg304DvpLDqTlUlQ5Ub3u0ARc6JVD7CrgJky42/jSlzi5qkNFxTmR7wrtUI12qmWgSjvR6sSkWzPf4aDQP+7Fj/WVWNqWBqz+Dz6gmFYZMy37HIhHpFW+JbjHvVGRxNHuVQUtkTP+LrzFjSuBLA1Wq4C11CvJ9BN86qvFWFnfBch9NRWjhlP5sGxVD+MkZlsPj2ZjbdhefSI7w63D3WHhzOLGslO3xYCRenDx/OKZCXKbtuhA3EfQTdd5lHFPe6Mhku51r04f3o3DfGwJCHEZvmQRDi3+AzZir7tWEoPdoVLovlLCRZBMBhE2qxAg8pV1Htpt7eueHk0/0t6WicqVKRIl61R0MDYUY4fD49ji4olMPuvk0vricWV2f/enT5aUu7V+8djOeg4PltyCavm//cLxReVWZXb5ytqt9bWL/lM0KzbN7ejH1xfXt49RYIxe37i1vngCT+o7m6Vq6Z0Tw+8tLlbXK1qWqubpM4s70rRqpBGsQrNOe2NOZEs/jDUbFh2b7IjgjVhtOszY0l5vS7FK+3W81kZP7oBjamaZPg56Cye8Ao3KzY1qVJ77R5vTbqC5N5quM3vRaLm1S6SlFo6v32r/bQ6N2NDWkVxMQtyp0qsH6sRc9pw9Kgcj2F7WlZ/E3+Zolzv/Ar74S1SzYGXOyhGsrGwMNJINzLYeBK5Jr51LhLFasy1VecsRVE5HhiMM9SBjeKUIwF7vg52NNX27kxF/uLitA+jFxcVVKcPt2B1VTpyByvriQ66ebP85coPjXE3RiTTOdcWW+Xoz+ucfmqwqBmb4jqsxG/JU/RWyybTLLtmRpai7tgXXM9Tc2ibC4morWEGrztKHzY3JLRr81tuKo6Aokx0BbIQ2amPH59pztrT3lnYOrZFpxFu5tbhDD9noZtr4SK0ov7F4fCFWE5WbG9Xce63d2ujR0id4TLUbaO/B6x/eKq4ze9FoublLBr1NfWMace4FtBOIVCyLRBv4B7wWambCqeO9IgivLQHTp3ZNLjW4/UXvpsl+rTBlVYxHDIVVR2PZaJAU+fKahC0t87TPPeGIwz24OLGxcyqTu/+ysTjovZnHyInFRR1L7/l7Xo6aKie60H/7BciGgzAuo54QJWyIFUwAdcWWeauO/mZvWwfUGRW+k7JkCU+9FpVXN3TAknE1Hc9EkTFVRtuSNXUODwGq0gmI3NUJlmjXeZN1tTEqo6ElqtqxdKzdEeMULcmgZWsXtbd0e8cxNn7YjvcvShHuT8d6o385s9HaAVyQJjBXpDZI0Plm5eYe0t6j9uItfOrd2uzRwvbG/Lbae0N/y6p4Vi/m/G0Uh2/Bzhl5Vn+bu0TZvSUx3IX7KnoaQ32bZkOEW+VdIS1eBWmUpTkGhhk2BvwKNkfNisCJKqcUETJTMJk/AOZWKQzHsu6yTUJJ5Hrm6j7g/kV+oDDY3jhT/sOOfruxswVxXCJ3YnF7i+89omCwYIc6F3pJy50XewMd9+SuS/FIEUkeMJRYuS59cqZhllT5AZEU/dTS4g5H7eqZE3lMSkPIc9XRVLhxfIvT8m0RtFrafoaWKpVRWTZ2ZJFgoaZLL+58iE9clIxgiXYdWmhsjGJrKxVCvYxhxBcXzxwfNjsibjFevLWxIxOXjbQBc7ZUkY6fptqZrd7zGW/j+GjpnY3Y6N8d6y39aWIH9D5X16TB1JdcqbzZmcYeUrOuvH382d5ImVl/tIsfRlUR1XRb7X168cONbGVEyZkZvZjxtznzpuOc8bfAce4WiCCvqyMv1sFYw3HRadwGqJLdQePaLcj6sFwQlpZORoJKvGagCuREuBqNpNYz605gL58967twdhsNW7s4c81as+p32BtrH56pdtsl9ENbAS4tbrNKVDl96fXfXi585T/47Q65OFB9ZiUFVLnGkRPmMcdmib6FBFtNag18l5Ot79rlTbGqjuXeGlIRdwf57XZRGcWytmHLMWpKuajmx9mPYz+sTImqjtfomMbGfGqhc2KHczzJYnbK9xatiLMjG3TEWJICxIQSZEs3dqa2dCB/pPXoBFt4YtE7+WMFP7Wz+GHZaPWgSge+KxWm07tnJcxU4d8WIctmZxp7iO5Xldt/NHU5enQiTsA/3lkcTLfV3qfp6laOqb4yrV7EHp742+wsahMVx3+T7epvc3jQdPMjlH/LgDPeiqcY/eMHvJuD3fGgdfoKzHMmBadswpJRA1wKKdiNW6E3a3VIYVY1SpB9sK/DXi5ZMqOVtiVyzd4JZTudMdqVOszHYHtxpzotkBpEAZ7xsfTDRclBCGvbAy4GOe9bcYZIZtvqrNe7srihQ0mROCocxkwXFeXkg1FmGVL1KfrGez4FXlwriiSwwOiVXEQrDOsr9pmF3qgECSklqN9hCdUHqMmhWog4TTUBTtTRhob4jY05vS3Pa9tE4KSOATyLvtKR3+XGCpJUNvV+u8M4287GGe/CxpaeGSzohLPs2AVOJo0zW+N/Wdy4VTZavWMHVH+A3rEP3V31iAa0D38QnfHwXEYvG6V/O9Xek+efWZc/WvRIfUic2RpOtlXtDe/TBYIZ+gqoeYYC615YXdYtl11y4kP9EatvQWO/3yXqw5hblZscyKR94q3RsCfW2+UXbJsyDYbpURECicjU68w00VSPUcLP4gJtz4LJCEePjF8108y3jJGpU0Ym6242yjrshX85Uym8TSkjBE1QxomNEBOLa/XXhZwTOja+1xvaX5Dm0v9+jyAKu/+C9ikVKyd0l/TlRkbfUeaUGfDWhxUFLvkqgl2klDzmZk0zlPxykIvVjzZK2O+FAoya7roORCuR2vTB4uInXB4tdVbsQQumA28MLW2MT/nsldExnf7p8+F3q478OfWiUPQWBIZk/vA4B2K1pbv/srhz6vb2oq3g9rYHzIh3rPeug8fQ5KlG2jgWuycbUNMnerfPqKpHFhe/29pD7237ooYrV2OA/qOpntsebJ/xQJ7bjY1qtFW6e4HNVxfdhj7H2CGNXuRq5t9GQnO3xNF+ry4THQ6FrCrUzBcI+kvulnwb7/IbDslApfUqdRv6qRlQqVb0Fihx6ZR/MbgBx8uCQ2F+nWYXjUbWyVhMO9WWZlntWBLN0g5zMPqhD3lD1Kd/7JYdgr7dFhM7x2uBgkfhjBXrMu9ka4gqN/otKqKohLFUkr+/myr3CGNIFcRmb7Aag/CfYlL4T0QU/CxFBxnXaLHp7HGrJ/kSQSqVgX5pWOQtNtAhLq2SPkuf6Gg9I1uIqJ2NBXrgOqkAP0wd541htX3q+cUz8ri2vahOcPlA+0ZuHP9cYA2Bq5pFAaZkjlzVJfHixoLaDB+Bey0/JOQO+3pwUR0T2O1Km8VEbcaxW1ZbCsnGq+kf9M6f+ZDe05vvqkDusBpe51c3XFuB6qFV/9FyyxZU6osVbEfvA+0Y3LOt9h48r92uds6oa8uFAEsvrKu9h4lV/21G+pexoD9w/t3v6pcgqhnvBpxjxlKYj1v/WsW+F3A44Fe8EoNjpnUJxNo8UFdIo5czEX+xwrHaqGJIlNbnhtgj9r6YrKt8mgqd1R5N32a6ASqVojkuHSbx3Y3UQT4S9O3m37vOP0b6xy4xsbW40fh5CLLOe9aiiavGFkVSafrfL5XmnI6snQ8cxhUjjs1SCpIqFoZrH8Yo1eaF3+qgjKA9CZa117fUI3WjqCyrDMSV3dVFq7u6tbBsq7VjC8/6UF31iCRDUmvHTvveRokfHbtSgFnnY3sspY5hMJ8K6uDFNTcq9RZCF8R1YW/kUmrhooCG2opBlZME3niX9ZaE7UDCzcJodfVd4lVkCAYfb6s0djvpslfZr2xBEXTeBzo1ryv/i1xfX4iROEF7T4ymyrlb849WtuyD3+b/qwQ7u26r2oMb+uvd3v6w3uSMn72IFXuYvw39q/42HmrUn7vEyb/NwZDdAKGwdPzq5FYMNN6F+PKuZ5331qcgdo1N8i18xihJL5ZNVDQyMQZYI4Loi6rEmFNswX1xwj0y5lRP7F16CLjpaDtS8yJX3ZpwyLq5nCjsMAML+s8fP51Ff0kopKBZkKDaGlViIlBJnxBN4gSkEwJL6zIa9/otDruqYhm2O7aOJJRUcXQuIC6dOM5xtFwGFiWUKDv2IfpGTVnT/NBXGn/nFnywhcrYzLZlOfNx7/SG5aZ6JXkpgSWfEizDGHUdolU9/DyD/3BxbSduirSG7fWOc9VAHfEQWIgrQzU9fHb9w1uKUI0IWkoJalMGS1faWvw3KUXXJd7S6hob/V2FGCxnuuyAsgXltr7YB9pC7YHh7/68wB8lN+rPJVDsvdytW1K8jT/aQCfJpd0vJttq7EGuiecIrje53Qut/szf2C1bDtd/G8JLB/I3YZDR8Q4Gd8JHubMVmmSnHIxU/wMeb3oCK1Bd/qA+rOloZAqBxIfFfB7JYJxQ80s7WitcSaVNOlBFamB+xHtHMzZp5dJQ7O22J/pC921oe3WYh4sf7vxpVX/p15FM+gbwi7hjvcFx6RId5JXmMyQGfFNs798smj71iZxnk1FuS2d4F4e9ZdVnsGpn47JdT2Ee956RhDhWom/9UEpkS7Ex6XCKQSTK3qQiB5l0FUdf78SHXEz9N589cgNLGWc6ZssHKpblg9+iRbLms9QcEEwmLR3GOLZInWs68kMBZg9VwdJF67wkfkFb/R48oBC13AnBJEhhcc/M7WhPDrFTtCEfXhxpS31WKjpcWxi/6o27uPjhmm+3WVxia7XR16XcBqci/aLCOYCph8birDOb/liBfGFicYlBPe0hb1QGelGdGFR/NJzcv/ijNaqmuyJXbdX7VAQm/Va6WHqh7lW9uC1VW+3h6m9jBajdVv4Sh1KAQvakiZrtZlzgbag+nQTDexzum/mz3uS/eGW6YEZLIOPx47gxZ9dC1qctvYcQIK9pzAlZsE/xnHKLzmzPq3g7XSXrDyjrGlHfe2BGaYcJbG/8//S1Bxu+TULHEji+g4JhDNBeRgoNH6j8t+fsDZxxDmIBVmOVLmqbd33dY3HxhxuSNRx7IC47U5bxpD90wNp6xSpj6Gof3lo8U40zFYvvTJOm47LtDsqEg1gEwKk12LB+C1Q2olQKMDdGOvJMXKKuLhgw1JVkhBRFIgHVdCCJZJFzvYskEqMaeZ26GqhL+GlxXf1TpNwdO8Sudg1DakBdQVtp42NFBYmvgJxKElFa9h6Vd9ky7YyQnaoePaJq+X1HaSt3tlDtUwiw2UWdiLPTql6wkoiltrtd/jbqgVob6bzc2Ngof5u9UB2RNUVVC32gMrMReizPSMuyoQ4Z+hvo37aoSyUIRZGhSxrUF0SAyasKeRIdxGeMRHSIwPGuiNXV1Ja4WBQ4sOWw2K/G7PJo2+2nQ50K0JVpnypREG6RjFWHuRiIY/wFllgA39URoW/4d6149O+/oQClCSKnA5X/9m/a9XgZmZOu4zCxCyok/5tLKOAWNb/LkPziiWe5hWzAUaV3aeGYRITCeQSuFl4eYdo6Q4iN17OlYtnYeN26Q+H0WvstNbnmKkm1HH1pDuf13tQxL+sxax4UoHuos8gIemLxQ58B2wToWI6EqTCGugQuZeuEX8D9zcWNsgHin3p7nsVhY8fNKy27/Tgv5UckpD8Qb7HJpT77lcZSYuUl82fzzyOnY76su7a9sbbbO+9AWZkOy1saV51U9dCknPFSOdptdg7EHlzUPmUMpHRRu0TBaDdHP2MHPLv44YY2xnu4+tvEQO6Szh2E/E7sjTx0I1GjSo95WFumC9Qjl0/YGbITf4kr5UBZxI1QohKTCRj67ukmSla859mgxZ1ytXVc2memQIWXR8S1scZkfhb28ZkurndKlSKR2zQBjC4ND29uMqiKSCVm1u7QwJIO7o3jVkFAZ1VnXoeNLCbiYm7g+uKZtmi6fZxfU4gATRzD14/L/XX/o670lSDz4vGPMvPimZ2Ijty8eObMh2tRASyf2TizCtWcUsOhxhhnovz0D2VYkPaoutmyHJN6XOWmwTd7Ogf1UP2xM2ccbOOz8Ae3pTxVxz+QmFKASuwkZ7NLzmxbl6UOIlCZLnFJUqt30b+GIFf0lg6oY80tXfqd6OqjOJwUjw4aH5/ZKHt79LH6Wu95upLaK1e+ZE7l6Iy2kx9pZF8agXovbi9uv6r6FDT2PX/a0u5F1f2X0jnQ3qd1F9UL2s1eSPazWnbLVzj3z4JKFOvUm73a+NvMBwdovWyCnKe8MlKaCYOm8quBBgzvKFb1AVzmOGT8EsYmhBmob4euG+ttSlHKru+B+qKqY+6+yUgTmB317mHOLlAqMt6O/Zuf4aFas+p1ODJcPBGCSQRY7uN4JFBuZuxwaPhw9ot3wAkW+oQ2q2hQTDQOdooLtAXKFVaM+1ZimiuorCILrZ3UCXUxVWBG6CiVPETzFY84+yYngYkTQaNTR0Mne8TI/RKIZHxgshkcODNUHcL10muma4d7hZQCw4Y6l6yGxx4JSOukqOpwSMTRzAEZx2QemazKpwEzj5mvSX+71Y/W+I2w14O8Z4ZJAxPOa6F3+DRhL5Ug8hwtq7HC2+yqAiZQlZtOoR1uX8zwis3NgvlR5JJ7przMX5GwQ4MC61QpdLINbFndiw5HDg+cCx/u1ANLjwLKGFiHw2PIuJtIxl+Y/Na0vjw11aX2U2mT/oY8G6kkA3EXjK0V1wVdDCkp7gWl2iDorx7jaxDlJjPHjNQBLq0E4ZpHDoDaSzVALKvqM6PgxCKzLa8qSZA2ZsYqUGFddW/XDneH+E3DoyYAUYAeFuxweAzEK1BgQR6ZeXhWR2ktuVoHrs50K/ajoCr04OGgvk0mS1g2aK0FyngwSPJhFbnEkBoc93Y9qEiPw61q8CBITsuu7MVBKovi8gk4pUVlqRmwdgpM5gVMDhyY4dHhXrF0YufMxsbqo8V/1YXhDocGP/EYFkU1dVDOOlZ5jHnC1YKIkrVaaNeK5ZwrKACXKrTQuDkmHhunlBaQKjfkVC02m9kbNI93LFmVNasWaluuJ6muKq4LDOdYpLlZWtIleLOsQ4cOXzdMRxJdKaeKNqsOTCfalzvqC8O1bDSBDkxeIqs8uFtHd5WpHvs7Bbk4cglf3RMYddXYoPm8uLsAvBOvCj4XVlcbvY3yCVpLtGo7wda0LdMVi8Uxq0xj2aFDh68ZHHqc/FpaiXQah2ImOcvkYW2FkRLJe9ydl+ehLEYepRttjga7E4RiRJ7FPA5TWVP+cVW5XEAZ7wYJ+zYbjy/yw+QEMScaIz9pMrJX7e6RpALdDoMSvCNnd5ZeZdp2oSQqA5hprCFzK3iHDtMYT94q2+HoYUJhP5vGkpvy4NRCZ5nVL30LxH5BiJU9juDhUCw1sLwbjEWBNtaIvJa71XntBCpOiL97/vUVzg+MU5tiw6QgUC7HkCuf/ZAMF65a8m5QUeUgE/ZGgX1z3TLXfD5hNho2J1shpyJ16FBjiDTpcL+Qx55/5VHOZAszlTIuNEweo/apr4fkQJxcZYvfcNg+hSpOfa9zE/H73gYqenW8TctNrT3fYKDiURmi8szILdi1dpxFQcFR4dUujVxVUheWVO0wYZpC3d+Wd4cOBdxG1knA+4o4/grTJAvG/Ssuk6bTp01oQXflgIX1/IdCn8k4rEbtagxQ8vw6OII2hhPr35hI7g/y9sHsT2kh8uSiI9Xjg10XHiFvW11lLtqaznlZJivaC7tKm2U2Z1k4sDbKTqyRZbWLMB3P2ZZPhw6Gvun18dHhfqEcfLmvdSDXh6P//+TPcANBQkE6sfYE0KK/cYzWTQnGkTQbc8NQ6rJCnj75LuQ6OdzRjqKcWDT7Ee0UOIO3+1Q6Nh92qlKZS0uNMLi0LssWGpClkY/klGGaQ9solumSDo826tOsDkePOLSn7kipb1+u9n6LAPPDtM++G6+gpFIJcTEEvwH51JSBwl+Nv63UX6ONGcMeo2F9LlB0YoKbBj1DoNAIOQdtvioZreMdoMAZjNVlEdCqkmgUT14rTzQ9pipqOWnq0KHDfUZ1qCWdxJGrpfI2NY7FOgkLlRNlZoiuUXxyAFCUx1hdIY98fKZzjcAF8VzhZD7STcIEcZla6+Fgd2KIUV12PXNTUNeMFiq4R/FpCTMA2dkciXQO90BYI+klUM8aHq3VZFZodm9WqkOHDl8DyiEXdBIMxHieE42xOVFMdXQmSw4l/pyqwChgTQ4uFmW19FDhtCpYAZOomkWyE4JddU7M/YTWmVJ5rAYDQmegxNhS01EnBiunIS8cyycWjbUShfvIlERxIF+ZGqDZxhl8q5YzjUp1zITyaWI1WdqhQ4f7AB1o4hGOXK0KT/mMFtsEkeRRidsmD32b1GdyQJipPD135etbBJ23QCu3xaRHjZjZQAtmkJaqdHo4qkb8hNFQ9hn31VSAfHyVeOpK8hQcZNIpbCVVoeEWHiU7w1fIGyKFyRKQtpkr1iQnrB06dDh6+ECuOK4+2vIpvNM3X4Zh5FtcTG6gQYJxHVlhs8RCLc56xTcOqgVrX/doYchtg2pS3lkUJ8INMIyossmaFVTAPKmkZo/BCVX7sawQycqg8kZh07GWfw3nCtXOmB7gnFtnElm0h0eHDh3uHTrE6ltfGseujVW2CQ7KIdPTNzChErk/L1PScVrkuN7QfKoi1OCMO9uhPoWCuKJs0mPgBy2J2SYbnEQlAfeEKW5PnzjzDSqsHcNWo5meQOymunqp6k+YKjhbCjt06HCfUR1xRWklr+jInM8x8h8wFeke8Ez1DSTV+e5oXxyVKmyNLBpmxfhVSRBH9Vi5QA7DQWzFaxa4ROKK+48COl4Nk+GELfLyrAcBnZisO1WvQgrR6fKWxZlZlumCRwsv/+xnj/+s++Rn+r3f54DvR/RTv2wp78dre8Mab79y5Ve8G69Yldzsl5BJ189PZdPCDpnPV6lU8tWLd+NTu1XryY/fVR/mGzDFsu5xpjKTbhOveDdy6V69W+VkmrnWqyR4P0Afv3gnUXXo8PBhP43UgFzD+xB1DoV94t6PZidjjma3UoysGw4TvjOrTsA+6TjT/yBBOnTocBRgeG7iiFN21s93awtTMB8ArdPPZsDp2AXpVS2bnlwSzqTsc3hqT8yswXl2K9hmq681sHIaWp+KznDb9zyVOlFPy1Feq5kZqkOHDvcZI27wmxxL28yfYXCEBos1D08/nOgAGIC6olKFaieG9SrEcz1IxVWDZs/45UfrksssNLt5UHAHT8xXU6BOzG5pV9uz2bhqk2SXreZqXwYUhr6gokZmtpPX3ie25m62rUOHDnthPBx7bhexnA6weEvfjblOMfNItnE2PbRhxzE3wDhLJeZQoGqw64yrE0MkXotf8rrJ5mjAMz/2gnx8P+J+PDFVTg1mU6gLaGlOmOHumFmo98KM7ZoJujpnmypZOIEDRu7QocNBwD18YkAe2ba5OxwMfdvLYLA5cXtLhbBO3pUyA/V90RWxBKH6txthmIL4QNVC89Wnhk7P7k4NkYk3QRviXxofBsxJI2HXoDV6Py+Kusdvmp2uN6TJTPM2bwrS2ek7RWyt1hulB1LeHTp0OAAsx6YOKVk54kblOb8VqokY9xZAoMEBm2VOA0f11NDOzjyUg1iCFrQI4hvsOwPkaNDymaKTveHWeARKDYI1tmEScvUvZBouE7LvIF3YlfZmb8xuKK1TgQ65cR06dJgDbvKbUnOSJZnq8YvcwlONu4lnH7ANNBx2rabASIHjpuf5KqZREUVnNH//NgcTmm++BJxJHuWkucGgTDNT2p8B/0xlysM5b8H0DprRsDhbu8I8qqrT57zTVdzAvjujQ4cOB4IOvTiEOQbzeJOQqSlxBO2V37RV4EblPZGEApQqOZGfzrEjPQ8118U4G8862q+OMNmhuv0JTF/tAYW5Gv8LuEjT2IxEw4DgVL2Kpo12P+b2AgzMf4IihGNQYY18Il/+iTKY/3/sGbhDhw4HAD/HSHCg+WAb6diqGaL8RqN93bMSTHNQF8MNYpzGYV03ORu1K0e9zg3Nv9NoG6ekWs6zNQ0miclkjQjWrsIkDvMuVANtR/U7PPZN2WmsCTej0/V+pcnKYaTe1v1vXDJv8XEbzVAdOnQ4PJpEVx9pFkjlcKyeMG5DjlTBkHtKsurInk7si2rMMavw4LkD1J4ktcbjiRtIpxl9N2Nbe9aNkdqrabzLjtplausMnHVK0UTPAuWyeFwCpvXm+W+lCGtSbneEhuZyY4cOHQ4CHUY5+UFROu1ZU2oWKYfjcMwEf5OHYwu1skkG0JFduGB/6BxwzP2H4kGuHEthVWeFY58MzwFT79eYf415NpJvIkRuc8So55uehsrzZphUteVX03zqDjQ7ZrNaq/gtCmNW190Wi+d2K3Jr77k9+3muiA4dOtwdGgdmXOaA/ULFxNFbOdQHM5D42+M0tvIt0kVo198TeUwnDzPzacUV6lCjyxMoiorLNEoeokVj05EnttPLZJ+ZXON/EFlJ3VRqnIN2rlWFaxIb436NXSPIzQ46N3emwXcKWuciVfa8fPeaBaJDhw57gUMOHuMoDbrhkGJdraCfcAIQiwSP9FlUmomqoBy3MtT6b3rSl0lsxo149aHdFI/zWZchylBV6uPh+a/5SxXBtUd5y/Ue6jUvNBcSTMfYa0KDvMrmcKPhrIA6e3YP8Gt1RWBMdhb0R9tjh3To0GEP6FCLo5Kjy4ekjiYdhhgbx1VwCWdj5bDlnrX5pJDMk6tA7RyHbGGDWRjtjiUwmx1oq6U9IK045padQ7MC83VFH0u3vS43AsV591SnTUspO5G7pKq+wsVtocdGydvtlEoNyE6RReCwKZ7THs87iV42++K+dejwIGLGJJ8PDHTg6IRXR6KOKf8GIsytw9xixWfFNZj0ft4PRDjmvXTaULKQpRTaIE9s94CodtQ4s9vvh29tDCRPM1mg7dybIwZDvbJaq7FhdTfOrOs9mKrzU5b8qZstIUjrizdS0YP2g1AmUFfFaeb3ZnNUhkCrQJxv7715HTp8c9A//AeUAnUE6U3ndIxGH3UUZ2dl8jjaqPVwN1AO6BZTVAj11SjzsZkx/FuHyXhTQFw2g89uaC5m/lhkD9oBfkZdJOvWSFXqznpuAlhoLWd7jT0Xe7WCIjuGdOm4vq98NtgzuORfYfZO4DeK0UDVTH3PZIcODxb4QWomHzCgICTsfOzEuVvpqJSKDqnIzR9ib4+YJQZWlJMnb3ngDzZ3e8OZ1VoQSQ5rkoyHwhUcgD7vCqPyKJMW1HKj8WY/DNWIy8OlT9V2s29Lhi/AQJue/1ia/Z/cFlepFwpfRWz5ErD8YWLVacAODyh0xjJDO3zziANHVKcluswHuM7X4+dmebjlQdtAYyx+8vAl5lj6JI/MBqi0mzd9TNeaBId3OZ4Vsck7VG5eEr03qKOlr5tibnUTvmFnVC+/CzbbtwcBumJb9BffjFrtqN1RSMCDAD/v89JOY+trLgzwo2d807XU6NDhwcJRHa5HDB07HD/ROx3nHuhrY/qwbVhmHdXwRZsz7cP8MjkIODU8Nw2m2SsNtU8aRSnq49HtT+JlUh3XKSoPNPakC1WrraspnHqWbPyW2X7cEF4IqNldWaSs+ZfgHZNWb8M8OHr5kyRKFxsdKZfkI4GDQjb+NXXo0GEv+ADSQZOsNHWdhqOveSwnmiaO6QkOlFyZfYpaZn2pj+Y9MN4V/ykyc7KExqmg2LPC741p2VYB2ojUiIfWRexmF/lBSvmlrhDb67N8hgxjjI7SugVM6nNcNBoOR1aNZsBG3xsPkCo7JmCVl2XyjlRWaynAejeUZ0a50Q4dOhwUOmQYva85qzqAdFS2D0wAjzTJYTAx08pw4Cn4yvVekEHqYb92jTnQ+S8Mw5QxaanAFdBmHw4A31OyH+Inw2oRuVb/O1D7qlxftpYg5RTfjzX2qyrAMTJVZaUk/0iY/9iWat/M2w+xwVla0597V9qagMrzv0TrxqEOHTrsBR04nnkpD9F9YaHROghb51wM/zHKp4hVsJKoDvf9roI2IHqZvn9IzVexDoH9L5KOhiEA1XcIM8VWzVcNVmOiaQnDKBKxxU+pvWE1YwnMfx0pCuMtcAeRTaWwtU8znTu2NC/QgaoG4O/WqBmCuTsN7tDhgBjFb045iHxMNo621pEWqLROjaZXNXgm7hAFhnEqzAEGAO8Hprs+Cak3d1b9Q8aGpMrHFFNQMaGsjXRrtkE5Vw1xklzthrA3Gay9G5qclR5Nh/Jb35qDA1OX5+nu/Gv2HTp0COgo2+zFbRQ+XtrHY7n/pYUZB1bjjl6Jj2qASkfrrn9SG8XNo3tW4Bp7Fh4hZg8JosjoAUKWhPZJUVPePTMv5HpoU9EIGMUOLdf6Dr5S5h1Ux1CqjjirQwFcqnvQJy+vF0qs4jjiJFF26NChCSiKY7v6tWrjEHKykTMa0wVWaB6MvmelSRdjni0XDi1ynQz8wEDbxx13oka2Sztm1KAnY+p0nAs18cs09mjjvwZBqkzsBGfDVpUoYO2V+64urgyg2tXtPlTVm6nxAX5p3aHDowv0BIdIYSYffPVplo6l+nBKTB9RjeO9FLacxnF7YeqegqnA3wjU0ekN2uUKNj/vGxQx2xCK9Lu+UqSt2x0MJP54JFwES0/VGI42GboMBoxAkCvrrN/YCUOFKMlY1qfXlZs98t9NGXmsULzUkYoyy67v0KHDFOK+Nks6Hz1x3MSBFAds4wg1JvPCuLqzuxxr9YEZ7rMmYp64aNzGjFa+Toi61APEG5nR0CN91bUTbUx1jq9zYQrFXe1hAUYOuQie0A6KfzQgNi73WWNLaSCz4dqI2N6B1Z+pUdvpyf2sDuy1mzt0eLRRDiAdOBxUPuI87pWSR0dP8xibzAk6riePuiknq6MJVKT5QGI44hcw3EjC/X3VBoWUE817UM97iyvdeaHbLEdp7LnWNts3/0Hk79TGuePSrXibZ1Nv1mOp5V9LpsxqrtEeCSxuKg87ASZO3zt06GDkgeFDttIKOnAGjcOqefDEtdEWRtW13Oqsq+kVN7poMcl30/e0PGCA/9B93OS32/i9SWxc4xfMcYNO/WNcwSe9wV3hp6Lc3l3/Z7HrREjDBQjyDFbHrFMVIqS6UspYZ7rs3ph8ptFChw4dGiiHYTlSzWP1AVPfxafCCRIzSrmFC2h7VTzXmM8APMiHZGwJugkFtssELrYE0IM5BKiNk0NfEFWOXQGHmLsmt1zBIl5sP2lKWGtHpcSb2hv5L6ixLxsujqd81NWpdvmBXqPZbJT1rhop1g4dvm2I+zXuBqUeB1JzBKsh4TZr2poh/7jfLxJV2eTPD6r6OfdBoHX33AOG6L/+E3hCrLE4SoJugvqbJ5W7EKC3aMBDgSvt5y30Xs3KuSrPtGzsm8b+q43NXxqDib+z+5YYDKev9eZJtL10st1ND9Ph2wmOi9aRcWCkgAgoBEeIjhYOu3IGPC6zbdpBUJHXiTJG1RiI4gBuRG4cdk0GfXD5D5StFwXubrJo3MgXaApjE2BvuMtQYMOsLY/9oGgRcJNzX4k672QbvIydONGAwBl4cz9Jdpb/GzgrWe/1cZChg5RIFT/ieKBfAHbo8PDhbvmPWvr46Gv8JsPHiSNKz1QTIFfk1TqM8kJuc8aXyb40juBh7Tfp9YChsDbjf/yoRVvd1HxCY7OCALVt+kO0nORTybDYb8TN4cRoQsvKo65bB9+tA+AwoZubrc34oWBxjnXrD9fh0cPPfvazxx+Cz8/+1//6yaHeN574XzcmbQd5q54+N/7XT7x+gijK3PhfN/4gq7I/UeIPSslC+gmyN+TzB7LPvf/C+y88+dyTT2rJyuv3X/gyMs8paYew8oqS32NqlGTu/r3yb3+30D+H4A1RTXnAXKKRgwC5CVoqUVa0Yvx6ODhOvJQXPSIDK0JrNiVHZSPFq4L//dTDBc3niRC8/a/P1ZPswq/VYR5Q3OERxuMPCZ6Afg71FsxZh3rPR1XooHUqs6RuQHn61Ktq/eST4jrhfVviE2mgdWazNHL37ZV/+wNChNHijBqYJ+VXlbUC1Iks/IcO41OTEQgqBNiacXLsLoVe1XpJ5DrUXZvvFEW1mqTW4OSMV/hSBVwrrrvR4dFD8suDjjfMOME1B1q2sbdvvYxUQGnIrWmuuW8mfhJ09qX1HitID5H3pZbSdsGBhj0My8AG6pL7h/zb74XBzJ/1TiBcYulpokVAFZ0EASLv8rIJjGPKqviJdfCe7ESRwTJN2foulihqohKF/tFHxGwgg1UgM2UIEKl9q3aHRwuwy195e/HArt+Qvroh/rmb5X7lZal1JI3MY8mP+S9f4VDn/XrCHBes94LVnZZBaC/8XnnbnlNhUp6Kvnzh95Jk4VNR3/3lQEXPv/0eEKm1ldUs6CzUp5xWYskikwpQyMfPRYHKHTZVWkWX5ZYUGSiI4oqZsifl59aVHUw+jWp34s4iQTqvbcsAMcVtJwEfZYS+evBfIpg/3PCAW672SefgXGSaqz3SJRkvGA1ea5SHVa9MZC5fT+gUWOwCwxlamQWrxPukKHzuyd9L99ktPEIkhhx0CvF4vz6/P8gYIAxYicApRgmMNodmn+ZZ8LQCFNIW9w02iTWIyNoxjBAf3rVLAgNSzU1NcHOcYtdwc+0IjVm3jJZ/m1A7PFIQ+/31DTRWSq1cVe8HIv/G448nxcQqP/ultYykV9Plk+l4l1cDzqZPlGRxmLPGDSnAYDVJvTwPNp2FGvzS5GiToTQmwZSH05fwYSSiktalylGthf3HAJP5pmioBbSciaQhuQZ5Jiw0CLAiGDvmFeTqHDdWnCY3DAosKqwq0pcY2xOR0a0mnyEMHXnTXCqebLMd2J11opu2yZs0OzxCEMVYAYpk9Hrjr0Vxxes76dX7URrCrX4dLP/Z3PqPv/Hy/0vhT+0THwV4IJzu3c5UjRtP/Ob08JeZOQRUjwPj9m8yvw9uPPETE4w+JrxMcl1XSfNPZfnyyVfO6yD//7oAQ8vJUD4KjnbtIUf/SfcC8s/rPSmQQnvUXjHJoQEBloLKodxAKc6p2CeYkF+RuDDMhVPr81P5K4M9WJdFAVZ6MvIV4nwgcIrRbHvcvtwbVjNs+XR4FBEKEA6MFRRYvR//u/Tq/Sh0mN5aVe+D5BXnp7u9U4odhma53j+N+K/aMdzrd+0fF0F++RN/fvmTG/5MpNFip4en7RdG22T9eW/YNNbpv9/8TVZtlsTiiSd+E0fQycpULcqnDa4CfxlkI22Xys9kKNKJd6rBJxccuXfNNsErFojCL9OJunFq7JWLI3vXecd8rlJpcxEnmfvwH6UM8A2qX4SMc5AOWAEWHhOi0SGTQAeazslIDR6CmyZoKYktgzYKSzfjh8fKTUemp7FuwTaamlXY4REALCOG0YkmRMM5p2kn39/pnf+FTAA5Ziqqi6fyhbTK25cwlFiCQMPQKPX71d7oRz97+TO3QsRmYXbLbxPMjSd+LNbhAoTJp5328iQKkHT1+eUTN37y817vl8WzKkDh9Xo/z1yU3nAsRaXaE2/2hj+/8cvTv5TNBbmIRGZ+yYu1MjoFlp4T0RTJ5SE3Ia/0WoFp/eWT13q9vzz55Cu9gXN6hw50vahS1Q2TaFEJLC9oebf5sBxMAZo39mbA+N0Hjz2Cd5gkq745r60ACwkZo0ZUbsNTZYu70GNkYSOnq1UgpyEcmEublFXLRAYa65JW95nIsEY0VpNpq6EOjwyC2iqegdKqN6fAW399g3KX8bI0i6WtjTxZ5GSjfvgYtrTqe/lZ729/9vjjP3pGEtEVXJLvOv/4Gz9GekFOFeClgkhLk0kB/qFhFyvBTVKAv/xJ2y66kogTAWa2Rig78dyN2xJ/Tzzx8/cQlaXglz9RTxIymDcrOjS7QDawYHCNxJzzKf1kVPaVXu9T+OhXvyp2gXWk5fTlc/+Mp1IKpRqyqEyJXN1d3vJSUfNvPx+FANsMMomYzjB+mDYcNB9UDKwAS97rJCYeY1fzZF7ZDc5rkFpLxFVwvXKKyyLQSEZbGKb7XkK6eovxGvN+d3ikIJKBuswzhbN4m3ukAAe/IEP+r393Xl/X7yj50/+iils/kstnve9s6Zv2I+q8jHUhrH8j6/kf/ZsM3/nrGy9rpVPcx98gwO535KnS0XeipdCYz+ocWTlT5MQ712akUFrCDUSXU430jZ/82Arwxrj39/xL/7l9T6t1ffF//MTtnojsxh/FhU/8huI/iheB8iqSG4NMRHkvxhFv/OHve+MfP0HWgpD2xcGm0VB8cB7Xhm3CWNGekfyVpkjAQE9KAJ5/TfknX/t32V/7izpx+zVlr+1+qj10Tcbn/lEacfdVTpWvq+BXSMVrPcYNr70i991PHfMvIqDBPz753D8v7P5FVvn8s7lOiDYn8iVzsNtgvGwR2BTiMXAe1xsMpQeZABqLYQVY1ctEUE+ZASKd0Wwpz7RosJSFoe0VVFGhQr5Vuq+REnZ1kj1yg/pUHQinVKiuH4HrXwPPZNwO33JATMis4BqUWyizMPyfKECXvPFXHX3C7suPQ2jg/+LqRkBnuDmY1/ubx/96KpPGdxgC7L36RgnQ+0V4MipII5Xzedp0B6Dkwsheq3kIho94CCWG6HJCH6dJSOO9B8vdjoDDn6ukpH/5xLj3RwX4Y298Q8JPOJ0EOL6hIvCbv+dM+Ylfij+D5SQBE0OTHc1QQruF9QKhC2+I1CToxIJa5hmoERouyA8MepJ+WOX3Wjbx6XOcGBuvPPmaD8prL/z+Gp5fvtI7//uq1Kzxiuqn4dOS+jSlnltRZOUwVKSsFV3Twu57w/yRMjDYZAZq86Dxs+lESwE2L2b4zXXgktU2lR9VJwn5Ou7sRvMpU/UCNG/9k3RUzfp2nBo4lZHAqiogM/GLlg6PCIKFeAfnQTaszEJSgMaPlHkWbvvZf/jocQm83k8ff/lU7/YvHj/VO6/kLgJPEsTWQVpV9dk3Xh6Y6AY4OMDj//p3lPzo8X/939za4/8pWhCkNaG6eLsPmfI7iAZYcUE/cf6ZRAQ7KXu6d/qGRJ/47pfDoZO9v//JE3/fG/74ibg+ouQNEd3Pb/xGdCgfToFv4KX1j0V9OuUVDYbEC4IEUoYBWqvaVDYUaRh8G8z7ZaTvfWjnOcYDSZh8Al/CeUlW8jvfG/37k69d6+3CY18pOer96stfQXGviPuuMVYoBXj+NSWl9j7t9f7y/mu7vWtPPvlur/fak8/9pTeiCBr0IB/N0yQC0006n72Irh3ot8Cwj/gvNGCDG1q8Ugm8MZPrTQACbNBQxIAHc+oc5GMOxAXH+me5FKUxrw8XlwKdbGeqwarNbmUxP0NmXXkn6t8WBxeSde+HMy+TdPh2QxyEzjL3OFG/xTt5FRiBJ5b7mclIKREZzPUjUd3fKskJbMMqXSirdKKqeRDxr5u9v31DDn+r2m+88fiPer2PtLK0++tnciDC0s9Uu2q8yL9MqprHACvimUBd4jHAscfuJAZ/IjV3UlZz2u1KASr794oXY4Cc1MbZMVXGN/JCMux6G3VIHGY/UCM0kGLPbVoJokgzDwFCM7EqiB96MNSHMOQjfffpC7+PUqfff/KV3u4r4kKE4V961557pefkk+9/tfsr1f60d95c+NyT/zhC/H3aGwWLCiOtrvW+j7NaMK3W7MciulN+bgIO8FvgQjJoQNFIyiMZ23SUXlNzrgyGg7EV4AwoQqnGgosgekVcFWAUL5qWbJtCMJgLq95E/wzFKHMPloYSLWMV3FkpUK2rcB0eGUAues1+w195FVisJT7DWFIDnd2e8uDex/Kaskr8/accRJTx1axGUCRg7xRx1fJAOjEo1Ih2/c5uZdYyK5VZXNplFK4IsOQ/xgCRfcP3lPn73lgSz9Lu55UClPob/1JFOgMm3rD3c7jtdO89n9+KEH/zh3HvN4534w+9nuIQkjJfTYHvID3a19rNhiL14KD4Jmgmf3Tx5ZNx+Vd4//chDIXn/r03+j9Y4yCq43Q2eexXqv8pYlBKr3dN7v+7TF8++X+L8Fwq2hNRKn/+96qY+FVWDGSDylr1hTmMWkYHs+IM5EmvEl6LV5Roqb4WynljrpNAeI7boH0VWKjSjUsl1b15xbLZG9UKbTYLDsr9M5RWkZxwTVJWljaxQW0nrRpNNCBJWnl2eFQg0mHErdJe7fd3eueTgv4V/lIqpZ+qbEryLUjaQWjno1xqDasUoG/wk+HvJPD++otNqcdwUAhVeJnb4H6h+I//1afPj/8bCrDddOlWKkBTDUIP3mIIMOiHXCXAlLUCjKu3XMIQo/29CiT5nmAMUNY/+gqHlKFE4U98FVj1LBmhQDEhvBlAPsqss2p8FNyrSHrZgiy+Clw4UGwjZScO41oIBGT2i7JrnMIKyhUC3NQqznc/daFOijnFLabzr71vBSjd98oL7+uUmIqJT5/8yl6h/9ScVsF4Bllfj8nbC9XBqdPVhMiOk15TBgwo5lOaCRDTAY5p0mF5rF0lwJQYbQ7GElSbkwpwJrlwjqx3i+UG8Jtl4RT5AcdxgxSXnmGNCbXqdrJX9TVnnF2hmoKRXFVBtWd28kjQnB2yw4MDM5LoZuKdKwRc5HVGq1NcXDMlQvtXaz1ocusXYYUHw4oCFOE5gBVgCeDPz17e7f2bmzhl7YcCFNvZEm+zHok0NBhHPBg567/IhOVG3AdoBSitN+TyBmJQBPibagxw/GO4Stz33g1RnG+DURG2P6APVSMi/gTzj60AHdw2K86CUIKVEtUpcN67l3cChuAzTHxBQ0pI34n1lPrVk6/t9n4lX/OgNZ7k3YBLwnDdr8R6Mr2QV4GV/PchCvBTuYQWDKAT3WRe8GBB0hozsjH8lx3Mv/00gvzgvljBZzzAad7BW80ALV8RVnCj+TMvggTMqrOwKbYc6N2CjaCsW1Cp3iMnbaixOWGxE6gSFXZnhs71fUG1MblPOjwYEPtUoqv1Nu38n70FpZ08JQKTEPwvTv3o8Zc3Gd07VRTgf8X607Ru1QrQY4C/GMiQAf7Df3n8r8+o+jhGBPPSyH+R208RiNGy2c/rKue7+OqxPierU1+LQBci1yzobjDax618OgfmqgfqbvzzG38/ROCd/rlHB1GAjAv+8rTEoac3eIJd8vMnlP7lT37MtZHfPPHj94bjJ37DBWWBBqMTqTjzPDg6kgrQHJOQ/FLWljDH70PEFJ++8P5r54f//uRCT4vXNhnlYwzwS654PPnku//+3GtDZd/tjV57/9PdIMC/qEqOAZ5/UtwoovzyFU5+XeTwAu0oFwbRHmh16ckni2yaQE18TrDaHQ6HYwRgU/fVKBdvdQrMsT3UYd4bxCPvpgiQOwVBslekNncHgzGLAJa0iTCcyZICSvm4rC7fpUJ56Y3NRNk0OGisxkq1raVxJ48epQ8dAT5gMAslx7XeMJH4K/Gv1c0vLz/+ch4M/4p+CwUomVfKfxTWagzw/MuhAOsAmZCjWni8/kJwij2jG7wff+PHqC1zTaitoJzIIgI9CPfLn7zXGgP8JaN6gR/zcxAf+ONf/jIIQOKPmwS1RhxGvPdUrqC8/gCTFsg3GtaKrtBk5KsCrUNo6R2nvakHg4ZUEsIQYpLuM0RhojSAnON89/0XPu2Nfv/arh1eqU50PQb4F26a2f33FInl/hlVPD/yKbAaYNgv2zC45hvN+tTcyXlXgU19kUL7jcVDSL/xcKxTyzmcWR4MB6f1Nsc8AGSYtjYB6jO2j3hgt1CTUn7AyNh8pmIJM73HBMLqbLjGC7tW4hNXztKx6U/E62eVxCTUFDhFY7YpXKxZkfJHHcPIy4lMH/krW/Ez8jo8QEB1zRSB5p36t8A/e/zlZ7QecBr78n9WauGnP3v8r2UMkLsFXb7wU5V7DFA0p0p/19t643ErQDFgCfCsjvktOZrfXuZGwK1/6/WekaFqPIQfbxveeFwEg+bid2fJVUqzrKkQu8cAx70//uHGDa73Wt31evr8GEbs9W5LB964IZoTD6qCxwJ/7kFDR7nxGyvGEs+Vx+8Nq8sgLoiWMk8nys2JcRuM3hCfT3qV4sa7sAAzk4pe+4v2wYgz3idfe1eNDP5RRp3kaokCfJ/i8/+oUqm/3rXvxxggp8CVAiwVibFAkUcAie821KANbVPIwjlXgRvHZqR8b9+wxy9s5/BfdfmXcnWZJ3uU3/pOKkBPDR3UZQmHisNqCZaiDmEWGk9pBXeZ6I236M2OGEIBRinS0kYFH6umC2VCVrKA1JwaQsEuNOFWTsR2MXGcpPRol7ld7IPcJx0eDJiEQma13z7zfJybUyr8jKyMFd7gyoUtthZnW9t105D1VS9sNgsuIZt9aXQpFjoFhnTQXZZ7VoGV9orhQDQbFCVHpu/DbKIyOIU2f5WFwzkXH/+kV4pxyM/qMm5UpzwDVQ3WiShhdYOrwEl1LPUpis86LBQhrFQulJAK/5IHJR2/D86cV+TztNan1k3IweFZOD41IjypUKPqC+v827fRODZ1vI64Nw6TGG4wZvKWLAt4mmcYLfNg4hFxTQIkotiHuCGFlBTfIABDvE2KOq+QgEqSwnNg7SYDpOUE+eC84isN6NDKmFfNeSIg9KQc5apP0YTydrcQkEGKtKYuUXp0Sxb6sIlqrCPABwsil1Rd7XfhnxYVNVNaVyXFlEavy6pmswSpMATHNlFd+Z2SgBUF8XsPCChzWsRwoHNiPZgoMuTRhySco4YdYh1FtYEwf2QMUSYLQpcGlLDGq/VmsVQr2eA6MZPJSqejrAB506Dpx0wU6/QMqqrqCU4JWSusMpL3r3v/OYyq4kVWs8CrougjQ1VYrgKrSv7tW2gdmhJxuz2P6GnNvMmTCnBXxzVckllh6qcXbQUo3xy8s+AiRX0lrQzhnuQhF0JLkJY4DyeTnxiXUrkRMAQidvlHOJQhjBqhbbRqlK4LzYevmov4hMXXW05YvGNpFWkfFdxrOjsUslZt5j7p8GBAXFMIKt6x8p3RoiMMWVCVxZtspKDLjIGxFdCfzEQ27LwJD9dNvvSG8oofize4Cpyqqwy+FRHG+acTQsVPCVEYYhAjy+RB3lrktM82EN6XTHq+L4ao0Uj6kiJvcdgo84oFZp0CB9Vo9ULKLZRXGElZETIYaEOxVtXCwTm0W1rzmnIgKv3zc67oDMBBeROcZ5t2tqqfC4qdiT/9BBpHpg5V35osfjP38WC3LEqMeT76ELrIe+pm/xIkk+IdaSAEEcxkbZYijpwISAW8tYaC5KkCqCwLvCg1xIzWfNJ5jPkRCwHpSHKFNrFHi1HHipASp+kNW0QTZiq6QS9Y6u0sPurQvafdU1KmVxF07pMODwbEL5NjgBX3RBoOKpZ8x8ezVdm71KKgzKlQVgSIVCQy43cjySfbd17xIjoWGYJqiu7jeoeWoh6v4axKh4FGRolGgc+TsST52SYQg8FD/wgk6mdjjdr+EYj498dVmUy58jxdUJKJx48AUSLmdFEixFcwkpLpFtBaxf6ZiLP21UIVUXhZNVZVpURcVBZFpvxL1lTVF6KYtxg3wkVfnpx5EaQlACX/RkMdw+jA0RBCbGg9QeqG1dgnyKLIcjW4iSYBosKCaJBHPk2VSiJjpWYhJ+5iLfqwWqLYVGIicV7spYblaINl1hhnOEskW6JCcqG6XBhhWKEqGemzo4nP3u5CikUo3Tkbw+ce086xze7UlFDu8M1CXNMgolgV+WdSq99mI8ioaTZhNRzCFIlYcUUjiysLRuddvXrbLTydcuRYM+kLaKsvjwiWRJZYolkmpgXUycJnNa8VyCI6w57RG5VIZVtRMcui1WBSrgKDF0JrWdvBOHBQsFfwTy7kZrqKn+kGrBK1ri3KSu6FufyglyE+LFkxnd2mtaBNptOcZtBlhkcHZ18EaXCYKEmsNuZ6Lgm9GqP3zMos9UVSrBhEOIP/mgQoCrAG05sXPGdCNFmFOJNxV2uzkHWb1RkrhvUs5nw9V4xiRweQG0EGPJ1YEHm5jlqAFV1NGV620rLqayEaRWlWJVaCaYgIdTlRtPm5CYe3O4GclQPdyX3S4cGACGYGC/Ex7wRJibjqAggtKZI3ATLhdy7qNOtSvxhKspHXO9rXO9aldb1RgIg6LlAUygO/DEGX2oyT4Z94ZbdIWgxa0UUyMtW6XghaRsL4paqTdWl61IoPCyVclrFNdU06jNE1IEtqOD6iH5OXPjJCVn4snAswB0lGRvSIA4ZYuErFZnb3+F/KuwwQNqWjTjFX59Ra5N++hYYC9O87TBFaM0kfcpCjmzIZpLb8YzPlN5leRTXLZM0NNAgQBYT8YR3CiJw1m9pRPiUgNMT58uYJKi8eX5J1hWR/+6IISo5b22ReFLFQ69lFea0oxEU7CcvDwTFcji8NB+NMqRllTvTXNnsr/S2T5L/0V4sg2xycWFNfLA0HxzYIOB6sOZixOlJNyhbc9BI7gjDqstwUhhBeqLOKaPYFMgUhekWBt78jwAcLIpvCQ7Eq8i9WLtWKotqgV/U2X/ntctcXeZm50kCxFsFllZ26WSneJQ7mrFK1xVPhxDB55mn1pUVQnVYVKTbZ0bCYC0aErVQJ57KOhVksxJ79MhlysLoeglnuWkWzmKIoEZMhBO3AclZoKdOQdpFi8UK6MWMMdBZ17Eqx/SzePKVMMXhp9lNK72DSWLCSfxQIRQgm6UUw2dyH5/Jv30JjmI+Z/bhuK+rzua7vgkHh+OAVLeoQ9/zP9s4VP39rAfbIJLIq2CCWiKXUZmIK9BFiKcqUH/RMgMLKcBwEKF66vbs5WM7Mqj2TptY2R8Wp/0zxF4vVKeSjaWylv0gG5qIP7sh76/1lVKEosARsESA1RWpV0+ouYdRlwqTQg/bQd2yVxyPJK0kjjEha9NrUnQI/WLCAq7kp6EbvJKFc6VMMmQ/KsrFQmktykYlYU6cVnIWJ1jRYbHVIirJXsfR9gOaYUF0wTyq9ot5qIBNtLUWScl4L5dQ5mRLXQFUgqJqrYrG21JJrHPawX+0r4Bv+ST8e+quQgi0SlFv8aQntpUqTWW+ZQyzaTSATXkFk1nZYoDKmkylqUsuQhtSvlV5qQ2dVEG9lpy5YCE0FSDI13ciDgAa/dPOoIJeFLQTjanB1SLd/7gpbZFLCx6NtItEQSUV9SStJnEEXNisbnHiivzHoHbvT75+W2urLsAqR7b6JBBu+J3p6S4JNq9XB6FmRkZwWIXCdsQ/WxV/DhbWFoVO7SllTouN6g+/BnWpFzAVJYaeBVY9yRsDNT2E3hRLjSYGqc6659BRNL8hlJarQTYdRhxWSHaGFUlwe8tbQrFbwrPIWhmxq7pMODwZMPYWEgpZYRp61uYh3YUGfAKdDuJCKt3J2Zl3nIorLk9WUT+4LB+zh4XBRVL2U5iKINVgQFT/GCIT4C11WPnhhTJrC4FWpU6WipJHNCBkVU0TXgosmdkx3r2IhH3+esMiKT1z/DdXGKvhOzFW0WS4aTl5GXZRaWPHIFDWVJBfnwWlXRb0xeIkbsVJ7hiGTArn82zcR/BGwSjEJiAU9BBh2HdFK6oxYhzh0yNykcF79aHId45lqXwSxBjPdVFJIntJKKC/G6koWJ/HvDyChwVK//xGKbsFcs7YJDS7AKmuQngjqLUKurPZCkhkLN/srmbqj2tmCWkwFaEUIcxGH1qC9xfNKIi8/kl5TQJ8OK7tsJ2qiSemGm7bKXDEFr6r32hsweGwbzZHiki+b5Q1iw9Pofy4dHhyIXWq2MtfAUklT/EgXLL2sZEq2ZKQgLtJZN/Jharx5wakqLhVY/N3Wq0rRYO1YolTRki4pYz7AitGASMlKD1MZGdQniAh4tM7irJrXudc7bSNUFppNvowa8thMLFzKLa2ErnNSpuDdeln9IiXZNWACCprxEtqRamNlErL207sa8fvyyb/0PmMdyk+2ZKr3n7zWe0U8VlX91Wd/seYLiWc4iGumwWu4D3v2AZMSsuLuwjn3AeZasEqJWbAq+WfEWa80mwv8sw/bm6d1FQU2CVDaT/QmEvBwnOlA5JBZG8Qjytuu5In+tvJLd/qvQjYqkZyT5lrvX0RH7UrIwT5nkFbjresQG/60cOoOeo2Qp26SUuBoTzRm6WZBKebyWKCKl/uLa5DiyNwGCS8sORQKsGhHt6+w5r7B4GPCnN4cpZDMLdNCSfEileiCUsqFtOVSDmzcKcAHDKaemodMSWmAgJ5Nt3yCBx4uKmmzU/VuklYmvIxYeGTRG5/1XpXJ9rqKy72IgCUhhzc8SBfiywsyJrIJDgIhy5LLPCt0IiZ9cR1ToPyk9Zgua8hpMoQGaIaqUT+bayHIM4vs7k/Qi0nHCXGP2MuICaIjHUCgPffkryDA5KWkKUvC13bNjMg4E9m10V+8ZvHK//6KNaW5MZGKM9NCCZT6UksSXs0aA9TRaTbTkcolXwyV8ksMdahDdjq++WFIPtkjDujWYR0cCEk4C6NK/6CI1IoZw9KLLLrIGXFDiibE1AkUHSehy1aAm1zleGvzvXWpO4QUBVASEgu6sQKMFkZ/lqC77jCklhTX8SUq1/Db2CY00o0tVv0T/dWV/hp9U0C2idNWQrn11I6bb6ppzNDisviWMOcJo57L1/1mk1h606JZ82BsXW5hNwb4gAG1V3EWpMO65iumaXmD6ft+pGxey9XKxGWHTKclbY21XbLMFW386ykRoC2NGqXleDvrt4vFTpCOZZnJKRApG/3xAnZrAJ+fez4D/6qt1GGVST81LjIOEoWJko6SWGLUmgWDhLRH9n1rrHgjzfQWYcW9eklAEnXWdclrzP/sktCALgBfvo8CjLRyz/1zTJWF4TnmBAxzRHdV5CFrE2PwYIXUly53cuYYYCw5i4tT4LTU4NovTDdw9SG/FNY7DuiJiFRuEKA4oAgxj4+R1FJeJKrxP+4EjKFBK8Bj/f72JmrPkABDk6EAB1s6WX2v3/+cmq5qSSZq4uS8XATuZSoaE9FJD0opLj0l8ivSTe/1/vU3rQpFr2+5d/RAUpDWRHm+fgwbhhw89VT/o973+ttSmnUYdZw2+C9CY+xCNpIVGxQKGI+xUrlPOjwYMP0kyeidjKR3DAc+6wkBHz/VO/8LigoheWGHZmW4NKnrR6/WRFbKcE1bTiMT76C5RuB4l4zrxHRYME5e0ZX2ioFAJ+FEM1OSIzcNFmFGrUKA6Y2RWKXYChCbTGEjqURmWEXkIhwTjdFCMrBMEpi1WvBOQmKwEFqMBKLuXvhL7/u24lqKY7wQF72VY8orZooxs37JLPpMk5DiMsiuVE0zNGgq/PLJMhN1jggq+eWTeQWjCas2P9kN8kLQoZBaEC9ilxBCOokNgwhDJk7fCggjZRKtB1FI/6CELMkGfFImIbSchxGxlavAz8R4m7AiR9SXVmO4amVBH+5FIXZxeoaT2tGzEN+ygmeKVn0ii98ixLZi6eZuWDseRxB+drP/kWgKpvL20ZqVHNrRGVSdmv7clZYijExsDyvrWa/VHGHihR1ip4Ttz33ydUNs3Zqgu0NABFMRkN5VMqjn8X9DATLhFRLwr4wInv+pEp/1/uY8T8b0gy+J8PJSFj3+1/9NKe3pV3Wa++yveDqm8hS98dfdHjO/OPlZ7//t52kSyo8E/i+sgjxLD6oERAiLmXuS4Vjx4YHnFQWVS7bJhpClxZnnhGZGq3Hv9Hs6Zn/OQTvGwBzSSvaGEKyTslIZRegYTmcbmYhME6EL87nAZp4UXaH3ktFshZWUopjV/4EC/Kz36VfaMf8o39fYLZ96rqu/qPi6SEaK61dPnu99//xubyDp5xmyhueffPLfr9mVBhU+OS9uK4Q51ZbfZFWiVVCgfIOzWoD20CqZBZwNZxLo0KUzvkuQZwHvDmMC1KwCN7YAI2USakAZmQbFL6QtjsJio7QhFEhusPkDKvd/+Ka6xKDb0joDeLsSb6+jo9BjyLZVBJt15AWuGg96yTqcMO8g4pw64zY4kUUpbjviDtINu2jhee41XBwMkYZoNW22aGoXonxxTHdUk6HF133FGuvgAkEvSKBWCpBO54Y4QM4CUxZsqTbXt3nnPjkkFrxHVjInDNbXMnUwrC5m4ihw2MYfYIhdQmjFW4QTKXNPUYBvvDzqfeeNv+rYBN9hxr8GlC9z/SkZl0145kc4/U3O+PcjpgUMeMrATMKtL4sReZaIm63e7Qy848E71g0Jho289ZqJKZcNJ1UyAZbhwL/Pif5+88SNP5QrJPLOmzj8TMyGsIu7CEHatHRr+SGnM2FWDLhJgVnemWsqyins00BIt3d71/w8TKupf89J/q55Ld3HI4OFBebGt4e0X0wROPh9TCQo+oxALPWhXTWlVfUmbx8t6NE/zxoD9LE7oU8QWEGB3OysMvEVZ6qirlGPB5q7sJAkDNQEB2wIS6jUUg+BFJJJYkrBUjuJQkg4uHM9xgBhWSkpxgBZrGyOR1wJUVXbemuQIr8DETHBYIVdRds4PMMNeE4te9NSAW7chvREntGh4BVheTBWQPfK3Rkj+q4r5THA4fhP/VUX0bQWko2bDkOL+hflTcvtYC+xihYUQUvEY/zKuL2TDoyF/rFeb0mn8QWjw3HQYF31jwAXLSMP2fiDjFoB+lSzJbu09higp3f+G6hNEu/V3u4vJNviwZev8uDLJeYF3PUzMa/99V8tCZ/t9X7BQ4P/xiwmcMr7iwEDf/8qHfOLx8WlqsBDM0WLf+Op9EW02Xb1dpdiBDGopzCRaK9coRU8Hjely5RHmIU400kugs8TRCdu906WB2IyY7SSQ7GYBKLOhuOEuK7uTKwTVpfRaIwCkoFlAKyTvGTeQ5tJjcXgH9owylh5DPBa7/wrcN6vnuR5mC98ynDfQArwld3ep7Dgrp98+Y9MHL3wJKfAr6hm9ehMghLNCweliRoypIs9lBVpta7uAh2nEyN5zLoSKdiPW5955O5YXOlbY7gMkqUBrZtHN7SiFRSo2oyKIYTEMCIBySIPkeVAGfqIRHXeGFeBuU4ssrlznqsWfREctwfCkhKEQ8k2nfKq7uAitGR/2lD0wfDNp6TTQKSw60SWMcANMZfqi0kVqD7XjsL+Mt0YXKQfyMxnCMYY4NhNE3u9f9lDifSOMNz8J9APpajoDXFHUhKa160AlfEFprvAgglsqakBD4UP1jlHu3cc07+ebxVQV5BULkQ7JMiaA1GAWr282/sbqTwxFYRVnvu22/tPfm7SLyhWEQ9+EyuKyZTi0SCnHOpf/fj0QnU/+05v/PLjSwRQXXHhswqghU+EJ96xJsYbopeGpLNEqxRYc+VkyReKusF00L+5ceMPnjFf+Z9b7Z2+8cR4WB6b6QfIiUrHrEx2qEArQcJFe63wAZiQFW/TS0VG0J7ISIuUhGRFP0acsYrGdk2A4jER3fkX/l0s+JqdRr13XxDHKZXPC/mLrL/qjd7/MscAZYYoBeJ4EafahYCdSxEqREqLAz0YXZCKYaUzXdEAg3yWMTqCfW8gj2YLEmXJBNL8gqQhA6GVSOXPQEZcBkUdWfgxIqZgSC64AWsRUdx65/v6+Kkvksujfid2B9f5lcaAn8NdV3Xxz4p/ocbPPxZRXGpnsML1Xe7aG1cprrGgAONqsXopbuMHHWImaUq6TCPwKjcCvvdbDxuiAL9wp9COVFkbbPJzuGfiByXqHGHovfaOFjo/jv4Tt6R5Q/niejeoT+yTuVDQWSRnBdjrre0MF/or6/1FSddVGVdlu9gXt/FjQJ3kiiFVaI0bhAfDS635t4KlaTIouCxbWtd+VaOSwKr1ZkjNYwv9Ze2PNXVHRYP1y1orvi9JqcwNT9QPRNtVBbZn2qkyl87ERlUhI0h0yO73D2KXHG2bUIBBPShAZXkSXP0I81d5FsjPOO/9EZNGb/3XfOLbf93s/Y2Sf8vFYynALR4P7Kd+gK1f/HVT1OnHApcHCjOVtMO8MXKAbLt6pwIk/WMISUQTqoyhvlRgGCEuVnaxFgtzjWoMkOe8ofvA2BNAi+x4bKaSifdkKSIQlDtkkk8p9UmvP9jtJdwIKoJ2zDSivXKxN0F5UF+ItC+f+z961174Pc/0iKmgeV4S9798+f4uCtAc96veLrcFovU8FfS/j3SurBDhmlebc+XYDpwzBnpRLgPH+oUDPBeYW5pDJOrQ3ow7AyVtMCAClajHsvjBnLSgabEBfXlbV4EZFrNEEjEgtPxjCfK9gdZkIELRiNnqDAQoo+/5U00dGdfHnIAar8tzvHAnMosflKvAsJOOWnDMAs0pNSJKEo2FUlQ7o49RgGJLHYa+6Y+7XHrcOm3sbNFfl6l7aEf1vDR9bDwcfA8lqt6uxBigSgkGvSMg2QZsbKo30GpXBRTuqwA56Osbtyqcv2MCXO0PFtaDFNafJ6szgzUxhuwsbn/gwpWKNk5g53x1EAQKTlC6tlKVnV4X8yhA1NpaF0udXv9czfCPIWKPPtxQ0eLiQArQG0DjP2jXz05HlLrCcf13EF22nXrFnJ15a+umq5UuRZB6M+4jxEgzFGAIQGVSAXJKWxPg34QC/Om4PPlXnKaUB/J+lnyn8lB54rdn/6u9pAD/LxkU5z85QD5M5I2l3rM8Vy4b5l2nIqMX/KJ3KLJQY4lMhjZTIn8l4qUWYS9jgMP3tJTYe++Gnxny45B9Kv2xPgmfJIcIjKvJpGqUaWncnfKTFFrxfYAmIL3LOKCoUEnEWAwOZgp49S6nwOd9k9+nPPrIz8McvoYC/NX7L+QYoLgvboP5v3dH8ujt6hRYtePRmcFtTaINrRdalA+yMHqVcwVG1L0w9k1/4gprICaHjiu/OpL04RpIXBI2YD/ITyfIyCkfIe2LIFI+IgMPhYmA4jEcKDZSYg81gHJCH8lJyVCA9gpxNhos2rQct7aYbXavrYrjFp9XHws76RzWMyBsi7piVoTtJRqVPsv7ABfNaaO1VU5PJTSkCEtiMIiA0oQwswhwmVbQjtBYNi23EkZn5r6YzOltdB6ag+nY0tSAkVctbazy+ylAa5/2UISRClAMsXDnoi3rWi3cPCYttVRK15+Pws8Lcyw8jf06HkGgQvqqjP+gKvPZtdZRi5DyefaD/rLWFLGA8NCFIiVvgBqPOKX+UmkyWYveqWu4iCq3dxfuiBiu91sXD36wvenWhAU3UHU3uvL1EGCt+awAtUgWhHtSAYrElh7/6S4P+QBvvOFngSDdfmYV5yHCfHbwy95Bf/ezN+LRIDw+UxTK84F/IYEoAyfJEcB1KTu/0Hv1ZybcRl9KIjpjbkvpJ1iNxficNVm1li1nzw8lKGIiIX0nBci4n5wk+FTkZ4YM/TQQboPxM4IDVGdJ/EhnU7HMJGYVqzGbaVTcAuAYI3UY3CSbVk2yeu6fWeUYoNjtuV/tDlzymr4DPCj4L04KKoynAj/5b3AkY4D/DLE6CS9yrdkraTw3lYpPmUyxdtLZllKbCR27YjMtTHoh4awIlR31+PlvrQA3d/m9SJwQ64+f15JaBOhp+2ADzhOhEAU08Vjv5dgfRVpBuLTLqaVq6UxbRr17ElhDX6geMnioqnDXUAYqm3i5RI3aogYtRt1gIDhK9bVVcdchT/9QNX3sXK4gb2rj8q4+CumqWNoGonlglEHQEHiea5oy/Ny0bKI8vGWTLwObUUCezuQ+mQcpr+CENm6bG3qrO3L43JZbnIWurvEWVQRWB+G21g+foKWtpz7vnb/5qi01O2bZzdc/oEGte8dJWCpeQwF+1Ou56PzNlWjs9NOrqu3jW/l2/dMsjLX+61q6wsK6lgjxjbEiRkcKMC/23srOhECNkLfVlTXny2bcT5jpCuHBOE6Jf4KErADFYQzsLXHbyuP/AVkXY4BDrucyBvgzEXs8KZNrvzgQTSktPRwoVhz8QgLxWRPiqXIfoHVhXB2Op67nx++yoB/+LbA5xlor4DG6WoBpKRUWL7Kx0BtLSwEq8xuehyQa5CIIYnD4YyW5BebnOERdq828xKwo9TggTclAGpgQBf8WOC8Di4TQejlzcwvOYxVp8UsQXwWGxj7l2W9/eeX917j+8ST3vvAgpKC2ymXzyecYJ8T07j8+9++4ZgsRMuePoRVOv813qNLgQQf7cuZsMG3sov6GzPtCbjQciOP8zReYEcsnvRVMfsMR9MdVzuBGDkgnMKKGkEVmNZJpqRKhl0JHpQHNCQmHFBR/uILX4S15Jl/7yxrAg3yqSejOzmkJyKwi23ElfrRBIqrbV1VsyX6Fv+uYT6mqjN4x8XMUJd+qlv+FKDK1KY4ouU8OiRBHnO5mqoiyJfRXpZWKvNviBBYJhh2JVgrwfdPrL7yWBHNRaL0+Z9gkZA0lmAsLui01+ZHjbr5zMeubKkv9wOmn+4NhKrqLo/Vt0fS2FKj05rXKabC+g3lYOh4C9YvsrmhPXdG/itv1wOX9ggimFlswThBf8k+5qcX89NPsi9IWcD/1wB3aDomYRb9Ip7/Nh8M1bn75r0XZK0B5oDAKkBNs1vlW+/USi7tSaS7TUZ0mY5bDUqgIfmKBjamfq1NgPy/uiRtFAf2c56MHxJ6WML3hb1zX5BeRSOkTwZ0LJVj5FEP9W2CtzDVWgFJevhtQH73RYUlSIBUg8u5TKcBX4u7iV174/ShY0F26/tyT5/3o3/8bjpS7GOoV1KHKy49CKsSpr+JZ8VWDg8WHfjnqntChG7vDsL5CYFUoQ1lwHVqJXwbjL1osXg0CFC0giiSl0EJijbhe6oRLbAihRDl5uCTphZcdMk/GEqu+tBpOJWQm5SE2kvZSxldmrT/1pjAkGiXuS0SkjQhJTUbwStdsi7bCotYhPodm09xpHPBOi8c9cYqK0avcJ4dESKTrWp5/KljkHTSWRNIZ9nk5wa0pBvGVdp8Cp26EM8Plttdi0POmuii/tTpAdak1N+iRx2tq0IIOgZZjgIurVY9UfyVkYgV5lwofwWlrGwNL09OVk4lvbWNcOhP8Gd0NHUgTwp+8vI8w1ZlktEjuSxYk4xG9rVf/q8ok+cgN/lZiMBTgZhkDzCKeifn431BDeDacdKb8mSr93aned0SF3Em4hFetALWSSKx/a8wil7EyG+oUOIjIsivG3jJdyUClc11Q8qkA/dRMjDwNc/zH04z2lcdmSt/9kqdl3j754ypKpfHaF6CDBBOhCW2I3wLXis8J8U2SYk1SHgrMtxRgNcDH+e2v1IfBa/KRAnzO1znAr/gtsFx+JQWoE18Y8BVxp76cr5TLzA6nBaAPTpJQ83qHPswRypra5qPlw3EtwsgcCGkowsMIBfo0WDQo7RhXjxsECHmKQwBUYt5i8A+lZOWUK73EEhAFHvJFOoU2C/aEmPTCSWmuqrJGm7nINvgmUnLj+ofSehcDKkw1tDXO0CWVaYFoq0LjraAWoa5CX9w/0aI758Y9wucPhbIhSpUNi0pMfSESYVMi5T45JKzFNtFVqeWGFmUSTc5dgjRWJPQKEy7cdHF1EcRjcMZwDd/VJS5uqOxyyjzrSs5Z149TLXWhF3eO7WJc6GsRw3ojGqf+ULFrz8RC/6KjLNw5blG3wsgltL1V0TPmj070hyJwdyar092RuiTkqOAdlvcTopmm8jLxQTr+sALJR4BRQGV+xhSpoCpIUKblM70lnFzMMy9l+9lfN30bTPhRQiGfn+6OxIMV6VbSr3rLyWyD0AoejFcQERSIDEQWysNqLCVZpiG9uFsFUeh1YDJpGSmNGKH8I1+HcJgc7Av1GQ2wjF5g9VPhhPz1RwovDJkyKQnKhS5DjvERSlnJG1HPF0qCv5pwoZ8+IqH5fgTUu3JqeweiTv7tDwodvjr+mQYQCuOA7g09ILY7HIr3uPYh9svrIGPpPQ90tQgQmArQR6giSAQ9FONtLior9JM9ITxRDnmYB34yyzhGiC/Xli8rOzJCB984hN4RmI8tIefYEJx3cwRSDvQH6vSPNbIneqkmrSgZFSJf9KJ5jq1zC0QmrnlaHwUswahpUaiQuU8OiQVf0/Z/m6QaayzJqPhP9RHFX2QhQ4LbwbSrSor/OFV1Hti2EGvxlOt88NQxam2Meh+opYsiQMjKC5WPPvQVICrLa2Oz9wmNZ/3T6URp1fZiqfA5t8ysSViqvNGJ18MM59GZUj1DEmQxQtVjzfcHIpfUWVBRsA2sUwipoqr0K9naUBVE8kdbOi9+eYGBvvRNhzfi1x5hdkEp/zvfMFiZwlgSvKUAYRlzTiXLQMmIhHyBON54hi4kE0N5KmDJCTDnxM7HYzOpky+bcS+fXPrDOCDm6IUc698HR4r7AEU6yTsVr/m6r5a+/iohFhLRzNaC+S21m131eeWDf/zyydfOe2KYgBwYZlQYPywk40TCaa4tO4JsZU1U6uRQ4EFug2lhF22nIz4z+rozKTR3yMQMJxJKSkCPu5u9TaSS2FHf3r5WY54dJwsvFbMKjWZhZSs0EWZrJFRWcY0EassVJQQ99BdNIcWwhnPoLlMOGRfBO1rRhohJaX0IHjGQglEc7cdpdcaKoqo8aiSnuuvKQHCxVkFU1CLrOJSNSquTdM476GGE5dhhEPr0IYDYpYguFKDXFQvlu6xYtrItQyR/mnF7nNtWrl5xFVir8AuT3n/lNmlxZvBu891QgTwYvbozz6xTNJjH/iYQjqarklG2WkJyFQ2y4LJxcGGa20hlWTI/DkvyMciW4qlwFlkQWFBfaC4geZYpWQWzUyyKtsuZpKEsl8RFYOG10JR+RgjFETPilFUDpSEk4e/dUgBPLhhn1IMBUuByJieyFSxFIinNJ5rhDFjHNvrP792RCXAk4UgE6aDgrdRhDLfBGqm1QqPpY0mXj31TmQKrjlahpURRJke0ll3EK7jYOU0koxUqwNEy8OtcK7xSl22KXtjfl3ZVFiODbjVLglExqwsKEf2Pyu5QFrs6Dvpk+9phKseAn2vJqbETHyKk3Dw4PAT5MEDEY0bKRdBfm3uipLEuOVtiSSKWOVCoEOmnd67z974NC82d6p3yEGOa6ncVGDdxEyeZofi0DCEmcOk3rJUclFbLpDOT5YEG0TlZ5/ELXy9DWWZxkq6XNjSCSgFCNSYn5J7phgwLMuhAc94/IwSx+YoxLlRwlRBqvIX3X/uMEW4GCJnUBSWZJdU6mDLiE9W595t6D+Rl6cBBfwkiiYfyQ9ZwFjx96NZiZjxEIkKJHhqUf54CDzlBY5Y9yMXCKYQSJGG1ZJXEEksRcyMWqiEeIoc7dwwqlyrOBlxJ4gGhaelhOSVTmMoLm6Nkww6PZJUHwahKLGzFFdqMHuBMIDcJK8qDVmN76B6eSqaj6pjmuEYcG5SuVEzdyQ562LB7WEE3+uRhUoDBdUFHWihTMZQpsMrURntRprcjuNTOAqOA9rYjL8cG9mTtCE7jrVcErN/RMTni5umweJuJko4sy+J+Py24B4ZVsBOLTJKzZPMlY9sCzXQLUKh9PUV0Au8iJ0MEelQwXCKU2UUf2CjToB6YU4GJDJTSIDUtgwkLaZVxQ3sXX6dEbcRxPRfYFkkhoqs0K0ag9yMXmYNcBBEBcljreIbUQtdVyKM4x7NUIKrUZxRDg2CcY4DOo5V4i2ZCH6UYsrEQjRiC5jD6g4kBImGVWqIUe7tPNkQSuWiL1mOC5RVYj+8RhWo5AGd2XLpIucpU5J4xK2r87NdNxFvOF/ofDQfL/d8RmugiMDeq4qWL8KdEnvoa3SpO2UF7Rl8iGlaMcfGow4MCc4+ZyAtzoBPJQs4EXRUmMyOVApcVD+cN1i4oL3JZohhZlHXT3nrr4wRJVjURVdqs/h0GCCKsz0tDulUO6QoxFoVXxOHER8uAhB/saTurEKGR9eky11WiObd64wnRjVVdRUiWZMFMoc6C4LK0WpeS4mvBZoSiK2st6vhCSbJS2j52imIQdGhQ4MQB7gMUrOg4coPtzHIFJVVx4shPDrbeK4C57DdihFBhQgEpYpGBLEQrKK9qpYSIQm9LOI/8iwCpZdKiWAu4ErZCVnHjsnjI8SIS6agvwsMH6pHRFXeX/QPeaMsL1Vjzs0aUCKri+q1Wso42l9d/iCl6q+qUiBVXlfQ2WduRjJp0IWSkeyOHYlXyoVWA32Lor3P+2sK7n12/vpSvarWcOWefyU/L6EV5PVPMcsEzlk54FTZejRhORknzXV716sWlF3kLXzzD8rqW153G6sIvWGQOFKPRWrNY1gdH0o3P0jIlEUHZ66SXKHOhzbKVnJaUhV29WX5Gb9YFyi9/8aJT1Yu3Ees05tJQiGX1Q4nwziJSSqpQyy++qw9+8qQF10nn8P7u8n/Gs2p9eXnp1NLW1sLgfP7t94S+GDz6solpAiy/a9jscS0YHqydYC48d2VDICGZUEB+I73QR1oGY4Wks4yLgTh5j07d3PbJr16yo6W0Djf8UjLCMDZWV2VlsdbzUB+ONGmj1iue3N4d8Mifgg3Wd6JKMTA4uDtY33aLvNXV7J1rfswzkYIsqaA+ZLkJ3gN+vk0QBxSju+qONHV0hwcK+s4tLGwtnYrD10dM9daxtvyFPlq3zeEanyzCB08ZvMTknMvCL8zPZLKUlDfZxiIs6oChw52lP6SVijdsYGPkEmrDOdGAy14kR1glXETo3DrblYg6frsx+7jdKMhcLJ8Jz+ta0Ap52ZdfVKfpd4QjxW5RINEjWd5ay1HVXcQGaOU3NWzLsuXrci3BYinWs5MDax/RS5gPf7XCCpteb57aWliAGYScwepAmD5UC7nVTFj5YPK9MBWCADkJ9nQyHP9SQLBeSL9gG/GJ+EP6KBLoqeQ0uS8z+QtUOF7vX+Snud/d7vcvDgZrixef5lEe/cUFuao2drkucMq8uDQY/Lnf/2QlzMfdHG42xqQGK7sn+svjwfpiTPCyLVG4HvPBXEOp8bPftcFCf21z9D05h+H44L0TK2rgOPOvEoNesyWq0MttildshVVfuKTBPvW+6/DAYnNzsHD61JtLOnpejAPXLx2teUByZCkTaSeyLJJOKKmDm0xx9JpFpPyyoxfN2PLKauGe4VwrqtbpUuBj335Zqs9/DgpQmezYorbCZRgyuQV0IDqTBYqiOhSFpdTAqRAN1d1YFMBvVLE92vZmwVaEVs7UG8RJoeuGD+koUAtaYdIupNQONtUL0TB+RI5ypSPBa+nNN7dOb23u98vT+ZAsmxoq9MEbFzsKqiEtfiDXqgBJyFM2XyONlwWZPgg+gZTkoO/j4wY682NaxYMmK0YAt57WepsJWoQVTxgQ4LlvnrdAbqPBU7Z9wNQxPDEk3JmzlKA2HouyLxRiMHh3fW0UPv23hmv962pP8TwRFuG+S8tyXyqB3vWqzzwqwovIztwuhbfqc1NxYq08GlBbkfKQ02e2MHfPtx45bUIDC43psB4WDE5LFooLk8p8HHKQ5hHqQxA5Qlkkwym5IDJ25kBVwgv7YnASPtFbSYUJo5WPj/DiQ43IVAuvsbbM1IpGtHb/IKwXJdGChYI92IBoDj8HL9un1lzNwRzKjbsaNdQL3JyMalpFAZW18NsRZHRXtHRR9MspFzuwK3rhEicdlFKno577mws3QE9dI8u/eObNpYWt02Ua53vDELmS6Qr5lW7Sarmzd0paQhK71n++hhxyCD2kV5wRcq1USc4vvUYC2hyKrUxXujKG+Y4NlyTQjo1FUlqvioSOi6kk++TN0+J6jOQdHwzXFpk+dXmwMtiU+9AzVhF1FMbB8B0mmx4sSvwtixw9IeAJTym4orh+ErCfNrIrxlwWH69JGUa7qwtSjKwH1Bb9eWO8EOexCWRFyN6cuswCMLaaLczd83XhG5u9fgYBVj8EeSgxGNw2FYZQQeNYN5HT8cdhyVEYB7ANKskDm0It/YZXoIg0UGX5mesugE2w2ZtDvXiRpkgfp92YK9sYVdRShI1arqAV3BMNKOUid0mldviueaaUUOBekCOQ3aOckkipyWyExtxg5YI/S21MVmXhKiSdoVh16HgJE97erQ4UKtJFEU/Vo5D0MtLWEV38pk5xT+s87Egx5ua/TFcIQ5sXk22nyBLuooKEobjNckna0XoobqILBQhnSPzFGKFycfmXAT+uQiypinxX+p+rWHzHo+HW3nv6Do+kHEi+MR8fJgTrKeZpXrpzfJfnyelEOcXd0tJNKcXdwbMyfsDUfzzg993+cSZ2fktV1Y81qUbFWulfHqp92cZ0Ri1sjm6vF+HZvy4XKq2MTt256FsH1Wtvwa7esJtz0nkpDa3+WHkUMlyP+s+0P259QwSY88Y0cP5O/WuUhxrD24wWvnnKcs/qxyoFIWKa0DGqF4e7ynz4qlBLH+HK4hDvYBITRriltxkuvYl4/RkruChTAe9oN32o4hYhCrcUjdj0olJ4RYa67mQ0UEdTjjTRCOH60Q88X/wuZkrVD9d0FeW1THvpuJYOQSPqN4Uk8x8DnXbfvNHOEMmbEL13sXelzTSfO0319aJs6Toje5JS+Udp4CgEoMDZ6OR32I9JmmhyziENZ/iOQG6h5pqs5REkgP4TSfgacxFL4gprP8pkNAtKeS1wosxTPJBmiDQR0KoYajCQkJNGW5GqlJ3TXLRZLhgMXIwT6MXrPqOVcWQjBCbGfYYqJ/ovWs8Nbi3qG31nba3/jDjLIdS+ReJgYX2tCnSif51KVovqr3oZ2o4+uuum8bKtsWGsrHGJqM7O21vfPqzcmdzUhX75PfK3BsPx4PTCwtLWdQ5bDlMd/sEeynDkQh4mgmABNIw9WX5XCR/QwRoilKQTZVlft3tGpIS4rozdb8d0FftEe44YBKROLCmT/VIfXCKXKCaIlpwfY8WoTNTT5z/j8iIRtHaBHPCJN6g6RmhWjiB3dkGWxioKLUWzgp21jC45ODX1djGXcC38slsYX9Q5LmKvQXFHxHZT2NxlZF8ysAXz7aTYiy/65Ncd1oD8lIQgxAm+OkoirsjCCSIcayWRSY4AqszKSan3fHEWQlyX5NscfSzZtnSnvySG6i33pfTW+l/wGw+eCacK3+v/sCe191bvs4tMoX/638STQ5pTH6QPbWR88LpalvgbSid+cBEu1dm0erPe7++4Ex/3NzhxPXVT1tGzYkgIVxut5rZQpcTwPNLEpoY3yeRni5foQAY1TegYvK0QYeydwwMa1tl7JFB1DBAwzcH6khKMrlWGxmT2OXt9qVNjXhRPQ79wR6mF/uetUFUXYv76xoZQ3uoJht9WCnD9eNbjp8Dpe4L6Iyaznhf0YYO+tFKFb57ykW7BIuYgRdoXI5Qzg8AmX9hkv3DWgoQcWHntZTCSGaSKphb4ZHFlykufdnMtU0u89JYD9uxHxDRXieDcHgwcEVyPTqpYNFwCRr9kzJqK9aJOob1JUd9CNzcnnEh6jYs76U1HT0arOPw/LKqs1qhNu9vw5lKIvdzT++EIKdECJ9OBTUWfupfXPZvsnr7Xvgo8kAo0RYT4E9Xtxo8mGEPj46RbUoJfgfgpk3L0GS6u70mGaS0CE1bFP1zMXR2M/yRFp0qeKMAP/AUrAz+4QpyIec1NWR8KHh+US+SUzVnwV0VWMn2EIzxJ0Xvr3H54ov9W3I64dn7wzgakXGJE/yO6b0Zk2wjAIgQf0Rj79Fao2Lf3eOccHp7XhQlYYhL5Y70TT8vAZCx3mHGPgmLo39wVrRwPq3+VW2bBrzEvSkzQV2ZCWOivMy9+hjrBFH1KaH/HlIIFx+Gv1bonK0xtcPkpRQaDWzL31rflI7N9n4csoVh1gD7OCvrwQn/m25KFb8J/HMQc+3pL0ThRMZCt0maQhOmoaCMMzYUlEQ5aaxluKDAXQxOqRFwlZbM3Wbs6oCkt7JGId7jwoi/wsgNEt1naixcpymBDkvKVkQKZrdVUii1quk3quIuUUBGD43jhbkXftafcQqnmIG++ubCwMIZwvjnoUO5NnLUx+8sU7NFySwJkpkCpQA+AaREqKQWRSId16D+UFOXiCrQSckkHoxmJB7QxbjcYrYiuXmVw7rpIcHm4dOe4vmtyOfY0qmKg4sVj/dfHK0/1+yoZc4cLZ7hugrrHFcVqZjjY7i9K/fUGx0RuxyUH1QXpzbgP8Biu6MvrXFi5LYZ1oKX141whZhxSDazYN7sfo5dsF8JWOs+FbBI2b42Msd25ew6JnAb1ndUyifzAhiVpURJaxyUGJTwnoKdX8eLWas8z/rVwjRKhiuLaWsd80Z4U8Pydjz5As8VELk99nlH+tHp61tQIq9sDOypG/BA4pk4Fzi71V6pu8Iziy4i/7UHabq3G9FffNujb4PtpfKhbzoRG4uUMRz304pTYQB+fpyY5OMHKI3B6c96slatwY5yKZYr6+FMPAqKK3o4JDXltuxMYcac1G1LcRQBXDEO9IGS8FScCZhURHBnnecO2bAQ5JbVUSUnakQIQNrs7mNQo57i37+U67hET5tQxy8ngNCDFCWI0Abo/cFdIIL1RQ8oQ1+oItcePdzlZDB3oJjGoxD8PgcJcET7FqPJ4TB0nwKTjSvN4lzFHl0e/7emEzoV1Sm9aUo8sxnx7osMpzub4zTWTpZvDM9Mhgrle7cekmOxw4PfNBObKNt0uUlClPQ8KRnWXUEd+OTYYe+ewCMna718scyjnZM93cuK+O8eY9tQJz07viQHNmiKWasLoCmVa6KkoMRm9R+tkiiherHu6LPB8mZO6wiYS+UwoPHl/0X9XxnoM0D8kXrhz0eWeC397s/eRitdW6+1yK99mpCyEOeLAL6QEnVlzQRmSSEpDF/EWP6jElBHn0bJSkyhk4Q8yFEaMJeqgr6KuiyEbx6Cus6HjcNBaH1Y0RGG2aodq4VXpsLLXHUqfMGiZ0fQK5/KSS5XKcKppu5b25lbl9sje3WI4YlqWo4RUTOuqh5goU02YFNunxnyt895oMVjKotB2DIwhCstwGQt+1AvtcBlVJsspPCzgzIoSV1476RWFcmUVTJhQKsN6ZV0JNVFib+WV1YpiJ37Q73vA0RlHig4oRR1+u8KEYEq4Z3ajBZXaLZty/MjxYmPZXqgwNnffZ4LMQfWco/YjPU6vr1h3Lax//qINgzuvpoEFs5C+w4M8snKFdhTpQE/V55pbN/tbVn6n12UtoT7ov15FKXNSV/gT89svhgL84OnXI2jOHS14Kplr66vuzi2eDqdPTyfYOg2ugoYWfSQw2DzNReQlk5PoAD7go8x/Jqs3isiXT80WNobQkhdCiawpxUvLN3MUBcVDFaMYUgzaiWp4Klpkcaay7JWD++CIadC76DWsMmZBurtFGg6SRv6xclw8HR3n2Bg+Ou998xRir6EIjoK5Ju5G3hNq+gB6RAduU/NJ08ySgARqH9smQB6WZDnFp2IGi6RKNomLLA+r6ZPhR2xIxPC3dJK1pHXKGetkU2rLQib0IcLM9X1HIXHVlp1K7DCx0ovxreOOqZxrqcOiMhy0gMUUvGxAVlcxQSXsIqC3MuhRZm1iuGXfSGnR/HsfBiYP8KJllAxWTOIaz0cqURYGSbpQbGZBK8CLVZ0az7SiqNLp1HwY3wmtRswqCk8JKV1ItwofIyfXcoxPi3g0XXUf4MAK8Iv+Ek9PWuHBcGvb+l95aW1FZ8HVJNGTQR8J6D/qwuktZKFpCQYxEZpUxChSR/AFv+gQh8hiPkuyUpnohjNrk479ldBanyQtKUGt4xWqywEbgfBRLlolbeJTbGcJEHTluqU7ONjJC9lkihLc5UzO3dVbRleJzxI37ekcN/fAUUP672gFYE8nnS3VogM5U21I67V4ctMEGHQMc6B+QiFpYSZBFCLPkEk0kqoqRwz9xsUEI5t/TyIxF24ePkSZydl5CNYGzEFVKfbMSSphHVGisE5AdeqlcmrHMpSq1mxycOd8MzUSNqrFKmQinfAgoJKCqtoaFdk6Nxud02Z49xweq0ilFZGEJ5E/UWa0X5NiW4mHd6z2P7DBWspPgTt/8/XQX6XOQnWdtR3luFhKmo+nf1ir9RbFTav9zweM0FnYndciuvB6GLgrPEJZRq6c6G+Fo6rY0ZEN7kRceOp4b/Thmnyv917/IUVL/W1aqybzL0z4iGIw+GBh4c0l84h50MKJNORCggE/850oR0oRLtKSIUB4Kkgu+ApSs5i0LnM8E6IpLFy9hLuIa6rTEovjsjK3hdQLTg0fV04ajWK1pKAR2l6Ri4+777tXtnSOy9PTjpqfJnAfwutozpSxO/2jD0NOrYIgQJmhNEugSurBDyz0zqcFYxZJeI3FWolBM+VDX2U902LW1duKKyTYWO1Y01EjxttcpgKEX1wuMRXbyUUuUYpWTaQ0o9WoEBrn4kSIHMgmXHtoFztEMLxK45GO6axZu2U5xt45PDxaJrKQWO331073en/W+jJ8BR3BPTqN54JtEWKx4AFu0IzrLMTD4kAzSlXpjgf6tpW62e9f7D/bDhVduB6y0ReIEzHt/fNx2o0jzW2XpjbXt6ON3rWbPAcOX06K18Iht8v1Ogj6Z7vg0cK4DxBGgXVigY7S2kQYC8oxZy4dxDxYVAciSx4K2oJFg5zsy0KfZMhwdIaWI23PCPNdxaUgeNAVYGvn6YeTzj3zxakQe61v/JHrs7sH/Wr1bR5QRTWUnlNLZ32ZEgYDvtclg8QTu4RA4yUmkLizQnLOOkkkobaq+aBFFrbjm1Vtz+LwYclC0VTdNj5UdmZIO8hFzk+jikpVx0VEwuZVPCnYpZHQgrE/udILpKHelERXsnGRoldBdy6ETVU969E3+auuKHDyxsqvGUv5qJAjwNLOQUPNmRz1OCzYYS9sDm5vnRYVwj7mPasxMpz++sowBtMQug+Gg46UgYKUMF9Fmd3CypI3vjLaj0IX2WLP8KM1lq4TXWDdjOVi/F5cvn7qTcTerHtFhMNMxvL14CBf4nE+DcTQhjWzLTTsu1aAYgQylT6SGvJaDBHKDLYQefC2ibK8ba4aXROvRAKWqiQYeXOT4wST6W0txk/roB3VMumk1GNBgX1dxJoAodnwMFVHGzIwpudwDiXYqrfd3Xi8xY10kpRKqKw1LGyyNF26Y6rn3fNN4cTRyazVg4banX2DS1yA7nAw6OuzcPrU1hLSzBwl9jLhmNis+5BeXjCDSuozzk8ZSNTbblZ/WeZiR4vRRQpdhoWcikxztGCb6rBQNqzySNPSm6dO86ut7O2DhMOddGsLpjZCx2+mBJfO286GPccA4bWxFKBiSG5ZdVlEQTyhzvLU1B6WTMkfaLRSzcN3emU5FvMQxbFyYTqkrlMZHOoS1VJb+EaTabRKs7szNGPdp3cu9DelV9lL+7u2o0iZuhtu2FTrVDh6wfe2Npjlv1EFeIT8d6l5W/XemPlAkfpkvMMhwC/rB6e3YrRQyivZiIz1nMVbqjSXqYh85PjNh8qd9RtvV3AEF1rOhQ8VWSmtyirCjzguf3H5zVPvLSzoDCf7diB83efA0pz3fMFF7JEphvTAvKH85nfaCpD77xBHIQIticQEXijNgpSlkdnBio9SO4SrxVcxRf1GGC8YkcNBDYQp3pJdFmXqA52gSCs1SwinKM8IXuEbEeA97GHMQKSjtbDYRVQI7boO/toQUaldXBcX2DcCPHDnAB0eWni08L2lJbESHBZqjjcJcRS05bwZTdSWPmTCFNJPFeA0y0nbTIRka0/ZqPv/cKvy6a0P7lbsjXU+mcmvB0dx1UUclKlymQNCm7ULJgmQDdZ/LPgGHlAts5HyaCL0lsWTTNJSIe7iBRmGbqKmlVkoKbEKWfuQJiR+Zj6tEY4O4Qbt6ZYUh5T7knVdgi8hLeiKgVI+Nujt0cN0xwKRETqFIRFcyf30dnibUmm6donwzSrADt9WbG6e9mhhyrfQbhaHZKE0F/gUWAxXsRwfHPgpiMzhHAvEH8RqmfnmqQWd4x7BCDYPys3k1wN+JJFJ+Kl6z8d0ocgpUyWUDv7eeEoHigEyJQQBAumiWk2R0FIcYqWERGKR8ikkFQuy4iTboRYTGjItxBRpibgYWsM7V5CiCxnWC8d4ZVSYTQlXc9M052rFkQLKUIsjGjV3UjvcXUsZXOE5r0Nf6j9ydsURXA0epa77Q7TYJx063B/oDHlhYevFN0PtwYAScb6J8DocF4oPXoTinBEd8lEeM9wYLPniF1tLWwunZ973e5doz6Z8zzgAIXPnzUzM6cdMc2WsCA51I72TOQN51bTUBCgJJKJIOYWe8xL55LVYIQxWURZYYhR97INzo1jpckuL6AVTchE1tZJaI5wNrqCM3licxkIXXD/i0pwyONqUTUZ4lziQ1abDRVXru0jaNRK2xNCgPSFcx7cmxCn3SYcO9xnj24OthS2mcIXw4EPP3wLHOUMetRdJ3ki/L5ZOvcsjNI6SqBo4Wga8S5QuHLQr1d4oZMpR3RvvNsYGmRlN8XSgZz7HAJ30uaKJAMHE+WoKJOsnqAleM3soiH2CXZKbIoOVej6nljG0l01Oqle4YAxd5kbgOriQntGiKcpBQ5HJhafWqQK5ohyVjHfGjj7By9ETqqnPOEdsEnKSzSODelspoi1ZkHJz9+t7NQfT0zLvibV8kN+9YfYtfYe80W/w0Dxa/UHFsH5C2fB2zk9jRci5rs+VEXsywIGc40J7Ekx3d83gwOe1R6gn7xKH/4r70cCgVJVy8siWkiN2MxcwxEswYxXdCjCOd5gvzv/EElJTVlgNBSVpRKl1mX1Nh8pycpo+XoQ6c9KajFKbiGFKoswKz+e1WuNNTRWZTJm9ObxoIsKaJSMjKou0Q4YfKfcJFEdVwZMCN+tuyE4XCZ0xtJnaJuXCkjvk6LC+lonZaEzLvI8n8G907x3+RYgxajRaWw+GdzoCvDfou1huu2twmg4bycKlJcvC60y0J3LMMo5vZgnJXIcCsYLX1cE0YFxPvAgh6MAWaTA7CiVII7sEAcJnGBFQ4hF8VUkrFFQopeAMrfRWMWpJYswWtWuTFtBQuIUms0hTuQWb5RZ5F8JGSmQr0WqSkNMZJxokbPiFzPM1XZdGBy0Wg3fRt9mWgqqQFepPltCN5CmRH2vcCeSwUeLdcSQIbTde5xcW81ErwNE+nsJo5q/RDikihVrrDdcvZ+ouFODs26fnYDQaPdahw/2EvmNlBF9HPWzAdV39o+FdXd3kuHfCBCiBqMNHhz1CiQV6yJIsBSAmiLTSVfJlfNG+FNjLhEOI8ApPpaU6g/qiMpJQkSh0AyxMVzbIHnxm3s4acoAICR9tqgPZCm50gXpmM3cyAjkrxzEm0yW9U2Vvkd65Za5BPbpJJYU9Gkw/cmMWXj8Me3mS0ikcrKEmZmu9ai6FA2Lm3YOz0ZFfh68LyYHmP5/5St7sKmWrsSvZxzoIsCdpaLHE0gTgKtAMWdEJ0xuYmlKX+SVignPEIK4FtWiN1opEuEYU9cK5JMuqTG5yKNVLJGpLhgVr4UD/bc/27eEFWfqmBqLzLlfl2AY6r9bpapSorMjH6KWWROLtvP3ZN3eBnEo+fju75mX/2EK/z68sWtPaVzRDje3+IOaa99T4TNtMAKYfUKFOeJtVHHIwu6G6DUfb9cT5rhWwvBusaeOW+6+/ty4fDK35+Beefj2sdi8dydYi7IlFfbsGzJOv/7Hv/DCKmsaZ6Nivw9cKKFDHOBOMTo2XjoYxSemwN9TX11eBEYhwiURQ6i5ElCUV8ogVOknvKNdaBuSVzdCJ5RzKSgxizaYYMuYtdvEKIRbFpRpVHDRkHMURPc6tXa61akJx0S+0Jll93B3cyPnENgK7JddxWlWzRFXgPK2zXTqDR1SAEu/6Npjj2oinRRtlLvvUdn+SqcwLs/DUDvMQJMV6Xvrj/cEH63dMVX8SVdoTLqkmoqfKav+aa4RyY856LkC0G6raWA/6bLIfIOgS9Vc3Rtf4lcdS/0WZ+RVcBvqgtjY6kpsVYT9Yf4aJbeI3Jh+eoUdrbeM0Ovrr8LVDB/Hm0EJqAtI3m+NhaMBCgDxhOAQVVwdIib1CmpkYdATIIW+5o8RGuUotxeCaGgoGiZouxkFBQoppQRlCi8CEwG62cqvhpjQMlO5uglbKx3qTCIQWl0UFKjqy22zU9ka5yAOBjuKsM0jk6IwdVOikanif3B1WN5iXL9IXzEtMNOD5+kQtMTPgM8lNY4+hrdyRAozBNKYkwJXf4GaU9dVrN5/t9WIuaZV6ckBw6UzdkMcAYwCPNp4m2vQMq8vyOrEtRhPlnfYEgq6hTpR5rhb6y8WqtYzVj4HZrDv+vTCUuCJKFkb+BTEzbTWM0+j4r8M3AKhrxvVsc0Zv1EME1gRouwUSsoqPqSQElohGqBQUb31C5aWk4kqwUqmsUHowlEtNbkp5KC4CKBMFWnoYEEYSGbl29kJUpyV2uThccB5Cj8r+sOQ0nzquZR4VXbOE3VI5RnF4KSALvJUojfCKHuOY++TQ8LTzo0p75YTL76yaJHq90099fr7/qlTUU59jT6u8mCoQ+Krq6hpvn5SCVU/9vMW0gUJSFQ0t1iLPY4ARbeHm6xltjYeGtMAEz4NbL0KmjnOayAzklUB+JlxYhUvRkWhte+w5vaItT5UleAxw4Q7zWdfGCXSDfx2+GTTvAKwhPtGJsYhxKP3DAZb2FEJJEnAaBkjKus8FoaAsCosItKtH3OIOPuqFH2XmVPISic6riagXdTzABxNSiiCTaxk8hAJHFmXqmuxVVMewS2QUwUno0W2ID+FK9wAXd1NurhhpSlxImDRmdZnvkgAH65yr7gzLwzxCmFlifRHkJAaKefri4bthlVcRXVaE4ieopmI3F15LsZeijYa2N+uGeLZHqDWmhQ6m6m1NTmZwaW3l+d7KKqwW/cCRyQiLWnT00hkx6jIOQ7e2WInPmCcfxDyGjlIbJ9HxX4dvCvkVbEKHu77ScVwMckboyIg3oABEFW8xopgD7nMejjJXaBWijTRcg4gzBVHOHXzylDoMkeas0ooe6goLxZAf2i2MFGJROqgtOmKNZvp13gUwsVtyVdcMMytawdGFLoDl4EIl0YW2hSQkOt10W94OWxXnbscATVlrZ4YeZwM5BiidFKJMGs1jeBZawu2nEE1ST+VhG3FVdU0qUn+Q5JuYTbXIMntGQxujqiFLzdLGdT8vzpi4UXmJqyLnb1LLs1EvPPWWrIurvRezhrms8Ccd4azW7LjGw+FURVj1PPmGqqbybBjbyK/iNP7nQ758CLH3Bj3sy1nIL2ETu5wViyqcaRCgxRQKDgLRW2wh5hAlxH3CMJZ/xqESfXAI1YTkQ6JRIA5RDPSXCAUKdE5ehBELkuVDQbCTC2g5MsQhnUzlC82O7Y7Z1b1yYIYeXTPMrPBWMtSiCxTX/aN5uosV2osqyqiR2LYoC2vuk0MCQbfCg3k9l/3qdWkyqMR3y3FFg1uOQ2OVsbsf4KiiFF2bVoDl8SB/pnDlWC+eIJesZM8v+qdoaJgNcZ2W0mjjuHxCYKqdi8o07pxe4z7DE0wTHf14Wo4jGs1AqU+jKcYqCcSTnNRaJVOXY558wH2LcSN1w9jCtP6b/219UPAPz+uwOHsucwmZMpVJtqN8yoLjKYEhzGRsaFlziavh3N5ottRcXH37f2hZYtg8Y0kjJ7W+Oqe1tnW2z4MMb2Vsao3qpsAKEl9a8ngNwL6IFARgYhAbWBWJBooiMh2FYFKCMt5yVC5vwrNuNM/hSaRKPvJpjBiKYTIFJ+FsS/iJjRwqyrWIJl1oDWlb1Ef91V2Oc97os6sE80ZNSE45KjmWSc/u9NUOaolYqET1K/fJYfF6mUp+Vft1bQGpxgM+rOswiS5MZPVNeHbkQm8YQgGO1uI+/8/583wRoi/EWqka89tPNFS14UFDTCjJhfX+adcEPK+ktwDLOk44Vt1bWxg8LZFX5Kiw5u9PtlY9Mvh4dWa9eFHV3OeGsYnZ57+TX9MHCzwrAFzIfECGTM0lhxElBWkTyNjQsiZwNZxrHMR1smGcjahdYswDjbyk9RckwtRC2zrb56FAa1dNn8xxlPNbEGfYF/m95cjvnVhE751AE62tWQuhoNBcy/1l5z67uWKOCRoJD78Gy/1nRCPrOuLxlSEF4+Zg4c5KJLgzrb8GM21+dmfFZ61mUSQYFOSkuWxzoa9yKzxFc8rRiFJUoRJ6q4BqaqW/0nO5S9maqpbqlQJi5xuBGJWjQgxKOh+75NuBJR7vdqSYebVj9iWQ/Boaex3DDxCu8CU1oIsKymdqD3JwtUBaBDItQxP2BZm/GxysNo2c1frsnNba1tk+DyHyi9gAvFFuimZfMNinPGZT1+jUzaXB5nv9Y7CBTxzRRst9GSW4dB4kirBsskRDxX3Wf1Wybbn/xeZoba23Ofpu/0UXFNn1rmLZVaVoLDHTeEtxkF4Wf6hIOeBiNSYdeeoO7fASsaqOysRTajN+WBJdk6+Cqcd3Xh3vvvnU546A0XHf7X8e/CjKd4H7Ey8HK2liEg5Cpit3fxX4QcSJuHx8dIirzROYaXwYL4Bwhqiz35PSgZfJX7jSv/y21sEIJy/3L59Mcriw3d/+pyg5F75Glj722D/V5WH04qt/EMNu/0O4NLwBbblE1ghJG1aiJy/0+5eukrqqnjnuYy8R6SWcicKHxVV5RhVFK30VlDpLuo/CxXBB2xL9uNrwzK2q6z3kmJaAedg7rc0UAUr6iBBglcGHb22OV/qrA9HZMtIPwRQkI4aCCxeeWoERiWACUUnYxqgqqTBCy0Y4yzSJroV1rDJJVRa8pzqKAg/5ZyamNnFS1Bptvrfudsj03AsRGQ3ST4VUE8FflmwLN1cG9EIaj/5a2u1Gs5AmGxY/BnERS30qT/VUfuhRPJT+VinAI5xh3xiv96enIhnNMgr5JXyYIHrw6N/3r7zEiFnowUvJCCd/rRUflfAYPRGQS0JbBZTxulkeRi9ET6CcX9uWqNrCapeI8WtZaFTk9thj55ygsESKVdXEZXIqdl8J6dguelsBrvZfClvd2kmamdiqyD20aJxtTDNgPXFMGQMcDUOKjQcnpNHWjm8PBifOiE34adWyVNRgsNLvX9/cJN//SOfIWj0zOrXOcMLKcOmOVqvyWOY3U/0tpZ4Z77ru7mDkOp9L9Ili1rbX+6vQlk6lUYAnJCsj2GB9Vcz2cf8aY4Wu21+RSDzRXyOuiHO8+/FGBFsavOmCTZ4wqbNuYgmrS3cYkFJ36YVaedNWznShO7EbjAndSuHFubSzVnyWoTKx/rYpwG8QtQDML2TrLNiZB26hLw2rhMjiAkxjneXs24+97aSNYiOXvP0YZBnIAK3yMFaLti4zlKzbwkrIOoZSb8vhd/DW1azPwqmoXmxvU0O86yrRV0Opqw6Cxq1bkwactVV1PWHuznqQFvMwgwBraDPjIsiuZJbYQMJvYbD4xfqyCWltbTxcybE/KcLeD/oLveX+CkKuJ/t76xuD3gnZJMDEGTpVRYWJTeVb6rqcOj6VPn5xa7S+FqpQou26GkvHL1YWJQTXVofosqzz3vrxt9zyMyv9hc3BO6s0TNCF9eMrnJQvD3gYnvq9sP6RdChPAZfn4PiCylb4sdhH6jk6L7VdJvXJDDlLUBfYZm3YEeDR4GG8BTCOfA4MEpJJJ2GZK2E/m9kosd8FSmr6KwHa5WH0QhLrwlc4BGQzlKzbwpry0y5no+yxs9+nyuhcnMRWkaK6l1HRSVX5KvtqKDVS7N9piU0x3NoPZ29VqbcntzwcyC9jBYa5BKe1mdVVYDPDe+vLyxuDtZWFm0vj5f6W9ND6KuoNGpLwGgxO3Tm23P9A9ddXPRwIDZ26yXjhcn9prNJIfbd/23WXnnp1rDqv+ncijDVurlDb44JL69eRa1tiIAVbX9787KYE4WAsceh2lm4eR5ku978YrB+TI75irPXVz+4cVyC1IvqSP2OAnw8HS/TizfUvzGDrq6PBkjpjZosbD51UOthOjbrEAjFGIWUKW6cAZyK/MwfHw8h/8IRYhQMDCvDCy4ksi0AaK2TWZcAGPrGQvBKjeTQPkAORLMtIVoWtNk6KpJyNSIXvmhUnkwaps/3vi00ni9vJCq71UKHN1iWX38YKQwbKGleBneDCsIy7EmEnVscfr0mQiaoMSUHxwjMSaf0F6aw7K8X+3voK43sf5VVeqNCDcUrJN3xQZJSjrxi7QygiKRmg+4SyqhGpv2U1OkbjUefmilyQaarA1ekTq5WvxwdHm2uc6Hok7z11gogMBL7FlWg5leFKGhWz4WaFRy+wMUrIFnONWxyqjUxhyJhg7pMONfSnaz5N5iBIAny4RITkUJyDCk1umMiyCKSxQmZdBmzgkyVXfXfTH/ERwmZE0su0ahVouIn2LqSui0hXpytOJg1S5/pn++emitvJCq710GD+t2zyHJhHqEvx2Mx22ogwtCxaWVxfEvtsS/dd6J+XZwgmKb0XV/q3uUR87CKz6OslETfaXLrzeW9p/XPpJnmo9FXRidTix9J5qju8IF/uoFWIiIM8RHK92e8vSaYNv+dgKvh4Qxxnl49lQgYq9FDUq2jjz9bfWr++eaG/Rbtc9LVUU4zz8JYSx8a+bj1ceur1wfqOOPB5i0x5ja14PfSHwkPzuRVSXBmxhvQFbWwxRPgNTLd7+ClNA/c0Kb3+M2Vqf4y4WJbpA2KOAuSr+uCS4h91SHAVpDolbJ4C+7zxq1ISFZI/KmS2XW5j5fiFB+mMRuW6rekYUYZwbEfycF/kGgVelnDpaeP3tUjCbLQ2a6vqeg8fJr5cU4OAElk8AYSkNrNSgFJI+ry3vihKWGPU7hlJOp0YWzGNlVnuX7es+gK7EJJLi4WbHylmKsDN8abUon02XU0+dyzlEGCb0pULaE0px/F1iUFqoc8Gg1vLi8uSoL7xDym3IqE3UD8VYjg60V9zSr4ePyTcYFeHv2WlOrE5svrUQoQ5GryDAqR/BLRONNfxgz8pPutGtKDPg8kQj7tzvK3yuxcMGlMsHxh3SYAxH8vdov7R2/4YMn/a4fBQngJX90H7Cml9YUL5vFwQ42NKvsQ9M3lGWSOz7XIby+LkBC0l3q7aKtY6hsq4fpHDg5z8NiKFd7GVpKtUY3l1uW/XbrU2a6vqeg8/dOLSOrhQf5u7kwTIGBj3wq0hwxBhSm4MBu9dtAbclb4brC0ORt/trwy1HmytxsibBwYZJ0QBDt5c/1wKzb5R1+tl35Anilnb4kIHrWy+9/SxweaJ7XB4U/XFcRuwkZqTSSry8y1uH4y4ZEVZGVSKE7JSmPVVazaG/LiuLBn49DH1QRx6PKz+1bH5Tfm8ICzmC9GnNaJPgWWlV4hDKca8R+jwWOl/oOXow9m/it0Th5/TOeBf4zZxGCY9PzVfzFFikv8ellPhwoC+UyUy5TYY3yXCfSZVya9PZkmFkm2V2+iF70P2xVfDtkTV1nSMvD1FCpCrtX3lTpZIL43wimstWTGWVJGiK/GduiAyzeK6temtWmtQ9MMPkVPrmJDIQQaSZGNtQwEGU6xIhm0uHCc95pcbH/vcUAy0zDXW/qKYyPYVbtULBSh27Pe35LG7IOW4GdIxfLjC2198SlaUlqcW9u18Iyk88c/6GkN5chQtPdPnmq8az3ZWLCdDWe5unoDnhvZFUWqTCCamVBmnyf3+smXgUx+NVXvNF6+xLiiENSzKr6g/kSK8Fz8LURkfUyR6kXfuk8Pibs9jBc/ncnhMP5XjMH1YuJM/Gr4/yO/fXJRz4XmfmcbymWlsfmYay2e2MXH1eVHM21eDwF+60r/ykpL6Lil38kr/UiGHt8Uun1fXIKoQJdsqtzFKXhJx/ZqIRuUN3BaJqRi+QeWSLwJf6P/6bTmIniOSOqX19KUNzGcnteZLnN6nrWptaqsutFjd21Ut9vrMNJbPTGP5zDSWz0xj89PARNbwiF0TgxEnNKS0mbUChAK4YKpzRcbN0EYMudnq1GAwFHUqT8ZCCdU05D7lsWhViYGnGRwNFcQ2nIo7V4G54LBLTGUYmYvZRzFw8n2boTjrM9rBg9paiazi/mVV18oNoynVSIzuyUf9ssxUjn7vKkMPhuRVU/xLbDtgcvvuAu8QgfKhBW1+7pNDwhdpXr39dJ/Zk79YFw9DwQyzUbJY/gj+N8D5JzPdU4rht4W3srQH1z8TpoX15UawUp0J6jc2+SHvCYRcNuFx8RXX/iJqV0VljvtlamQXPq+s8m718giQ37+HBrMOnocd+pNm6luMGX+4MMXSh3Z+Jw0/Gt0W7Z7mGKC0EOoIPRTcpfRIsojfagSUoJCRuFiLQ0jp5FLwJQUJKAFLhMQtHPixrV0ynPKMv6XjCalBZCI9cOhsJKJYpFEdEee+YbdBUXA2jdkravuHK4L8qmE+Vg4W/SDHx42i/WwWHec+OSxSxkmVLfSfQsgeZ5YBbpYcR8JgPvu+XO5sh9Hz4l8uCtCl9RSlYKF/c7MOVqqvezLA9edjsuiqCfehWVtFslDkmfiZu/nE00owNQ3THrhftha/o4K/ff4OVt/QGV/VDvcHOrRPMqbnM/m7xbfi7zVCTzVgvaTjXGgQoGURYsoaqMz5IvKwbNKbl2WY9Rs5htJYM6AW5RjCP4VVzANNXErSv0Rzc0TTelmKBH/XEw0piQDMC7T2RtIRwtXsimRzTEfHlwXrsRpRzoIRPxc6TGwlmxg5m8PkLkKBd6kAy0CeVNkH1aQvWuS1huZDdFcXBy7lJ7S+kPtRk3hWd4bNCe3rGWS8EFY3Rls3ffnj1qpt2cTiakwN2Kodk7io9fPrH3nKrnBmckKKqI81J3s5ukf9PpzXQL5G3F928WChUN1y+MjCGiy/lEaqKaXYQWHzVCiIN7EB1ICCCr8YN7NAIkehf/cL+7C0i8Ua4glfpX1pAmbBisWuuQiz03IbUZmqVfv6EN+G7IXcTcyhAM1eyuDmrsmHHmS/aHDkLnBV1yHlZCstUZ8z5khg5o3N9Cenu1aAZrFdqTLPnRez6z19zKfGQhmu8wzzlcsX/Xdlq8YAhy7d1Ems+Qg0gpGywzApb/35tf4wzl7B89mHRu1G6ycu905IR1oyEtDhej9Ys3Wyl/eO/P7NQCcEvwa85IsjHkB8BLDHV0pcMHFEbyIKkTl84cPk+wB9z5zWYhOP06GfIA04RUTBTSPoMNNP6Cz7khb3mDZJQjyScZQR1SNtleRyJTfmYuoj9UxFWnscz+Ve2KE0ZZIs1YkYKapp6e7pBQ/aKyJQGRpVImPSUbXntHvHylrRdCiGbP27OATqGaBrWbbw1LGJxxOtM3OfFCDnn+dvvh7zqOTjQ1TK/PMbSpy/U0zWZp6PmTqfUH1j8EFQ3Hr/GKevdRPZh7p2o3U1RZeY4ZQ5pldCUKZ1opf3jk4Bdvh6MYcEeQTc5EkdR77QIED0UEgiyyF4xfOn8BH1cB9dJCjxQJzLTW64wDy8R0gxOYhhFAQzuopaSLWGH6wUq1B6tEHeRqfsmPQWLu6CqztqBvLa7FwnKNA2uVx98abAoLU/Max76XBY3Tv8c58cFiHjeNZbiLZkwfbjxlf670mhFQWoE+Q7aK5y8Xalf4pS/3XKTc6NYH3Jyc9wGDrv6Zw5x90KPShUUrJVO7Em5SlLzp2/lCoyrYd8KPr+yO9fwbdb9nnrHthN/Hbv+zamtjW/ji3kOH+TAC2M/BJviA7EDLAYymh3qf+5RJillH/KARGRlkmUoZRk1i4/QVuT+uIKZH9tqLUWA8+A5arWZZ4x1TEHm5vv9fkJiTIiLZ+qpohTVHSYRVk4iNa2+sxtQIouWgxmIH4F8roojbKw+PY/PJSjCn3FjkX+W/3P3acQfyhUd4u24kpy7pPD4npwDcNttWjrf95bRVx5NmYBxbdyor8l8RfizqXl4sNS/3rv9R86cz5G+QhBMJ8CP3Usqw+uBV9xFfhVuV8qTZTnhCxUt0g3WtffMSyKz0z2ns1e1o/CKr+Pju7OwAMowH2Oyz2L9y+c57FX4Z5R7yO+qXYPir32WWBPj32r7x/68CjV8vvYRhzjTQKMG01iQEwpj6eh7jDxs1+TkzLL/WVoI4QaHxEIN7+Mt5lKa22kDzJxdHF1vLIy/nNMJpNiT+y4xkPYlYB7Fp5aiVNPFcbazalImawBK7opfm8SJnJCqjqM/ApEaYYC0a+Wn83fn4w2F0Sf5jZMESpbpif0O34NHde5c58cGit9ZqZvK0Ceq+HxNdFLcVrtrT3vS7B2YaxmOwlQZ6KUMrtY/0xYmsFUJ6qv+gHDvaHvA1xTo1UTSiyS4XlGgaqoNzbh8SySfp+fq5x+elvNjo+HtfY7GuT3r43qy1wSXs9aBGaU7F3axp4O8+xfJ765lvdFdm2ih/X+qhct7OlAbtYHeN1elCJhRmmrvI1mwR56hm98pMwMMWanBXrOCXEGMor5XkxV9mJcTvIJxRWiUEb/Whh5uMWkVaiulS82l1cWVmNQkbry3V2686rlokhTFk8jUwbhMFizuQILVqHryL37lJxjRC/i0TN3kzmpj4XIzHaoyzzUJQoTxhyLDcPiSWvIuGUl1C3zIALQd8J0OAL429f4tn49uOu27r6T7ZrkymcPzChumZzZJ8YDgm+6l/u0n1/HJnTQe10TYDDgyHOeLovHpPKW+ysLT/1QZ7PST3dW/MuL1U2mZFleiKlQxUyqwfx7MEf87HedqQDX+6uDzZXV3omVtQWCilI4L14YE0Mr9FsvZj2NCVGXpdeOeS0/CbdsK9uRyAxnabT4BcgJ5nt+sVXGOW3U8+ClyknvRsODLeei3NNNe9wxTtcXHJIpB6Fa8WA3G8zRIL9/Dx0q6imfPMJiCWpjbZuJZsXGco9a0+VkamurSIj89HIa2F1WL9q+k4XfBrAlUwpQAiwnhebAt4lRQakjTl9FcS+OPt7gp7S9pf7xnhjq/NL65+K53nL/LWbwe/Hdp86MxTunQ4kN1nfEGyK3Jdjpo8HaxdP8xm2w3l9bfh2dJV5ZW4Sozg/4fW8Ms5ETxY6jxWfeXF+UaNw4wRSqp6OtFSm17U3lP1AXrmFgtG4zysaf9XeaZf61cdaTm6BzRp3P/ovnkb42fvcpdX20tqXyj3aXpDwZLmx2i7N91Kb7m/ukw71gjzHAh/kAe0D6TjeOqCtHGOobx6ztyO9jA+PhKA7yBgH6ksZy/5r0z/qqaGF1RRy2wMx7kn96+4Lp+uqYMUAPr3nWFXQUP9eVShTpiej6X3B9dcScfuKhNXGqIF+RIzLSU7ZIxw2X/EPiOx8xBbVnV2VGGc/hLAbj8oRsKDVOrZcX+q+qUNWRgBSqhwt3XnXZZ64Yvza21lQZIm6AzHMnN5kshh8Ju7NsA6G4EtzsFlV9+i1qvOsxwA5N5PevwqEOsm/LEbknciMPva37V6g9HokdKczfzvw6NrBZZnZrEKAvaHgYnLNE8YQEHnO9iBE8+TMWzilRehKEQysshuy4JrF7Yk0yD4f+bchLxPOiVieun+Ca764kXtCcR998eZcJAzffXf+8tMgzQnqew9kTQrstTy9I/uKdDwaed1oMF81Q9vkuyo0JBT35swSsL0Rzjssg4xKPivsezZSGh2Ub3H8Jvo/VLTaPMc4YAbACHHanwEeB+3sf4AN3XNOhB5Vs7r5fD8IWzevDQe35fWyB02KRoOigECDCbbzS3+JUUDzz3vo22olJlTffkT5bGawvDkZST4z1IZqsnMQ6DKVJAWrJPYKSX8gsnWguM3PV8mpvRaKOuKKXd6zpuKUay8JgVwpQa09k4GE5hNiIuJ8sDtRq5FVi/pQd1VaVZQWVeeo/X/tVH1Vm1enKNKPuvCPRh/TM8hCT7tbCLpvHM4WJLeGIubsIcjTI7999xJxDwOY9D489C781uKetaVYmXT6z4ZJ5xXsWHhD3UH32VWAd6aPNBgGKHmCyJYbGkFJv8QQOSTB02ltSWiqS+HreMz9bQYWMgvjWN3xWqwhryDFElCcUXFv4eGWwvCoX4m5+9tSrEmI8QljuPEV4LOElphRDqfDO5xJtDNTZuCRh9jwzPbuE6gOu9EYXKYuJCNUHyjIs4tT16FWoOteUVkVsMnwZdcWpvjjt0vfW3xq+uf6564QCzCtEHe4NLQVYf3+b3+RIs5z8FOxVFrClXkyh1CqfJubZZ+AALrNx0Ip33cDXD3e1XkwBa/NTY7Y/iJJmrWlfW+oFmO1oVOb8Pk6AW1haF0HQZbtrkkjMgXpibTz889pg4WnRl2wLN/8s1STCWOPstlaAogzx3AeScJJN4pb+M+K945JrTKu6/NFoeXX88VvcKbgmiXhCOs6yjDG6Ta4/LPdXWA+XLqYCZKBOcT+TF20xeKeSj3ASu8lj1+OCpWwsCamy20PGDdUXoqcalaBDjXJPTk8Ni9FX3eWo+zTjhC7l+Z3qluK4EiSoRO6TDvcEvnxzvpzC/JL9cPc17xUzW540znKy7bD9PqB/HftQrRzU78hxmP4eSSfz69iGdJpOPZsE6Nv+fF/IyviEZ4ReX1tg7tmY7pkH9OrzhRgkxgBRTsguX7Gwdjrx9GCksNxUsrY7OHWcqyD9xXAgrsShZBwjdPL2DbtcY3GLMfJnxSeGG0Vby1s8UPgU2hDnp1Ccg93vueyZ9yj77I7CRZkVXNS7ruQYfdfvny4NO7eQcZMl81cr0p8SuUMMvk1Q79wnHe4F9zwGeDff/ns4YqqqTjQCzYr50tVJr2nMKQxzu/BcPWfLdNy6QvnMw1dloumZaMcJtKI50y4PXN1rSplJ58Pgq39oPCL0fiG/j21IlWmpw7/8AoHDX4c+PzLrbZIaD4boMp0rI7z4lYQITTmpvSGP4x0w6Sk15MnvKZSWg9iOSOPBeDjiEvAu4tBeVOS2Z8UipKCW/IQmLeVNGJ+Y62TaVvrCpZnoDFduTE5YCU5WjKVSBWAEU0m3nL8QkcB1/5iVwbX0inaG8s6atjqgfX1Gr0Tskg73hvz+3dMRcm+4x5ZnV5f1f/Sv9Bf3nGfqoC3b73L/yp2bdzNtS7uVc7durd3b9H+z8d/Wt3f6b2dmPxx0w8FXl/uX+7eOhALd7Jy2ZxzOHOesIUAbwsQAGKyAoIPKNqWwtETCkTNrIRTlCm8IrgHd6YMDDCITZqtDzowRh75EqyDKQz0MGEp/NaGKjkFjWaSuuK3sDdyEm8z0Bqtc3ZaaRmhGU4pCS9QMJ33sK2QtxB9n4mkldHZMDjLnPulwT8jvXwPlG3qYo+QBxJX+OZFWk2ruaYOuiF0u8bCOGVEOEfjqze3HvurfzNwhezTb3dYL/SuPvV09xu6QcffEdv/c6HL/nzJ3lCi99Lo3ROZw0XcsiRXkp4Odr6gVYEhA2AURJIIRf0hyodN4xocIBQWGaEIlqSy0kzydZ0I/E0eUq1R5/BF82PXmZe6jisrEQNlYeYV7JEuR1lplbxQrooZLrkLtqVD9xxjvqoDaBIqfGmcHMXAvOHEjy7ZTgThK5h7pcI/wV/DusP9hdo8H4r1UvwobrPM8tQncXdCr/VuPPXbLz+I8MGa1dEU9ulARVcB++3Vrn/Jb/e8rtvj5QLiw3wSs/1Q5nKOzzFudmNePtv3qS3u3MB1FzMBdbxzXpgNmI8gfOzQUoMVUKiAmqiI1GA2ZR4+rtmg2pBkiTgV2s8rLT6ipKFeGNXUiTiyCbVQ7y2wvb8dL79Bmeqemcw4uK9XDYlkYpd4wqvtXJs67L9QuAQgnkNFGUUH+WWKCdf9ilfukw71g/zHAq5eu7FzZ7/DcBy9durzz3zJdQMgZYc9e2t7RwVOVzGn53OVMPHZO/XPsqy/9w2Nnq1ZQa2fjeWoHwMkrzYG5qs1L/1TSZ6WwLvSrRvfDhfbW/o+KDkQlV7fX5/Do1LZevbwnj1zgGcTG1f7OYy+t7+xzhk58fV7a4RF2U3Dr2YW3/+PvMjT78VLsx6nuzcWV/qWdFI0HrQS3SPwMxR4eBwul5+9oQwFSCr0UMSQXGVBm1BdjhKxCntmiNTyW5ZZPLmYRNjhFZjIh6qji2NZaysNGoS8xh6qMJkhCUxm90m4uCqtZi3rQmkpkswZ0cHIo03i7iI/kr8uxOKHK0Wf3jJWLvEc63CPy+xeY9W09eaXfv3yP10qubvf7b2l9gKPhH/r9pzM5Bwpy1SQZuLqTj9TYEQmcvLyeBbf6f1wvQ3b76bb/efbp2drp5OVP/JA3gr+9+PQXTp7bdzzs3M3LX7Uo5u1bSZ3/0N/xg4PBXG4re+mr7f++T8/P3sxTfFH9lXK6fzUqEaV8Wjh3oKHC7ezxTv/qJ+tlY64egGEF0fHosUv7+E5Ah31Pogfy08EtJpT6y2dcWwHmKTCcArdBfWI2dBbEwmtzlKINeSTKQDRZJVo0Se5hFpGYNRle0zrkV9QvjmMVW2sRXMUpzqzk0l1R7IrdLbJmTNDtq9RxVF92RGkYoo6j0hM34Bw+BKHQ6lBvNyIf1aQL8KejqJP0TZ7dRZCjwAGY7WzjmT3+hk8dVpV1cgGcuHyQx17Y86v+xAliohX0ctNFBO3YfTPLhTtx/Pf7j517eoPUS7d2bGmj6p9wobBm2wwu3Iwihbt6c1vH9K9vXen/f2wyWv6ZuXpzmk7P/A+vLqmPZqpzO5d3bu5Db9szd0QLV28GmV3uv3VyO+KdvDlrc2tcrcje3a0XE/jEDHiy3x+d67MfeSZx64+4R/XtmxeaYw9z22hY8/vICOAkaDgVYNFVQX2iAmuuoolCtOFgjhRfBJ+o0EaZ0VX4iqWQUkF5rmz2ylKyjNc5aLZpXxRfcRBlEUDlysKNXMPFjx8Dy8sdcSlZeJEWVSnDemIE9wcXN18TK6HFeag+R3QQvV2kdvD0HnkAUWY7PTwGsyaInsZBGziQn799k1/OVl7ffP8zn/0NPhhuMoQWmBGmaTqXzwFvYrLK5U8yYdzqr2fKbH7ZLXmcbYchwP+x/fQUkbQD/sMsSVRcoq1zaBpfUtnm0oqYZsZmFNxsCObidjK26tf9zx/7gn3x0mWZ9j6jvnIrNVSrKTINw9ngpDv6E+UZ+q9n/QNp1LjS2nnzccGRfWHF+/HK9tlLSZ2tDs3A1Svr2ylzD4xaz0zNcgIBpgJECFkmneCJ5dwf53vlGBQLwpFc0sc/1rBWwz5kHmmrLcsqcYklnEcTXaDq/pUGEnDArz7gVxWpuiOGOJN3MJw0aFQK+lQ7BKcDVMpWKLO5cK8s1nBBdSqLrmlJfXc241HozlFKBg9lS3PsBLriPXJoxCN2B2tU5yd+h8cgpmiei9PrPEf4oBg1o5WnvS3c2SvEQRs4iN8+CvDqP126sJPnpKOrb196m4Pi6oWzOjRfuvIPj331P/+pDEN9de7Sf/vq5FlRw9Wz/6Tity8VfXP17KW3dRadOWOPI+hCX3T09qWze4zenawVaR37gg5PE0aUevhvgwP35EinxhUmWnZ2rSq/euHSJY//f/X22bOXPCx4NcP97rHRdra7XV8SqFEHfjt10ksEOFnG6c76yu+6qp7rv2PLSw43f1fkJY2rF3hm0jkGKbXjc2+/dOm/XfHfYnQTprnKdWWGKdkPsxV0hfWgpujY1bMXdEJ/gT+b2jj7T2x5bLfax7Hej1cu7Hu28NVLZz2WenP+Y47Z3JmbnN9HLgNPAprTkU9SK84HNy/0V8QDa2viBesp0QHUZL0kGlq481GMzSGbYCXqxSoW/PIsfmhGiZz4FS4k47mk4a8I5/oKSigo06KPNIuwiw6T1wgb/q4TfGqfMKWeQ1vmBV/zmBPZdxYYnFKx26AvvoUmjC521bvD2ob+2SwzqTKzfN0FWpTVxkVu2Nxbvk1ic51ZnwODxZwhP58DMo1DNXAgv/z+zYC+p5f7n1xaT/L66kp//VJf4ufCzX7/19JdOjOWXMtnev9Dv//D7f7TOvbFYP0rV11Mwcmd/o5OUpM7pjF5NPhkWTF25o+0nS0EdDVjwxQ0G9Yd+Gyn/7wYJmRnMMJcprkq18Blh1NPz93sX5a8MNssUvuK2ODqnVCa02No7dA7t2CKk79Wh66e1SLueTlH3KuI6cvu78nLNxkVnUQdKrVdY2+/pIW3Uft0+4e5Sy+xMy5wknoLmrr633Nz5+ECXvJTxHV2dv/yVbVghtPqrP+iwbKX72ixo87Gfrx8+dKlHBCdg394p39FPdO/oJvSo/P+4HMwmD+9HV1KYrQ42tw9cfyp18URazzcQ2wgNVUxCY+a3NQ333wjBvPaPiHSiuhj2pY8XWY0zj8bUWi59KwQw55LGDEqsuZDAcqNj1rOrOqrWyp2Ra1FefrIaNLNeArESm81GaJRCRuhUTkQyUQI2XvD3FjU805gk71HDo+V/os8WkNaa6GccR4ZjiEp89m9d4NKAd6co938UOOF9YM9E+Qgfs3/6nHwNY7m7f4nX8EsliLbCKltEcH29y/113cuPNbv39r4vkr5pr+FbpOlrwP/5JX+zY1zJzluday+I/oc6UAretAQEVT4j2lL3OrrFE0nsDNEVoEZTjj53+/oWFdsH9Lqjq1BCev9ne1P1uJI3kcSxbmecIktRKPpsL8yemwbAshwt/q3tp/KS7Lv7H1o58nuhUvq0fb2Se2g2PSb+jfytvbMzmIou3PVVQswTc+Xgzi3r2p37lz4qt9/Z+dkDsdeYVPPRlzryEv9T7bXd+DlHdHkTgi62cit/d1L6tj22ZF4cOecWO/KY+cuf6X/Jzv84UJ91/vRF42/f+6lW3dyT83CV4pyYaS/7NXHzm7078TOmt6sBlqF3OOH4srvZRN8S3Tsk0QP7Q6WV/g9LQpwnWml4D0JuhP9tcEuEy8/w29DNscxibNIcjBYWdSZbb/PD21veormwcJT5FF4ajRma9Zpl0J8rErU2V1ZPO1ozANNwdAZ81ueq9IulCWCsjQjrXgePETKIdPQkkqHvrOZCqHzUjimqtMbOuTpmxk8CjBmdMzKUYtfvHjnzIe2eCaL8Hy2zfXt7U1RoWTgijZrMYvYRKm7pf7Kumyelksu/tWgrOvXlViRrhJ5epf52RwXtSr1v4ft2EL/Vf1PdduNwi2fel+s4225FUcrpuG6/q+TCAWYtT3UEU8BobM0cExdUwP6q9PRut+qxSJ7vnDn1fALZCMTyO/fLOjkUgeXDjqOp/8Gz5y86YND4sZ0p3/0KoV+bvYXOfTjcvEOxd8P4ShZ8QW8OXFS9NK58joXl1bL0eAYF8pVhDReqq/5gptrsVbsq4zMOXY9dnhB/T3XtwwLTBLgRLgrHOjCP3lzz7GxYgWxdOidSwp3shpm1LZceOxkVEic28neBiz1IsEPKCTbovgd9cKcVzr2VWHswFf/o+4m232rZPXnf5v9su69Tfe2n376+4+dDJa7SvgdWM268+yls/13qrtjwNWd1nBc2VpiqUAE+EW17/QF0V+jXIVCgp7rLzb+RV4omxZo7kf1+CYyVFFbO2ceGuQXyRwDDOkU6QK+zJI9JOOUNSdRyVmdraXeXL/y0WgouuNXt8tMwxeTOC9/3N9ibH2wtjVaZormO9vMO3B6813mWrGY82+KVbbVP/HWcCyvZ1b65weqs8sDlBTiMwqYpGUwDKkn/WWdZmEGVylIqD6/KBBFySrtabs4y9LOQlKKUA68CWPRmMJOp/nqknN6h4J0ExHeKlBa0Q6Cd858QBunM92C9sy1W0vrS73VHbhDcVZjLNBpnd9+sG6+QY5xknxcfRNLnfajgnH5U5yoLkFdNmT9fHDwwrqWS/0vJgpX+9da8a7dDFZbVBRMT2u9vi2+E0vxlLpSW3+CYD9gBaj+0cCSuNxFpd8e82ORPb9WdcTIdttofL2nsOOztySYxf7Gybc34sz0JgVfmOFUqi98qET99/exvg5dxIEv4QIN3moOw+0Jke725UJlBf8xTsILMqfYRN0JHtGRl2embyvRumVvsvGb/d9lyric5LwNoQe0VbeKirqgcPVvLB47e+vS2e3qdxEcvOLhyATeLiwR4jj+iwjb6qavJhhnb4nTWlslFmqdWt8ppd7bKlU+9jaRy/0viiIaa/ZgNMH3ck6eMtOUrSWWNtH7UC40rb+f2hDVBmNysswPTBKXX9I+LjvFuNnaADb36qWytYdGfh8DFoN5E0w5BR4hDnXsi31ithV4Y8A4PkpqQUfNpkiKmQLXVxeeWlnuL4iG1ldHn/CgkGv8yFecpoqeznl5V7JOfMQ5aMzZd2flvfU1fmv7TH95LIvqf8H8gArhAiqpIWu3oDTzIP3RwupMKWecEmWh5URdxcc1pA61bc5rE30XoL2D+ELdKUtFjzmiKmPoMCPYqIV6HntnHqybZv5cbqU//uh4b23VD4aL01U/ndJPgOtdRznxFLdlnu1bngT8g23tsWdd2ht+EgTI09FzmK083dLujskDfNuFmD30CH6wPSyPxCx1Vzf8AGGIdYmn1JXaq82HoUcDlPDc4AjR6Df2/rEX++/K847kPvnWk4R/wAPmWsjvX+M/coU4idVJkJactP7H7SsxfuRDJLTfJ0g/DiZpMY8Q+lhVMfLM6WDGCUqbC1XTu8UMGIMaopNX86D8B0ctZ2zJDQInhZercT1RjTg1x/UDV/LWlsROCrGb/V+XfwcnJWLXk6uQPWeD2QU1J7QO8pdulo1z/xCgRvRIOyVa2xbz1ET19q2dnbKVsVkndxZbw56FpWNvK4z3dnC5clUfVPqS/wiJs/31PzqRf9JznHvXqBSgzh38b0o7Sj2l6c/Ng5Vkhe5ivNLYvnllu2Qi9JW47ybbUZD+me0LM4YJcSifuZi8q20Y+gwWZI9L+2EVd5gcPivP6h19t/8i5HBq/XOxh85fwarknU+WOMs9cWZwgqliOCt6fnSKiu8+9WpMFOhRuZz2+a0tFcmgY3R8Yps6JdqCCkROazwBKYbiUpo5pwhaWr9Jy2EhhZ0LM6ncuAwd4g+DhaBPmL0JDoBFkV0daoQdCZRLaqvMjUP4vNghe0BCrHno1/hgfWntWG9pBzbK3WRhhKbSmemdYzF25qwlHbtuY3wN69ZTWqDZ0F0qb9YXLND8hGAWE4Wra7wF4i0OPsjuedwP085u7xPS1+6sfqC26tpr8aBg8DoNeJCRTrql7PdtnRpz4qwFLE3PXXz7pp8nDLwdEwS4hwKMIy9Pj5r6RAeKjj594R/jRBc2ilPcPNEN5bPTZwjN2mKk4zUr5zEAnRbEUFcBMaZOmCeQ/BjjjtEaN4LEtdVQgHPQPgQzl5ooNjdBl1M3ogBnYs7xXCnARSKMYj8IKMAGRtWp8ByUm3dib3uf5N4WXrpZ+N4K8BDIaysp9OKcej1EtP7zBGMHgzMGuE8fm9hun9EfFnMecyuWCAIUmygryhKNbDInn88LuWh7XRIKBacMt3UMJBMXnvpcSbGSGFNicf26p1kehQK03OOyr3WUZ8If8bwOxKEqcxuMROH6MgWOpgjINElF5ma2FovxOLjInVAvUXQoNXqIA8nK0S546U2TSFwP8WkR/qg/bjE0t8F6KQ0JS7Fq05hrlYLYQ3eBteOfqPL69vZQLAN5BEKeiUBCe1no6URyzHnp6rYk16ciJ3HM2DptxU7N+kJDoGkxUShegqGqeA6gfigaYlIKcPgOkd2DT0WmVe2Fp4gL2g1EiC9a/Ub2cXFHPS+E6Jq9gRvRNreR378W4tAW5+nI2wjySgL0jFC/s967g4JI+uFHGKTNGTpWdRyFjNMBdtWqKWVH4mQ1BPiSx9wqcFo7Cm05HzfLGJWO1JNPh8KqTtzoRyvkvkhNlEyv9FV+xPDrwsIT53374lyKJvVIeyB2IrjVPjPdF8Vf/2i0tz3Iqj3MjuEah5LRLY8BHgJl78RfzrxaBPot/zOqTmyrk+WD4XKMk+bWHhD1P5HR/EF9EyAsoC+xuAGyefep12EWsU3MY+9ncYx13hozN7/bf50hO2N0gochObsuBYgf0/ptxZx/opTl/jNDntfhZ32k54n+ZUb9ch7o/udDru4yLmhWs3ArC0XIjKSdhZuFn09pRYkoN6WUVsr3PsOC8KXz3AVokgzR57sGEXoIRdcaZDja1zouM5PeVwHOx4qvBfhC8ICzxkSkRVPX4qxxSft9sdf7CH5Z2xgMONO0bLuliqfjXphmfcECLXhHMSYKpeTO6G/4esTbLOemimamXDszCG251L9+XjX5VCjXq2uJ+YFaiRDRjGq5hwwfZs89kni+yMdoZHHiazb5L74pa3QEn7wsWfDSBR0fOo88efKCj5Sd/lNFMHFIqlSq4eTbtxblv30yjiMd/r+7uvPYH3WY/XEHsXh5rixrwiykSlfOpf6ahe0ok9vzV7eJfeUC7V26GrfO+OrlIVA0kbj35NUr6rsvrG6XobTqnPGAKJKM0UzClBPb9daZ6B7IP8GvUxpbQsbe5j/DhUseO9Qej7gvzde7M5EXqZF72mxrvy900nuOu1e44fNS/6nYHY99wgDIwWFGPbdT7t7eAzOls76L80a1IECJJu6EQRYxKaj0m4jg+MJ4sLZqNSRRxzpmbpZWWx0zP/Op5y3p3lJ5mb6Zy8c8nm3gp3Ko5q4qnWa25oWnPa7Ik4Mlhph8uUST3DSJqU7PZ7cSYz5FNUvRJwJxfk6BtRrelngQnX0QddCW5Z91nCubIi3y4hWO8ctfFathwqkShdEcVVR9ctDg4AhR5BPFPJEl37iYYGHV03kywG9FRWYbhtl20Wxr/Wi/WR8RiY8XkFG7sPeM4zrelf5oy0N3vU2pPk5i1cS4xz2BY6iVRKP2wk2kofBi3YAWMfrnfnNz4jBqPVt6zkiieqwFQCiyHZGrkN+/WZA80NGiky1+ZO+b0CxAdKDoyNaZmaSH0pRSeOukDsqnX+JY5VCXcmQU7R2VnJMpD7s58CHBQoe4yEfq6+k8CmcdLIWx/iMd0mmhGUcN5RwDXG49DAol6AiOTdV2XJamzSN5/ZDhyrmuNuXmZf1PcObwRFWkGnt7RN+0t9mPO19pZ++sVUOUV/bUafXuq1K/jvFC8eqI/zfsO/2Jb3HlXE39ur+Y2/3SPBk+608inOTr0r/cHMec4Tmnco4BTlAgrNfr7RKXHBdJJYA85Cchx4M/+lJ3phWdpo45uWTkf4UrFmsxiTNqaxV+WpGrp2iW8HuXaZupfBtW4XaQ/uL65zwNWBorHxWnKiVaSEP8t0O6+ebDGPZj9M8yDs0H3xEQpadSh1BvtVUIQgQfFi3ism7IRk59za/KEsQ6j1bsbLsqRiZquFQL76O7wmXv5+O+2q4Dud9fJoUo7PePizPirJGt7+8M8Vjtra1aT1l8SbP9gLI+mWZ9ZFZ/0dceQkW2C3trPv+UD/GKwkP1ZRO9RcZd4brbXHJ27RinrK5duAFi05PzKSKz373BU6q9/nn0fHHASKJO2ssA4uvZSBt8+eZ9Ky+8pYPh5IVzlokn374QBPPVS5wIn3zpHEfK1bjn7IuzHC1v4//YS+c8EP62T4a+OqvjfvTHfedfSlw956hvv51H4UycvJMnmRfglKtn40aaCy9FnauHZZr88dxjo6sXPo9uXn3p+dxWNOkcHphAvQ9fCuba6fe1V6rtQFruj+Zfwr/xYHfWe/v73tsnX7rg3W2k18GRt+mcY8IqhWWLY0eKsZ8ve0BInX0InLsw488277vVsDuZX8dB47rlkMfCiT34NivLKGHILfSTmMIkhDSqFJTvjhtzxZgskzhTJE5BmsWMyh5Ei5E0nXUjvhRHFq6q4gpb2SAXJZnUWS+Fc6NahwKzqxWfbeoUVBv9w0jv8ArliA/Xdem5/S3oQs/hRkEOGWbzWaSVjcRxBkczqirFXrrPOPJ7pb82eKRyf/graMz7qu6NQwyT3wtanbtUTU8yA+0fCjcQITJQM151594sHJ4HHtuxZrzZuh0lflE3jT12+qX2xerZuHKzKbkq7BH2sbNz5rWOsduCeV4Fe7VwN8gTOmafF0IPcrKrdRKg+Ac6gAWCPEwFSkM44iZxpRWUoJIiysKPhWu7CEVVizatfD4bPJXjax5sg+SShOREayQxKK5aLYpPhKgoXFSGrTyYF1zpIvdMOcxluJAS+kxtv+zhZqJ5atqJd2pNLcJJrdIU++h+YlV/iuoSwkMFen66Un574mvirwbu6cjJyr+ez0pnP2nQxgHbKr/enYGz7+zNA602MnnyHZ1T63S1edb/yT5CbVZPf7g/9x5UnzYxOntz5vzO640L8iev1BPk7IfZO/mAu75Cfh+l+6CDTUijzAyTBNhDxFkBaYk8QjWx9ifZCgKxSILX0HTy5RO1tFRGxEUF+xLStWV2Peu7TG4yABdpX71Vi3aIpi3d/CZqUKF90HJqAzumyCsnE3VLBc6cSWLzuxSEkWvC5M12ThZvnAjtnXP/sMB+5yT3ocPC04foeX7/vh4c8qiY73751uwD/+rlnb1/r9pCFf/sJ7OHKK9u//c5/Oeq8/p3dcc/gduuOOTHTzfiU2v+ljVxJSe7moerLYeIWUeelQqcnHVFSoxdk97lPTRxAwfbDLvNcm3a8utobO6Wa8IeM+Lb7BwHPgIJKSUFpCSDa0gxj7VBC6GOyKLO5AGRyAsFJWgZckwvX8yQD5Usr7QcWtVpgf9YLuTC3yk64CscKpbJWWWUc4S4dutwJCvJmjk4lyo5mKd4Vos++fUrxR4hOM2NSkGjxQ5bO/z9V4CPBGYpwHnf128KM/oyujpbUXkwqw3X3ndzZv989qCz2k1i9NKFly6drebD+ersTFbeP9bJvXXjuYPRVIU9G/y+OjwvHhWj8sG2fw72qpzfRwAvNQe4KgL0iCBsEHoJihAPIKmsDWuZJM7w2klezqG4LPs89hfiT8EoEhfiQDjHzSBhjoG3DIwSjDphiWbhTTs5IzloUnY0v8lZ8OntypRgsFvE0cJcqJQ6wgl1cHu0Lz9SObzphnKfdLgn5Pev4J6+4B2aOPDowsQ+f/j/BHezBXlCNxApcemheXS3CFCkYt4QGQBLJOVMhAgmkaf4Qae9yC4+TiCmRDJFzCkXes61wyXVVlBkZiJKrorRItEmGUx1SlMe1bN5d5FoqhA5wmpdVaYC6fBjIUetnFIpphJWqchnNNHuuPk/osPdojpKv7nDzi0fpPnDdXEv73vb2Ona9xavwhGFaeGeY84KMGU7RCt2nfbny4gi87cSnSeFlmgQoKkgOMOXSJBeeaUXfUVWC0koFBUqyZ4oRjvFmCABQkfJPXP2TYkm8kF6ycI7GoC8CB8OMJByfsvJGbWkNXXD7Ppa600GuerzW4vV0J5Vd0RqWsCdJUuj0aJtWliWIlzVSGxW7pMO94T8/t1/NL7zc46B+46voclvYKuEiVa/mU5M4yD9KD4c0vmVTGyO8ldLDQKU+JGfGAeKQv5xpkhVCEEJDEqac9BVOBZ2sRPKyRKKBX6OEld8IwTVRDBEKkGKtVKFMpBDAbK09uRN1OiXKwTjKUNeHU01B5nCobB2hMaDVekiXuZIopgWqRtNupYbyH3S4V6w53nafT+QJhto5u9X4xNxD9TM0fXloJHursWj6+cBMNlY5O+2C7PmLUkR2CDAYBAYx4lYpopCIyV1yIBQ4qoDlhBTWolFQs4hwzghVRqeizU18CtLgptoQ2OGzYE8iFg5Ow7CUCssEGH4CWqTFkRtFnxuyyWqoJVDqyZ1I6C7Q84N6AONekPZPAWxNxuU++QIEL+pBWX2l73hX2HcxQXig0VvYY1fAd0bqieNzARfvj2/tM3v9T7fbhezaH5icXBU9YxMVYZWsJJpGQ+Ku6o0hTrK19qJw9ar/A9V8W5718LcIO2C2YezH33WJEDLJRZMxxIpLViZVbKovlCbkjCGDi3yokwLsWnyZaZEZBKUSkBpLFU7PDgTNbkSQ1b5Z4madyKqwamuJ1XoenpRDM/BhnJ3BOyqQz0iw2zF3dujLCuyco/OO6koo9yke1CA/LSi8fsMplcpM6b4t7ZT8C8rQBYOnn5ddV5XKn4RfFB83r89c0L9+VFWFzNxL+C3y3OR3z/jQF94O7UX5fN1YU5btbmkGo4H6p+dqsV+VQ4UEhzEMX1mudo2sTBmOTfRLp/rPV0wx9XmqbK5cQ+F/DpOgpEujrzMWr0VwkAGiRQYHAtJJJMtIatEGyqThIq3OQPG8Ricyio/86JTqkscFJfFFyveLg1VZ32H3nNOdeOScdS2m16lXnpBc7CdEnTcRIsoVZoMZfJTLr0dOWJ5azJNTlJQbXpj71YYDdb8G1t+OlZwAAXYuiO6UoCj9WaYfUF0/2C3IJobz40yOIr7sAdlxsGZyO/fBI7mSz2N+xV3Dxywyf3dmh4H3o7asVHFyQOEOEgr83z2rEth+dwT5gaYKNi7IUrnndANNlsKUPwDKSCFJJZgDxFC0V0QFzwRsgqZxMJ3C1qI+WzSDqQhEjulUW+kn+lJb8cOxoo4duAqtUWa2EgJrQnjy77WaOGjRJwIs5ShJVcdN3sddxri4N+IRH/wQWGGd1AgGRO/ukgJudwnh4XnGGijZjdP5zILZfY+g7n46t/YHhxT0WcLzhofrE/19S6wlwL8un4Jsv+htr9HC8V9stohwxh71pkoPFD8w3Xibro8jRLlLqPtU/1o+rhHmPw+zsCoSYCiPssf0SDc4rQJTTyhRUguMYZYIpQUVAOtKEOi2LzUmtG8JE0qYlckWIcklUImpiwzHYq6XKZ6WrsP9o4XSStA5i30yWoEjG6rIPtMNFMc7EfreGijoh03p6X6IfqTt8k4oimYDNKed4WWaMuHaYQC9HQPMBKnyDr1LE/cMMKllNyRArzDpM1MqcUJcuGpwfrxduWsUUWPKjaveckjPvrPyz/MiNNSJcp53guhPPUFgb9YV4Jcs0dk/KxPT0hTbRc1B/wq+ET/c2UjbAv5/atwRN/0g+Nrb/DIcdSccbR75G6jlXoz699LF2fXza/jDAz1Za4VYEg5UYdoAj4MErFNoghWVL7IKusk81uQhl62RVKKigBapyliwDRRDunARjIqllqCLnMADkpjhUO52JsLB8JOXRqh09Exr9wFRxfhEZkCpdyQa9i9OtOnyYiuMupl5dwnh4QnlEr8GbpbX4up9zzD6XFZPGXUav/86Xg0SMBz7ZWndKAYQwH+6fkgrQp/2tFicZHZYzFnrIU6eu8T05EK144VSfgnkZ9j88iQqorgyWeyH/ncEOV4EIJY/ET/g+J82jX9UKTVxUHE0nZlTSlAz/21sL7j5pr4uhRgCxwCzcNg7uHEV19wUp+9Drt2WZkjatZcUVVIYa+Ih4cjV7Fntb5fe3vUnQ4mhPGQW3HYRg6C7IJXje7M7VlVUBLxq7eZYJ/mFxdhxOicDn+4wYpKNJOqEDJJhYVMgtSgHWz6lME/iSlyGEOXJWnZ28wSxbbj5lNTXzcWPcFQ4W0vYmGHuTCY0Uxj0Q96BaUVQ3Ad9GiG01I+VRV1QGRn2nPvqMJGWQDSZhS58t1eBbZCEnFoFapO3OCER8p4kkacD6+vXiuT8AFcwl+OzjDpFWzWIsAx9AYTxQx+4URoX4ldubPrTHXKfSH+sMw9fU2uzEldqrhtt1hNBqhub+8ucPnGE2JdWz+WEwLKeVmRTmyLBZVmPmk6sbTwtGuuX8yez0J+/2Z8UzHZHGUzPO478ng8/GFZauS6uQVhOmTIg218Bj1k7CYq9pym6Kmod93MdCMVjq6RKczYhU3THoczBCixRxIyEWWYplIUBX1hhJ+4+poCqbi4UDrK58ippULkyQ15hgs5ykLtKQgizMnUYQ4Sla3Y4kVRFIezwzmke+qY4kjUYtaPJi38cHPAqoqy1LNRixCvWMi5txGUG2M2Zz7waH8sxQzJMXEy1HX7qc+ZUzkmlj/GQ9gCq60JnaGcukS8EyTm56+VOZcBYq53+ulVa7e6RjR1TJqN+f8qzvQjR8yJkm7xyJCqCgVuJELJS9bFeNCHFx/0jzWc149dW//gwyWkXjR2+uZKbsE7q5aeM3H0CrD9RSdXWaaOgSlDbfK6OlJzLcyoMgOq0ApQY0bIIwHNHTr21MYcDTfN30exU46kkT1aCZTy/fwC+i7O04B8w9FL+g5DB4gfKzPrrsZlWLMQ6dRZpqbijdkZ8QlrveG2zJXxQptEOwRFgDF6F/XUEAtkGt5k0JtZV2/Xc7Hd88qKT4WRnqE/xYOQOM52Rea5CjYbwkhSnF1tVjmB9zo4/27HABc84ahWz4rz3owUQuoZs8ZK4ymUlU4DuNQlYsMQVRZqp+t79UIBLkgkWshVNa67KS76MiJXPe4jrgKXh8Fdp8GWoAwFGP2IR3qkyYs7IsDKeXXtczHr6iVxaG5XLRD7x9bmXq3O718L87+yPh5UzBqv/1kdIZErmB9hL0zVqg6/fiQ5FCKXx25j3UoUj7aXUCVA2qtwWrHm8z8jYUOW5hojOXe23eNws4udnI9a2lEZZea+wcaHmiDXqsPa0WyIboWRVSl1odeRSpSmJruZ7rF2oAhTFdgayzAJpY/3B+VnHzNAJ3RocbUWFSTyMBmYENBXVk5IpkpVedAM4RRewXNk7QqfUDHlmI7JypEQHuQLZlWiVJCTb+3LhpKR3F6u3ByciB3YpoBmMtOj68ioT9TILjJjV5TYAK9r4ZQzXuqTWxYFd3kKHANkPWZLvm0O42EaSgxuorle7w8q4Xf+zluRAAwTViXXnnorBgXLBVbrPsMpSbDzjl3VOO1TYF/0VZVUodVl4Yiy5msULd3pwcl4qoe5jkeTENjPhVOq4XydKzEf+El4dqET+XAThQ/TDLQV4L7f73I0lPWoSk1jdrBDHUJV8Dg0ndUiD9j2p5UoHiUficYaFPukM+uRbfWi/jg/G6XEXOJ19Yl4GBPVfmjtkJqCKn8tqi5U1tZnKgOm9nNtOGwjk5gIXbJTLR4K+X2chSBA5F+8xC8opFhEBoIrqkp8IS/4hqFBZJc9g7JEZaKkGNBLfaUUfnJSwm/ngmdZ00rUIY7ednFNx6clrYILY2Fb1Sd7RzQWpEqfsselzI2JHIOjo8CvNLFVrkOBd87hMeIqgvhEjBAXCy7r42sKYphLsvyZxAoaL5+mAay5fpAl+Pt+vk1rN2kxr4TxJ4q00D+ezyuqYkX0aE++vhVx9XoOSGaUvDxTVRFS6dEPTtE/utLftB6sZGDD2SIvnvlBO2P1Lx5uwlNHrDUX+tvTOy2/fwdFHBCNw4LkQb76+/k0y6t01U7jWK3W9XE8VVAlWFfGxgpUdifKOpKxqBIsvNYy1jORRQ3nyrsy7I2sEavwLgkW5VNZK0Pmy3JPpG+swr8kWJRPbb1XcqsxP46fTzEbhQA3+S2ZlZ04TEktGCVTCmuU6TPaLDIJ9oGs4LIUT3LzjSXyYlgxCMYaD4ZJhakWCEeBY8dv2RQNkyWhfyQcKxJm4Iim8nSqYkep0+qMYymbfir2xV1vDgVSl2TQoYqolG0yqSvRgqK4Ge+cuwGP0AiyKQ/T+IBHcJD5LQSST/Jozakc56Eu+QJBtzEePLUxQlwxDrdd/fn+xKNhFNJPEBGocecZJYjum2ws98itLcBL/cXdVIAjnb2CbB5YZsZjiqUW+6u946vn76ykxnOXSo+SBj8IJs7tSt3nZ80dX9xVr6d2WijAfb/fE5T0/2fvf34bSbI8X9Rx1Ri4A+FEkkyKpYpSk8m4aIJsISrYrOge3UAscvcWvekQZpW5unj6M3Ixm0G1dpet3t7W8gJv22890O6tI2OA0eTi5qvF1MsQ8iluqYEIxOAB7/v5HnOSkkiJ+hGRkVk6JN3Njh07Zu5u/vWvmbsbfY5MWU611s/KlDJd31ym+VcEQCSqEEGvq/D8CpnqHajWEYzFNMDCay1jPS+znRNCKOJVYE5xuaQcaUVoujVz61ms+lXxanmpJNtplqsKuUSWNZzz+rPxRblSe1wk7NMUDJRgEMyESWDmVczYYvpkQJTeNElIZxYm5BR7ck6RMTNELQESrfFAgA/QRxy7SOBdkmRvmgecyirchklVusRxFmCendidvkH5tCbdxYWxBxuxkj0K3IQlRTpsUuoAG2iE9YanffJJSd9jgD8nSe1vVTlzZqSfdQ7PFnO/W8g0e8IdTgXHHJmupwnTU7lKqdKsD9VUKpsIsEhms3gVYGEnSnd8scySIkQuB2a5rxAMUq35zW+N1LEOCW31Y+F1Wl4qkSmW+l1ZyDVkGSBelJllhOi5LBFqkoLAgumSAcKhWIEh5kWmU+gD3YxWEvhe8CtyOBMBrWURAaiW+RgZtYz0YFsuyb4gn+SJQh0hm4vBxJnsy64YOozcyS9GySQZu25Sux5VDeWNcmUc/M+JaG1k15fssZ9QuC38c5LZGOC0RZ4LzFqqhTNiemJEwGEW08BUm5bnxT4vFnhBprnncGfOdbUOmUuYBlhHOMlcpLKJQJUwH58lVNoILpNZUoRWyzUvmE1rHXmqwDzmWaqIFVpEQizn5cLujUyxTPZVYGEh15P54pYf2Quyv7wPPAeAEB8TLuGF6ZjgQFBhSAMmDErmUhWhUojeJlhFBmt831ZrZ8cTcaOM6RjEzuwtfmAT+GavLsyJZIz5XYIBwjNtIz26sMYHbFALl0yqbAnh0gEqJw/EyWILktPmSWX/Vk5pKOV9gtKP4byfkaT2d04WtdzQpdMjTowIOMxiGphq03KpXHGGVLmn7iTT8PUAMJbz66negbn0aXyWUGm1jPVCmSVVxlPVVHG5YLAMm+Z+U+1UkeLV8lKJTLFM9lUgKc9pL8q547YS0C0wmlP1l/fozgAg9Cl4UITEhRLBMi/y13jlR+VACk/PLAs+qEFLDPBhVgWuONG5BTmAEB+rZeeExL1sQX682xurYIBgl35OElN0yFXEkHpGRZVg8kcu53fYDDBql5LxQTr6cOTcbC/5bj4GeC9zktrfypJOj/kzxGEW04C1IcRWO0FCzphG7qlvR7Ww1/M/J3hNIGlDkX4hEap00zQt5tfTImaL9HMcoaZnN2yalEIpx5mfZJYxZZ95sUW1iPU0UC0W/WYRx6Zytn4pPs3AItbTQLWY/52R8x6vltVyxD9hLhSaUQoKFsSFNhoQIkIQJ+GCWdGUGsHIAAhwg0Rs4FDKHGo/mdfL39dRClDME4Ng5Wt11uGaEvwPvqRQJKVYTRyEw9DlKQm/KomXT12pXpG/P8FE6bW1mkJR0ai1ikt1sqnCtbVXJrLpbjNOqFuAIr/YTJfkSqR9ci+3ktT+QlZpq+doVXxjMQ1MtWfE3lc8gcLMEBrndCwioiqkE31uPTNQqLI4axWCzRn9dFElsHLckdnCqQ6el1RdL5EIzeWarS+VyFEtlCVtTaWt1A5G4lxqpUHO7ef56FwGflcWkuT8kTsfv53sL6eA1DAFYUCFABBKRMgIFxCllGBLttFSELd2khWAC4ZOYGHAUY7Br1vWEuELb+u93vguoSdZEjO0AtInUFLQBTlrfIxUWut70Ftf57YJ2qIYfL9n+rhf1Na6AKpRkg81cgnVUKTcy4ZcAmwUcuqlLUxiDYGuh5f3DPBO5PpvgsyddSzjG4tpYKpNy6vFZ9Oqp9SqTj+c3O3Jj9yVxw+yby6p3CzpnNHSPIsT1BRTk7wgcwAo3NDvj43EofSBO2mZuJGH3PRRohDi9UYdrBB02JhwysRKqQ5GWtzR3c/X3ibjWMYrJFoBo1ZSoLBL0XgWELNkq8+paSV1kTb/vk6VMMzUdfXooiJOxCtbUcVZ98HYFLUxiMukMmAhUOrKOjPLtE/u5VaS2t/lcqbNzpAt/byq4rPFVHPn8mG8/txluuN/erkm+CH72VUM0OzL0CAGOHi/J223WF9bqx8M3m+ura33IVFraw0RpAnTIZUlGRvK1tt3wn7vdOOdAuqXFhisvYWVHa293Fxb3++h6R4MNl5GsCzW11XaV78Re3PeHzZeKVBXFUh+V9iFOJtYGWN8zAn12LZrj03RXEKr3KjL+1drazXcFbv/WOXTBijhgMgrAdzk4I1sXPI7FesBQ1ielkEIgUIIIXxQ7vnF3rmXW0ligMsb5sWUdI7pUHmVgl5XirSYdZ/uVj6Q2xvK8n33kUX7+6PsmZts8II8lSrWaovLbmuyXdxvVdDs6OCPjSL/7B+LrP6Pm7WisZa/3lhnEqe89zCf1NbqQqMH6v9+LaO6mBdZIiE72niA4Xj/r9fyrAYSHhTjtX8VqgnumGSpxsCgerEHCtbX8omwtrceTvPIm1fOUwazuAOUroFIHzTVEZVQz7/frBdZT91buWP0Uvn6+xS08S919LXMf2+natbWSkVlnDrTwQqJau07JyrJrBGVfrF37uV24ta3SD7keW3fSwv4kCV/avJhtvWM12nkJ9ivy4q8qFdTXASA6gie6wLrzP9jIyvf74FdLXCjnq991y9+2ICdgTHieyVE6WDw/Vtp0ksbgE+uDGJp5eC91uJgjLDlG+sCmdpa7ryyUFD9UFlvvJWt+ZdiKjHy6ovHz9d+VGU2GjxkM0Ff2PsPlKDucfm96qcSjtYe7itaE83beKu6Fp+v5a7L618/3C9UbNd9ZFBU6Gc3ckeN2VDSWJtlUg8gEPyDId4D4F3IwjHAD3GmLPf58c7Lj1fSKvLha/NT7NmblkljnEfAPnd8GQg7OwbIINjBf4MBiuhB11jkn8HlRNYKZkxq9EW2nFlGHmFT0AnY9qV9KwOlfl+nixn3fdO8Sg0pq+B+40Gxqb5vlfd751VyDiOrrIxdlKiuKhC7oSoVcDzxPaq2URdbO+iK2tldNdlU43RDdev11tcaBjr10wWGKUrlvfRgoXlg3GoG+xiGBAfvu8B3I6n9Sdx0l7ffm59NN8/5c5LVtvLnvC/m635H2zFzo9PZaKdrcp/H/eYIDoCRgqY/4k/75nDlxts+izGjecXGl8XGPzrxzdoxyNF7LTomqqSvE77cH3xPrvcn9fc7RUGqjH7YeCt69WYNsCUmhHssmFUmed4QI0tOIYzK2/rV2rEgTmVEBt+PdXZKEOnj1nIhfLSzt+X3LWpSW3uxP5C7V9OCXq+JnQo9jzbWdoB12GB5QPRb34bu+R4I7JKpZ8C7uGnsDeOGyGTZiMG9XEeufxf4FuLmfump8wHOsQ8m1G9hHa+u+HmLFL86441l5vpOC1nJ2Upbp7ao01zYUGQiRNE4k8wDIKSo+O/mYwdTGvja6+/rgpDe/h8bjKz5bmvQMcGHE9wFxnDjLWNtpApL5OQ7I5Q0olby9o5bG2JtjOOtFxCz/YJRx++dV4W8goVFBhyoIJ7zcw38Y+4/KXr7JqfE1fet9fdxF5YUu8G9GBBU3WhK68MS5U/197gle4MJFkA/mKCcBgVMPWbtqHu5A0ntb6FcaLJ3evIglcOVHH+MEf4VylhQ16nqYuAjyAfeL2zKbHMubtiybb5oeZns8wxIRQLPykIGyCN2DLgdnHKrVT3V9d8I395OPl9bz7glURw9zL6VXnQqK45kWFtbF78SVVQEYyneMrvK4P1LSBWa17tifY0D7nIoyMBgPStOxemUNzPdxBGWRw8nstoffBlzt+xz46TYFLn74TNVCVyTlVDwpUlo70AMkHvUvtsi74MvJwwpKqeybqgbrYAKecHYn4iq+F1ieoI5u2cJbCZIpMz+PQDehQQDvKqtXq8tfwC5VQWcec7DBWehWIQjs6xVpmuiTWQ74+EqWWw85+i83AQAr13IteRSD4sT+0WfuV5Sszwj8wBoLiSSJHLF/Ys6DK6ev/96ba0h5lhfW1uv89IFD6W0fuzz0EsOV0oJQRnFC/tSPIAOysn3wNLEz7EoQVjXd1AF9TaVt3Ja5RWE4bw4sBVZsUT56/F+D47pOqYSVE8KEbuT7t+OuafrfAckwCPX1n4jRFMWuCFR4aOfd2aoT9bKlsU/z/kjSKyeRLwHwDuR1P6Wy+1Ph0Vymde5tCvNWFS/RQsH5qSKV2lz6TMcOZcwFXR3TbcWlZPESRfT0cz/zlUpMsRytl4qNrhohebKvHckLocxwPNPdqS4UGHWBYYLZfsiQgd9gZNH4XqvN/YO/GYaDFKUD5rkDnXRl4XZE0wNFT90ik0yPOAOA0b95NJ8zn7Ew/bd5SSBvMqmdNdSkMZDeVaYrSlOHrLy/ohqwEQwsUn47DN8Rx2xdT71YsnsbOoBqwayxCcsUH4EgS6cogL7pGbkjxil3t8EuRNZNgZ4WeP/QCfGlW51oq/54UJbEpitI+GccrEobUHOpPaXEP9GO2c1V0Co70Cu2mD/Ia7WVQ0JpspUtfM6pa2w/6rsCrCKGOtQz1IjYd7C6zNyk2Ywl+dcdhojwDMvCQ9VegWAZkYiSICbHzdRlNc3RLMEEaEFkhwNvsRacbIF1og9ocSUJLiVYvKFO0dZJ28uzchl0gU309pP6dkCJEs5SCWsJU/thcqJNuL2deSyIwLRx5XLyDdNNd9TLlZ+gySxQbw6TTZapn1yL7eS1P7mZLWGfdHKmkWLm8iijDoJfSKugdoOzH6RcE65UKyfMzqTaaaY184rWElm9Vu+iQtTlpgv2d4oMhUdC/+mgSqyisxyOcc0liLT+LzyzG8VObshy3fOeQk+c2UXWOc9XKgCIK1Fkbi5K5CyjtQImT05DocLtDPwJCN8QKTCRtHklRE5chMjm0mjzGB40+TqdqySFLetcRTy5+Q0i7QTwijlC9JamZGsVbq/G/wOd/boOpOAmrCjSkye7uUOJLU/CY119QaL2Hq2WC5nXZ8zviLvLF3noE/D+fMx1okFVYtKuVAqdWXkNYsqMFVMI/PaUHwoObMvqqJiPS27CswrFsr5PT61duBs7HycRUqYpUwdnqlmyALVvCxJnqlTc1x0Vp9hgHAhaBCUSGAieDgo+hA4Ra0Fa2xFHzLeA/EtBajTjEsFk0qEzrgDTFbWzg0F40UM2zA+GUUIKMNKK6Lp5VwrWeC5om3CTnz6Bm4kSx/uAbgqY9RSwdgwqkt26qe4a+r0fUIyTneJ0z65l1tJan9XyhUNfDU562SBy0tL0Snoc5FFnJTVejUADOeVujLymkUVmCqmkXltKBbIdXbQarZVUbGell0F5hUrydTagbOx83EWKWGWckO5uLULtj81xysAEHZU0TjDhImSMEkwYZoFEZRKkAYXYwQO/IJSWSNkUiBRrES67EAhXKGc8kUQKbIzRYs8obAaleIyjKrYE6upUy3AOlcwrSjdNnY/swNhUzFYVTxPKgivy6msw8xcVRZpn9zLbeSK5wAvtNTrnOZ3LToFfRayqE7HWJ8HwBBiCyQl2UShac4qMFU4kqzOplZyfm84zuJMwjRy3vwqiZJTkZQdkjTVOi1DLitiau3A1FkqxrF558l+LgU5W4Bji8u85sam9niw4O++KTwFDUkMjsGD4EPmQgTAPsWACFLBFRSgVJAmm5DTxkIdwND8St/wwQLWmCKgTeXcBVc2+snIEEeZSosEqBuA5xwY2jWeTAQpPVAUXulSnc5XAVcVMzAY1pj4qR2ZC4Y/D2NSQton93IrofHdSQu+lSws67xy4cmZltMEFlViJRe9zxlVmaaBqWIaQS4orinL9uZF/VnNtMj5sh2YTzkr8x7mwlNrB87mSnsQmaZWmrOWl8iybVxFqnuaCyjgHACa0lV0SrijpciQb7saE0gRjgQLTHQvOBMLeBVWSof4mYyloTmTM1iXHeHTvpQ/6FfFzmwTTE7fvhxWejAK0PRk0Ly2ZqOoHonYUR7mLicca6EfLgjCDsMeoLNGAb8aIjMbyV/Km/bJvdxGPvybILc5K6ZiJzoRl5ycCwEwlotlzshrFlVgqphG5rWhOCc32sZZpgjNO5mFp0VeCMwrJFfXYWrtwHxe1hdTZ2mz5WqyuC7WLqtmao+XAyD8JxggK6EBpMqUCMjg2UCTI1EszzIgNmXM8AcQ8XN6WgJOWlS3cCtyxgzOfufW9iZt8DEZA3o2TWXYRxpaTFyUYg1y0U0Oj0WadNDzSgOPHrckRJ4wByxlqnjyGIOEzhGbY2cRxMpbokXsk3u5naT2d07mm+mFJrusDV9DLnOxNE2noM/C6WLuN9XNKxfKeaMz8TOKqbb6sfB6VbndnpoWSaCKTH+ziGMryNRPZDgT0+J8/KzGinm5g1ZgSX6mp/NFBKwAkPM+CJQBryJ3MCL6mH4xREngWlFbe9fjRqwpGXbSsjra8AsYAJCs8AJDS+Tqh406eYO7we5siLmstcIkyoCBeVDQHA9n1EQaG6NVgM9pvG4y9aSvi41hPH2rOJ/IKjdEPAs0ViotqotrKzBSxDvnXm4n12KAV7Z5G5xbXCEzm3nrhTl1Dvo0jHNRZ8XcepYQiykqVJ5mHjmfqgBLB6tofM8swrpaVJkXV3EVWT2jyqIwsbOq0HOVCUVKu1KmflKGyqvWU1+spot5C69vIJds7Zmk1B4vA8CiDwWEBcUSTgS4AEBAWb5RlwrYUnIaQtNHQDbV8jZwDOvpa06VuJqwa8JkforFECM9bDhclEQxLpvXSBiJFBRFOvxNBnhCiy3RFKgYIJZSefJqO6LsqJ9duFBiuEkwWcUjWKGnzYygi+4X3cu1JbW/1BqXNtcLCTN7h5ZmPCer2lVyXfuPL8tqeHc1vxH4zBefwjcGsfNycdNmmrm0i2aXyFUMUAxIwcCCmJPZEw540tE1xdfF7sTOPH1zwexWtUFM4Szm5zmYxZtYr71Uj1JO0jzPpxu1Dd5oi4ma5cCsa1oA810dlOFIJGwSk097KsAwUcaD3uu1vQNxvZfWlYWnea6J+LHmdWJBWioudLV8be9fmcKat+KSq5pzUUs2kdHEWGvBB0XfwYrSnpsx4l5uKKn9zcm12u2KYp8XHH+Ikj5Buc5mLrK9DnCdzX82dmcAeHu5uJmpOUounNgChjVeapMEfUqTMWf1B0xJKpYVE0Lztu7Db4U1Imm1te7rjQfFpLGWp7mbu0I1T9IsLickijmiexh59uaUGEyRCQuY9Nk2B54LGkcidvmvmWvBTg/6qoPpG68TsxAiwwxT9dK007wLPC1unzkS8q9LpoP2xNWUywQxmacMzEwcAT/KgjaaGuqbRhz1NflkL9wD4J1Ian+fiFwHK64vH9S7nV9VQpWe1qtV6K6A6wMA4GobsIpVao6S8yd2AQBWYQCqtjbW6c8MMH/d2BUeeVwuX2sxwQov/ypFTPDVeK3FNMvvams7ApKNhv/wrfzsbY97HwAMhp4hUGh5FImCJREsJmaGdPUFNbO5oF8Ajafv91yW6iCYUqJc8yZKj3lgZCMGV2NGPyWlaafT7DAHrrE8izNm5a8fKjfF0Ef2WlulJWN9fSgoQ3+pZ0/MtQlKKCB0oZP75wDvQq4aA1ythV9TLjhdXMpU+0EqcReyrGIL9Fduw603curg1p4ukUu37NKCFybOlKk9IucRcA4AIUDT2ZtFjf47k70wRQuzSnm+Fk/fzPTKNUb0ivyzk8rcszbHmBxsajrPsxwwR/T4wBGleX5nU7GwUZ6iOMWbyZ5RsXJqbGNg0fPArK81DqZzPsuLeWHQtagXnoWO1BhDZqr5Y4N5oAV3XlKqPDqLvlqlSAxKgpDxPKCiaZ/cy60ktb9FsqjJXtrGF8m1M3wAufM63K3DT2EX3aks3SASLiZaM3uo4xy1KeYZoHFhNhnz6cbXok2M/QFKPwio0tTPomEidW+zmMLZ5n3WBzAyOZnNEc0fg4hCvln7sWAGae62etZmuNh0LmixOP5/RIWXG28Ntl9VdaBXKkbYY8JnLb5f24nyMuGbeJ3nB5wV98bTSasW3Btm6mnV+0scSD85YkAwMb3kWTX1QiXBBgV8xUF0hEUD0z65l9tIMMDLT8ElTfaCXO7lnFzL+MbycUq5RG5UATLdWc0/1C64wu91i03tEZl7wnci/JtngGJIaTJm8SqBx1v+wYg7s1CtfE1RT98cDNAT+K0xMgerQiWo4Y9AlFORCYZmhHLgjJ6lWR9yiKepU8oE07gWlXTGA+aPJsyIXXper5jghCcElSnbaLi8wnM/By8UW0uuVIcuKAanjGKCkhaZ0vZ7ypyYHp6FoXLvQuLxaYciTTHtmHu5A0ntTzLfZFdpvgttUM7/rpRFRqvqPhX56et2VQ3upIaXOVmStnq584/1Tk9toYGWcwAIknm25eKokRWb6/3e5npWvldYutdrjVxkjamfmYK5GhokqTf4EhNAh6kDTdpsWH4vRojl+gMQj3vG4mZEjh7yJ+m1tYeT0uODG2+5+zqgrM3fHHhe6Ne7vlXLbY999WDhoTBGksovpXV5L+lvD95/J0B8qH7uAzE9eYZO9qpppGGIzAP9ozKb6THuhzO4owDTyvT2cSQpdg+AdyOp/a0iC1tzKFdu6JcZLkpb2fFVMnV0Zx6XyVUFVOmL7O6ycpWv6b0PBRbeB1mmX2p9N7U86yU1R0t1agtcWM0BYBAgPz5S566u4HBj/fUGE0L393slUzd7+mamYA5iyB/G2VycTIkP3jP6JiaVDEUT/QChFQ/4oyKAJyNHi9E827zn/0ecsX/03x4yhzMojFMP0FGKzOGaTktzPlflAVzVlNS9fXsu3/vv6rwduXBXdjteJo4nnIuA0M+Ej3seBltzQSJapn1yL7eS1P6uklu1eTLfxUlT+Vngy6pzi9UkTC8sZwtkmWq5zCen8KIcV3hZKJFnfnlB5tQzFJuFSD6DbmeTWEw14WqhwwUyZ3eJLLBKzdHiU1scZ7/vqJBhygChQwyGMXkqUysruD/4dQuQIUiK7wTr6598KMEapzHCKCeMtIWRYtU0z/IpG5xYLYjBqK9k1hN5mhz09ZElqTEEyAAdvJRi8WGl1qJsgsCeylPyQXHQlyNeTcGk6KtGCiuodIhlX7X0bNBme9yJcRUBQv0ojepTFi+IEKaUe7kDSe1vTlZrw3chi0qa6q6uBhbVb4FcVE81V+Q8K5cbXfA5k5W8V7LEeF59sYQFcsFghldnkStiydyRM1mXw9x8ypXVSXK1XWqOIUJAoCbF5gCQ9zHEnLSAqanzSZjRNzACaiSVw/5FIN1FlalFEcFJBPBAOmAkSS6ELk40dqFlqSzTXFrgDaamaMCR/WKIA694wRfq5gIgdILVcMXPeULs0oVN7WJNPfEfXNAL1yJF0j65l1vJ2edgVmjQq7b5a8hVLm9T5Aeo7seSadVX3IbFZoFXwhBCRMCT6XK/0itKU8DACpIdcdZkEXEv5+SK6l2aPE1MzTFE8DLHb6hLCoqtAQJxJ9R4JYjgWT7IUVLx8W1TfqCTISYoYKSxAFqw4O88ZABzY2RN9Ez62bu7KsjLMJY7G0grfGJczr6oLivbOZXyAgIpR5+EcBHxZ86couwsIn4f2aEw8kZEdahgVIQ638vtZf9aLwNfXxa3/itOmU9ebl3/O90BlzqbgZYBLymma5ZE0nqaeiEytaiWF+V8Pc7FHV1W1zk6I/qnPmKKIHMAKOIjMEkLWBCsqqJ4qJLaCuljzBCDlI6JIEQA4jeKsROigilkAlbsCjNC5PAK2A2/EQ2n7qnKF9iUCqgmf3Z+5jFwGdREa4fi69QUlmulUV9nJCytkV5o6LpGSVpJzCOVnvbJvdxOaH4LmuWlzTUlnE1earyS3C73JyurbNZd7sYLYrSaAld8q9hsEcoqwGL+x3KaUC2X1/MmWzAPgIKurOr+IvMACPcDEdQTFECIEQEIBpuAEA+tERVtEmnSFzOoE4DiL8DCK2YMrnkwD6YWJiZhigZtU2at7Uc/ubYBPy2Ux1WZeacCiOxMLckDCrtkqBs5w8xLRZU3iB0FaB1u4kt6xQVdgomvPtKxFBm9lzuQGQNc2m6vbtArNnnMVjGd2Sy1XrHEJNezXlkqt6u4X8V2Lm0VlyvJWeCKbxWbLUJZBVjM/1hOE6rl3Upqjdz74DnAM3c45wHQzAhUggICZWCEI/qiEEuCdskQ/iSN7QCmmHAlFspFZkOlUcdqVOZjWlphbwlvhECGV0/FEp8gZ3iXFZnQ2gNlUT5szcQOVCS3raFwVNE+xGqB1qowGfOjfOrnR78dhP06BY23Je2Te7mdXKMPvPCsPKt0bLa4Ulaz+rByrs63qxK5V/NwvXLOWDtyUZMkhWN1FrgIgCeVrlp4PQ2wmP+xnCZUy5tLVGxWY0KpMfJfuRkT3c0j4DwAwruCWxktwBjDSJC70EoUi4eOY8xOkAhsQc20rq3VBIC4kbFW5AsiFjHgCrBTwM65Qxucz2t/54zTmJy4oJUe/MOfDaJ61FQlTvmmdJRQmWiBjWoTY4H6GeFZUDAFKD9VdBHkkU3aJ/dyO/nAg4Ahs9Y+k1V1SUi6JFni1Nlibj0vl/uYyhk/IQtUt5Xbers6/1ngqrCrClaL0M9r538spwnV8qxcqEhSrLiBFZsRt9HyYCkAgghwp8AClkG2TI6MGKjRFRPhnO1Nm0zV/LYGb5L4dQynBXcU7sC9yB4sSx5QeUDPEJY+shD+uFxgzqZQvBQ0ZCkS3gNeneK+tKtSWZquGvoSucOCXGkjZMMP4+Q4oi4OU2W7lzuR8wi4sM2u2JAXyc2yznKdy3/R3WoFLLJaKSdGqxWxRKaZb+LlfJ7LfVxMPQtcFXZVwWoR+nnt/I/lNKFaWq5Xu6Vi/KMzy9qL+Q7eGQYogpW4k5mXfgBNAimIodkShAzThDAohTYT5nWBXqkofBxA7tIonLKEuzAXECm3ooFitogvCj+jh56fa4Tb5IiyhFNVXLinldaulhWKhxePC1IimyStK2dV+FGCg7EkW8QcvgfAO5JrU8Bo5Tds63co1KCqxWq1mbe6Zf3PZyd+Tre0hEUJS41vKTPMWngXuIoQmP7mI1VgGq6WdyJpq4V2/f7+mTN6yWMwft4uvUEx/qy+ubZeeKKVtZqI3RqTseQb7xSo8xpHzTOSrq1HUm//yFOykHCQXLzeKLX+LngVWCiKxQPLMDUQlcISZ1MqGhSAmtYyM2eLVLid8wVpsy8lVMN48D8TSoOf2aah0bmdTesYD3SJyq2guWFyFIaOxSLtk3u5rVx2H+R25+Xi3Oe1tyvjKlnk/e5KvPu6Tz3OXFehGxWWQEuolmBMwbRKiV6HMtRV8kxjo/nFnFxdq7DwcqEx+Kd+a2qOIXMjXKpABYBgQDWR6LdHa5vfKd86bwKvZ8VDTz+alZ99TWpMtyc6uatgJPX9ZjDzCXZx0d9c2ynfJ2PgxTwNZBMCpQG7RLy0EmpBF4MLRjC4oxX8lDfQC4bmO7jmczBKJZmPCvxsHmzT+WCBQTr1jXqERiCnhZc4jEqQIRHA+5sgdyaLKCANdVFjPaebRZdlWCwruL6t3LG7Oblrzxf9XbOEReZT3Xm8urVUDpdX8prV/5+yg/6FF7vmCM4cALpj6qlDmf1lY135PKcKc+8BHxuNgklgUEYCc/2pvxtJ0zHAd/o6xvvCNg6WBf+CfMHaABkyGhhZRJ8XYiaruFVLlHKha+Z+sDxUtoEhSqcoYGmZmksR91kC+8zonJEFQbt0ztDZIvShvbDH7uXmokZ43UZ7bVlYwALlnGppne6ysnfpaypTp9fzfpu6LMv7wQDwvFyswNLNOZvw435/QXdudn7PAyCk681afsBEfa/X3oqzAYcH9bWxNLJr7DPOtz/YYPaVF0Kbr8UNo5fciL99Y26qF/W1Y2EbLpKxqZbMGdsDowx6DLd5mC7FzMFQpOmpJqCYUA51LClLKiwUo7JkAuPggoYw3McoJtTQSVbZiUIuy+tE9LTGGgPBH04pQGlpn9zL7eXyYcBrn5ZkWJzp2q6S3DRfklWy24ZF9VtZVjO+YHWtMs6Icy7Pfi7ljhHwztxV1dw/1/mtZAqKcwAIAjBhs2jQHxuib6DMRqOnLrAUD4p9GKAn5/uMmayCGgrO/i8nTWCH4lLdtVo1GXNM9SeSCOHSF/gKcDMfM2QJjMzJtFK6IAxaZwMxON/zxdAQGHwRakfFoICVnxQzk2Ms0Dmq6RSs9cpvAwcEpnywSgVcQTNZeGXciE775F7uQFa4EbLiCbfc7BpyQydku5PyLfY05+6C54VFXVH+Fcnn5Srza7r7BOV//A9RmtQKz4pO9gjMAaDwhuf4Xoi2ffbdeO2tmNv++Ndraw/oCpf9440vi/L93r4WJxlPu4zXWkIP95k3GqhbAg5FzQ5fb8iF0mUs4me8CZ5mfhV900TRtPAdCcGPMUg4rF4ut3FTqpkZWb3ADC4pkzQkqMTgbpgZ9wCz5JwhQ/M6500eBYa+J+IxQTRWAqwURK60T+7lTiS1R8lKJ9UdnHlnXCz3N0txaKWCp0aLrBfoVnJqWd1yXpbnuuOSzxrdrLI3kVlJVWiquaIS4kG9/f5+v79Pp3euWwfgBALOAaAniO/9k+9c5K8/qwseivW6sk96jP3V1tY9dfMBNBAGKGaoDKeOEfSMo5FQTORCxoU441shi7iWTBPnSqN1dEkTOfMC9AHcFDKPS3ayNDwGbWNtU4YSzRYNWcoHGlYWhlrooLWAKT+Mk0eC9s8SY3Smm+hITPvkXu5Grv00zEpC87/iFJiT1S0lyXjlPBcMb55ztbxLbS4mrFyVT0RSfVeu9jLD//GjcSHrM5meTm2f7XAeASCnvFvmPAOEDPG/lPx9xqn/38ORNfVx33jO0bJMfwXCUF88BvOg+MpJr/rSra09hkEmF+VGHeM9o1GiXvGBkVXvZZDAD9Qyh4OyhZmwi2TZSK8oZu6qSiUMFHAK1qSzKWuivgFirxVDVMRV0I9dwDYqL0UDi1MXMuXrsu/HAO9aVkXAucb8Ic/ba/r+kFVZRSj/dnU4l3suOp+ysIzbFfzxxPWcVfZ/7ItPcVqnFjgVkz84FiQoALCXCSzSAyJFf8J9Y2MJgCG7jYZSeOLOdylYMKgnoJAu6/WUYeqTBGGTCykyQsomtIF5mbCZrKGbU0kZWOdiDYqwMwhdSg8HDgJqyZOqQFh5Un+WVCXFzz1lEJOlFKaAYeLMqhoxhv9YRarzkJx21r3cmcxBYLTSCyfWtc60JcZn1dfyOJVVcl1mc7NSV5UP630V+Yg1mCvqWqX+j//pR+GE0CrbXzyaBURZDID0kGVtiAkAStzsoJ4X+7W17/pSm4t5JRP9sPWXATSQE3RxakSBQIXQpAQvlMV0kBmcPeyHFuoV6VG4FoqbkMHPKs9egGeRTT/hFpWiKCU7ZjyTPaCaXAgkAT65TCXwqTYFjTeX/HIsKJY69s693KUsmx7wyqZtg8usSLvWCXJ3MlfsxRrcoE5ns1zlYGnpizOivcrlvExtr5OpksizWk5bXcN0bn1R/sf/tL/vewF+AWLxXWAg0GIADBH8BfthGAySJejwiyD1PnBCnLczDCwBIfCqWEfcMT6OpGAy9kI6FxI+BEkKVHkMaV5AIo12wiT3Y13O1HQ+W9RJcc/Jam7oFNlrTRA/WqMA/bsAAP/0SURBVIObyT6So1Ds+Uaq/NixCkj75F7uWNQ09+eXDkSINZ8k00AYVFZJKmOUCivg9PNGKWCZReZKWSDhel4u2kdpXqfAXLAyLwheKWdMwslUVWT7P+pToNICqVyymhYpmQa9mktAk2qE1innEqcyF5TI1LYpUyXz4Usk8pzJeUEOtHEso6DzppQ7q1KkFtmEHatsWp+RMC2813n5zf/Lwdgf0QVyEQAhRKZHwfboJKZPokj6AE4VewtDA0xEUWgpHsYKyIOSkUEBIn7Hw4gG78IOxkVe+U86CJl9pbvEZIK/kV/ubWsvXtsDKoEvGjKzprZUrnJO1WILqCOIGQnivXIfqc7tbFqnfXIv93JD6XP70Gv9QnVtKfoTNU2dgT3Oww8nfT43reSqov2RQlPRabd/dsNmf9ZxTnR6Zn3ICTt2Mvck80wEH/NjVzH+Nv/Wx1kJ/RwAyjnnP04AOvOhEOApkoAQowRPq2htRdJrFUF1QlnrC8sLFqfkRNzgYGGGoVmaA0BYRRvDZxSRYoFOnjIGtaoazir3HkRU1MOBaSCPPUIq0cpLVJkPpblA9DKBWTobOJ32yb3cy02l3z9gxcKBkOvADA+QQWS4c6lr9QeUg0XwdMcCyp6VQvsldtJUhG8phEz4nzWG8rQiIFl6agpc5vPCYQLilg3oXwBAwxkwACQABkYcI4V4lZNMmuBiBFnzkz7UYp9CNQXhdQIS6h0DeFJ6GoTwCNKYcBUVGkV2LnOOYG2n9iaNEa6y0zeqSk39AbKiLqoDNVP5yuQs1EPOcGI3tkpeTTKDhjoHxVKYKpD2yb3cyy3lNgwQUqITleUHviZfRKcPLyIn2q4UCSn6XCyoDCxMp6XSfRdjZrbozTZQTur5TZjbX0s44IEdn2WAwc/AjGBXwaOCSimoj+rEnQPpDFb6GmUIyxAXQccik1z00ZONzQkrWBoZRcCmD/iFR9immSE+lJuMpJJtzgxeJyM60ZFbH4qkKo6za0mNRKCXKmISxgSJUS8VRjVRaB3e7scA7+WuhKZ0luWsLmqUnBQTjzn9BBD1QWVfnChACNmHg7K1nIDnaKFkDv4vICA58KPu7mwXTR1LhBmLxNp5ABRowIsgbqzM1yB7AgRBhamTUa8iVtakhTMKc5QogDQ505EjwTxNqTglQdlAUAUZvktxY5/tPdhnRkclcBYkLUgjGb2gKEqkNq4ARemDrsfNHwYDXbQzOCUMALuI2WM1LukIStzdM8B7uSuJtxBuKAd9SJKJEJ3AX5RwaxXWFSJYE7r0zwDXnJzZhWfOTqFbShSGRkBycPbuL/zwgpwHQAGGCFWgGR9HhSMqwkQrJSX+5pEzD/bFGJsgKfIYMAmzdTKxGoQx4khTkSyplJOsql8UaaeyxZR1cgY8kc1AiYuoiSso9dSrFlO7iKNJtUlGroO+KQtlyKb6ujToZNon9/KLk2LZOfZh5FZDa8qr1jilOL8o0YbR0Z0X9tVilD9rNwU3xkZn3NDd5yTnrjmLDzpe5wHQsABH0kJLo8/ENwqMGlUqwmqKJLIgrIVZHUqHE045j6pqzmayJQVf54TbRR6nq0jgSxG7DMopIzaVEFUKMkksqhWuKg4YJUMRlSU2gVJnRStZObAMJ2aVkddVdfFpn9zLL024nKbgjYQTZnbOKJ7WS2VNZ+tNS+SE9q1kkQSd0zdnkstlvv5Xb0ta34VMst75awPbt3hXndPGIfQJ63iSOf543o3O8hSaEzLPHUx5C74GD4OCBSVCDcVTREvDEJ+gTpElAoxYGElQKGwzpXqdQNIqv4mX7s0GtXORShffpOjAoxR0svMT0sJDiWGQakBxdhGZ8CStqmqOiFGqNq2/uvmsJNcBj/pgyeZJhaR9ci+/NOmdIQrXl/MYcBUm9GVwm9aUztwP1iDn63/VttwpAOosTKFKvI2LN/SCFiaz7ILQ3+9f8B1od04wmgNAuJVAQrQIRIE0TRmWmVR8jYgeOrMxkAK4mCkS0BdDacOHMCipvTY7C4W8GsgUpQSomaIQNZJTXYRMKRumVlSeIHUqSktpZ+lxO1jE0oFUcTbGeRyi4y0kpC5yoXWwRVVFq9jotE/u5dOR2YD5rURHN4VuJNXZ4vVaOn/SWUQ0dE5MyuJWT5gwAsW2fygErOo93QovD5ZsC+G7kv75lzSWA+CFQ6/zt3/ZOXqBXEoWsBq1hLRljgXbAhkAt0QAK6KUHpWDTaERRoQxnUlrwLjIkWiV/JBsf0HPlOalFGRhmfTWglXJDPBKVXE88lmFs6CNAitXmoxEIXCyUMAkESNwmIKMc2Qgie/UG4lT/HR+6vShmtu93FSKycVbgzeRyS2vbVMMUKDCBOuIO5I0SQkDvNUzxrpsq8ofrEGerzI/hx1JmqmS9R2JmEYKhSR8WrihZ/CPUTYPHy6/kC0ggHi+4FuKOQAUAhgHEosyHgTjgqzB8DyMZqSQkURLurNScoUiqrWtcSPQsS2mKWPQL8wSM6PzaW7GkvE+ypCJH9FzAvmVDfWUxGEQaXbhusopbrUOlSuiqOvmDdKXJOoQyXYE5qXNQKUvjm5FEu7lA8iBbxN+ACm/bDQaq/xym3PC+JxJeFD9qvjcItbCQMjKrjysIq2UcyZsd6/IU/qdSRneqWlV5fPhuUWsq+CqG7OqsNEJnRYB4Dzb0ymcTC7pESwigIu4v9zGwbSI+ASFUxmmTRGCQ4Fac2lBuvQRcyIBC5BEZsCfH/0zuQpbLOFd5FcOCOXUqagh6V6ac+Ib5/olaHMmL5WMW3mwr2oh+HJIzUT1AGDBzEijVIMl0SjQvNF1S5WhxCjAbmyV9sm9fCrCE3EpeLdSNr788stVfgkAvUTixGFhSFRgqkiLSgnV2cXF1bIAAM1n9vPV8q8uywDQMtNVi5lSspt8sF70W0X+Le1YLRt/mgHfwoOcgEsntWjSVJa2h4UEEDmfo99LG2bxU4CJA5o2BUMK/DKZgiTBtIQS/DMwUcEG4GI8rMzALlyAJgo6oxTwOpaYQeGUigIzIEg5Knt7DhyL6lQvH/sDnaQA/FE1aeTNQTCXSBBLGUwXEFQKdNiFRTjVGU3UPFU87ZN7+XTk07gqVWcLmOBl+iFTxVSrH7PNLekCT1Yb1ZxwrqWw5W4GQ0OqmkZVU7haTxfp53iSyS2r4Sd7JpP9tBMuA0Af+AkM7mwTWNYizg8uzuT8OOD+PAAG+4KEGQLMtQAOFGZFUhm2PJGe+Jq6mKZMwox438MMUl+UkRSci698KRNAhTc5mr6VoRDZXHLYg2BRGmtnpFJRmBZ8qj4wbkwInWJteHHQpbIZlOv8ST3nmLKlIsesTmmf3Mu9nJUpBiQ8qH6I19Vibr34JginzUqYXhzINoWRu8Q/V3OuqhGu1vMJ03XI5Dbjmoi4BnAncCdWbd/CF92E/gdgRorOZDFPWY5/Kuas/37/DAPUmW8WFOQuepEql6VAhFSwC4BIzGzK4ZI20IMU8hDEwFRLxlWuaTkRN6han8YZGQ00O2OlRVjhDeOom1LIMnXm/5Kr7PCkRH6JCpJXCJo8xYClc7qSNklBIvqkfXIv93JWphiQ8KD6VfEzkdRtXHKeQmlW6WqIAZ59dtGPBt6RuJopcD58JpK2ZSYr3pNSXRdWV/ivZYVIafuW3DDXjjoLXJWcZ3SWyx70PI+A8wwwgQSMiifyHBW0mBUl9mX6REhQJeKUWBW1C62j1iiH8ziibECSKVa4VTyRPhtLRVfVAYAJwNXS5E0Gyd4laGfIICGeVtK7XMBXyEXQrBW3cinQw4Udq8JRoPmgUrwJURuXhStHbves7L38goUThnPGZw2YYGDwcqqLRbLSd+GIilqe2mmKXCY0xjMM8FbPMZ4X1zQFVtmWOxOd8WxUcOC0eftpBp05AR8uGZFakHT5NeXsYEJWpM1Fgg4JCYQZ/lGykC7AD+qECn6kFSgCl5IOjXMJQ2zAQjkcdpxVrM3vZGdISo5i7ZDCFcZKGUt9ASu7NjaGEmgjFDsoEUOMZGHWSqFpI/RVDC8ugl2vJfirqjNsmGxAaXIe3HeB7+UuZUFPd1+8TuffCg1NOLma4c9M+rNZWqrBvL647RmAEvZkvcsJ74Uds2Tyl0qEDylkmQNAiE/QLC2EBA5nEKRYS8EXxEBlI8ygYWThATwbT12Ae4AT+cEWAqzCrHIUdNL21UoBGRMzJrlgDKW3BT1r0uwhJaMKv9qSNG7pdNQximmOp6V8uhqqAvbJu3BPgTD75TW3e/mJROdb/yzr4PaBUW3B2bugvwjJObj1kNunJ4xupeB0voj5W/2cpJMDpV1+Mp6/5XtuZy+QMznmARAKBKkzrwq2BplyxJghlDCkCXiEMtYT416qguZnwRIFPCiS3kYRDlM6mXjAuz25LKXIOyzN3Ay8cx6Fow5KF7ShDGvVioT4hN7KpGZFAWwSGB1rY6HtfH8YZVqSSWXoK7u0T+7lXm4rnJBn2pPaIo2f4ArtTC1Sy8U3PG93J/anxtQpF+v1pxy5ui2kHcTNb4cXbvpMBEApZLmCACLeo0nmALC3bwIEQVLhASvBCRkUhBrBpSLEMSSoNTAUQS2mJlYkvVfoQSEXAKGsWCKegKVUKN1PhZTJ9A2TsFOEb6KpLNMbKv6iCr2Nq4yySBXEFmrnBIqlGmSplt5Gs0bqmfbJvdzLLQW+MdeeRP48yZ8jC9vZ2VvDasScHguG/SbCB6lxmDQ/M2FHIHM7IYYAvYOmo4FXMrozl5GrCSD+Z0ZzAFghjQiSYCaRLAAFdKpC6FMoCFqQKtRwwinAJIpIQAuG3NIDeQpr64JRhlbo48G7MJYzuXNFUEYtIKdTdiYFK3vAMr5YqYCwVaoCffv0tmBtf1TW2aNoqfGSNt0bYvMV9uK93MtKQltSy4oIvT01OF1kHVsEgOdEJ9Lil2DihimdxhVIzwWZZ0E/kej8dCXO1EQbyg6aI3VXV1TnewpJVtkurh1J5gAQqhRcSHtHYY4TRCsUQi6okUmViZgWtgYvHQBCwBiyKGNQxOBXSkYRkEgJLsJaUoEl1rgPfFPU+VItyGNqRsnWK2QHsWJhU2cOaI6lk1hV4bgTrDSlVy6V2awz1ZVP2if3ci+3FDVLnaKpOzfpz8+BpxaYQktlUuybI1wwxJP/JkOeP/j/GX0gUdW1XWcQC+A5h/aRvuAKMJMZ7dOuSqFLZXo9OncTRKiw0dDp76VwQGSotfZKyBDoZv6F2f4b8iHjBBiD9yfjtb3oYh4ov5LWoYUmZkHLYH5KtQkgCNSZmnkCZzUGACkonNNIiYdd9NO3fL9njrc/WGtpKeQN5mg7LWprXTUW8NmeZ2WRORwLcRmThITaeXFQW6ux4dLFIGBlmfbJvdzLbcX/akGTVxjQmp3watrnzv8LAhocqJc7R3GSiADKrwFEzkN3ASY/kNxmkut5oaM7e/TZHd8LbNav/LIHL924Ke6tugsqCATEIsR/lBj6oEIbDaOR2NE7wYpTgmUFRdJhseUBf1TnhHyjnr+vC1YiKgDFB+QOlidoAX3MsMz69A33/pmKqRTzMvqvJplxx5ccjuzLf4Dh6406xeCRbAHVEwHgOwJBGq03sjlzYF+UFjjnxX6vu1YrqLiCiVuqMsVN+hT3ci+LRAQQpjbRZdWoNWtaXGZ9NV4qZgmLwcYEkOeG9+dGvS7C5OpyjSZ/V+inM3VarHaMKMmCWrgw/vDtUppbPQ+4aLD0vLh/LVbmyBwAggcTQ1cwQHa+oAiMdpJH3YAURZKl4oYO6Nnb07UWXE+MHQCdHGz+RmnwKRCHA62flxUG4ZAk3txNITvHgUJKhZiRwevT9y2FVcAP71u2VZLH+szZiHrYMdSzkDJ7iDC++Ex3gflqv4lR/rrlYqCUbBK3ctI+uZd7ua2om8dpfdDn2QKd51OOAiL2D/z6VNJckIIH43w5Pm/CCCCgcLb7e5fviFwiVCoFbyw6z3nxTZDAxvnMk5ZNPStJc+U0tjGeuAo2p7tM8ahHAGCUDcMr/kjnV8si21RSra7f640XCop+uWe7VguidPDHBuswSwwQLmVCpfyT3wsAa0psiJDZqLfvFYRMiJZoYGRPq/V1QW79wU7l9H19c229sJNiIuKn+gnb8o2H0uQki3qKF9pavfJavlEqKLNwkAqsylB187X6QaFFvvHOhmxe/pmCjWQqG1VqeYu8l3u5pkBK+E8KXXehbNNTnNucXNgZ90qqC2KqAKiZg4TOUhFA4WD6w1zB0pk/xv2AAvhKbjVQBPcD/LRh3rikvrgnrFnyitwZwWTpPDALBMaUANCXDcBFhEncDQb4pWCnpIq1te7rtX+c9DfXjov1RiaMklIHAxtRKMUnB3VsWqUwcK1VFOXGW6X1y88UfphntbXv+q21VzrczitbbtuaS2rpgbt+lfKrtXH/R3WdBYQ9O938rn/Qs5P6weA9EWX6YUPW62u5KOd+74e11udr5cGkT02P1r4G+34svra/0t4PtCUQPZqS6tangoP3X/dk6M0rVPdiEqbYCNXvGeC93J2YlsE3ROXm3vWCPXgkChgI1QVhCMiJunxzcQ4torPd9E/rOda3QgdwJrdo5DEX323Okok6jya34htzW39hR0wVCxDwnKrox+s1KwszzQKAooQ9pltQF7DomdexrIk0FUVfq3zj5EBIUbOmLuqlS5b4m4AKAMuVb6MhIsb3+3rvIH9/cgBV5P6IPCix/w42Jo+5oG+jwSbHrWQG7moqNqX8fvJ/1QnjdKJovrGuLoK9CJdfqxpC6EmhUkQDP3NpooMn8sGdENe0DutUTVVJ5RGqHfSK7lotRguLA+WigvX8s++oe81bWeVSRaiUDO8Z4L3cnZgCxkgghK8ShVI7E/Xw+ryAjGqUDoo/zLfKGP+rlpVcp9lye2UOOj+2aIdo68z+FJtWZDkAXhDg98x+Y7guBVcTJuU3AIKkqopvH2x8yfgY7G5d/U6w6cUPDL4dbezBCQWAj2Fv+tky3Q5u/LDx3Vgk8LO3WSFiprRM/eWxHJFY4GuirGELEsH9fbPXpVQp2eZvis1Gtpuip2tv1dfeP7YTMUCxN7IM3otbCt5eb4gSnr5/iXdVRdUrlbI/2Dip/Lncg7QlJo+u4PtW+X6PQcU9gWBZOFcPI9+TpmJXtKQH4f9ePrw8SLv85yxqTTpfdJLPcz0HU2wJcWHsu0g8S9ndL5EXG3v8L1a3GPkzYCzHmA8ophk8462zjdsBUCpAKCVXspwcs+3n5ZKJsBZLkRggw16+CVJk4n7CAd/Bfb2xlle8ioEzaQUm6+KZDOLBEgv1fnN58S1aETIP07FQflwVGw+KfVE+Bt/WcsijjEXjfGc27gf38u+d4gSRse82XuEUQ6gZthu/wck+N3/JxkCeSOEfG/naW9XLdLCqqTnh+7d2oALkQt5TupogvNGbouo6cuC7wMolt2yuiSJ3rNMOWiLVfaN7+eDyS9jVIjkTn5xqkNOW5RaekIvT76LoWqwOkM9p08Azl+U5Cqge3HVPfL9soY/EnglclOXYs0Au5QwXGQWPhugUZWQsiqEfqh0lyAf140PsUr9nhd2VgitKP2aDUVncjxEWi6ut6yANvn8LMEMEPbLWKsS0WkIOXZGFFUA2XFH2dCO5FSzaV35WESvGAOWKLmgpMBVT1McxNo6I2R8dYcKkvBPVw9Hm2jqjeTYsVLDKCSeNSfk9xK9fCKlO+qqLCnzpEUd2kwBSXNWRcqP+Dgfc9S3oqTtdlVCRPzBIOf51S4aOCDVfaGu5q+x73zJlL8x3NhbJPQB+NFlxV99z8o8lSyk5Z6zP7TRCeEbOAbywDS4j3BEXmr+RXWGuAdADhPKokx58cq6ULlGuc9RX6bN7TCsKm0S1VR3VX0y0viYS1Vgbg2pCBPOqz74TrxIDXK8L5wUkEDiTMmVcf1D0y12xKBEy371Qh/Nkf2MdT6/gVrW1dXLIV3/9wY+yhcKtMwAYD6sUkz+SUvR+2BUBrXEPl+gBTv3AH8xPTg7yX0Ml9Tn9XoHNB4D15GCdDPDBvsiciJ0I3vu6HQxUkpi1eKhElLTP3bZ1VUxZGAsUA/yOzesdbPybHYvTyp4HZ1SRS+UeAD+arLir74/Ix5Lze1pc0nRBrIHuGrPqXc1HBW0yZnxTZxvAVclZoIQRCuREDk1Yg50g6kXCHcHDGVcx+F23FwwAQkfl0FuQXvJQmIdP/rGAV/3w2Utg6K2QQyLg8fCdMMUUDmX9AIjSF45Y//5lPC8jVldfW1sXEIYvoEfJQvSNX2tbfEeXlK+rFEYWG4zypejgvQjdpPjKTrqqyrpgalKMeQzmb1TF17I6+f5l8kFNN+pZccSdXjvoR0pVujwXg/eu4GtuIJ++f8kY4IFY7tpaK5wcMC7LQblU7k+3jyb3APiJyfk97RdSkF7f9ESotBoLEwfiB2zNMpzrejEiteDGhkoUfWTQkAIlrBVSDZhrB7CcfmZf+faDQmcgUqf9GrWgoLgvyxbwfAtlZz3ffFcZQl44ogCWR/y4WcBbK3A40VMG28Su9FHePoNvaFirUx7vdez3+nKhjT3gFehShC+qTApbQGY2J0gh1cGSd5Apl231kIF5aqELgrxQU6m59KR88cHaDtkVTlIEqs227cdYgxOg134+xvCviwBlaVvJknbPErk/3T6a3APgJybn9zTDkKx12oAxnIfWXymy0+nIX/zO8Y1zXeXpM45zogIvYqI88EYMHVSghC8/cUwI1fSTCORUDoIBkuSau1eKkcAAmlfl4u0O+ann8Kw93yYlARqrHLywG/6MXsoFiyImV9bwtCcu0KHZ/I7+qALKXgGYxBWcBL6SFQ3wFGubpZV+yk9NFdJa7qOeJEsrrhdFhyP8O9JTgHVKxZr7H4T9PorUrtc9AH4qcg+An5hc2NMiVKBUddLodPV6BRElEXDJfDpyd/52+NTVPGubkbgzJc3uXK5cAQkAKPTTqW+qBxliDMywE8AALwQyBCTu2NanJiAVIAt3wtTQJDPTKAl2kWyF2JvLKCab9T5JeDYghdoWKhj0UlJyh0EVChYX9tLKBd74hxBnBotJCgM5tJ1chnfu8jic0rWySZiByPg3ub1qF96fbh9N7gHwE5MLezromLBMJ89EXUF6fVZdKb4JbD5XZTifce48nEKjWF4FhzPmKJmzvQYCAmkwKCiacAC6FOQvIZDBLjErbu/oI+yB4JHkAIaoTcmI2FN6i8dkjDTFkkad+tAIahIiWQ32uShGIiuV4ctBQE5gWmXUj12OUhEoYCTK0iAWWbTCoX0mGMe3bFG5QsTJByTDTyNj2j1L5P50+2hyD4CfmLCnFz54yJCezuE+g2BJdbmIrXCeGc2qHGdzLjsN5/ngVOaNV0dAAPCgD7pA1KBQ5mbAFZQLPTxN2GAQ1ArAMIpUgWBQkUeIlNgVGBM8zgRQC7MzAIofwWTJSl8nm9OF1nQuZfPYpEKuibga7t13NlS6q09eIx9lYEBGCsYjVvqklZKtlYeqCsA8g4eKGRTvAfBTkXsA/MQk9vQFCDLZEO+ZfosZUVss4ibRaeVkSyfcsh7w1XKWszCyuJoAgDymWBwYRNgORUGvPmAoMDABdKj6QLPMpCIGcUoJsD1A0PvCoWBcYSmdGSSJ8qECnafyhnK6UGbbETfrCz2gZ5RWOLLLDVhGCYLDiAKVmNDrTfXCkl9UzSrQnQ1VjBVsEoswSLtnidyfbh9N7gHwE5O0pxecITo9ObO0iOf3dFpd1pXiFHXANmF47oHwawDgedurOnGVAIA634P8qMaGKVWN/qChgb4lSQpCCVkTE1709vM1v0JRUSnmE4B3AT1oZQ8IWq2IGZmWLsSkEtaFmc0Jk1lhXvUwLbPzKN3MLLIa1qCIWHtOGEoU2AK6royZIg5dKSkJuzAQ1I5kE2+ESE++gGNgGd9XcPj70+2jyT0AfmLCnha9Ws6whCUxpubPUtGZlnzYKCzPjgEmhriKXMS7BbeKFwkA2IcMGbyDSAkBxtzrNWNKfV8lvV57a44lC4iWAOOUifn4CLqk430OM6mKhymbOCFqVTDhGCOCUjN8Z84pM5xH2kRZFDvaeKl9l0rm3kW59hJmpupgRjZTRFeQtz8UApMVpV4E5J4XWHhDuCpdNWMg0LkolXeKy+9jKkC5w6l+dntxd56V+9Pto8k9AH5iwp6+DJiqpwFZsl4mSk0QFU/BhOUZ5tFj+tgruEglCx6AXiFn9S4w1eXpOb94AiMTMzIbgwsCGSx4MxekIB2KNfFbv+JVUCglpDE0IAQixlBdjBHyBGBEsZVfqw05RCJMulYkUnpgI7wOQOOF3wR5dkMWu9M6kbiiTx0imwO8R0Jme4x6sJRLNou4vJprps1R8fT1tY3SpB20RO5Pt48m9wD4iYn39GUjbB5E83mkczLpLorOtBRKznzKnT3veMd5xRn+Fs2nI/J0hcgAAAyuKUgQU+oxL2iXVyzWeLtWy8nB6Vprc219YB1v68pAqMF6rc4TgryRNvnVg12mIPVMpKVUwsNN7YevfsNEpePvX4VxPEmj7OJfG28JHqwrIfPbGipq4ClQmU9G5XQPXJvSr2+o6IhUdTzirY/B+71yg+h4crSRypi6Ys2Mpz2/FzJWiVicxOsnDYgmr8TxQkuvvvYtRNBIqB1x1X38+9Pto8k9AH5ictWeDk6jHhyza15CAGWXggn2WJ61B5BWe7t3wV1LaeKJxEtgUOmCAm2R+aPOf4bMXlF/pgCc9NZz9SDrvdcbD+tFfz//7K22SNDWr3uWZaYpfUuPl7lXmEigtsaczgXJdeENtK1Yb8hF7fXGAyYqzdOUqvC3Iv/sN0VWf7BZc8JDFyVStilYU85+jdeR19ezA3mL6rhqUDUFqI7f+xWJ+/V6ka2v5XlVRrhigpoT8UJGINcfFJPGWk4tWFcW8qBtqj84VkENv7MSB09U8Iprx/3p9tHkHgA/Mbl6T+/3J7yoy7u+y5gig00pKMiMICfdGRwjcmEYcfG44Pl/TBKWkZFCZL+ERHqgKwDQ9RS1ihmaRYWYIo/+L3MY7A++f6jEGBesre0ouNHw3M/iX7I4KDbeCmd+FPUqPbMpMw9sfNff/Ho9Kz97IXXX1sItIFJ4ecxd3ddrLaau2iMBIlkV5ZJa5UY5K6xfMhGMq0ZFuK/RKwYM352+bx199l2/KL8/OaLKtbUXDAHiiglqBJjSeHIZ6J4smB5aPV3eZN5nBpv3e0cbZSGGWriLrOMCdb+KPJ9vBL3qMrOTZWPt1mqao7F2rYJaJcVkrLDNJpHlioLu5R4APzFZZU8fMHzn1RLsEa2bS0ohrc6gHZELAHhm7phKLiCt504goDO5d+5/UyqJkzQA0K8vQ1zF+tYaYkBiVmJCMZ3pAbOmHJht9farqUbN+qwRjm4+KDbVOe76L0SQ32eb6wf/LX+Q1x/8KBgTA4StfXYCifNsfwIZ9T738aAEuJyLwoYxwO/r/5eMJtN5TaM6TFlqhkYdIZieo4Yp/g76f2wwdQyG++GqzxigutoqXQWq+oC2FPOFwQDrB+uNosa7yWn8kCKu+xhMezDs9obbWbc9KIbD40FzVICD5XAwqG0PBsNhb2/4u/1nw2Lc3M5HxajZLbbKUTbsZHsGxHtZKvcA+InJSns6TqWlL8XxSMccZ0ssQKszGZblviAL+IqYUqwpZuGAVho1BGC0woNP/J5I2K93RK/gdhv/qN+XPc8GI1YoytUTfYOG7b9ZExWD2DFy9pppTCFXL34ltZ+Jqa29XD+oN9bFxMS5PK0L/+vLgJv/VeQABtfjFm6fGZpTUSqDu8+DtbVXcLivxBV9v/hIhFLANF4TJVSB++Nf/3os/uapsmLSwI0vf/AEL6qRXTX2uQus7VHpVMoWn6m6zAiYCvPM0K1eHfiexNCtWKAP3BXE7FwjmLTbT7aLp+3+noDvydMvusPOgIMyaI+edTrd7tbW8fBJu9/55jRrno6H485eZ3y4NSwOm73hIPm4l8VyQwA0AdAh2NEFhrtzg6J3OkYrRu6uz73cUK48IOxufwv/D95CmXaZLBXfSKwtyVUsZCb9BWP2U18iWxE4K1VJAYAuyme+ECBTDxZmNqG3uC/IMv/y/2nEGKGgj78K8dzPfhE321xbz3rMrmw1HKr4/669E0AybCf1640TE70DT6lK57qnIAwQPiY3dG+LP0I2uaUrRf/VWo0Z/vB20Mt5Aod+Pf9YIrgjYAZ4+j0kznTSN321VhUmciWuR30zeZbGhFGFiSNOC6NcffeLB7X/xugiY3/plZNrMsBi72l70G2fjEftwVjgNzjs7Hyhbm5366R4tDV4cdguRo+a+aN2t9g7/mKvt9fe7g1l1340GDbvKeClcjMAnGy9EBlvbmd7W4Px/2fY2x4WO9rpj3aGw+5xp3mPgDeXKw8I5I9RJD5JdV5IS0GkQqiz2pVf5lh4C3gmBwv8zKoWAGiiKCX3begsMjny/sHg+xOxunVomjgRfwQsOF1/UOwPvuwV6/7TSxE7KGCNKRK0LHtSF7n41P7mb4Slm//Um0AMoV29Hzbe9ta/Y3hUwtPOrZ6gTtRu8P67sUigipow9sgTyq2i2PwbFSYnzKAaRUfVKM8BmOT62svX/CGISuOxPxYD8TxmDqS+2qTa2rv++vqk2FzTdqiwHz57O15jzJLCGqf0lTeZLZDnD3kesTjwC8qxd5bJ+UbA+4/agSIc+vX5j+e4wrHmPj4RHpF3SPtaoNeXGV2E+3PxcrkZAPYP20+74+fDbPjN9vhpOxs9HWRtfcdbT4YDXaaS2b1cX648IGrzE6gf7d1nwQIRQ0whS3USnHkBYVnei3LFObSA8c80AYBWmPzwhIgwTMRpbe1xTGfKPMsmR+jynqca3S8yJT6I2ZiFF5tMIyCmVU1lOunVGvDEkxiFY3xuH3ZHqiig0oM+mtrxd29VUbA2c8XJwcZ6j2dk1kTbXB2mLH2gSroegl/Y5Nu1ev7gofXK5HG/yhWwrPqaReKG/xE+Ebh+VhX2rvfKk7gKDE+4JFXPGYrS3r8J8snIzQCwGB0OB2W7Mx51uvnw0Xh0OMg648lwvN151BMpT2b3cn258oCY/AFf4kRJdV5sMZN0G5gcKSBZdUqZrH85AUSqeiQuOI+IQoYpAKrmcCBmLDWFoZae0pRJbni7gpec91Ux3y+VnsK5f0suBuuUhcFHbsOyifvMlqqsvPGhn93JKpiZPulFD9FFOXFu1cFKRVwYShUnR7ilWx93KghoqRpQiGL4VxoFgWLSzKy0dk4UVMUrcTaXQ6ajDVXOHFeUzQOh83tokdwD4EeTmwHgtK1fFJ1jc6fZvVxXrjwg4hAR4J2QCJ2X/jmGMTWbu5t7BQeZk3nYXCyCFS3B5Ih6GTIHgHHu6+xnKaCAERJmzC3GxqQVAQMeww7EmVo5hIkCQhgiETsgOTwU9TwTI/wOhTx56QIqY63TxwlOllk4koQuQlroh9ckCvWl0RFA6CnP5XQ2VzLFnZVItrkO7fMmUKg9eucslXsA/GhyUwC8lw8kV+7p6hRmAGgJNAV7mkkFdvNk7opTcCrLHzaclzlvZ0/ueQaoSsPlggwZ3hwRDRNQmOcJGsRr2bpqlNNjZgqDeUEFwTpBiewUto0c4AWXfhHkpdMMUbK2gY3DT/o6HODpJEmwSGNV8kz56ABRljiUJhJQ2W98rFVm7XuzVQAPjTrBcNa4AeySFLmCVN+fbh9N7gHwE5Mr97QYiM7nvqf6XHYeySKFLDPOOJtpcFUApEu6ggB7MRp/1nECQAYtg0y5tyv00EofYAPOBS1CDX8KdifapkhM8IJBYI9iZMQeiMGbVpjgQQbwTCvIooWCxsZIlncjlKGIogWclBpYrE+URMHVAkNXxOvKoxZWhyOnJ+oIPyQcrsMC55RpC2qia9elsqAR5F0GlopxHECeAjwv450UuGspruN4PLjiBs8lkp/dLdrI7aua6Xg7rWcNe5QCq8k9AH5ictWe5mSCUXjwaYko7SxtSxjW70/ncLmqYU1lxVlfVKTqM/F6XhIAGhmNMhAgoQfvagAGqARIgiCzKaOT+RL4aHhJJEsrGTlCNvCFXLZ1skPgDZZhwXwxgVAuk5LCQeQhBG+kLvbgkGyVTTgZsIonpTovuBZVqKLhCQuFpdE6MFFbR/WlibK00BILvle9gX2hEfSHzZNms8gGe0VWCmT3uilhTkZ7KXBXUpXRvQ6kbDeXNssr5X87+8jO3iB7cmE7i7M3GLYPvZp0purB0xRYTe4B8BOTVfY0VzvuISx+BE9pMK15qdrkgXq0KbQk6wVZqQeM6LyH36VYJQkAmYgQgyBSBgvFhImK8wE5DBx9XsaFDQqZZJ2SFURjO5M7fYEniKSQLy0izYBkx6j8JRez+aFzMOgYP0ik0VRZdF1RNrylfFpInRhpcsky9PZmyIuZZqIHnXxOoILkE4MmB0hKzJ/rvws8bA56ebspBpj1twQTOwsuYIt0t5GiQpJzjely6Q5vXo38bKMUAzy8cD91cNZ/dyvW4+klZfAkBVaTmwJg7vNiERPP9jtzlLkYhUlx6pWkdyWtnclee3uW0dKJi4S6AsVev3c27QZyukpdBolmz+TcZeg6Msovfz1pxQNyuYhmqJLTIcKqF8vGpg1e9RhcdarOie9+pvBUEgD6L+WEDqZkjdyYAHSYGrFQQawNQwISEEk4USUbaBQW0ugjvDJaSq0MZnqMiMq30kggJcyhaQBWQidya+WsqJ2oFHlRmsvFR2KOpn5UCYC0B+qJA8rEmx3ZguzWKns41TI5xdKitSPKFHtnmZxvBMcGgtN2UQyOT75pd7OBWv6g3S61V/fa6bGzcpB1T0ftZu5YrxP6blvm2aCUdd4btjs6QmmF7IX5tm0H0C1RzO182N7Oxs3/vXk6LrvtQa60cbMND5SXdDIUnfZQ5/l42BYiFYPB0OkAoKrg2jaT6WDQbTdPi0culGxq/oPusCPaRl5Eoaa2aPugV9qRiqE+4+yJtlCV01IlNHF2+Lw9ZqPTZna38nabnXHMpg61CfkTlUwFBk3ybQ9U0iVyQwDsP7XXzkLW/YTik+ykozOY1qJImhVk0B6NlbEYzM6rp8ndXtF7UhTaf93YEUk4VlfKjNEXo5Xs2ylgoYjZ1lxb1CouXtbm5G4AUKegDtL0JbXqfGM/xr5cFddme/5KiV5gilSSANAvIosCQY/qazlP/gFA5mRaCULge8AOOIESIiYS5bcsyBdWIBWpcK5ivSbskdoGvFiCKQqr93tfNXCLokqK7GhsEEu7D7gTaPFRlGVQPz6AcbHBOya2KCZHn30Xd495ChHe6QmlnaZIFVR5yhsleXCSRDbiug9Cd6Nf2Zt0h73BE3GK4UitcjBoPxM3HA+emAg0O9nwyUjgRWQyHI63daYNsepke8874+2n7cFpe6gTcDR+9M8YZe1HX2xvYTQeHHajnT89LmQ3eNKdDJ4P+gOFC53lp1vluL3Hu8i5vEmKdmfcae/I105nKysODwd4kHSfq+DDsUy740DA0TejfFSVvfVovCcEaz/fLor23viRX5ooqKzq8aToHarswyd7+eiw6DV9qpxoA7e62fDpS7ay2Nsqs6JJGT6Lut90xqPD44k2dU912DrMBt+c5DyKrLoOONmedy/jGzcFwOL5NwBP8xHhOJlmK23+tKs1FrIT5ISM065on1aJaVWdjNUacdJQ7pVxEJDp5EO/BKlrYjbeKrTMtuYHKIpHgUzJsWTeZ4qdBrXHJmo1ZzSB2KbcUyd7XHoQp3aG/dQpcHRhEeeVIbbX9Zg+zFK5EwDUPuIb9ZOk8821ni1WkOv0fnTeL2WA7I9Ek07fr0/8zoQQAjqU0IKPvsHdgmEBN7z94RT4lfrHXpB0MDn6Lf1lzIPX8QYa88coFnTNk8mAQILRF/h3ZxUSd3C69jaKJqupor3M3QeGCFobdn7FWOYRY5YY1tLzPp/TKzsqGlHnNqG1HpbqLGyCd85SOd8IRlW/ryvAaOficKMMvBkd9pviIL4/kgmZhu1JNvbZ0oeFdLtmG4PD/p5OluxQJ4egdK+5LyPQatAWhxt1BkIkeo4BgOPiybMsezPMDp7q1ANmOp3eo+FEIDjoDHX6+ITrqiTB8FhuVGDBWTjyaWJnnSZwLJ9Ue689K7sjP9mjZiYslIte1hOqqmXw5PDnA5Xdi61SR3+4nemrrRhpXw2H2fBNtOaBCGT3UF463ifd51r4NYxxU1nLJ9nguTIc/sHksdPODq8YGb0hAPYOm6o+FYNpijbDWlnBuFXrvHloHpztNEfDw07Pd2tkMuoURXN0skXl8+bWoyIru0NfBbqjR20FxtujwxKf2s7B86fNnfF20X6uwyCuzcF80hF/11HenvR0jRgVo2+ejkoOSZerTefpc/Z72/4lIvs60sW2jkkuo+321l4vb/+HNwMR9C2T7nE26orF23pc+137sLvTOeT9yYEMtNobtbs0DNyPcDZ6+ryZjfdUb0VVoaJzOHTZFtH1Pe2Xsp3IPQyTHjQ/ZzcAes8skTsBwIxxqLk7IdVzgdTJmBa752pZ1c6iIi+8F1cBoBwxkKfCN389Pnj9GS9zCAyAC1aqryDChMtLUa6gaT1hkjErsMnDezbrHbyp019O1iT2D/qillVUnn//QAgJRVRsmg0S5/c1omhBpFWkKJt1hmKVLigLteomz6SyBYr61RPX2czOY3zYyRqAdrZpafDXULLBhtdrMsDRMB1AMUD4xWQ4yg+Ho1HzMNvb6qYOkiDnkRo5lEPSaW+PC2XUASmGL/Zo4QbDZrHVHO0pVYo9nZiSE9OYw2IvGODOljoOo0dZT0Sh5Nzs7O0cDl/udQ7Hp1sd9UsRIbBlp7vdORwUnOylqSc1FG6OVb29jiAUpNIilX0obNVJkjWVXbgx2j7ET/+lKqtshzs7kINtVbqvAkB5snW7Tx5NC5STzDTnC5BWWKiFrMRhAaRxO8YAt7rF887eqNnMtijxErkhABbqegta1b1mhp7mUGf3aaEjsP0k3xk+3ymeDPojV3B8uDUutJXaO+LIxd43g+xwS1eMjlIGhbr1necxJNb85rQYbmX5U2XrHj4rOrpuNIe5/AvQurpUMBlQnj09HI//ucmB2dnqnWqbD0+yMfuZXSqU1NVtJMedLZ+Jwspya3DM4ZGf7mFRbO0JV3dw2e8e9mksh09y2L1k8FwdjKdb3d6wOcm1UzvNovdcZar1cFFSlJqIrmfbW6r3HwpdgHUYe6dPfOglI3UKtNO3218UusxJGH94omNE92So7DpSz9wYlsrdAKDOMW46pFjVFY4TRcsV54EOsFxNhFLu56ZoJfMAKEolGNv4p6x3+p5Zln/0q7fqEo+FVvna28219ZgImj858hN97+pra7Ws+FrB/OB0g3fPTtJLH5Pi4WNwDZrlqZyZGdqzNP/bxpdiX/J6MNh4Bd5MvpLL185dFwtT7pjNeXLgjMXg/YmKFqZ9trb2itfaZEVKjZL8mttjv/amChuISVur557HWq5rvApcvBHYRqbS7ibh2zWFYApUCQucgw1eKucbwQASlRXjPgxw61Tw0B1sjbpdqN/4pO1UumOgRDXoNIZm/I7rcG/4zOwsQEjcpdvd7pKlA/KJkYFQRbuwkRggbFGota/T6gUkoDMab3VUWFccNq76athxzR+3hyICcYYNAgCBzC8OI8cLNFMALFU2mWUI/jabqsYo7he4spSt0y2j0v2TkTYSBnjSHr3YGmaPEpN7If8GwwB63wSRVTv3Phq3DwZAYntUPB3JvdAGqnuJ3BAAe4fjnopVH/VwVBTPDgV+hcCjN1Q1e0/HvefajgGd5ELdd12HJs+a0ZN8Mui1f+dL2vBR0RtvDfbSbfP2CV6P3d0lj9DPSC/gyoeDrOjqFBPdh56PD3uDptjyZLy1r01V3q52qscC95TDo7Ex/AD/zQc7TbHhblPwpCP4zHe38kF2UDwZF82yvyXLZ76XNDjULlSxwPvxIOuftsvsqfbyqNkVKhdPc+36troM3u2dfxbD2tJu1xGc3vpXs5qILwoHVRUUul4VgnQdS+2uon+yRV1TC10sdwOA3HTU/pz2xGnu1ZLVFSdgJas9A2ipuN85zAQrWAuMPSZW/LDREJ36tScayOsPCmZLFu0q8rXNEzGu9fX+fl0IGFM7x6ww678p9hsMHP5NTLgclKomtIQ6ygETJHwtjOryvyLKLyxibuje/kZDeCPQ8oQxfxMTOnM79kB2qmmaXjr/7F9PDvrlxoPZDNJMSqMWgnNp/40Xfb8nh+BPEM1c1XXmsZYrler5AD17Am8w15h1Oioua5NM1zh+LIl75yyV842gMHDoAp4Y4MFwVBweOwX2EPcfdHaADLm7Xj01ebVlg9nxVjHPwkwVLOZs+WC7qbYyfqq+qqIJAPeCARpVOnsMxyF43vO5MsLh4JQL/EQUCLKjM1ViANxu9+iQhqg/LP5C2dJStsrBn1mpxfcUxYme7By3v8iyPyQGqFNFXIY+rjiqQU8CJzVSb1PQjAF+YUA83aoY4P7TaLtbBuHlckMALERVdaZr+5829zrDZneL1eHYO/9wPNlr7/kaI5wWMInTdt/0jOGHeY+K6kAeNjt7w/agenqJsYzJ8NngjbDjCUdV++2RupParfY6Ho32ngQnls/BsCgOe/lWzwdfNjEAwXVi4PtDPkDSdkbqVicGmLcfjVS2DrUWe6PO852d5uDAFy8/TeRjd6JD2tNhGIxGQ/VVGc8cffNcR1P8sNNpPxLGTtjtgLOOu+g8W1P1/LojXSIzscDq7srh4EVne6Tqdg/JPswEqvhcKncCgDAN1jrfXLOEdz4irFLgKrn6LeBK5ijN2edmKgBUFegBMneLgKTceCvMYl7mF8Xg+5KOcPkZ0/jV1sa8z9EAPkQNHwtfXuhbMBGf5/YjIjIlRrV5wpiayFRtrYRg7TMvS/leNkcifj9s1GS3/hsKZdpmpgz0fNTCYOEs08dIm6vIjcYPa8xI/TrN9oL+BDA1Y/tcLE7VrWclE/brw3TSzFWt6ojKMo3Cu2LjpTwXfzBDZF5U3KVaeRyQ7TZt9eBgDA1eKhcaweiwO+62O9nv1ES39o7dQWwP8tGznfZwnHMN96Ub/hFjgNmTvfFAmMJNEPVJACEARSC0Mz4cjZ8xUCPoenRa6gRqv5HRMHt2KI//QR02tU8G/Z4/O/D1/dEjoYrKFydrn47lTaJeHfchuBMzfC4AlOsEgE+HuRy5xn8waLkvxA3ZsknZeVenFWftMVV0968gdLgt8O1t6eRlxDN1gUWynmyPt5833ZdCxoe/mxSHe+Nn7jxnv+PMffoCcO9saSuexOmtxA77RxxyCsSL5YYA2DsUkrQfadc82XsxeDZWJ/LFYDA+9s4nbRx3yYUR0miLBu2JAXDri300XV2b9gbKknVOdPmRMGgKs4dzP2WvAICi6M8EXMKoon3SHainqj0ifNGW7pgBTrJ/1n4oDvPhH3Ay6XTMFymSeNbba+qID7X3TdC7Q5HLY1/ZHpWDp2Ooe1uXiIGvagAgHgC28WGn7Kq7agB8OlQ7GD8tB4NT4f5J3wxQBUzauaoXtNyy1x6dPkIzGEavWkxUHec3qk13qzsYDIq4rDlpsdwJAMYUzBaddloG5lVKuqsryRXn6VTOTKQvmEghyVkGqJO/zgwv3AUGK5gt+Z0nb/Efs4F5FgBwwtTO3NrVSl1kAQtz+3mQz4/wPciBvz6TSCt90usxL0uMzYlTdj2vC3/WQZK8vN6oT3r5Z29NAJnXb1ZYzmyCZPWCAUKmlWFGBXrSee9AhTNqCIDtcxNbdsz+d6IYDLD3e89YXblTScJePIin6kt9PQwJCRQkMrB4TQZIex7CgU5/t5+9ULPU9bXXaQ5Pxmppjzh1MOlmv+PsiF6l9MNRPzvuDIedIkbIAZtchKBs2lcYwcnGj2Qk1jVqPxo2J4Wu8Nmzbj87GY7H22oCPB5D+S+yQk55isVZUWRaPuoMDrZFRxll58SXyUsFRrJ1Qy+rssepbHqAgoioos9+16OfDYsJdoPfHWR99V61kdrAbnPYUXXjRo+ECjinY34eo6OzMs92TqQ97I/VleQZ6p62XBXoUNIlckMA9FXidOtpJ1FMhugkEza992S8Q8wdWRPT7Tc94Y+vQuoCQ7nUzU9b0GF3S7i7XjwphGxCUHI2RbYeiWzBAHMGTg2SAPrgsC/IGW/1861+0P/Ok2bwDoFszxouSfSbtcMemY5325MXcq1LKF3gN9Tl6c5Oe9AHj8sAwOFx1geme+1THvABvNnOvTeZLns7iVPTy4YBCpwFlKf0EbZ9UZQ8l7XSeDRnDHXH5yH3b0bZ8SFoovp+jDFAzrUUVDdWO/gsAK5I7FYeATz3sPT8n9UBCQ7AAHlS71dr4mhM06de45f7b37j2ZJFio7gdwdvPOOzeVlfPVT+ze3FV2vH4kwialiIBgqYZF9bF0UTvBT9N0oPmvfC/zUiSASQuO+x/o/ie8IbJZngle9PoGWTA//hRzX7tMihOqv+m5JTZiAk1D/aWNsRcL0RraPw/fL9nqGr9xVzVcsbNaEnvvaqP/CM1Zgy+CofvlOdr609FvOj1yymWBFAwFAevU+WyoJGUHxBHh9VZiFG4v8/si9SVBIHPZZ9XayRZCWZHqUJdxxC0oOwyajynCQ95usTtBg7+8xbL5yM3RO3xIk8tSkGUaDNpgX27DS1Tp7es/ROCZ1pRv3KKB66nf3vgh3MPRlnbyq73x8Xz9Jg1KyuV7X1GwKgGWDW/b/viTePBkKLbqyIDb8Z7zwZnY58s9NDstvNXtkUee0MOt+IcomP1Zq98ZPOqegWT5Ugzedif9zwUK0H8iLm5tFZAeCkPeyJO4trq8f9pNtVR1LUvHcoZZE1Gfwbf5PGE0ZPvlAOmbbxerDVHIh5qR9Q/u5wq793+Oy0McyK593e9pPtZ2++OR2/UXWEji/cBX6mIicAW+8wf6ZyVKUAwLYg8SR7KQ4nKH0meAYAVSIjGydbg9Gh6m3C98/NF394eij6v60aoMh6z2X36Lmg92TrRVdXpI/CAPv785jUL9Lfx1WNJj39c6WsZiYMSaGpzKBzCoBigKZC6gKLQK29FdGC8z2oPajFXVY4GYRP8CLEyH/NJHyeA7C79iooFxZigH48r9gUoeNOL9MIctOE0bgaPJJi5PUVd1wYHeRus8cA6yJ+/jM6dUflxhlk7HnvVTGRvwMmEVSiaeQ+g5Xq4apC1BSCiOvMEwAqxp/CSUGven9zLQ1X8ji3fXi4Dw9kUkXRUFlGBOkPe58slTtpBH9ust0e8ADKNeWGADgRm1XT91MewxNez0ir7rDzTLR2cDKMt/MKhgLHAz8G88WwM3qac6cg+2IwyU4fYaNesKXZ3oarF12uI8puLqw0MnZFGrvD4TMV1x2NYPb5oDcZZYXSclj0+PCL8LIDryzFwaOFjfeGHeGb+gF7v+uqc3DyiKeKRkMxStVlVPRKUWxde+IF6nGpRMqciPiPlFO8Goo+4MbLSNt8MtRm9zqPiLne24ruDdU9UO8BDxQ06vayrtaqP8Laj071tk8YkOxGiUvlTtp+0T/7727CDK6E1Wm3vxK0rUoAz5SUZJp1jgECcwe90/cNXdO/F+3b/BuBw+YaS1G6H/jrjQPP+Dz4sre/fiIfQkJo3bpvDpuYmboxiFc8eByjarJSR7f3+qGwSoeY+8rcFmZe/F6xsS5WKYvaWgmD45/iQFchkLrfyvibonfayEp88pck4qHBE/mHEP7VQwINVeFSBq+Ley6Ccf9hicklfy8HhyThh11tIbNOw/aYZ5rSGAZ0pekJU+mLz0uelXsAvIEU3c7JFXc8FsgNAXBeesE6q1Uc28nxHAUJUQ+gd+D7G5XMh9t782fluQntSEn+L5yXNKYYw0Oi+Fnu47BOPcKeh0c8ZH8lC1pgkKoQTpLwWEWnUwzpbbPZXk0re0auLBK5m7avnlcKJTlgn1Tl+zHpq2WV6gr/FrqqjtIUABm3E/va7/1xvXfw+r95lmXjB7dShY0wLJ5FTnM0s8JifsLltXr86Zqwpqg3TLIcdvqJQEmmnqWZOZgpK/++QffTPNLcUItggKKasovZp3Gs/QXNM/kTFzwh+YHyKncUDkEUiqmq3Dhee/Cev/tQMpxVCLepQg6i7vBFbRAeBIi+lcKDicpJldQIXAHvk6VyD4A3klUa9Xm5AwBcVXbae9vxHs0i4S7wTWXkEb+fRvbazzrqJ89j+a3kTtq+EP4cAMZN2Ajr7FuhqaxGAJfez7wAgB4FE2LU13aYL/mAwcliwmzJ7sgWYmTxpprA2uTOdK7KBs4y/wN/qGErrRQB/rBkymatSCe3vfIXc3YkJamYpxdNBEkQUnIqY5+XmAWK5NRPGfpKx1xfHijCOVqBnFbFga65OKomh1ZeD/RNSJg60tKFKa5PPAroSpsQep8slfONoBePVNyRVL7u1uvPVD4iAKoT2FHPd4mkJ8xvIvujnw7/sv5gj271ncnd7On98/DFGVf9YR+LNCp4iVxtIbnkTI6y5gCQ01/sJ/81/+YBQEmYLbnCOHHpGN5DX89hc99B35xNi0IpBMwjkwoupRWieDxpZ6/E8rX1yC0rFyCZvt9LXpaRWxpFZaUwLC9spEMD8NmxC3C6hHJTUFsDxcPWmbwiWUpwz++Y+E61TISIWnmfLJXzjWAnzQFyNzLiOTHJzvysJX+ucmcAyP9VLZOlqHdHctmY2s9N7gQAxU+m1/kQHx34iUJOuQq0F3biz8vlGEnqFADjvIdBcbdU4AAyeLZkxOTMkAM96u0f+0WQuv8wRPjCo3PuTGoJKQNOlEcBZQ+sMmGLgL1qDQGElylYJSochRGdZuCDLtlENBbEowjXQFgaTE4fgDWCLoVKRu3TSvowYAtYchNcUGmN98lSudAIdAYV2WDgY8LDVJJ8AHwV/VNpC2aHUaQaUJ8anbJyaT3tqqx4JuzbeSo4LSbj3H+vXwTzyG9BQH7WcmcAmJ4VXyRXELQrhsZS8nhp51llT4/7z1/uBACNN2d2q6cORKMz0oqz5+DFQ8AMflcIp9SlouQpAB7wX0hQoiJr5MIAwYq5WAIhuBzsyiBECi+zKIuoEymAT+J3+hnSyKYkVBUtc3p41epALDIomlSmaE4zGgVhq7KyDmRLkXAG56SnrCZIBBbIXk1Elaex0TOkB9GzTp5ZJVcKYxHbliwi/Yodd74RjDs7vfbopC3KVnSaPAmnVVPNPh92hs1ht+PJqAbDYXrLozipjIYyGvOghU7CUWc4bGv1Tbs7Gb1pjmCAA7nRmTuK1Z+h3BkAHi7ff9NnGBfLIA7aMumG42ru6wUy99rNz1+qPT19DOpm4uGoFLYcxO0iiRgKq7nUBafjKi+BXHEWy6CYAaA5mUAAdIICibaY2EnrCKlCjSBPwjV3iKFKhqswq0hW5Eq5DXdBy9BIWMLPKEH2QbnAQGcJZ3w8wCf3xKkChbkIKumHFvGGEFeaK+0IPkDligNSnVQJssFnpUg6No4Nw0GVHvtkmZw/3Xba4+wbngXrZJ32uDfc4g+590dPitPnj4ri8Akvto+Ldqefx6uvj8JodDjoy4inxbKTYTZ88izrbBVZe7uXtZ+W2WlbeUbZ4HBQHJZZF6s/P7kxAA72DGuDPV46lHAJKrqe7DTnSRAe/ki4pJMpV0z27iePi+xg24/RjEeyz5s6aGobWJcYsYKph2rQTo/N0Tr3RzFu6zcgezIauIx26acje8woOwgXP1uZ29MX7qOvIDPepzNtGpbMerR+Iq8a45uazNsidI8ul7MUc4lMAbAfBM7UTfjBgF5SAA/CEcUcrcgZsGa0MgcDc2BeHkwD1mzh7NAsGodTnVMfuVGOvgfwjKAmbgo4p4sgIXKFMwojWd/KpII04qCXFlWtya9SIXip4sCeawPsUc+K9NkD8bCiElfsuvOnW94eT56rcQ8fZU/V6ovucZtJToajavKprBgOusKzsd828PRS/VHMvNnunjIzyKOOH13ltVAexOXNsnF7p3uojdg66TFLS3rs+c9MbgiAxXDYaZ5k2V5TLNvnVps5ZIcQ71HzhBmuRu29mOiKd/qGzZOOIJJZCca82vHoREeuxGI8aD8dZd2nnb32I/F5HTN887bPYafT3tOlLR5uPGU2l5GIPy5LJrnodnp7bRWmy9mg2NMRPB0e9DvNvXgp5ecqaU/fBPzOik7sFLJohwVi+WhNin7ig7E8L1eD20rwNweAAiCRID6eNRn6JUARIohIDd6fxF+medJRqBMsTtAUqCHQgWEZo4L4AUxaxdAecIOdUwPwAMSkUj1TEFf2aE6IjhAWQTtF0chM1DQwjRWmLM4UnDESpFLFeMqQ2mHkWtiqWkQM+6SvAlcc3vOnmxigJ6hvDtNkkl/4hffuUBjGy1Tau8NB58nw0dCvxY1jZpD0VnyHmTMFgJOOOMoOANjNekycJa97T4bDky2df57Y+c9RbgiATEs42CqYV3HMRcgAKLjqN5u8iFwMu5DrNPlzu5NtyWivnQ2HE6agYPVoyOQuZOPd59E342z8XFB6sqULGhNiZY+ef5GNn46zziOfyIPDbPt5d1LElNDwTSahyLNC+NgcFPSCB+3e4FD1ilJ/plLtaXWAbwmCJjYpPA90SRedZNSLWn7o+svq0F+YaYHMABAWBzMC0KBdMRoG3PH0XbCs9fUJc7DA0zAEURKH8iKompK9FsKkN4P1MbHiB+4YMZ1LOeBszuCElL/S8YEc2m4WBQZVX6CVathvsvcakkc1HcczOaCDimPFVilIGcqZIgkg9ZUu7ZMlcv50E84VvInJ7Es+22LWEeYy1dHs7KmXPXyh82b8hftYBXOqmDdqubfnp2RF+QC9XCeHvvu88akzd6Q8/je58aCDqz8/uSEAFj3tsvagx+SkPd/kFRQ+H+TjTjtrC8d0mJtDnq8iSUAHY9fBGgvb2l+Mt36Xnz47HD9i4oNCV58sO+FFCqae6razrc54PHiSpmcsqknLdBT9tkV0iMXmdw7VwNQZfloChTyIPGgzt/bp+KoJID5pqfb0ReRZEXJmIjBIIYlyR3TqRmeilgkjzzqvTtBlw5D7iT5eLTMANDTB0EADY4fZEQG/hit+5DlarBaugBTu2sLrEqlyWCFWeBp8H3M+y03CGXhZImv6qiSDloojArOzIzqpwriIuSIwOdaqHRWkYoz4pTxeGbsAbvKZaGLnlzuC0npBxPWTmkLIoFg/7gFPWW3sk2Vy/nTbaZ9mvFsOA1T/ZtCc0P3qHQ5O02wtYoDdwT/rdPK5aH5w2uwxX7GMjgHN5tCzkaSXP5lSWl53xk+UofAwvPvNf35yQwDMOlvDobjXTmcr8S2mIGQyCSHinqc+7r3c8nQI2vcdv//P3GJbZe8wO33SfKTO8kSIxuFk4pY0F6Mnf9k6lJthz9MHSpWmDRtvxYQIMflC3hwzL99oazj6htkFjg2AzXFzS56jA/AzleUHZFXMmYpJTAo7N3h25sk9TvKFMlfWorshS/+Q+IIAgOFMZz0YxRsSjX2RvlKBupA2pheFhJG0lsfLIPl+/tl3vGLrGVJrSvXaNg0xLcfy7x0j3AUGPRgHQonPGWYSK0vMkQVcT3gpIJJWiIlpEDyoHd1f/68bcCckdJLMFK7cEDcaOisqYZrWdiD4SyYKuXDnVZQ4K8gtGb1Llsr5RjD+52Nm54MBMhGqulSDLbG/oZq8PO3tTcQAn2XDrXLEHwTpTDhMRnsYZY/ag87zRxldYKjjiX6eO1qIyYR06kAddgbDrVvddfu5yg0BsCOWFxOPFYND4017u/ek8L9eiP+dqmcrasi0yiSJARoAe9l2R5ehQTv3mwq9bHKs/jIM0HSP1+TEAHX54jrm4dynx76+SdQFjmlt46ZLe1v8fnAoinn4gi4wc+zAADvLOm0/F7lDAORlhhlSFek/TIIjWIpsf+FwVEUAl+zKZf/GuUiETWtRcwNSUayPs9raSb98/zXY92OxubYjUKyLUzIDi6cpfUDK+Ie1TWL/eZ15sbrWlv/524eejJSJ/cjB+7jK/aqv/rzH72BZbLUDKIKWQfi0MgWLdKvTq7kkSe+Od9ymZlDQVE0xkmWc3NgSz2Q3EOLGPBXsddy2CkkZkeoLy5S5PldgzflG0Bv0/C+9Y51G445nmSo6w666WDwayHQwfSZWGQwfpWv/uHOC0bGNssmouT0YZ6dKnAx0WVSf+VTMscdrCc+GQ6l5o/0KVvoLlRsC4HBY9MsnA4ZZGYSTMAaofZiP+X+A3rCTK6kfN+V1LYISenLFw+f84QnwaUPS+HMU9ZyFdjoSAkD+KarQNcoqMUBgLwDQDDBYZfdQVt0nRXb8TTdrv5DLbL9z2OtujbPi3B/M/7xkyQG5PvohjGelIB5AwzOAR4ROX4pOZaboXwS7/RX/K91iADSiQrW0BpQ2Gp52Jb2iKxx7X+/DwnjRFzwrSM43eJ2jJi7YO2CGVE+bKqAjOzkJ5Z/VMamBSQZYMzb/QuEg3A0tyKbuKQpsWcIEjXhBCg1bZofWaZ1IH0akBXQ6aCSMhOB3BLVwGc5MUrBH5TFoErfpNbvA9/LB5IYAON56xP+O7g+boyGwpH5uN8sPO9yC7bS3O+2dnlc+k4YjP6rsvzRu8n98g/ajkexH7VFHlH0sFuj5S7nBJTo4acvpkL9lEV7uCOr8UE3eNFXM3hhus94TOHx7uNd8Wma6JL447HS2BJVUKG5L/0xl4QG5gFArCnQoBeXD0HfWlWP9NG90JRUBXEgBRbUWaJdKACDl0OMEV3jHo7HP6N2k/OyEtzUK5k8BHT2Pypu1sYIbjde/9tR+OFAGZocGaSI78+kzz8EPay1RKoVVZyUDT5QCyzLZgoA5JaGWLILH+QtbI2JaBnJpZ8mpAuhgdaRD5uTDnA7wQsEtdiOhE8Q9nVZ582vEgkdncVGMZaK0kYcDY+8sk3sA/GhyQwDMitF2r4B17wUji6eItkfCsOyLPeaRVdIoTpUd8T2RhgPSEiPZ3mOsIt/z44Cno2JCGvS9x2ttg70XysXNKcjcs22PXYnaYVQ9rTQ2NRmNiuMiY67Gcac7YT3o8ITUz1cWHxCdQCl0PenDQyJYeJros9NkTb0K8+YKuOQN39Vm0poJ6MVaBfipuGLjQdH7YyPIXv7Z2zr/pwEdZOZQ1pk1xR8bnn6lx38b8UoI8zBDr1J2JvFjghjm8PPUo7m4mrIJXBKPQyBiDPXB/8AuYKvicygBMVCLTEJHJ4QhMKgoIIlClwjqR7q2gjSxumocUV5gftxqkQpUxGzqlo9iGKcFPr1zlsqHAcDiD7WyLOvlu9GrWl62aq1vD1q1F28HtZevesXLVlHLX9RfjV7VP89beVHmtUGraI1qr3fqRav+uTIetU5rvR/qZW3wrshlpVBea5Vlq976/KRs5bVUzs9KVtzVH+aI3MtFWbSnA3Ouhzwh6q5Ww4A9j/6ddzKNzyDwMnoyP9nzSlIBoAoACtTBLYViX05KpmQevN+r8Y+9nkNZwr/1YlEI3r47WmuJLzkmcIkusLq7ZG/ApViV71s8C7jfQyUsE7qkV3mBLkggAAdVsxX9UamCz5mtCc5YeaFSEmuzSiUoc+R0jqmb2BTSze8Ee3ZAcrJhYSeJOZJZGSlaenSxT5bJhzndfviX9c0vG1+Wm/WH67uN9b/+z3nv683ffv128zeNvPVlq1xv7a5vrtc2375Yb2WN3ZeNf62t/3az9fZh2Vqvb75t1B80HmatjUb9X+pF42293qg/rDXWNxtfbdY3/7He2GxdY2z4k5F7APzEZPGevikDJGci3fv+47YLbmaKCgIvoycXhwsXClNahcwBoFlS/lldKLbuifd4jM+zmdbWIHv8Uwf/u7G+zi3fHAshiNL75W7R17rIHzLXHtnhUn9s8Gcd4FAxMSnk1QzKgGbR/ZUKMEs8DOZHUJsJnzM0wthIBTttZcdQwyB8UqA20SO18mCtF/glP4ko9EvJTiOfY7JQos3B0J+EAZ7+9reN9d1343/JH25uCgJ3s+Jh7eRhsfv73bJeO2o92P19o9x8XS9b/303q6+Xsmp8udl6+LD+uFE+fFmrCx6L1sOvBpuvMkHmr2ovv+42Hn75cNSqvdmsv3u4Wtv4xOQeAD8xuWxP36SFeSISh3qT/ezi/Yt5n0Cgzt6lNO8q4jInFRmYA0Aq4n8iWq+vvSvfv50Ug+9bB/xp7wP+7UMYxHTPggweg4n/6ABEPMuoqBPrVsr+iqdhvha9Yt1yOLEyFQEJg51N2RdcjACoRxXMy+B+QeqqPGjVhQbPHFJQWxyEsuj1lSxcVIQscqENsmP7ViZBG3Hbe1PJZ82sbuEYJ7FPlsmHOd3yly0BXePVn3Zbrdpube+rvDjJit3a20Erf7xbrwnHyqyVvytro1aRf5VjNPiqPKm11CduvfryxdtyNyu/HBV/yLNyt1U2au/q37XUE35XlrXaj6Nr3Bv7dOQeAD8xufM9fdDXiUuAW74LTrwzqAoJ1PmZYuflIgAvZqb9/X5FAQVO3qLgZiABrKivaCbEEIj0hCSkoYzZXxzAsamUwMYvrZAP8NJS0YqKTZQIwTIIOcCabAqbGwa1A/s8/BcYFp+oE3wRh2Efd4NdD6UhZoRKw8BlWOPCbadf1IaCVYITldUqPq45WjbfRSjonbNUPtDp5ntdx1n2o7oD2sXxtMRxjKozoB8HM/2dAve6FOedcB/NPkP0B5l2oP3kzDWRPZYVR5rfFaz2E5V7APzE5O73tM5Bt2wmeFnQSM+di+Y2KXxGFuLiYgDUCcKphiQANJ4ZDmBBgAAAojWzACZuaGhy/5DOLJJenzAW6Qsp4yYE3AwwDEdKjFus9k4UuNqvuFk4heMBoFAwq21PNupgh1EzJeGbVKAWB9LMfAcBtFfsnMmV0S/UzhHqyOJNUzkxKMlGEbxUPvLpdlBWR7E6xHle5Ae5aHj2Y1mMXxcDXWgU/bYn/cLW8bOVTxUACyaso0uWc+oU2u35Dq1JsVzXqv2xLmCkutfGMZENSx0758tlzv+3hgeFFPB5OLWXbsfOw0z5WPPFhDWWpHxU+RB7OjYe+rfoxDuzhfCWZH5e4jnqM4KhrC9K4n8JAMWBZCRUCVIETRKQGLsAFCiREQV1JPqjo0BKmBkuzc7MBp0hJTk5pREU4ohjpRu3BA2YSiEbMIVllOM6OFX+IXLWWgG4auvMQfENCpLqYLJTnfTlJkjmu8LWhoF8aEGRUa7zKjeAK5dp9yyRj3y6DR6PyzLX50VZlkf5u8+L47w2QPE4K9+9eFWr5WVWlEflu7x48TqmWv2lyCcKgPl6WXtY7O4W65v1Vv1Xu5t//eZf13dbjS/Len1zNysav+02Nr9srTd2Gz/s7v7Lv5VFY73eqL2pZa2Hu8Wvdo8aX+82/nW0u1kvNze/2/2X3frb1m6WPyxbjdNGQybF5uZuXep6q/Hb2sPNVlZ/KM+N2mbjT43dg/X6w8buZq3VWN/0q0UfUT4MAIJSxf5C/DuPYDptIY1nHw2U0RTT5mUxVM6JATAIT9CsRIL4b49EqqBKLA1HSVMtbEQu2wgSYV1Yko4jzMISE1sbkmBvwexkauZliCUbL42EIrFGBbAywoF9KdEZHEWvhb5ALr7BsVCzb5Xola1IdN5pkWlhuLZb1dw7Z6l85NOtPC3etWrF55+/Onrx1aj4vJYBhGX+eszjMnntXffdODt4cTSoPRYo1i5eCH/G8okC4PgfG7vrtcbX+cPdzbcb9ZoQqtsodze/bux+nbfy491flQ/ru431vLW++7CxV9ssGr/frW3+U5E3ytdl42+KfDPfrL9uvHu72yof7grMNnmJ6kHrq//9q4eNV7+qF5vfPfxSIHfyTycHg69bRdZq1HYbtVqj/G7zt2++fvuwfPWbRqNsfPRnmz7InlYHppgw7LaQecyfjdPRKQXO6NP6vFyFgABg+os/qM8+p7/Bw/gB5AgRSBBqSCMgAa4jzCCd14AHHM29YPREeOc3kuzFXAviBRdM+KSleWGUSaCyT3DkjCRrEV+onPFNi6B6VIao3UcOL1GjM78NHXmx9a8qm6AZZEQi+dMCwPxd3q2Ni/LdmOf6+uX4cXk0flc83hmUxeOiGGfqKRV5rShrIOJRynX30nNnLS/56pAMXvey0j2xPLNSLDQvyscTlOqel7n06NR7y8uxTLLycVH21W1TcHKUq+cupWjsJfKJAmD+9ea/7G7+23rr683N+oPd1sMvHwubfrX5b5v/st56WCvE89Y3W7W/eftmd/PBl7v1xo+//S2QJ27Yktl6rXyY/7bxp83d9cavWg8bD3+b1zez/u5/bvy2LhCt777tPdzktv7v6w/flEdfN8rsVePh5r/utpSjvv5w/eQ/f3Wyuft1+ftfBgBC6/oHk2Xj1HOn45wFLa8KLuuyLaSFlQgdCjPAkOBHDDF6bY4FJgiPIGPgCJ1JA5jxS+DjDHyj6wpkSeVIGHipBVEjmBLt2toUwQVO0bDwOlgarC2ZetxPVuE5HAo5CUcU4yqUCsSXQJIK4S8yJyPHIi1YY3KLk2XXkyQf+3T7VORhrb7Z2t3UWajOX/kve0Vtd7deZm9380bjlc7usvFuVzSl8WWr0VIHrt4o61nrX+p549Xot1992cgf1xvqLu7+aq/xNsveND7/V1GnWr1x2d7+RAFwvNvafdV4+XavsfNV6/O3v9qtw8Wl26u3dnfzov6rVuPH7NvNVr1WNt42dsvize6bnVaZZbVGvfFdq5XX6Qhrb5S7u2//dFwvy1ZW7L7abZR/ksFu0XtbZLVXeaPWUs95s/5if/RVvb77Uta/qqnsWqN18vaHRn6S5rv+ePJh9jR/yCE4W9ISZgDYP/uHzAkDl2a8VIQB2pwZAJoBAQsmTyZEfnfWRMnAAVT4I7jARCFQi68YlMfjCJhb8amG2HBAIgsTMxnMRQA1wyxmXlS5KMDhtDD1QxmVEnUD9VIJMY4XplF+YnXOpBIcISHldtkuwenUnI1zJO2TJeJdVtRaP5mM0o/VrBpJczu55IzaX998+E8n6op9fbDeyGq/LbLN/N2vxgeN9ZZOyd23x/X6i39683DztNVYf/gw3y03dzez+m931Ql83cg3xRBru5v5P+626q03tVznsU7sL8uj3yb3C+UTBUCdczzWyhmoVd83I+jHwVDiFoa5yuNT0dtif6xwkae3tHzbQk0QNu2b9Y8zT9954P/E+PEg21dmWdCtUwPFldw7X/66OMh5Vq7Ivs2POent8aPKDfb0KpVkf6hbkGLnhB0TcmGkzxB4/b0gmhescZ4BAmjghRAjEakZRzJLC2rGIlIJBCKCYDJWEC7lobrkgR8hYI0HXcLcJQA+ZFWGgESbGYSd17eYA3WtCF8sIY5RXS2pGjHKsn+gl/JxTkyujbnOYW4Y22W3oDSBVEtvnjKlfbJEvMvGLZ3Id/Z9+3LBd/oLmYu8TT+Wyh0SCknknv+exMKr+qWryyjFZmP3Yaux+fbhm8bvW/X1VvF29404YKOx21r/vPGweKfO3HciML/6rtFo7DfgPtl3jTcPv9osd083G/nOwzdf7W423ny1KWL0143Ww/qXm8LEy9rvpwqAf7Zysz19JUT1dVKenQlmXqYveCzwcyP8Y2hM64PJPAAKBCBDvm0aHEm0KEgX2KF0IYWWCirN5AlaZUv5U4KCZmCJNiabCIM9AkG8kWwtC/3wzSJ8yVWsedimchppvt66jPgaMKmm9ATkXvpAS/sni0FRJlrgxswzttLW6GxALBgo5Vwqf6an26TMj0tGGvNaPqiVL8r93rvy9TsG/sp34xKGNy77eVErD/JvPfKX5dlx8e0LBY+y8lUxrpVjOThS/iz7PNeqrOXdS3txv1AA7L8utenalSVs7+ckH2hP93mAaOlplyZ4Wfh4mkihztfVX/NUMcICQnSn5wEQGNAXAIBiwYaqJ+MEDlr59Qol6wt/Ioa12RT3I4gIWciYwgao5IvnpuKJaKv4ppLM4cgJiJHotcq0Ek94AZwMY/iIjwkmRhXVc6mkKx/+qbktIo+LpIaqObWa6VwvBZwqddonS+TPFAB/CvmFAmBWvH6hC0GZl++S4uci19/TqxE0TmxD00IcZFBKqHVwEefCGD7jgEXBBT4slFGlsZ4DwICDRJIgQgIIYCKBjtaOywEkyXQJFuVsQo6ALUAFe9Qyxk9lggPhUeJdcEal2NDpoA8g65xauFRwLHlwBpz6AdRgd5g6Mx9X1H5Ci33yl+aKSUXKQzjHiNqoMNeDBRuI5aVyF6fbcpa5U6aBjtfmRsWPLPtHogrL8/wkomourtA57Xx0YfO+RH6pAJjn+avj7uP8cUwf+PORm+7pqw68zkQtRAR5LI6zMOmT9Py54GJ2RkDRruAtOJiRyMg6B4CJB4FTFaUirrBC5ERj1mS9F0KOyKXeMaGUJYxBO8YFk4nVzgkp0zYGpyOiJNdfSTAwUiOPuVp4oERUgLBQGcMEnbKMOrC2M2qrqmAoe6e6JtEFxzvmqSSTxNgOuCiZFlLtOYldhn+tekdaXvXsXf8v/zLedKt++XP+YUKhAxZoJgV/Gyt5l+dluVP7Meu+fvGq/LE1yl+/KLKaTpn8qKzA8SeXMY/dFGVxrL3Aj4ezs3GePS5qxwzvZy11gePNBfeFi51jbXU//xzb1f/i85cKgLzBUzwui/xTOZ6ryg33NAf80oPeF/3Qqjr14C6c3ZwZFqbHP39env3vowPGzrReWgxjeCmYCQq8nmeAYIEwIqigwUVxEyXgCs4VjwRy+zSok0AJNiUltErJzqKFzZQrBuIER1gqHplsEKSMTjIoiAeJQCXSlRymxGVg/IvccxWTvRagm/2TwE+OZB1+MIjiyaeE6OJGNeRdnhzEiUcBtMbxpeJdVrxl0oJ6q9Wo1V7W6u/qTIe5TP7qP/3tFy/K8lUZv/Lo+d///aFwrvy7f9DSqrL1D/EI30DB1tHoddaqlV+dlK/r+aujssDgXfni7RXY/NEkVw9u8LjLxIVlray/rOW1Go8FDmqtnVa9zHgqpFZT4tu8fKuu3stXWhzl2mXdVmv1ka9fKgD+bOXGe/qKc6qoJoLRiRwBMzadspFTuKTPWbl4Luj8TaFzYmhJYUb/KmA9xwDhQcYgkznzMiBFX0hXwEO8JKKADSN5FtLHdAzeJRA3IFk3s8G3CyImKIISCqQAMCDT1lNS5qzKl/ikY1ZLCaBJTUGKGj6nOVwX+dDHA5kx0ufquWzzQvLKi6LGPkDTI4lX/atK7LLdh4164183v6zvNv71T43GZsvaxbLzt78bP/7x+PixPsePHxdF+y/+olko8vp/Pv421I+P/i7ayNHrF61a/irPyiJ7cTQ+ahWDMj8ox+9aL8p3rSva0UeT4igfl8WrF7V6fixcfpW/qHWz8avxu5Pace2d6vt5rXb8alQbl8fl50dlq57nj4WPtdoLpZbvVt2M2wBgEY9Y6+hGd/1T2XU/a7khAGrfX7H7de6mwDlg48Q0DJ4Ht4UHFFZ0sSyoUwpK5jrL8wwQ0kVRYkBCF4GB0csUDg3EiC9ETtGUBgdTWgwGOkZGETTZEUCvn3iXXdjMBeE8PMWQo5kZGGRrM8DE4nQVQGW2hoKPNJFXHxmYcqrmxJTN3FIWDljrHF6Eb9U0MqZbwCrWtXBQWdI+WSKxy44GZevFn2q1z2snNSZwvtYzqRP+Du6cVFelnAuBIjpK2qZcTF9n8vGP/cdFdnxFzT6eaB/leVb8yGsftXfj8bevv32cPRbHy8fq3PX5J6od7Uh19fpFPv7xKOe6o35f/mNRHh8xt81KcgsALAZ5WTwefysMLnQNKfIjxX9uPc5PTm4IgFeK8GDaoS3OveiL+IxlmeLLr2c6oVMoRHnmyB9jTXPeLzBAI4rZEegR2GEwkheFbcEPHgXE6Qx1KMhZsDrTKhWqoJkXEKeVKZ7wR0jDYF/CJf1YkUt0ULmchDfOIa3M28gztUqeCETMtI0c8Y1a2DvF88Eba5sqFmBZpfGVR7PBuHOd9skS+VCN4OcqH3D+hVsA4EHt6A+vB7WxOuJiz+/Kd11dpn5uT518cvLh2n5wt5BF6CYQ41lyzl1I4mVtTgZKtqECZ0/ngzOTrs4BoMkRlMgwAksSRpijyYVcGSzgVVApIok9BfcSWkLVzPHSUCGwZwoGoOHdMRxHKfbl7MTIAPiRRMcYpHQFogyi8EtwDHXUg0Rng78BbY7aGckRxhZgdAh01Ee9c98SNjozyEkRbI99n7lgLJB7APxocgsA7Knz/bhs5WXt83efv2yp6z1u1a5F0+/lony4tm+uksLEUqASJacQYeGECNICppgECKy+81L1syuZA0AYXlAosaV0+5UlqBIfqJJIEgFHvHRcsATamnrhAZiSMtAmmCIK0kGXcOcCta6yKAUsI2vlw/mIOjPebOQ8SrNpqgAlUwPn9o8Q+TCgaq5JEFv7hlWSXeEqD5WDft4zwE9FbgGA5gj744M+d6l//FENoMjLlfve97JYbtX2dYKm0CIRBdSZV2GaYmekmP8PYP4+JJuYmMF95v8deH8ShSyCP2U8p5gHQDGigCBzJxxrSRCIMI0ChUz7AnwMT04gKFKVKBU4SijQRnjCAvJlx7h2qhPtBZv0sB5ZQTFqgR2VMRxGflXAo6VBOWfZ7YndwTBeyhKpUXs8miCCh4mhsu9IJUIeUBGYJS3tkyUSu+zx+Mf8x/x4R9/H40LBxzs5uvxYq29ZOHycK3G8k5/9KFvB6tvj8bcEdjBRhviSi4yOFC7jWxeUyxDvH+57WQv9CeQ2ALjg9YBPbOt+hnILAOTcTcHFAmVJQeQMehGp4r2zc58eMJEL1IVIP82YHsXNe4D+nY1L5gEw+BhsDupkMKiCAiBBivqu0ibVdCWF76EK16ZZMYd8yYWQSDYGNRxEsjybNUK7cBGUEgf6VrWg/mCu6VuikPqG2NLgJlUAne9Om6FSDDXAqRc2tA2DfYqnCji/DCmbNKGmCpAu7ZMlErvMIGqvfMBgVZe9rgRGYnk2UsEi7pobb8Pca283pmym1fpEftz4SmCVnbJwmNdynKjDfdmSp+avv1TepZ2Kn0ZuA4A/vvi87NbK/PPyVTcv86wsi+P7McBbyi0AEAS7gEDz0ufvNOYt5iKE0l2Sfe7pXxQ1YIQmLAJDUcR0vqR0XhdJoZnMAWBwIYOcCRNnhYM+EUkCLrSOVCI6vx3Q6RlJtlfACYYEbVCwQKmMX8kuPmT1yB4pQeqcWZEoh+qwVaF0VB8Dh/xgJRW2UrjmkQBcWx21sYkTGWOkj4vSeVAF+dPHMI/hpYfplo3gXq4jtwDAonzdOnrX+rwoHw8el0ejg7w2zu/HAG8pt2j7nOuXn1l9nYhnQGpqHwEW6sgRXCb80TCnMLQM+0lfvV5j4MKH2+YA0FwI/IEbQYtADwVBoMAHJ8nGKzRYxdomVW5Fgy7iD6qGI/Os+BGbLUwShUlAUuJ1UkPgZlaVUhF/I65lVBEqWbFBzMllLWl2nXxSQgS9CgRWlqokau68aZ8skXsA/GhyKwB8XOb5i1ox5m/ky1qRla1yAQDOCPi1P3Hhznce63N8g+UlP178uXO5HH5Wktu0fSPSpeJhvXkI9ESBkpRRqyu3oZ+gTqXxJDKo2zvgD92cek7mADAwzJjFF2iADZk4JRaITjWstHgPwuRsIlOpRZiuJeaXbJ2gUGJYZHTYd0q4NJAvUUDuh4Om2BuqUJFP9Qu4I26NFhhWQQKOTIt3zOAYdDEslSwXsmB7lB41xnna9rRPlshdAOCgkwIzYWK5FLyXJLcAQN639UnPE4vHnDgHjxdBgFghgziTok9DiWus+MM04uemFn6dtj/O80F+enSan+aD16fjH/xVTJrQp9QqZaafWv8gzblfeVQeDdKv+oxnwRt97uI9yrto+5eIzsHZmyAhjM9UTJCDebkIW1Kokp76zJN+Hy5I3/iszANgHHDhQ4ItYEIaoYmW/CBJpoUBgWnsz3pyeHTQXV6sDVROTkl4UJLwxRnCm37OCw1T3ZVD2KgkvuFEFkrAIly5lvIXSQHYwT1lBFnFwgWQ5KxR81QLudGP/ZQqiF/Vy97885ZdKrHLWq1amRfjHTGMHSaBv2p46a/+9osdmfEriu5/+C/NsdbHimqdv8uz4s1+951UnlD+WPH0JsNPL49dkaoRVkI1Q3nFeVUM4o3/s5d2+hwEFszwMSe3AcCLzX3h6cPj0d/qmndQfKsM4gr9/aynI9qfOFI8LrSBami0IBpcXLUjolXxY1nmr4SCOX8CUMk7wq8jfOTFXOIRqiOSfxjzfT1QePZDJbQ6enF0NH794t34KH3KGuEy/Y7GwkavAckx36vW5RXtehX5wABIH/YsB9RhTFPJIucb4TlZkMwbwHG8YDZACNqqhHkAJBkm5EF76BIdRIXMzjjqwgl8+GMq5QCsyoSO/G4XcpFskhWpxkFOGd+mDQZo/8HK9FGiKaDC+hJw2K3M6cnVdAX6eYW/UDoxkUC0EieGbxSMisrChsmbNiHVKV5Qlqe0T5aId1nRWG/Ud+uN3+9KNhuteuOK8aXf/af/48W7rj9lefj3//Gb8hWv0da06r77X99lve+OPv+89qLeKmv1F6/qRdmqX1GPW8sDjv8vQtIG3USO8rLWygdHg1p5UPJvU+NxrajVFHy8U46Zt+90XHLd1OXRTFHfdDlXU5kUx7Xai69GtXe11udHrVqtNqq9qJVvT951W+W7UetdNzStz5Xk1JagEIrI//rlIn+sXp8Cfa/z/542514+tDyIg08wQtxKDhbEARaUghDBCKXzATdfCsJEyOkkGDlEt9xIgC6nmGUZ95Q6deZRO4yTkZMjyanu+zopjFRC8hFGsLYIsJpqHUqAiIZaUoJw0IlKBqlJERo6l+seWJuasmyqKqd9skS8y3qvNne/qtca/9ZqNRoPG1/VG1dM7fZXz+bcjp/+h5FWXIj8E83IXnw+0Fny7qhsvS3Hb8fl2zcfGgBvgxuflNxmQ8S2XtZbn7+rvznqt1qlvvU3/PtUq/XtuPX5W1T12thtibahRuaGpki6xtbqtfqv6i/rb4R79e7b3V+9rb9ovam9/OpFq/XV6O1u/asa/+fRenPS0hWztVsLDigCeHT6mr+LmrLA/BdzQD55SXt6DgDNfPTTh6NajQACGUasRI7cDGQJQwMuABtpMhM6QUjYGEjIASTNsS8TRQhXpJjjuVFN8wk2vU6VUVtL7Ew/3NgwmcsoeSUvlWIRG6GEZAw8WxX5lC0yh1aRhJSKUro3M+2TJRK7jH2kq/jjIs//9JWu6EfX6mDk2ykQAgr+eJwd8/facpi3ysc6Me4BcEW5zYbkg8eCu3cv3rbY7e8+PypaCg2OPj/K8ncvWrXy89a7F5wEbiZacf2MQR0vdmqf1/g7grcvy89ftmpi8a2WLmIig3Jaq71906qN375lahzZ1N8diQGOT8ev+eZj9YVfnx6ZCKL5xRyQT17Snp5ngNUBhh1xbAUv1oAV0V+VidBGECFtoIY7BaxALDcRr5VfbURKrOSNiyVOwouwTz4SAAUFcyjy20EqmqooTEAtTlnJj29ll1YBfFtje7k022Mj1F+PnPKZKomF1mQhDtekWk5ypb0ZuEv7ZIlcaKaX35m/gUw+zvDfL+Z8u82G5GWx87hgEsOiYB2yP47QcdF7fFz8qKal5sI1P9oZoXQhzcfqJzMsV4pLqgPNSrzuaHA0Vu+WwTdHBupqE1FM9C8G/9T5HSjiMN97BvjRJO3peQAUGfIhBWRYBXtikgYtiPhwA1zBkkgES4w1kTPUhrYZaVSTgcMZrChBqcqGIWhqRZTllV1EmjQKmVUqg6JyJxODnrFNGbGgWm6SKat+pIQGfDOsBahTgupChcK7m7FC5CC/vtrItE+WyAdtphceVfP0oh9GfjHn22025Kj0yF5cJLmx54bSV4MloE80K67o1cWVluf2xPdbdV3Hr+nAcieENV1ci1YD1tbZavxalqJ6QKOCJoCif+l7D4AfTdKengdAI59bQSyAMLcFKBHYNU0RagSeGW8UQ03T8KQsfKFUdoeWHDaUggDJWCRGZ4/6xVrpmAC0skMvbkoeaZSMltLCJg1D83VTrQLUJApTtefVqkUUTwznbsbTTfOKUNonS+Q2zbTvz7woNqdQp0iId8wsUyXToBaZ/0Low8gv5ny7zYbkJQ/PqnFxuaSVcZWmLfhiq7CCWnP5pY0I+/SbXW4nj09fC7wYwxP3C2IHEkL4uLURgddo/YQLgyUY5X4cpuJ+ke8eAD+apD09D4DmP+ZiwYVgSRx/qwA48I02YoXaC21ACKKYG0cCRH0St5plNc3SxxlQKCmiKjJAKDU/bkETkiby6Rch/+9cfO2AFjtna0x0BWis8hYboa82IlWZaiYAdSLEkbBhN0xI1irtkyUSuyyu6iG8RZuCV8hjf8/KnKL4U8mAUq3+5k/vWo3Wu/rnZb1efpjHYn9BY+632RAAkGagy6IXagHVZZugL45cTOOqSWv1BdRGXDq/TfxNcpTHeN7rwetTeN8Rd3YhfqUixsKI8AigwiaIzpA83I8BfjRZi4e3DIA+3Q0UPAzoRpCWNADgQxFpgBBFTZ207kezCDM1FFv5ayJojfzhKvxpoSYWrSxFze+IpDKVwzmdGo6iRqCqisHMLVJtM1WCFhkWZK8cqknHqKZTqTkrkrhrYpWykJ82TIRcCqK8akhvQTO9YtQwBK4nQ2zTo3PSKISi4oXH78py9PbF569a717Uy/Lti3et1vFq7q8v9wCohj8u/c4nbY9rcDzioLaZQr7eeuVkX3XTdVgRXZcfC+TE/0QAx6cmdmJ7gJsH+Bw/FfYNcp6UllJYOHafWIngInZ8fSP4HgA/lqzFox4AIOc/z0jD/qFqHF4QQ/ACi4oo2BPqDK2aAdRMARigggISW8VF041jAkK52RiBfBMXf9hLLUeCGpdIS7KDQCb7sdm0BeKFyDyaEVUtAa2qltYkRwpoCwDNaL1QXBkAkLYho6zxSUVSfjJo7X20VD5oMy2Osx9Vwf6R6pSNS+2ZK54zvoXcA6Bk/CqQjpahQz/t63LJVdiXZ7W7aHMeK4yrNZdYdII7uroCsdfmdaJycZ8XfBPKBbt7nb/7u3fwv0gHNAWBHg4cMx4YwXsA/FiyJrYjymEGaCpl4qSj6kWQKRMpjj8/tQQAhYYSjQHsMyDZmtzwuMAswkIX6BZppNCEpBD/C+84YgkAyVgRchHGnKYlb4FgbnEKRwku2OxNea0DdIE1J9sp1Q3f+KGa1AwQpxbeVgUjv2ufiiaHQ2kvLZEP1Ez35/8iccmziLD1q/B5dbkHQEl+1Pd0aGoYXBh9DdWPCyLNhwbESl9fNmmRcbmPT7Hzg+jeD+NcPA9S5/G+/Id0hwNeaFJ4+nf/5//y79/lgJ9sg/lpceRnAYV+gkr1ge8B8GPJGk/uFQZAHWG/EGsiBU9KZEgKyJEZES3CB11fJZvjpSUZIlNwqqpxSKHM4Jdn2pJ26j2aV4RZBxBGnIxKJ55+sqCy7uwCb+gYh6YAwliZyTk5XMR9X76shXZON15LYc+88WIfykZtuBFsjgpsp720RKKZTm/X8hDzjaT/l3+ZQkjR/ObF/FtlBOfJH7XSWcMyv6qGK8o9AErGpa+WQesO9qsLa1x3FeOra6IvlNF8AEguqU4qxOmq27qBeYPXgji6vKJ2Eh73EzX8X/+Xf/fv/mGMkSlgUEUhpvIycGhGeD8G+NFkDVTKCjPATNgSbJ6J8oAOH1oONg0h3gl365iqowWgi1ZBS6GxmLlNzUAYFsQ8IwttB7xBO8uEfZQvHfZSumg0BCOjSwtDqJ4qzRYQk2vbSWsm6MzAoX7u2kdWjz7a0AbhKNYpRZsVpaa9tETcTPd3N2u12g/jd2WjXlv9b87mpfe3/2kwfd09H/J23N/9XU6ctzf/4b/m+sUjZLzJ/g/velktr5X9H0a1vHx8F8OC9wAoeV1mXBvTldvXS67XNB41Kal8raX108J8wZRpNHvJ/lgcjq6uR/1gcmJ04BvU7vVAcfPD8n/9P//d//IPon/Skyrsk1ZkMdgjsyUo3z0AfizRntbxm90FFub48MdBBgMqchTvBvNJCVolWjdTCOTi2WS1CSlJJi2taD8xS4EhyT2KalTPjcuUL3KYBsLJ9PPSja9KTtzQfRSMKN5f1SaSw/OcD2m8ccQVieFKcHjW0BXvY5bKUtT7ZKl4l/Ub9cbmbxuNh5vrDzc33zjhmrLzf/zuCxEBcQJeCej8//7+6dH//F99dkjz+O+O8td/91hnVsSP/uH/Ncm6B7Va8bZ1NLibR2N+MefbbTYkL3URdMvlSqxmoDYQl+jpxVYNI3ECXUSVFKaKcgnmlofAi8NmJideB+mDETI2+FocD2j8h3//7/79f4UZoldqYoJK0VrZZH//IPTHE/a0DvMUAMUC4/CLE8WSry96bhBwQMCLtuH0gDsSABjSpK5oIU2kgqqw84Jc9DLVsMIOb9Z7QQV8YfVaHiMt6gWTc1Q/KuZvaOQRMy+hgr53rCRyyoS0uHzTXA2diiSFq4j5tApsyko3QcparVtrtfZarc//cEM80lbNyehwPHsiMN9JgakwMpmXn4sOilSUl/0N+8ryiznfbrMh4zJTK/BF0+0hLrRa+mrKZZF+RRohoWnrAjk1VevZgfq95vE+vmJ8DPHx+IuY3ZE6wlXyi787GgOUQRK1UDpssQQfCQtCfzEH5JOXtKdnDFBcDdThiEOMxOeC0vmom0YBZrJKTCrai5Ska6WIvtMWpG8YwK/QoQVSQSCHwjIVGSFTMAeVpsKSQTAzZYyCVZZzp9KoilpnsEtpVIL11Ms9aj+liIZRTzw6EozXiylBjGKkWekxmA94d9aDfXlW5EeiBpLZRG4/emI7nZARvaX8Ys6322zIUYwB8vOVmBXtlBj0T+cBrVxhNV1fJX0FtSUf+DnDeEK+ePqvNPMTBKKEAMIKIYjR91U07MwAiZkE6oDfPwbz8STt6QoAJ1Aj+JIWAhodcY5xHO3qcEPWlKCFGRiA5IbiVmHqZOyIbM5K85GQHE5sIZ1zo3USOnAOVIpiw4tSSYFXJq4XClcEX6BYKpiFhyAVpnJUlSRKSlV0TVIBVMhQF9kBfHw6B6beOUvlIzTT/OigPH715uRVWSt/fPHdnfC9i/KLOd9usyG5xwBTg3OI5mIFrcRNT02HRF0k44ovDaM7Hu/hfm6QOWEYN4HF5dKSi9eRn4XRVzb60uk1KyT4WipryA8v/MUckE9e0p6eMsC+3330oVUbqEaEIV1xrFMTiYUtTJnCymm0kxQ20qSf+g9ap5QYPgZCHbAHxcgjPFLXtXLn1hVqLYAmWluqH7DqWyCRTKJyE8c4jLSOFQo2JnJPC2ABQIeFUg3BQCwJ1wLAqr/MzLOijvv9lb6zzu5Cybt5Kx+9LY+YF6ZWX/hvjnhRTZlB9yY/yYXzTfU/HWfjfJIJcsc7WY+uvcrIe0riv7iKXj5mDCPMPxm5DXCMy7joaUG7YJ0eowr+52uiNhwF0OhrKJdTbuvpw2PNYnDg15hJroL6SaOlGF6MA/KIDE/6QQeVqBWPR8sUiq8ft4WVeH47dgaqn49Elo+znlZ0TsZZMdAxuDBIci+rS9rTFQByTIOTEeD4QpB06B2GTKl10B60UFuw1l3kyATRkgWEjCT1R/VzwzEXM0ejrSgctvJJaugDuJQVKJNbVcKtixrQ/KSLpmaT1ALdWiMZjhgN1EZOluOqUoqGSrntjfq6bFJsq3xFT9vjd+JU35UA0BOHjJkvpBj/yNcSiqu/PxbHO8c7xXjnuPhWmbUqChZ8WXs8XecG/w4herDDVNIq4vGOkpmzxDmYwEQrgtf9OfP5863bLMbN0/Gw29/r7I2bnUG32dnJt7Iv2nvjvbw7yAZ72T93smFn/onFT0HOb8h15HWZcc3zBTAOv1qYI6Z/tBqah9qLWk+6rMbl19fPYufoFAb3WqyP5/2MdR4PhAACbD8oRfDnVz0c4ylBd4cFlYwFRipk8dx29IedYnvY2dlrDwbDQTEcDbJ2NxvunY6bo53O8FO7DP2cJO3pKQM0S/Jh9tfHl8YAfauOtQFD7SE1DuuVEJTL/MrLyIkzg5QWQeNkOk01BIGnQf+IhE1yGwW6OC2kssb45AQtVAchVuSif+KGax3FmEzSjt1wkzdXhBRHsYiS2XYVjMK6lRggGPJBhfEGier3weQ8bjSf54On3cHW6KDZbZ4+bZd7e8MvhoeDwfPmuDkY1bJnw2w4ykaHVwySfnQ5vyHXkbw8UBvxhVIfX4F9/dcS+hcXVD4KEAlbTGWkK68uUPR9hWYieEI2ZnnhXq/wUBjH63GGOo/yBd2LLjG3gp0i4UFoBgbPbUev3ewNnw0Hzefd7lZ33C6K7uGj3nb7WdEpe50nH2hg5M9C0p5OAKhzQYCgIypmFq0gfXUSilv5WKejT2vgl9pAZEsmXCOVn3xapF4E/8ObAmpWKRXGFn6cpF+MK1am0epQuRlaicY3YWRVITTJYY97bwajmS4Gf9wQVpQ+ss1sHnf1wgAXyhCFYRw+Y+8sk9ucbp+UnNuQYtjsDjpZ3plkneFo3ClHz7Y6vWHn5eCwudPJu82BUkfPsp1HKcMnI7c5IjnTYSWIiwsh0XTpB+Os1wI4jBauD5da2ajR+QE++r4M5YkAMsanPq9H+HhEkElhRAjN8iCDgkWs/ccgHjNkbnynXpgNZtLJs+1mpxgNy0F71BsOxyP9OsPtbDSYPNq6B8CbS9rTAYAcSS2AAo47VI5Dz4HmMPtYqwmYItESYgXlAo1igcb9CDKGUkBivCSf1mJa0cLUkOwbwIxcrEAwZYoRQ+dViqqEpzDTEqeEzSRtIWN8J5WUFaGLCikvwOwkj2Nja5S3c6pSZRDwKdE+/0wBcF4Sx5sNVk6uGrb8KeU2R+RoTCP1VdRXTq66CtNI0HPNdOuk9ampcAUlmRbl6+jjuNX7g8kdoAa0RS8YIhjjfyT4pq9oIKxQ1lKaEzLUwQAgoUXbMce2UzCtPtAMGX8ekvZ0YoAIFz6ooI9stAMddXiSB3uDO1lHKkc++gq2TY1FOOSVmonbUUWtnCTncqPcMK7w40DKZRu1qRQCFklw7ijczY0sybxqrvJARRxUyVzCgUPZJsuoAKN8zkZQDqkc7lyP2BBvBZ+0T5bIbU63S2U8vOSiPp0YNfediWj+V2H15fLBNuRjy202BAYYV9i4phJO+MYV0dfvGKmhdUX7oE1ZpesoICYCp58poAgd2MagnmmeX/FgPJA7vUEU6S6TQzFGAJ2FTPcPQn88SXt6HgB9tH3caQbwI0OQeZraQCCFW4Pbh/AIZKJtyCbRsaopgaZ2RbqTuHwa4GIEzsFMeGO0CkPKCgugaVpiWLt1Gtkir1AME+tomCCfITEe+6PTSwVk7w0gXPnCb6or25XqHvXSh1DaJ0skdllt1PqxVsuzsqadl+V/moLSDaT3f/vdzk4xePr3h+P9caEgnyTfqpf1X39kXtQ8Lzhba2N1svxfJIrCKG5c7C/mfLvNhjAjtK/EXP249+bLqsJqQly2pYnG7KsvdlxaGUbxdXSSc7s3hv6492saqH6ulMK1eCXEd4RJ47VgJcMZeUYa8icjgJCZou8fhP54kvb0GQaYjjLjZm4D5k8ATErQIoUqvufWEkCFQoFoSoIgwNNaPGAshMrUXHCHCSovYIYyq2zIo9zKC3ARxZqmRr0gamngLtXKqSkSlq6DHEYdbeiW6mZODnud5ZK7RABp16gu/LfyOYld1vh9I281/rDbaNRbu/X65m6jdWM61vt//KdnZX7yH//+v+wJ08pXL+JnOSrL2j/8XdZXAv+qWBSiEG/LsvtuwN/utMrazf/v+hdzvt1mQ/IBrYBegFpAuhoyxhfXcDUoGrNbh6+aXDz5Rap+45gG2p1a1kI5sz2tPNfLa2Ie/1OcO74Ani5bniaGMNczI+H9g9AfT9KeDgDUYZ3OB8Nh18qkC03VKGggFVvyk4FqD24WBGP8zQSL5kJToYmYD4YH6yROB5asmo3f2RdG5ptSTu+SREnwPOchZPM0WglY4s2lpBxQQNVHBlZj79JjrC8qTpLzpJKdg5A3MfbOMvHO22/sfpnvNb5cf7jb+P3DzcbmPz1s3RiJ+n812OkX4/ZfNHcO+gcW4X182N8vHmfFu1rrRa0l2lfrtt68O/q8VntRf/HqZa218CHBleQXc77dZkPGZZ8rp449DSBdJBMPjAsioyXpkm3c85WalR/32hH2we58H7gKqptrBsjLIbwnIsruIT8eGpR64AcCFWcO6WCHZL+fDeajSdrTAGA1/MXBhgPpYAu/qqNPkg1s44jbgZEGZgWyqeNgYxS+cAbNwsp6xfp2SYoWeDMQRjIfm6pd2cZ57UdA6JI8fGfUki5c4N7VxWm4SZwxyqWNujxqLOxzTa1IdbRpKjmKjVLUD4q9s0xi5xU74+xH9UMfF/vjnIf5bvHnRf2+bzAU20tcqJM7OS7yH9mm7HHxY94XuBc/Fj/yZ2bJ5gay4HwrR9d4xm9wzc53//RsZQdFtn1h1PPiW9DdC1VSxjNyG+B4zRigGxkXbLUVXwunV0Tpfcn2tZPbvg5wnaR9qcH4vQ994/XeCIoUithZ5Xd/k+KHMQbAnr6CP2zHPOYJY0SxYDsGo/LyIzxe2GgGWbGXFaMVHpbu3awFdbvZoJvCc3LuyOiAjy4c4fHd3L4uLrad1WUOAHXss15FgwRmLAQR+kKOaBJBrmgJ/kbY3dwYaENpYzUIstuZfjSd0LvJhP+wt4ofDQq92l20KyXjUx5pl4ZBhVIKhbJQeOpGy+TUAIeh0G5q4AB2s4xh5LasNCismz21iTw/1U2Qjy0XNqRoN/fa7Vkb7l46yUMxvCb5LDpnm+xw3GtfALe9ZylgoQbDlykylZNzTf82RyQvxbZ95VQr4+LIBZHH4uMSycXR10eCbo6+iLKK0A4DfPrGHV0//McdX0ieusUe52O8r4Qovj61NlL8pvDgtW8O+2Xh8Q8LD0jz4j6qZGfkp9dTbE7Gw2xwmJ22V5ikY+fcQVlRhs1sb3jxuYCTL1IgpPMsO7xQ+z8sAM5FUlxuN26fppDl7B9tXyVzAMhfok8O6ANDjuIIG76CFxk+OPiEpy1B7YOGke6ryqIaSHYGa53NTiBmkTHKMCoCn8H5XIINwokzKI1IlDZtd1ZNS0qr1BLlxFGtlYIq7BKxiyrMtWoFzFyjTDDQdmDhFZfEXy4ANofjrDdsK6QLgxhbc49rgcNqj2m3VOseb2kp6sjc23HTZMk5bdwmIsXR42zik3s+R1YEGXY4y9qdXvZodNZCGad+QnOLI8J/gqgl0Ky49vmCSkxfmpYHTtRcpVZDcVBa6TlrsC4eDyB74nJxG1hMbuS+bf5aemBPMf7xg6mwPA4oNqhUHg/0rAkwQHeXFzHA4VBMv+NL0gHbfO4+m0Au6w7H/NPMOSmy8VY2bibwme4uif2kMCu1dy3nXKS0SpOi6QhMMz8aZqNOdZQsjhROZOHjKF0bGHOhEq/CZi6vzSNYGaIaHE6h2anONl1NpltnzXEA7ZzXS2UeAHU4lVEHFCwQFHC0UzPgOJstKckrgClxJeuxdg4wTHkhWUY2+6Gl8DG8uBFFLHKaSwpFwzELlyJTtTRbKKaqVGUJBmOtBenAqouJ4mioGGDDv8uxMTBMUBMjsinRW+UkNOE8GXjlcmPvLBPvPNeLj4BUu73Y70NUbyb99OGFnOqjekZAXnWZSCDuBc8fVRtyc1H28+fbqZ+tHTSLSbfZHhZF55unar3b7Xa3nx3sbQ1Ho31xiy0aXneveVIoWjxqt5Vp0DxMj/AoHVDb6zaHoohbZ7TFqCi2u8PDvWLUttFOoat48WiLk2QwUg6dd91x1t3ubAW73P7m6Wj/0aO9raa4TDFsN+Oin/x0dqibrG4BgLwLzGHk6svlkd0a+5lrpNqVNWoV6fqso+7k0Cp9J6YANNVjPXr+vz8dcWvY435jqfWFGPrOL2QQ4ucYo4XSyAxc1OL8dowNATt7x9neXnMkRtfW/hz8gZ2lXd/pHv6H4XgwHDUPzZWKPV2+9Mv2Bv29bAAAsruK7qg90hFw3pH22GA8POQ9Oh/k7Fhd6E63eSgyieQK7XGA28qUjbp7NtXxU+6d4aid99RHENsaCgBPxh3lOB1xvtAQVItRsR9HRvllNTrNOO57PsLd7TdNULF7mg22pXLTiANJg5DFRCvqocyP9sftbwLiRiWlD9ptbTiu5HcwGg4Hb+R5uKMaazN6zW/kIDXOFWQeAHWKyTFHn4Mq9ABWfPR1oH2ipNON1kFz4Iz34Q+VIYTrIkFDi5SEI9nNJRieW1jVxrihRkBNTCs0dumrcVRFSThMKbNKRJ3Atqo/7oD92oDsNhYTdFXlyeVQNz/BkApRUOsqI5nCOvbOMvHOk7vxjj5FvvNjXnw7Ps538uNvC8Wv/9l5nBdj/fJcrvzbebyzI4/WOfZYrm2mhQ2UevztzuPi2x2/TTzvbqUPec6fb6Nhurp226e9TjvrtQVJo/bOuL2Xddrj48On6pN1isGTMhs+3+4VWzu95iMB5GnvcCB7zoOJGvBATfHwadnrtTvZaIthqJ5Ol8HTsfhecbg1Pt56stfb1hX7yYDTQ7g3PhxM3jzvmjQMR3Le7Q2brkt7OMmGT7cdbY9623HWbKnErby39XSveCY/h7cBwNelb6f5mkrb51roRsGadsNF0ddiGg9aWqUZAw264OEWGB1cTxj4+un/++//4xMIH9rXvBgiKIQZDpgalRBI6YFBBg49DEgMEnh+OwbNuH5k2VPtq/Fhtzc6HBdPDrLRNwPt5n73SZGVT5vHA6VKtCt2nuuQ6YL1pD8+FDSg7m0dlkXR3hZyZX94PioGz7X7mm0hZDnpGCV7T9vHAyNPtnM4KrrfjHRQ83HzJPvn5890fcp2hL7bW5Pxf1B3efi/9cayNQPcAbVOuG6pSzwZCIflestHRs1E1VE+mXSavWMB7MnTGA8cjvoKKgcN5lgNoogDmWdD2tow6x5+UahhDZ7EmPGWWlfz+aNx/nSQPWoWhYoZfTPqnTZzWti4vT3p/HORaxcUzU6/O6ONl8k8AOowxk1gUyJzOAIBaCkhcCK1BrWTIGdOAtLUWpRO27GZfDgYbAxdZNTH3V9aDmonqzhIjeAn8sTQXOirjJGDQqv8MnfuoJxkIDvfwNHYhsqTEpORN8bjiy4xtWWZVKl48G5fLrc53T4puQiAKVCOs8ngibrEo+zg6aCvTli29Uzn4xO1ZSV3tyAAWXH4l4Mn2mdbo+KpCNqAlnegy7NAMjv8XZb9YUuJJic7nF3luGirrUMTtqQT0KmttvNi0FfL1fkQhRfDbtY+EefY8lEgIyl5e1y2d4rCLFEZC0697qFoovy0b3NEeLSyus776umBERgB7UE6otE41Dwc04KLfKi/FcUzBEIBy7z85i/+4j8+BQ4Hvh3sFHrB5nxMAOj7vuhPCWttAumnoy8cEMF+8WyQTzKd+7GHmnu9LXFzAESXGrrAW4+9EyRalk/b2TOR98P+oJ2dGj+L2Ie9Sd4e7LXVxYTsDdq90+OsX24VY+EIh++EI8uhZdwh02ET2coORfHyp7r6aXc8GQ+eYlGIqDWpzOgRARpJKmTABa1o69BzZPonHQPgIIPbNTvRdiSq5lDBGMMbcyBH7V42GY7GXN7Gh4JllbGd5VsxxujGcyjjjlBVWDUUYVT+vLnd3JOyLRaj3aPGlEMOVb8VZB4AMx/oaAE0BRMhSB0KrQwVhGetgYB5k/tjbgspECpYmvKDjPZhAMIThlXLkV+FSai8hbGyKyxV0oYtPZAY57MVCVhSEjUjC10ZOF1U3dMVTT0BxtgbaaP9soYSOkwwcpEee2eZ3OZ0+6Tkwvk2nWBkMBoNn05ov+Onw06nOTQX0fnmk/D4Sb+jM0Nn4ujpXmdPJ9SwudeN0ZviD6ORThtGZB492et0onfWbY/UUSqa4/FQCSVnwnAvMcBiNNo73Ot11JgRnR4Ei0PfwdR5k3V0AoybXwy3HnX2dG5KdJpBbp7BWFWT5m2OSF723Tp8yYxrLb0FWIEDUsTFNl1h1ShtqDOFq+++4I//BOFJQPDucfsv/uK/NDyyl+4CVzd+eULQw4KkAYl+NvAU6gdzhBme345uc0cIsaX9pP15bD7XbRZ7o8HJ6CQTY+Ii9UK9wKyjS4aOT3M87A53tEeKJwISZSVHwS7f2trrPGp3AQ72ubmlDnLzsNgRDj2RC/FDCceVnf602dlrNo094yfi4D6S4C096j3xRxgg1L03iJtmg/beSJcjHZlhyZGhUjoyf4ABTkZ7o8NHPqyIGOAezce122Gruj6Qo21q12sOjodMfCPn0RzbcjjQnqDAYns02nq0r83XVfX5YV/IutXpdJ4MenQ1Ru291fDvLAAaGzjEFVBwhKuDDiCkIz5dT4NqJgFb4BDkCf4UQey89sgdX5oOzkhzXnIR0ZLHTaeFyLCymdrCU6MfAoRFGFvH7DnM1WDdjXUdQuWaMG1DXNNd5vTH5rroaaVJj72zTG5zul0lMUD8keT8hpS6ENPCaUiD0eEBAJg/7Q7KZ8dfxMU5GzIRws7T/lAtuDgcj9qDZwMefRh0tk6cuT3snm51si014GH7i0hEr5NG59oXO7T6Lg29+ZKzuj3eaTa7g+ZoH5iT9MUA4TM6tYiq8x3RZj4cDlSY3W2pf6azwufNo73erQDw6Kgf863R7rlou7nooqjWwmAPCUS56iYV7QY7tZne5DF8DgbnTu8g/2F4ODQVBOSEbOMfRPTGHiWMu8XxkgiZggKKOWpJR/kCAOa+CrBLtsYBFdpmcbvuI+0UhvR8E+Q4mxi36AO31TF9pMuWGaB2mpTeVVvDwYvBabbH9YtDUA6LLgcZBjguQJrgZwap5l7/yWgweCGCLko1fhpHcpyVwluFtwcnbcyFQqJtdinhCOc6MsZpjsyk8ygY4MGw/WzQ7kzSEfYlTvUFealdZT7c7uKqaOqS+Wy49bk6AW4CBsqyKXTd6/Q67e7pcNinrzJ+2hQ+q08wGJS6jLrrO+403YavlLSnAUAd4KzwjIBxmAVbIFqwNCmdIhUNw2BTBbXe53GBqQWUqwomHiY8UtSuFKdfUTUz5w97oRiNK/idVdbiifxWAV5BAckvR8ETqXJ4iFoLzsgWX5VFRien0lKW+E09kM8Kx6WIvbNMYued6yhf1W8+I9rli6XYCuJzuZBbp5fDs2L9PBfqlWty/nzrwduy0SEdoOzx0z4X8N6TeNaFpGkX+NAtuNgqzAnU7pRYgHnmJFnzUfZEJ93InAIZQwO3tnvtYIBdxvcSA8y7WA33eo/iHO7r9CC4M2OAOqHV3zl9NnXHSFMAqbpKMr51F5gD72t54oFqY3E1VPNBpagvun55MxooWawW8PESh+ieb+yKBPqWLyH3fLX4YfzDaz8fKNLn4UDgj8ARA4B+BIaUC7PBaEPBjOLN79j9/egCQ++0Ex+5I6u9/QxulHZeU6mDreGpjiRXq7hP2hs+0w4OAx++YFQejBgf7jAGyM2vYIBVF/hJtC4YYJ6OehQ33lJ72A4G+KgnFd5VRyrafmRuLr9dobPwKgBQFNJ3jaF9SGKARTBAH0h1Pfqd0fGWIFG8T11pLoDjreiK0Ul2D2TUOT1U238kBqj8O+pPaLfsRd3UGLNTHB5q666WOQDsc2x1UpkDAWeAUwILH323BTCCo66lWsqcqjJws3BQecnu5mQ9NE1mBjHwim4qaz5OUQMzx1M4VNEcrZwnd3ZJDShVKaru1AMFmyfabXzCm1Irhb0ExTXoKROUFPyUwhb2FHtnmcTOa+2+Oj6tterluxe1Wt6qjV6tDDx/9bd/O46X3Mqjwdx6ULb//u+fDF7zBlwS0ixKVJjloPyH/5plteM8L8oXr1tKq9VqOtFaR2Ve1B6X41qtiOZ7lVw437YPR4M9od9w60X38HmRcYd3pK7PcDvrbHW7vgnSFDccmwkWT4pesz3ovvkiF2Ho+P7E+KlC36h/prYoNjiAn9DKm6fdJ3khvuf2zrmmc/XJuN/+YnzYGZw8fzR5FB2k/vB3YiByRLdMJ4vsBZXZF1qr6BonFmOA6byRc6Vu3QYAqxmh1Xx9XVRzIaC4L5k0HjcQLqKVslpwRQf69GE+v9eJ2jGvAaN9POcCuAkTT6Ua/wDpC0wc++E/fuo981qIHyC8sB0D7ZxuU+c2k/+xpzra95MtIcr2N9oB+ZNun53QYxdJulIWT7V3BR+nW+k5wB0Q6VgUULQpAFA5X7QLkSkd0ePxP48nT9R0HxkAi62TwYibIIfbA12KYIBfPM2OdSR/19wHAGkAe0+24jlA+X0el6VesznoquUcfmFc49LUqxhg0X402HverFAaBvhIzSc66DnL373hithRHbqlug9ucs1sZ+ulT6lwqOaw96ininSeN3sUfSoG2T08Hm8xS1i/f9gRHj46pXGuILGn/b/A4jsUo2Orw2nICHAKEsWaZgHYVNhiOzSGoarJpMRgWeR1xPqwD/rlDgR5nZJK4KuA2xfeoznKgz27YGGWG6aCZ4qoPJDDEDt1Hf6TaURkrPLtRO5YKQXfCquFO6LyVmGAxdvNxuirf/uXxq82d/96s765u7tZc+oK8pf/6W/zx/rkY/3m10Xz7//+UEGnxqcKO+jl4/L/CQCetsrHrT/VWq3a57X85buy1RIQHpdZ9+jVqLYaFl/EjWedYeeFNm407GyPimws5Mu2mRwQtBl1YAB7j064H6JGOWFYD0sRgZNHJ3RolDAcdkeDeP5/LG9d78xx59GJTsPtotcVZh0rmL0YZH8YM2StHCPeK+B0kHTzcC6vkl6n0yNayFBlPQp3o6JXyk8+UGwwmNyqC+wZoXXJlv9ov7QSLtlqd74Wo6KpOxLc0FfJaG5F4eddYpzPDNAvtTGip4R4A4SbH1oJ9xQUzlmlHH4wkHsjDA+qL3wRALNBZ/jopfas33r4QhHvV+gWI27ZaJgfP/NOUERXj5O+dqwOz0R9w+2s1+UiwoNFcSxexMsbPFw+Lgtl7nS3d3rasyNckKQEHShufXQ7JzqGXRUNuRt3TnT8TPNO1Ry6I0oc8yaQaalkp9MZ6uDoCPOPheMyKqWiVPOxjvB2d5IqiZ7ghKagOqqt5qU8SdfbfjQcqUPaVWXlZWCIdH2PMZMFrrrdibscz6QanXrLyr444oAd1DEhvVLSngYA5UmXN/4a0ANiQbF8fDne0Csf8SqKXWjcCjDgG5jCIjPn0s9uaCJmWrJ21mhHMk+NCNiKr/MAptbSDPGQmJoDHgAkP+gloKLkWKBSrvDthhzZrBK44ZTtc/nhrjIPE4fClwKxd5ZJ7Lxao/XVye7un96+qdXr9d23bxsrcW/Lsh5wVhzOvYexVEBooV3Z1e/FqxdHUMFXn7978W6wX754V5RHrbh9dpUswA3GuJDqIkBtdExRCLzoH02TkkS0yqfzbX4DZi/V7JzNNS99ToRloiviTM4VnaS4ZRf4IK6lah/pyqkGE+2dT3XttIoIrwAroqCv6d9C9aB9AJqfaPZIIIEY9IPa+ZEX3xCB85ntefDPDJCs4WDRdtA9m8p82DLbwVfKxXGXRbtzp9frNf+ggI/6TGbH70xCPn1QZ8nBCblQ72WStidt9CKXCxpLVMF5LmlmZyT2tBkgd4EJ+2ib+gfc+cCDCXGw3QhCr14jGoBTyoAbgAnwgq9FUp8H9QSHMg8GGM0MEMQxbScVIrXWU4NEy6LT4VTATDruM4O7NgVEI6NqqNpjGeWET+pB3cFRV9HVpwD0M+rqVaoKqf5LOu+dpZKaqdpTv4LKG0+DcF6WQuMyiRpomTCPuGcMXEGugxvd9vbIQ4SfnvSG19mQ85IfeRBIV8H07D9XWbUcXSWDB6YBH19N1XS0itl01Yp8TfeTzAO6u2J2AjaxOYeEeenBPz/nx4vAOWOBDA9yV4TBPygjjNEOFr4L/JGl1xyWzXgEcxUZNGME7mcnaU8HAAosBIA+wIL3dOBhUjAlXeaAB7iRDnalT28LpY8XakQesZOargFtSt64vUtLSVbhAJBC51wBRol9UYLpnYwiRu+DTHacquZQrFWIzGRIU8QQhMSeYjAj4FxyF3qq5e1xubZQiqvsIBaXyk/fTO9IrrUh+d7F19o/Ebnw/Nx1JGaDoT37Kkyz45ILvhGi3fo6qQYCLiosu3QVRv+tO7bVPV5h4etxugXse7yCPg8HQgh/YCywZLzQOVBhH5SQt4Q/gZal7ud2Cl4tB9t0in+OEns6GCBHWWEOcCCXDm1FjWgA1isc7Cn0NAL0WmhJiHe13DjExiJR7YPMajokhTn+aDmsnU1WNCuwkDhFpDRycMuNZGfDTEW4tVYqTFV0oKPCpCjq0qJ9KqA4JM+bEz6iXvaDW6il74O44tp+752l8ucJgJ+y3GZDXpc0MNDPF2OujL5y0oyCCXBhn1781b7TtZWVsnIHV5zP7wHD9vx+B7BmjYcDjYuM9GnhwT8Yob6Y+j+EZeO7xL+YA/LJS9rTAKAPMK92mSR5iYrGYHoFjQNofMirQ68PgKE1dpEnwjSPoGI2o9ngRU3JjQdTp+LHfo1ddht51BSjDXpJOWRw9mTotR3Y2g3SbTVqHVYVJCpdHXHq4SwunFjKL7NkGWG0sr9UYuelP7icCuHjYmeVHyu+t5EofeF3ZbkHQAmPwbgdclGtmoIu6unCGhdQLvIYEQ4bXz2L3s5fxW0MwVmgHNBmjpdG+JgAxhyRFFmYKRoehZIyiLvDGMrgHgA/lqRzOBigji5Dm7wNEQdZC45zdC516DFxS3Ag2gGESjHgiEzgIy3ImWkmhJys/gKCkSJBskBSzMLaSVoFjRT+KGR7FYFODVEVCiMXwVqVCws3RFk7V6odrVNRW7nEyO3q2SR4ZliEXy8iuBIDBMHGO7xWy5u6Whdjv1971S/f2TneUVZ/Zq/mnv2QEunnljuPOZu8Q4sdFSyd/16Y0v3+MOF5T5d97gEQydUF9tVQSw/WRMQNjgQwMC7aSommmi6eOzt/+Vd/9Ve5iR+IFsN/dGYBN+4MC/MqAsgE0Cw9MOixPy2BRbJL5Uz3APixJO1pALAaPJ9xIh9sfXSSAUEGsGgKrGkiTjXwKQbSKGqKZfaoZsIAyvSRUYGFOxFp0M8DcuQJZxg5M/6dm4g7H9EG0c6sgDzWdi4wswcvosftRPe+ecAZD64tazzSxGVCmO3CQuGwc6FU6lPuAg/2+zz5V5weJcUt5OKGDEa+lZ17Uj6hKvOCZFl3xNMQjADuFNm4NxjlWTHiuQRWWo6L7mnW47mZn0huc0SOjnwD0JfAaOAKKM6FsyIE+nLxTDGaVk/cT/KXf/WXvOeRbutyWwOmJx5IN1hhwZrAz0OA3PnwyJ//OxgLwd64tFnqI5/eA+DHkjkAjFCmIysYgP7oAAd5c8DMCkLlg29a6PYBWoQNIEWDAfgwsSVNROluRnIcBimHosCYgNG5VWY44EvjQomboHt+i4OAS7Y9JsKtqvhQUaRDLPipKuKO1vHFTl9ZgoLRq4mNMSpioDrJWq7SPlkiP2kzLfs/vuSvQFp++/N2cmFDOs0Oz3WN2h2m6hhtPeq0R0zlsqfVsz3ebhplw/beUOl7TVmcYriTNbeGg3HzZI93C34Suc0RUReYQ89llSbCtZq2rWvw/kGfuBrqAVfxvhc024nR7y//avxX4780A4TmjYE+bu56AJAJYMTp/Fw0d0QgfEAccQhgBH/A1neEUS56DvBOpMiz3uPJcXZQ5tl4f/yYB+t1/ToqeW2oyFFOxvuFtN8WWanTU2dmyvpTSG2zXn7VGL2r14vabuNtfXe3bDVaWdnY/aGxW8veDmq13S9HtVpWz2utRq/2pt6oF/16o9Vq1HNWr0a11m5D2d/xPM9CSXt6DgCNKsKCqiFA+aIpmF8ZH4wWVpFu3EhcypyMfH6xwukT7hQnLSa2sXNSFcOdV8Yzl4k751YDFJQppAqxpEHKPKyMYyjokbsGNpJZZK1YoHvcLjHVWj5p2smAwU1qRYIPulwS1CrtkyXygZppyHgUD7Ysk6PyqFYcj8tWKyluIec3hAdP9WN13HyUNZ/uZNvtyeBpv98dFrzAWwxH2dNhL3v0fNA/PnyWCfGY+uXpm162fSj89OvAP4Hc5oiMuQmiNuKLLJfEHd5o4rK905t+9SEei0C/+Hzxl8K50/GpFgAcSDcQpB3lY+75MvGzqB7gB+Pz+B83frWWip4vg3+vIY7CwKMPBYC1h3n934rNvXKz0aq/3BVG1Db/tSg2661GXt9tNGqNbPzluP5WyQaOzVp9xQepPoioRpubf73J343tPlxvbW5ufvXbzTLbrP+q8XVd69b/v73/iY3jyPJG0QLa0EQCNxMoiin5QZdWqSSoXGw723VTHloSBNg7ax43LFor9UoQgQbe8ltr2jIaHzzcNV3XXrVc6tUAd/E2Hjz04rttzWoecFckG1BBGAjtxYdRVbMlSHPBehg38H6/34ms/0UW/0ii6DqVFRl/TpyIOBFx4kRkZCSC8t9BJM5VP5n5X+K5M9+dWq81zkAY/uLblZn4VH7uqzP5+Kv4zOzMiic5BJ7TvRqgbwJc+cWNLulYJhgVphZCUZZZKGMYDFTJFlo5k9VjBaldposZulDQskRH0SRR0eYyNIk3UeeEWE7RpkF7hiSdERbJTpGChGOofKECipzy0xWvsphTCJY4vX3GYLNSQhjuCMay6GlQ6xxgu3dYvvoONYqeH4R1fav14E+nYd3aQoUMXvRXRplX/OBRXO0/lXdvMNjf9EJVGvCsIr4CfxbKYPFBK7hWKEH10fuaEIB6KZjnIr1XSD8on0vnT8uryiPpXpfecBDBwTVAGybZmILli5rbeuAin6BjEbxD2Qft7xzvBufOeT1OGiAUQDvpz3Q/ekLje6GpMHwhGPkGHE+RgSiEHEQ4FwwPUo4dIPpf4pmvql/NtX/5i5tz/484+uVMsDKTC34593wm/+VM/GjlVBB+tzETzsXbK6fczVO/XJl7nQIwH+d/MfOfX65sx6di5OSTublKtPJ27kwYfncvdrnKl5DRjbmVp7m5zZX8qTNn8hSP5bn4P2d+8fO57Y0z8am5X8alGTe3MrcHAUiJIFWIbQECwQsT05AkTOhl+hQ1O1OlEMaI0qYkWOhrntouIDRKGd/A+INcldOiwS1vWiyiV/1ox4UcSWNjgBGiW9lhKMOIQbcnZLi+JAz2kYlihLpYtrEQuCLFrDBXkwjA4qO5+Fk+/2zi99/6ofjP//2fq9EgLC3M/Gnxb5WosLTEF3yH4N9ubcIs6E8zWr3xpwM01cH+9t4l3fTifPCh7kUeszb/4GSaq8xDDPL1UApAnoHwXqH84bP58ycv6+iXXHjywfnXtQh4EMGh7wJrXGQDWr5YvlouQ8Kdw6987uJVWq+eu3iO813zvvhOCte5ixcRDFf6Dv0hCc9pNgsdj+qcbnrvjQqh6YTUCCkIQ27/o96XUjmEXfofRODLWgOERJib+fmpU89+8ezZz0+9/WjG5d5eyaVzURD/Ms7n19+GAJwLZ7bmosonZ9L8qZW5U1s+6uuA/CmofuHcSlT9pVs5BX11+5OVMzO5/Nzc9lytlKudeprM/efMypn23MwvojMr0AjP5OvBd7+A2gftdmYlPBP/ImxBALrtvCc5BJ7TvRog1S4qUWgJFAOmDkE+6IwXhEhgoKmwnfDu19JgR4CFU7Gjt6w2+bWmRZsQJaRMEEowZlLL+yhVUvbk+OcmPYoxYsPJNCVl7Tky3EwBQktkvZKJJi16cJOeIitKhyqIwC61kCHSFpUorsk0wLefxT+fiefGsngXKP5zWi+V1qA0mcl7LqmnH77Fl+GSBB70XvMmcHDVEyB1XnOj9eRpnRmwPxjsb8+0rbV4PtMAIQBrOiW/WDkdFPgJHArAKgQgz/d4UOBpTVT6qAEi/0U74/c1wEEEhwtzft0Gw3Xx4rlPK5fPXz1fuXS1cvXTS+XKfOVSpXKxfOnq1Uqlcv7S1WXeK1cBlyplykSqf6l0Qa3qZcuAXBPEvJgiUEt+EHvQAKESQupB/KXU+3hkAlVEKoghheBByrEDROuP8s/nXDiTD+OVcCU/N9OI41zt53ORmwvKX845KE4r3+ZzeYy6aNFxHK68Tg2wHnJ649ANk1wAzumLiDXUlMspW24tt9wkVvBiC511i18lyOVajIDO/6KeS9ZaGKzt6esY8JzuEYBeCbLVNBgQDJQNpl3hZ+oUrTLMzSQtBnB9ZHhBsQI1kYEwg2FamKQL4slhbs7k6GG4tGUGfBjkFTnmhcvT9MafIpHxGGa4DBI6USh2adeSJH3hx1iWCWBT77N86hI53ikvmZrnyRgwlrmgNhsm0eQvAPeDfQhzGFLNaXfbiXM4MNjfyqdf8HSOEBpdAPWPJ74sP0jLJ4v8WoiDLlh+UMm9x8OUKADfK+Q+KORyL1JpgDzgqMIjO14HDBZkL8DTYDRys2Xw6cali/Pzq6s8k7N8/vLqyee/nb988er51fOrq79dXa1crPx2frXy6aXLv/2P82VMhvkghGIQv5SLeiGf//J8LEo8vekBzY9Lf5Bzelqs/S4UfdQJKSpNA2S08CDl2A/0LuBk9p2XoI8LeE73CkC0AkoA/qkXqVH4hgFfeVJo0EEfaFamw0mkyNN+xOzxAJ5kmcXi/JZy1NQw/kjCa2NavYPo4ioccgGZDNNWFhEj0wsVUQGkQdklavAnCSSBv0eTLzPqE1eitr8RGaJBPNDq0DPhvstS1itopgNf/3pJMFSQp6cr9hR49Tz00MoqFLvTy8Hpp5dPP4WyeXJ9/kEhxzPmUp1nVciV3zu7iikxD8Iqv7fKb++8HjhIjfA0GBtEaWCuW7YfpBsAN9rKn+LqBpSJVv4Ual/qlwc5QYZkg7zTp3/50/SX8u2JpsZUAxFMLZAPfHFDAL8kRxvwXuIa4DGA5ZRL4FycKvLF+4APtKnglWq5jZTbmN3edAbP6R4BCDlBkWNih81BJoUDxJEF0pTUo4Ci0gSbNRvF61ilTFHJknZFU2qV6DEKZQwRgSRi1OwUhViQQzA7T2hNRDFpEWd26MaFJC2TWSBvnO9K4tLD8DkntxbOrKiAsrJIlhflAk7m2KJ6noyBV9BMD+1whR1huCBl+ypvqhsaHawQxZfXuchXulxJUVkpGpr2BMrCk+5zbIGwrr62edNBakSnwaBJcIAsrtlTDcm07PEGbVwE7PEACJETX4o+qoDnoAF23/+gCkjxBymI2a7f58c/QmnnSiBQgCGPsvTC5gFbVhAGpbAeQEUPk+WwBCeK5ELMKIs5zBKDOlJqpOPaFntGgxt90EtgDUfMbUCPRNFfghSKyxCKC3MJJhG97YD4lqeDQBCHQejCNAw3k3IIomEc5hpRmDZ5/GUaRnA39vIIznO6VwOk6JEogAygNLFGYTJKcorcpLpmeiBFI9wQN5SDDOaf8ejCL1OwYFAGUT7BpVhS0yiVKJ7Y8OhgYnTAl5ERUdIMXopq6TA7jGVrfUJikhYT4dTupDMqnlJmZVrBTDQKD2kpnLbMYI4ZAATPkzFwwGZ6dGBaEAD3AXLss4YLQXbu6lX8qeOdO4fr3FX+Ll29evXiO+UKwmBDcPkqxN7Vq2UohBSD+F+EeOHLH3wvBOIMeqCdAoM+CtHHl311HowpfzwoEOKwbAuDFIR8jeSAFRLlV+J8HK+kbrsSr+SjlbfDmXh7ZiUKI5dfcfkonsmvjH1qF8XRSn49H0Th9lx55ubMCMRwO3w7H68EUSGeKeQ/WVkfEKZIfyWOZuIeZQx5er6+XXn7YBLQxWHsXBxBEJajKGik2+thDl5RXEW2C3HkouqLvYy/ntM9AlA6FaQTFCCpRxAyaA8QIJA3kA108Ec/iRAJI2lM1MR6UaS+KcQCYBARMowm2hlFoonDTFqKJGUSSdIT8eBCfAYLHzcu2sGX6IxBva+XsKViAg65tkjy4dt0svdon3ajL5O1FBHL4niejAFjmWst80q32Lr3Bi3+0kB/u0QKzrAR8JW2oLWcwHu5xc9uEnFZ6MsuQXJJupGkZvJqmaGf05V57Wy0NqavwhEaKWqfrQTDeg5T4EuV8+fnK2dPnj1//urVyvkKrvOXz/929fx8+SLcn9JzvjJ//nzl4tXzgMpvy3wYTE2QSp40QOiBUP+g6UkThDcfdnC3H3RBf/HZsASf1wB5RsLQd4H3CPmZuZmtlXzT5eNP3p47tR6vzP3yTLgezczlG3Onoj/OhNvrn4wVE/Gp2ZnG3FyQj2dO4TczAjE8s/5JtHImyEefnJk7Mzez6f0zmJvLzwUr+YQTBA/I05fw4mOKAwCGh3aIVh82GqGLihB3m0muFZaaP2ySzdD+wmZ7p2MlB8FzulcDpMiANMBf6pFXq/iQw/QiOaiRmdSC0kTVinbKGskW6WuQJRkZCqluBBEVClz8mw4pSwlxEIY7LPQFqgjR25DoFglYvArYRxh/L9foZT6IytSVERaAQbwLh4UxaenzqFhK3/NkDBjLWDxmlD1nTz+k1Pkhtkz85RFF5c1q6CrRMrT9dljYtCKlUVgLHCYTFM8cT1Ay4wHyzIECJBAkiy0oIKHdjPpUABL8myC29FJ859ynly+vrn5aWa3wMXBlFU7A89XLly9dhMa3evXcp1cvXy5XPr1a+bR8+SqCK1ff0VrgRXv1g/0RP4g2exHE64QpH3lAF8QPOh/VPuiIxNaLxFQZISoPWCFxvhm/nd9eceHKt/mVT7bnoplHc9CboJi5/MzKJyuzcXSmVz3rAzcX5lfyZ55u//zZ9i9m8mdG7G8IZqDfrf/iZjwzE0PYfTfj/TP4JK7P5OP/7E0i3nbK0wHnwDk7aLeFKTo6HKSSeeYgMmSiQe/Sa/vBc7pHAEJosT+xLaBP8maLfupwUozgALDHSV1ip2Pnl8siUm80G9VG4GeKl1zUsPjnpgNEJlVRR4JAZQKUR6aC+bVFS1xIfg2xY0Ek3uGAVagy4JYXwySHGUZ/tHIKORXAsiUdlPkwXGLLwVLtCC9PbizHcZzEcWT6voN6b1kJoQfyBWA5RoOLsjF28pbw8gryiuEgBeE+QFS+H3m5vLes5b5PudPPnoQAtD8aPgCYtlfanFoitLVAvuDBxx+8TAMkyPGiqbU/mn6V0LYBmq6o/dCQjwesEFR8ELaCsJ5zjiIBJSslnFZRPASOhURD8sjDwE0ndcQsb605vSE3DFtcA8ScJAxqbmsYBRnYSPq9IaBKmNY0xmx6eF3gOd2rAaL6JZEgoNAeoCWRabRBLtDwihiliOSGOREHDtPBZNICOhRpPoRuYCrYP2zFRR84RIQtEGmZZmbIpGxJ2lmBhsgsghAdpE7KyrHPDAlwck0v4SCX9hRZlIFFhRYgfTbz8U1fGiGJ4ud5MgZentxAH4mhBTbj7TDiNz4gBLU/IUJ7jLcriUcbAsi8KC5EYViJEGkXUdmFl1eQVwwHKYgrq8rxAxeL77yD6SxFGqUbxR9kW/mqHn+cg2eZW56vyjeF0LtKyYfLZCBqjwv1Lxr8U9vbXHpoXhCGKQRdSpWPO2XKfB1EQU3oitom6MLZKHqdFTK88D0ks0a0qi5OX+Ca7abpjzBZo3w14DndIwCpv1EzYlOglgQR5VuFfGBAdADBVCwThF7PopfUKKp3HS/TwiSQIKAsmDSAYZc8LAmiA4/pe1z9LFgHAwpfkenLDHo0RlEekTUjoD9x4IkgsxCBnuZLKswspbwFssDwARZpeJ6MAWOZFC3D3EvN7kZckPLblmGi5rX6QTnnINyi2fGfnUMAZsyzSUTpF7sor+UQsEShY+F19rdDhYMUJA0xRmoAZDtavsgd0JXK1fOXVitn9ezj3PlK+VKlcuni1UtcEmT41UswK1fPyeQTkHMQgek7La3MalmYi7ULj088fujXiPkxq2XevIVeXMKlNVluvYD0q0bpASvE5oW9e+U7gCA0PL5H4T0G4UkUREGY1qCxubjNLw26eGDa2oqJkgRoXC4qhGEVLa2Dwqe9GK15UlHYmK1uVuHnQrA0F0SzKZovKE7S9F8ReE73CEBqQWgCmVYEoSALZAO9oLdp4QgYfh8fQi1I0oNBsHgNylQ+Ey6STIglb/y1ymYo+KvhEZVqJiLAg5hC8LobDNCw+D7MfEkAN9GkQRpe+4MPRaSFgS4tSlaxREVFgy8jWLg8LC+eJ2PAWBavYNTGVNW5rXxh0g9R5pYv/f25rY20+3Mt/HVtpAku55ZdsOFayYJbhiOo3Fu8Uw5c8vAhph5I7ALug/Dw4XIrWp+NKtFKPlqPovXtcANR5+/tsi/vgP3ttQK5gEbnijW0zYMUpNkocaLCloOh7+LFSnl+9eRvYcyvnl+9PF+plFcvXz65+h/nz118/tvfrgLg8+nq/Pz51fLl1fnz9joIRCC/x2MjDsYjWOpLJ05cWdIalQUENGmx9mW4gCAMG5hWwnaActQbF+ppmISu7vj9VHRIdABbDUmfFpZdoRku18ttngJDfx/UBRc/qQTxbFTARDiNWmErrIdtH+YhyBcgAqNoNciVXJQ0wzhqdR4Vl6J2yCMUGmmbs/6Uo7WL4zImI0EUurQRopN43CMAntO9GqB/a4IqE0QBsg1DskcqFqUcJQSUJypRFGlSBg0D7IQf/TNti2uDHpmoikQ3qFDFYvVIELHlMYrW7g2FMggYROCNHiLHLMDk3y/j+cBMwbRA6ZmUrZYcQ4hE3U+XR/e6INKl2FV0o0Yl2PNkDIhlQX57ZWZl5hdzZ+ZWvj3z5covJnsGtfz3/8dVnkYE6HzydxDaYXWzvLDwkPbG+bfu3mmnYbiwwE8Jh+HSQln3ntiNhaUXvOEfx+ZPs/HgNl/q3QEOIjf2C62NVrAMmUXIpbpxwWrPEEBnIlTrLj7Q1NFRA0T75Yhb1xpgufxpmRudL3Lr8+XLFz+ll6bD8oOvtkFfvayN0Sb9uCF6cNxcuvL4x6Vd2hKlX7rV8sLwAOVIHl9p5pyLqwHMJITQwWygrTXks3++VsN8wnGX4Gy7hbbS5gKLxcsgqGw2g6jQrjZzzTBMyptpy396vwO1KHZBoboZO2iA6QuHNuZ6NEB+ozqXhK0CApAD+CWVzaTgSpFLm2HLRdXdePEKwXO6RwDaIhhkgZYAKSCgBXoVC26us0lZgtTyrcWEIEMkwzSGmh5FEUZK1Lp6IpkDIpAaI10iL3WNcaQgIhCGvX7CWDRFRvEtJcse01Y0KX7MEnzQhontNVFFAAkhZcO8R6fEQxBAeVHCvKkUnidjwFgWPXu6HT96eyUfRisrz1YmfXvynfGL0KNh/podUTAIw9OcQShe3uXNtAP0t32Di10YBY1wNoygKZSjzXSzgumWD50c6mEhTDEP2yyC2EEK4kI0FDQCNAquAVKUlc/Znme/9KdHvADv5A1/QwFQ+mkdcLDZJB99f6vp7aOhjmGKyWZwgHLUF5aguwVhMyg1MGMIUjc7i2GQQeG1+VLAyUYdOiJmqkmjGg5/OlruuovcWtAIluvOFZNBlBLn2DVXaUD/RrbrSa5vVzVEnAUEYU0KrQroaqnD/MiBv/I6GuA53SMAKQHYAiANpBuZliRdjLqU6VX6U1kjLpQwE0GaZVIOIVyxcVFkAVtaHCKZPiYCSoQijUKJJlMUvv9LWBFTpE2Q0SoBbaSNvmlsJK4swW5xmHMkJiw4iecvDPV8tm0IDGLb94XwPorpeTIGjGWU4mwSdequSFueLwFK/GCBwLlcyAbn0NIxxh/8dREriI0ANgzwK/l2zy4OKuhYIy+qTP7GStvlp8RyKbSGWX66OEwD96QRVZrhZhjvZQtXBlulgF2UzekAgsO+CofssQQBN0KXL528Wr549dwlHgbDJyKQeRBv9r4H/uf4nEQ7X2CFAUlob4MMDUn1ZHwVUUxEdqx2F1AOz9pJARnXDY3BnvWmtcAlWhxIoZTVoaeginJB60nLob+6eisoQh4lkfNauAf0cNT8WgltDJN2ns1RW1vrR6FnUC+Vkg0SJN9za7WSkgfUS3VQ1/JZnYuQvs4dmwhbFyMj9KiAbzG9GiA1LYC0IEo2a9W4Q0QgBOJO8kxiijjCILZWC7vtP/MHS2GQNaRDUYMQUsFNktOikGVEBwJtqnyvyQFLl6XQjWCpkKEIhXxjHcAHXkxS1KTKMiLc1FWZXxZNuMqRAr2O6+PgDgPK5yRT4NcAYRy8nZbbDvM+THarkR9l9w8qCLmoOhVr4cqhL7AjshOUcqwua/BMTTezy7KGv9p3qWZn2pT4kKfIk2tAre/X0Y/qacSPmJAGZKBDr2m5XXTu3eAgNdLkd4HVyDiwvnOxcv7y/Pz8yatXVysV3KTbSb7hxoe+UgjlpkCUTRatAU4IKDzmj7mzt9+61jch+FmubBN7O+xsdyOOacrpTd4U0vZuD6F88Y8zjF4oRO1K7G07gafRga5dtszQ8oQ/sQ2G7oLXecpWH4wQgGgAkDFSgygrqBCxQ+h9WS4PQopIBBGPdtikLSm4JvVOF4LkbwSNogiTIpUw9jbStwhezZQHKYueEJgofJimJG8WwWJRWsNuLvyYBWmS/ElZ9WmbqPNaKJ/z0jeLSlUWlIgvTIpd9FbPkzHwugRgI0brjWarLr/dSKPt2WwBRjOT/QALAjYazzgOkI1Q0Wbzcb4dx818Ncq75aq7WWj84IIon49DLiWlkYueRUHYTttRHOajgtt0VRfG4Wa5GSU/3HzK2JHVZ9fo0Y8oSg8VDlIjL0KqSRrz0c6WL179tHz5Mrc4r1auXr4MBc8W+EzO8ZRAODgnphqo+TCEIlHOveMJ7gaBW8bMF+xwdxbfemve+wp+ltsqpzxKhtsDYbxI9fmQsTYXxTx0i2eqmqnnZPQqR/TgrmsevMVzuTwooNx0SKZ78WCaKKLV8fW8MqLATLsIuHiUtd+yqEBlk8fc8Me3X+BsImFPmpsiQYukESZ6+B16ze8XRghAiTZqStYPICekfUkfswD4dxUm3GCwZcONUMoP6V1S9kxTEBqpScaYcFNktDjiWyIIlzDzwfhDdlFegWwWgVKQup6So0iDIav50I6UMmUSBmJDMyEi8gGfTv4NVWikUTLltUOO+ZxMA2SmCaLn7ROAoVLW7niNgtQVIjfbDtuzsyEG2dhx/SgoNkJ9YTOLCj7ZtSuUVBBln0ML6wRFD8+8vZKfefuHmXjuzKO5me2Zn4d/zD87EwUr2zM/fJvP/ce38ZlHM3P5MD6Vn5mJz8zkz8zFy1/OrJx69t1Mfi6cebayMpOfWWduOAxpRGEa4trLgYMIwNQ2QmucxWivRT+C3aD10Qb5BgfkXmbXCYB2JwJsmQIYvNippFB5m6FfOUvv3F18i+fqdOBnuVINc9kSxneurASwokfpYyS25NLrR++Nf1nwsKTLgxxdZ8dDnktJqZZTbE6bRZ1kUXpZbTJtId4K9Z7JYTqgH6LLIhIl/mRBQ1I0ZJ0+NUwH4Mf5gfKrWEcGhgUg2ijbq+/PfOpqwoWCxxQwr08RyR7kElFPYxlNcobzHqFZDyMWvBDZGpd0LxlBiUgZQUtHVnVCILILW6NkvhAHYaIMJ7F9OiJCuatgyi4kbS5LX++vwMEMeFSLpExT/aTqCKRsiq+UPE/GgMmN7Cu8y6k+8csvZPrvVG6N/xM63+/d4RpCTIJgy20lmDOmLQzXregp1LR4NoYOVsFEKEKxDbEDtNsXMzdkcfx0preDGmmyILYKQP74oW/7l3Mr8Vw+WonOnMrP5Z/98kz+1MqXp2ZbM+GKm3mem/tf83NnZr582n525tTKTPhLSL5TcTA39x1cZ34+F81E+bfz0fbMBjqZKsSPki+z9R9EAPKrcBwgNTpCVBeX3yni9w7vZjVnZgza+cEQXn4WX35w7cG451z2klxHPtZOv3X32gvvEEAA+l6lUVn1KI8M1Dvgxp9XrnH/RB88/v7xjycey6Yb3N/r3vU6caKJUQkJGF2jpNGPnSCMwrAVVrc6IUyVvdosTPpFVA2di5wP118mBhIUrxUJkzoOCQbFMAyq9CPS7k/uXhEMC0AygWoTi0LOU4qoT8BNNnCaAJeEGdxcKVP5TUyqrmC1wEwzM/lCN6MLS5gKBHXZ4AF0U9QoWg2PfUd+DMoIwwvZQhtRLongPS0bRg4RJBEZpCxDmsqFDDIKvSyyEUJijMVscT7ItHZRVjzL1nIl/KUt1tdsdGMnoMe4P4ZTDISMttuPwyai0FoDVVz9UrmcBPGzqIwpaBS2o2cxUfjj4hvGXiTE5TmfH3gqddmNHH8dSQ6Rr/GB6tpWJcrHre0wmMlH65szM1Fcvjm3XVlZiZ82Yu7ogriN4/wc31hZaeSfbcftmcK2ewqxR0m8srJZhfSL8yv+8yV+DATDlYOXAwcRgHoXWOMimh9mNeBFqVQsYWSACaAhH0HXM7N5Mhk8WLy7+J6390HQ4KtxfcNA6fI8zxnrAjVAtlR1LQ7RaIq4ewcaqUZvWJhb/HMvvv321Ld/xHVGV6+Df9j5l7urECZs+qSEn7+rKyK1uiskkm7oMpYYE2UPEpKQWxGEpCvQkVGRjZmNME/Oh16ZsA5Zi6PAtVmMXTvWK4RhAahymEjyYkuKngSLVCRjBpmgYtOT8pDaFgPQ3OmtQElP2gyPLUsUZSIVxbc2Bz6LKOva1zQxfGrKjpJEexQlyyIveEJHJClVkULp6pDwGQUlYDJUUXwEmUySSYkgESwYqe0IB+luhwWQ1o5bKMpJuRGk8RPvvTdgQTTYcDhD6SEEyRP8IX9pNYMVl7nwRwwC2UYZV1JlaeDQ4NED6DjmwzqwJF9OFzhIjdiJ0Mi7jZJauyGwRaBcVmr2BoH6g3lY0QZ0mtKdxbfu8pNR/cCtcS7b7Tcefpbz2eD4TIPJmXJqdlmVvnpHLryxuPiWfv7qt/V4/e0cqtqoqkzoMXKhoOg77OoK4g7SxEUpeAAkIWsgYwejDchlDIINJ72ZNWt0TCOqIbqLGUQO+WJEEIBlZhgOX87XD8MCUPw2QwLE2q4yreJTN5fGpPZO/uOmhuErhrziereqkDqY18PENE/RTLEis3XvuODw+YBJP9pV1ZYA3SDKOwhz3ZJ0WDHMBhAtvo9F+cicirrpd/yLiJnEU6FkZf0y6m7KyusTgGm/wuChO7DucZqpgnAgoNhXS+eAUKLWIVZRKceFJlCEZqLBAVbgc3YLF9cx4MWlHuir5DYPHgMZTeQMn4MnLaguACbivB02HKRGoAHaUI/myrIROrlX5s2KMgmPYRxxceeqTSbZMzgNccNvqvRAq415bzLJ7O9nOe2IRSLMhdjGHqaB2+eETV25hRnkXsx9+OAD/Xh9iJ/ZPpDtwx6v91JWEIiILGqQdUwLXCh6RtZhRA3cMj2BR1w1CiTNsnIgXEv42ooxyTotM+e1jaILbCcg5xPyQYy0RTdpDA4Xrw9GCEDmlvxhRlUBLLQ4rfKzvBQ3sLNYqhVyLCs5QyTw9NyWteMJ0t9YaattvFOkkjpM467QYCgACIygumLFyMMICd9To7/HYE7gS8KZnwKJwvgKpdUKIEWSJKi00NNqx8L48zwZA8Yyp62kfDEyKDf2urt5D1A6d461gVytuQ9vVyih61wQr5XqXH9O6q7aRHgLuQnSDTIDzW0yYEHIKPISVFHTYLkI0ItAXvPPfs5g2n2YRdT4aF74G2oWwkGFXAVJuJViEIppsqNPXNh5n/DEcBABmH0VTo2FzR+Xcm4eHEetDFY6Fo5Fo0nvQa2uNP9gtcv/Uj0NNyERJuz4fg2w+2MnYBV4rRvJyw2wOnCdEbEvhcHk6FYFMZpqgxTUa2FRQWVDsVgykrZg3OhG8syLT9VjyAdx4aYTgIDMSlDXk7TwHi91GWRvMEIAKv9sq74JiP8qgmwsb5cVuNC0rTmQS/IBqB35YNrZftSWrMXAIlUTF8jwR1dmtTRFX8Mt4yIG7EyVkT0Z4cGlO2zWOEnVXGA04xiWtWaL5aOy3ZqXiqVKpq8ns5umLpbV888i7sN6FoXpl2fyPJT75UjB4v/x38tNHgZeTk4vLt4IXzTKjaX2C0xVFpZcefNfHjr3xPEQBOQ6jlyBByL4qLuBCsIBA8XnEMDaMuWbgwRFG4ccsgQIGbf9yMEhBxdY79EZn8EM0ejJyieWmhT8laTjiTaSgrnShYcfXRl7wM2eIGvE+wGuASqvEuVqnvgj5zTReDIeIEgl9kUkE8iU4S9DZ9IHenGCme9ub5b3AspB+kjHUmCP8jyEZs1xGdo2/0yDziTU56K5V113Pa7Vs1j+/NNZuhlcYla5X9MvCsOkhSS56Kxw3mq2+mwp0Ys3BGh+wVSL3oQHyDNTFkYyOoqBGRRV0sQP/ZFsIe4RAd9iegRgV/3xTcC3dF/nCJQwNEVZFjQLa/KoNPYdT0Fii/hmFSn/yAmNSq3KIuGuxqUk2PQQTb2Itc4AeKGBIdy/+2smQhUHIlFp0N+C7WJ6imMun1d5s7MyUtZniURUBVEWwpeokwjAYv7mzNzMmf88dWYmfHZmbmZm7tTg+biHAqXipX8upltuq7UVXL5z93SQLLeSZgKND7cgce00iZ6GcT4JE5fyJMH46cRfqlNByBMOArrTxSFBYxrHAzCbnMsM3rMwRmCo+EdvDSrgN3kuvosC4nG4WVPjBxJMvc+Syz18uPT9gmwHhawR7wdciOxp2q7yolTML1uZbxwsjfGENhSe4y0bMvwQyZMZBEwFIf322OV/xhaPNMVakOdIzsSYoZHLG8t7f4dwCoRhAai69k1cTaAExqsOrPbhI12K9eHrnjEUpk6gtg8XCBCPf0bzfjDZboiXReLdgmmyu+imYOIaDkxhE4dpC1MdzTCtxRq6RbUSMJbQ5DQvJS56uFtsjww8ZaXOcJ09uwMYy5oVNPAw/CFqbmyFmzo/SP4vEwrzlB99UEQn4O5XSG7XDByPk2mN7CsjgAUhAyj0cxwS8ANHuF7D7i8fbhjzIbQanhQS782GwQfPQUmDCgcy+HKg4UAIQsRhG7E0CSagS8nDC0uvXQOscR8gWgazaAVii7DWxvyzILysyWjJjGUm0xgHnPCEegEDE6Wfd00OKIf4hRRt0GammAkmPYpc67Pe3X4jYOmhx5xCH/gW0ysArZa97mYNQruj4aZ4sTahuudlYjCLoz3R6gmmCErUQP5YBwApkAeoz7CdseHQn0mZ7KIfcenNEAYYjmUm625EtC7GNz8UmfQRrkTkJ38i65cVSJi82LdFCCbLQQLEUWSGg9KOcIDudnBgp6DYo/WgX+FlQciatcAFYQr+OdY5AJXN6kAQVRK9Jgl7LUhzQdjioKJqZkzTm5zjBkPhQ6EqIQqw7YGI7WeC2dN/qyahLyyU9vMO8Ag4SI2kyjDZICVWNr9SwxGRay+y0pcosogF5NCI7Y0YjSD9vGNv8DO9ks+1JlLGZcqBbd/yOH3g7p848f33P9rvxPf2k9VcJ07c8pgTAnKe1rtnvIwCF7oyv8/gnX2wFQbBZv+ghhGmVh7Ljl262kuDYQEIkYBK9g3AVzLFBOtAXYFeFmp2BNj+CbYFuGFht+jUmnwYk3eTR6pcBdIhyh0kCh7eDFm1LzymAgOCinGplgKBGHJ3MRmTxCyOL4JdRLS5hFIkNkzRUKic8iIDSMTzZAy8VgEYhUkYNvmsrfyk2tfPum1pSE0cAypIkIvDnIvz7XAziqOAq4mYSYdx2C5Egc6x5GbDdhhydTEI83E7RA8vxMAruHYcR7VytM1vdcV8RdnF68Dd4sFziFhtI3qVDQNyW0kKbK2glCxMqqruBgepkaZ9E0SjH3NqwzjbIkftbNQkClsGh2pgobEQC9aBxkJtfJ/SD/Cz7IE0EjHitPLi3SP1QjL37S7wbx5zQmiFLgqqszvJpWLUjreKo+c7oWu28gNbFdrVoD1aXELfnXS15rBhWACC4xr2wGgZ1iZYC2oN1kKsIbBKKDY4Bpo/7AyAXQqUqWuoMzURH4LLNxxPQgFqR4ogmw8kZV/1Sj3TAJUi7kDKIssFu1cLGcXfFFEXf5B31sItP4iqQsACVN+UYdd9l2EpYxmUGuk1mW5TgjDhAQKlHa+6cDLTjpMZYeUFbK4oe/KCIB+7Qj4OG5A3fHs9zUXlrTyku23cAxvC2AU8hRLEepPllXMBLtqYlBUEKlyU1lv59nqjEMU/tCqbjWiWtNtRNeY57ZR7cZXnrFbjdq4Rz8azCQ/sj2YbUVSBHCyF8Wzg+FpwvJ1uIWql6UCijRhxvjGbr2qYsjVAA68BJgujZnX7gYMIQKisqnRmEqOgDbH8WetnA+HFIvixVr7ZMN3bVvi9j/1LPwDKIY1ayVlK6AeWt5GNsnxv8a23hq/u/897zA6/1+m2djy61L2oQv8LRy5eNFovuImwD6KwnrbH1HTx6AhAqVlgvM0DbFujKoBygoJBvUuy0PQ0CQtfO7SygbCpoAmRjo+nqQQDKF7UcDwmGhpbW2b6AEOWIeFEIQo/pm4kiW+YVPOIKTUPVuZNNvmZwLNA+ZoJEqLOBHwhRJIzPdrltZtebizjq+ZacusCz3SW705XawOYy8TkWdC9VhhZmA6JVoQBgFCpfJbPQ7Sst8OnED9b69vRSvR0O199/iyO4+fVWdeeXYkLEQnwQg7TxOxJnHdvQ0/joxKoZnaMnkYVKJRO36vlW3JEppbHz9AFDZ7bp6/bui3nMNlNk3LQCpM0CcqtsLmFe6vB3V8oWRDyHLoNOMPUBU/ShEdfbTqNSb0PQzdNRa19fhQ0QO4D1FDLtq1ZgBzZUMwxln5s62x/aOAWxBDOTDJ1W3udDyL9AChHpj7wx/S9dsDMeaRecA/ufHjtw+6/33UNxh6XSdxy4Dic7gBoK1vIj3cNQFobOkYQWedmsZFQOzoCkIOcWA6TVa0mINajmiGJfCUYjsI66LDRgy1FWCSApoIAOCzE8ChChUGZp2SMLG8WYFXviWtpBqnTk80AWYFdT3/hK/FsmJY877oxP1kzYtaZEzVVOi1JiEB4EYNJAwyTXsyP58kYOEh3OyhAjNRKQcNR9nMPHwbYAo+ISePmJialjQbFWDkKt0cOudDV4jiIo1Ycz0ZxiwXhcICq5xlYa3Sw9ddzQalOVQj+RdjJH66RSMMlt+C0cYLeHPNKrWUeo8XX9KkI8ztkOdIquZbR6dOU/FPg0kI9Le/C68ngIDWihyDWSqQFGENQKLUl/jBww1/KoRoMpSC4IZfNgIsuCt3Q+aF7Bz4FVq9g4kjEMkN3/yJqB4LXJUAOCUqv65ToYQGoClczoBxQXUNyQ3FjnbO2faXQSR/fUuglHLNItNAOU16oT94stjoPA+HNNpUpgGpJPkCx2BR945PIgotRDJd23XxOiapEfAQYSon4xCINUFY3hg+suOAPwhbFfrgsLYDnyRh4nQLQoHc5KKilOggYKlyD+4xdYStIkxGf9Qe0+HGapF0OZiNoaUUVRIMdz+Vz0NyoBkobXE54Aj8UPgB3swHoi9tmOXJb8CAuvd1WFfYIkyI6oD0iSOSCLafRhIxlzSoHgtD35aX6h4sFsx4MDlIjzZDDKv/gBFur7Gz+GnizoZWtxY/muGs4Rgw9FE7DJ6gCT+5AgHKAsOVGbRIJc4hWQy1qjaX74+DUaviYHegVKGbXJj474MX+/T+G+fAShSwjwc29fbw6sbvYQIPaa4c+6pcFggcI4C5CT1B30KSXR+iHI7QGiK5vPCfL7SEqMtzTBoSAema9YzyUBPJxdGPrYF112ox8YcjF2NL6cCMWwpCKXFLFYBMeA5gMmx8vodDDTwREiy/1wI+9yqKoyQqF4SRgKfBRpBo1ZLkwJdbVvKxwigF6dvdpDNdTPxyku70iGHNW6hpXFB3EJ0+GWVNBOAjVii6On/JYmTDKb6bRU+iUcGxXm5tRPnoaPW2nmHq3onyskxCissu3Q87GV7fpjBxCQpefnY2jPH0w84UPNE0ynWMSeIukBbiVvAYIAfj09KHsHj9IjbgG11uh8kKZxRhNnRaDCru1VmTZva2bQ7mV15pOgKJ04DBb3gwTDNiHA3wThE1eKoH4Zlbj4iBAZ3gR5ta4b5kXDP0yt9SNvQB6WwfQNXrcSN7bDNBJPFAZGQLO0vojZODL2YHSUVoDpPCj6mZ6lWc4XVKlMp1K/QXDoVWJglhJ/LPiWGkMkdGtO2/BpfCOJ6vYiKmycYnbuqSPQZ5mEZGup6uhmjmCyxOjGBUdw7EfLsui7VlUPpVxxGYNy4kcm1yFL/PPJuh5Mgb6utsuuHuAiT6Y2QuFA0oPO0leGiCkWRQ2C1EDs+i1ZlyFBIOy6DZcGoezYTvcSsNC8KQaQfsLC+j47bDcanDuXYWeGG5V47CxVU2adEVAT1IQCqJoww8tuPwivr0JkmmAh7ML8IACcL/rdmhwUHwnesd3UkA5OI6DXWQbB3/TBVlFlDriI1soLJQxpfSzhYWH/oIhMDcM0SAQe+ef6bagXgpK1Bk467cgKhJ9P+oH7HvcFOppy2LA/BPLI7MDmpesQ3sZa/x65usA32J6BGCWXckWSXi6OXe0MhorTFaxWYtj4g4nB0QDU7wP60p1x4rzahx8O0bHk5cpdwzhvsGMAlqX9+YNF1uC4igV5Ak5NHpEY5aVf2TEK48iAqeSsBCT0KKFO5EQhDDagC8C9JlIAObDPKd8TZ61K48Dwto///07nDlOABcafPZSuHP3w7DlZ52CCzYn9XDhYd8TGkbzFoPChywIaw+z6BcsNubOMNG/agmddrpgK2jR4nhEXBAk1txbQYIagu6zUS/xqELh+zuPPdEL8YxmdcVBS4UMIp5/lz0TXDoSD0H2VXuloOX09uGhws/80g/aKVo3zWzAlq/sDNJiJRy5hp3w14HHP5648iN+j398fOWjhI3cyPVdkkZ2oV7ME0Rxz2H8qzbDuiuz5gw7w+AFv5oruIYLuRGwxN4kNOrJMlzouFNUmD5GLSwHIQ8PpCrly9mB0kt5e2oCGBaAlmHJAKpFxmu67O0oH+bLBElEoSNsTCXZZ6g4ScyDKeSGJCmp8EeKVLRkFGuSRb5mcQf3ZfWIwuUijP5MSyR8FM9rywdjIT3knHVtC4IIRnT5MZuWBFBJVkQZapSUnsiZdimio+qpH4xlc9+dmpnJz8Rvx/mZw5CApb//71epOOECNDo/XgblRlnOdGnBlUO3urh4o4JeKDSGpEtLKS3mdHxVGL7dP6IZQeKUG9FbKghGAQwYuZazt0gDyq4Sxx+wvuTEXvGF/Y7DCZmsk1+0zFCSlzUBYkKHgBMuxICLhkY0xgYUHZ8HdqbAR0IDHHnCzs6A4SMcvQ/kYPAzzFzJM3Ad3IehTgF+qpLYYMlasl69L1hLv/vDtz2/j5Z6gQ0f0XhjVFQBDcVDfEtI3UDJadnTRW475JmPVHKAqphEylIMii5uFsK4FW476HXq8mwCMJEtbhpweT5VksN0kTRKZtssATx8OTtQPyoaIBc7JBmo/7KwYoCqQZpSdtcpMIbGm8KBR17xZ74ElNcQGAF/EpeX9EfvL8WNNzrtRgL8gYOiJS9ZM0YbWw1HXr56Ybecsy7ohVz40khKCws3xhAd8yGaV2dRXoSMqqd+EMuCeG5m5ZOVuUcrb6/MHcq3Xoq7fFSiloSSHKVm4ri5ITg9+OHzfsE9NN+o93sUyyyIBFcdU96n1agdFsKouhnH1WYLc+JC2J7lcasxOAL+sE3zXUF2FMYx9lnToB8Y559n0UsiUCMUTUS0RAXZFHjhTZwCQ8MN0/DlfN1Ha4Acle2CTDELOYl2TSd7m0Yf8jZXvffW37rwVqUOtXuLiniCG4d/KRcUR8KHm1RYY/SChyqHCgFoA6cA5S5spGEMTV9BHNmI5J1QP/hdU4yiuCGv5qtaZ4tYaxWSNNLGSqor0i1qGJkxWhAj2wrFx2yYKcB2dPYBohQa531ZVDYIcjLKeE9/3NXcWWQWl4JPAVTA6G12GMYY6chcfyMyFwKAAUR44IZOI9qkY9HUWVRTJKQ4pEN081XrUH2IPuvWLPDN2oqVwrBJheGscaYIZAo54CoxEaNdhYEvI4iG8WQcGMtYEEGiqnwFEKbtQj1tcxdyqq/29x2nvg9QQVjqOnTCOOanRhp6zBE7t1mJq9FsWKGndD1yGvUAFtpooUFFdr0JqYEF3NDwwppSFIuooalnVMk0wIULNOvNhBNx+ewTDiQA93IkV/CiWXaNw575dsCfCG2sNs75h4niNpsnWAv+cqgGs3Mvznx4rfu7xi2NqgO0ZrGetYCo7AiiAqd/WEha+BEvqyRo/OGLFgQ8L9Yteoj6GAllDzMZhhbPr25KS2KvEWkiBpjsbqXeA075p2GQ8FV1lUjFDF2BR4uz2xyJKTBfE+B+WOUbWZZssCJRXMhTqpYaPIpsWBnfyFNyofsYVjd4wVuGV6w8/zWcqAZ9B7HEmCrXVkVP3DJMoypfJoz4ou4N+QObP3plxJSOBeIvm88/p9wkiNqzF0XYf0VCCMqIcWccHKS7HQTCWdfmQfjV53Gj/XRQv/Pgsk12yTIHMD7QzPEU/lHAgoBBZHtDi4mNtMyvvjXDLTTPxPG7XmHK7dEaMjja2fhCOwcVVghHDIST9wwnPd+5gAVcMFWhlqQg2/zVfMh8XbgyM7/0+EDK4IEE4MTDF89CBi+862WAPw/QuKlOCKvxntymKbajQeOGYFcItra2NszYgCcDCOx2dJkbmLBkRBmVdqWjTqUfMOoWTcCqky9J4M9qF6JcPSBfCktgdECeIt11AayYmFjwWH1U+Wvbx9gnAEs80CtjtPQ+e4PdiqQQlUA/INGFhq4CWmtHH4BpVaMwkjHlD0EMoUWDRbcXMabSZLIQiUwRQEEsX/iRvuoLPp1OCBxGJ11OyLy3NBniMyp9szrm8p48lF+7MwbJiJzELH1AglFAxrgzDl6XAExauTSMwobTPpPRKlMSunSNr2BwkOVpNa0ggggbvWClgnBgwbigAYhaOl1kjmobrKJdLtQLHBxRtCrEwQQXHMYzOmgBSjY4ibPwk0+vBujlcbJQqtdz9aVrN/7lYMuBr0AA1sMwxNTSu14S/EzPIiVsxFkyUvwlE8F97svDwA19hcN3rojqhvqC8U06jBYQEcIteDymm34MFSYtQYkIXIQiaokE5Siu8U8sbQC04wVh1fdlagywBHmun0gwI9xIZpYSPJk3kOQL1PwrLi8gA4NjIDyzUTBtVGehAS6Tq+bzyqFHAEr8sYz267R8MyEU5MuqsBYOAxb2A1glreRiMCtJShS5wK4jjCyW9RL1IlpM1yM1uCw2qxm+mnExnijbuiSjk4ZRAXpnAsZEmRz7bZac8GhRf82c8vF3SUvr0+ZmtoAvdXOX/SjGPKNAZA4SBwNQARmYIlov0eRBKlxGgd3Ofi6xFddh8jDoEnoCVxiyTFhGimvopnEjCqN8O91+FoXx21E5XoHIjMBvo5rFQONVQZh6h5D0XyrDYDuHB2YK+YNeAoe4LjRzcfjREMPlA3NzOAEaxxwQoUshkKi9PM2eAicL9SVKvssDa5l7hgMJwN374Bo/Y47W7J19kB70SJ5ekAaIqlCLBq81/TL+jX4yt/y6BMjBgOMIpA7gKGiAGBuoAfo2DkN333TtJ4MiAp6sHmvhrClUkoIkwNBfTH7C8L4yMyzRZ3z0GFYx6MGqEHZMnyBREY89lX0LtizMUOmgjoL+ZplmBFyIqeQ6BVBiuimySDI6vehn3v4pt+VYYnuiNcC1ZNkFbrnllt0WJ4kH/W2ARgqCMFK4QXjLteANhy64YV8GylYK/zRxy7hggx2+KayIETTacWQblgvbz2bbMa3b5SiOgEjMhAbjw7nFglD0YyghJzg0iPn+kRF4TP3b7DY0eTytIOHOiyMKMeQgEgcUIAJbPEU78YMq2SbI1gBrn0MAjtZk9wYHEoC7aIBBELbDYOABUgee3rlx+vDUwmwNUGwGsGqss6BZjspBMPQmyJsF9Wwy8KqhVwDaiSNkO9Ul8toaOTzUxOFis2aFQB9RABq2H56AwzYu8aceYyqU4iIA9OCPDkJnFhleiiuHOhDFDiiwroVq9Z6R4i+LqwSoXXTyiD+zCa2TfRWEmElgm4M46n50sinByyJ2aVqo0pUXSOwIB+luLx2KLhe0ivyqVwDdyiVh4FC9rZFKLQtSAiL5Bb5yeAB3yA4/aIA3YjZHC3COXLcRRKGIBkS5fK1kSPYzRPZe4luSgk6rX+LRN4cAL0sAgjdhuzxO+AHKf1pcfOuydxwcsjVAVEeHg6gNY6TH6QN36J9h4C6o3YYEV8TlHf2A4Tg3+GF45HHswunReBMEGmDGeLV8PsKDi6zHpaqQB9sDLKocX0dElsscwDIMxqaKBSxOzETDRJnwLD5tpjNm3Y8rSMISMZFiOriARwSiW3OAgSDNzUgByFk8gXVOdkj40Rs2dEX2VOvRlnH+O7lT72eSb7IAHISdyqKCkBP4kz/ioy0iiJu06ZxnzMrhKrEy5EQErvFK7nlcxOdyIo9DQICQcjBZi0Blw1CSgkwDPLSd0AepkeY4GQItubHbXufyW2+9dfesd0wGu1QIh262Qt7FRRu4yVqP1AsuX9kFViu7tOYBiKLSmMNOO1CIguVo9D6gpkuD9oBQK2zmwtGvpkP0cDPD6wDfYigANQEuaY+rmE7BIZaL+WjbMHVRrtBHfQBTHNzYXeTF1m99g3ElTRjKrsJQhRBRlMypBDP5ZL0OJvuPITEXTIfyDniMqps1B0sAQQw0VdEM5AgdGrmhGxR0MSouoXtE0KLWopTkwazrBgTjzjg4KgJwbS9beEc92GFBNNpx5MYsDxZwRLJQaxoQf2FVzHTUDJxrkWkYCWulxPHsFyAkUDa5Mg8sPoV04LtIrZUCl6xRg6QHWo8lyVvJa4DNZOkInAjtRm4mQmGfhI1dFoOBdu3u4p29VEPwf/9qY/wzNp4GA/5iULaGqIEb7VGGx+kDd+9vN3b6/enGn/aUvdwaPwuc7vwUsBm6ZMwZzzxCLRwQgFG72HyFB6Ki7WEOyMtGVzZN+/VCjwCUBph94tVPVygfevQnVYCXNgrNRImh4oZuBF9INt0U4gkhPnsSHIpASqxls2cqolI2ylo3rHO1Hi4iyduT8ijAYJLmAwSKYcstkqITWWYgcP2NObCEiKI1FuJbmbLEu9qqcWccGPPK4w553A+8c3HXvjYMlXsnh2K10DBDNMEgp4dxrHe0g/Kma404eEoF4YnQa60oKvDthqjNg6Cftqtox3EYVMN4JapGYRwVYh7uHFXaLleOClHZ8RBoF0Yu5UvDuAoRj+MKn0bNSlR0UaHNk1STTkcGs5Vkgx3HNMD6rVuH9SrIgQTg8D5ASL8Xjcnkhjt5ek/D0K+++fUXG94xDBCAdtAHfn48x40jNccjj9QL7oM7u8KeBCD6ZtHt9jUTDIZboyXaWoIxcCCjaRAsjx3oDv9NkKVbGSzRWeS5wRUd7tErs3sFoK0BSiuCwYGfehEu1oNVgxQpb5cNSgEdVlESQMCmL8SMECncRFB3RqOiZ/VpAV65g1dGHobuptCRMvsNyWkEpIs34BDZaDEOUTurkwyhjmjxZSgKZTRj6F0W/i0TQpILVoIsxp1xIObV4zmwNiZj8xAQCtg//P1/v0T5MhlAsuAKKzfuvjXfE4ve7aV/Wc7Fcdx0hZinp5bjMI1cnW9obg8fVsyCQDABwT2No7AxGz6rNNbjdpxGbZ6Nn8QR3wXZTrej/Lqzw6HTerQdPW3ANTu7HscuXY2jfNyoxtuFuJE2osp2PsxFeYRG0Sr4aSMKDKUYaPer7QMsLTz8/JBeqDiQABzgSvIibJSbo6TNIcDyF7/+4pv/e+xDNpQDbVTjsQZnDdYY4bW86nH6AAoXdwh0ANp7ffDyqEcSXoIGeOvK/R+vPOYb0RKAwfP89tNtXmiXXegVgJwCU2UE16luSSsS+03PokSUvkSZIjtlEkWRBRPXULz0kM4IiwjajaFEEGU5pYp5GxffPJYCOKPGnSqaCPPyKcBA0xC2FvOsscjXsiF/SUo1GxIBkv7KnaiJNiMJSwnJD4Z0wJ1nAJ55KzPxzMzKzNypFdx/sYvM3A0u/v1FHkSwPHQNQdfPfbh4pyBbD2qjHeTChJ9t4F6YuBVtxc+iXBhsVSI39L1gFQSRirU0SEJXbJSTNiYxfNOVD41bwWYacE8hd4Fg3pMmbjMMgzRt8eTnJGy6oLERNMuNKufHDYuUhDofugVXi28S+0ELlcrE1vj99lrnIchDvQpycDiQAOzVkOzoQ+94CVD83TdffPOpdwwDOiOqQ43VP4n3AzdUi6AIrnUuD3oK3HUeFHoomdWUI/549cCYNMd4exgOfRkCkOdD/PgYYAIw2l7fjjFUr2/3LvayxaApeg2QgwRFAKUVuE8FChUAE5IBfrIgQBJD9QKD6NTCpLIzEpF9YKZaMSao+UU21qyQMyxfzUK0nRWKpXzAW7QZaF7MCK2SyYzh80WRKl8QxCXq+Cs1+ZmK2LNSSC/RMCyLzzDmkaWaaAqMnpKPN+Ob+Wozyud3rvldwTZF7RHKM1e9rR/QgcNqI2gVohB2TGVzrt2CUBtSUzMBCOGfg4ziNkMunXAnLH+EHHhSqtv3StaCXCtZw+SHuNwUi+ASn+OCAIY8YJSID/86t5Xm1kqYEHCI0dCoFA38N0FyuQt6FeTgcCAB2JkCO0i/dMzc7rBg+fnvfrXTGiD5bg02G9r10+itCukHftWdv7USkbn+SqP/d5TAl7MDL+EpsASgwATgLOTf0+04H+d7twz5FiMBCICIZy8Av6ktgfWe61SIpC5RW6PVAhAEN/DVSdj4pWdR92Ko6g4+hkvJQxTrGaYgIip7DGNTQ5D2JYJKlDf9mCdRsTBcRGMqyhDS8yuIpGn5o0Ynl/c3JFiQIWaLCqvKo1Bh+DyRPnVUkhBzxsJwdzvS04wMuDzYDyyIhgJojlB8uFEw5J7GYJkHaQVRCI0udeFW6hoBD90KgyflUgTJj54nBBhps8wtiK7Q4EdI+DClHfLgaKEAQywGV5GMJQrotPrD+izSgQSgsaW1CT32kJYkd4Lej0MNAcqRtUqOyGykrJ3ONQDFmvu3ZgZ2fMHQz/ro5KAMePsYyJGmOu8woD0NJthH0Rc0g5fwFHgJog/q34kTVyQA6/Hq9npMLTDf2/652sobBSCPveY+QEkQ5pdKGxUiyzZtVLSkickFAyZ9KbxQYFP5hEQE+cBiyOAUbrSRltcO4YHYsBHBU6PMpFqmm1ECLd4l1CS5IJxInWkpdWaQCMqxovmIPgAlgJ0BiAATwk5PV6QninSWe7isCMQWj8bCxN1t1Ca3ET1+2GuEQrhLnjxMJk8yUaSCaEApY4SMo6c82jmKwyCqbMeRi6rPt9eft9ejOP80jlYjTCQwigIv7wKemBACOR89bYfxUzqjiIco0IYJRz5IES3OpxqIMLD2ssI/BCnlks/lPjAcUADWl6ubkNje4zUCnwKDXRzW2T0wIqNuaGUH8ApF72+tcf97D/9D3X136I0+4odRi7vkLcXhH3sVD6AMEh4gOYzDnfxuwJ/DIrgL9OF1zJcxBb5/5cTj+1fuP/YaoKbAMWbBQ1Ng3jINkO8CM7PUkygIYKWLRcG/o2cxWBaGSZLg7svrkYTgvXqQjRjqkORZrSZ0qJxBULGuLSIuaYaQSpBG0t0U11JjXtgcmDjpmSJHwjKlZ0qAIlyS1DBgUHaqScmtVIlpuWQJYbEQFkjMGQsTd7egjDT7AVrUIEzmFQ4tCI5AStve0oURXp2ILAgZsFZMMP0Lk1Cf8W2HxXYURtAFm1F1M4RXO2zAbIVtSLgcj6MJWlHUrMIvDatRSgTaXVSBZIzSBt903yrLly1fY02xu52YxwAvLDRvLZRqh7QR8EACMCpE4RbqH80OdW/tEhnOdDE2GPaKkZDheOfOYMjWtPvBh7AczID8kD5EH/zhw8brV4v6rlz65b9++Yc/6P9JoXC5UIkKlcIPsEU0f8CvEl2ehRM3+5cZ0agOm0EpxAAYbIZIDE6ftmkWDJau4OJZ1CyGNjjk2b34wrSDpgVrl2wU1QsRFBmuY3qed+HQnwKvLf2PL098/+0/3P8H0wCLsxja85gEr2/3CltymjcTgHoIwsJ5xYjSRTYwnoVAdRgvqEb5YtOLMoPtg8jew3gki+FKrpghpioV0VIkYYAGyVjKsiCUdxpGT24GWmNBeDcd+cvkzZKWxFRaTIXRLAXqsFqXV/tSDBISNZFRTsSjsaDuhhSC1rI/NRkAy8CFeSUESLXd+w/j7dFe+BV4RWGhXZWX2b0Zzm5H3up/1c0oH5JAhsW05MXfZkEkifWUWHTyT8EGRY3xNsOqCoIaIz8IRYd8Y3Rfa0EHcEGNE9p6suwQqv1+ybKKlYK3CKlBVdiCX8Dtga0UXAs3RYZxzWgRrWiNi2l5CHP1pVsLtxZyDx8fzlMQFWSf4GJ0Zw88LdZbB8CHDPx5MxgIGPnvAByjw6gBcjTWaI22DLZpKKcv/mBldnEghzwJ792+/be/8X/j9r0bvXBb1xDcnkdtgDRIygCpzJTikEJMpqHjc0RlBJ2BrYMahOWhuOYijHphbJ9ThgczJET092qj2sxXkbMe4j9Uag4SFZ7QkQZAp8EEVKN4Dd4mm/UMwK37/woN8MT9b//Va4CUfZiUbD/tnwJLAmYaIF3IL5lggkfsZeFZMPLBeCF9CoVDyaTuWU4VAUFCEI/op0pkocUFoIuFiN7VJnlDMoYCiuQZ7PQpyZ9oGT3FkN075cBcgckjkDcjATxTDRmHTlMDpVqSiOKLvmoIDlp7yXuejAFjGfV6t+yWWxsteyU42KA7M/nWbTna4gu6bjnZSGRJXBrxFV64+GdompTbNGFN+DJvmoBgo0A7UFoK4pu/BbeFhGDTm7wJwtKI5hYxhAtqLgpSvkSsWEgHZgovhlmqDG6FVZ8hE4Bk+HKiM0A4DPDpxhoP/CjBVkJF8/CRNFnLLWsMXwsSsBm6hwtbGkUwFAiFJ4IAEJlHimAeVEJkhmmXNUM6EGLyiwTrueat1y8AjxKgHJJ2NnCz/YKnbOk2PHcuueCfa1y7cYe/ezRv3LgHGwz+7tyAH20ybzCY1+2TImudm3TNKWogDRWuyWbKjkQ/5kSXYSkfKaYKruESrpWxl4uGulVQ2uDOAJ5/z7gkiI7cDIPWFr3QuQeXaDgFXl6+ePGdixl0bRcv7uuciVsnIP3+9cqPV+57AcgVQIi/eEADVHvsE4BeZcp4wedRpsKxJKgIFt6XiSbd8BGT2DV8pYhHPhq8FQ8GPUGWHYg1Kj/SkXjCHfQYAxFJB4HoSWI6SUluWh7gxo29TAmJmOhYjTIep1vwURSSIDEmoHGJq4CWPQaYNwnJiwlrf7XnyRg4UHcbGgQnXLgbgTRCTo+YUY5IMCsfC8KK4xogNMgowuyYG6Gjqr751sZAz/3QYXWTm2qAstGYDavPw3a6ET3HdJh7paFSwgAqFNekwA8ileFVjUkuLHBq/CKKyGxLUqB9gOsVFOrzw3nscHwEIDll0qQzGKtl+/EZVSXTgoOcqzTLaZiWy+VGmWY5LJdf8C6X+cB0RAplQFNHTDZ/LgyxR5Eo+oFXJQjwpj5oIfbL0IgJoCphLxtIZenoD/BBdE8YSowi66kIn68Od6xSmCtS1F06d/EdAuTfVVlkfWc/KiCfAj++//jxj34fYJzf1tcL17d30QDFVxWBZVFJPK/lhCEVSgHSqTSKIJgxZJBvvuIsmm5msi6VhmwZQXGKniSIaAiByRhktEW0AFGhIXrMgY9tKD6wkxWF0YeRkWtTWYkMP7hpMwQG9kRWVU2kAR4DUEHAh7Wiw7w4ivIuTDElj6N4tpEvz8Zx3ChFcZPPNeL1KE5nQzfbjm/GkHv4QxGIo631lXQzRQxuCsd8PpoN25CUoAVbHMb5uFmJIvZrG/1lbNKcPwnjkDYCHh8BqOpgV2NrtG5I3sEbnhqks1UidBou53I0q9mQZje5ZbffoMEuKBUGXciSkAbAng2LCDNJaATS7vylXDBhodJpyBkpxvMOKjWesldE+FfPG6kBQtCdvXzV3ly+dPGkzHMXz1EC7nIs00hYGtgGIw0Qv+31XTRAZpUjD4vAcqLQpuRCQFg5JP5UDOOHqqITCkzi0s6fV8lMs0I8bRokErgDTzKEYahFOLweYo/QLSuocQR4el2yPhT0VUWIYI+FUS3MuuGYqq76o/bIZBXAXAGNNWO5YNbg4+uJBoOQyI5wrAQga6Be4zfOMINuBWHKDTGhCxt13Bp8LyoIQ/NrhklQDhs8XjUIufDHJ4abYZAsh2nEDz80uR26VWYw0VwjCavwCx3HG6UI/sPUPsDKPIzmAn0PDPuukcClKOQI7dqghZLv8LoymJKM76MueTH+nbISEh4+I2XP5Rh/HNZgymNz8loBGmAJku781V+dPj3/v1f+Y/7i/NPLpz+l/ncOv31pgFdOcBNMRwDGj/gU+NH64DYYBOHWpwHaiGDKmKlUUp2ouklZ8uMSVS7Jcwo/E+zm4thFBYyeooC/IghNVtqMiggSV4JR2AyzRGGDt3JCPDotnKEggJTwoxYogQZhCzxGFRKjGGXGQjJSOC0WBCbCRA8pGHlGpFVO3A5NA3Rx75P3oBCt6cu5gMwrWuaDsygNZ7P1jnLk1iJ+ciaMff+InNt0xXbYgB9P0c3l1jbTcLNYqwjtB6EVo6AQr7Wi8AWItdUrkTrQsxV2+uRCTnKRIhLBZQWxp0cBNzFzWCjVS9wKzTFJB8FoGQMOAVgJNDBMp8cIYOGwgpFriyZCuMoANNZKsc5pFX/AVA7su8C0Vebhk7xuAdjGXL+zL3sIgigqbI5tDQGn+WPlYykfhX2vn/YBVOhodkh67bkcQbveqif6J0f7pbfRUKtCAGLauwrZtzLz6eXKuatX/2MV2l/KGfC+NMBbEH3fUwLaU+BgFuJPz0G2+zdCqz32CEBrqOgLFClSrjK1SE1d2pR382bqE2WMlDq6KDxN+YINTqLbxZ/Xp6UYUyEjReKaxiwLeg5s3PlnVOmybFDWEc2TlNZCmooLFK3kK2HR8XYmKHxaBEA1l2QnJ2ZwUoHsyQMz53kyBiZtpnyDzFsFzdlgM4kbbruVHY4RReV6dYte2ac8cpsuCqoOs8jOSUyh4yufYSt2FIFCq6LbBsFmuxC207ahhUmUh14Wp404tZhr0UbIb/eCfJyYF3MUd71UEFUIlblEJ6VuOX3uxljj72AWb0SlL4c0C9BiAp10wS6+0ldhfPvRBh4GSwUpvqBI0BS4fBKjQ12NFKOvbvuG/QvAsBVGlbH1nbqii/rqsBf4rnVl7CeV6nGh3q76OhyCoJ2GUWGw2Hsuh3vstwECrhzGcgK3L3Di552jgM0CiKNRGOKtGQDTj37DUNrMlSDoLl5cvnixUoahByJaATwHIbgftfVfHn/kwQvAp9QAMQneRQNkKzf1h8LFGrk8KI4kciib2OrZIdjicbFxS5YwkP6cwsIje0RMA4jAoBJJGWY4ioxUpIgRS3evoSFNdajMn9mQj+9KnojRhiXrhuahP+PohpSzJ8X4WbaYD6NHbOKSoGQq6KOofro2FiZtpqVm2DvoBEHkwjR2uLqyDb8kLjtcXtFwUSHZhAAsNKIOEtS7BLKt7Gb9+e2NjSCNXJX79lKPBkKg6+Lmizgwmdhqlxqc08YpFEXriVAHo7jVDpgiSKkg5FDQjPPxDz/YsRnbP4CkxhANEQxm5bPdc1wxEyykjw0zxl35anjkL6sTYpCIX1fQtE9S3J0sUwCyjR/4XOg9C44O8GTPpmVtBLjNYPxhnjxJrLY1VsfjDuuWGydbS87VeVRtP+y5HOn9L/9w//4f9Hu8l8/bjQMXR+EyxmDvHAVhvFmoFdujC45xORo4YDEJc2G/qPfbAlD6OqfAmOxevFg+92kFsq9Svnr1natwUQHczxFJud998Wv8aDynM4io/K0/iuPt3pe+Rz0FpuRhy4dGZKoZWi9nNXRgjsRJjToAOwSbP61cgCMefmz8CKE3vRAmq3UX07zoLyufDDEJjA7sQF6fgAhSl2J3IbrykAXRq/fOaGaX6qEYjOk/eGUlMHluHdAENRNTPiwGU2R5bdhjTJXC82QMTNxMg76GBPUrpcBrdj9RVAobjXIzDRPn9ThitV5Um0G75WUWGtAaYpUbLgGan625eho6F7lWoe4K8kH9he0GdEcqiyZ2X8yivGVIzrAB1VBeYbsEbVL7GFphSwUBDioqdZvVqB3Z0VbtsEWWGedtrACHPP8YIl/5w4J2wYHDBh+NIbQoriLa1afj2Wkwp5HzuiRfa8kUwX3D/gVgaRdt/9XCnsvx4t7iW3/601v83fEN4WCAllJt7nzOdHu9jYY8ZnYf5lx+UBCH9aDfCy200FSTz9YAT58/vTp/cvXcpQfzlfnVkyfnr9oseB8S0Es//H5HZxBvx0/1GGRIA+StRwCyIatxSy6o2cqD80zNMdmu6SPB5nsF+gHaOTQribssDjHlRiDvtMEwLy8x1VcAclhsUZFLMoody/JBVE8aYWZBykYDdvxoRT57UhNVRTWRyJjIA7KrxJB33KgTeqlNInY/LA1wGCbTc/bdJ0fMGEbQ6mZCBUGRVRHBcivF0OyCIibCaAK2mMEa5p3DG29+EOSowTvZSOZKy9OWXboQyULhL66KsUpSYKfBnF6HYd9GTyZjzFjYf40cLdhzOdw1f+jfnRvX9nbu3xhAJT5BlXrXSHA8FigYc2aOywVDR2zDb6BHuVa70OCZqnWuAV58Z/4/T87Nn129Wl5d+W356YP86bOcCEsH3PMy4O9M/sH8FZ1BlNdGQMjBndcAIQ/Uatl8TSeC8GCzVffQaE5BwXZPbUpOWeDHDmBxIU0QQUGeEO/mgd7BHqHOIJfiEYWJSUohDBGUMiLL3f0ZUfwUiQ66mbJdsONPOzB5s9DM07IkEjDpUsm8r2zMJG97FYCucvZs5WxldJM4wsCCqGIFYhBHBJNi5JvUOl9ldGHwsnFEowZCaacTduLjAlM16nDwUezs6ulUtpB5chUi2wTgQeEnKwBbP6TltOz4e3HAQeQVQhAGcbsc2fMwCsBy+dOr5V9dxET4cvliuXzxatnWAIvLe98M/cU33+ACfGFT4O5pMLtogGzGbMi62cJaVz9SiJozuwvC6KacwUWbegmtWtjzpOCnXqSOIGSRYA+R8OMECuTMgzE6l0+ZC32iqgv+pIOLdEUPdpoMsIwog4hETcV8zIOzbcZQB5UPIzODdtd6vjJLjWeXpjTQTIvrdxYX7+J30I87vnJQQSj2uPqBGQAHBbr8ONEZFWCzcYqMNA/y248X4qkQxGn4AYtcVBT50qdnNmMa4Hl+S+Nw9sEMCQ5XqMxWKoUdp3JHEIbKsRtsuf3PF14jsH/XW1DuuA+wmOrBB37n9BCEAN0PvhB+xeXloIp5dRiGY77DNABrv/r9N7//5ue//8tffm1T4Gj9kV4FGXoXWLeuAPTKGpsqRQTaOsSDb97wpkValMQf3Wr/1uiJmdOWO/0Y6AMooAyZLnpL6AgJhCTtGCCLj8RcKBLwgEXyeuyrvMhpCqB1NB9BEpNhlMYqA1jMcOaFGbC0cGVKJ8WfdVtm3idpnXoXTg8006eLd69du3Z78fas93hjgAVB6W0djzxmxWRjio0msIJzGirQLOiNO9BgZCGGrtgaXGzksYpBMEcp2SxNQMlOAbx8Epp2csDVP4OBGgnOXsN4tHj39qEsi71CGChHP6iJdoE8X3PQoOqUJ5i78ovm5Do3hA3/WF0TAimzl/Zf7Ceq6U4PHQ0+vHNlnrr7onRA5wGuIes5/AlraBo6gVVAlOXz8ydXT86fPnny+TLnw5SFHkguuHz69EleJ0/Pq99+8fv/+MsXv6AMtCkwpR+VwHin02AALBylDYQES6l+wIKzDcOXZaB6561cS5MEYSTrKWz+vgsAS0hUp1QltNJNUkDWRX4Ip2MolCSYC8YDnm704zMYesAN6haqAFzwloDDvRORaCIrH9SE3PyzWELx6PQhGljAG1E8T8ZAfzNN7929Nlf54K+LtytPrl9/dP2Tm58FuedPcpubW49ufvLvjz65/tnNzUePrl8/ejNkFkQv7KJlgn2ocY0EVJ7JGbLM/Gzwyfw57mkYQZBY6P1RgeiJwiAbs7FFBsYaS5NgU+D0dJqr+30wB4QBwXF28e4dDkl/veQ93hQYKEc/2CeD+351FyeEphkOpsb/sT/1un6Ab+cPYHswCkbJm6zLXh/2R1yDQElMfaOTIv1AkKqHIfQDDwbaBYL7//rlfcI//EGLeE7vdVCji7UH8+TtO3du/OnOjWt/u6bp8vPf/+UL6IBffPN3/ilwPt7mPujBN0Hs1iMAObKj6Cod/xAynhP01YYIuYwJ7AIqmulkWgpk+T0+iy41iw7GRwB1LvqJCjliCeGnmAoFc72G5tnoMayfMZT+SoDp2oseUgVtEZGJIFC1aTG9j6eEy+jDohJLesofmTC67Mc7Qn8zXV1cvH1j9vbi4o1C/dHN9tdfffWb5drNdu75Zxsff/f19e9+88nH33338eb150dvrsKCaBsRB5C1Gs9DgCQsafmDH4jjQQY87xnyq1aSlgEW8XwE8B5/dgAiYXQCy2CKiYEwdLw046uHgfm9ywr+SPzTl+c/TD8/DLb010j5xp+vzaxDAN67+u71T764/ugmeP+Zy20+2fj3Rzc/w7D02aPN7UfXb+5Sz68e+ssxAGyk4HXvlWtwx+/jE9z8e+L7x98/PvHRhVLvpLiDq5GfJj8BqL9s2k2GfsA6MoWAWPjLi8qBmejsxOPNKllgNDrtwQdxjwui+KSleLbY0RDsc9WFCU6ETj66f//K/fs/nrh/X+vFaZ7H++nBBuuvePrOnTv3bjy48+G1DyUAf2ePQAA2BZ7N5OV676Noz+leASgho1JwdYdSgrJB+ZbCZSFyZXMkYMNGLE6ENCDIn9Hg8iy1Hy6OGYiLpCTKiChUYikqOUoiykln8oTLVDd5y1TijKlw1qC9suIRlCOQI54mcaSEtBWPSTACMODjc0BUS0KV7HkyBvqb6aVFyL5LNxapb0S/Cj7++PpfrscfX78Jne/LR9c//viT6x9/9qubwWeHsUvrkEEFQYtdzqXb+oSHCzeC1C0nodvkaTTBhnPBRgqfgIc+86W4IE3CDTRxfhokcdUNl/L4j2CjitCgFW1WXOSS9AVitXRCdDGKNKoAJPUkB/2m79N3/nQjfHgYT0H6a2QWFXKj8lcMTIWtT37T/vr/848Qddef5D7bbHz83T9+/N2jj69//NX19sdHb0jqL8cgaAhn69Ullr6QbnT/X+0GuBI3eAJCObSf03QKjR014PUROtjY0eRJgiqJ9A/WEUa6KOJJ4IaBvqA1ImBQkVfqcIZRUI6clECSN1ylkQvbIXeOKwrIs0cHP4gibET0RclgghOhk8ffn/ieAv7ECe30bkr28Yr1eb15HYXzwZ23rj3QHOv5r7/45otf//qbX3eeAhP5aRw/ekK3B8/pHgGIAjKHKo3YLAkEQ5IQXjLEAC2JS5DYzQKk2onH8EUYCuwnUX5rIRkmThk6hRaCKKnwgw95zfFCyibxSRc/3XH5hDo1SNXPuIpoJAW3BLchEhVxWKkUusqt4pgCSTfVTvNDIgiVKsmonidjoL+Zumt3F/+6/mBx8VqQ29rKJW5j64lzzXeXn7wLW8tt1Fwxt5FbPnK9zRckyOXDWhqHcVyIo6gV5fmpu6SyHVei2I55fh63gwKGXaDoK3hh3HB5BPwQb2/xda8oKsQ3o/VmGD9tRy6OK9tRtP58GzEfhbVCxDeBUcmSf6ze7BTM+ul71wrrn0BlOTD018g6hqT/72Xo5PequV9tuu/+cv36b55//MkXN69/8vFNyL7ffPlxe/tRsH3kFMCdBSAaLFu19STrNrnwzuJfbxNu3L4Byw1cOgzLjsC696ezXBuHWuNjWo9WD0R7R4dh4+ewDysx8CtE4WzkqKRQv4MQo4LAu8VhN52d5UZS9GZboaIKAvokXiu4ditsyEurVbjqUSUIq0p9eE/LBCdCJx9dgY4rkA7h+G4vhdp2heNo6dmNax9eu8edQKeluPwOqh/Vvy++MAGIlvzUNMBd1gBVFGQbfMGf+pL0LooyY5lngBgGvvFRbYcF4FFWMcIhIcUmAdQAsUCms2sa+PQi3+Sy6iBteTI2E1EYZZZwRFf+8ugkYsGsL6D4pMxX0TkU+QKoYkSCcZEUvaG9m3wVKVLZ0xQ4N3vjLnrc3Xtv3ENgFQRMboA9bqvQbkRVHvPiylG4FUbRQ56QlUAqxlFY3IyrPCkmiqIG7i9aYRQ2wqiQpGHkXLUdxdXnDmM/9EF+oNNFQC3EYRVKZeRYYVQPCNo+ptXr+tIfTqdr9+59nislI7VANEFv2xX6ayS99ufF2xiS7l5rcUh6t7mxsdl0T5obTzAy4YKSW6xtQSh4/KMDAy1rANhgOXaz0aKhYzTJZecBZkf+ZeAPR739lEc82qWuCYMjvmkAoETtQAoBK0i0XaPseGYWOw2xGAYji4Qug3lCsxyZHpFFgz9oF+sudM2KfCwqdZ9w04Uh00MGBge7iabAEn484EACsGkT2lVogGpS6dWwWsA/rNpGyOXljeWL/wVjQzNiHoga8xHI4HmAduvVAI0XkCCUNFYsb8CHxYPgoL98WWBxUIgWiR4w4SavjYSEDg3vQmRSIk8Z2/ONss9wzB9AwkpNUlU4iMe1CyNFWkyKopr1Ki+v3RHBKJg8JKEsHqIpnY4e6X9w8k5i0lJ2gMFmeukaBt0PDv8Tzy8dWJCSlvgEkFZbPOa13tqoBym/tLnlihutcru/tc9cAABPBElEQVTlcmG6FTQDp73SCVd5IOqC1gY6DO5b/POT2KSS0pmiRpPAoYZcy4Yi42mgl2D0LvDWre3TQa6SX8gldm7HICQfTbxFpr9GSs+g/QHuvWkPgXcWgBqg2Zx5ZytFO03zhUuFgv40q7oDLvsbX+tm50BvhLqSKR2iwHEfvcQIsmNKawjYoUxRYQQmyPpDen4JCXiwkSxdVBxBkP4KpprKUzGoSSgqgrmyLGzQHRxzJtEAH1P4XaESmLDduDznsxCBT7PTQkZBR9fEiK5FwKe77QPsLQP/zL0V2WSCKUgeRypv58ERuaISclHAuASDgUAULuegXY4Zw+ggGRpkL/1A3MjxDqIkyFzYCp/GLMooxRdRxrF6lSujDURVrrC4Z4P6umKz6QjHlwMX/4zHWsOdsTxPxsBwM02rb9qOM4EKwkIHAd9K5ocR2KY4MHmpiNaOQDC0VEMXQi8h7zSw6PRo4KlmiQxGqqXTzcchHK7Yrdh+GMlLQLZMWwOs1x9gzK59Xqsvjfw6ZnJrnwKQQ9KNe5hfe9ebA8MtqxesRsRLtGbWGvS1nJ36R8nSsZlDN2BLWhFgV1zUlKZFchk91iiD2A0o3uRJBz0tFgC4ZkFNm1Xd3MJ9xrogWubpNSfEYzl6oNT5RPRYSD66f+WErW9qDdDZfBZqXTzJ8nEQbef9Q5P+N0Hs1hWApm8xu+KYymo6lFgI7mdamFQlNmrh20+LcLIIzdiB1s9lUO/j8WGYB+5MDXY6EaJA9hgEwq5kTd5K0wbTLQlli54eCzF4Q0aJRkwY8lOiIi+Tl8lGSjkfzp+5cPHOyvU8GQM7N9M3CFgQbTavtaJoNnWYtrajyD2JCmFUFmcwZPBBH7gCJLCLg4W4J9b5DgCGqyrZ0HmXSGR1CFXDEy5LUpC1+vegNdc6T0GGBF73M0q7wVCN1NJLR2/X0e4wQcuiVOtC9lX3Ej/QbHftn/O/fuQMxFYa3SW5DLOX49yS1w/DigFQQGRoaU8wFH0ETKIBnvhXnnF//1+//V5T4DRP4fc0frpd2WWmJghmMf3Vy8CrOwtAtla0a9PXJHg4UEBicImTQztFh2lh/FGDMv1KJgy18kyVIynhyQdURUiLeqY0QxIxnhEzgorHDoQeR7coiDpUS4lF2dXVvI1o3ZtsVEkoqDMyJClDydrY5X196hkJQ5LheTIGJmimY8CrQQB0TwoJ2SUuZDOYpF4PBVQQlj5YdpW4yaNiZnnUc2V7NsL8QuMIOem5YuMTpCCyi0HFBg3dPALbD+UkwfzAbvppYFGSAv8UODfPl+EuZGIvsU/57wf2XyNHC/ZcjqBRqwMmkTVHEibYB5jcunL/yv1/uH//H67YGmBsz0Cyp8C7AE+D4UPgoe8C260rANmgKVnQctEbTUujwDCNjM1bXmzRtAOR/hJMuNQdDIGB6iKKQQ0wo2RdwrqDbF1yjGl/hFCDM9LygmCCi32OIpkYHQLMh+L7m9lFzsggBW/4UERmut4qjdE/f+4gIeeeJ2Ng/93NlRN+NDzku+T83gaPWg5zrScuckGYvKA/b8mLMa+aHzKwICg2ayfkcc+22aWRNsNGmU9GOCTQtFGRqxZwYFhh/WoEhD/4zDAONxwe6cnat/EFdrYN8rp3ULHTYHK5wkn4dgQg5sTesmfYf40cLdhzOdzjW7duPb51GFuJDLT9c9TXZrpQCvi96zGjNLwHa5HERuuIoDXJGuDjHx8/vvL4xP3H2jDgqAHqQchOa4Ad4GkwuDhp3u0pMNq31AFc9tjclKJsMIfYkJF1CIahpUvQaUlAMyMhUviw9RMFTiqBsMFFm8QYArmo2iFHX4glOUhQySNM+qNyRXUObmUiy4MtQDFUURBIkspZRibLNTysd8LhQzrxkFuGKJr1Vs+TMbD/7pY2wnIUurbLOVcNG40Cv2bJT0dXw3Cz2gjDrTCstnllJwa+VFBBKPjJxQyswjtjjLeA9xolNEgIH77mNP7BQF3BDUTxXpRwp6f8laQgmwIXH6BNJp8fXH/Zf40cLdhzOVJuEr5y5WEr6P72PYwQMBQXeFiBd44CFzcKGLdHrnpzbB88THAzLLbHfRtgkn2AHz22Z8AnvAa4/si/2hZvCWFn4LvAlH6ruz0FZmNGo2VLVaumaQ2cXQAW6wDmgqEwkyE0GIhLBuzClWIFkcK+g4veiGBx4MtYIkcS6nT4wzcjrh/wfH8iLaOtvqhkfV+1MJ97+PSQ8Y98kb7QmKZ5WF6VMZVVRVBUuD1PxsABuhvftuDqDNdytB/fxsc6T6Hn1yQxttZLwZbG2JcPKgjZyXLDAlPjCkyMOzDBHbk4dMGiAUJ3cJ/eGjhUExzV/GgGJI+tkQs1ofroUQLaWXd4r4z0F6ysBynyAWrkSMGey+Hu/fVv927/jbvgPNz44EDP44KwHdXdjrpVgNlKgKmLd/ZBmJTd0961NkBU3YqzRY9BmOwpcAZSdB1fbeOi3upkGmAFyiI/jT78XWDeugJQTVXSBKKBrTprxaaW4W8aEgzv9B1GnQMdBvhEZ1OnrgU7+gP6BbuB4VtHYyT4QylUNxNBvmaseZSCRQHS07pg5gHB5QWZiNFT9Ex1s59yKTKKZ0FKLEuKdpUM5LMY7LmwKhQGfp4nY+C4dDcVRCMGhb7GDzIJnJEsE68ZCEYZX2SQc34kwayX4wfjk7esM9UPI5PtnCwzmNi938XsdIfKUxgLdpT7wtL+J3LHpUb2XA73IfcA3vHb/gTXDrR6EgRptJy2d1pdc0EuCTqHmveDc27LH77bAcxr0nHHak/yFFjv+T3Gz54CN/UIWGuAk5Q04HmA2je9y7vA1o7ZUCUa0L7NQ70ATZrNWq0aOCZxpDsplJ2BbiPAIK9VeXmifmQdhP2HmKCGXkYaHUTrb3LCw/dAnwuSlDCD3TuZI9qBZ91MBlEsCeokSpCzN7jlIEXLlHosg00LNUSG0uJ5MgbIteMBKAxVPWiiZAkXPiTT/DjiBy4x3g8OGpTEJQ4n4DANKo9ap0CIogGP/OfzM7Kb3wYBUhc6rX7+Q9gWtAhYWvhoKgD3LgDjQjW8Wrha5j5g/PEr79J6XwuM0+4n0ACbNgOmaW+C5G1jH+TaRBpgxGcmwI/7TqoeFoBqt2yparO0mHJk2hI3M8AlYcI+oMs0Omvd1urNxbZPCUNByv6Av+8URpNWamIKVxJ0MxF4AFG4MIAieuxjcMkO/c0knnVT3DiHU2KMYjmzJOhhKSqAqSvXHTTkNgumneRAn4l5nhx3kAAkFyj2cXHYQ/FtvCL7pNJZmAYf8sYvc3A4ESqYxjCiWUT8yFuOVSDHrYIYWWAyRZ6Q0NUASzcWMYgnNgeuaZvr/kDS/DiAL8/EEBxI3Xv9MNlT4O+vfK/L9gFSn+N7INsT7gPkQxM+Bcnv8hBErVfixRqyueVQWzYXDKKa7IObCJRQbP/moe7AAAqcjnZoRLIbe5kFa26Km+jTg8JNDkk2s4IGLBbRPxOBjWHykJ7nTSbnn2EznL5Z7kmdFgbCZApEVK69wXCie54cd1Dda4DiuoAfvjR2aIjQbnS6qARqZNQIooEEhpoAGKcwc+NiNI4k5CRMVj7HKf96YYlzoVLDi7rS0w9W0QkO51ToIw0TSrYd0djUOZJoeOEf+jo/koXhulaCjsWdgDyIp7ZW5+IyL78njdWKGuDgPgbUMfyP+7N0sOCoH6hxkqDXQXq8uz+mYlpE9uPqNqIwbEhlm+Qp8M2bNx/pd1PtpGFPQJ7CmEgDrOiZMV8HTnsUmxECEBlk6/fZZoumhYyzy1wMQLPmrAceVPQQohjCh4fJJ/YWcAs9AzEUTh3MaPkeIYUPKFZJvCwUIgxWpWPxpAiaGDQ2mqekJn06PbLHAzbmTFakwQBiMTvSD1lJICU9x2J5JPbzSRh7HMAEoDESBgct2MBKG+MwJIgbHKLAJ3rQ249AGvzkJd5z/NEABjTgaOjyVOAkSOrpO+PdJfFz1wql3MJD7zq+cBgCMFum7/6CwLU7D39xJbzRIlfQ2rI/AGbCBj/q56uavdhXP0DVN/ijeuMBtpEoak4kI3oeA71Q2EjLFyWDCZ4CX+x+5k0rk3wIAonGNcBJjsuHBgjMPF+I6/1oyrAAZF59s2VB7SkEZkVs/8w5A/ROtLhmzDQe8P0o2hiNLKILJZbuxZjysIVDk0uMxO5EDUx9Bh72UyyyTfNXerD7dJJiJKZNTyLRQW8EK7+ZB6qB6BlxeMmtvLC7Z12UOCwkA4gnGz09T447sO5RXA0rGPzAFUgzag2oPvihIdtwji6isVG84fBOdCKwDlRTqHAF4uINFIlDL7IfvaJkPLUNFt2V79KdO4WenYDHFg5DAKI6TJ3oXLVc4+atj24BYOgOk3eanZ9d8FwajG+XOhCrMDNQgRRirPJa16A37pRwMMxjFEqXDv3MXwGw920HZCOYYA1wQ/JPEtAEoJ5/QKObUAP078HtuhEaeTU1jA3bj+pe9qgc0rkQmJUNF3iBG9o6PKS/GQ/kIhPlYhRffLpo2I9CCJQzNB/ge5tHZpdkEIiAuKmN1uMUasl7XHgrlC5S0R2X5Dcv+XgFlfFULC4f2p1IDCOa58lxB9U9hL+kPxiCOxzgGfiOoYzLdzZSgGPEoQXBtOOPcAvoIGi0sYEPVqObRelVq3s2RTy7k+Zax38OfBgCENWBVorWCV5mq07p/StXfrxyH//HusP5GIY2jQBgya7HV04ssTZAonOhWlQ/rCaGoQXkXMRTH9kAVH9oFWZkdQmUcDNwBY6cdLPDeQNOt/miFTUQFdqEMoh2EIVBNWRCjCsIeJyWfaufa4D+vT1JRALn87kiJ/V0/dcXf/m7L775y9/95ZuOBsgDsXBN+i4wNwKuQgbu/CqcOCDFDHmWkFDucamgZJW1aPQJ+rFJkyOMZQqX5yR5lUUkB+QyPI+Fu9hLu9czSU8KpHBNKlGkkQRNxmUMisAOYQUwQ3L4dCx3wDA8Dli+8kyp5QwOTibOn2EJR2QssufJcQfVPXhCzmo84wBCjY+MIVs0GvBujR0VbqMNma36B9soOS0eMDja0AV+WsUB30dRigbZmyCA8gcwlnqfzx1LOAwBmHEfFwzWFmTRPW4DzC44/nbvz/duz/Fs/KTlDbsAqorupephzVHV97RrQSVy1c1UGgJ7R9bHrY7NVo2d21REuKwTSmtBW9gst4OoACXDQtBG6sXoh2AzJjo8TMZFoYsKDR4MFEADdGHD/6SiBfOn50+ePgngh6MxBf7m97//4i//v7/85S9dDRDSD0JtsneBbQ2QUnDnp8CeA2rPLBIljZoyJYPYZTogDE6C1FGyKCgmqkQlZATjCa0KNV9vMV9FI8vIWDvqRWHEMJJcNrVk6c/IFFFCYUOgPGYWhJsZxMEt89I0mTnN1Eg2GSbOWpFbqMQkMonrBn/Pk+MOJgDBNhSdAg13Km9gmQYjsNLCOisIGCJwI99QDbSJa8SRECUOKsvqV5gUg14b6DkJpGfzV2n+KZ8Dl0rzb95xinuAwxCAORuJ1PXYbNHac807t2/cuPG3Gzfe0gXL32787a330lwRWsUaftDa1yAsS7yxdVuH4l21DHLZuK/qLwZh1NiEJFLXZHWbL2wm7+hshmHywiJYZkgSqNAwGmGYRqFkBpF5HFAxihxfbGJCXmIBJ6oCU1PgWnU7m6Pqs//BjT9du/PWW9zT/R6RNx598/tv/u6Tb/73j795l263DmGmae2k7wJzEZDkX3gvwrAAZGP2JWFpdalo7BLmTwFCk8xngxdD2cgRSEfGCt1gZPFlIy5ZJgwRV4KKhFAfjbiUdOww1PeYiqeNGEJCJJIgFauz7AccU++QQdLJQpUNxLXc0s9IyIk/EX1F+7z/lKbA5DMlP8cnCX8bBiiyzMVBQiMf7jANFx1LJlHk7X3h4L54UKVuyCeFpMm7H/wFnTdBAAWogPXPa+ndO97jWMJhCEAJIPAXzOTF8RzzwUpltVKJ7b8qS2W1wEBiE98WpsytfsbxnhXCPx2q0qymWe002JkUURXIO9Bt1cuAMf200Dcb/lDTCCIWPUVC2AR2QitJ64mrNoM2XWGu1H4K6fQUIiq/ycD0zg0IwGun71y7dpLujS9+/82jL/7uiy+++Y8NriE+0S5ovgoy4T7AvJ4ag/7O22A6ZVRBkHM2a/BFypg1bRrA0KKetWq2fbGRBUZRO/EZldgWBwSEa/UAFMYDAc6zrB6EoWjKBUkoG9L0aWEELd91EpGclN07FQ3BxJNWybpAzpRDS5aZkh/i8WKFsphCEA34weJ5ctxBda8hBaUGH1R+OvAnQ8R5jRBkGzmkwUSBiOAHEu9hgehPVsuoG9rWaIMTEZSkoPfFqNJpqH4LzfrM297jWMJhCECO7WQ1qglag9pp4KBB1XK1kj8GkHthZFNd8CKSonXWmbL6MgT4eB2AXqooq0roEnDDV0mZZqGaRDtRW2DtCoUeJEeCHpQe6eCiGoiY8hmSWPVqrrRpr3ZAoumRcAABeO+tOx/87d6debr/i48/vuH1a68B8hNvwH40mQCc1RNjptH7wGVYACqrKA3vYgbECPNMVqAto/TklBWcd1WA+EQOKUi8kc2e5loPoBOepiDCQpaRQwyEjyH4aKxd3uVNq68RpkKwXPj8yCQhwzD9E4bqx4IsJSYJF1F1V1ZY8wgwmj459V78JmHscQATgBoDdCP/6WB9gkccM8hEWskWOcVd4mu8oJ2DkHUKMVVuXKY1yiFDKRr07X6tnA5yC0v7PwnmjYDDEIBB9j5Fnfv+qESv5RJ0aqnTPQ8Ruk8TOjDuMBaBfUauTiR9idfXVEBvuO2oQH7lTzdiepxibo0o2n9Ib2IqaZIhFiiu6XQZAu4K7AdOgfmZN27ry6tdBB98ePq9D689+PADDo253PKvfvf8d89/9btfffY7bXvRaTBUGNcnOwxh9ql2wTza7SmwFCPKA7Zcs6u1S6bBj6CGbA3f62MmRKin0VsdQl2BmphQ5AVP82IXoURiD6FDS+2kIpIw1d+klplcEyallejRj9SZNDIqyrjRBAYu3s1TXZNEeTqxT1JosjArlinKUeAhwGIyFnLw0wDWPeUUmADQCMKatsFLbPLjPplFFnGw4FDF6iazFComsuJkoVNcRRgjaKXB1IUOdDTA4PTZXO70au7WlcznmMJhCMBREDTqpbq/srus3uy4afTY+Q11AW+e1usAWwOkgsZ/W7I2SJdTflkhXVaTWVtbrq3VoAqtrUmO24nQ1AHjSY594FNgUwB3eQqsRm0tFxKAEoENWl7qA9bCrbdwoEePyRAQla3ddxf1EOm+BHgxzGt/6Ai0GnmQpK/+vIEkwwh8wAIadClLuEPbBgEgG2FEok030rXEmRvFQoyMNAyGqEdK7VT+fDBwQZj+Ik4fujxPjjuw7slO8pfsxF2spDzjcETADbUFpw0h4r4fTcxtdgbzj8ELJjgpRstLOH3LCh0BWF68lstdPp0mS8d8K+DLEoDuo6VbS7fsyu60eo+O+5YsHYfZveW1PoLXGiAfUfDljh3ei+vqsKne7GWcykQaYMVvg95NA7Q2TEUQAgdtVkKoO/tBIH1hokXL2m38NLTUal2JBr2FxN5EcaeuYESMvJbHIYOQAvA9unwVi+kqJ1TIGIOdyqt3ROEaH6MqWdG1xLNYVggi059krEdK01W4wphnQ6OvRcHP8+S4g+qeoh9Fp/DnYBOUcNPwwEEHVvzJEurLHDKMQxxXyC0OW7ZKJH9GElf9goc5+AOfmRhqDGbnKXDxB67LnJ7P5ZaOtwr4sgRg6/73V76/8uOVEz9yK6DtBuz7wY8/BfDPS3sHZZXRfw53GO5yHCBEUBS4cPRbGK3QBe2B95PDch1ER0MdMq9tu/S24/XI++4ITb4LrANeJjwPME8NkM+NdzkSn7LA2rGUIRMcEA9UoXwDhwxCqLfSAIoZ3oOh7E/UAincGIo//SnGDMVWRjN8r1uyR9Hf9EefDxKFJFNnQuYyNVJ4DGd3g1UO7ka0IOIhw5Y83JDklJ2eCAmKjCGziEAkKWRJIcDzPDnuoLpHyTmYaEACB8AUGOCCVj3EpGw8kx9MRCG+IcrXQg3R43Hg63gjiqmAgd4F1lfhupA+KI9+G+TNPep9EF6WAHxx7V4f/G/+3gtz2gTooZkk/+WtAjj6hp56dTMI9Xx2PNQKweaYo6jCpFwvDwRFbb2yPBpMA+QsNX7a95RiLLygrORW6EnfBLEp8+7fBFFb961dzdg38Y7mZN7C8O1fpt0pQmDhj56mV1HW8J9FIB6fC1JN9N7wZQDJq7sZXaPKHIAeQ+iNFHizECEDAajqacLiYiS8PRpjoycytnxw82uV0kwQRUjMofB9pqhLep4cd2DdkwfZuAJ5BrZYPVgNgiuqQbASF2uArAfkOAYB21CJSwTh08PGG8YnbxXFkhx4F9ig8iCtj1AB60u3jktNvCwB6O691Qd/+pO3dGHxQ487EoaGmEbYhIbnHaOh5AK/aXkIXNklA3KpVg1b4cAZqR2wNUCIP8xr43zv9qixoHeBTWSOzkM/aB8gJ9gTfROEOpLasKY1bMps0nzYDfDKFkWK+gt7g7V3iA12CfYQtnb1CgShD2htzfoA7qRLkqRKFOtaJAs/oDOCIisLFocoGZZ1KqQlP2URFz1JEReoEIPIRKD4w+SLnTWLiWwxsimCwrO8UiNUt2ZaPyUBmOnNHBhwB0N1hAhMujhkwKTBUQYM5Y1Di1oBL0UnjmoA8WkQyY9vHSQl9oK87XkTxODkyUwF7HQBzJXrS8dmYvzSBOCz86vnV8+ePYv/6lO7+Ys/wPzZyx53QphECI140OyhNvJjcmNpFqH0tZ9CmsV5SKgd1gC7kAKbCiBuk/TTTAOECNx5H6DaMeUe27DaO6UJxQyav4VRQYDU0nsZ+LNtMwDNmyKOHSDrQ8JAfO9PHC31McD3LIawe4E+sZQqOg3t6nYKYBqeBsKpWSBQAhJ+MNEhQZe+DMBFHItPBIbSwhgkq0J0Mo/4wKPDP4tmoqK7466BYwQmADk4cAzQ4MGRgW6wEayQyUFL+/jJf6JwYOISA2OpduAplU84IkI+G6YXjPBWkoLhY4DfO1/XgdDNJb+uA+GHXnZsFgZflgAMet9ueAOhBgFoT4Gp1NlT4F3AnwYTT7oPMFq3KfZ6vneGPUIAsuVa+0XDpuiBPmSakrVftnBKDLV2/tnaGUR8RaP0tD6g5q8YZrArWGeyTkRhRl96WZL8MUC9EbgUtErWghWuPmZLfMRkfDgNCx3NMo0wxvdIsijPXmCKoPoke6mFQPYxnAXxpDxPjjuw7slrlDz74RIfOfRlHjY0yNNcHMy4/MdwtQmOIuSvCMGhUUU3Isno5SmnOsH82R6R2HpQSbgYv/S9f8Ed09+xasMbCJMLQJ7i50/y08Jp58+GvVYCt3t+9VSdetcBe63GX662xt18Ae60Q1njJ2nsl1Hs2nb6QTvHbxAXmp4+atPjFXAQQz3DplINSrhSmKsXKM/4qHYyDbBJ6fcUGuOE+wBBmmfHINYu22DYcDX+szHzb00+U+rQiNUN2DuISP0sa+iwmsmGLlFjXcN3LZHzZzP6LkFpRV/5CVXoomROecNlCShBUWZEC/MX7KZyWCrshvDySPCVhVbgkjzjoD4Um8EIYzC7tNdT6zuvAR8fUN1L6oMDKLukP9nDYQIspY9qQXJNowQMcjpzWj3CDr75CPTyFacqZZNiWI8E5BpgeuNONiUpXViqn3uwzmMBk2am9B2vndETC0Dwz4DM5RsYnb8Z/ZBzmzCTYMsf+EfgkYD8wmnHP0hoIHYPAWrw3omasZ69NxiRGwKyPRDS5xwc1PgUOHy6vcoZ6vr27ocDAqABYs4MqTbhPsBZe2Cy+zYYNXI03ay945/56Q8nmrLXFNELLEgXO4b1AETv9BRiGLI6jadivQF9yBJSMPuJqBh5OU0VJBVLzBIUafVLdlBdPkEKNfXM7Eck3qwXgyYCza6fdU9lmG6ThDBFwvPkuIPqXlWnUvs6paEBBlwjkziw8ILTK3scTsg04BCLUbPVQVYdPGj15wdKgvLxlJIUcApcvKyzPgRLV5Jc+b1nx3grzMQCUPu6wDXrGIM/MbQH1hr/cmsJwI1/uvHnrd1r6dYC6sfiZkb3Z5enS1UTlcx5wVigMsrvvGS/XsrUUK3lGNAK3Urthri+nF2ABug3Qq9vPx1aGx4FzibAMCfbBzgr2tQZd14DNBULmUchmGFr9Lwomlhk3lAmliMLNGxTvOif9QeLpJsFw46+ZBLPe4Ek7qQljsnPs4z8492SZhiTJ2YnmKFGFyjEYleVp9AMi27kwOddnVmElJryyvJaJJ3bDYrM4U9KA8yGDYwNZvLJux881BE4A6NgY81J5SuRZwyGizGErZEQBokJCWEIQDTUgIZXJSkYfApc57w3fTD3ea9/6SQ/GXdMYGIBWKIKTW7B9JztM8Ba2UxK5Zr3v//x+ys/fv/jlcf4/wgD14kff/z+8b9euf8/7vPP3y3WDOOKTC81WXUjwVzRhc3QuVBaPZPpMdB/aNTLbVeuB6HzuhCiIbpw1ur65v8ThCh3jLLG4wVDB3JCGwAeiLrJd9u0uW8iDdC+C6yvgky2D3DbrwHu8i6wVDO0VUoMk3I1qmX8098W/dTO2fYtgFKMF6PBU5wkHxhZN3UtBgPTegYMXPCxpNCXJNMQTGFnacAw9sNEdCFSSAKFHGV8NgMSEabZfc8jmtFQJmw1UIjAwI1UaOKiH3CEyHyq3OrTnifHHVj3HI44KoBJHAnIPeMmK8xXDv4IFqJYKp5xUDE5yCCNJRxAaApNgyNROO4QwdIkdEb6YL7nmPL09Jnes/HTt47R+TATC0A0VXBYvEdbR/s0NrMJ0yD7yWE1VoiY8Mwf7+nXNez29oWHD9+9sID/Q0CiukRFQMcQRVUI71aHvp5Rs+lmGgWNiuutOCDBauHoG27WRTkXp8qDokltVbVXw81WHLLeGQgTbSOOWnEEBOD3HgkkKHEfoPQzqGmPJloD5EMQzZgfTagBkrYeG+/yFBh5FaOZVWlILD/Lp3Uxya+scbO7sIWTBXKbp+8XdGQ3hbEiPR5rwTQtOOHFkcICiAYb7XApFtIGCa+iEFGpZkw3jdGznhdTED1GJpqyqcplbiycdsaDnTGzkqm4HgGm58lxB9U9OchRgYUHa3hsnAaPzmAELmqQIWLPzQ8nQmKVkgC4Lp4zDi+4hM9fz0p95ylw4QbPQ82gOH9ttqeHVLpz5DceJhaAVKc8h8FgsFXt1BjpB3Nc8KR+BQF4Z/Gtt976E3666U7X4jxPLwhyazl0oDWMcqTKXRygIoq+4nxqSM7boKxBYYscNFEmIzT8rWKFU0do2ArjUGq9vGAgnD1ysxo2K5H5yh/dMqq4MFq2xS1fzg74fYAm0bYn2wcIRL8PcDIBaPjQGnfWANnKJRq8ZkuRJEWLQoasY9/QsIS2Tn6wqszXRBKEk8XzeGIAwj0SPBDEWqOPRQcGgHfKIvlZN5LBGCTlEc1flFAXopYljyBLDuGWR8VlT4QvW41ssCMFxvN9HD8WE/6MxYToj8vz5LgD617jgIl/sUb8kBc4Ty/wSGyF3WPhZneLw4FSsVR5HpUmuE0MEsfVw9TOmyDpSRNyya0LUAALucK1eW6U3hm2/IPiNwkmFoBsuuw01jrJevx8+2WNeP6bd5BLn82f1e+8v2f2MmUkAYi6c10rq0PVh3qt6hg1iApjGh7XHqcIlyojibC2PXYrVTBAvqptyyVazxY/wMSGwexJUtfohyjsa0N7BKUB6l1gXPnJ1gDznC9LZk4yU+usAW7vciI0ykPBwUKyNMw//Vg+NV8USq3ZOIWSk1eShVZ4opCzdDECcSFVRChD8uSIbsmRDH4Mo431SwQ4mKh6ERMWeUOCJ2lbM/GUpUQaLnz4N7J0MgIJ0BseLBGlvG8EhmDklQMZPz0NEJVqI0I2kMhDAebPtiCL/eDNC2EYzbybkTTSKYrCqCRaXaCerO3ru2CDa4ClCx8t5Apv/THJJXMfXN7l2V5p6cR+JGDKA4hfG0wsAEts72qpGNm1iprVAG9kK3ktH24pa1IPw1WqrdVKbMZ8hoFfHdofuM6mrnisAk9ILnYbYNOHNlQSbfRgz2QPst7HzsOqppWL8XKw5xNISxlCuGJSGQGIFAx/85jEGnq0zzXA6jb3wEBLezrZU2BqdHy1d8I3QWb9m8a7ngidFcXyzRYO4JvxYDe7Ay74eWWuw0fvBrLJI/EQeGIOqICiOhO86UU+4O8pWE2LMzKVsnmL710veupO9REOxaCNCqtRsNrrosIwIswiYzJR5oYOROLeXsNnT+0koHieJ8cdWPcaBWDYaMGxQo3cuGTiiw7yK8OBkiw8utXnaAc3USHyty7AUYc3KTSQnxKAehd4+E2QEkRa8Oz+hVIuuX/t5OUh/qdPe6bD+3s/ZP6ujtd8TTCxABRfyVU1czITPAQnSwEP7IOsA6PwWyutlTi31Uu2XFwo+ZczMOc1jzX8SnXbhgfhCLNWqkMDQzBca8DnR+p5I501UqYH0eulGvfzEdVfjJFDDRKriIQQKLrwRraAzrNY1xiH3jWf4BrxcBOqqA8B9wGGps9N+iZImZsGJdBmJ9MA+YxllVJzNw1QTVW78NCEyXYTDWzGrAhcFIVq2Pz7PuIbOps9e4QMRIAnRyrGMF+i8ZLgtErFjd3HehqSNoKkbDqdX1EndaKLgmbJsBslYjEOssXswVMEqLej+QCB/ZaSkshEZDDpSAtEJnyvtl5qszcE/JSmwFA5VLEcmcAHVTm7Hjz8MCIG2zhFXLHRRiAbuMgw86AaWKMNdagb/QwHGCYB2Wh73gTpZbVey68vvf3gZGVAWwvv7vhC6yRQ/fB1LilOLABLbITgl94LFeNpiIVdpnUhgADh2X720wVZZLY3YSel1gCh/j3lxysn2weY5PXIhO/PTTITCCKTrpCvT7wXYVgAktfks9ot2a4agPxQS0YIPH0g5QWFpK0CIowxGWx1JkPfjDWnfBXNOpqt/mW9TTVMaupEyoMlRhz9gG5S1doG1yOJq+iMAQOmupp8REvejIIIPYgik2FYsMpk/dq6K5L2PDnuIAEIDpDdGBc4EvDOUYAjg6pBFSEMc3P8Yf0zBhsC4msU4Y93EiEduYUkitm6qgRgd7G7qRfg+g4kST5/uHr6dO/j4e5a4RsLEwtA8ZKsy7oB+S0NeqS6k/wLtwGOgQse6cgB5gEuCBy6GTTAXBuiTA81JtsH+AICTU818hO/C0wRCGOXjdBq5GS0egFdbMaoBDZ3BiAYdcNQ/IXIpk4/DvjqOQokmjQqiUbKTusOnip+omd+hkw03HhnRPOUoZTp7gRl+qHvgwqiLxPxJmkxCDSYb+aN3dwwDEFWkKfiqVz7MEvP8+S4g+qetaghQNXFS2OIjRZkEYZB4zIuSTO6LAYRiUscOEBBRMhoxSeujY196wqdNcDShSsXkqWF/kltbWEhuHry9OnV/uch3ZdEOlAqXXhDHohMLACNxxyyoTfgrtqxHjBKoXOPvx8DJ77//nOPtCdwLpdSNO0AgeM1EiTYBtR3B3HXjx7Outl2mWfO1DDrrWKOyivOT7oGCFRpgJMIwGKU1/wXv94xdVgASv+RTCP71Yat4crONq7qsFDrBAjWChs0ARrqK/Jlx+jaiCI7PT0KCJqfociOMY6Gj6cbJawy5il5BU/ByIgnyMsSAb4iMkeQk0yHGPS25UojRn/6UJn0JVIatIm658lxB9a9hBX57GtczJHBAYSrEOAVRy6/0IEgDirkMuucYwcjgwgueAYaDxkRJnE4YAGz98lSdwpcT0oPrywsLfRN72oPoRe6syffO91ZDUwWkqUTwxIgObE0amJ49GBiAWiDuyqFBn9eWxj5wq8788excO8X7z14gOvBB+9NtLgmWIsKNTf4kGoAoqi40bulpAe0iWZAOEYFnrLaC400jAqNFHilRiNsx4BIRhqGjXLYCHUbcxc6YDaO4R4PIgRDlAXttFuwYQEohc1aMDoA2zCZjlrwVgRCNsKi7kHVjK3cOgq1CF9rDJNUkUWYjIkbAr3aJ3rmx0iirp5C6cf1O58TJmAWmzyDHnsj7OxZIqCVO/YuZINuxcJFm6IiiCb7qGGItigzRZC0TDIJIynZ+dMA1T2HAl1gEwYBW6CQJ4cRG2fISTDSBg+4yDm46MGBhWGMIyK2+AEDnFRcq8NenvZ1sHrCtfJ+SBagExavPvv2g/fO6tndwpULzYXhbllfOLLTvH6YWABqZBaXOxVhXwYbvQbobiwC/tTzs0u2xbuLdwG47eH5T9hOG2OkWwZh5IIxB/w1yg0XDQrAKGj3UwyaYQF4ahJ6d7kDeoOZZmtLZsfZY+lChjP6Uqjf0mOgJ3AGIwSgmqtaMMUM5YHsNRM+ECmSGWr4DGH/ULunpEGY1ZaaPGOpC+kvskJlHrrrdRA1WSxF8OmotkmeicHhUzTT0BSJkTXdgi9VRzkVlE3CiCX10OjxksCFxVPmpbxS6KF4pEG0n5YAVLWCCxyPxAsbueTDQUE1Tz5xcCAWOUYmcwQBJnVtIjMS44iRjG6kvW/Qo8GMX+upL9kB7XV9JWThcVyY/+CDk4UgeVjPjZrtlvQds6MPEwtAMM/zy5itmtDAPvQWBcGdnO/CeTiyfz/sYQcQ3+bdpf0jj7lxk6QRsdkc+sculAUer7WXjRCAaqhkvRlsvWbzK+KsCvYNqmAMYStnuEka6yfEYaWx2wBRvYQhnQD0FlrUsSh1hIqEIOBoCMvuiiJ/JeypKBTWDgIiID6CPC16eDIKorhjnN74vAsRfhhn2UnlFhWSH1Y1jieYANRoYT/wU+LQBg0/KJCTVEykDcofbLOBhRudtOGWYwtN+mURdOdwgov1oCQFA+cB9px8n3zkv1DRvLCwdOEh9LtS60Xl9IcfPrsUP17o6TLBwhuy+mcwuQAke8E9XxFooRlrxz0FJnAPzEAwnBgdPHi/KXRgWABay5YkU/sl/9no1aIRQAGiumCbZr2YNzpN1i0kPdR9/LRI3YPYcHZMJmEqg7l412yLuiZXi4DI7mYNwSt1sDIWJ7SWlE+SzUPpUfoq2awEPSh0WIZIHSSl6FkSABAAhpARh6GQ/j8NYN3biOQHDFo1FMgP90w2mre3s+ZZu/Qmo2EDAZpoFxxWGCRUXKwy1XdPL+x/5clde9B11xPZ60uPS/WFpYf++XCQXn724R8/mK+Uy85q58KVN+o7cpMLQA7PYhwvsN0znmy0DXj6DK//55JJD0Q1ERkwVvcCue6/+xM6dTykgAuBWQxLXwRRR5m/Rbe4ROj4GVletMh7FGCW6qhvaXwrbrT0OUw5Rq578kELJ7k2095CbKbqYwwDWyvPA+vXTIcFoFq8tea+xp/pYAhgZfhpj9ca+Ba016y8yJMogckuZT2DktNoCZFKGTzUj3poMZkMwzoPw+GtQEZSIxAmG4l6miIQhX2SiGgvmnmJijWg7k1eIqFMiiR/VGJJznswb54nxx1U9yyx6kIjARlgQwO4xMqWKxupdAmJod6CH9sI3LBZ9WZB2RAnfitJQf8ie/nag57nvbdu6faQGl794dJCd4vMWlo5+cEHp0+uVgph2S2hd70pz4D3IABN+wY/qX5oGCfLjZ/oNoN/V0XLtzWvzt+ACnv2814CxOpcff9BYB/GzaqPbQNKQy+y9yd170OQNcPq8SfA2VfxHgIXxptp5CIt0blmIXIudC+SMGxWRwm1JAZuGIYRtd9ilEZx64VrhM4NrT4K0maBEeKw71t3wwJwELTpnDcTrx0YFOJDQn0n6TF6IWMKrwlY9zYgUNyh16GNWoOX/GKjVav3GFLy0fAt1Lw0VjKEbjl91wAx3vE3hN5mMTAFTns+sZgtAuaSE1Lxmrc++jz7cJnGcFeZP/3gvdPz589X8n+4Xx7ZpY4eTCwA/ehNvmvs9k9AqAqIj/2/XHPb7/nrhwWrC06otICl2gFlrwOM+jGYl72YkFUbf6YZkJL3KWmSJASpR14TUWwG9yTDVCHUS8Sgty9nP0By8fFvRY+Po6ILk8p2PuDT25GfXgrCqFV1jSDiymatkHsRR3zU227l+4487cATiMs03HaN3m1VuwvAUlCDArqrLtRF6CxsD0lta+5FiD9ZpnBUwOq+yIVvmJpJaNyrYe7BN5py9RLaAL1KsJR4ojpnMgyFhTg6B53vQiGYbz+hB6C++c6UJ9lBX1Plo2fD3GmbRSlY16bnZMnOxnp4YmFh6dZSAnofXus0rbQAOfjeg5nTXO8/u1oouHSo2R0lmFgAchEHYoOrNNT8YECOSI3OdEMaDOc91+A+wFu8Tuj6CL8TJ76/leg0F9PaTJTJoK4vrVwUewjSYDrQKcFJ5zJfXpB75kQkukth0wVbIbVUppGTrPREnVsuulRZVRwSLbv6VhlNgXi+nP0Qlhshstl0VOiXm2Fai2bbJTebd61REcKqg8JXTiQdSzy9EPKNVzyyDQRhKwyTNHyR9hLbXQDmUCCz9FEdSKKHZkcUDubCyPgXGadwhGDCbnmYoO8CN0bNA5p+PpvetXMAfevjYalbHy0tAO4NHRBYPFc4e/7kyZOn52lAGp6tFMrl/tWevUH9QvNlTFImFoCSQlzjgbSQGug1P86JqaNTt5LGRZ2wlgvn/vjtt3/89kyP+e0ZGAVGlBZokTNDYkwXVTrS8AJSS1bwDeMocmHkLMg0OQuXOkoPt12JokIc1i3UUvD3MGwHmJqSKP5Mfa0ezRajiF5w+HL2AYUoawy6KoGmFgsd6MhnAGotarUAuaB1wgB+0EYK8uoHIJb4mZL+QXd3AVgCUZu37CC2RgaNzHUuKE3F31GD1yAA1Wx7NMDSBb+9r/74lllK8+u690JSb7UfXuDcLhOT/VBMy2FllQdBnXxGSQjl8PTJ80+5WJjuIg4HCNYff9TfUw4HJhaAejWb0qajpkFaUQ3rXaCldgUD3bPxN+4DHIZ5CFFG96oiI9gjQiMLyUp5CrAwU9WYVLQeVRphgQ8lsqCO4WmF65tx2Ighnixn9GXmcK9DAJbjCEj8mdAsxtFGZTZD8wXdFfT0ZA+w10obFIB2BISsGSDrpuD1itWBxtQj0XtC+pCyIu88/30Zo+4UdoPXIADVHHpeTKjfeuwl0MLDnRrByXvngJxcwHx4aSFbFOyBrHUVl1+k5UKhUoE8hDg0YfjBBw9On8ZUuVKAfuj6JGL9hF9z9FC6YI+hDxkmF4Am56TwUUOjlmWPAKWvQWujrkbpRj0xV4a8J9jNOwChVDxKJxOnlGW0Q0zpAlGGQ8VRCqaq4Qpc0zUDx93DyAmFJEIZThs1QiS7BQRuKubzj2y5jzii7lqYQCuH/CsqJtQJIpCCL+ZOAPQwCJGRMKw2dh67BKWwHTrgV9uuOnIJcDT0CUAt3AwJXWZXOuvYbI8J8KpsH+wyDE/htcBrEICC3udxyUiVbhAWvr1xFTc00Xq9OfNHLfRfSLpPQBZujSCDLr+cunL5aniVIvHs2fn5ecjD9z748MMPPnzwHqfM58//4X6BD5XTlItUmPZwt8aYScwBYGIBCLFHTYoKn+l8VLKktVHOQMIg3MQSzKDk2qUaBA+s0NjMhBNBGb5pfLIhhncoDSpoEFm2tAg/YoLiWs2/goJge/OKcdF/YYVUY6qGyJzySQicMkSdUhmoJraRUc6jqUopBWqVvqA7QaudbocQmpuN2PvsCEGj6qIwcPm2zgabEHoFIMUel7ltm08H6ly25vJ4b6Z7W4Yta2fQE9KzsdWjTOXfkYTXJQA7J0JPDAu3el5mOP1hq15PFqgMAh5eaCb1pUyP3An4XLux9G9bzqVlV4WeeLmyuvrb35qW+OBDAnTF907Do3LIDXZiAYiuYioZJ5i8U9mjIPEaWy6olzgZ5QsbuaCWhuy+fOikTXsgQbWFZ+8JBXEwp6ZEw58W/nHVeTQgg0GDry/oe8PwqsOkNsfJXxHBtRKRFaqoPGfVGyRN6QZJuMaYa4irFPh+LGLzFECgwJfFYBQIw34VawwEYesHDEdhC6qg99oJgjBIwlaOj3rHvJ83CnoFIHczQmpxeDVfA1NY6zphMYPeDPXrf31Z7ThEkGyRawpHDF6XANzpKfAY6BtsCcmVBfbzetJ86CXhAubHkIUJT8Lr7NYdgNbS930bqPUou1SCEtNqPwxaQQuqYLVQLkzU9fYAEwtA05WkaHmdjLoU1auROdKbINZ17fcmAUo0ulC5Vj1XL7vl4UFthCYVtPWOb8vZzuguC0gecte7BqBHAIpx3O6ARtMr1KDX8tZLopfYQBPrSydz6E6a0w0wRxJelwAcfhf4wo4LgKMgGZj01pOkuXTixAmJwoWFhw8vPGw2EwAlYqnuF7gXPhr3AkntxOfdFe3gbN9xhAeHiQUgtTKIP8lBLtbhptU+LviNgOQzPh7vwkTrCUcBgkI5aKQ5bn8JWibvXcm2DQKWl9cSzfPpQaBnkgT1MNVrIFwprC/LajLm3EUMq6UgdWFDZw0S0mCj2gxjFxQDohKvCz0CkCPIsP6HLPovmEB7HQEjPTPwgYwva//Uf7xCOPTNlCm8VHhdAnBgIzQayK0RZ13tHZKHS3yUDLUwSR5CMfxc0pDGwwX8Hl64sPD5QrN5gXIRktGAp7kT+OJxBpfvnva2Q4LJBSBXzqQEFjm1lAyA+kcJ4XH6IH38/feQ+gTe+9XbfcEypEvvwRUjgLrpmC6MbK4NftaqRYre3oHC3bcqL6IwjqpRFDcKUVRoxy6N4ojv9m188c27KV/1KDfCqNJGKKPcunIriFwU8S2QFvc+zzaIA72v+Ol/+2/LSRw1ojguxC6sRptlkMoloQvjGDigrW3TXegRgBwbeQ0sAXJyn9kG7oT+CXB/mJeZjC5Lrdjb4Mcrg1Px94rhNQnAWrWvoRGavV8E3i80TySlUn1hSAhcuLIEeXeBIhGw9DkfJHugWHyIufOFhxf+LyDwal5oJv/2i3UTksnWVh0XAEqkJ7cfmFgA8iGHvVVq+/C0W892mXicPnDcB9gDM/PzJ3XNj0SfAMJ2cbe1NxcVIYm8ox/KDdeStOoBiK/hxxOFxRuFrbgdVTcrzhW2q1ESzkaQXEUuj2x88ev/Km+2IOoaLm66yI6KXvpxKahsuUIctmfDOJxd35xNoyo/q5T75//2/34HIq8cUjwmUTQbJpWbP5SexG3n4ihGCg07fKsDPQJQ6h/fU+6XP1z79LYsapfE0NOcfup1G0GyU1V6haXeFxgNB2lgU9gPvCYBOKwBTj70jTgXugPJCShx9VsfeWcGpdIFxulPo16jVKOI+7+S5sOHXZEI+HwBAtHbPQw4DfYw35xYAOq7sab5UQhKA6QyCCE4SirZeYAZ2Pl/Bvucw9fSMGgOD1B90Io20tnRApAHog6mXIC8HHo8EaxW9Oaya1LOu62g6FKHiarW3db+69M1TIxbTn5riZ3jl1xIeKxGs9pIE0dIg4bbkrJV/PQqH7O4JA0d5rt8LahZdrkg5Rc8HWbGDpNg0uhAjwBEw5DwGyx0kK3ycRs1oUcvHmqwA0JNy4kZwb4FwHGr04DJe8EUDgdegwBUJe/jIUgGO30Ts9Qi9RH7avpbVk8L5HeD6ExuDWigCMDk2GSkxCQByiGuh9IX+cTlZQhArv1xux91Pm54wQ0ykLv2+juwBzdzegyMRN8dSjzAfsM7xgBX1AbkSQZ1rr95ewbO8TnoXmDMDNxX43gJsgewCglMA9QLnfLohSDbzYLMq0ydVjtiLBrIFB/BZ9BXc0MrjRmM8Z7Cy4RXLwAD7W0d0gAnh+Tzg67z93yAJLnld0HX/YvHOwKfFfqJkvK/l89zTiwA9Q4vRB6fAFP0cQsLFwMhC0cxbUjdmsJk4CtEApDSefA1EMo8L7Ul2/hecIYxLP4GFUDq8d42iD66zdgWpim8YngNAjDkEnm7qq82dKFhH3zYFYj0xKwGJNSAgX8j+5WNWs/FX2Zs3vqoDQzZ27f+ZVP+jSrd+hqFfUqCP6OT/ewmm0H11hKX40fCkJCeWABS+umxL2Qe1UCuA3IaPOaxg+v91u1RBwiQUUL8tUCvABwp0qDmeZlkwk3HewgGhR1hUAHsUXlHDVwD6F4oHhnm/GTg1QvAutbX9dHaXijWeWTS7gA9KGefvO0BROafrzpg4C3xz6vIvcBmkVfmj4kybrJjaml2etdEA9G9D6Mhlt5rwE+GEPXRXVwBcZClEdfQHG5iASiNzya+IKQ1QK7/5TobQnqhWHOhUO0lkMMAn/JLgqOzHa5XAI7JVPbo1l746J7IPQq9TyhSd+y0gFFLt72SbkjznMKrg1cvAN940BR47212YgEoAcTXcvWWrhdIFHBUA4cgl/7LwsJCu/cJzgAsPWTUkZFHAhQWvgDiXaMBPZzGMCAdPjw1nbUDfF/OfPa4FPgyoVcAjoSOAsjntgKTZCNfaO4d8ICGmF7s9RyAOn0d5OjBVAC+KphYAFICcr4LMRJwC4zeBOaeaJoDvyBYe/LY7wAcB99/pPX9EbH7flRndQUpj49vQYnpDe798QGInoL004Sgo8mHIHxu7b25q8dtrQWp+RwdEdAvAEcItVpHA7QJKt+Rxm10CboLe9RxSY14ep+wCzwYcwj2PpZO4fDgNQlA9DRvGwHUFHYI3iV0py62I2X2fUyJvWsI+CLr2MjcgbFjtvYgAP27HzwJEPnlFkCtCtr5fwMX0g2/+8O39hu+zJhbP/v0bMWR6A6XtDaeduCiqOCi2DHRQSS7ci6qRKGzIwM7F2Q2NMBcGIZBVKCs8wGQrFGlVo3kcUQ1wJG56rYkC4ZzQKD1QObdbX2mJHckHl/PznU2Vk/hiMBrEoAu2eHconrZtcYHB2GqxyijwXEbmrcPQ7Ma+g/pjIB6mAaNcMu7BiFoBi4dS7rlgjB047MFmFgA8jsqnCtq+Y8PQqj7UbbwbBZeWhqkUORCXa5x4+7dt+4u4o/fnxf7fndh2M7AP98o5CTiGC+joKlqhyYManEQV1EUtlcdh4uBJC0CEo3aUZRGjiciKMziymyH7WalzU/bUXQjEvziKIl/MI1yfOW8auivkBFnNSP/3qapsA1vXc+RoECPIf3drAB+0GpwhETojoPmFF46vC4BuLzDd2qD0I3ZY0Zouf5v2/RDazMcedi0AZSWZHzC3FlbHicA1zDrGy9bgzQIGzsfyT+xAOTaU1GvglBnqvOzY+hI3AdjOpUeDUO80KdezJUffMCjvfC3+/BF/w9PO36VA9H9EX1Fam+ZBgcPT56JggtJ2rCFQ/lamjSyxF1QTsLIKElQ+6jUDlO+jluSE5fW/8o8tZ4ynEdYHxXoqRCodSPmpl1lTxbWLko4WgNU1fPRB8AwoLzD1sGW9Jvqf0cOXpMADMbJGQK1kB1kST3YYR/gWmunqDsTRiC1mzGgLyuOa8HoPog6ohN1YWIByFOXkRWqfhQiujHj0D3olh6mnYEQYghzEQNRbH34MZW118wuqWLSLD1h2SAUTYJJysLBtEs8AEopc/NNpuABw/8pCdnlaVVk0iFZ5oAES+AWXNJeaYN6pWfsoDVGgLwG6K+Q4VGzJ6uU2moYpVrn5ZB+YKhvOhaOoYBLorITprLvaMJrEoA/QZhYAEJQ6Ew9ihpqfrihL1GT0kVZIy/4QKDkUn92vf2Ih3kXYtZKPMAe8fmDHaGiRgNqoPnL0wypk6bHUVBSpdO5fj5NGnZDCoxCycYAqI70QJJIUZE1kiAuiqBEGAv4Wic9Qotgu1UIZLu36VMedPBpcM8LHh3g+l7m7fU/MGAHdZdIR2Yk+EnDVAC+KphYABocfG3o4BQmA0tH8kG2DAbTHysNXhPsViHdN3kFdNjrcsMSkFK/HyD3eQ7tFI46HH8B2N8PO8d72M1Ch1enXwLsUQBO4WXDbpzurobQgn82oR0UgNJ6PXiUtRLU3qxRDeJP4QjBG97fXCPk4nqIaeCyNqDlQpgtHpKOKZdAq++AVq5RdlED4ZhhZp51xCwmYdr29F4ivBQByAWp0f0LvW+sVH8F4v4NgF04zal9BgEV3K4+17/YC0nXcXdw+pYKB2uoL/oUXiu86QIwKrRn4yiKcmE+jgqNKIxjWIIgjlyjvBlFcbXdLsdxHOUrfMobF5JKFLai2bAEz+pmNDsbRWG0l2/p7BdeigB0rsRzoYYlGs+Vajg3YsUNAaE/XaoPgnCXx+/HDXbhdI9aB57Ue79/1LOQWaxRmmXuLkrnJEGIu8FKGFEpU3hd8IYLwFy17cKCc2Ep2Uw3XbFdbYcuKQRBVHWu0Sjwe4muFUXlKNxC14cG6DajMKiGrVzUDpthNazy0OFXoRK9FAEYhq0XQRQPy2+owGEaRcOi0cXOkR1DAVSlMRaEP5mFq104rce4BjrZr49hWYjdM42uR0d8FS1qCocAQ63AFSqzlUphxz29Rxm6h5oHtuMva4qZd4kHtWCoNtnAMfvVjMj7FYCoEMDAce4ZQMCnTUi0Ib3NtanOlUcExKmL6ulwQCMNkygYEXBcYZcK4RfvvBWCbeBTHQrphPsG1NH/el7/ncIRh4FWUDp7bfHu4uLi7Yr3mMJhwf4EoCoENXL7svfohxYmtG4t0DGwfeDSoOVytdYIcRY4l8uN2LTNg5QDmN557GHXCuFWH7PxuNR+QEiHUZ75Hf1v+vT3DYKBVjC/ePfOtWu3796oeo8pHBbsTwCiQq5NK+SlwO4VUqwV13IlPg0ZEmm9uwHN2n0QIturmVZM4aDQ3wrSe3evzayfubH418KT69cfffKbm5gRfeZym0+2Hj26uf3FJzc/e7T56NH1mzu9yHGsQDu/+G1vNvOeM37RN9TE7RhhH0Czf7WoVSjzG2eEfQlAVshc5dpfF29kFfK8WyErnz26iQoJ/x3+3Zwdc1BFcE81751JaK+6RmFFe8kqR9/m6MCyS7OXwSeokBJ3mheHXw8Cza6XibpM4CGKt/Q0gykcWehvBWcXF2/cq2AKfKO69clvoq+/+uqbeu76k9xnm0++++rr69/95i/Xv/vqevvj6KfyIJ/vOyTLrljj4U+AUsKGz400fCUCBgEh8EuWdZOHRQYE5+efeeu+BKBVyG1VyM3fPEeFQNT5CvkYFfLFx19+rAr5qcy6jL9Jt0I0ZefbKgqCsZVVSJDA2yJsdIRRcPa3q946SYXwnZc1idsu+LdZer1M6hKYMoAo3UfCUzi60N8KJPsu3YBRyLU3N777+Pr1m88/vvno5l9+8+UX1//y1W++/PhX//6otj3+rJbjBuo/Qa6U8oXaoFhL1cLXtEQOsBdt5Zd1uyBYk5Q0qJw/6237EoCqkNkbizzM5Tkq5PpfWCGfQAm//vHN6x9/dfP6d5ufoUJ+Mhp5ViFFqxCAljn1CiBBUhEAGRTYiAS0Ym+FzO+lQuylaPy8u6vggfLAneCf/hJnqgC+EdDfCsrX/rz41/X/c/HP1+q5jVqu+WRjY7PZfPJko7H57sa7/+WWXRMB+P20wbftThMfaOu9zrXOptl9CcDynT8v3kCF3EWFbAW1d9/NKuTJE+eeuHeXN95dC6YV0gcdgTRSBK11pqYTVAg1Sy4AZiT73mT2nrhlQjHoSMefikL+5kN/K6itY7a1uHj33iXvMYVDg30JwNz6DT4DnlbIS4AJKgQzbUrATP51RKtBx+lF6m7ibyD6FI4CDLaCyrV7N+5dmz5yPHzYnwDMrV+7cePeBwXvmsLhwe4VoiNxin4xb3hznwQaDBNswXTz85sIQ62gFF7a4azSKewb9ikAc6XGpXTatV4CTFAh9rCLCl33dd8eoMgz6eeXCftfF5nCGwATdsspHBj2KwCn8JJgQk7zENxg9CNdaYcQj7hTPlL6Tae5bxhM+9urgqkAPGIwIae1DToo8UPR3AGzBi2vo+eZ+OueHD1G/I1ZE5zCEYBpf3tVMBWARwwm4zQP9suAH/nITlkr1koEPij28pCPiKdT4DcNpv3tVcFUAB4xmJDTYye1QY6HPnd3CE41vTcRpv3tVcFUAB4xmIjT3SNh+gCzYSiDfEScQbYFZuRi4RSOLEz726uCqQA8YjARp3tUPA/cGQjJx889mUcm+qbwJgK/iz+FVwKe47uAR57CywfP8R1hYFZL6cdHwt1NMQMHBfbC9InwFKZwlGHaQ3cDvgrSAa74DbFsqv9NYQpvKFCboU7jnW8+sCSHWpqgo+DpW8xTmMIUjhccHwFIYZ7JwEMrUucswP4vwU1hClN48+HYKH9e5Ol2qGXifr+6VOXJ4bgwdQpTOJZgQsK66djO+kb1YmX2EPW+HqiVdPLtFKYwhWMGx6Vboxy9GuDhAl98m77fMYUpHDPoSIpjoN5YCV6OBjiFKUzhuIKE325i46iLFSvDVPhNYQpT2AN4kQHZ8cYLj5dTgD1ve5kK4SlM4c0B9tcJ+uy0W08G022CU5jCGwcTSsEpTGEKUzhm0JF8UxHIDS/eMiFA4wPbpnrfFKbw5oKeHkzFH2Bv4q+PZVP+TWEKbzaMeoz6U+rX+z/Gb3oA4BSm8CbDTnJuUhl4yLLytYre0sQibSr7pjCFNx8kbg53J91rlWCvAFC+GifNdgmm0nAKU3hDwXYCHkwGHneZNwh7fGQyhSlM4ajDT02IHQymInAKUzhe8NOVgFNpNoUp/JTBZN8YCfgTFIxTbXgKU/hpAfv80XwxmMuTrzJjO6ZVn6qLU5jC8YWJJM1rkJNHQzRPj8afwhSON+wkafYjhQ5BcpkCeDRE4BSmMIVjCxI1O0maw5RCe6L1EsTfLkWdwhSm8NOEVycXphJoClOYwlECyqSpXDKY8mEKU/hJwrTrG7wkPgTrH9y4fXex87vj/acwhSkcCTgOEnB0GSYt2cvjQHD2zmI/XPMhU5jCFI4KTCwBjoOwfIXgrkHk3e77TQXgFKZwpGB/m493j/NqNzUfRTh7Y/H2mbRVy9XquVotd+3PEIBnfNgUpjCFowO7vxrSQcgs3Rg9om4q9bqQ3v7r4o20VTlfL1Wfnj/77Brkn9cAN6POLwz67V1W9trD0NtkeRLaLwRCj3Vzc0M4wWYUPOlSjeQ5hSlMYQfYXXANYYyL0vV/PfLwdaQ5DMEHmP6ebN1YXAzqZ7n892dOh00A/tP7HfjqibcAaG8KAbA5yh68//528JVHf//9R7nQ297/jlT/cdsjffaJ9yYo5ghYaeRyxTPOu6YwhZ82TC43Opg9Ufpj97omp/uq4aXmrEyF7+QzSL5WsE4BuLj410wD/Mf33//aXxR6vfYnQgBA6A3ba5Btzzv4EID//v7/9C5Rff86NEQgfQEB2MFSzGEIT5VzwalTmW45hSn81GE/AqEb5+gKupHwsrP7gCLv3g2IwSB4unj7NsTf7cXbtga4tbXlHkGr23JbNQo3OHnRbrNYwEg7lLvo4//5/laz2XzXNZOt3Hfv/yOtN99/fzP3NaXdV5/liu9/HddI7/33/52EFXMI6jOnXG6mCWMKU5iCwcuRCvufCTPmHuN20V+2iNsZri3ehsaHa3G5XoHJZ8C922DaXquD1hcmG24j2dhIN7/uan292uC7nSnw15zd/tOTrQ1INsrEf/r6Ov2h9D3K/fL9699RCdzAPJmekIgruo+EfETlL/hqqgFOYQpdOJDU2Fn47IW0Sb69ZQbYO2cgg72R3SfckNDjtQUNEIJQErArAKP3v27wvkm9zYBT4I5CBn+FE6ABvisLNcCbnQj/SCm5qYCv3v9S8u6zf3r/fVz24AMaoO6jIJwJqPylUw1wClPogz2Lhz7B0wP9nnRNLNS6SMXJIhw9uAehxwnw7cWktA5T6uBb/6cP7dMA/Vrd12PXANtfew2Qmh7+AsSIPsvmxpCKuX98H9rgp9cZYhog1cJxMNMIToFmcCr1HlOYwhQMDiJyJog7oQgEWv9H2PaqEb5e4CZoU/y4BihJiOu0D83lnnvZBUEXbW4+DDefbD4JM00PAP8ebdDbqQHmauG77777ZDOCgvcJhN0/ff1P7//T/+t/vl/75fs3gVJ79I/vv///1IGGO2iA4S9/+ctTv8jl3FQDnMIUhmFSUbMLXn8wXQeUYQeMfggEJoXTi1AAJQJbtUsm/WBUfGiuFnmtDtrddrKxteG2XLAJ+4YTbDXf79ohGB8FBEjCz+pBndY6kP/jps2GZWIKTAGYyzW+9prfThogOEHlb7oGOIUpjIT9S4q+mIcmcCYl1MU7tKT3BVVJP0o9V6zA1BT4rz4QAAVO2h6Uugy+gt0kGuy1jpX2Dnztfu5tgPZNCMRHjx7d3P7u6/frv3z/E1GWmkh4/2uTiKMhOPUil0un+wCnMIVxcDgi5MBUJl463BFesTwszVDjw7U4X6+dvPaBXgQ56QMB7Wxa+4hSD8Lu6/e/ykGgSQYO2XXndT13XTZu//tu7eb7/yQauc+kAeqJMBcKszXAvO5TmMIU9gWHLjT2SLCUiT4Yr1iAHRhSSLzbnAZfq5fq9fI1SMPuM+BcbmvziV/ibD7ZBDwM+SZb88lDuUJoh80n79K2uQlBuRm1I17wfgJL+zkM2n9lD4Fzy1E79+TJsjkyypvdl+mmMIUp7AeOxJMHn4U3TArOXtO0l4Lv2j2ehHCt6kMOAfqfD01hClN4afBapU6tVCvxK5VF7x4NR1I2XvoA0o8ikBPhxRsz0x0nU5jCGwmvVQ98gz/Qu36N02A9/5275P2mMIUpTOGnAfX1B/du/PXetdNT8TeFKUzhIFCTImq/DhzJue8UpjCFKRwerHEhsHcqPBV6U5jCFH5SYHtiSrVdnodMYQpTmMIUpjCFKUxhClOYwhSmMIUpjIFc7v8PH/RWVii2wQYAAAAASUVORK5CYII="/>
  <p:tag name="PPTPRODUCTIVITY_GALLERY_NAME" val="wA6ZsXbxJtS167TjspUgjxWfQbJspucYAZn4bjeA/TjJjL3PR2Y48RhjwrlF9+oE7BfuL/DOYn1uOsbmnXEtEw=="/>
  <p:tag name="PPTPRODUCTIVITY_GALLERY_TYPE" val="_who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/f39+bm5gAQSgAAAO/v79bW1t7e3hkhIdb/zr29vRAQEDpaY5ycnBA6e0pKQgAASggAAHtze87OzveMjBkZEN7m7wgZY5SMlCkpIUpSUgAAOkJSa8W9xXuUrQApazFKUpylnO/m5kJra2NrY62lrSkxMTExWjo6OggZUmNzhFpaWpTejBlrvc7W3kpzexBjnHNza3u9jHvehCFjY97m5t7e5hkxAO///3uUjK3mrUJCjMW11r1jOhne5qXW3pyl3mu9jO/ezq21tUJajLWtrXOl3muUjN733hmc5s7W5nve5kre5ggIY8XWzsXO1kqc3sVrUmshtbUhtaXOtff3/yExY87OvRkZWtace85je9691pxrWkLehKXeQhDehKXeEM69rcX3zpSUrWtj5lqlUhClUlqlGRClGbVjtYRjrZyltRA63hAQ3msQc84Qc2sh5rUh5pwQc/e9vUKchGNrrUJzlBA6lJxje4whtdYhtaWlQhClhKWlEBAQnDprxXvFpfellM7vexBr5kIZnFrmUhDmUlrmGRDmGc7mtTFSGULetdbeQhDetdbeELVj5rVjECFKWgApIfeUvWNSe0KctUI63owhOmMhOkIQ3owhEGMhELUhOrUhEIxj5nulUjGlUjFzGXulGTGlGdZjtWsxc84xc4wh5tYh5pwxc1pjOs6cQghrITpr7xCltdalEM6crXPmrbWce4xjOgAAIWNjEIxjEO/3787Fe+/m93vmUjHmUnvmGTHmGdZj5tZjEP/393uEhNYhOkIQY/fmKdYhEM7v5ggQOt7m1vf/7/fejPda1vcZ1vdanPcZnPeEWvcZWveEGfcZGZzFe/e1WjoQMe/39/fv7zEQCPdKWve1GfdKGfdS95Scc629tTprazE6ENbezjFrQr3OztbvzjFKY97ezvf/Y729xTpKcxkIMZyclNbWzu/e7xkhOr29rXtzjJSUnDopOjpKWilKQhkICAgpe5yMnAgQSgAQCAA6ewAIABAQADpaUgAACAAAAIDo9OA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y29cV7rliwbgWAqCBM00A6JNV8qGCVLbKcEqGygQTOxKbCMlZwl5AHO7EbJ9rjsJ3dZVcyOdBVRjo5rVLCDzr9idRJ4GD5vqFBC3U50qRKvcMbYgV5JOp3ydvjYM44zf+OZcr4jgS9TD1hqxYq35+OY351qMOTjmXK9ehw4dOnR41lHo06FDhw7PJDoC7NChw7MK+K9jwA4dOjyb6PivQ4cOHZ4xdLTfoUOHZxWd8O3QocOzim7qs0OHDs8uOv7r0KHDM4uO/jp06NChQ4cOHTp06NChQ4cOHTp06NChQ4cOHTp06NChQ4cOHTp06NChQ4cOHTp06NChQ4cOHTp06NChQ4cOHTp06NChQ4cOHTp06NChQ4cOHTp06NChQ4cOHTp06NChQ4cOHTp06NChQ4cOHTp06NChQ4cOHTp06NChQ4cOHTp06NChQ4cOHTp06NChQ4cOHTp06NChw7ONIm07dOjQ4VlDx38dOnTo0KFDhw4dOnTo0KFDhw4dOnTo0KFDhw6PBVOnZUhIid0pmw4dOvxo0CA0RaYJbg7l2XZOXocOHTo87XgI+prPih06dOjwdMPy7RGhI8EOHTr86HAssdkgrFh3RNihQ4cfIGpMdjp0nNehQ4enHY+Up2Y776ixQ4cOP3DMpLHjuK3jvg4dOjzNeNTXs3Qc2KFDhyeNaZ57IlfyqcqOETt06PBUoCIjQqelxI7KOnTo8MzhzNqxY0yhOwgdOvywoD5Lt6133VN0Y/Flw/oURX+UeNb3v8OPCk/Fz1mNmN2OuRmPr90z9OJjq/tpxDO98x1+fHhyP+j5NSsnlgAcdLZmnq1UA658np9z8P+kccTedejwo8fT9ONXW2KZjRkZx7S+lX02Go1SZyn5g8DZDkqHDh3OBcd0v3Z2kFEtdbq8UnLizMzT4kdOEdq9H/X+dejwVGFOb2snE5+VdkrAXiWDzSmv5HnLPByd+wNC7eh06NDhEaPd11J8TnJAEeJtm/NAcv3QeBRte1zoCLBDhyeB1O/K7qdALEdgXu7RpWbhRCXmtmcq9fQN6NChQ4cZyGTC9tEQS3g9znctf8q0SBNnVcZx3jp06PAsYy5DKKPMS4GG7dyC54Coe+YSueW6jZw6O7dDhw4dDFHEQ7PEGSfrZxY6jZ8jbXPmGRrWoUOHDucDEdB8DtpP24QwTCXmlzop7OHh3XTo0OHHj5MxxSn5BPMji5yJn1ToZOVKbXomidqhQ4enEud4eWzwQ4aT5uD0darEEYX20nY+ovz0cnI09oiw46dy0aFDh6cN59OFpYtKjRTRMnxCnLpAE+O0zcCZHWr1UI5VXE2LHao5qoIP6b1Dhw4/YND/9TUN1FjhaAl4Lsi1TuEkVZ+Cb7NpiwRP4aFDhw4/RpgCWOlbsYMjD4H9hyxfw7SfoxoXO+ABfN2mxubORxBm1O06dOjwjMEEoFUsKSFCxyARZto8Uriak9QCt2X2y81yPJctQ9rEkhM6dOjw7CARQCKBlBKo6aMjEEYnMn2caDTI1OclYglO9jbSItahQ4dnC1W/Dy4gfnL6yyxyfIH5Fo0cRY73dSxaLnP7yuR2FY63Ezt06PDjR4MbgvpOSAV1XpnHgUo3rMJOyKynxQynVFRLrmpmM8s+rWdkdejQ4ccHdXX3d7o833wbhtnq5AjOqJcYj8ZaFcXeSKm1KsyAbUynzMR8s9k5VKWcRo31/UrBem7aNhI7dOjwo8TM/j7d9adSZrFDg2Ymo95Iq1GvBw82hBeG9fJmxIqW6llH4UR2eA3DRqBqagrVEzp06PAsIPX1xAAJ6SrkBkXVYKqal1lC+ePRRAHWoQBzOlSTExyORZFjvdaB7Sz7Vro916BYJESVkdJElTiV1aFDhx8LWt07RdMI2JykpFgCSsgcdSxZjUej8WSnKGDBycReXIKVXeMhAiRHRqzam0AjcgZU5duepnJi04h06NDhR4Xcy70NLnLAKNkpoqAVORpFDH8nvUlvZ9Ir9HUiZGfPjmbqAykYJmfH7MKpxpxZbQnl5pTJQhmspXXo0OFHg9z5a4B6eBDBXpmpT6aHhuVUdBqj8Uhj6b0J1FeIBjPdsZ5dODJyfbMwP6eBue5zVt2AsOtMiRFKEaMe7nAmLC4tXPRnZXn6aC4vLdxNwRqK5ZWFpYWrW47MNpmFsDy5/Tyc1M/icgq0MTfj5LCLh9+VhLM7Wp1RcubuHVfFrHz9NDZT0DiH43YSBK9N/Ril23y+IueUNqwrwVYGjsBkpA8yMOpKblJBb7Rim795XW1PhhNbV+6bRRSLhCojhapoh4fC7vr65+sLfBdWpg7mO+sLL6VgDVcXFlQi2c82mQVZqged3H4eTujn7rwePzfj5AgXD78rCWd3dHe65OzdO66KWfkX1heupiA4h+N2EtQ5wCESFEhhIzamrDweTnBSBKchu9Ge6G9PC+ynz2RHC9OBDQ+BqaTGuNhox0+HWlU1+m35JBpJaq8Dtd0FijTiHU6F4cL6+vqDWH2d0kpsLaxP/dcvri5gr8X6YJbJbMhSFZzcfh5O5md1Xv7cjJMjuXj4XUk4u6O76+2Sc3bvuCpm5eunsZqCwhzH5p9zgnu4/eHSbivvSQGW8RodlUYUn9sgZ3pjMP2HpcfAGdlP2lSuMLTxuaHpqlZPuQ6UYQcajWib1eMdToiD9YWX2R5K101JwHcW1qf+6xeX1xfe0XZ54cHCMJJOhq11JMTiDJeng/z8PAWPgKhhdj1zM06Oc3DRwKzDfDK8NFXyHNs2jH9xCfMcz+Obh4SctjxPRlpVKSlXm7oVqWW5FEx2YAKNwpGMgf1wU2iwBMH8Zd0oHoltzE49PeqVNeH08hvRGWYdzoZLC+sv88vqbVxef/CukyrM0gVKC12wubC+6MAJEc6OkyLH42QeNDicbTU34+QQF0yJ5YfB2Y/JdEvOYfcy9NN4KwWF2Y5rIulhMd29U0qGyKsl1vytDAIpoyEFI+D7Psac/40zvySlrRBJ9SI4SCW9PgLNuo41TxZ1O8Lel1bhMikCOepQNDB2lMQOp8eF9fWV+NO/tWBFN769srC0ctfHU2LrJYZCS54LurqwJIOt9fUFZ75jSfDOArpua2Fpa/HqxYXNore96U3C3tbCQorL2Z+zy0Y18ssJla2LCwNtLl+U+8WrKnU5TrMEBqRkP/IQ9ZKeDYcLF++6OsUGDzSmX2AKq+WpymjsaEZVSzO/5ZsZ083UhHpW+1i1ndTzag3zHm3GUSitWuaOrS5cfD3tCvu9OUkKcJyPcm33qgMDZDDV1kYTaodzZaB6FDtY//wqvIfF3AMaffChES4aPdnbtIrRL1fsZdhQJFdLMojDCKlgys92o/G+JN+4LDTZ0YqYu0CZ7IBWbMuNEwO1YA2zU08Cl6TVjiVEYrllX8r8hiEojc4N5+jqqcalhQceAqujrT+4p/2+6jMc6y9zACRNJDCGFx8wFJpsLlw+oBOtP1hYhaqMpOsuXr67wLmRlwfrGhovvJz/w64u+CTLA3kLZ0nt5GoYdUfS3uYC9Q8uS5G+5tMs9RHYMikPFtZL8+Tn0kVlrC+gSSVYlu/a6115wVgCRh274cnNI6PRgoxaLeTbwPkN3zhcX99MTahnOXZFm3SsppxUeaJ7/OR51K9ZuZHlXFvTlWKbdhY6bJGjvf5gc/0B0S8upqNc7rfsMfCBAbPa2moCjnw4Fx68la3fuiq/6wt/mX9AH1Gni1DTtWI5ASowJ6R4oCQIby0Bk0llWS+xv1dM2hxKpGUbm4bV+UFuowlubpXmTfVpwymN5Gmbh8I5u3t6cbCwEApw4/UFlJ0Gtvp5P4g+K2mCEkDuCJvr66iaTXVCiYCVRY+c4/ThX6JXqJg/6wtJIRw4tr6O5JCzn9uSzkc16lIPqKa4jP/RygKlrIZedxtUNguNw8vJuQwlQeUh6nW6PvjPdX2+vuKJSuVc7b0e9ZSeyoxGCxLKWlBQjfymb9TQ51KAbsKBzLBUKR3Hg0QNb61bTjed1PNej3Q3zMdEx9//dFaiZNuVYm65Dr5iG5ftVwnxB4KmOMrePYTbxuWoOWm9mW2tNyHyVUopsvmcQ6zBgSKCWj/3gJ4jyr9DDnibIqMUK9NSeg0pJVmETbKEY2CY+gmPjJJf0iYFylgYVNFAO34CzC2SW8C6arKThBxI25mbR4BH5/npgv7NWwFeUI+5OiL6QD1Bm4XFrAvy2cCrDzxGFU1wyljEeUGxMNF6/Qv39wdSH2JKd13kzIOvJVCyTbmWf2tLdeHF3uT1dSlE1bKgsnelA6lQ7Lr6IF1rSOr61YHGnLSg7kfpWr+/8GAlpOnLG5xReCCKiNmxaU/KoEnkhLpd+PwvkdGspWyhD0TLt/eq3JUHCy8fElnX8ZAh82YjyemQbXk332nkXVASYTVMtYcjHTU5GHy+7oGvC9dc0YKVw95QB59/Aopd6hVvqW6VjOMb6zQrqF2J1l+NH3K7rdrDGU3Qel1uoW2V5kfw8qj3zudHH9DzQdZhJR01e+BkvN/rxXg1+KiRK6QEWC4bRDACZcFpNBPj4mgjSgXmlG3hKJsjyztzdh21tGZ2itVLzSrf4WgM9T9eZKYu6pO7+pkj0HpbEi37vb+sc2mMxIf7pKSfOoIO81VEAspABzzOYIo01vXL2VLGIXJC+iiwRQeUvFBczkStITXu2rFjoq6XUDXwzsoIWXKoChfeKgfZQKmMKDcZeksjqmzoQJEGf3Q5KHqoNNoXEurr3PSWJzLYwy9qLci/m3otuYUciEnL90vhIiZBL+hYUOp1nxSXoY/VqoVabTdf3m/kDXX0yoa9s4BZHMnYLyCTmqsLqQX6e2lfRVG2Uot1NHvvVEc59rsnaiwPDAjnua3eDfap1gTy9RcWDfYO5VZOLuiPyv84xVTz3AN6HqCR9W9eJ9RP1aYOr40Jrg3SIsMhJ5HSsOQBCBm2ZDKwMMEmpKKGQ00Hs3CswVEmKWdGLc2UiNVbJ+T9dMRoFupwBCSBNKCxppOE0wjnQfy8L69fHpe6wQpwlBQgGEraaaDESY0kHawmti6aKpN2SRisXl5nErEUGepH0nxxxln1Wfwt9q4urF5+MNTYTnVdtsDkYpvAYP3BugfcoPSz3NvADqxfvoC8EZmqmQuX1cyYShtpMN3wlDOo+J7jlp9Go5bcwrEaX7R8h+5UE5iAU+N9Gl2cpKx0rCYxoVnt5vqDvUbeSPWXDYs9OnywIAku35ecaLGlDeYiLbXAdNi7vHB5ot2KP5P+X9ESgaOMfezegEEqxyU3IKrIbfVfUk5ktBJKzvkj7Ssky77YGgFIjH0JgTnjgJ4fqm4cf5GqG0doTEBcxiqWZJEYIAIRqbYpUodPqSQoJ9kYlQBsoO3h/JH8l9XU443EiFQhIwWrZtbyOhwFFAWTOitX3e/UKeLQWdBct9SRbrCge2vBc4AJg6tWb9IdIrRQH72Dzz32lc/orBqdXqUbehIxa0XWVTWoi43XxZsrC++sXPxk6MmlgzjnWM4zFZer0yooSXnw9YTMWUHeMn6HZkpBigKs414KJXUgoql7snxDNEkERQtWLLBAo5ayhVZLlW8OgVxon7UraQLOWaGPh2IxSkWsuZuNPDWs3MXr0VYd30KW1rSCDkXNlaSX/wj6w0jExXxtuTNxlG0R+61dScfF12yK4EK/VW3VIaofG/0B5SgflBgHHMQFAqOYhJx7QB8emawy6mHDCdy8FhF/lJZC+gQyHwpVoktXkTaqnPSnRwo6NefIVaokZZwK88vUm2jUog7GatqoSqnnVYY5UM/tMA+LC+iOEqUekp7I021JijAZNZRKiJOknguUbZhojcnwYtp8nhQgs1+IS5JDMMX6ctJaSBlJlM2Fq5cuXp7cXXjrC0usXvGFSy2k6bnBekxUGmWNy5wyXsBOy2K9merdSaX1DqVc4IH6RJ8yJHYu+xeP6gmR1KhFCu31lI9aKn1bjSXdFQ2RNDMzXfV4MR0BTqlzrMrdZLdSXmrgoYiaXSynWtm8kyoCpWOfnZd8tByTIl24oMMWrQ9ZJhVfHuXYPR0YzotwaiSu1ZRvEWDNpVqgJpgmUxO+7k3UXrK1g/+7vmdWgHMP6ENBP6VYaoiY18E8RfkgaBBc5HSLQaKR7jWblCKkRK9nIpuHiQ5q4sGM7H6ui7kZJ0C7rOIpKdNZZVG3rYdroFDOmmPSoQ3+zVcEyKlY/bfnnPD650WSd5IiniaLPOmBNACyvpGJhEFSgEnj5MkuaFRjrEHklpZax1yaSRTN8Y5Gb5+vaLOyma9KLL5WH87Tc4fqmYRWr6gn+jwxfl7inG5FWXmqMq5nTCpNKL5muFlO9CXRZE0mMN+VsspaVsUOOV/qVIml7ySG2IdoQk0fk6UjwOFMx7G2m3KS8krX5S6GKlZTFjblM2urrDql9mROzEdmhUkD6US7CFmm/YujrDbG7hWXPWSvoIMmw9zWmFYUdGw+l+Od1IT819duVntWKkAfN6F1QM+KWvmgsURqjsY659VQRjNFCA5GRsO2tDFTzkSZTHFHIhBBlcoeYjMHR+eeAq66akZZ/RTKZrUMUtm0bmV2mIGsLBKkvPx/fuvi+tVJ0g3Dhf+JSBw8sDqTAAjJKLGiDhfqRWuEi6QImzTZZSECQUVuaal1KBfHIBamrJRwyIUdSr+0ukLPe2fhwecxWzPeXEBeTV6/KLVS+vnaM1JM01/ltEUSLAismLJC8mRP65fzTiYlc9dnu+Xn4oOraUoo1SKNK4qPk57RQk6OJ98WQ2kaMRqSdpZq1YjhkgX1RnmsMMRSB7nKezBYLHdRGjFUscSd/n+4AoO/jDa4QlrGCehIHW0uuPXIweXeRrCzvMildk/tnoi2ywMDoq36S+ZDdFA7NqWQj7k//zlsHX/GaNPcA3o2pJ46uweXSFYZkxoj5a2/TtbKMedEeqymKikxjp3IBlEghxGee5HYLj/f48Oj7puwYikhpzfrbrWF5juhadVhDg4W/mc18dXr3dOg7O6kd0k9Szov5NrhZS4n84XDkkb5POAljYWVGZNL16MPprtHyzlAaSoVGcqZkkO5xZoL0lTN+1ENUskBlIU2BzHHJG9ptC064qIb9VIlhFiJ9V0pEdJRLk0p9hdihfpweFpf2LAj79Nm7xDrhbuFWlCbzqKWA7Uw5Fr9QJS+LYbswuJXu3IhnayNaiW9dKw2dKyQaM3djDyujV4YDrWnsYulipbIUilOvge49G6Le7R92HeVpbE4klktUQn9KzjcVOJLThvmo5zaJr22whRGknS9T7KWrw5R7di4CcqXEldD/ZfWnsnae6ax+lEH9CEwo4/OSEr/n/Z6k50qN6hBvT2tnMbGKQpGOKMKNZCSc7kIFzwiplB9+6o5uXNWE3NcZhyTPSffojPV500sDpfB6gvytkKU9xGYkduhgWHcOFXiKvNSnLcgNXQBYzaS0syRtJGj6+sP9P8zTLRGLCTNkISgfroSIjZlTrC0xGWuJg1hJS+YexQDWVjQsZ2bTyarj39OQjWLGH4kfjgR7POfqfI0xab8hYUVNI09xWwWSBkj1REtqHY/1+JrQeAw59PCmsxjEE7WChuRRk14qtqJaAgoBvM0dlOyTLGLypM6LBtWHhnvwYO40QPECVe7kphTNZS4uO6pRuW5tBKXdZQ5j6WFNqa2SXs/WKLidASjitoh0m5IRtpJ9cfxfyC1UIdGsXKnrQBlMfuAnhJlj6woqlzlgLdp3ePVRbXsQEkUJS+kDu+cnBKbnFOiyOK1TMfCiz4KSxHs8LhAp4FkdnIcV2J2PjXFJxtUoUA0tG1TBjLS/jgYmw5zoH/zadYt4ap+/epYnuKRsGOkxUBtfZ35KcuJVUfVVYiFetEaHpFQYjN8EEIjJMWD9RUto3SuU5a4jGrW/3eqW7KSOSuZu+ChOqJyP6/mmZQjeOKprFHsgxB0jy+qOcAQLL5fY6FInmozVnEjh6Lq1+xElZNrSaR8laano5N2rJJ5alwRIrQpDnuLLvTWO0l6UYniIbLtfmFVTR9a39m9qg9VLPD/wsUMH3a5chrVqArxkyXzgdhRmVESw4X/ufI6c4beYSTdQukexEFrTpPKFCe+GTDyfbWh/iWs+k6QLORjzzZ8JGcc0FMhdd0IVCjDJddUuRPrsGkkV7FElE2YBm2lcLKoUP7gZZIMS6PkgAfme/yrX5aTnVqhHZ+FY2yms3OLayG3baYjEp0bFrEXaa2cqtDM0h0SJApiSq/E1svrD1ZCh5TSRD1vSzErQEkDyYCmScw/IVNQHMMlSwfwjnTLF8gGD2BtGS5VjVj2NQc9WUjq9uWYePPsvmqoNeySVEsMVpt+hqRzBWOuPAmW3iW1mTbZ020MEshwx95aWVhf2WrsvGr53+s5aUsi8OWIlL7TRBy3zaQmlKoqzd5dUn3LyvPZbFfyoKxE/xkevKY8W74kCnzZ+1Aek7v1KxFdjV1hjhwbaYz8cprUO1RTrm6ocv8buLxweTWu7ktt48Doj5T/DKmKpFY5C3yNrZqQjk1uAm5XEfnc/hJCnj3jPPlicjx1QE8FOmi1rmNeP91Pl7+04b7uQF6767vjR4SNs9K2herZCrV8bLXseHqQMDxYempgVtrDwFScQdUpkPapjWbaDAuVmlWuQ4dzxuwOWsOxBgkvJTU5A1loPlJ8sRkXzagd1pnnD3dnf1gCDqTVVI8dMxEnNEYpmCXLKFI5rFzUUnJSCVuVN35kSxA5k3IAzPNi4s9XeX4YHOGDCprtSF+YbAYHznRVuXC5ZDXTtEOHpwuLC/MfsZgm5B4teNQL843SyElonjeiN9Mho0+mnskmf3Oa0LwAMKPKFyKSur1WZWYtoUxrwAIwtSeZeA3V6jvi7mPyGAwn/8dihhVFy+LzvcgkHZn8MX9FwAams0AVypkONkFaKu5Vhw5PMwZcA1S/JrOJ2t01jw4b6bxLzAs+EvAw5rF4zf5TJXPqqnLTeWBjlrG5wRllbtCF+34bfgggW5/tSAaVXeQqZ0yiJaCfHT3T1wxUVioBYl0Wn+kFI1Yp2rAqgzhpYqavDGVWRY827dDhiePy+rovApqN8sz6I8VdzoGoGY9KAApFb6f5YGf3zOietU5a67q1GYR03Z6BRVUgYs1426YJWK3x7JcUUJJTVRVpZkm1uHJ4YiROSyVzYBaUF9n5G3BIqzKlYsDKKNCOCyTZcWCGRYcOTw/eWl9YSc9BmIHqzPojxaW3OIlcPe/23OEh5U4812C6U87qrFUY+kvc6cQyJwLThSCVemqGFSUZdb1dMsUkRCAsSJK+o3ESjWCWw9nI1adGaJO3bBqo0tK2TXVldpVhOMYqJddzczg7r+d16NDhcUOdd0fEknVcu4N6o2+jo5aRiqycVJJJGDR5oYw0UhtQjsk0W9SLWAHuTDwBOd/DcWC34lPCY2E1tdbayG82P6NR2gGa1EyZLphT7LOM1NYdOnR4zIiuFycURGWj2mC26qPu7o1Omm5FU0leC+IynpALU9aJUZxYIvgkLOagmWFTrZjx08aZqiiqZ96SBGDDCJbIBdpIrEYjHTAIUoBWR4ICLBGzOWtvUtjpQg6UCWBmYgUlN5x36DCF0aRIQ6sOjw5lP6wf6zKRTZ0oMpzklyKZAqOsSrFgj4N2sYiT2c5J0B88AvVJxVROKwa84Tc78KCZ18mp8cGRxyIxXJhqzdJoaqZA15IrCuRIwx4E+1cGddTSHGy4nPLUoUMF/ePvfh+PDvnY+jCnCExGsDru033U9JSTFY6XwzlFn9jMQt3nTBS9vcYFNnWzyQ46lVFwEeeJAQ2hdqLOnOe5BllglA1nNTY4KqyauRErc6rMHKoMWklTCNf5O8+qwzMM/UTSD73DI0L0v/Iop0ASKXRRgq2+aY7KV0KLDSeTfZnZ0O5a5kItvVqBuim8luKxqTIJqWk5oXx9MNCoXRSIBJUMbOTMRrt5iiullZhaHLn1PCenvDBga1ShjJTSyJj252jDpkMHg59m98t45Ggd4twnjQjVLRLvxfSb2Gcykm6beAyYzOrWwCSS/pI1f40UuKt2ShekDMPXxZQJ2TIeRj3SJwbBwX71crOg/GRCKMVSSoVIcG6V53DDlF1LQSGCUwkNm2Z5I6dM53R4tlH/8XU4b8TRrV46lKgtumv9wDf+CCY+Uc3eaFKI/SrJlXp57uyZLIhDEylZqAUzPLwtQX7LZtIrKnXXyIuSE7eeC7lbNNpGvfLq56VtLAEyHCGx3vSc7lBGLbsVyZhjESGt20kdOnR4xKi6WhCLiU2ouvusbkkoiHKkQXCVXtmkLbwBdeRoY5NQxiaTEHVVdtMQTKKZ4bUONUelR35DMWF9pktXcOn4thxl514IJOMwD0RqBL0GqrWKJOSEtK3lVxxaT64ZdOjQ4dHDXU4rb5O6SvfCtftjGWOkK6as9+FAsd8b75PrjJI3GmaRmvJq2CnEfqW8M7865nt9Ba4FUCmNkU1L7co9BTj2BTyFz4gcoQFVksL5G6vaVgHqSNEykA2Il0kV/GjEagcqC0KO1QpVPhMUT0ls2rkdOnR4BGh0OzhHEHvsmV7avbAWL3qTYrxfNK9TUerY1JQtTVOEq5KRPwOc09Wyw2q0V4z0ifI1JitEfuLB+ouDaxAFMhGoTGYFq4sDZyI1q+kp0nKoRM0sLHJ0hq3Qzm8ipc3csCXYSu3QocP5wx217GRVb8sEM9X/crI+FQfVrOLxMMoth6kl35VbL0E/DXAOGhsVTYSX6LiCC1UKawpjSTBPAqoV88xy/WldIoJlghteoRFWxPGacYmptCrPoan8GUhZR1h06NDh4UEXq7pZGZoihwpOtEir0KaaxoBRwRz1NsdTWg2+CDHA+FUJTQXHwPfIYS2gIANRbg4OL3NhiptuRg2xI0GFlWGkVaiHG8jeq+Ksy28klXA0Z3bo0OERIzpbrcvlDffCtUa2Ge7LyW4u2vkRDxogDKM4rWGoyGQnOCuur27yamaTUIlzYQXogfARQtFo74bdtj07LsuK0x1ol22Ua+Slxrbtp6zyKiOlTGc8W/jXn/zkJ891X77dcpLlNN/nGh9WXqd4/VNbZFP/xFJt9Umb6U8zpwqWS4pGZKqq2icHZi5plfNnfb1MtWA6gaRY1xpTrfRJmxSMpTJNkVj0KZe0yp9WkfonB1ieoq8/LImoOnT44eHoEWIdY39OUaCOeqm5Ho5xfbaaj0bb57i3N6uenKRtPbdlOaPgFGyTDGfan8RJhw4dzgPjvakep2hBcgWlmPpy5GSjsaaPWqSR3kARtaSqqjqNcdxfQqiddTLMLKJ9kbNa1ryx9Z5qJ6fKnbEfvBvvaGBgI63GaX9TSkI93KFDh0cGnibv9wo1UBTu2cEycUtFA6P5BFZhPCn2x7UJvKANfKXLpae7Oa2JScdkUZuAHBdF+Zrgs2ImseyprtqpbIGEFGyh2NMnhYUUTG7TZk7ROsYjrmPU3sWTDKcRPprNndn4Dh06nBnqU3HNiQCnWVXBQhPu6phJN7Y97rwCsOEoztga6Kq9dHUMmOV+b8JFzBmyS6ZivzlX/GWIqMcFJHkcT0zn41i7XPmPhNngwqCcV7pq+JxXsoUxZ9DTP5J2m0pZ2MLs1A4dOpwJIw0p6c9SfFrtoUsQQ5ztTBZNBPGdoIePS4osJWD4NEc5PqMzI4wgRmXVWwD7HdP1x7RalK0daFyYcxLQnuYOE55N/1x9ozbuBXPVyjTbdyKiGk1U8xzLrHWdXbMpD2uHDh0eFgxFp/t5MEhN6GTk4Vo7fQq8TC6jfEiWmXDsuzrmgRdcysq9P2jJhHh8fWLIihqOI8s27D72NpckfESt3F0igqxzZASj/LHtDcjMutbmU22echIWp9y3Dh06zIM4I+b36tcUi3hytEkrZfDY/l0zUPdOLFFIa3pUfUQXrmqrnBStywCnMS6aE2mnnCmc7GHfeGaMyXeq2rLhcJbKtObv3GBX7VBjN2fsc8GrA0aFn1c4663KuUhVNKZqT0vvHTp0mAmN4qLf1W+0mHiIlyHSis6ZZRyo8dtMVPmEIBNjX6FjitaysbX9MUWEKUqYW6TxhK0S2byWR9KMycTqOFmbjit5a+BgVgUzwMEI5BH7nt+lUiGfmYo6p9vSoUOHs8Oj3+hWEFx0NvNh6sLp1Ij6+p4GphXSCeJ5qJ0jdag+y9XwM43ao7QipHXJE3W0WtA2mXsaZDzr9rk4a4KPirsKtdQibw5cY9Kd9XNFef+iRY1m1J3VztSI43eq9iu5KpSTW5TKU25SsEOHDmcDvTb1rJJN6FdVpMEV8UQYAlXHnIU2h6mWo8ybqDgiWibu3D9B6fZYVQP3FKojkUbLFtjcLFbusmcd5/JooMod+VofeyZRZXOr6x7K8F4i9ZB4FM0HF4zkLQWFenO9V7Fr9eQOHTqcEmM6UvSlsu/x9Ch10iQvJuWcX9kdkX6K1LpnGyX1ZKk3rl9bchwmxZjrBuVFdfhTnv1Qa+pc0kRTqqn0qeghTTE2iKUShU0Oq6A684npqC+3tKlx6w2LA5pPgQOXT82tNULbeLRYaZkCtvefrkOHDg8B+pC6HL0u5v/Ut9SfCebulbZlJ4zeOuntzH+2XrvDYlimHY9kWhbWUK8sHa/6mI1JOaCEPKfeI3IUKBd1NNrJyWihLS3rMG+pTdEsz5MWcXW4V6W7OnFrrNsYvMfjCmlufoFn7diqgpH3pEapVW5rvrBDhw4nhvuOOhO9VN1L0eqRKWkTM3epG0/QYjIQu5Rp08h0UbKG+rofCG3UO/5sJNVY+W8OZed1eFSjWqd6Ja7UhrL6k8H7JJT7LYxzxdGWds1SZ6qRApxCj6nStHsuoJyaKM2BSTGZ1O8hKZHmWlVqahfLadjMgtUBmXc4OnTocCQYXWlJ97fRcx0LVD0srk+TDikl1Y44bj7BZKuyj+Mqd1PCZBzZbZkbK0u7ASfFiNGz25oSMk5AE/FekXK/XWk5bve2OiY1TOLUhfLyP4VUF+F97qUp4TeSpJFvLTlDSU6lGpnWa1M6V1xrk5x7ZOyYH7nfocPTicnePJ54KhA0JlVBM6vuRUZg5FsqyqgRqsd9dQYivVZAPjOP7Jc3fxwBv0i4Nt47avw5De4DScGMcqfmwZIxCcBm4TI2q9ViHhFu3let6w2l0mJnvF97IALj3mq3ppHqELeZ02ZVyYxjCibe4wTKsTvYocOTwr655SlEmkOnPzFEJVyqCeaVxEHj/fH0mzaS9pjZP5Wa5GIFPEd8xF1qc8rV0XyjXD18AsxUpolS5sKiMcpVtRGqyHQGDcM75aGjEmBZnTkMJ77OT62KI3MUyiOVqqpXWSuaXrmS/w7klcEOHZ4qFI0h0FMFdRr1odThGP/GbB96T59yar3V7/MMYY0aalDieL8pSOQ5OFSy0VNmTj0C8sGdyBmNeztoWj1+XsBvGjTXGq+mVq1NArEGHcBQthw8NdiM1KaiQnQl7+VeYJsxRVvUXXoUaseqsuWs/KT5eIpOA3Z4WuFffwo/TVCHRaW4aXR/RSUJ1dp0LnIOasSUtnWYnxp90RFL4HQUjj8WclJ7xFbj4BE+v67ODidvHpirlSwclAmnnSejPWRbucsSZNXuB4LWyiZGQEZmJ3SgUOBkNtr7grtchZtWK9mumv8npKX08h9Whw5PFeb9+J84OG2Zeo84hwn2shOFuphueS1lxlzeKO6aqCMTxH4663mCawHlt7znt1WJIoz22lRwDoB01XruUZaQq9SV2l+1QKFSBeYbd1MsbatAdsG/BHYoPTMG1M/PlBUFfPzDx5TLMkFI4XhijnHcGL9Dhw4V6GnM93nwVrsBK4GEqcR2H+S8QYoE6OrNyzuCUIvqoo8ZTqdQaPi9vyeaGNcG4gkNQjoZjrhOTgcg0wa0q40IpT625CnWtZ1UUAY+J7QzkbCzZ76+eM/lojIH5YjzMSquPcJJqY1rDNtsW2vf4t/HLMIvi0WzBVU8f0c7dOhQg/qfOqEFBD1IG3pk2SudPIVWUqKMEuIFTx/WemHqwJXZDK9TQP3hWvSaymd4jvIkLloo92seYtrTZ4/1LekJ1lKwumIZ1eeGFRMH3ZYwhqS85wQUUupoUp5WKcZBljHLKk6ODKHZttCGaRdjg+VOlK2jLKfkRMttZx06dJgJ+pM6yyQzVHQu902j2dcCTmtmtGKWf5z0TAmlw6qzznI8E3I0c7TcosQTAHYo6WYu1DKTjOrkTpMowIV4PlS1dlv28rFJeYF2MiCmIBvPIgYiJS7r80MOhfIiv7rgzA2tJxk+OV81QmipPfLYz+P3tEOHZx30JvqKu3z61ntdo6clTKU1rrYTI2gJv9m0diI3Yeri5KcF+z3puXj+vucAnZgI2DvFfF8A7qsmAmWSLiaqHT8lSvylw5CPMQ4iJbYWdYGyYBnMhkjPFJ4+mGmbEWfHS7HaoUOH2VDXk8bRQG9Uu9qi7E8zzzHkHllDLcn0V+t78y72TSPC2WgooUcH7fyMVowlOBn58mIOiTtxn2f1DHbUN5dMQSI1+WI+wY4dx0MuzV5R1Ecn+xgjACuFW3FhTsrbOCZRydTTcPJ+lOzsmdYc6dChwyyol4Q8SXNdjX6FLGx3tP0ZuiL3fCFpnVSKDdOAacK/7quSUdN4POwnzK5oNJEiM/W7wTva1Fsug2YUu/ywBT84p+Kd/XE+481Fjw44GmmVG1WZy1RtylRYUiKBSnCmbaCKVceVmcbTzxJ06PDMgM7iLsJFMAlVb2f+q9nNhLI31tA2KnudM+Kkp1HjzinHTTw2DpwJLoDURm3k5JBopBJosUu1aNw4N9qblBN52kYwbmGhbI3dXDSZlm5U0X5ZPhnnR4fVzGyRYq3/TdWfqpY8mvke9w4dOoCdmD3najp3reh50YGck+euMmbKv/L0bBYxVZ8LuVLSRe7hQv308BQyXTwOzKhr4uH5iJ0fcWT8io9S5WpbhqE+KT9ZppQ8dNcetx+QrRzvcxyMdEjqh3evOVFaewtoddxsEFZU4UBAxrlAmexz2HWfHTp0qJCn4dRxat2E/uOOrH5f72JC2SUzZNYyaSTYK2dEHKvhiIcHPhVwk7lmsJCwSzKKe6HZTnh+X943TxE2di/Guvl+D/8LIIGi/j+jcoTTNTC5bLmx2/hr5Fuxy1zBOWZW/9up1SzjbF+mouErHu3QoUOF1E08+adwdDqTXvW8vVoHa96Gm1DdzFvKnUaRtJq6hi8qe3oR53E4GH7oVAmH45l/ARSgDpjVXpJ/0oOJ/Ti0kagC3oqMlEUwbZLLOsqE2kGacbwSf5Z+sMlmNRedBOzQ4VikPhSodclacHrwq/6V+a+yq5Wo9dvWM1yasacL0WaIBZGmPdyrJgAhuT2ptHws+gKX+I3gPI6h6CamPOt7SIa+YiytyyONRUMEVpjsBMVW1NU2UTz/T1FLK7sysaxHlomOO3T48WHG8PKEoBz9hd4TVwGmB7dUDms9Z2YteRhXcWPLTNHoiNV5EKFOKE8bOBoetnpqU8QmSmufsK4SIEC2OlA8GVtsmXPwQbjkO0UcNnmmg5Jzq+ORRCRzBM2Dyd85+SZZ3zj0INvV7XO2mLDlqUOHHw/oF2f7dTdKKVL21MphzXUEWiceJXa8rUbMzs8qRKg9C6t+TqDh5SnFeDTe4xwHnNaWUGXUBMjeexgcByLRVNpwYIPVvPLdGQpxWMJLZE4fEU7B1ES36K91k3ZtFrXevnTAG3OsilR02aHDjwgPw3/qFO4XNXnmkFd0wJyeLuOrJuWNIu5fqJ3PnZpvr/VgOUvFy2chPN2It52kyxibTS4JBwLkqdbShGbAjCy6ygPCrgclJiGnhKDChLJs7Rg2/raUy1Fv67o0Vd04/Ml35NQcdejw4wF9pP7//4RwCfWQ6CSpfKXvtOWq3kkSbSWN1bqcMPEMYE3+tfKF7NCovaPtBwGuAPQZIu3/fuualrQLECBPq0kf/SXKfUvHwvpPPth1J6XLpYFslVw7TxLILkg2swYadIh5I1r7EYTzWjavfX/Kz7p36HA2tLrFqeCS+Wa3ckJKcEYecs31r6r9DoyMqZt7220ruLRtpM1cl08SatScdjGmz0+ljoOU6QYC9PHztYBx9iNl8Q8kQkKN+ZMCdIpC1UFvzzSWzYn05sFUWPzYSAnnIAi1zFXz0acp1qHDMw91BvWq6BJaE0DsOG64vwS5zVcOGvlxVywPaqFXz7q0r9WnPWko86Nei/J4uyqzfCk4H3FXbWMKbhKPxLcCjPQxD4wOFiuq6wS1v+UiKD17ISHCZW55AJNNNlWgVrBE+SdMoCHZg1HlEpoq36HDMwz3h4qIGpRk6nMXz+d5p8FZ0p2qx+rDFWcqmMeK+EiqRpIkDfNkpkEd4aeiP4ozTC5HYpLuaPMupOOUdJwVYCo/Sm8ncrRIj0/g6KUjmI6Vs/PRZqvsfIzDgVbhMjlOaL2FZMZNOfonlh03/mrlBdwdOjz1OIEieVioBoaruSJtUzD1UUEJo/HRD5TbU24tn3ccqd9pGIiqMrPENBV3I1Twk5NrNU9jFiOdhKfOBNpJYyMSmymkuusj91TEBFg+mCXvp4+KuJ6t0rxkfV36sLFi2SDgbK0sBptjXB26xii5RrcZqiQd7eQv22f3HTo886DL0MW0qV2w0oL6/NQb2+pjZIFoaVG3lWfFeFCeGNDUlRDnSsvTJoRPgrA6me3pkGjsaNdqeBhaFwckY701AZZSjDSOUbKLPW0etKqueHJgjpZW/qcibuPgtopCqa433ZxSNafESP/Y6qVCNKY/XFKtHTo86+Am+WpAVRJRjeE0mmJOf0Yfywh5py+bRs9itiwXbDuAS/zcvHbGkQh/pypyItAab490HSb6VgIsc2EQYL4e0kYO5nypaD9OgQOkNamqi+OcSkR6/QSUKEzyzx8Sk6MAEW47McSSkel1nsJtPWUxLEr/DW8dOjx7oAvoS5eIrtK6viNhwiss9vbL3gZqQcP9006as1NZqES4Aaup9mzWifBoum5i1iOdexd1lFCwkVK1JgiwjNbEV+ZWHcpxOhjOVWKiv2AsrWqlDJlQIherkKvh0myVV35OwWP688xS9dlVUx526PAsgk5TnfONmaQ24oUeo3HtOXgtKN29yqTQ6qp5rMW62R/hPwbC5OB5nvcGYCkZnsj2dEiej2HAOP1Lu9Vs6y543EgEWB4ltvlg1F5jwnRqIiiloex89EnxnJ3+GI0/Q3olidNKJ0J2TWr86xH88Goh/yX3mmfjwwwvrqVy0aHDswd3JxNU7l31DhbQ6Jc3+sJswQ8zUCbP9GDWczLyMvc5UUdcSzJd4AQ4U6FjkAnwaOdBNek2X+Yyq6PSUoCZxqwUdyZ7iZqAnzCYLHFUZaRtA6WZUGtbLRhngSOhfaNbrjX/k6tQ6sQOHZ5BqL/EUmelNiYjLlhOAqPe5VpIA8JjptZzF6WeZDhXVc7FXB5+WISSKwXdnGoi1Wxi8qsYMBNgWS4FYk/9jGhkVxxkxsKRHxotdF8E20pcKhFTm5fOayEBjR5Jqq1WmpQsD0mOrFR00n4uT4cOzxL061e3S2OmlFCH+/ZkLArM0VmwtEhzh1MWvFCjgrOVoCVbsvUkoQJTpR8zqD/zWUlrLdQIm9uD6wgCLKq7m6tshbgFg+NYHQ9VZQv9AXKignGsm1ClM5LrDQz+yym1drlcSic51xT+ZlXWocMzAfcK0586RvSEWsdxr6Nf8QSU6DUUmNFjnBTp06yR7NGH4sg9C0XSst0cUn0yoC3scbtRjWjOHO3k5zxnJAKsmddDPoZQpnY/Fh1iXrHEYXcCSeJIDJ1bAzcWC9UKVN7LsMzqqUL8SauZwAgodey06gxVhw7PEtxPRH8a4KbOUZsk4q5eDOh3KdjsbzWkHpbyW0ZEPaKLSmKch3/WSnuq+l/mM3Y4PhFrISXw9PsmTIAN9ox5AWEnXRsZr5uKA52ulkTcxeFwVMH096hjFHeeNFFLkbwsqyUwNeE3660rE0vYp+gP0OExYoGfa4eHxwJHM/dlfcuOKEx1rsisJZMQvdCFndbCzMRZyJR1WpTlou2QSdtVPVbuYXNbmACLxrVCpYkIqXRhvcchyCk8adr8VpLcjOOWWJIypScHXMYzEGUe9+GUrUjWI7cLH85JNcTF6B2eQfSfC/zEi74OpNhzu8mqwzEoCub9QRZztf7kYPQ59TpWSilvhlOsYstSK7Vx8u6J5cmtS0B2HvWqLO0Zi4e8L/N85fSq8YQFCDDFMxLPAKtgH4aUSHFTHt9Jnk9sXbuc4KrKVa6YbTy+O6eUoaZitGEpAtlWFyQ9SgYsr87p8NQBAvzJrd9e+dcbVz771w9e/Oy5n964ouX///y/hQD/fbLqcDSKQRBgvQ/lcNXHEtTxmHfKVx1yY0Tuk+rH59BXztaTg/xMZ0Vvb9/nGxrCqOU23vdBoLEOBeiIYU5sYqLPPKQc1S/MNzs7xvac4edbPz6kY9Lh6YEJ8MYXn/373z93++fPffb7V1+5/fdX/j+ffvnbr5GAu+4Qg7VknFH+IYv9gTeOGINn8o9cI8Dq2KStCC+CorasRyZxQS8qqPALdhVE/IVhWfIxIhGfSdAxTs367b5zm5PSU98WovxRBAj1idW8NNiNCF+Zh8Xe2BtnZkDHMNhYwZ34RrLM9k2ZPIja2BtppdYXbEs4UhZTASxwkEOPCLnKeUeyw5MDBPhvbnzx+9/+9N98fPsnz//+J6/89LdXbv/8i1euoAB3J3dXiwt3du/fuX7n/vX7i2/fv1/s97ZeGb59/fpg9/r13U9fuX///vXbu9dvX7//6e3t3mA4fJb+ysX9+FEPFoepz9f2PoJ7UjPqW+VZjjj/YbYgqXzHBbpQm7lj4EeLoC6HaJk+e27fUXNjZX8WefhO59TFpwgQyhL3aPApzlHCaG9/LMJSzI+M9sckgfGecnS8RoU0qE+9Vx/TiBUc3nbKDJcc21mR3MFmbg/V6p+M6A2Gi5q0gRm5ZjCS9uyMEtnleX5cjTaEOjxtCAX4+3/zwRe/v/LK73/6ypXfXvnpK7+98tLHV6wAi7t3e4M793/6yu3fK+vnL+1+LLFz+4vbL31xW0n/4deXbt+5ffvKnZ+/cvulV175+du9wbsXDpPnZwHbwzX/qodBgPqpOzlAjvoq9DCZTNQ109wXtCI+pHPmAildyDz5mFHrmw75IXo7PPuGnXB6G2URuJ2rmeMzRYAT8cv+nukL7WaZlpZ9kdDEas13FZM5UgbsKw2omDODXlVcBma+IBMtO/pwbzYl4TGXppY9tmEax7ksQhPUICqQvVeJ/myoWs57oXHUQCgdkw5PD+IkyAfPPffqZx+8+NmtF//1uRc/++DWzz744Gek//vexgZD4O3D/e3B7Wtr+9v3VWavt7av4Pb22n5vd2e/ILx2uF3s7/SK4b2kaJ4J6Lft7WBx4D7foi864Gg8GuuXvz9WWB+ZTFK/FFvExcISf+UkoPHYOwptSaBpvcloRMNFyrWcDN8ViHKq59TCTQIUQSWO0m5b9omm2EgH7unwJL0HOzkhhrLQmTIqrmNFzApOjlRQAX1IVBm3SEEVFMXZq0WnkfhnxwSpwhGhUTs0IdvZ37l/TK3aqLLH/nftcCyCAEGc/o11SurOAp8QpQJsQL/8zIhSOJPom0hBJctU2ZZ9ln9eNU5ZPkbQSTNirA5nQ90ih/ZecQPw/lhtr9Kb0qalAE1v+8g8sYAOACniOSImPB8TpBLsxLFhEIyEi2xTh79aVDYSzHIp1ceVZU/KTink4QSSo0RUmJZEt0QYhVsCmlE1JHYC1Kuwd/x8FqpH/mlJx6TD04OKAGcBvdfheAQBTj0ZSj/8CCSkIWXAHaMuGtPV0VOE8xhQq1KcsMPz+nxNnhqkPtxqkRQsOo5diYzWXrYIUB4mxRiaQaaJWAh5GlAB6TcYByYiHY1IBAVoIpOdHHgIDJ2FDWbYc7Ia5YdfbxGVFpzhxDXVCollJyJJJ0c55VEq7Hq0UpEo56TzAFXbmw9lh6cMxxDg2tpgm89NDXIH8dlm7bi/CmkhFB8bxxfjHK5/c7q280zq3zmpUbjtoOZzRtZR5vWkHGgkNqPeajNY29gukgLMZMYPPQhCY6BEa01Idyg7XSGD+gv2K9lwinUeKeo9U23ifIzaZwWIBmy2RD3aW9FeCNmKwgNTCtA0hQhC0qH1LNHEQUTFDxKBmQFDBpr7KKkESIpSzjaxhZmplMk+WXtM6ywzp0vtU5sPM/WnQkG3spbGm6QzJvbr6i0PVcYCkELnsuAz9uYsj3zs8IhhArz1s+d+dutnnvbz1F+J68UgPoeDjZtaNvQ9ZD1gXRBTlj6OVcZ8D20Z4fo3p9c8HP2dleqSUb5eR71VU76n64t4w0OklHkz7cJXlToQAQ76DR0UpBFdv8jSzlQnwC3kl8SSZgCd26aTx4Iaxe0V+8xdSquKukMDVtkE071vWnnbkn/CFAFKVUEAkx0NUYMRQgAyHwdxiYpCsyHSYCPsIAwV9GyeAYtw9iKYTlHok8OrVEVt56Nt3yOknqk26pZD/Ki8o5GMuUbNKoB0TCWDLH3K+uEWGuAdCe2KDEzH5PTY5KAKvt/o0WPYX0mhI3FCs+MwWGrt1pb2dJjCp8GUoxMAAnzx1q3nnv/9jRuffQDpiQxNgy/q+/ZkY2DegAbW1Om1dc9X35f0GWzDBWYDW5FqluGbOaL9lYu8JYXYcd9a6fzNvJTWVWrDqvzWPaWYW1yl1r9Ks6dZdsop90xGCq1t3GzMAcISsa3C8Bohz/Kpi2ntlU+1imWUXF0N/diFQmoKsJ5jFKztRM1NGjBabAONR5WnxrJvSle3bpI2HTUFBbOJlJiAghM1EIOB5JeNeQ9ehDEkvdzXF64OlbFMsH/5Lu0pdg5eJzIMYbX/yYKsliUYX7KRsNgrrl/WVkX3JlspZGyqo8rZTdXYK1b6q6ofrpWbTWW4UdnhWPklVvdcstgb4E1Vi9WW+wNS7EbRIxZkKZwMo7JviqRjcnqsRoP662d1sXjZV+yeEMVSk9nmlG6bnREbC83dWmRPT7WjqX1tRyeBCPBnH7xo7fczrZsCUArw5uBwe6BufnNwTRuN+NT/B4MLFzQAhApIC2ClpDUxA8Tgct4WGi2KLcvtoUzZbqjE4U2lrYlj53ydvy3tqREoX8VVzj693ViLfHy7zqgn4rJVW9JXefJF2qHaSDspZ/9r7EpOo834pP5Ud8tOpKev26SgPIsOL5gAffDLX3nacqI3hF8Cj5Ru6ipRX4NCmnzyGFBri+iN1wsFq3GhNm031TnbcotxcjxXJRWrlRf4+aagIK6wGrMqMulx5hUmghDTkNWSTwIMjshiZ3k/EaB4CRZb/Coiqy6baGqlKI36i8XXEVguE5d1rKVmRWMk2Q3MhQMReTG+9pVK0ZxR6XC/ToCTK5SsVx1upEtxYyqeu7Bf7B7m1MEpmbNis7+VQmdDsdQ/za9q0L+aQsa80i2z88Jm/24KnRCn3LsGPASu057DOeG+RnxihE9273Md9P3rb18aMgK8dH946dKnGvsdLi6+s7j4/nC4eOn9Ty4tLioXnUQZ6aRth8UgWaV5KxYK1Rij5aS0VGLWNnReiuM1yoQP6rCFtykefiOdUHyiBfjMLbGFPYZf59pHlIwU19a0K+tWprIVXNvICnDqF55SamNcqQFRDD3dyUqy/jPfoA9ny7+zd52ToNbuUICKM8NHe+KXRYppTlRBs7miQ+qralfNBVRR6Vlznk8Cmwssi0QLkoQxlNUKeaeRqGUTcu1BsffOUr+/AY3JQupnebJ3AQk2GoiexG/Q1Wox2ep/Pinu9i8j6ODtJdFV78LKYBShg5WBxeZks//lBGerjICtAElVy8SYqzuWZ3Y4lkPtSIEGGWq7p5JSgLsvqOqeq+4VEpzwoN2Y00vCm7mUCtCXdKdjcnqsPiQB9hZOJakGLWk3p3Tb7Jxw9XTyTzjd3jUw6ySI6Y8R8E+u079vSstt725vX7s2uGcVJ+FzzzJI4upActDRXaUg0SSMlKy1VBSLdZxog1SG0tZwLEp1hnWWkygb+stxHBEOZySlOP7D3lY3c305riYTz4Y57iVpRRmbwVQfujFarR3Fhdsbldur3WRjJWlDCC5UoqqMOUAYI0F/jfiDxHV+wXJaGDdO9rTZTwZKVVrjBuBZnQTb8FTDVMKZQZfP3jxPJRIwGZcPLIhhu1Kg7t7IktVnQOqtyBwIAVanfsQVceoVtjAZEFSCSAuBFClWgNDJZPSWJNZkRxS0DGcNlLbSX5lIiyksvlxBgZHLeZo/S8xlZVcU177r34ZXi+LeEiGfc2YidrW/EuPp1/ZxsGppRglxmgqP9+wQwvrzqtMVXWSrxkgBioGrqnGjunEjxXrE4vM7akE1sfgQ1wHWFCDD8SXF1PhFtUzMnBKUhXq+Ouzd5U+gba83JO+upBoQW+1GHKi82uP1Zn9V43+RPMn4WF16uacDK+ClLF2rqjIDUxWCYmV1UW4tEnPBRbsp9N+JQstkIfmV+Ho21rEXZNDe0c2FLVp5iZqpoaw0ty8c1cpV9c8HBMjgNzRfVn6wH7hfiKjEa9vCQEJO3X17sCaWcO+HwUIebUsMMSnIkJiTAqy3xW2eQTRfqITsHDbxsZAik8hJ/OKZRS8KY44GU7BWvjLHi/27wshJVq5c6UxcOqdqVpT0AulFU6K8liifKndznB/eomYYUoE0BCYeCjD9vtk4iFoCFkNeSXU4T9Ip00UmCqEWrEOG5QnjEqn0+aDmLL31RATmm0FKsCu+3UMC0FlwJg2uNyQkDr9GRw1rvrgMMMSflqT14CeRg3w6wI0cwqYUXVEcwFZ/tgKUnFvdKb7rfzEWcY2/7r8AcS34zMK9YVH8uX/Z82uT4uB7dQBx6agYOgTtCnTWlZGUorDhyTs1BAacLPYXVsRmYkwcipX3B+8XtEydkOnDiUp+ibC8y99rT4ywUfwcN2tIRs8BqhlWelyZw37VwqY/+fDMZlBgOiazoHH6wvxpujQHKAfBD/3VXm+lr57eLwYv5IRBjNS159LPgtyJAMjacILY4WLEjS8x8Dp5NyG9HMEv5S68bKSASldVZTMIR5iq0NC/lxSrCi70t6FWaspCT7WrttJ46K1VOFCZtKO5lYYcpEqr9oWjerkcOgIQ4K1Xbv3k1sef3fjp33/20xuf3Xge6gsqvEP/3r2mjxTe7rtsQukZnvYDZaARBK3oKeCStTnGU+HIaiPzBK5PVrtIsXg3hsAJ6XfOY17YwBOxTPYhD6WZSKDA4BiToweNs/Qf/pSXvGZAQOcEsQG+3KKsANvgng1t1L3TqWFM3NqGLSKHH12KCur3lltiOjGCT4ybGBQMgQRHmf9MYiP9zplk0894MRTgSMy1PLmwxISenDhDlGhnAAXIDsixesDCkIF27y1CcCQ2zAFORrJDwoUCzOmry/0VvIrj4OU9qUZuKHEl2mPPAUpOLrtlpE7k5vXkxqKVnfBJHe5vKcMhaBWS7rMaVEw7nY7JLKC3Ep3MAKpHkAPtujt5Qf+W/NMGZbXUL3ZW+psyXbWQQzdtSRtddkTFlqh88FWO6ye18gL/VVde2EEBKqSjh55eF43pqNgmvOTSVVWlWVKAoFWh4PbIsqeWVQXVvBXza6nNBi8oVBqL2Fzb1I5u9g+coGQJ8yjabN/gOzmql8sujwAE+OKVF5/74Pm/u/Wvt178u3/9u8+S/HtV3/uFVN3hhq9/QeNZ6En4rCGcFJP6uxlngpF/SkEK8l3b4PI4W7DBIn9koKRcOspHIbbxSUVViWrKNTindKyPU1Uv8UgLX6QTclrKT5WVn4g7X8t22cLk69D1kKJISktemr5CBR4s7qrP+49gEKIfCiY3r30dWMgqbo0r8lWAHmyGGWhzIF7i4rxHhXRhX7ACYQWcUkGdmxtVRH8hACO/vi7Reh6gZ/no/OJByI6NCIGqTHnKjevztGAwkQKcFFvfMbP3V/d6fvJZk+3tvys60phny8SpUpN05mMRFkQpxKnfKmSXX07EXJeHL0i2Id1Qj2rSUn847C/dLCYaPGsErHYi6pSbaqPkyugdR0RsuxpiS4FePlAfsxsZW/KFuA0p6F0NQk/icCKHnmec9TjqEsiVy+3DXqKcA0xXnhD/0mmH30Be6udbYrf6OGEIESzk3p9myRZq14mEAmO9GhedrGgDSYlJ8tg2vKTS21HVa5JfYbb9VZ2ymxUKX9pIZQdLqY2vyfOqaPh11WQqNHwyuTROq6kdTa30wP3wmwfoCKHePrenUS5cInTnoh+3wD333L/5yU9+8m+e0yrfB8d9cdcZNVoIMffFdJxC26bDgSfzgmlKNqk+GzdTKLFX7Vt+xCSDKB+2TQ/BM1pHDSmNcxBlfqRGDfkT6SnkT5u7Yo3PVMa5KSflsYuRq52M8imv3MY3MnYX79UI0Ft1Ayb9ILdYiriyxJDFKE8QZoTZLMjO9+U20Sx9cqhcq2jQmTmJNeGWWOG6Rab1JtoLVlz9V1m0hnbQUQoK+9xeoYOBJlKA+TGPXi2KVJtJkVEj5IHGk3gz3i/PAi/LRpQUmkzjnWW+MM1YTrPRIo7HixDfImPxCKlO1bbKTJ6kQPGpnIm5VKHoiJRtdSgpORz6DmUNh8lzbaIszwE6gi50tbhRCm4s7YLvOJFdhn11dghAHckIREo6JrPAbtT0VAvlHOBinCFdVr+Hr6x1AqufVidPF7liiOjG631fITJJGinHhZGpZBxzgOYiSHTJssyarLfoMaS8jJe+ovQlomD15ldh9o03go92vUKw8oJKUXPZxi+UeLm3+T2Up0CCtaCNR67IbZ3aUck+E+D3vFRn6bL+mZR7mdqn9rzcKBcuY8/nof98Db+rtgS//R0KUIov2eYOGhsm/dyfiU533arHxlnO6lt+qkLtU58p3rBJmJNWfoydKRMh0pprf5JxLpO9VDnTIGPUgzehyKQAK9CpUzBptyCJMlEdMxiEFFXkgfFsgYDZkX/Ch4ZpT0yUogCySkFgPhT1oRV5L0c+bZOKJAmZwK8ySgBzgjo/p0zNCFaAMSsoyhNpQBjQBkNRSaYY7V3dFVm+pIHMcIkJPOYEt+wJOnpXSo5jLM4cF3/l4jiNgFUFUlIDZp8UcWhdQ1qFfC73bv8BE4b9y2Iurkr2bCCXBy6Mi6E6NWdG9sILlUj0yT1zgNKNt9XApAv/jBuxFW6QeexSTF/GOQ92NdbaF9rIPinGIT7yz8jJnxScRk0BJjF1N/FCTJkJd+nzgfQ/wVGxGCyVNFIZF0IBvqx1UoBSaEnTWZPVvETpsqrV7a80hq0pwBkVCrh22aqNXOR8/eJdrRdDFQKfTI7WLPTXUm1TO5pamezWR9Pt66199XJVbrV06bx56L/xxj+/wZe1w1r+oJC+//zGP0hybc97xqnGfin0zMKnRdYGxYXFAwgwjofWSCQiIhEW6I2oed3X4JJa1Ma9Qtg2qCTg08vKenSgayLxatAot4x7ZlA2jPMY47EP3p9YCQ1ByK9SG7EAMbNC6B9oAKZjFGzBhIAL1sDYMonpOxEBVZpnBqyWlb/A1Sc6dKSNXpYwkwc5RCaa8PbjnMeEfoHwSyGIxzN5imGHqFmVG9kOvqelwuJk/KUslMpQnybBsjQIBThx1XBrak7pRhRtMau13KXFsjDW0qv6eG6QtqmtHJAzoaYAzS7EswK04hHezxNjA7UeBkkZJs8l1FDgSviaWAH2ViSekgKUw8E31mVospqXpKIWg1uEbCbF5W2zwrKC7ymlmquCtu0f9Abf6Z9JSukNvkcB0hoL1VCrUzuaWhmtXro8o30aW6MAa+VweTHU4Tz0xXT/+Ks/vPGHf9TnD/9s7gsW5DtkgHc0Ab6/OBgOhsMB30vvFwNFh4PFRWW+PxwOrw0Gl4b3iuH9xcXtxWuXbHnpyDH5DwSFd0IK0Hfk1c4CWw2pVxCuCE59C9UELTpHRplgtJmMZr8CI+GovFOD6t2EGujrzUT13lQrpOJcfdTRxX6i86YD9oAllYBTIsRR4PpfuUgnXhkDs01uGfLCDVoEhFM+Cyz00Gvaimw2SF63nQShMz6dILzuEpb9RGoMV0o6+Eo6DR6LkBDXAb6EA053oABpTzqx0JfCnIjbLmGKQ7GVCDCiPn/cqJrLDoXkJjcdLuY6F/kNwRf7pX2VEdqWnR7Xp+hOh9X+aymkYbgVVyGBY1646DOimzrUC/2rGh6uLku/KVayziZlF3zi1Xgr+XoZA5/5WIVFtJufk7ggr1vsac1LKn0RZitWlfxyf91miQCXVvS3LyvMFVQKLAq+RVSpFFqtTXgeogBLuZhW0zsaCjDsLj7YU6my0tQ+FGCUey3Khcv2A+0bkAJ88w9v/+qNf9bq7V+JCU18H2vDFwUIz10Y3NNfOhUxlBgEeGl5+evrd7euD1/78/Kflw8Gi3f+uvXJ4tbW8vWDrTtby3f+sry8fH/41zt37mwNf/OaIre3rjc8/TAx0H8f/U0HXCfEZTAXMgHCArAFQNR5GnBChyc1cQT5vh04CTuRB3Iw5z5xSJymneHPzieNX9kF+K8+Bp6gbJWZ5zHglBRk8hC1JWoz/8EXvvRPPBiqUBLJSjCLKM4Ci24IJgXI1JsUmDhpReHL/f595Yh/lsfF4HUJNSQZBIO9RGJcMKjQpCBkJSYdN+b0LcN8+eEssJqDW+1pVFJzqFahANVKGrNSr3oRc5oXbtx0mFdFmMeMVvekcxG15jxoUAeHndbOpqNyepQKUJLHUDQJo2Fc/KKES74cRNwVW07IehYPO8+sDqu4oB03fM7cuNfrbaSbXjTErbzk0p/G1SyqaiNCiQBHMyoUKlE3/MbJ3oc4+TH4PslFIeYAQy5+p3Wo1akdveJNsrvcG0+3z47q5WR67Byg+O6fPdzN34h4/fFunMTtff3HP21dWoRJ9bu3xpEAakvD2rt9BOmEcmaPAuMq+uOBL4WUDKwug/EhMVXU4QT1DY+yUpLlQBwxEp8a8oOaRVlsJV9GtG0n2Jo/JNtYB7w/tB1KjGR+fg4YJgM5hAGs0hRVOJ8pCKUEJXKA4EbuBIkJNQiQDEm1RQ9AjS10JAMpsH6IGgwMYTGwZT5zaG+P+qzjljm7bKere3gXhVkfHnzP7OIguqjHt74MW3kyknYccwI5oKpjDlDADc1NO+B15sDYY3ZQIf7u4j7Z1g7baVHOAUrziGPWiSVe6BX/PzXtKiMSj8yvXvP28jtSfoebOhBxUoKr6OpxYWupv7CMTFrtk/76BRK3VXbhLpoML69vvWVxRenbuYJc1cLdPAc4q8KGqDssC6rd/q9/tToYN2cqwKkdfat/Setkt65/w8qvt++13hqOXG7hEwXyWeANredCCvCNN9+48eYbb/5z+vqjIOu3kwKUAOB/pvtr2VMHg3wkz4Lo+vxPhBhhA1WjoBYljiMUiHC5NNJqvJro13GfVJDTkWJspMN2JLfGOR4b9sUSTUWVYiPSfRmwkn06pOZFmwlutA0wBNa3uFApQMM/e0kl/OPDaRI5E4Ze6hAYsOvKcq511Uw8TK85I5B7noKjVXv6t0aPVir3CHvXtC2PQPzR4G9PevLj0G+xRoCiAGYO02leT4al57XglpPC1k8mPFa+EyQdpBBnvf2L5iWfaUyXtvQGq+ppC6vSdJmdJM/+gsXloRTYOxEyF03yWWD8akC+gjrcUfdRXKbqX2SEw7vKUt0oQMbuMQdYVs3MXswB2o2knok9xJ7ZjwE+7TO5e2cBJ74dTMfkacNm39z3pDDnp/940P/guQ+ee/HFVz947mc/++Bn+n6gjT4RXeSyv5rQ4yYokwMYMPgrNtY29JfdLg6Lww2tFL15SJJiXJFXEMZGn5tKI1dpa4XKKlc2G1xhiKW+DjuPiw593SEGES6XSHRQdilB4TUHSVBzqAyH1C132xFSguM5WTXTqG2V2lapMFpzKkY01+1Wo9x8okpmYBYf7a7W+V7g+hV1UKDCiZYDMlBXUA6XkwTEumPRKsc1pdTwRHqM9QyMJ34gOpqM1Xudxf6JCWsthfqUyIka9gxARg4Y9pauF4FHHYirRkQaE4mxfNsEzGM6UXXBF9EIWsEQkusPeYQVYSUqEg+qQXnqw1wjE5cTJXKM1SK7ZGdGnMNwDtS3B3G5FGejJXbhLRx7T+MkLgVUeDLiQd57IW9VKXb24qBslUhz4jo/7lTBDwGc+Lw0nEiDlfC0EmA6C/xMwrfCfVA9BL8JPw/QCpAflH6V431+zfpbKs7Vgfqm+yW0SSEl5gj5IHLS/RlKJP0wYsJa2oIoQZ5DEcUgQrEG2/IZMbUwG7seWTtKBCMnKiXFU1IkRxK+cpnkhIFtCtiUjWI0zMl2yC1z3CtYHKAA6z9wfu7utAr7n0YpmaCEkfq+AijSTHtsGlyZwIF+zIi/dVmxOrb4I8IWwlBLBrbBfsSiTIsAYT+fBg09BOuYDVjMjAhAdBP3cpApDsIEsSaEoiLBX+IqEGHWHPZAJIEcUp2qxvVSRnEFmZFk1tEG8WQaOaERblM8XVBpCtME8XNqianOjdVHLkSAEJt5fMcZPGjVXJ/2y865pEjpJD/2P+UJ8awT4K3/cOu5W1d++m9/f+PKZ0F8GZ8UcI+5LoGbZA0SfY9GSDlfF2ypJ1Hk2LZUUqittY2wsTQUX0lL6SPJ5rTipvWVsraRhpRIlxcTc3FWMoxEy0V8EsMThvaktig9vNMi5auB2yTyYSuRRwnKpsbYDRc7OxqXZcsw9kdKUgF5wEn45dLvaBg3RGMmrrQCjO5fIeKmQHSe0xJ3xHXNTcJLBm2cudO0m3NiqL+i/BKKHd/4UfcV4THELmkW7Md1MKgkoUWA3AhhFRV8YLaAHkwz5SlTLaYM0Y40YQS4hEQrRBbj5DSJyEbtwQFlEsRtPgeLE+Uorn/XMd+AE8x9Btp8mSumDcmHwqhO7H3JHiY0GE5TRCXhPT9m2ud2lS9SU2EoD5605sul0p6kXXaDHErH5GlDugzmmQQE+MGNF5/7yfN/d0tIt8GlhyL85LrYyVzH0194IoZoA8FFhCGwxgPMXjEypkvzpCTGKxqskKS/twI8/QQbVpGGLSlReILpnj4a0nieybccqEcpGaJQeRPIWOMa5vxkKD2lPJSHvOxh6AfU8ZypsRO1qCKm8uSLBvBhi4wlhYVSMYXoJpCkjef/mIKUA0VJdAHvhBpHW6Jh2hnYDwrlLDDdJo5pBsPciuSoPAVLstM2LZXdaYHGSMEm2q2ZY3YckE3NXYtbutRq6z/EbGhADpoiTQJEDMEclnduLPSQFkfZotOkykQStjZdwBhhpKJsTSRpeAxvhkfRD/tmEtICzfEUwIhJjHmlJKIqQCnSPIGHjkPMqXlRHGUo5rIPrJMX6FNZ8cIQJF3QnDZaK0nroD92M5dVG8Sq2HMMaMPZ/gAdHiUgwEA5Cjb7BQXeL/wUFHHeNR58VeLerhOf+T+otaT0aihAH45gMtYe/4onSpZLgJSZRnWKDKNElV/hJMfXvT+Fj8BZ/1QSMcFaEJeZQK48SNZXLTcVBbN7okyGLQXoIaT1VRJboookj4LdPKIk1bLJWkuROGsCMTJLqG2SgCYvZBrzCPaoBK+D9PSF5hRCApIAj1FOXCQXnLZAwmXK8to141Z1UQTfWkV1O0wDymrPacDcq0RlU04LfBf60llJ7vrGOrsjpvR0TDo8PagIMAHmSwLQc4Dbg3tr/K65HGZ7Yy0NA5XAuDg5eWYx8AA4ngfIxXOJ76yN9Nu3TclxmeKsZ7UlUVsvOa+N43kLQjoRu53QrA3JYXYmF0YFe56M0aYwUbZHpArGG8xNgMh0JaMdg5cgAJFFHp9qYdpMfiA5E1WSXCH2kJ0O6BuloR5UFGqKZNaWd67bgDIhpXSGuSxHteYje5Q9rXA8CFIFILDkgv1QiPpIVetFlrLXQN5l3Aizc4yEY0Eg0vyoy1OCSiNJa9eEzIxj2OEpwhQBZpgE3y42xIDx2ygB+/GXfvIKsHi/xsEblz597O05ZAB8s3YdYD5UdGvimeCC4fL5c9ZOMzFmDTiFk+0OnHMCnO3YWOBZvqUEgWCpZchxCwpOEVsCWgEqbSQmIQ49WHwJnjSDIoI7EGU+JYtVElMWfa43pGCp+xQOLah4wdBVaWY/NyBIVDFfY6iw/SWGUuU4sTeqVPXElaVSylSGPJFvnacWUs5EqsCIrQLhAZKEFimnQlqieWqUBWmq3lQf5SNBDT/b36DDo4QJ8LOfPffBLT4v3vqM1YtZA+Y5QK4DbEK/7SevAEe7g+rsajHcfew/MM6icLIk3wus7iDhw1s/dHwCFblFKNRfmW4ejJRpyJ19pugcyOJE4M+WgsfDVVNEQ9ud9CK4OlLz2Usbsr9asDMBlvvtuS/xgefBYCeagUQyPYQWY6LMyi4W04b4BBUlqBWh+8osl9vPIrSEkuIELwTq/0VROUJRW5Mh+tCuFcez0lI1rkJctu8RrziLM8SxYIbfiDEkp81lOTeLnRE/umFUSyYlqWRkdtYmHZMOTw8gwBc/++C5n9248W9/f+Wnn1258fv/8MVneT7wPkPggf7Y/tdWx6S3//gVIHfo+xPLZG1t7e07d2K58/bOfu1ak8eCPQ+AD9MTodUkpIDGXik7z/RpaMwSYdLr84IVQc6E+k8KPSzk58Su+AurR0flogKf4EgIJ/lWYUX14Qkx8J+tggBHXLTHR38ok4J/NVZe1l5WTVpMadADt2fEgsYap6fC8AiEAkqRHHReUNQejOZjbWqxDys6CgevBeEF/WpFraNieJcrXnzO2Q1S2qYfn8VI1wrRzDjeX+4v80yEqzzqZeJ7jGMtE3y4hjhZHZpRUe+JoiZojh255Dnd1O8j9nhxePGIh8xMYzs/UeHcMHhoj/EA6SNxApM5sAIs5/xKKOVFnwWWxGnyXL6ibU8K8En8QevYEQOW+G9ra2aXxwmJPx8gnwWmuzdmeeY0h6nCoD3W8/VfAApJwYeC/ZzUEyfVi7GFVKAmAdMJ6zojcnJcBpwLFqAt7ZXP9SjXpwVMRj6bAbvAQUFNsJBMVFGes2NxiSXzHzecheRLCg0iQn1JFOIUdmHmcceCTWxo6UWllmqUMQupEq0XzaewoTmJybxihbtNXGn4h3x5AsNgr1hcumo2VBLt5XxM8uGq4tyGdgHh5z10WSfQCrcvqU2RpzY+Xo8Xg4t+cMtJUT0K9bzAI1oeDsvVfYDzcAKTOUhzgNMUaKSzwD16+fbuoDbgVK8dDI68ye78MRmstX5CVXuE/bWbG4/5PNtNHZxyDjC1LTfR7IYGFCtoHYGkmxwvzwQfhVOw1jE4jSONDrnQJ7UWlGXTNGa5K8rhjWzEUwq0pTD7jgqENZBfsAEiKXFfLAgm6IRMSAoRBlftFwMeF6KP9JUSlK+g1hgoVjpQXhSOROs11QbpKAUKdKLyOZsioTD2tXxWomTsF0t+qZz90z5KalEqUl4r0lRYrqiHlyvJh8OVjHVjLCC9KMUtk1utQzeKcvd/ACdBzv9Fb4ffPLwCPAEB5qflnBZzT4IYdwqeBF30Dg8uLe4OLi3W+IU5wCOfM3P+mFw7etbxwvBxT0qiADkLHPcCGxVpzCa3FuuFnDoK58R/p3FUe91liUgRr5U7KM5IAZZJ+c8IAoQVg0AhCvV+MQUsY4KwMrMYhJ1MOuadmIYT2C5y/y7BYql/9/v+ou/HvStptnC3339rud9fGFAu7tNdmRR+I9rCcK9Y1WY5JbtCvpHo24aXexr07hUaGRa86fKyBN1SPA9GK9XrcuIBP4shObpaXNj8WhVcdaKSRzTRN4MEb0qPqha1ngw0q3Uoe0MGO/6kFOAp8XB6bVA94qWEn/b3UHjkCvDVD5IE9IprofV1+L70zYYIsPaviyGberD+lk9+CPykMZY+9o0t6V5gIQ0DAwRhO22r1Bj3Kt6iwjNAvS+FzhdSLSlUIWqaXWMzDYbgF6NdVIZoYGeyjxKCHkIEevasivqCQChDPMl4le9+PONgtRhf4AFNl3k+gbDMI0ASVuRzHOmrO0U8xumQR8dAcmHOu8tRfJG4482iXBTFha9eHr9DtN9/bbLSH4rY8Lef3L3TX/WbHy/tJUfpIUvL4f+S26qWw6+xC6XMZYAOs4fyjWFxiMOHUYADnnfid0CKj5eY8Hor3hLJGyPjSaTQuXMwWSgfBsgU3MrqpcYLIn1w/RrLeg6evljys56JLbzT8D+rTJXWc9Lr3FIyeD21Izz6yTKgZpz3Jl54uVjtVG56fRdU0PLOafZ7MxWvPD4cAb545dZPnv/4xpUvPrvx248//vvf/yvcZyK8w61i8Bx/bf6nVVCDHvcQ+OnD4U3eHMwcoM8CC5UQysgaT1umz6C942XfidHmo3b8bOAxfilYIqXUK8jhZqX8KuXCXKlBJFeMxDm0IEETX7qejyVNCipsWcVJVWxNNP3lPShpq3cggfbaSCSl7aryroZCtD5cxvGKknorUnXqU4V025IKLcOfnNAdReIE2debFAsyYybPD5le7S9yxkMFFmmV3HEeXyJRzWR6UI4mcjRYUiFtx/v4EJtpJ0R1bq32QnGG6DGwjqE3GXvaSOjKwPt89j9OevzXSiJ2ngJ6JUIBdf9kstqL2dOkxUQVYrT0XyMzSrZVe2o5KZgHrPEHSKj8N8pUaeaiZjvi4VlCIt7KOIVW5Emk1i/Sy0b0Pyc1fVLfhcRu1Z6XxevVPwwB/uyzW899wI1wWr34dy/ekiBMuL+/xjRXsm1hMLjJP2tPlejf3aNe1J9mfnaUxyfHPQH0WD49Hhbm98pVCrAFq7wgPKu9muQrJ9PODHa3gTl/qFMDAprylVi70eqZFfKb1N6xf8qHD3SsPHenvw3TbxAGnGcdGOooTsz6DeooQFmgyvS72t9b7t9RdLH/8mgi0ht89T15ZjBm6HjTthwPv7+slYZvxZY6TlEkcbdIF1kZpUTJvi/EVLsvXJ0Uf+0vq+iOfUnlrS5DoHjFHWdGaO5SFp79RVcnoty/9/1dNcfST3aIVTGf2E0cn4QeijC2istOPOlJTknAdIROj3jPxipvbRMDqFE8xVTSRyHFV2Gt8tWTh0v10x4bCDAXv91fr/+9tI+3U85y//KeVryXWMch5fsJCTX/oFam9KY0yTL+4dTa8X68AjM8ZkoVwrjcmy95jGlR7ZSOeJg1diEUYLXnZXEgj6rvPOYA/Tq45v1wzAEyxdUrhgcbG4PtA26A2zhIM23MfvF+uMObA+kgc8HGowtwB56f4sLr6HgfHet48os/N2mHAtJjj+mjJm3f9DvU406Qmchir6S/dOrD8YfHTAZ6eMAFiPwGHG+92jHZNEwhDE+U2DZmwURs6CMTX5oDVCo6UAzhRAVCQMEfIqYFn5zd4dVFiyIXcQ/nMFYt/BYWNqTRpPMsyrRGo6Vwb7DZX1BQWLjvAawSx07EiWwRf8wDyly0hBwcfL+CRizdRaonAsPRIvahC+WDS5ppJgcJxQeQgInZVQU7oogW7Nh6n8/81ypft5veeMHzUdNL0voaV5M9CMH0Wn9rr8Ee6XHLshpfbD4b2a/TKN/bIYIh0eZGfgVH8h+oylTeLvW/iDfy8rK2/KhnSbK9pSUGDZVHcF80Nvg+u4u3+lY7lYlv0iJAqD2M3upvVcUNPIbJmTD/JAhD4PuFejgE+NryO3/ZWnx/652/3vnr1lbsOQ+G2o53ZYoLeGxMpqdHEODxKyIckdy2zzzAy2gvER8Ps1I71AZyzZSPAze3aZL/QQwGRyrAYLv6wLfJIgmNX+eZcS5e9Bend6dYgqew2u4j3kiFMqwAJ74WMOggpB40Ib+II/NfWkx6PktABNqYDF/g1RsoJ2kJraVMxsN+/9Ov9XN/R2pQvHgJwvmziE0uES7Kfq0Y3C0uXHxhG55UGxiMinouOJH5wU/lVBS2J0lY3IVL/cI4Rl6f+ywvjzuVALVItMh8JxypOpVktdnnbSHKpZm0VrsVNwvXJaB2OF9nrQaoFd7nM/9t0qvOyoB4OhRaeu/FxQfVm9dWefzy5ZBHgp+SPPV+NJ6abHFX5mzHVF11Frjuf4EXeEyXyWl3e9vffZ7sqnb41XK9XnIsZOPy7UkiQOqo7VRuemMXzG6V0ZC3awayRyU/lAKcvgiGt6ILdwpkFbsGdvQpxnt5KleEw1/9CULaax74eT7qL8/zkgbMD0OYC+jOE2i+Nk7B2fLv7ALhkYDZsmZD1b7plrvRjZbzm5Qhpkq3vvOAl0NmfcTBYw4w6UDTn7ReFRFfiHzElzL3+di99Az81QnCzzJNGg2hOGC2aCGPVNOJXsk3kl/PleVEuksyUdRF6ag2eE1NKN0NlpQaIpOElY0QiksLxX740KjW1y6a+SbSqVyA6BeAkKAvo2OxvHeJJrDzZ78ThJdDGuVbb++WCg2nEkzpCJgOIIYsu/yKX2u2eOmuEYcA01R+STvnEtVZ4Jr/MdcSpjKiIaeNeNtaPU0ktalay5cH303SrzwLXBrDdIEgwNpOVU2v7UJSgNmoPBiVxzA5EyDAV//u1Z/c4nFYP32xeiKWwZ0gDIFn4smfBX7yDUD96QAdSYCZNNhOE8hTC1/G1pyoRBhOwUn1dH6TVoD6oIIsi8R/kMZkTzJJAbSSGC+UkegBekwC0Bpx5yXIh2KefFOhZTHRMjM+n1qEHbxwlXJFsaV0iTj1hYUtDZPpE1el/DhluIo3LlKJxKK4r63cXu4v3O1L4m19o2ScMveUSCq5UzUxEbhjR8UQSegJwsWv5MO0ygLBsRXTsWexC4qp4RiIFNNukdyW1CcHNRvDCDAEDoWW3nuxLuWVWcUoXyNnAZZfuJGuWxPNZ02V35tRbIjdFaqu2mv6H+UyIp+yTC0tTl+oSNWOYmmdM4KehBSqStNOCF+6jtpONbdxKlnspn0pjV4ri9eqfzgF+IE479ZnN3762b/9+5/+9ov6M1F5J4gEjoT0fm+gv3qD8zQ+TaEnhSdOgEwEHt7cWJs/B9jGzMHvOWEmPz0EUDIhXRPEVylUgzmyzpN0BAlATwP2pILU8ZP+c8hMIGpCADqJamIyMFln6vBbemEWT69p5xQquB1SxGp9qhgDTd+pzqFFlfkxNPIA/UqfeS6OEzKu1MeI09kMzRX1mTNJuxVxnEqFNx54vj+hHXAzcSXbqY2570QZTOrRcNXtILeJIGK1kKgG++5hqme3tIOu/4xY6m/qEG9u7bnPi9DTSZDeCm9QG0sBjp3j12OC8jVyg28kpKwAJ+WsXWgzayqX95vbNOhsnARJCpD80cUHZRnRW6ShGi3unNa7q7/663IgJsztWOk/eBePcWFNVamauqngW/mNv1HEOwVy08tdWGYKsjSapIOxuuVdi+pt0iviDUmnQmMOsDwFIka0EPxEPw6T3tv/x+hgeH346aX30xkQ4UkqQA3Dtdw8TNEnAF/KN1hjZrKtAM0Z5Y0RNejPVmeKpx0j5rdSGIh6UqgBTOoZEGDMASrZ837iC/RfEkimJZEEMokcM6AyoTceH81YFPoRbA/HSF0Rz95SVHrSho4YUKDNGITKTAQK9UYYPwIsJpjdjM1+f12D82iLEeenVZelXoCWl4VJxzk6VsF0blseYregbzOsqrcWhBiVm47Q6TEMgbUivWOIC5pzdKNsohxPjDlX2ObNbbVXrhkLtuivT2rzedtRvlRnDf/rvNvXaJRJaQ/GvdV1yoCqHS2PyXihtjdBgLWdiqZ/2twFKT0FK6OyeG5SmCzSplPd+AzmnwQBPA9wQzy3s8PdoeoN9X9ivhPk8GD33sbuYLB9fzA42B3uDnaLXa0Gu9e2L23c297e2N29VnHmeUHKAiaBgYvhhYNid3CNBlw6UAMGF+7HGZmhvrvDwdratbXB9mD3fnFpSGCwtv+psqau1zsd9PtmzXmXYnoIPNM5T5t+lFB3MxmdCBy5FDwCdP8UNGKv2yCtls5vUn+hdNIn0ULQH+HgBsskGGbHl//5bgqrJ7gijGMO0NfPydL5klJmJEVlYR9QUki9JB9NSPaN7PL5CcxYiaRMkHgNvlLhXrHqS2BoDGwlvnIRbWUQp2vYBSy1UpKv15GJ68OQxjiCAzsmpkJuGibKp2U+ImcCVzn3N9WTuDFlgZdSW6GN03yc9Q/X1Mlk4Hdc5k43+OZl8Qqzf6N4364TX+cSZyRWmgMkh/ILd8t7ge1/FP45KUv261tlGavGtZofg9m53A6NfsNj0pS8cDOMy7dkJgIsdyo33dvy9Z1ky67c8zgYKn5YVt9bfN2uXk91nRzzCZAzI/le4JlwRjG4sLG7sSHaE/P8e3iHe4Y/FQ9eu8er1sSA2+dPgOMhrwjtHd5UAy6oAcVgd03VHlwYXFADLmzv0JADziGLBotfi8avXbu2cUC8uCZG3B1sz9mpE2L/5iX2Kp0E3mgToJhO3SVFEjQm1CrCPxSYICo0IjUoOZ8ZE+gIOgBIZH1gmiSRTA5JAVYJpDngxyub7IhCe/rmEgTMkiSKWrhekNYh/oiKlDQEhaw8Ewevhm1Snpi6GFKUsjjUYiiT6pWFb8woZXPcslUkbEiLi5qjQaY4rdgJJZnsVEBKVpZuOGSsXZXpQ/7TfZqRVBlc9CSxcur6IcCfvfiz517UkPfVnz33gYIe/cZp4DvFxrbnAGfhiDnAR97PD2/uj3ujJzgEngxgg4Kj4yFwbQ5wns6bNSg+X8z5Qz0E1M1TKDCHApVa/cnpB8Uk76v5YOSTvNZ6njEz5fFMF+dqAwmZ7RBYyCkXUhxrM5ioB0aiqIzwoa0ysCTNDGUGclH78k0YLk3EpZRMrTJ1sthNRqEYoxCLh+C2NFWSoJrxPNkJjedkzy9Gc7xHCtDYSMwVy70c++1zT9lp/nPFot96vlqeAXkyWD61ADQB3rrBW+Fu/P7KlY9/f+PKx39n7jOkAG9yFnjmX26uNHzk4IZ8OtjGkyPAuKh/sMFr5Or3Aldo/bt/1OR3KvCHO9EfT306hYDCc0rVfyIQoOisHAKbMaSGghkSP8AgcXE00sjsARuaq0pxKHrKJ4eVxcgTS1MVfIkzBqAUUDkVcGUumhZl58JBSNZzkLHZ02WY7AsaowGpsOy0WAW6iNQevpQrE5nRhngjiPIjoAyrToddp1seTbG7Ex3yHybSENgD6ieGS6fnvxgCc/Pvzz4Qbr34HN+Atvle4PvLd/+6vNUayj45Asx44g3gLDDD6vKR+EehfiX0U4ETHD00VQoKBOcUKibl3rkfoI78bwKqMqvEHSAiBOhPfBOzeH6thw1EfmRb73mxhmKMa12nJRGUykKT1pGkKow1meFDiwoRx2mUN7tZAKZ6w5+ISRKNrRpH0ESVFSCuxWaQHF7sDKdJSJo/yc8XAGLPCWv5c51k4k2tpsSPWQH2lj/Xnz2fg/4BoTkH2LgbTrhfxL3AzPNfG7RuZUwE+ASntZ40AY63uRlFy4WTEODjx+kOj6ynC6hHl3Bwns/qxwEB9uAiSEEOxFVxxXBSc3AYjIGeU6ZzRDDOYxEDpYBMPA5GeckiS6uQiAhBzrhiAtMRjhwWaiURc5WXregu6UQalvRblJEClBFU5uaKeVW1lmimE2kFlm5rnKuW6zDgZSDYOtE7wjZG5aZAuY8dT0eow9ODeSdBQgbme4ET9Dfkv6YBAXIO4v5waAN1AFFhXPylDyslk2OGdN7MrxfCGkoOOK3aXHMjMIuUqLQWF51o40ewZAIcDQ/ev6AQdeYvI07uu+AiNX52fJVEi9Y2YgdE6tV3O31r8ZxcSyLKO9wPbxZa5Ozw5sb20fcC1+FWPWb4CD0MagwYodnXwtRqsgLUVp2fgapJwJyTpwHRYkmIWXiZOULEsYgykhgjaKVnHoFs4pxwkpLKTGQjTyZYJtz2YnaRD4TGGpnJ3B3OGYnKG4NVSkKBSlfclfFVcQcZAbshRGktbElZV2WyJMS1g+QoaisP6xkm2xf7Tavx8xDXAXZ4VIAAeR5gE3kUzFngmyIXPs1reBUXHSmx8EsTIRj4hi6Onb7Z3DQ04XrZtJiKIhzJti16XLZS4kJtPRtqwVqchSkmo+LQ9aUvmyCbIFgC+ceXSj884FwRMlQ8ODiBAtRBeLz8l/5sD4cp/tN/OhghwnWU8sYKUAbcCIwxTMDEmMmBqLgBejAzxFdMJhPZSKOxhu/EKYxGJ1J2YVErro1HmYjF0HEyh4UgJgpTwoIPSzY90a94FqoNarK/mD60X+dzlQwmBG3LIiMFxX2yiJQgOkSkNgTMgFGCtlMlXuVF7aQ9Qd4P/dfocO6AAF/86YvPvXjjp5/9/d999nd//9PP0n3AkOAdiR+0FqJrMLg3rP0FeS9wiuq/33kAbeenu3AVn6+w05qz0H7z5M2NNUVvct+FtqjCrACNEzcBRSnP+pq6cLQ92ODldw5HKls1Y8NPoyFBjWGuT61TQMZWqEkBKrR7AgIccW/C46XAOtTacpmP6UzII4XS1rdLTOnAvUn8p0kKMKsd0YYlXyYO+CcLPTFCcEyQRdgEfYlIqEMBqTOCNjBTySVDUWjH+Yg7aqCSsibeDicqivMVTpEfzEVJFFL19uZylMIOwWbRxgLneWStSOIxt9cerU99xoPBrbUhZvpCkTKIJVXCOtoVx6TDUwQI8NZnH+j72WfP/91n2vy96S9w309c0W8OLoAiUimjip7gD5t7xxGIR774ISvmPgbBkJ1Yhsuxlc4IWJpLJmSIzMpn8k+NLqaYxqpQ0F7I8aG9m+m0bze3D6kbblyj8liU7DzX53ZhcMjd0Too3vuBrxNnCJwfiDofEx6PksLngBPICf3dUqiF0yRXiTkEhbQfbVfXN1aA4oSIkeFFfGS6MWsg3eQm1GBiBweDLoLIMp0QDF6EjhFeDJsV1ReRRYnkCbN4exzmPt3rs7RKKS2gq6AkLV7ZXkl2iE/KUlzuaA35NIIEWFNRt8QO/Y46WYUQVWoq5DaFKpSdokqPQ3K+OMFr35ZPcYfYrNfCtcvHXXItnP15BBl+Xu3jRjkH+JOfcPrjJ34qoBAPiHk7vRc4s4c6gf/2LOr96SqUxh92Th8vPbRQMzfJMufINyRfcI40mBSXlBZSUJoLWQgtj25WFyIee0FMrgjGE/GFdJMbSzwLvI1teaZyNN02PCkDx3jwM9y77TLmRryUzjYOLu0ePwfIkDAFnyByE07aFPXoFIgNjDbybbkpzuAeTvANusAEKAaMmKlDC4QSc3daiGkNGZFCMOf4BmBoCJVmvaUVvKKN1iI8zrOKTGSJT5GNxs828RllJhlTsmgIuRaMFdKTqlNNkJRc5iS4ymZaYqaQESxWpNmrLKOhSX5aPFqZ4ksNTsRNaxxAI+LGDaGEj8g5Y9B4dt5MnIabZr0Wrl0+7pJroWb0F56edXqcYE/OHzNPgpSPx/qk8BNG+TnDffrsuSd4/06jAOdJnzovXkNYSYgx5LTYU92JgiIqESauwsrysH4dYK07zkGShHviPsSf3UBtVOkAElM6zyLTvJs4lyxkp0mSokGRbgC+lHIiBSicowA8I47/S7XBHz0F0la9GjGjuJ8lACMS4IyvDYIAZedZQbQPi2UV3EBM5bUowVSUpslYQy1wjVUTE3GKizZDXplD8BJsIqgSeA4NZ4ox4fgsiKlL9GSx5+YqIVWXKnWGAmT7QmuVpZVU6wLakCU/eDWbug7vAreauLQb4oJRkytDE+KFAtoE3e6c/uifD07zrJRZr4U7IQHmSkbVTcdPP2YSoCmQOcDrxTZjvGTbgs8CA/3FK8yZ5ZrT9+vJF+KUKhxj0uOjKIIPEpIo85BVqpBJO1q1nRogtG9KaQ3RKjCkDgm5YTEHtynqajW8DeZj7g8l6gh51OlGKY4MxIkqP9SGRh35OKwfONJft/wb8wpgnrgCQ2iF3FFnJ8cJJQFiqP9vEEZiA1jMS5ACp2cTGymO5rK4M8ugmpSola9fIQ97nqvCzJwLUJ1SRC0RUJr9QUFJlNlNVKeSjtSWaISytZayY1FSFoAKyXEM1akXEos6RHfyLZOoThpV9Ac9mikpacUIo2vvnJN2ksNynpj1FrYZOJUCbL0Wjira5Y8ZAk+qBw8+/RABvlh7IOrP/Cnx9kRMM58AswA7fnfHJxA/FljIMJhHTMRiGhTHQFsbwU48oDA9pXCjrPjYf65lA9RqvFGRnPCIaa3NiqEAqUMLT6Kman+0dbpWVnxaaFU4Y+LyoQlQXSyF5uC4/TszYI6AAlPtcHqEYsPZDnVmSSDO8IqEGkUczgSI+NPKGkwsATuoJEvoQW6dhSEyBWKgPBn7mhSSrfpELlJWqEiFNcxVJMgmtZyhaxTFNHzhDqYyuWmEjksnqFxeoklhhStK+X5eQvLpwbibqySZaWFPQu3BjlpHI3M8eBBDBaiO4pCpmVAN82E5A/bj9Wn3/RiAeDNaegsbbwNFsvm5A2TMemXbNAFWee3Xwq2Wr4XLVRzI2uKurGO1f1fB5LqqJClAnswSjSpbW1m13zVXe/3bzBfY1Ru6WM84LyQFGMSXqU/iL04FfyJmYAh8f+udT7euX39ti5ZklMx4gj/sXP6rZWiQK2FmpbUWp19RXKKYmxsbRXy0HDqA8lKJSve1FWB7zrGsR9wlx64o5vOCY02zVnbKkNhUnKGuqY6xb3Aw6k8hR9SA0U17O+l1gEehTiNzgMHxR/qUCKf+mAZiE3lGDtfS9ng6vkSgOUif8gIYWcmMn2yKMutmlkEQSWwRDYYg6nUsocGQY57IM2fAGJBITxbaKD2YB9oJtsQHJTFRiqjGbGN31MGu4IXbRbClIuwgMplojWfqFaCvHbjOXnCP7EttimpTOMpgRq5oFPHoGu1UBVPLLWETsyteXop1eqTXp6XXoPkBeAbPRe1LsqXnQSsj3ZOm0FHvTKvyKvsczEPgsopUvqojvzBObDCjkkgSjVatraxa75qL56iGjo09qbUHlCV3WhnnhTlD4IT76SQIz1Q52L1w4UKdZ0yAxYH0E8+LHJVfRsFl3J8YGGs7tUR6fA7EJBvbhSWghqViGVGQT/3u7g718Sp9rrlyvuplg8E9QrVq7V3bcokWcHuuxeNAY9cgPvgMZjMPSglGRO1QKIUHh2sbknnoPpZ7uwdDLlAc6s+f9eHDKkAOZAoeiRMZnQL4o6fDFCzVJuUTjlBsgNLGvIwvRUtMonCdAHl8qSfG0jSeF5U3eUhuiY9ihk+pwTDKSzwWJAJ3FJzEpVrLOqx9SYpS4FLTi4rKHt4y4cVi6Yb446GA0pLYRmvsBxGobNdLJiFV7S0tUKJ1otODe90+udMX4sMk9KQrjNTSFTVhYEsS8rE8A9Lr08o3v/X8eFC/hc2PfG69Mu12fz3+KxVHvDNNebVXvE2/Fq6qIspXdUgBung6aZsr0SqQ5gCr1gJZyYunD+VErnDdeP2b9yS3p/6Ds6MZGecBE2Ca8XOoPgT+yXVYIGgmw53DKyk2hS6IKmoGcE0NEmKxQEBlhPg0mOsTpL68TitJssOPn3/z+d89//de33j+d//ud89/7FbFZTCMV6ceiwAbpmCzSVzAIhwMdy8MLhwM3h0OB+/y6MDh8MKFe8pQXCR3TdvhBWUOxW1eXVp0QEFvsRcBegpQ5DiPABuH7igcY1hmn9jhyTCO23WzX/6uZpZq5fRGvTaans+yjiLLBFiW810YyDzlxkajUdOJHxATxICCMlPFaYasDMkTE3lEjE2ilogKQZhwqFjK9gqS60Gy6TGKINhkK1O4KnYu3CkHS2c6HWNlyJ1agmfrO8f3Ob3iAAXCQnU4P0lC6DDaRRWeNowlWD0dlFNjbAqovXEtHobs97/x0o9LwVp+MF/zlW1HvTOt9Yq31mvhUoAqXL56LZu+BwS/fMGb6Up4VGC9tWzi7XFp+rB811zhJxkmePpx1gvs7H/leyjk4jdzZ/fPBs8BGj/Lb0IKOPW+BoOM9TjLNxlN/CtOUHtLZqw1dja3tcEdZQ2sycVucf/jGx9riQ+hj2+8zejzxovP33r+v377/IvP/9fnv31eePUGrapfCF2dDpmFCRqW08qDwZZZTDR26ZKXCCwKw/v6LA4XvSIO04nooMUKngwstqUJaQAnUqQpZTqLAGvH5VwAv5w3JOborHXPRPQ38bpMquCJuhSuINM9zEZBgCXkKKSWeS+mwiCbUGuIQAuomKGDGJUAsbhMMKXbkkrBOrL0KlGckn1yJBzF0FmsRZaLSOUpLubKUi1lKMRGa3lPk3lOdyFYi4DfW6KF0m4FtcuRlKIs7CoNkFl7fG0DG8qOBmuxk7M/DzC/Pi1hdbBkibdweeLXvqUXcWxpM+OVbeKgKQUYeSpV2qfTv+VZ4O3vHriK9VFwWKqDVxKls8DBizMqCQVYtbZm1XjOtFpfvF69/m3A9GOt/cZ0QyP9vFDOASaI98oZQO4EOfTzANfuDbanHiHqJ0KDspuAlgTMaAyYRq88/zspufryscbZxfVv//a3vz3vb6z/9uorvPrtBqRX4tbzz//tBq066jrAqhkTaTThGj9eQUFGu0wnAtbp5mANfPVV1oZv+iUeE37YM9Dlf4HZT6s4De2TxUqZNwfIP46nH2pjLCVMfToEZWItU2InheqYMKZUl1eQH2wkAkRW6CPThOLMyPnsiYnEOgqJpfKQCVFxh2kjdFmoQksvz7kpggsRTRjAUCQpgaDdqSzeKAURqS5FkZx2CuKiQdumuEpilApZ+sX0o0vF/CAWqY2uUHFFnYJnLfaqqLYKRJqWIPd0TE6P/Pq0hLtKEPnwFjYrwPKVaavKoBbOw6Y5PHFHTZwlpDyVKu3T29uqs8Ar/TupimC6qo50FpjkWZX4YdGN1lZW+W3GMvC75iQMXy81Jy8XTo+gzueRWw31u+jOFXkIPBt5DvDmwYXhbrPm2q1w9e4xh/9a+PjVW9/e+vbV58v1q3+/IwK8Y3ZLJOfvq3d4M/GNV51Y4dYNkZBYr6x46m48K1H9vqXhisN6jy18jaHYjIG2vrEAcaPqguj4EleGEtdQjnHCBP7jtK89qErzoHLmKMBzVuuPCOqo/hO2DiHRMqmWN/thCDG+86vQ+cE6zYA0GEGiAH1Cdd+v6YAfRAnBHDIRFXp6TvaOp4xIDOnmNNOmDEjWEqVTKZMs5mZBM5kjJMOwnrOTLWpTAZe0rbhLYfFWPgcsJ6oGxvMEpfy4fLiMqsNK9tBlql9F5AeXHvMq4FQWHM97jMQJkF+fJgoJrH1lYlBqKEDLNobA5es/jnpnWs6Tu/yKt7ViaZ3fa/VauO3vchUuX3t3W1KAYuXZlWQFmFtbs4qi0ciLD+KA5NfANV5fEuJqRkNZnyNCATLeDe1XI0PF7kjtQDXTtKZmeA7Q4fqpkdlj4BYV/DYzmge03z7/7a0393v3Jm87LZOgUp//9jac83Eyz7T4/LcmwNHN6gmF7cPCmxEFyceUkCFyw6U2iLpiW1uf+5A5Ws9MRzESMD28uRGno5MC1MLpYXEiz8LhJLlS5z0PcJZWeuogLRTHr3mo1GdTqJWjbj+N0Lq+HpBeU5lMrJOspKycuHAPRcTJBmsneE0iyZkywtzyC+HkRHSih8ImEQSbCiiqJca7pitKhQ/7SwaOhAjEoW1piyJUje4LH7lqbaFNKIyxcq7I04hhRW1Y2KxMUVFuWKYV3h3ca11dou3mp2NyeoQCLJa+ER3Em99+rqPsF3+gAHfME1JLezGn13pl27LfmTa5Ut7R1n4tHPaqo/lauN5LuQqXL1/LticZp4Ibq0qtvSsuKjFsWWvt4DtUpa3SHGA0MhXwSz2EeH0JU33lC+ymG/ooFGBLABKFCoX7vPtbHKLBjf4L+8+YoK4tLkhOam06qQLMfJbw7Y2x5NQnEoMpIeHV23tinBtKrRmLF2/cZAquUoDFgEG2/6FotTHY+FTKz9GMTMwWddopuA0yE7dBaOY9rvPzfcFESeTiwAEXPmNKlBLcOkKaKpeVufT4p8HU6eSpQeF/TNVxqjeRcI43mq4unUINuHdDpaEAy84uWQX9SELxhSvEB1oskCyZ4AfZwxPiuZhXy8JJXJLGxiJMm/F0GGUlTlRRE1K67AXqQS1KyVmWQT+kYEqmba1AlYhN+BBlKa7MqFR1WJHK2Oc9ovKo2AWo3W2ypsV3uHYbnE2yHWIWJAzSMTk90tuDqjeurZZvYUMBSiPljGqqbOqdaRerU6izXvE29Vq4hRRw+fpr2biID6hNU5UA56tA2doFB7BqzgHCuuB9F9tm9N16gV0uWTW0vP//fNDPXJdYkNm/lCJchyWmRFRCmTH/D7u/fU2fXw9+XW09WVcqQBOblldv7IsA30YRmukiVcT4ChT88YuEa/jbDVe+UZ76KC5dQ/ANBpe4JoYzLCkjIxPzCG6TxPO5DG4JQddpkHuTu0vinl9uQBYTKl/6DvUnKiQSaaZFNlwGXmCt1GOvA0QgzT1KTxL6R6burYBbVx22iDpYbQOzp7K8f3bFD1bqKc1KmL58uddCjFGJD/rLYgfEksLfKG+xWOwvxplVGMVEBpOkFcRnioEmLQGxUhFUHN780jU0WriVodKdGRNySpKVSyhFzaTmcOGBsU0Rq04ffC+HqkNEuNRfGPpF6FGxStIwyuHPNEv4G/tOVl6whjHVMLXeSrJ1HE+BUSJAX4vsN64FcaCMUIASSVxQDP94qsyzcNVr3KbfmVa9oS3sPbXWei1cVUX7tWybV5ma81tAqvfC5UoADKiUsrUEoilWgPGuuclFKchNDeVXrkWpWS+wa72/Lk0vniNiCOyTHnUhmC6Gebvw9W/JtoUqozZGbqqDa797/vlYyu9t0j/OBOeV8OqNHSvAFm59WyrATIou8WrMAZa3olR99NjDE+TnW47hMw+HfdOxBWA6q8sNIdo9eBFRqDwlc8sHwlBGpKoBY2wUPv5WOH78xzbtcSM1KRRgat30Rt8UC0hWpVAT0JO5kV7DD0FxlQyxtrTK1Vw3YTEYabi0LHKBF8SNytosxB/vK6pEkYaLmIxIQcVBNaYXVWHpBhsu9i9NUHOD/ha2ssPSbn3nLvoQ/ejw3oXvt/YoEe2kEolAsdbOgYpTBMFGpfvj3RfsULJt5cve+MJXdyxPZYND6zuVO/jqjlUszbgnF0qSSJKruMRQNdDGeIiWT1FrG0fqPHCmt7Cd7p1pT8mL3h4x0lngQOM6GHC9oMMXvcVLw0+n/nqiiF5vx6dQx29/DH6bF+D/D+IrMdZ/Dfpi9bdXKPpxa6T7/ItvFswBfmursDWYA9zYFl9WSWR/e0PEpRZEm3wm16EjkJh55BuBzWnWbuUAV9Tnq5+T2uM5XFZ/6a5gJSsbW1QiN5NQ+WEyPQEBqh+n8FMF7YRlW8lysZkVCahfV6//qAMxZFM6jVMUFXFYAV5cla56YRUNhQa89tVrsFLSUpJfqDKlQHFWfTKDbdBz/L6UEmcgIDZFlYjGQqYpOlhazmoP4Wlh6dGzg5ZjKMDvpNhEmMpEI9rGM3mSb6ZWZaYJQDuEvgcvSPwhMFNj+CYRuK9k23MFo32L8VVQ5aJK7yvelKByHpL7sJwLzvIWtlO+M+3peNHbo0YmwHLYq0AaBmu5n16LeftPW/e3U4kSMQpdHO5qe+Vvf/vbi8+/quX5F799kcjvBuoA1xJlGXDYt68GAf6tTEnrG5OsABPVaaNFBCjSufG39tRgDIH5qp8N331/cNNPlqYDkuY3UMa5TZ5GzXaHJ+QrUdIOeSctp9EvPMjaEcs8NrAdhIgdo2PWNtSX2+JwobCcqrzvHj6WANUC2vW0wW1Kc4C5fWzLtoaBg4YHlCncBk/AZ1sSIJ5RP2KNpbtiEFaMqw73ht9svSuVhXZbFL2IHTSmWhx8d/u7fv8+NnCLahr2fYNoIUm22V/Zd+mNYmVFxPL1wt1+/9Je4XurliUitdFw1huRz0hlVYHU3btLl7AY735158/yfm+J4dv7rqT4WsYHivZXw9F9EVZ2KPhCjg3kavjtvaNv8Zf+sltL29Qawrtf3ZZv/QiETSStUgfWoZzIhmjRhM1J6YdDGp96XuyEOO07085QxQ8QJkCzX0mBFX5yveAReXOOQAyBGRAVvVfas3TPP7+rzLUUzqz2fFKAzAGWScBzgMX1pAArJAUYU4ZkhsG3vg4wK0DR3ah9HeAU8o8vZF7M7Pl7k9viRGckKctjYjK059Z62mx4wlBhMkJBIhRpgNny+DnAh8WcP8FJcXTxeJZLaaTumkLTBYvx8Te00mlSEN1rBbiEApSuWlkoepv9gZSVRRPzaCv9VYSVlOBgSbnLC5uLmIRqW1oJ+6Wry6LXVFrkgqZk/Fqs9gfaysvK/ni5v6ikHV+SGNWh7gZL6+Ej5gAblTCU3R98tdzb2xer9uSgdIiOQ9n1CuTqilhYuePlhTXvix2t8JCCgcPfLOOqJ/uRnGuHV1aTxuTcNCN/1OKxh+4UeAxvYfuhvujtVGgMgadI8H46CbL23/S/rD35HQQoKOOV9pj21u9QjANCkQAUfDXNASZ7Bsekf8scYHEnLoupytwSAa5ttM4CK3Trhq/LLtDogRP/mWA3n/fVnjGu1YYU6z4SnR7EFqNknpzlRwZq4REynjCMOcBeeqrgCRTgw+LE+zeN44rGc/tqdq0CVZQh4FwV40k/uLNOgJRhVLl0dyKmO1zsD2G9rXe/unPw/dZeIXG1LyLqawwq/hguodm+0mqx/5oKjosL/a394sJXy7vffamfXy5dLN2ZLPaxen8XmSetRxSaTZN8jFQlMfeKCy9sSW1ieume5wAX5VLK8qvbDL6XR3Kx/y5Mudg/tAPcWzx62k7Kbq+49/2dxT6Xxi+t7o83V5fFhTu09vutYg9zNWsoOaukQvbj4mDp0t7u0lCytjw3veepw/McAv+IkP7/PiFAgD+rnwBxSETo+cA7zHYNJr1/+Id7l95//9PmKFjDxBQSAb5qXgp6ihWndtZ+56gRXPft1BygLTwHuBHXAeYibL99hYcjTJ0FjusAswIEU3OA8zqqySs9/+8mV/ER1ILUQxwSzEQILSIXEX2WiEo4vCnOY+pQe7+jMtaCpyfA0/3RZf2Qv5IjipeD2tKmKQFzZDxiHi5FZkClPAhuEmDMg/lqiQEDw0Qzy5w4TXNmosAQZwivwfev7U+ufaWQ+EPiTEJQ9trup9IXV/ffWig2Q4YpyZN4DGuFVUmyVXTXZKdSgC9IxQ2+t+SkEnGu8lIlStgbSOExkLUD1yGbmEMMmfpd6V5S7qIbgSPykIPhlM1E1WnovrI6uYQKjAfbMGkpX9qPow7eMwserJGCTwQiwJB9EF7QYO1UyP1im+4uu9HEz1Spo1SA+gm/EpN6gWAwrteJOcCKBKUAyyFwI/nWjZHo7JMqLQVe1RD4MJ0FJi0n34hbcctDNzUx1T5TmVs/9ls/OBEMmfk0r58DKHVnYoPOQv1BlOg9rorJCrDkRVqlKj1NeBYF2G7u0Tid9WmxxywpiGrMfmWNtblLEeVRk1hx/kDWUEVKE9Ic4BfQZ/HzFw5FeEt3pcYkmqQAJaCYHVtZkRYbDpdeG0kUvjYurqHD1JJd1Jso7xrbva9D5t3dE99IYYlyLi2TdMAMHFPOvCd40LeWm+B7b6RapDJFYv0tKbakAF0vyg7Zdn+iSpiDDAfL/ZsxfejTz5RhAvLnL9CcHYm6g6XLQzmnteTRGjnFH/rUO9X7+br4mfPVHJKdCbeXcAwkBNMx6VBhlKeOnxCaQ+D2IPgOD96r6awGynuBtQNSgG2gAG9mBVgSWz4LXCYEXpUCHBTX050hVSYnQQrOAlceCH1bPwkCdtpzgO2uWrI353s9vcdJXX2tca30uMONxfTmk8VKZx6QQbDnAM17DIttqcoPPU14ljnA0/7NG/YPVXgKkks5VK6CBhuBHmc2U7A3mnEi2AJH3yYBcp1KnAUWK13SMBFFhTD7bnlkBQivfrliHfUCVGWF9h3KsJhEyjevsR3BNM4virf6KyIjxSPpm2VvGfruFTuqa6TSNqSivI1r9RSVZkxpJOy5kuQgtsqOC22ikd8tu90ezC4pPNhPjmyZw5REWRaTycLiwuJoz4Ne/1PwKWoGwumYdKgwjnuInhhMgEnz1aSfABXmOcDicHjp/UstUmkrwGCpRFS3fsdFytt5Ug+Q+e23MQdYngXGnMHx30Nnb9/6NpcHCkoBqgE3ameBPXt464Z0nCq+mXnt+NFFbnzIO1Ma1/Ch4XyBX54NNBci61B9N8lTWAGlmwEpAEUGA5sOD28+6jnA5t6d4gdzkv+uRantsS7tpwpyy3DCaDzKr52vILFjupxSgErlBDD3z3IyYfP7w+ELq5y2KFY4fWEptw+NlOLsgsQZ6unge+YOP58Mv0MJUmRvU5pvsti/PZ5QpFhZQI7Jy+eT4l0Zc7J5lSm3MbKyeL2/bIcHUoJfrXrqjigX+jHBaNmmAmrhyudFce8LlZIjOVSKnLzLnN7uV6t7KxrSHih382W1X/tgR9qnzYWJGnPp3RfilIxccT3iZn89GI+ZPwjedPq0XAi1mW/Y4Pa1fHPcSbBW3iRyIpz0JW9P9o75tgJMSFx4J10GI4I5+GV6+FeJcg5QIrapAE1inAXejkiN1OacBWYO8EAKsEJkpztBsveYR6wU4PSF0MdC1GXSimv+YhgMIUoScsWfSU7pnhJUhoa4cKWTMM4mWlTlmiXk4PDCIybAFk68s8Zx1uP93DEZ56WgENqvVIAM4lJQ/03iAt+Ga/4J4aBFgFwEwlSZKGFnb59rK3TkFvsr3AGy1Zd2ExbHyDtJMouzuDQP9TRYutzvi1MG30uSTXJpCapNZVoRcnPqwguv7Y/JQob1++ucf0UCfq8KvkpS8/tlsd8KlUisTerqjcbI68QO5PrPcshkJPyFSHRjR+F+VbVPRkuhV5euUtcOYUy0ISxXGs5vWfSNfCPdns+FMKXYOFyPC1OvaEuPMgDTj4k5Cn5ay8nRfMnb4hFvits621vkzgWJAPPIF+JrzAH6FRzJtoVQgOoU+uW/0r5S79bvGB//OsUqukvXAaZYiVs35I+nwRDW978md7du74l3blgY1hhzag5w6rfVjpdiBeqS8CsHvCg9sVokMR3IWFcqbzskIB+4Uulk8JE1W1U+jqHxaecAm8wRwXZ7zwknUIBVWxRqWCtSS2pOAE4mXOTXSPIZEhUQBzQVINLHA0JfCaKP2Km3z0vk9PEq9FHBNKGnyyajEE0SblyDLMeKeTaNp1z4sVcyG/ssg9L8gAXeOoqh3FNWpQnv8OoSOWTlyli4PxhCIhHYUCbiatGeLxxFu6nNI+2niFtcpvbRbC5PHCXfapRaQ512RfW0Q81eGuAICoTGOSkjz1g+fky/oq32SqPTEWDx/akUYBP5wdCzsNA/9j6GR4byJEh7+s/ROwWz/HNabgU4GVy4tm0FCD+Zo5JMu9YbVXOAQuS35gC1cejb38VZ4MbcoMJSgOKbUgEGuGrGrYqXIk0G9w4GnsLWZzKKjZJTSqRqxMblgvp5QneDbc/7abHE45RuXNxMgh9GLZ7b4ArpFCbHubFxUJUXnic8eg6Q+qdRT3N4ltEpcETx4zyr6yaYDOpIHd0QY7AxUUEUiouvnJXgDt4mwLgjLO6yMBFIEXFiVCwF/IwDASNl+pyxb31zKYk0KCSMKCuYunxvLYgs1BWwTxmQmQx8d5ysoKME2q5US1N2pwSunao2cn9wnMiQUXI4QnxSRxgBMbHXAXasmEyurNB81Uq6fCrCw6KfyPUe069oO7sCjCcGnglH3cQ7PvcbfE+BPASuroOp4756uC84mYVgxoJzbr3ftgSgFBzXzFwgXOe0fB0gc4BV+i0pwJn3AqfHYd2ozjFHoVd9IfROahk/vRMfQbU6fZj6Q76F1IsX0Cm+veHHY6H+QgGKCdnGrKFPhpCoYG8ktnTs7ApwOnAGmKdm41i39UM35cYtjTSxAxsm8iR10EtKa4rCnckOTWkpQJMEN0VAblAPt+wqWfRCVlCL1rAU99+KZagE5tjjdKy5BP3k08lwj7L3/XzBYChREpQWGag7EZFCvrvNd+VSnoqjBE0x76klZj/vZQ64ssjmvmC7FBfaITk8IFob5UTtIjZchj2PGRxpGLwiT+wObTClUmYvPx7iLPB1OH452ugmTxoguFEGeEiB3whnlcW6fLcaz2jxA14qD413uvkZftW75oTKcPqFcaUCrBpR1l0a86K3i3e5vFPmzr9bNaOqq2qiH22YXb+1sKXkeG3cF4rXm5NeC7dTe0Ec/pfkLr03r5zdPDGCAPOo1yKQVTkHeCgJOOfvNvMscMVqXKS8nRVgnrxL1wHWngYT8Fngjfa9wN9yIXQx2EABklY6z88DrJRzu41TN+ynIbCfBpOm/az9HOCGF4UiwdN/Yj0pQeQnJ4EV5GveEyE6B/3LKWUk8hEECIG0G6f4nGN6Nsyq46So8d8ML05xYs6DG+CNXigrpyUwLBY98otNKQKaSdzAKNWFghQgB66TgyVwaLaS17h0TjzjOrhCIgks3+CrgLaK+dUeeCAjpUWGkuRfIYrCerjXThKCD5WmQDApa6qhVsbmVBjNVJAAYeUnhySbWN1ktYHqcKqWaSNjrTH0ODm1GntrXxV+iCFw9Vq1FFqpAp5FFT0F9cWaKUun+Vk7tVe0ycD3+gkilVCAKSvd81sZlk7KYJBhrRH1ulNobK7jufm85M0RNcPbxpviWk3MBJhbZ6h1ZXM8ASyohqphdXeiQu//6VCeBGkNgAWl5CdCz0SZob/uK3+DnUqaAyjA+llg5WtJc4CmMswzp7XvBU7pSQHW9SU5t2IOsHoe4NRvq6FNQJ7A5xwuMk8rP8kl3gmsRUymBF8lozoRvp4TNOXRiO1COfEcmQ1pRp8bGvAiOUXeXTyYqwDbLQOz0h4G6l4pdFrQM6tgu2Xu9U4jFEkxuyAm4C63SMuQBFQyv8iUIJgfLMN4WrIVHgLNfGZO8Nok6STymU0LmlUe5KQ00Z3z/fyXrM8U8IIC891mjvAQPyqEznAhQITmrbKcMrWmiqiGlTeiSm1lSitpF/YKu3K+yFeFcKG4IqI+71VoVFcJG3oX8RFDYe3yw10HyDlzOjostDqsAtXb2uKhyayd+VqfJ/rV5gDlQZRSe6dbKMDm29uAcme+MC6z1Iy6nbQs48N87oOXvA2W8nMLUzOqumY3MQbo8ii/fiMdiHanGhZGZV04ye783rzqzrATozYH6GHwq43B8PViG7WTbFuwBjIaZ4FFUGavXysj5gATmRmzngajfB6Jf2+cFWCCIn97pRDT3CjT0zbmAI96IvQU8kkQLgCUpGMxr0F7WknXcR5Ygm6NZwAS1yh427eB8JpirgVkdMxGeRioSsgRAXlwabfe55utObZpNVD0NPaBY0od6TATW8J0zK5NhEYM5MQQokHmWxsQn01aChCeFBNAF5aAIhbRgVODhSAL6zNzU2itpK18UqEUVlzcp4agBS3OtOQE54tugo1cCNd26A+ZslFRC0VcZYaKx7RgrSi+g0eTXUrDP5N4dm2ohBJJp+HZNjeKYFgogbXytUrH5Iy4JFYYfJXoZfBNCnxqMvLb2vzQZK/9yOV4O1t9DtCvV9uMd7qtfM8bz8UfAz/yL8IZx7ww7vtm3X5cH29zo8adTIB+DnR5JnjpO5pRe1PcnCZG6+K1cXkX82vhEDEU8FOje0vfFKnpr/W30nvzTo9SAdaID0YMVrxfSOHMJ8CUob/1jLPAkFN1Fjgj5gB9GUy9RDwPMF0IXWPMW7eLw6QAa4nlSZDyMhg14RhkAoxbQGIwywOffY4XWeeTwMg5BsP51C8kySSAiA5dSMznfXmIqhiYATCeLhyhAB8H1NlSqI3jjkt54HKgUcB+3aNj/krSTwKIjKn7ggJ4aSlAMw2Xm4iOxDswDPdaLHt0i1LzXbdcV8KE397eiIk/RcUhYZ+JDA4BKqMCXpQmLzyrGe2FOYpLW2VM5MMFYgoyaFihcbHUXzD3qm32YGCqWu71b8uZ9J+UZuIvmTEHSG0EWbFXDJ9VhYKyQa3GkFx6TzAZqkFKcOOd8zAKML9WbeiJMaEMQIsCLyuKhybzTOXqOc+lvGq9mK23JcZY5r1H9be3gen3sKU3xfm9vaBdd/NtdPlFb37A86GGpq4umlGra0YTQeOR0TzBesZr4cqnRtfcvRx7dWpkAvSk39Qw+A5dfj4B5gcyNxRgBneCHIrRYlwMfen7bVKAyZxU599Kd4KktHLLWeCNtfRSJKd49eoN+Kd2GczUvcBTtypUQ2APedPar/1k1k8rmMxD3siS2oPoYD8mBWUDH5o4CSlN+3eTOcP2HKB+Ayl0SlAwPo8N6qYpEJtG3YQdV/9l464PUyCPnDAL/CBTUIB0/KgDyEZMIEUlsvCFeCEOQ5RBgFx0J++DuGkXDnGm+UXcBh+ZhjCCWSA8BUQ5JPpECQl+j5GEHXWqvYygPZQlUev9lZXJyPaQk7yI7MxflKFhE+5JRlZqd8WnrjSq1oqKgWyU5ipEqgpGs+wHdlXj2FcS5DbyH0IB+lQA/Zy3UqaUFHg/AuUb4fy45QhdlBbMp19LD+nFbEqAADUETvN48ezn0lCRmFKUPMsvjPPLiIXpunlNXTLW+tLr/U3M/WxpEZgi02+Kq5roN5JkXHHrnMkjo9vNcYEkHr/S8U/A3dkJsHbhn+HHQVsQchZYXT7ZtiCiiIB+ZjEHWF88B5ieB0g0oXYvcB3f/v04rgNMujBKKFK7DrCOeCdI1bJjT7CVggWNl1WcVpwJNqsR9cygEmsLk3x8N2BKU6XSCA1u0gC8qHSdAI9rydF4uNKzII9HOM1ZlUnNuMzMXReiQAf5Mwvc7MAPMkV7Pc65igx8TZIUEfNhWu/xFGZ4AVrSF4HFRX8eHe9+dWeyN5ogAJUF09lQH4s7imBGzHSomPOhSjvwYhIi1zGIzPy07ydDu1IoSml7lmxqndrj8857Q56FoFpdFsOQfXjTJla+a8U3udB0jOBoNUAeTcylLFUpanYkHZRTY/ANAzxejpbezUYkBe5HgFerhTJiXXuFWsirQfvFbGYMD3tr75oTsqHSai+Mu8yY029tA5dadb8lHm2+tI3WHOYXbPqtb5FTq2uqiYGg55S5PprRnJq+rbl7WAUoSP/FLGCC4tePvg4wZ6AAW0Pg+hygB7ZM4+lbU4BkeXJPqxfTW+HspZzxU5A7QYrytZjJiRSgK1+bfxa4NT1fMSCzfB7TSrilwa1v6BXVbfCYQLEbaXmQjBLcMBP64xRbK4gCJKd1HaA6SAqdElHwbMXPWCV9ObZegxkhblg3JtJKinCxSWVWg6+LaRBgnP3Vv/HFe0uXvuFuCif4Noq+jjCPQ9WKx4kOvl/mwTBCPHB0iQGO7P1CkVCEkb/Y2gzCMzJSEgcJeXuzv4LLomD8NNib2BAZKC1KSsrgkc8yhSJd1s92HrxAsBgl599jcSE3JlehDY+O6S+urIj7lhcOoy2wpk8zw8a4jTnHEKBnPwuc3vsh+hov9Tf1U97c2ovA6pZSRBFqCrpPfPBWH42kb3rTR7yiLeRYejHb3VFv4wovcVvmPUXxurd415wMPa0354VxX9okN6JW9yTVmLUcs4JJAUYkNaNWV9XESeQF0ouDyWQCsdrzWoHQh6qr7u7hCdCIUXAeC79dbHiyayYSAWqUvI2kk1zjNb+xff5VXwazK0bL6Q6VT4TOCeIzSO/VG5Pe7sad7EAbB1/89rYI2O8F9uuDncPXBDiOC6HVhI1i0LOMQBPo0+OeAf+rZgg0kf4YM31FIpcwnw/WeuO1DZ4NuL1xuusAj8DZ2M+FZhc8zl1U2KCzMlwFyq6rECduU6wFjrv6BdyQUgQpK0khjRV3v7oMqRwqoad/3Vd3xEFrB99vFb7jdrF/nzlA5cvWQ+BhX7ID+xXeJ8KldZJWi/1LDMJff1DsDS77bt9lJg8vT+R5rVjZVldZ3hn2N5d7xb5subN3Tz4URA5aqF17YUtCduXzYrwpCfH95pb2R5ptZVttWO4N1SCrO5xP5PyeLdQY6FaNCTPbeJS9rBZz+3F6ZKr+O4QMhfIgQWlPbXQMyEjH5PRY4KD2++uj/KaOlVrAW5hATGQ05gC5oE7kUL2+zQmCCIOrU+pvb6tXVX9hXFzFUl2rMqPuythzdnLrmcOIvF82I5VcrheIvPKNcpe0TpkPJjOac1jNAdaa/nAEKMKT8Kuf/w1cP/oyGJ+EnfDG9LVr1359Td9f77IlqFJFb3/7wi5Jv762O0gWGhkXve1rv1bCr3e3dwe7vx7sKv2azIvi17JWTCsVUcHtXR5EWZAvyPuAMuQrlTO6bkiPlxOpIXTMfc/2UXfhc5ScliSmH2ZK3kO+CAznFHLUKYqXUMIhDWpAY5gG5HCgMfRJ3glyQshluT4dzlIGmPqahXOsSq0e2aYhLBcAptgUOMAzFGBM8XET7iUpOY4zU23IL23jjRoYVE9uyfZstRT7PKYPCiOSpt64Rzc9XRBLHtjCX2xpVc5FjL5VGA4cyR8FfB5Ew1VPNUYG9a+ojP7cntukrHLxN6qcY6Ek74TlK4+Eto1TFJBtNo8ZQZ/jhgLZWdYpmo7J6VG9HM1XEvc3L2j4QYD3dpRva+ttKbDFDFnMl4Ueg140IC09bF5dlsb1Cz/Sm9x4HZzf3gaqN7iliThkJKUX7i6lOcBZddu4t/RC4Re98TrhwVdXe9s5kpvR25Cn/qZGT9NNNOqvjeMUcqs5IUirE8hl0x+CALPcE2L4q4SfRer9OAeabFuYxYyTjdmv7fRle9OYbDSfsZpRMME2jaJlXjlNZFxisDtonAWZOpWzMdBPqIZpg3tNj8WFQfOxFVQZZ0iKwbVzOQtMA0whp8WZCgVmEGCK1hLV6VMIjuEm3tmIB+brF9lQgJQR4fgJzbw+jTk33+IhviA+QnWJSg5e2Lrrx/vJEPuv7viR0MrZkbba9qSfVOPqnoTZTf4ZfU1NGonimQdAyyHRMc9nlu5XweU+L8xCn2nshxST1pP7Yvx1ypAcFI/JdSq7N/zqTjQuqalV5On+Hi53/BDrMMNGZXiYzOblYnO1x3vKyeHEDZObnLax/tMSChARmI5Jh6cH7SFwAz+5fvRZ4OkMDUZn6fyx0lOwgeLmYZ6bq2MyqC5xrmOjRa+H+TQ0P7kUDEy9Jk47kkKBjQ115Boma823PY4PWxw84Rn8dWxsbIykj3mEzEbzOsCHwMzdfpSAO9uVpngt+cQMm+cAUYoB6M+azToNgcVJUiJ7+xdXLceIhEF+wLOj8SzAZQsujUdRaRp1ajQWLwWZiKNuMuHB81H9FBmev7RnBaiSrhPDSXFxdW9/8I2CYqEwVNGB+Ev1h+lY4QU/tdAKkGc9U5TGy2JcxGNhSF+wGc1gR1TFvkJLi+JkmzPchfgk/Pz+KAKIQCc+hALs8KhgAoyxbyjBfALYuF9sxy0PszCXGR8bnngDOIu8cXNbQ+Anex3g2YE+S8EKpJSiT2CIeGIUEGCcDnFU4Pl5KMBin6cwCxME1OjdpTvIMaupxf59bVBUtuGJyzwf+uCrO3uccPiccXOahIg3f0hHsmEm40Dl96UlVWjC20fwJ3tFRVDKkXBT1E/9Q8yh3ZTRK6QxLR7lYr8sqwTeIqIGDV2lzCUbL/jBgC+4gfY0/IYLGeVmXGz2rzIcD3NXocW0BwXKOZMtavnDzAF2eFTICrB5KcyLaQx8xyc95/z628POx44RD0V9otj2W0XObw7wDDgFNc3CPAKsJfLUqVk6fTbiXmCuvktxQ0whERXTfYwOBxJqk7cWNvZXVvY0rE0KcJX3vikYUc7rckneynJvMhajwCNqrQTYPmb3rsbmi9B0co/xYn8l4n5oqZTjZHxF4mxvH3nHhlxtVlaK0Vv9gcWesMcpaJf9ZrUYLb0lvrLzuzJ/TbrxmuyQgbkKq0XvFrOF+Ii2cAaOi3XKaUC1OdHfQ80BdnhUaMwBmvXqVCgFeBQBPuk/6JwJx8cHzhBxL9wTU4AP/Reg9wsplgHPpKAik+bk55GQr5YC5Po35vQQdvGIZfHBu36a6IhHnfb7W1JTopIxj1FZ7vcXvuKlb3FjyAWtfCJxAfbjJEi/f3lvz08vVTab5bE1HQ95VuGV5f59zzaanfb3sNhQ9SoWVxtyo8neHqegRdPFEHUoZmU87bI0QrXzYhE7t5wch3K9UFbxKY+jlk3ovk19R2Ee84xelKQKgw212UEQpmPS4elBbQ5w+iTwc2+f6GEITwzlzchPClwY7WdLL57THODpMUvBnRyUjk8DikaKcore/vjEYzc8iQh0MDKDJgFEHAbjZmBUkS1FHN4QGHOmRd8d36Yhy0jnnDOhpVUuclLBHX0krHjugje+ZUOhic9OqyolMSfMqRZtR4XcUT80RwmM3AI/uQETRTxBp6LM4E12uAckedvjWmd0o58Wo4U6ZSlFSvNoXDGJp2P33CjrvnTzR3Ks8TAKsFBGHJIOTxEgwHTKt4JvBQGfnOA6wCeIJ92AvTVuJj4crJ1CAZ5rk+mFDwc6NUjRhEiIPHXzSDwJsDcBim5SCgJIC4AnCt9pa+ZICYZ0ktLMG4J4gxOzRm95gJp7zTdVmElgN2jUj5fR2FKruJ0DhANkV+yZ45GoMr5NjpxwRFFHSMZliDdX7QaYNuP5LwaX4thbarkytGCTGu8bQLRVvgMpCgvqG4ekw1OEUgGKA9P4N7Ehm+s8KG8+AXLp0zHQf0/+gZ4Y/AN1kbkF6xknaMAJEL/f+tKAOkJjqbVKx4aHKGwcHD8HmPmgDE1DfSmFToEzFJkB+nEKGkS1fyHH5k4AYuWrL7Og4wF+QYDiqLDxpBgPd4FKfIcEB9hyjgRLJjJ9/jTloJugjSjka12XJfWcoiXRpO9/cznfz2tj8Q52PH8a+EZh0sWPaEorQNMmLiiWiEwxX7Fs/RaJvhPZAf/B05Np3My4N5iGGNpAcBTT1k0ik/XIVMxeaM9bVyp0eBrQmAMskZPuH30ZjJ+scpNxIHbn9Il7zmZ8tvNDnOMj/pW5Ft/Zlj9kHLc+2WeubWqAgjw7Qe06HOzOVIC14zY72IApJIUfNyCvqDy3IVLUZWexn3MMEQu9O/TXmJvk9JOCAMsnNJoU4CcFWEtimZ1EDyrpBJU2E8kw85GSxDRBMG4TAahOhbDSEp5tBNVEE1yPNGaUJqKvF6jIJbjoTw2FySwh4Ue7F2vaH+aqhad3ybHb5Y3KmRLxrPq1wQ1XEVKIw8B8nz14R2BKrd06SHtvr5sDfPqQFWDj6hchIse9F3ggGuLRyVwso+FguYIcYtkwS0BRZgsn+DkDaR05a9qqJi14C5u8lsSiAoeVr5BzIKBcheqkUiHe4tFa1xd92SUeaErTqNhP+9Na6W55bj7il7ypJRrg0r4RblDcm3MdYHXk6MSxrSU24X6ewo8dUblowFxgVCcyanA+moYpNJ4BLabjS4ZIgfYHAcouCogK4DM4ReJZrBCizPQUNMFzXDJfiH7MbTyEwKyS26M8ZuNUCGNtLMWDnpiQg0y13iEOl8l/1AP/WD2i4cKA0hCW4tk/bS/8oGmLVGrRzrgipKFLO+RmulrzOMCl8qlTAWSkHGDnBkb96MJuDvAphAkwUx/b8pY4VGB+L/BMiAG4rZMbAzQEGk3Go0m5Qg3oJxIv2/KPQIYjJlNIUEoyIUsO+Me+N9JvX79YuhLT7jhmPd6PNMITj7HIkem+GNC9gsp7k3FPa5bxqLluLPKANY2hC4+15l95vIaMhruCWGisuhMbmpDXqj2a1uMUkfTn2gZzgM8aFtIxSgsHh0ekZgJUoqEcuE4HVj+IJIdYSDC7BGmYJkiBmChjqgmKwTQ/4RRppd8NlhJb2qC3bBUSME3jWYK5tO0FNQR9Rqrf8IG8Cw5TyzFQORVOPlXEXmk+1crUrcGC+gjG4JpSMdXn37LKp72kWpyZtHlmtaqNQ9LhKUIeAov06kPhFL5TSOXMJ8A5GY8NT7wBPB1GcvBJXgf4hFD0yh1u/xGCADMDQgIwUFAehAJxmFwqpZT4wnnmDHNL5JmkOHkMwpMDO7KCY1BkWPNxRHrLXsiDgXBIGXSi9Z0VYKZcs5+JLLQfvOtSFoDWmSoAd8otFiz8t4yGyFqh0HnQq+Ley5RPnl8OrLAWH5EOTxNiCJyv/Qveq5jwPg+kf3oJ8ElfBzj2M1P9OKxnjAD1o6h2WNqvjhYBmgpCezELF8QAJXGPRSIJfRUItlKJpf56UAj0J/JQMdJNisSD10xrsjbnYC1aDT6aXJNrmI5bNexvIQq7Fl4ZQiR5iRW8J4+khQ87Te593tqGaiMkGfpSqd5Gw6mOqOshYGeUgsPJnTWl0OEJI88BCnkgnAANHvNe4HwrrsagXjssVFd8Oun8537llh9T7a1wGqKkUOFXAztEq+afw3wYFPGElOJQB+Gw9TzAZwF1Amx360yA8VcwQXBuFClEBEYhgbtCEiGaMwhJYSmwsrLXi8k+U4jLYiDAJyYWqzzKodAUI0OfxDnc4GELbtXgRmI1uL+cpvDS8JvpQbmA5Myc4uhwzIlgkWvQG0XwSLLqY51qi51hGw2PR7/khkKK3psec4NMU7LfHJAOTxVKAkyyz5vyOsB4L/CAPyt/8/qiHzCPBB0Mhvc/2d5YvDS8P3h/9/6l4acXBu9fG7x/f3d39/61g8XdodTR+d8ypx+WwPMJNj4ZDgeDT69dGw539dm+NNweDt9+XxUruHvp0ztne0rOcSj8XBpOgTNJ+swpQO/wnP7cUoBiBi0WQMgg/XYQSgrtfnWbOVfru2qwOuZuEbEG7BZFo6yichmJ/j3alcqIV9goR4t5aH/MDR5YyNC38MqCZ1DDSjiTOUTll8mFk2hR+EwiT86U4yakZNkpqjJWhs6peoaaEWHtSpnuylRavEnj2q9p6PDkYQIsx7zmvZoSfJuTINKAc6CfeFFs/3p4rTfYKLbHG/uH29vFYbHR2795WKztK/HQj4ua01MeAoMhPt0A1VIU1/aLm8WGqizWJnuc5lX9hTIGatCjkIB7G8OoHPorCfD6K78e3t4Z3L4TRhXSf4Bi6Gb/UDEYlg/MGVjy6sAnnVdHIsDEgGIAhfwgZW4BTg9W9uOW/VoNpJnv+c15mPb1m+HWMh3bF3i6c372c3pKc9qUD21OJWGiSBp8d9c5y1qFPz/SczWXNwdaDDJwZg1HwZ5iLq8Zs4sXo/WydFqaHXQBJ6Zhs0MQucbnnmEMPg3mRJ/iEhsOSIenClkBivUq4hMhRuQTrjVObNeEOGbu5OCjB79bjbxmP2PrsSB23gNgLe8uXujf3tn47cHtK7/tXb/y9vCL+9ev3Ll95Yu3h1fu375y56f3v7ivMovDxcUfcCcY7tL1I1hKXgiiObkF4WiTLCGDovhyQ8S2XAy/Wd8Xl20Um30/9IALVnaXJM12v9sqH7qcHsi8MNlR7N3veLozo1ixGQ84RV6lhzVr66cwH0RJfhRyigVPn+4t928STf5Ug29J9lkZCzuf8EUDMsuoBKQdjQ3BB3thqJXicRaDCxFMa4g8XzPoMJI2z1WqQEwQ2rWVosfKXC54mmfqdHhMEAGWF77EyZD6CZHrXA8M0019uEj4yRFgQn4i9ONH2vMNX10d7wW+sja4Xbxy+9PehTu3v/j4yiv3v3jlziu3r1x55fb127cHv31lR4KVfx1R8oeI3ftFL01nDFpjfkiOq6FAIkDSYi0yQAEtrY4G3932U50HX/H8lu+WRR+8g21vMviep0HHnN2AJ03BXH78ylcrGnjm5y2TzTs2iV1UbCAJ5idCp9k+b+TzGv6vfbWY/Yl+eNxLGEFLXGUDx5mqgv+cbp2WZgahsL0YRWPh1HSxH+NsJZkrPQdoBSgTSUasZQiVihDRkx6cK8LTYs8Iv8xjGoMl3iueIdF8khqahRLKdyy1Ubc+YQUzcZfH4J8CW/oVPZrZqyayAhTdlQPhihDvx+vTfPGwmdBXvbEw9f/ECfAJKkBjJwTgzUOuA7yz07v9xe793d7927fvfPHv71z54v79t6+/feX+9Ut37ixeuS2+vnRvMJz9COwfAq7d3y1/kTMnPRE7+tdQEqD/TVgJjdKDlA++usNw985L/bVJscsjn8eFH7QilcZjV/Z5BAxPX5awE3mI3K59v6VhZX72s3rgKqIvYnl7LZdEa/HI6HjzWzxX8BJPmBb9XHhhS9KMXKgJVhM1ZZFmMoQDFYfUTGHQYXnBYCQrDmtaAUYpFoqlu0ik82SjKuwIK5lTi/Vg+3TRyTGHADf85twSX/bLf6+LvMWohZTWKhQo8jt/2wjrVLRWAZhVyTw03rsOji7siYvH0b3LkyAtmAJ5InRIvXTbw01eG65YsGJFgKPG05QfG6rT0FmSPWZs8I9BxwE+4JKcYLftHY2z3r6yuz/mXPH+iPPgft70tcXFx/FP7VEBUkiwApx5zCsClL1W9HvJtQU/QY/H6aH8/EBmIvvFvh/Jh9ZLT/XzVyQ3kKKSuvMD+/LjmXmjRzwQWrG9vJWNvKmUGGi/4JHR2WdWgHJh92xUSA0KiZeEWlaAex7cwlkKkWBDp/j8CBToGApQG8XziWHJQ+IqzzjY4i+EoWwVxZGq8GE5C/xatOMwXnmhvBRiqT/FtrPSSsTL4OahWPJb2tLL2jKOdNhGmwCPKbx5kh0+D5QnQZLoIxiDYNbpvcCcyBDzbR/yRl1Pem3zBt38By3ePbh0r7zWhZ7eOu9AUpwBG5PFjo8cikFTHIhqrR8LJzbq6wgVG2sbxc1DbUjo9Q7TCY6Na8NLc+WoTEblZ1IcFixp9RBQM/SzCV18+O6Me4Fbx+DHhVCAsw+5CVBHCMaSDdInPW85puOG32/9pT8sJte+2xIp7FkISqWhAP1AZis2MddkT+bxAMH8vGUoh4FwxPJWDgtKQjYQmXSj5GB+sjSP8ZMks3usl1ZDzIU3cRMCT/wm1SY2g6Us3oK/lBq5casHeWyUWco/n0sWw2nlknJjvac4LpDFPKOLyNmvB2u+u3cWBl/kd6kZfttaC7PSMvwKt/lIRWsVgKMctuF3sNdxdOFWTY8OSQEG/VWD4BS6Y77zLbPcK+sbd63+uHtW4eRkNOGfZor0JiI3+E4JWlsbitbEB9qlkhUI1K4KmGA2CWPxmc+zHI178lY+D9AzL/p5cdDkVRsqL6k42uPWpNLnAg1qdQwOt2+e3ztBfihIFz7yX2gKoQBNB8oWEexY7Pl5y1Zm373mZzn7Scpin5UVTvkmBagVim2P1NGmtJyFnZ+3fHAXhYWQjBgnSrxVIU4wyxAJh9SMlBdqCnCyd3FVWWoTj3LmvKwkHMJvssPA2XcBm7JkxBBXa1MfLZSc89U8GPgrL1aEMB+MZ3tq5kumFr8dDn+lAlRaOkKnh18J/Prq4kLfSm14ud9fusupcWjrOqmXvxuMVvpkSDr5tcXk7YYhyGmp0IAci7KCU+OrS+klvjyVVmkr/GXv9pdtXborKwBlauVrc2FLbbl8CY9YbfZXiTPsCQXIyfn+VcVnFE47BTwAhgJzpn4gi6sxKaggPyvWZYlqZ06Nagic5/3quF+sIfXW/DyDDfSfGdEhtE9yAo7644a4a6BGfhnBfgKVrYlpee6BAtryzAKYl+cpxMNYPP5uPBL/RL+uCaev8Z+/frDBzO/MxPTNDYi3rB8+uSdCPymUJ0HguBqI8dt1QKugg/J5y9Jqe/tM2fW+7vcXeHCzSIa+cPu72/esDiXddpUu/ohHNh+gAKWp/LzlER3jsvgoYnGpjB/aXOzzGGhxWliQ4pe4ISS5DlDVkMPMusrDW5nG1Dg54go/MxYXIqL/tKDflAZXejysuBgP0mOEG+bJhtJM98U9d0jANCPouUHoUZXJloMyB2L7hfmTYlaA7K2gkF+Wu8rbJL8s3wa8XDOI9/iKXvw24BCPOS0KRcxZLztkMgIL/W18cspCMszWnsHFoGqBUFbiN8k7lddblpCHHFcwFGB46m/MKpx2CmQCjC2JK31xXMxAxkQk61yi8nF6iACl9mIBGvhWOtDvBd6+mYbAfl4KXz8D2WPg5AQU4433/6n+OfppzUcNEMW4ojqfYVU9olqqh3E3eAEHi1/Gqx1vNCBtj4a5q/za74yPBv76bKzN+uo4SPdh1RvrYMCjBXywsbbNVePbomt9U3Ajvg7zSBsgbi8XCeltM/3MaH1JT7yZuUSZysJuZpXIaTZIZSKQKq0SyjLJkIVk/gnyFqjyJEj9uFt981uMKD1eXV/EpDFhPGgZ6tHKG24GRnAxZhiNpcJkxo0TPVJ5BDNnUIKJ/LgZ+IknUijBMQUUk5pjBOAnQsNRypFig4mojCuQlcCMnf5eOLM/36RBKudt5UiDXwQhbJYytBGvyY3qS848rHUCJImJ4uEMxTgSLSqowiqBJ7v1ncPsJYlxWGYCGsscNA3PAa70N7Fbl3y6HMmD7672Rktoq7f6UnAryMO7zoz37Q6+SobGEm/4jUIyVaHFJZGMHIpQlilvLKOzVkySuLN1cpcrWCcsLL1g0VL52uwfmL1ERW+xN1KAyhcNUk1WaPq3RbB0mQqXO2VE7hLl5c9vWx/qjw5iIlLrwQupRNWA06N+EiRfABMcyPftAp5TB9/m1K+UnxgA6rhJXBSVnIBJ7ze/eC/hX/T9xfsp48QodWKw67blnuSWz7kguba3N1Qp56DTDXqNN1WeaO9H5s84ka0KYHIibGpf2VCduG3WN9GxGTg08U34IP1P0EcHSnYcJtqtMoSqJxnGhGr8T7GZTTm9FJTMl3CyqVnW4u08bfFT2Ybftm1Oy/W47vxVs6ucqgWRlz7aSeR4nQBrwgaCmVQEaKaDIEwcllEQhmCeQUh5Rs0QvVhpkbDncaORJ9NSpEyH6gRSzHyeagtrD1e9QsBhJc7a3yPkHEpIqylMA32HiTWc6FBppQKUkGMGL8ShDH2KBFPqguDMceHMZdwANV3phHztoAKeSMTR/oxhTwnE1eW5v+H3YYIv3cMX+oe9hURB21+t9DZi9m7pwaQ0kPZIM2wL9SteUpoLfWO59Jq0WfAGiYHBkhTkV7ww3VQYGanol6qbSJKqkbqdfW2J6hikeox6+N3nUB9xKUmclXOAMaHZKrxc7pTh3HRtzqo8f2nSNGJ6kHUqcVj5OD0ac4BTuE5HUH+SJFIH9dPwDjktEl1kUH8WwX7vP4v3tPynj4ID/yllCDS4haMUIIzncwuSelCUOqDC7oDmQ3OJ+GdUuxf4pATok9ge0afzO/YG+1TfQ2le16auH92/tVUxWehXUKh9Ch4OFy/0rQRVSGu3GlZSCTa4dFEOIRt7CnqJfCzYEqd9lU3LspHqNdvIp+lekxN+Syuv2adIL+tJcb7xKXOqkmHjvz5HTtHWzc8SXHCLxBR/hToBxqs4shgLpaQEzucSjNsmfAGdwkoKAhNrsEArPBcLmkGRxdV5EJQ1lWxxHqccgl6xsh9KB5slIvIAFSJk6xO3EpyC0rSG0KJC1xzSja0TUKbRwmxEG/Adi/3ap5nQISfTcAlLZ3Kl9FE/URRgFmHTCAWI9BktfVf0Ni73X4eEBt9czXJwSevQRhhMkr7aeL1fXm1SpLTBNy/nsaW02s2vUHj2lLByubf5PZfFKBDWvcnFEI8rLzDRlPzkSi4lV6K1zSDA72W1Q4MibvWXFOAiI1l2Zhx6tFa40VZXmM59LytzJTwJk7gYkXUqUe1MWJwKEKDZr5R/BDIf3rf2o0NIfak/MBloKlKSMuI4BPZ6vzHx/em99z76l/f+9Iv3/kvKmI0Z/wxLb1ZgyD9VAfuqSwb5JOnnNZU3Xp9eD8/FRF6Se62tzXDmxzqrKikgRV0XSxBaLZD2XAE1SRUqR8ZcBygF6NZFA22voFboTKffVJoyOITUQZqixLdVM5lr+FITyEdmhU0q7/wUpyWUpR7sFcfedTmMH4VpblkXcbaUkX/5Iy/ifFNbFbev5B9fHBa33YfJR+rdSgEC2GGUFTw/xRS0BAw1J9UE/UAjMA/XlYhqNFSENpyCStLKqkpxfbnaxHKMmbQkCqE3zOQaZpRPkmEkDJL0UphIKdnMqEzJEYLdZOe5P1wgASE0V0gBK0KFub/D7EshbSBFMuKuX/Eq7rWk/XJZVKFPCxNlFye+DtD7cCQBasy4MD//Ep07pE8op+HrjEbXkGdXY7bNodIgrIRFD1uNlLb21cvSVgmr219psFtXgL2t/tbFu1ovSgqSAS2novUWlIHS192k+JLV+jgrwIoA86Wb5LcLT7c1nfteVmZFgMn9y167RLUzzj8drACrWb9WiCdCxy9fK/oQ1AE9QAEaLCYnoOi9H/Qn9vsIJVhTgDPOTxytAKO/Me2I5FBFqlvdl17pqUhyUYD5Hwbg51VvUMLk3j/98t4/beTeCXPYk9UQdGGv7GEE8M9MmPu8lth3B7wOW1hGlaNSaQy3wslXjIdFE4PCB0pKUt/tDdKL7UNS9FEmK38qRcZax1ecRHpQfrLhq1josyhDqp3Jnm3kRKr9RDjKVnmsk9/sK3zw1J9sy3+FPIzGl8MQMLvtzEHRfAnK2De8pUiDABkVi4bEFGYamMHMEk9NFgehjSCvIA+SmSqMVChEyYpDK1QBzbCxeENGQkg2NgexqLzJysIwpt+C0BCMbMVJNidMq7IC9BjaGSTQDntx1bL1dB41Q4vJYaRF2PQXu6MIZ39DuqqRrJkGyK9JOQN8IbSlT9Z2HhgOvhdhxAlVCCIZIJ7SfB+4EtqrVG4Uqi6sHnxjAWmhF8DfQW/wXZx0HXB6eBRFR1FBkoM5ULtI+y0XSVaVAoS9TIByvQivie2Sy9YV3rmt+xe/Ue5i8OGmEisC3LH7aIqgEie6SHIe6nOAJUo1aAUoFeHuZ3WkzqAu4K6ivpCcaM/ER/+EAnxPFCgNKB58XyTHQ4LHvv6O0VDtqxWJ++JGviMZQVHO6tEXkTVSaQR9oqEkIGKexZNlpQAnB4mN9WtP3lJFG27Vh2NSx6UCxFPaaKeoSmuLN3VvpUa6lqg4TAmL/xJdUqE5QQnwweBdGu2DtDGMC3kuXBgMLzgUuJBju8kPVXAwmXiU91Sf4moFlcQiQx92S083xv8YFHIqGVE+/jJZQ9pz5FvzuQiOlZ+S7UxJ+KMl3i/ZWi86pIqpK9EjCpAmW/L6eOuIj4rRxFNqKYHemIKCKQABJHKCCmIT7AZBxBpuUQYkArlBgViQEvNvqTTQJmYLwykkqQVu9ZKu2HNYIa7sC28owOAupTlBZtpCrSi91BolmiMZ6LoIjAd1KsVuaal2K+owX9t/iEUaYqmpDDujqVq76IyrIU4Ia6EQPVl/bfZf6615/g9Z5cFjzWChmhB7K8++XYw0TxpehGmKVVm+3F8Xt2zVxt9XzTurfc8fxgWCyV2uIM19pdTwtamsUHzJan2kuKip2Oyv76iRC3vJWZBeo/BblBDKtsZeLmGj3SvkMxNg70uK+8QKeEvlfRrIDTg9RICMd633XmxPBf7EZ4H55VsCIPoQF0TdLWs17hW93/ziw3+R9Pvv7/2LJwNrCvCoyd8KpTd3UNST6jD3ekwHGdBlJQURIVS+UVOA/KefgfHGf/zTR//roz+lKEwdtBHaJ3ZKFTKuiwDiELZPQpG1607Vs0AH2mg0kfxckAJc3PrL1hZsIQ+L19957S/vXL++NRy+s7h4Z2vrL++8trX46XBr65OtreV3Fq+rDRy/belDeUJWRU1xYFFczpc7cREpUXtak7KNJNbfg2NDG5yT7KXZlKl9SakbNo44B5RDmzNZyyMS2/VxENh5QpQi1YliwWgL8TwHCB3EX5cTuPEXaBGgCQXyYCINjoipNllrzYtCCFu3lQJQCItklaYK7YFaYCTrL5KxMuVoUWaqK6rBwHeuocxIsHeNeCG4aEtwk5Ue2SRqQdsFo8m/kkl1Qy3lAtoqR5XJxqWz/CNV+xNS0U2lpOqY+Qs9EWIO8HscoJzicpRhb/CCqGrzQdgk6RVCjyvxZJANjSsR9snd4TfOEXFsxDUkNQL0yQ+RlXXVwEPgt7DAnVwn7SakStIQVL7yHCBWKEAXE3Zxh2lcBeNZy+Ty06hehettTTOElefaEDgNo2WQS1Rmp4cVYI33svjTVqR4n+db0VUkCCxQLFkUj46VjoNR9BavXPmtPv9BK30/1k5nHDXenQG6m3romqoJFnT3jx7rFDdFlTcaMOc6wLU33vz44zf+cZLa4Os8glugC++TdghSgdupS+mooRA9Sfr4E41RabJFPDBwtAlBJGF37V3ydGSGBxcubBwMBkNpPX0vvTu4cHAgVXjt3qXh7uDeYFdayrymndJuKSyWsndSEGt+15Jzrfei9sRdEDJhMycHx+WjdXzQj7BabnPU5bhzmO+LWFiwD1GSj9ov+1S/bVLQrq0JtzesAOnXDcQ0IL9FR43EFKGfFDPDWMAxlQYlOmJ2FIGYZ8QmCDbIx1bFXlUqgbhsglsoIe6JbDkQ9QQLWtdBQEpxTvLgWTqXltNoogqIWC3alG6ViBi0GytAj58NFQjZGURn+HyLSls62sK+YwzPVxB7nxVNBbi9KSJB820sfZmJA4asS0QuwdsqDQOkZdl4SLGrZHE15cLdag5QHt3Qq15vxxXSFF1uVABIvR0e7KuhAB9MFK8asAiHYfn61lsWf63Ch422pjpUqL/wiQJfVgTY21rqLyy/3F+rSpQNOD1EgDHv92pFg9VE4J2CDqHff9IhIToQBfSIFgG+/UYdb76dMk4PfLs6+qe6LCLHNbrbxsBO697oZrMBM/Hrj9/45zfe/O2F99+/9P5kMtGORK+2CyrBu/dJWSR570oBZO2TrWOhadsbWqsBiTmGi7t9mWxs6Is/STDlbG9rq6RiQ4W0JVMf7Uj2j0Ob50Or6iy5nK86pQQplhoSDVSlqDkdGRWAHdF7bl9yYZKjsNuMeSRbz2Eb5cmUiaJhGFEZKj/9oSmQqnZZ/TG0aIdbJ0FKQIn6LTYIEE4wVZhARCqeSItL9UxNJCmUpgBFfoyZ0zkPyEMZKsxFKZ4IlEs8ILmQgckKPahI+IbrTEVMysE8lHQzaE9MBXLKWmtRIobUI5gUkxiUH9sRJhRNM6NRhRyQkZ/24KCtCTL1mAyc6YY+xBzgURh+zxE/owB6tNjsX0ihpxbNOcCK+gL3kROMDvWjV4dQUGpAMfcYfZIT0CbAN66nDOFkCrC8EwQNAs9IAobEcZ0KRa+lf8YQ+PDYy2D2b95XU/75jX/s/fJ//I8/ffg/JpznlD90rVzJZzjXoqjn2KhRYVWrWjwxlrnBe21blXQDrCAVO1g86FOQg6Umw1lhJie0m4MlP3lf5Mc0oiz9h+FFw0RZs7+UChesKcU6ciLsY29725rxIpeSOjouhUW2pl7yo1ztU0+r5yXvZciiUccnSdy5b4JXR6czppgAb4g9RA6SaJ4ME4NoDdvkC/GcJAEHeVhKiTJkHdwC4/DFwluXoFA8Z0WZylDA9TjPpVKUE74sBFmoEhv8kC+XwdCmVvSoAtHEUHMWcjhnQ3tNsNQchjaVLcmpjKzM3xigS9UI3KmCR4Ghpc9q82zC04F0FvhpRhBgnfgcTglWgDAfPcgywr3JIkJjySb//B8wTfl58+0q96hrXiqUU8Swj/hWFcEaazFLpn6oFEsS9UR6qwRY/ULE9s/rNx/+8cM//emXax//s+Tor8b/9D/+8//40//4Jb5CY1nSWO7IoakkEUfIH+hC2oq1wo7yjZm6m4cwtBiYovJxQQrQZzeeAcCJresA65i0FSBExJnWkHyeXIMkRCEej6LsQt+lSbRgLiSgIRLBFIoK9eUTJFaUIRLNNmhH6pFPCS/qMvWEHsTKZaXPFBQV28j8ymWG0SCbRUApOxirDm+wiHZGe9y28Or6Y4KPuKOCrNIpZ6fIiTVgOibnC4Z/4ET3gj5exFnhpxqVAmyrP+JSgDCDOr7+70OD+lgfBBk0+Kf39psSWx+n7xtv/kNR7vzRCnDjww8//M8ffrj1jrZ//PDD34gAVac4yWKJelU5zETFOagWqGT9VpT2r+vD937x0S9+8U//zQ36x/F/9tnpXwav2osGqPjWLioSKhDBlzSOeZaqsUArekaSbJohalYDxtsUFW1yL3B1v1hsbkZY9fizJum55lBKCPtaoTKx/tGigkd8tOBZrWtY+ra2tjPf2JY/sfiWvRSuL+1P2ugPoqPDi5DnKECBzpiCgkgBujMtmLIUYxED5ZOjwT7wVRAQjKFRo4gQneXX/opIXAZCwUyE4xImnn19grQwD2qCd10alpJ6Q8c5zOlmDOyJDZIzhJ/W0bbEbzELCKeiXnEGt6omWom/OGdipNvjYrccVw65QYhxbeCjIcDeMhcXx4zdU4YfiAJ8NZ8GSS9DqqYDryNxQviFWFIIQcb6psgpOeF/m4fAmf6Yd3u7V5zsDRi/hJnEVR/9gntIfvGhFSDnX1UrcgzmowUmJVVrRSpSEgHm5wGOGHZoW6/v0p/ufr28vLYjAfjGG3/o/eajj/703kd/Mf3B4bhA8aHvfKOLlB3irjwZq71kkUnEUIChA90otSMUoFjFU2KFZ/skGpWlpdgmbCaPpAHThnwivkY2dxfzUUIKcLtxjthKfhpJDeNwxTIgldY6Kp4qTbzy1qEI5M/GYct9K995WvwgMjVddXAE6/cCTwECrP4QiD7xR6Y1tJplWjCEtZwykFmKS2glkcbF0XCHypo2KZtMSISGlAzlKcFnkWEtV4J3JJtLZ8UZi4WjEKdy0y16SuHdvVSBUxwQdAL1lKa4tRhVXaI/i1YVFgdHEeK0zdbUZnoWgprjJ9rh6UJ9DtAasHZGGAUI3YkdpI7UGSSHLATdB6QH0h90sjG4p7DnAP+grynnzV/rxy/+l/rjasA8DM40pe94FIm/fO+j/4Q8i9vo/uWP4ziPSTUsrt+aTEEWRaVCqDw3QFZqgCNapcR/+BVYWzMl/7/Hb7/5z6LlO/ckeZBvuMUZSgkW5AI3RCEqlzVk6xaYhjGmAQozFpcHLaJ/t0zEgAJcswUNl15SiD2ggCztzhUr2yZ26Gj4ooAXVe3/ME7CmBVj7singCORLyckkxRNJrXKLutWgh25Ri0Ucn6KZPfY2GOOUNblKerEEyrAUu3Q9ZFZ8AAUAY9BM+KHPY1mI0V5yCp9pbms0YIy2PhKGSygH6fYSgV9CYud4SKRj6uR4CIOgXlYHBovlrjiUB5lF8VwgEOvKaO0KAu7UlY1aW2TZKOQ4lRuJs9FRIzJMQkqogxCmCg3HZMOTw8yAaZrAKtxsENvW7LQF/TrT6RH/0z30ZZ/0B390MeeA/T3n+Gcf1B6cS3yj0Bx8/7HH//24z/o81t9Pr7x0gR+RXGpA6oLc12d5acFCa2BkyQJOQmbnHArcvvX9e//YAK8SZve/NX4V7DyG/9wiWfLxGUguA7xY1Hpa+fYOaUkzeedTGKKBmC3LRstYkUUII0RCfI8QA4Rd4AUh4eFJBOLfvK+7cOiT+lK2i6coGTCslawUOLNtDhDoTXWGJPvNak0KJLWiMjRIdLMPpNb1YHIpEp8RFsckLc1m6het08JbkEuqOqpMTIL7S0pNF575MsBrMIh4SPmADMBZgqUogtCYCYQCWZlx4iR8aTSSQlZRRCaAKaLtLXQYgkiMeUp6lPCjHMZn5Io/hQLxbiYCrClBLbUzQvRtXGKYlQXajSSKET9iE6KuQHWpqqIosnSCw6UTClLzlTRWNTMjjFR6fZxxzFBNVMOfEQ6PE2oK8AKmQc/iRtcmR3Tr18h9Xv3AneDigCFmANk7PvGH5gM1BBY4u7Dd37zT/qkZdI+G7KzPbgw+bWpqcQfDof3tundnntThSZfeh4CxBQIK1H5kWeB334lKUDOyPyjFKB8f/zrwSJE6r1ip0LXRBVyK56wvIPznUFdSlCUUBRUhg+DKpQ2It0KEBtXnCajJX2lcUs4NeJeNw/FaOTFYeWki4sT8ux2MiAPmxx2fhQFpZO0qnnL24AMnZCL5vqdEhG1yd7HzHJwIPyPQYfg+DlASICYaEtlsxxi3kxA6qHEoDRJOtRfDCoVjHO/aDwYRVsxC9mxWMNBfjZQvqcQVZsS4VB5hBZJjNKOU0+UkLMoQhltVGVyQ7ad8+43rw0Zw3hYhCXGlLJ9YTNlKIL7sJF3dpsYLIgexcdD3AnS4VHBBJhvAYl1bSR8Hamnj7u5p+OszqAQGLHOOROGwKitj994k9PAVoAf/iLwXiy/VNIvfW+uVwe/+eNv5MIEGOeOtbz5q97g/qUhFTG7huJUxep2EJdaQh+0IFTJ7eqdIOppk8kv//LLX+Yf2c4n8J8IkEH5G6/0pADl/+1iOIRKrY/QQyb1GOgH58k3+0gwdhpm5Cg4yF6nw8EQGKKEDOEDkWFmqh8nfGRi7w8vHEuAUCCShxMUVnqIJZGH2EOqy7N2IQA9SA1ZF2sBzaQv0k4xptRi7i3N5SHboJiYqcOTtZ8XmMZGZkSTqZLxhSlhHlDvmUbEIsZYeG2BiDAdIwL5WgBChxQNSy9RKtxQhohC2mc8KZl8bWOn4EFx4PldBzjgUSsZ+a5Ykh88hp/gzLfK/WBRKsBXva7NAMKDb0+sfswHWvTjtzAjTaqwQYBpDpBTIEGDKMA/cnqD++P4vPcv/y/xJLN9wkfv/V+/+MVH7/2LJMavg/soyuZXE8nOa5/u6vckjvKHJ5VooCgC3NYgDfpRY1R58yzw//3ef5fDX47/6Z/+v/8kfn07EaAd/yMEKP/vFmvDoTxqF4bDe8FxPmMgtxoDi+ogRC7ncwIhrn6T8IN99XFqCuu3wGyhglwIreTUkh8pLLv1gQKTApzZozMBKhdKyMNT8QRMAcGIQSAGTlQEdViqBa/IYqytErLqk0UikpwCqZlwLBjlQ2lYaBHPmB1ReWInG6lG1UxJc6LtmNejuN0pRdl41SKHvkdF1q4VC7XGUSs5UsWUiZNtpTKuGETbSVXQu8zF1nAg/w/OB0V6VZt/cfEUQBDJ54TFy+0XGC5e9ohrY2H+cwt/eIAAM+tBeSEGgw0ZAsf5Tnq5572QPO4FTAQ1FeD4/3jzD2YwfaFBFOD/DfN99N57H7733v8pBpQ6m/xJCR/94j999NF7Cjnp11i7CGspwGL7v/zxww+//tMfP/TnP3/4/trhxuDCPZaDgWhLa7PvYV0B7vznX8j1L3458q3IH97LJ0Fo0ht/6N1xFf8w+OV/2Vr8yzuffvinj/R5H2EnLeeJPH3YrzVtRa/bNzeQvNrJw5tizI21bXj/3fS6kqG+qhwFySmPC4v3+hpQ+99v8cmAk4LqE9tFj7f27MSBItjTQPIa2+K60hRYHI4OFhVaPBxq4+43OL9+cj5Izdmx7g41fvwcoOFdhHVY4CNPwpkKkFaMfMU1WicmZPeVGnqMOTotokTlqwx8A6Mo3VwSPijEaz3Mn5Z0Lqt8fW1gTsSQ3FBjZMBxagwZShA7eu0W+wzynmvzgmtlqTVho7UdBcHBlxSiBVa3pl81Q1nyFnuJmQg2Dss5YcKD/3q8C+5R/GCKpReaMyakPGW/zPOACDBP+M1AUoCMB5n68kIEHhRRtK4DfP53b/67N2+8+ea/+92bb/7ud/eV+Eex3P/5vz5676M/KfDRe+9vDIZ+Uowk4H/X6sP3PoQAg/1CBloBbv/xF++9p0Hzf3pPVPmLj37xzsHw3Q9V8CPBD9z6UK6K3rjBwPu/EaX9x4/uS2PK9Uec9ZDbX++YkX81+pUG5or+8j2eVfingShZVbxz6UPhvQ/XfsP2w99wSaKw9r4372+Ih9/58J3hpT/+5U9bf3pn8U/ajT99+OkftT///cM/qnIdCOtHFKCOkOfQDlb/unx3dfnu3btf//Xaf/zr3eWX/rz50ruDjc2Xlpff+uLu3Zf++ue7w+LqldW/bi4WL/2vL1a/Xr3z2pW/fPLFX5dX76rY7btbZ3972CPA+Ou4x2psbQz76Udw/BxgAAqQILLwMw2k2TkxBtoIOoRGrL7gHqeHAfdWxIxfaLdqGFyaKi4jmIhEFJjIh1PL2jiOQVTpUSpEth8vcZPi09o54T7WQM5lEgo0V6h2mAWx4dpunIedJKhNsEoezbnaQssIQO+8m5mOyjkh3S8bt96eO3jydBPVPcA/IuQhcLBgNQKO+CcbdG8kUdCfBaDWnDBVh6/OQfDsqVeee/XVv7346qsv/u35F1989WcMga+8euv55289/9N/vXXr1n+99e11HcAvrm5e/f2//f3mT39/9fdXr14tejtrb76RPm++8cabv/uDflg8W1XKUXwXpDcYbH/IRYIwJ/jFe7/hcfhr1Z9o3Bv/itMcb7598MqV31658tfeK8+/+bs3f/cP+3L75pu/7f2KzZv/cE+c+tEv/lTcfvPjjz++8cmlX/xf4to/bfzRk5S/2Zbn937x4eDDX0ilSiBq9dEv3rv2oYbryj2kLR99tPHJR6sfvfXRO2qADgpyUQrwoK//ESbAYmt5a3n5/dWXrn+yvPbJ4kfLLy1v3R0U97a2/vLWW8uLi1ufvHN3WUY/37q7uL31zp+3/nL3tT9vDe+9tvyXu3/ZWr29eHurvCnwqUCRdLZ3lguhrACHc3tDnQAlaoN1oA1RQww005ycuQn6Y8xr8kGyEfCI03GK84VTtLbwIgmxBSOi+GApEs2FYQ7Z2leaKAzupHww0Q5XJFpfUhRyjuZFtVhoY/6zBWTNmoAy5NTt/X/Y+5vfOK403RdNQAyGbtI0ZSWccpVJ2U6JdpvuoroMI0F3FWCVJZV4dFHMHnRSOug9KXB2OGxb+4xu1QbOZA99oZqfP2GfjQYSORQuUIXc4wPkTBqwLFC7ybKrCz5VBizjPr/nXRH5QVKiZNlKW/lmZMT6eNe7VkRGPPmsj1hrWA8zzsdBvGESIIpm7JVpuiiPLcNLtc3PLI8t1fZFWqrNwZWFcu04y2Bhtn6xshprqJ1kOgI7mPOlCMnKxKV1z70yvI5b5DIwMsivNPd9EgOgcS/AT5Xfov4riRmho2eUNj8TQDd7xZQqyQjT8dUrzYu7u7v6su3sXuSxuXbx4sV/vrj7AYH6qIqY/eQ/C5H+s9HuP//kP/9GJuoXWxdbP9/Rp7X78w9+fk21wDv/IPZ28zfCqJ/cvHzz8sVsff/i+2eHZVf/1IOB0LKbZ9cuXvvg2gf1XcHeP/znmxURQlVy9/r//b//9b//75/1Whd/rnz286rkytL+ByrZxYurqzd/c2FlceX6ny8rr5tbn63cXFk5t9ISPP5G2a4zMOfjs/WNX5NoTyeoz07ectoP9H/OdeBVEXeCNNNsFIN2aABRF6moSmRVkI2vHgkCelG9dPxEsb5RMa5XMsYC6H7ghA9dCLkQnpPklARMABtCCVciwSdzJznoU1Wog9xfISCB3hVIxRe/gkGXAmCEJT6YYAVFxGdWZpeTAFuQtYL9xZZ0jWYpCJ6ZfEom5KRlsWCSqXgqus1pAwT7qFAgsgXFZdSWo7VQhJFTRqyZ9umaPL6YjsWkygsjS7X9hTZAS7FIXHozrngzmDlXEGHVX7yyGmvDI1KwQ8dBSJk4glgZKeKySiOFRC7D67UVrsLc90oSAwz0G68MMx8gzWGpa5T6jzZayRRETDKC2K2HO7ZSynaEFNh2p2zq8dV3UIteK9Nl+Qe/+c3vol/4d7+R2sWG2Ee9/vtms36t3vx9vc46a6PjAFMB9KzWz378u7M3L/Z6H374Pz78H/3ef/m/Jf/DKpImg9+6Opleo7fe6bQozU9+k7uL5B8uyisa+Zvs4k/I/2L/A0ueKUfaATtZp9MQEPTWe+vrDfHf1BqgGuEsDPDJb/Dvg6w3BIH6o9H/XyyEfMTp8hgkp0SX27wuluIwUBi6CnBhK/1CKjMrqUGxokUwYs397GCzDYwZniIu1Xy9ZxpCGRBQYr/IFZACLk3IyowBTnlCh7JaD3F22Fa0TcVIQtkGgSOtz4o8OUGCIhd9YzwPF4D0km/QBpiWahP1Gl6qLWZm9jzyrzDHnqcHTGvHFd3EQwuzCar2KrkOwlGvw3ZwVbWhxOWsf/oNR9Zxc+bD67WlJKPLun1fpGwDHOJ99rxN+K57e/3+p5ifdyChG77yvD78g2ZjTaZHSPs3HiQIzuD43XAzYiHilqu/X83X8/Vrzea1en191UMv6plQSBlzCPp56LvA3V+e1UcV8ChQ///+L/qUs7PKkN9odWWu0Vj9p4//6Xe/+2Vj55e/vPjLixtNeX/zu1/m9fX82jVh3L4/QL0+rv7FZVBK7WGA0OE0DIax2QMJ2vSk4gmsK/3KmmimrGoLh/blNhwo1jm816mHe1jnOPthO7ypM3QWXAAqwe4G90LISnKYjAEgCGBMiCF02tbAC9CjoFSCMIdoR69x9Am7lU5oJDfU0J2rGHJCWZLdVPv1qGobkAM/6CRVcg6iGbnSQAfwuTqL6QiVDUJTM568+jgBOSXNyDhloo0vLFRflRgFRSnaSJ8yLnY0GbpcKvOTCqu45XNvCgYPLtW24Ma6l2caIoUKjk5hvJb0Oi4LswWMpQXhoJNpVbWhkCKx9sMtfsPruDnzcr22+aEkI8u6fV8kGOA49StkW2i3Hg3fkD8hAW8+0ABI3W90NphjPvHumx3IMFsshJ6FRoMOWL8v62n2wBlASxm741aR4+MA03Htl788awAM6fX56HkOccqi2zenq7exv58gzdRWqEec8uVVkZQlzIdk5sAKayolo15cA3aTmBmgbRefWAlE7FGXTQdGHsZrJ9rhzAiPYT3FlyusD4kUD9f0iyLeGLgYW7iHAjEkt0yEG6O4h3WO4x62g7eRaYuT8G/v0+eOSPMBDh6QETnAADvZXwlDclE7w4JYXH+NdcsLHpbJ7aPhJLmIs1uRAT7aAzn6SNqQOyFWls/MawscCqYYaRxgiPM+gZ8ZqdxsVGCt5YOMKLZPuQLEAEEIp/mkglJqkE/OCPC54HKGriAbaaOGLCVAnCyj3eOJZI2l2r7I5t4ZWqqtmJnZi7CZnpkdprXjBrM2GwBBt5hVeWgNtYOrqg0Sl2uPMCepmxiLkFhVzm19Xq+tTMJadXsEf5+k6ARJIiQcBsNdPRp6rnXz82QCgXoAaAvSY88nGUHS9dZvVYLNQIZgrlfp93osz6HPKGkslfSorUPClOF6QJ4n6jP14EjWRzPAuoH1/518EmdVuMX/AgNljIMxzkcmd+Cc2MF4FawDeTJFs1SStiikEYECyGtybAboywRDUlrKnC6cQtyTjheb9uDWUX42khCjPAgkiNdvHeV82QhMX12UiLIZEfRwJ/vSINYWSx1l8Uj3iB1CQiNtXHVfD2YFNAM8AgF5XpJTAnh4Bua509LvuLbocSYcqzPXO0GkCtCRIiilACNG2gU6wsyMOkrbb720rISKWhM3nJ1Zrs29QYzQZq1fm1mWrtIoOuBPdoRryrLgf5iR28atBUts1+ZkVH6ySyDXrs3Mu8hSCpSkHIF4ZQiF6XSdofwqnUESFZSoi+ujsHRNnkAEYCdPV5ZnLnmptv20UId/gMFSbV5yo/CmZyMxQJbljVmVD67DNrSq2sBWYf3AOm5pVblEGkeSVJa8Vt33SgSAb5/ZPHPitbde3Hxxc6gebBzcznTn8/ev59Lg5wdED4IeGx7fZAR5GAN8zOpgRnbR/yzCqQfPNEvg4/kGgoYZf0bGAXZSN8KaR0CXDHBMzMCUmmeZMxNIwPISFvFGiLfIxwjJ+y+MfnO+DJUuLoMy9+BI40EOA8SwqGMeWfB+idOK7+mIO05HtsiIQYcxzFJJ8Jpnwf+UFOpFpEoaG6rOzUUIdRcp+VQe7HspFRfd2piUSwFg97gbxdLtpl4Kgh1K4sSsIcKFxxTFtnN9322AxwJAPf1+/TZ7+bTxQk4BD7BhJIGDgS/ygl9F5wRa8uIK3baRjipnSD//cl6QhgsG+NV8/tK8PNFkl8/NO7ksmq+ZxMHJsCcT5nMqi2q6CpIZJaJtzwyQoxIZ5ABLGXNLH50jbu3DIuC4ZjXycWHkks9g5wyNn+jIoMhurEbyxJK/5P5bXVpAzFSvXKwX7PGiv16/I63b4TGCkqGF2QoGaOwqxKuqlSFObKrXC743tI5bJY0DpKVxZL02J4myCG+pZn+PBAa4ubl54sTPbi2ufPwnUA/sS+NhmBHa//p6RHhGfPP7yeGQjY4DfGoSwCFqBR6QHY9kvJBhH5mrMPophjMt3MEAjwBAMcDSIMBHbc95YRBmJ9NlZVRkhx5Pv3eiyiFVPyOWcxcPbPNyBCqeHEWECTbofwyukAERLMVpfLUF4jAiLPU5qjatVOJt8vJ1CrRtwmhrUJaW0UkBykMJFOFTUDAZqdTGQMfBU4mEwvFjyUWuB9xc4+QmT+WMW3gd2euH15H/CM6EEQE2qqtzvF5gPfMiTuCI4GTutg73ZrbPzyy40nW6k4ldVPM5PPOV2wO3oMQdikvdaPfrWnEvKWYsxXO9xVo6p9dsqJe1vtjemJtPZvurOsycJk3mxSKa/docLEdAVrTiqSihLNJ3/WtFqZhe4kc0sttTjb0oy9oeoafXIldOA//u3sy8zqNtG5VskGGsTtHIanOs+A1yMgAHLAUov8kzMrJUWyzrkdZVi0a4YIB/GV0YRFIszPZmXzHGwsEibgirqg1CRhgg1rM5xt6MrOPmlkav1/YGnSDDDBBITMu6fV8EAHw7wd2pU3EcyEUee93zemJ125sDwAL8yMibGCA/LaJ/+jXuef3g+sfTjr/ErEKFR/+IzJauCk6l3/an3ClCHw8bkEpXqRobeVo+cnaWLWfFySKEQMKYa7Csg6cCMPVIZf3iB3w67R7TcPUHByYN7O6FiWTJr3Tg8e6eDsoQLwFlONnd8ysg2lGiWd5G8brAoJguDU1iXJys3445m+AqIsWcnDgDK3KudTuVrs6WK8FB/7FyoFURreAyiGAoUqWUW1bCBLTBLl27NQaXqX7l1LRPtcU39KXLkw5TklnDydq6knYqQ5tTJh39RMktc8o2c2lSVi6HfjL9XA7QrxWlVSoBh37xxACLdYEPf6JBg/hJZLMCyeO0OnOnVaD8q3fmRQoXclVQRbZUacznTmZ6bHI9ZNX8qz/ZnS2crnQXFqBO3FW6fxQ5++V/OFJOWWiLmKl8YahPG6AYYDLbk1f5SzFbkPGf6qeJTNbdPiiuxt35TigX+fdXXAZoZEbtOU/Z9WVYxlQaVfhk8HSPkuVfnJ/XNUkZ9lUYXb0iQ6XCak8WYYPc/hBBfo0nl9Gl2ujuFbZJavEmSA866P5Zr8lWtuCpMCFKnVZWG15qDakNLRFnOhdUL1ZtC8CfmaF/I63jFqvKOXQoifIrzH2vZKwNsKB/1IX1vaPbnoFfhruAQNOj5EzXuB/T8SURQ/imAh8pBE408NOCB+RIOgMGKLozO8i101mPUfiHCSlLcXvcQOQ1ETpaHC3ORDFMQUWNIMWeDcYhP1zpiw+aBMKOobwKO/SEeQoGMUIxkR8Bwdxt7VpiD/qFgHDaBAUZ92aWaeJbwl2be6PXr87U7sxUO535mSZVZQGHwWwpn1n2EZgRptTcBgj2z51e2/tie0/+8FWy2S+2jWI17Gatr7aUCSC6BN6bUpqPodzZ+zqiSJ/VlAcUUHnszSwDaUud2S+d777uqLnT1ZndrPLnmXrt6x/DJSPDTn+DxFLauSLIUEV6ufbVciX7DI/yo5rMmOjD/y+OKwvuQ46Jn4MBGgGXhyiYO4cPMMBy7bRibd2D67CVS8QN2GRhHeW/Wz5tYkfIfLQ0Dq/XlpKMLUH3PZEDADgilzLVmOrFFg1hBkFBIlsyMhAAJjkLQT05C6GHNDkLyZv30i9WCP0VyVkIsJucloEvWhkPZn6ICK6P0SapumlyPUxggLoObhI7VubfZ6He7rPVXVCuC+yYJCxEr4dcT0mqAiM0+FEL7AMUYk6mWOYVp03SRJ66GfQN90vzbdrh5KTam6dqgYTIr5SURrqFmdMKz79UBbMwBAP8UtHJLG6zRtkQpZ47nc+90e2vKm+hVgCSrKakiiIBqm485L8zyhV+Ny4WXQGKwCOGF62MtqH7UN4yQ4Wezr9OhZU5sqMTRPQzXZPvUn46873rmP1OBQB8bfOGG/1SVThViJGL/VgpqPjSLhbwp714YDIykEZev5echUh1HEto0k/OJDQrjfUeg6Vjg2TyVj602rD8owUAmpPzIZLdm320Vk/V3uR8mOiiNGkqo0lMDDKF/jCl7SZR//wx8JHARGoCpdZAwKIKXEjUOYUqYoBrWU10Soe5N/u0CQoydumx7bfmluWu1ehvEH1rzN3uZQt/UV2cxkPQStjS+mKrl82qrilgmWlksy8tq1o59yZw02l9tQwjTD7YYSejU3Z+hnLNnRYDdFexjHl4H1aTcuT/0vK8bNojkBQL3RUDDEYoPkdrZc5J6iwEdwuMg1vGSJkhOmvii/PBFG/f+1qpdSaMjYbGKpaBjOmafJfyPViW45mKO0F+9smpF2/dXNm8vLhy2R3BxVCYO6nLlG+DdvfoBAD7CBoehfIs5JnXOd0GqJohTWLC628wzOF7IPz+++5DKgHQTArwG6aCowAYTW6qdb58WsgTDNA10zn5S6YlriT36hewsZn5Dn2eJxtt6qqijZHClC9IVWVOzE0sT7VcGZLhYIDJJxIJP6MhT5tpHMqkMBtTfTRaFfv0TCtWdHIuWCcJyU+eItxfAkiYdfIvVTLbFANMGYbXJq0nX0lXdQqiq0ZdbemafJeSeoGncoQAgDc+OXPixpn798+8tfnW5t8C+gIDL/ZF+Zq6790ZKo5DC5h80AC5nzX+jExH8yzEDLDsBd4/bFT3D0f40ekE5h+w7AQZxT7LGAMU5hh25m4LAlowwGxPDI33+wUZ10W+Ov3Vr2CAVfGmToZ7YYv3YLJsb+YvfuujjHRDYLAuuBhhGKqp0jmjzT4omOIMTwsL3ez8zH5NXAzOmN2bgVdCLJOyuZzb8BZ+RDZ0eJhwOpxdGFv4Uz+797l46XJW6XdNDbs9yu7zkM4avJEM6XJt1srCAuDa6Mv5JuMAn1imDPDhMmgDpA84dQOXlWBVAHTbNxhu5sZvWgLdFBTdwc8YANtD09E8G0nXJo0DzA8ZAv7DEV1tfvdoBOaEgT492Sl6IKMA2FFF1Q+/QKvby18SC+uvzc/MLNCnKqARXQIqog3QRE1u9yeeFHCcfCkXnhmRglRB1WZmfiQWxzFPhlT7XNCWfHAxxSlNp4sllTgxwAyDomQgclKW2TXG8WUU6qQJZjBAhRfsTyb6GJrvFiVThEwwStjncTBDEmJVV8gvnrgd4FkThqkclMM6QYoKMOMAGfUC+GWeExnGQ0ugvP4kI89KRt4EeQbSc6tAMRvMyLjwpy+HvWDzXSJum8ZOCC8UcKgKHLGFyAtEJJ8kixcwsm6FAccdjwykJU4BHkhMlzBTpbh/ltE5OnZpTYRV9as/Sv0WDqTpDj7Zdo3SSgTKAD5G3PWkxeifnhJgSEfbbjPyjz5bGVRaIbISuQz+MiCInYrrJkKSOzwVTHtGFHV6XUX1VDJaCjGkYOlp7xHRcjG2yPphVQUmO/eEaEvXZCqTIwbAoW6PEAUYBS/R4cHLwH7S9YjT66mj68MH2wCv7a5la/q3r1y7xrvi7bWsUpejS2jl93UGqlUav240sj71G3Z9yYcfMjpQzl7lQ7+2qztod32f+wmtTtZEOz/k/3PkXWCktdOt04i9RgG6jCqs1JUtM4asVa5FAfoUoI3tdq/dUf4VF0CpdP9/iL+v2J28rlu7opu2U6nv9/Q8HFYA4C8YoABQfwsp+NuQRnXpylhlJqtev76U3A+V4TkNQghw4PHb5Xu0dup35xDvAiNjp4x3FAAFcbrUwINQR7+jX9YFPQAzOoh5Rwyw0JefG9TpzOtiqzraz3665SQ9KXuTNUxJYi/9aCR0QuFOmIggI4/2ACQtcTjP815bOyVSGRgRaH2AL1xgWcovwkpRuvl8TSV7wxaVWAfbJWGcwVCSpKOSApBs6ZpMZXLEnSAvbp448+nmp2c2/5/7MQywkN3M718wGJq2Lr8XkjczGGDOiorJSCFnb3avtVqzre4v/ylrXrPU9f2g1WxdW7v4QaVZr6/9t//04Yd7e7P/sr93/cO92Q+XGv3/9b80Psw/nP3ww0blf/yXXv9DffJzu/nqRkWIe+9erN6xWqsdXGb9AAM8e7NeFKCvArSuNaMA12avXeuqAPVr9bVf/6d/bdRUgFzF2Mv3rrsAjb0P/3Xvw0bvf/xrT/m7ANlObS2/pxNdzWv3WquHFkBo4F6B6AX+Vvloo3ptfyz/xlJr9Vis8/C5BmmROgiNRwsEkJ4vWn8HiyIdfKjHGCDAJ2wAB2BFQh1hjnf0DzBAxjP6gRKgkLa2R5fQHHd+vgdCShMVAVl6e5eGQb+8m5LgMPLI2hrGpS61RA4DyXgZow/+oShgkoOX1QxPRElJWCZzKhkhTm9D0YlBEftlyZyfpzWkXEmLk/H0B9i0dTLwi30cpgxwAsUAuHnjxJn7l2/dXHzx1v1AvoSC2272c0tX6vCkCZBeYAXKlYwU0i2eNFG/7pqYH26FtSWVNfm09fr4WKmxj0sBImfJHSulM3UBYQMJz8HH+AADLAugu5D5BZ1QO5keTDcookcTuzM1A1INDNZHfVIslDKIgw5yU2zAxMH7V+AHKGR7TInvsdnfmnQ/uHYtOUtR0Mh1OlI6TSh0d9ZEOonOKbZjCm2AbvHU5jbAFH7gqgARySmJBjdwAp4HODA2ml0RDtwICkEJI4ZEUBEwwhsogIz5E8AWhEq4Ga5gXCRbk19ahiEpw8uwKUySnsBIQVDPvoHO+bAjWkfRUicXbFndeAXSmgsGpqJFuaNkvLhDkUxfvSd3VJSYIksEqM4VTWKnDHACJVWBhXenylfhog2Q8TBigFHJgwPS88urAIAfNSE9B8d/fL4VedZtgGKA8eJtvAnyVO5vnrJDpHetXvkgzYadZOtsXVX9lOzh0rx0aam6s7Nc3a/t1j6r1XZ2qzt5pVIbGVX5CGEcoO8C6gGpDRB5BACCCHr8wRUDB2J4gsYl3MGFktmdtlg82FDivYgVRBEtXR6DjAGl4FvgDVAqVoeOIwxw8jFFAbE4AxadaRYprQAeBgUkO0oEo3RxpB2YFiTT5ZbITd0XZJSW7BhrCWX+A8zEyVBq7VQmStE/3r/VVL5LOawTRJL6QbaZtE5POX/8HgYG+EEDPBDm2fcCP+thMFwRGkfrjQwG+FSuh56nsU+/3WsL6tYubl8c2X55rf5BE878CBHd3t/P6/rzyivaL3UyFhlVYYUB5aLpjxb//jICCpZtgMcAQF4yDhgCXYxjzA8DjVM47XHCFVUjo7mMrgxjE3AlXAl1mgsD/hJI2V14yUPf8AYISiWlACkNl+AoOrIH7SMVLnCKzOIlbtfBQTMTwwSJ0jXGyiLBhAFz5OcF6RAncFIdI7/CrjZjoUo5lUmTIwAwya6HwZQ1X/79tZkTAozPehTKs2eAtIfV6bARAB54ve+pytq1D8baAHqV+njQEXI8rUdIn19f4McfYswInWT8sT4AgCJagI8gya9DmNEJN0zjhAoKQEsYYfonnLFXOookDCQznBhaopVPiYRkAFGAUcCfMc84pdSyglfpXBUFR7EoMqlgFUb1XXZkYH1FyYy+WErK0pR5B5ClAnWgeDA9dANSXXbwE5+wUr5yI2saCClluiZTmRxJVWB9N1URlpx47cbmmWIgzKUEeW4AxOmRgHQFmwwcfBf4O5X2sy5Ax+0A1IGzNRjgU2gRyD+8frCv5WhhWobjqB9Z+aLh83jS1l9e7ukBdQfc83yAIY8CQG3CB5hQApcY8QJMJZgBUDiaRSlUYtpnCibQBNJIT+p8Zh5KhUYAkHYMHcSE4AYVXr2AI0bdlhwINIaW9pzfGjsVhqzyrxdQigJpb1toOpeUowJJQX7OWOdhbX/RSwWSr8iLsxACh2a6JlOZHBEABtptrty8dXPl/uX7txZXVhbTOJhdT8oplgMBFOjpGfBQMKMfXCCD/dCwzrGuY+wOCByJ7+PKQ9M1QB7VPtOWQh8phc2H2h6RhjcyGP5KYERcDN3dT4cB9mvXl5aObyerreZ739Fj5XGAAvsmr0MekwHGVQJ/RLagUCCEqBMiPAMk4E30vJqRiSIaOkjBixbz5k1ukgNFSL3KxCtAkcc2QcT62d4X2yBTMC60pGxW5pRkSErchiVCHeFgl2Vtb+a2R13ZBsWyOb7aK4AwNs/7wsTRIoycnrIPbZs20fPpKjzhsXaEOChdlqlMjgxVgW9s3jhx4+0bbwv5Cga4ncFxjHtQDbl5/0MHhcjNvNBMsClq6KPqxtofJUyqaUFl+BtyMOSRolIgSvHQjB8m46keswRcGp26Hh0xwPWncIP3oyf8mNIW+jyV+u1xBLRPs1R74GMKPoCAAwCkzleAA3CRMEKfXjBA2BYIpFg5SwIIXRJ68DoFIUTpKGLHLDC8oWFjkZRkMDKycELjjilbYU8ZOmkYd1ZOZnwKwMpOLmDMZDCKRQJX0oHaYut47ud4p4RUNp20TVKBY3mNrpy4o7y3Oy7LVCZIDICeAAESeP/yC5ub526EV7KbreuO5x1g3/dB/oR3ogJMG6yt1hJc1AQFswyYS5OJUnH2h8mVi3V//DYxH2gEHyGov8wgWITFRxDLU6ZPvHtAQ9ugFTKO7JU6UVPS4Kw3yGxIbejTrDP78+BD2sht8EklKFSGYvSJciqh5+t3mEsGERYA7n+rbYDPXPqGen4wnfdGdfaRACh65L0e/dZXLKfdzvZY1Huh2/H7YsITZuus8vKsDmuekrna9p5GuntyMG/03+kgAu630PJYC+R8rJG0OoPZSrbhyWQ8E9aoTXIXpes4bYM3g3vdfz9J+pmZpU6UxmB1/kd+8QP11tz8S4olW6CWlPvKYelLxv95HtDT92Y+/0rW+2vY2bUBtnDA/QYBrjOLbgbN5bJMZaKkYIDmfDdee1sksKB/OgYDBAqCAKYZgYEBPQfCgKXTt+e3tl65vfXKv8/Pyzk/P//KJfGxaCp0+yGPDV6ZAUwBHGgEbxU3WfMolPRVCMZRVUD0tMgITY70POIlQjaojEtLlXN5jMgxrbuVFUQw32TOpcYYaRi2QiliAIvLMfyJotkqJz66+dnHqbRRBHBWW1aFATZ/2FUc/xjxI2aDgdDIKAKCESKnokS0iQoJ1rL8i4U0UfI78+KsaZ7mNsf8zSYTCMzHTCqVvvZwLvpOeeG2218oZomORGJf0skNMDnztWNWDPDHMTnzwGbM4BxNf2me5vmZnEkUugAhrwGrNJRPsHeSQufyMJXMj5T05PlqmasLHkfmfuYVYflkLEoMsQz2KdiWNdhnQW/JPgEj0XGBpjJBMlQFHpFAwVgTRGAA49HTDpDxwNMnwvIZ+xtLtVq1ulPVbre6dP36rlw1cT1hBQTJiKakEDkb0EZQ4CAwI6SC4dG6JHtGGDM+YVrwDVM/pl4I/ZQqbFI0SuHQFOS0EYICqZXU+ZNTaMHc0AEDVSJ0pOQjRTMsq7AugQsdm3Qom/MnSqXGn3qBG+vPeFjktyttX/X0r7Y3zAAPA8CyvcvPfuvr5W42+8V866V3hBVVZkoWk/OMyVmlOsNi9cy2jJc9jWqCEKZcEapd72f518uRaG4+n1nemKtBqTxZS7cz+8UWs+8xZHrudC+MyCa/Ce/s0vTnQOllZorZZzNiiorceOkdKVFV9ZQuwjpJv/bFdifbk6Zwdt4plWXtK88bvQOHzbK9L5Y7LPtRFY00v6NFUSLUAwsrrl4Tpko2/cOuPEMB0zV5fJnnor55euRCz4uRjghKJ6tyGKCfhSzoT2RcxNaTqxDI+sOnqMn1e3xH8uXM1/pM5ZuL/iV+0AAoGPL/mf/aWiMMcBQBuRgDsiMC1IE3qWrIzMxMo+dpk3tzpzkKHv1wU39doA6r/U+BE8GGJ2uWkkhUKGd9mXhp/mWcpDRFxCwTxcQEz+M23fSnQBHSuZ9WfnoyO49ORFIa0TOpQ+W6EEhyLecdVFbONXs5zfD8Upod0G2AZEqJKawbKelCltt+d+Oo8u0gNx+SzZNXgVORR3CDpX6Hhfq4zkqu/GUWD/7uRdfjIPAemJAQ/DtEb1i87MiQLL/5bAD9+yjFldL/cHJJhpxHUd5D5NSi7mU9AKI8pJQnpCJ20ajWs6Wsv2qbiLR+2G2AlRzGayrdeDQDLMVXbIMpmrO52xy7nflEzzgq+K8zDX4sUabal3AzT/jMyEERvE7nrwpiOul/n2kKVuZu7309s+QZ+oIBOq4mBpgmZ8aYAOgVpeKVO3dkKAdQ8eXPO7W55bnq2u2XIjKS4zbtZPo+0TUm+WMyZ7nmllHFbv6lVGeVDWlQybobX2z1oqwyACGVmO5pD/tzNzIwKOyjXRB6mK7J44vBLj8/M8zsWOp3SPK5Zz/zXyxPMioHJiT8aSyq/jDJvh5lgPrLS66pjMmBC04A9+JwzLBnBABjCsRyG5NT96PueyxoEwGs/6DbANdoSGiwRJZ44GgboC54ciCjAChmFAzQi/fOzYsqwbegdz62VcnVwdJnqudOtvbyacFT9AJHrJLqGOv/evlLhQUD9M7RnpwZdaqhYTOqpMkHbRMdWej3lvB2Yv7ngKwgfHNVOo4V6mmpM+aZrqWUXhgEzqdYn477g4XIlNWi4jD9Vtrw0gscDYL4TEXTNXl8SWwvresWMsYAx1nTM5CuV6Qbk3EGKKXkOlrGziU7+VJyTSXJkbdSRIziX/mAsg8AfI2lkBn8vXnjbb7aa+eogcAAhYDH43ZS+mG3Afb1XxBjoFQJHhkGMyx6yscZoJ7+GisH/d1/mD/Rs7rAOrv72cKPFPVOtiDytnHbU/KZ22nvVyrCVyp7ruV9BuJ1zr8pq6wwgtkfiaqd3vgqTc6MzVw2mbee5CJj/ZRWFqszW0KnhT9l2d7tWNjDncTZ+f9Q6Ena6TosKML6IRnzTStlm5SsZdKuMc0zZTJ1ZFESmWbWQiigB8O45kvJAwU9rjr4oH1H3rWPlAR2sKn8zZkZ/QkUDNDNbu2FmfX9OS8ZLFFdWATqpyeXT87MvFllKbdi4XPSvoynkYx0F2asEO10NB0WMQNdxFXwd0CyI4JD3pmpKZpYF0vWM5X5tsJKJVeAIYrFeaQiFA2FHYrzOQvPlcbzL3ANh0yllMPvKe7Ikdtt4EkMcPOMAO7Tj29u3bx/8/2Pr15+/+OVlU8jqpRTl2nuMglMiR8i8MSoyn2jD7NpHvpt99qVjpyj3+Gk3+6nr6tAL0h0ENVGqsCDn4HrzF2avJI1egTyOZ6LTlA2kSKPaOnE8Y3MB6aEZq5l9sIwwUma2NmxzaSsvGWi355bULSYGGazdm8wG3So0Rvsgw1law5swO/ON9raRyREDmomkuoGtH3nGg18iuqK8ZW5FgzQZbqeVpKLshr53PsBxpn9pfeR4aDhUp740zU5TMQ6TacAAP/0SURBVASzD+m5GDBA8pQIZBym8pGK/cLMj+I+FYT8pWgSTBJcMSbzUgVUNXdERhZmdAlnYuHzqqLKmFLXkoJ1IxweHLLGxZKcxlUUqyhHwq0oP91UlrIIyYaHHUnEAEvj4RAAjmX3PEt5DY64GHoQ+ZQycCYAvMHrf2feeuv+/c3N+y++9eL9lctvHcIAefEBaCNlvV43rmZZo37wz5xhM7SRuWsYlvRkx5FNeTNKx19M45fWULDfRQGhv+0vwwHo+Fax2I0zQF8OXRkc3KMOtOix73U35pZdG0UBmJCaMKLj5diFHmuskU9rWUVgkcL6Xla/W/HLt2KHvEhcYbAe7/iGi7VFPPUzszJLd01KqDEpdMbk0h593eHVN7Ls6kjTH3bjhV52gVKyKA9rt8kWr8kpRQezCiF3zz6tvVRliCa9tnJQSsEpJVRWrkwDc9R1tTMY+u0RtuCB6ZocJrCb0YavYTHbEzicbM+BGUIPxuHAAKPZzYvz/liEzzDTgEC57U2KUj+dLO/Psb65ZAFErM4p0V+81HnlZXoZAkVTTFbolqLs5wcmSnFwkoXgaT/qp9WJ2Z+eeSWKXpx9rDo8OI9UhJD5mZNyzheXIhkvVzkeze45lofeSzyFqAzp6LZNrgSAMd/hiVMhHFMjoJhhbIq8v57mQ/TP88H/8kFlb/7eG/Of/deLf31j19YGIpxg1E0aJ/Skx3LzHNzCRZVAsYyDlAp81AhEc5yCKZk8qH57H2ifNmVo6PNAywMMkMtbXONRABT5EasSgRI8uFXMOyTeq4Ub+QhimEMh9BwQIzAJ9VgdrkOATNgVjXiE2HT0d3jYTViMhIxHpHNWiuCih+XZiJNJ4mW1ECXpeZboeIekyD2KLNNMYENlF4uEkTJOwwV3Xu7tsAEw3jjOBqgO3ZAHBObzpyN7SVz5k+RL0Tp2XjgVrDBRrZfYV/8uuJ6b0KLzwdH5TPQKd+bimAeFe2NmuWfAw74w6GsRQH3tpVcJ17DsCrN6hwcnWfi6W5HKl92iWF/DAA3KZfNlb25OUek8fjoogiWbm6MhfdAGuOuiOkkSZ/e+rkWZ6/MoxfUYXJeDojsWSfsCM0c6QR4iIOTivhBGwBRzPdd/KQbYaPy60c9YHtfWBgIU5XWBEgMeSXXcI7hS+MuNAJDQ/BN+yKL0vPGnOIEgAQ5EhYjE076NL+CnM9OOIZkMzFTQgTZAX+hw8qCGCzGQ0KQmMDB4aO96oRDDexrhaHxzuHBF9AoQkVMJ411f+J/UcXjUirdO6rAF1ghREhDLfM5ZQMyIwhi/vt2eBIEIMnG+pAC3ohpLNgLTcGmPNbIzZqJIJkpIyWCApHGwX96jWFgQ4/PZKFKJ4ay4HtoL/CgGKDl5Pq9cj+d+WYcAwKBaRferWV2lDgP8qREnIk7+KKL3Vd1UqN9nQU4ruXEpUwpAcCgm6SapumoqMDosuISilJv2g2KlXuDlkriZztEqLJkfFMFCOSRNHwbGCwZYhnA9ylyfS4kLcggQ4ioi/VDG3u+k8mqWAPBM8L9EAocF4kdwRKU2QN6CCYMPE2ByvbHfbChJxjSK2h59rAvQoHbKRen219mGDfAOoY5y4c72643wNVUNR1vJIhEm2J7qkbxY+aDJxBNmobwLIhAWAyxnhEZ8nZN7HAAFCJmuvqiVWJE4kmEF3DFsEAlIJKYGegA6QKQ0ARkoZLy+uxZUTL9ooSynNukIBE20wBn0UQF6wuVs0Cvy9vzRpCBIdvBJlSQRaODCojPSRslkyx6DN8DsyV7SaVCB9iFOAJVoCcQlNaB8cJceIudnfnR0J1pqAywYkfy3U5g7XttBuCSnCcy/EoFaMa5ExIC2CULeKdrfALSCmJ3/oj6nREspwrlYNyQxUGPOwWAXSRINku2Xv1BVWt/wBxAPzsDRKkJ5HsNd24n65V/qMGQ8McCx7J5r8QUZPHSHCTejb0kd5dMfMK3Qw1XgAgJ1LJxI4XYbIE1fx+0Eefgdfpj0KrTijSR7aFfyKIcYqH5r/c+F4TUVlJdleA9Gu6EJUdOFTm4J92hySgAERcOWgIiYkwUk01Ff4YxJm5Eo7YUyCgF5iKVymxApohFXeB2tvTiZO2KNfjZvkbNQMDImUufMMUCBUiaKoDiRSWCjq+QyHZwumSQDxSqCVFYmnaeNTnuShlFtcvgm9OSE8qdr8vhSwkctaGJUgQdtgEG4JA5sfvGXggG6cbBycmggsSAy0S+koF/1LzBZEMxCTifaln9JZK2AnvHgMs2AAf5lhsmKhxjgAOYSA/R5nFZxhxlgc+5HsJTmFwuMayyNBwMcDnnuJf2g5e9aOg4KEMhe96o4w8OrwMI+N/+ZJJ5ahNS5ShqWHiYwuScaBygWl1wTLqKFqge722VkHGD6gyl/gQSACasNMgEbxiFDBGCgr/bEmrQRI64Ga5LHbnidQYwQFOV2LMbQFTJKZc08zzQLI5hAxSxTPE0AqhgZAd0ge1gsWJqtJWyVCmYjgs0oWLTmueywWApCTECuUpqWIsLKdCaUXNHR2pjOmpzjkjyBlACYGQREhegEEa/LFsCDn8681K2cvyJi9SVoYgIVAOjGwf7wmyECuo6NZOcVVeKSarbad18uYxCDoiR/CWIWfcWS8eCCkkXfbx++5mKdn5lRsWZutyv56dQMyRnAAMvz6I8wQHn+Y4PwH1fyr0vjfSsnejjIbiol7BXHEUmB5YGOvGCAZ068doZxgK+dgfsxF85rN868/dp4L/CJy/QC0+R2TAaYnI8n6896ZYFjSp/2v2jjZE2Qcj5APdpx9F6SADBxR7gWvabAhkDAlEn4ACvrBA+UwwPmwBF9cRWY5E1aJmHFpHzak4w4RRlG5ZR1EIrsEg3UPiJpZxSEkasUy/Y9x2HS9WeFRZU1MsfhbMPFHkVmLFRYajwUwHFQJH6TVthfpEAoFVhp8ypgXJInkGB7SGqlEyCIEAk6UrVwJsMrAaNSL/B1OYOTvfwf8d/sJjQlqoWujJToUwtQG45BUqwni5iZ+dERwcVvH0QUvlYWS+UIKVHupMnh4DyGGaAoYIT/mNc/LD/SVbONWpndk1/HH47EU6dduvbFT3CkFPrBADcXL4vpvXXzFtPA3lr5/OanKzdXbt1UjDlgVIJ5E4RPMMBHvMn+xAC4P+kAqNvNdxw9Lp4tRwyQZfAcqafch6FfgHs0OSWCPsGQeZUQI/EpAUbH4GFfoIhCIU3BsXCYjRmNAq8MLe5UTQldDXaE1MSvgp2ZfkUioMhtgeRobWymVKj53Q35oWqEyl2sH4em9jZZEFOfC9awbXOGZygnHhXfpXFagyKlEvj6hMRen/yHLhmgGNCbacoDOn0FHctfzpxcXviyb8w5aTVTJfe+psbBovf3/BczM3/HbdpgjrHzcpUA2F2I0tVTTH5eUPRmcUvnCn2zKuZ3RHB429EZbYoXxRIXPP8OBXunfDhMECXleYwwwEouhD15+wudQCaFv1sO4yDgsgdpFyFTGZb47Q6VFKXaELsSAG/dF9/bvJ/kMqMB728Wa4JKoIWnFrMYlZI39cPc2avu1vZa1eFfa0joMU3OYek9Cjg7gtjkPFQOe4H+W2vxO0SydptRd3pCPA0O/wbNxnpryQww0C9d4+I0dK8OASCwYsrlymxMH+rNqCZGaMplQiWBvoEpgRhKSspIgcNAQ3uaNkOWjSgd9DIa95wQrmZ1xUdQYCmZg2eps9YJsWWqRkEc2gFnbQq/IpIB9nEacggzS97qNkOykjedjEslZZ28aajVH/pDT2UqjyE8A4NnbkgOBKUA3YZOVXSCQPJiEGApjAQULwz6J2EcIA1fZoC15dt/XvlPt7dfuX34UnQigOtklTEdUzO7181qq6JKrbyWjy5yPC5CTu2zGnNC0d8qUaatJbuyCK8rLM+y/bXGThn23TxOadU4FzFnuCIdw/n+Hm2A/ARDhSicowAoaAA6EoaYeBlGCCICiDGueUgMJE7uoGv6uRQrd8HGxM4cZAFPbNQpw3aRg+0pAjORlvZCuci5k1UchAILJklSHhSSXhfKUzBPUz/ibBtsU4wUrRrl4RTxyEwUMVKGOe3hsmg/9E2QqUzlsWTw9PnhtGtwPCAGTHYP7wQJKSCwZIANPcj7jSzbuC4kShbHREriiQLKvJrXqq0rwr7syqXa7Nad3epDSeD+Op0g2W51eXejVt3d3b50sbq2t3tld2e5dqnVWMp3qrUdZlxc3bkzm++2LrWy6p1Lly5Vnd23Lu1sr+VT7vBHwEhAXZEYBzh2sQvvIQwQEmhsgAZFI5sc2gAJDyAhHAbVEVaYTtF0ZtQwGVNSsCeS8kMaZgRGMiCfVIKMxT6onPBKOCYfA/44AFCOVDpcoWSIc7mMy/A1fHY6wzDsogJpwkewkJyARMUpBh/EVaryKczplZMKR0KfxtqRd+dUpvKYwp11KNw9BAKdJjpBLMK52MJTwF6KhQE2RHZ45A+AnnKJrS+O5BopbYAexL67u1Pb3VvK+60an928tXtkmZBggGuClNVq7Vqz1dq51+rmu3uzu9VmK8+u561W7drS7l6t1Wo1RQ1393s7P19SHTSSf8vSr2R74rDwwKy5zjr5cGKPAzxwVilgDAC9zFGgUUIVyJQdiUop3AyJCiPRwAjQIcSIFIy3cwQbv6L7cgU4sC/SSxOTkD0TNZsP0maf7JsIGoXIBEonv80CuS6O8hrkSTGIcgIFWTN06Ot1bmSng7yOcKgj7Aj4A3/dI63toffBVKZyfAH8+ByQo+4xq8MiSgZY4N0QCpaO1+w4dbkB/4MCYkEPJTdxIeGGYeiWB8f2YzYYZZJa6dxylr5Hy/q+y6xdtoMrGvhI066020KgImgg+MfDvjUB78iM2WBAvzq7Q2eDSdd+DAAFOpAld+EaFsAXCJNhCxhTsDsTIEtWZePiGiDtMeAIeWSGCKAy/QBB4DCSUCe2UNYWEEkWsD6OUSdX5vI7KeAVDA+WiA7BjuGmcUyhQJwThXoqdRQnwDfU2GvzQJwObztzgtEVO5WpPA0BMZLzeKKbuW8GGCBXyKhv2H9qUQyQtx8AwIfmpUgYYPI9nuw/69WNHy7x0HL2XhOEV+L4RzgMANM1GmeAAhqxqGCAickZ/sAJMALYAGyoSBabMYqWPUCFuitIBINTpLESqKH66qErSo2abHufMvEGuNERDIkkLfVtmZLT6Fe0OaJkxFIJI6nUXAjlHTqRKsUpErwjnQsLIbWKe0AiO5A2oWJkMa0CT+VpiW+lx7mf0OUOjU6Q184wH2Ax3AVxp8ig9hvORQ+CoQ6sxA/rrFUNkb6S5HssocsjOSdTsnbflfx20D/momkeMR+g4EL7MQAEgvT0CzbkEMYkbmSSRDctkJEa3QjR5rF0xkR3bigMyKHqCX2jBhuVUIXasNQiJbVVDtGap1SKAzyNP2RDCRHZV2qpWseclMwUIHUpJfpHcqlBJylBgj9tAKODSUc9OAA9hEzkAZc79McobfDJaSfIVJ6W+FYaup+OvLVGI3R3GgBPfXp5U9XczZ+tXF55cfHy5uX791fuX14J/FNEOE7db9RNeQyAtepS9SiIE0BIafSVtmNKW3Xs5JxYiep2kwZAUFCfeBdY5zt8yvy/yD8OgMBdNIuBATAkWtQC2QwVgYfaDHRpbV48hhG7lcQNd1GjhUiSHqtERg42UmCZ+Zl7iLECPcNnaKLRzmCnHMKOAoO4BXqBWGHapZEBpbAiujIuBSV0CqUj8yKxCWCUywY4J5ceziuFqUzlqcjYrfSQO2ssai3aAIV3pwSAL966fFkgeP/W4ubly7du8nbIkPAu8Drz7tELnDEFy1HjWZRJnq+7W1a3OXc6xO54N/zED4RO0mcZQJYDpFU09QLHyUrkCo8UxwCwLxwxxgg9zJNAEeGD4cQbFC5BBlCCFVeMU5ThiwqkMAwmBcYEOiogwMe+QKHExQYZJIInFJPPTM7U0RlGIx7w5DyNXvJGX0w6Jb9B4rKFOc4luF0UItmPtM4bBUW645ryEsj2javAw4ulZS8/zspvRy2ztj9sZcTzODJY+O2JTUzluDJ0fY9xqQ+qpE6QcvVj4VxMBBgTAg6C3xYANhkFyOvARVvYEaLI4Im61WotoUOW7V7Zq+048hEiTpVcEy5u/aNBIMv3x9YE4Tp708MfACinQKedVfpmU+CN9sYdkEPwom8QPqAmDjgkAhR0U5R5VHygeYqUK/XwWtc4BP5Q83WlNGWAP1BMKoAp06GCsZA6EiioiNfOKBVAJq84IkFUp2GAbkMEAskGW3RBewMEUSLe1M8Dc4B0ckBFmTmbb1wF9ju+SfKDE/M9ROLF2oMyYuXxTA5Jmu9A8sQmpnJM0Y0Uh2KHpMBDZTxGAMhbHg8VoaCbBHkXmK5PQxuZMG/w2MYoGDnEAJsNCGLWrOshqWT7+zocp6s29zhAHHneagz1GJeQmwYjSwb2YuwN0nO0vi6c3cyGfHgYzkPDCofCePdkJCyVxJMTenLUQ+YDRHjIdQgGiItp+w0rYJQpmdAC9EBTh9SYhgYH6F4EpdqwQ4Q+hi+xrkAaJTYTlIbRJTCMHWkVTJ5pQhki0HJ9V86ArngtGJtWwJhwT16/5kERMNTBgVrYAezYsMZ5oIG6UkfroVFUR2ekmAIv2VCX+DI9uTBJypNJHvPsfUtyYOXLqXxbotvcj5ZvpWPcTwdVEgM8Woao4X3gr6l631Ftf0Mi+PI4wMeWsgqc7dVqO1l25/2z77Pla4Wr3h1yXQ1XpjCO75/N8+2r4dzJt5NezWGFy2rvyuWQq39e3bCevvdWi7DZFHb1z/mG0josv3c2wrZrFDHPeBHYCDg+H2AhPpMAwEJMoqKpTRsUyRXOGDpHY1r0ooJQoI5QAhREDYQ0eKxJpdACf0hMzZLY4JBOSBopAz9OnkhemAzKlkoSwCVFkIuXQWwi5U8GDqeIUToCoIEuecI/97TIkIuBBoyPc0SdxkDbo4+HzTX449ywD5VhBvh4kn/x4+T6NmTAAA+VfDp9y1MTbiJuo+Ib8ohbaySyBMCyB3jQFZxEARHGqnCeAe8YA1VygWVyPpZ06mUV2Oxv7ep7F+5+dPfu3d9X3g/XhfXKWbnkvFCvvHufuLsfZZWkd2E9v0rI3Zt3VxtX37Pzo1amsJulC7mZR+xNpbBL0R/NNsuwXDk4rGmXnB/lRdjVDYpIFRiey5ke3gscl3ocAE2iDEbCASDI8BadCKJ1wagEFYnpSUtf4ZL2bKCV0hiYiDSWglimXnaxM4VDKQGda6DAmLIgb3iZdmHTQOW2u2isk4MCqgwOi7KSixSdnzBVMUrj8kY2BHMOJqORhTW9U4yKo1CryBLOh96ljxAvlgYDjEXUTjJ/9MLMElG0u3kOAWbpWzi9pLhhoHTKL2GAKHnFt8o6ge/ksX4ccwycvM3kVSjZF5aqI5bGl5nzhC9eo+00bYD5SyfbYWKoCHZ4zoapPBXRnRR49sT3UgJAIxy7BH/B+2IANILfM0JTCT4uA0zOx5PxNsDtuxeQm3nlrB0XLjQrv40wAeDZFJtVzn5k10f5/lX58Wxkcl2Qa2Vj/2rEXljN3r+bYutXiSNsP453V/I8hQnsUooy7O7VvJH0rrZUxB5rkjD19NHjACVS5LlIPknJuIC0IE7084JQUChgKvDDQCMl6RJt6gVhgzQGsvidi2i9s7kAoCSKSghbmDI9i75jwZ0iE4RhQPFFnsrRpVCxbA9DUnWEGGCMQCRPMrem4S8aB4n0uBvU0dJRoElZOZNgf8ZoH9I1eXzJYhYqZomKRdQENT9Oc4OOLOam6MIV4hXwJMKjgVJyLQjL/lLpeQaq0wClzA+v1la4QpTlQJZLIzopqsA9VvP4qdejGyRMk2JNZ295ihI3EfvB7fQ4NxYAWKJdyAgGlt7oBc7rTAd4PAB8sht8bELozruGuHPwPrs+kmvrLph090Kn8gZhH52TS8Bmqa/jOieXADCFiQsmV16Giffh+ujcRw1BnIES2HPsuQuF66ML9eS6cDXCPgIKVcQ2s2MDfqoGH94GiEiRWz75JGCNUEHEiRF3AI1EYbAr+RTG2OTQEN0TfphICU/AGQ+kC1IF3LnRLiDQZt3Jyiu5BJu9saCwLCh5NPQZDgU9bjLkazTSjnxCA8JYgKqDPFwQI2GTYhkytQXs0RxprKO6bZ5HAB5yogQpV0dhQWVmn67J40uxWJrgxYuoZZV9WvVefrMTkz4PlnnzfPVbgyn6hpZZs9JOqVQ5XfPMgftf/keouqFwsFqbleYHllzRHV1mDmCWTWKC5rlUKaHK5olMS+WpPEXRr1L8MI8niQEG2rE3DpagFyKvtjQjdCMNhF7T3+leTAVzSO/GEzPA5tg4wLN3P7pwTui0WnnXR4GTGSAQV6+8LwADnTK5OAriYIDGMxhgBJoLWnNj/10dSFszP5Sdq3Ile3kzoFAQB9idE7JeWF8tYc9ACQOkDbDNpairFtxo5utHtAH6RxkFQMECHI7HXyyMTR+wgpY8YYWdbdVEdYCkJfQLSANcYFfu7tBmmgWkgHLaAs86gaDYMd5EPiZoCkAjiiCIMp4ZklBxFlFXFU0kOPIAL+0GFwtFCinsEwskhho70QY7ZUEG5pGxj1yljwXzQLdlpmvy2JLFHHqegTktouY5/7yY20sigHNuZmPWQK8R0ns55twbpJT2YMW3/Ouir9ZWip7bfO7HxWptzLlnS0MLsqUppmeEufmXhQGv0SYGWJSKVsqFr+lHm3spy1lmpFyLbipPUfhRih/m8eSwThBwMEGg4LBggtELzNg3oK12+5XTt2vzr9w+ffr2v89/fgDsnrQNcLwK3H7foHPuo3VXhsGkOq6PALRghecUqipwANZH68CUHOc+CmAjLIftCczOfSQGqGMZJocgTmAHOirWHK8Ic76J9ynByiqu//PmuQtXV1VEvwnS8LLo+aGzwYSkYTClgBZ9L6d9EhZm1tS99/UymAGwdO+hX21fmakGZRLgGAOjm8NEzeCkTQqGNX8DmOQuKKAZpeAphp5EEx8KPii8OlMlAXMfpxY9MIm15d6QYWdFgYRsQq1wKuH5eeDNQEYdcJ7yoB3npa9pIBkwfFqORDIpl1O5+S+2J7tjJWmxNM/0nOYP9cpvEK435B9azG2wLIdlaJm1gVJt5nNHJivZ38VCb1hLK26w6tyYpWCARSi8MNZoE6qeplbudHVaKcuEjbmTQOHwiiQ/WPmuTzHye4JcBYBCuDHGFzIcCC88dd+UJ70KV126UuV1kOXrVz5bXz4wKaBQ8rhvgmTrvGHiT9tNayk8RAxw5f8UFK2WbM8MUAhXtgYqNKvA7By7r0ozGAbH0xFnsD3ia5kAtYhNruB9dtEaiJ2P8tVIES1/BN29up7bhFz3VMQeL8U0WYVYSMiiSEc9zzwVySmJJ3/udCV7ZyY36AgS8pl5I5kAqDN3ut8+nwFP0hO8iGJB/awJlqS2QIMJNEuB0DlhjRvqFGrwAymFTaHBgYyNZZAzgskB9fzLeRIVZLLv1YVBPJUqzJqG2mA2rzBEiksnlVZeJYujya2yhgU6E6yRXMYphVMhAYXa0jV5bInVMOKQADDW41h5KYNljSzzRi6elBkpUkproMRabCFhBSg7L4/oW7la2+nCkid5RmKwSyz7wSIjqYHPNeKZ+YWZDcUmBuiEoo7mhedpWvyBC3dqcn4nQmZPmGHBAIV2AyB8O9G+RP5S6+ApeoHd9XkMbielw2dKPSDtvVptz58aVctRBtgTsAE64mTmeOBT0QZIy59crqh2SgZoODNmFRXfcxd+7/Y+WKHbAI1yyfXRuaur7tyQXlRypX/u6iyskOxghVGAsg2wZIBevFi7LJ/1miCH/QQHGKAZ0dzpTlabO00DG4xp9SsxQECiL+CrGeeU0NjTS6OGQTCzRWOS5++TtkBJ4bIpj5vdaL2jj9iIRTqwCy0gNJFA8nRbnwoj594X24RGpAqx8dIyiJV4KXDqfJSil51/R3QRFFXaPlxu4S8QzXbti+0EsgY6FVRekUEVAKP6RmsmSU0kY0vX5LElj8XSzNfSEhp2VxqxmNvQSmlpGTivuyHZnzvJIfu6JHeStCSbJKxIWJ6NYYZDq84NFvgICQaY7P+oXazRJsBEO/vyP3pppGJRhKxY4cMF/mGL7o/k+o5E2T1ZjgGACeIkwrzkGYQlObXY2KfKF9NheUjwsDCguPgAgI3jjgMcavNTyjEG2H7/7t1z587dPbda+a3gDS4mBngOVPyIYTBGpAtXYYCglBhb8/2PLpwHvGr7vwDCJBtN6310gfY+h5gBmkeeu7DaeD/pCeKUF1CJi1jCLkjv3F36iK1/rmwDZFXgRrMpyN5bYk0QPe2p1MMyBoAwouzl0wKWudOZezN1SWfmxcNMpKqQwUxMa6YqKqbYKjrzwjaIFazltHCGARaKOeyQPPoVZO6dmZmFrDv71dZ5HSOz7sKCiOGf/+N2mUTsTc9sJAo/zZFZ/rWcp7uRSnmqal2dD3qIcWRN59AWkLkD9HQqQKfvUmad4fIL/aTnc3cjoCngYVfreFIslga/GmaA8tHAFmusxTJvMLZ22XLXkcJspBys+NafmznfrlR+uhwrCCNgGPStW6zW1gkiV6zgYRUzwFj2481UAK8UZ2iENMoE/dReic4JddFjEZIftnCDGAW+K/kGuZVtgIntjUsJgyKHl7N484FuCmcY70oI+vw2xUDkKRhgXtunuzQbq9gOCVcrz1p7e82KKkW9kgHqmcP5+ScvvPDC3QcvqAosJDwvAGpWtsXOggEqjKBzGb3AOC7k9asvCC/l2shWOEpyXNJ7cGEvu/rJg3P6XLiXXbj7QEF3z/8+v4BDYYK4cJ3L83MvPFD8gwsNhcl195ML6/m5By+8sPjgwYVZlcttgGKAHhpZrAp3yElmuueHAdB8be52v5uLTC38Keudn9nf+GLr3sxyp7/61VZvYeY09E4V1NpLb1b68yfPLwlY6goSk1po9oSQgrKT/Uptob5wst3P38wWFtr9+ZlqdWZJpAwKSVeLpPXVj/WAz2S1GbfcLfyp35HvzzNNwFeGlohUTvNYEOZWC78H5gjWlkX6VMT++a+b8DaVq0YxbVwG+0pz3XwP1Y6sVBSypFIKCOb7Gy+92WtT/jXMJooJbQT7ZOTJq8DlYmniV4kBrgd32wGvRMQiXu7xljs3v0qkPVBKLhVfzFAgitSiAW+wWtvD2gBZZu5kaP6oiAGZmwy4HlDH0xPf/WHoegrylMwcV5TZk+Y42glSwN04+zM6+k0QMBAG2Ndf5sG+3yQqCgwQfMyX3liuLn9WrR49D3ReabTy3aW8pee20h5AZW2pVcvaVwU6SKvyfrgerLbfDVwTF3z/EwIf3G3KJbzSVmusPFDA4oNz1WwF6JJHYa/r+MKDxZrCXrgrQD1nF4mV4gImXiCtXMi51TxcD87NFq4Ls/vnrPeC2KOK5xZA0WGAsBwHqBtoXHgqklOix77d6b6sKvDCTF6duS4g/Ar6Z2olp2nUfBcAjKAv5gG1eaEPFUiByNxp+b1EShzaVdE6gqPZMPa+k0nbhl3OLageinabHGRWSZyDFIJ2MlXF3OnCD6j1M+cfqV6aV0Vc5XZY1MnN5+bEL2nry+fe6KpUYcWxOkT5VaF2+XXiDJeRuAsYCnjkHfFoSYuleRygAXA23u3op8XchpZ5U0B/7qsyL1ZuO3l7Du1ixTepA3rv5H5HuFmsFRcvmgyt1oaNsTbAWGauTcfuYI224IbNuR8lBkgDZPtlJQxoLVscJ0+eFEUOyFMy8zjyhFkKAAPtBnPgF1JwwuLo2WAY+eZOEO1r+f4St88B6eruSQxQFYyGGMJ65cilkIR6pciZlwDoBq/2bRigkCqvXLXrBbne/0QkTaxsXS4HLWaVq6/bJe628p6OgrZadiEgc3EjK4CtBewRuTiAOHifnQPXolzJXmM2ucQFz32K45MVOkEqTAbIqnBMCV2OAzzkDuKWT04JNErwQGCWvf9SU3xQwDOzTF9s1vpiq5e1++dn3hCFqkIRxeK2el3RQ+BGKUl4ujMPo4JtNYKGWU6reidcFbCyR1pfbGtv82t9JZK2fJXz/5GdP10BAG1HsYWFP8M0YXMe8AfbizyUqgdl67QpZt+VWk5DT7ron7akGlZ0RhzW9ij/3tfLWWdWLmCPZkDeopNo96S37PdXEtMUxZ5U4c8rOb9PojI/6e2UGOAQ+AXeJdQrwM/yM157ZXwLAFirXV+t7u4eCoCifo/RBjhbq+3tzc7u7dVqzLM1Vlm+avQxAwwgUmV463WxOEGVeJ/DHpyrVz4H9uRa3U9QuLiTGQqlWMsCRl84t9FPYedUQXbYpxcEijheeO98KzFAWUmuT8/NJtfr5/J9qsCKVQr9pa97GDRDYZgOqxwHeOBn4I5PTgnUp5O9LACqdFRvzUWrQCgYoP4nvgJXKt2FBfOzmfkeNEqYRAMhva0vn3T7odIBIhzaAE8ubrjWg59BBtmbYUX/7sunTcVQo/JtZjYnlmgAlB1pcaRA4VdJ3JXhZJHq5dMKgdgRSc+KPGsidqfdXSLWHqrrQrjeWlFKBfbgt0rFjjE2EEuJeLBO5nv5qH0jqXo54NODLpoJE36Z5PyeydHFftQJjbQBjsDdECjKJZroN0Gaqvh5PkDd9pXeEct7KNNiPsBjSF6bbc3W+Kjm0FO9MoWHuA1QAu/j+Mm5wmUAtOu9AQNczNcDzl64q0puhN0VsBXMzgwwXBd+rOosDDDFfgoDjBQD14URBmiHXCpim2sBBLIfehPkwGM9CoBwn242d5vnX5XX61l278vl2lfbpkurECnJwl8ELsEAFd5xfyzjZKoztb7SdhQJGumQQs2oegqau+39aSqYTitCtx20TdrCoy9lk4EYTl2d2e1ne19s2YJE5el2YHP0HPdwUA6G6RBEJpjiVRGrz70pkq7waBpU6iUPUbS1udMYilPqbsBspUbfcry4LA9Q/5xJqgK7Lj2Zwo+TnN8nocxHFfwRJxQAOGjzs6vwAoGvlUB4atHz343NB1jWbHvttUpfvgBFoWTziV51GmeABdiJAYaD7pBgYrT8OeTBOQGgXS+IASbYe7DTTxVfWv7seHCulqWK9LlaY+BKrHAx3y94X8kFqQw7t9cv0DESLtoAe7DhJpVg0cCRV+HGrjh3fHJKYEEd+JG5kKhef2Umz788LSfNgvPZQrS7CXjyL9+IRregcqqU5l/TfEd/LmPw3unGwb49QaobCBlx9/JpGadljn7mHzVEwHoibQsL3d55uJ6b5EBRDHSrM28kCx0bdKxsuaWSVDRLihnK7loUp+O1mxR63fCnyu2aKGLPqe/dLksZRdeuD4NlII7MBnQaBJ/DNUHm/6Sbgc7pqTxtOeKi+lZL7kNlqBNkqBpszygfNAOkBzh3GyD/FXz6PMdIu89iGf2sFxkmrceW9qANMOTq6+ZpwJ4B68HdgwzwhcV6cokfFsCmim+wvQd3Vcn9BCsvLK6msE/OtYoWQrO9xcIVKQatgef2B1wwtQE+WNlTEdtuD2UcoKfDGgbA0R9jDADFkWCA0RrWhRM0AJ0FRp0szyx7eO6SmZeoGe9liFvNvgQDFKTNz8wszM/sxmQA4ldDh3nxyZmZN2WKPSOdRcH8RkJmAiY/av6tzivnnohahwEeJ8nBFvrhn6PLODRmZuqOogvXb5ZsSLkfbNAlVSqC7Wn2wkoqZc20sCbK2aH8ICDtmGAm9V+6g9I1mcrkSOrLfr6EAV/FfnBEipjhsOPJybx+XADMmCs1pC3fKAC2C7AreB+V4bPhKAHwwd2sgMJzq/QCWwSAEea+XwIfiAEWrYF72Up0aZyPjpHhNsAXFouWP4OiHa9fUJj1YhiMGKDxr9kUZI++CzyKgFyN5JTwDq3QKbo0hARrfc+hXOlmos9KSN0TjIBl6djrV2iQczijR6zIhdJekFhRalrkmGoai+zJHXXVfgVlNLZVZIgXPbqOUTJmfsWsRDVSWCkdzHBHTNqISmlLlI1UOqrMbRUnHD4Qozg8Tu9uapFDmiQpNYMXKa3VOCtlx+rBPneCpzJpUhCiU95iXvi0k7SS1lQeIVk208g9I/QxhKGFYIm4ZeaaZQoP+fyT6HooGOCwC95n7raYVYpKbp4HA6TrIwHWXblwvPBeyQBd3bVrwPs+pTVwrA3wgRjg+bAnBui8XnhvBQCkFzh3T7CKzqtwUVzLyKM9CoA8+yZQqjgK+YwFBjzCAAXAKoEgrYUSsEzEkZc8pIFiknCKdPtYQI2FyQnSqxwSXtJIEYoJ9PG0BfHihsQmlFHEKVJRYd69FaRWlLUCu5NiiGmdhMHO2jzKT6fh1/vKIjlreK90pU+adE2mMjkCAJ7a/Hjl08sr9z+9ceb+icXLK9r+9uIFAPDnSWsqDxexuBlVgY/XBtiJYdUZ74lnrAo3+lzEOEBXgc3YYIB/DnBSZfjPAU7niirwUDfHCzup5W+oMjzcBljoURm244UBAyzbAAWKzaLlTy6neP2Cq8DuBebNwEaeja8Jomc+OQ4AoBEk8KQNGRJjMikCEo1UfqUMBogaUAgy0dUKmiihkwtGFOMRxUqmOPd6GKwwxbZG56v4IQMPiSQ04W+AHwXwVC4YkC25VCLBnhyKRw0M5KU2HahUO3+bgFB6plT8MRm1S+n8FGzjpETHZDNKiBd0Vz4KTddkKpMjBsDLn9//+a0TW++fuH/rtbNbP1v533b+8vFfoYAt39j5SN+nbrTkCpn+qroGAGBjnYHSG3u12T2BYU3fvYgdl1z6jXyv1lJ9qzK0KpyeIuFMqrKWvO89+oPdaUEV+OonwNOgF/gTcbcB7CWO5zZAu0p4FBccVHJT1fa9ssPDXR+JC+4XrYFDvcCzgvaYD7DJQJhmo3gTpBQhRXKNAyAQAh6YHgXnEtAw7k6nqwjAyQTQaCY8AukMRAE/drAzUMpdVijtUCpuSZvvemIY0vpgRicYIk+ldXJ2BjVqvBijICR1fZho3IIrY6a2BLg0A/pdX0oaxE45UG7mYIjZYshBytqnU/ABSAQYMZiuyVQmRwDAVy9/fuvjxVdvbp168daps4sfr2y9//nZFRhgq3/7dHv26u7u7ra+2t9p7b+/dVaO1qXd3eWLd7qVGmM5nlfJdvmDEKSJEOV5AwDMr1z67L8tXW9dWarWrhx6x/sJ7Gf7We4x0ao6p4i81ppd3y/GAdbaRS9wa7gybJh6/VzeLnqBW6kKLAbYKKEwtQs+OKcwxz44t5Fcnw69/zFwle9/nMtnw/Xe+dmiF3iFXuA+qE0HiCruzXtV3gUekbgSEgBwcOLCBZ0sL1W0zb7gUuZcMbTEDCn8+hTQIbcQJfhdOIQ6tLzJHN218unvQsGKBHmSSTBHHkdhCBcRchn/ApZQh94BTgYuW1NJGLCogjL7IMUiJRPCOAvVnWO5ETNDol1WoI30qCea6ZlniA4m6TOnBHzTNZnK5EgwwFuv3vj81srZW4tnVz5eWTz78corN1fMALPbt/v7W59fvH1ze2vl5iW5MoHjrZWLf5bWhZVLjA8eq8I9T9Ks1f3c0ymaN1MnSDut4nZkhXios0SJ8/V0/XrikeWbIO8J7Iq2PTHA6I0d9AKf268UEJcPdYIkPvfC6nrRC7yRFeMF7xWx52b3i/a+Ae876Hr9QjP1AgcDrAj6ou1S5TzAADmVdB5jDNDgIjQARexJ+BG9wjpEc52+a6qXgn6GvFB3lBAoOlTlBmTk1OZw7QSD4BkuarW4BqrJKewx/tG5S/WZFFBNFwoKZ4t4rEsSZYxHny6NkVEgw6bMKtIl0pd4vzWsYM7GNXejL1V9rEIelUjB6ZJMZYIkOkFunDjx2v0bZ+5vnvn0xJn7NzbfvnHDY0R2Kw3Rk2v1nI7L/Wa30swq3a5XfmxW/7wvn2jLE43++GEIDwqSV3NVgevHHAfIu1Yh/HcIVlJ4SEDcg8XyXWBBYbT8veA3gHG8PtQGuFq+/1G8CTJoAxTH66fKMG2Adrx+oawMD/p+cTmFB0c75NMLRVU5eoFVV1/fX88bqgQ3mnsHGaCxDjEDDKcEMHFzm9+LkMdgZTQSNsDZXPfkagjQFJAgz9zMbiAReDFtM6uSBx1wSb6AP/FDGwG/6PI1w8ONFSnEyh0YtqJJmcFzjUqqykF2SmBUxCzczdTV2KVNCchYVeR0EiAuptFxwTBJGSCpnExRVmUmkFWydE2mMjkSAIhE92/sU9C0F/iYYgZYVmUfJWvFRFpINv4myNWy66Oo+AJ7i3fBIrkiloHQyZXnAwaYXIM2wHOtftFWOBgHWICd2Z5d5oKJ7aU3QR7gCgb4nscBrqkGzGsxRzFAnUqckhlg+V8AdwJnAA73bGgPP9ImeItldkWi/BaIVMHI2OGVCDjAGsGSUbBi7NEGNqKUz2z1iLUO9AvWxTi9qpSMZhKBD2CkEKFfpJcOSCgzShdwmfktENerbZrkaAnPZFMxHc9oI0ZHerJRLIU1BIOBPjWK65mvnVRb5Eze6ZpMZXJkAICHybQX+HiyCgCOd+ceU0wDBzI8DtDw8+DuauWV9wKxynGAi6Xrbj7c95tia43Ul7y4sV/0Au+VoLiXeoEFe+lNEPcCpxQFPL53vmCAr8c4QBU0fQSAng/wgJjjGADLczKUaEv8SSgA3Bhbkqh+69mYhVUBcrBAucBMuQJrglwZdIQycuJRoHt+6bWQQYMdKkosLHOYEwFKMuOlRdwRrLxN2zAT+Ymh+eU5CoIZgLtIns4AQscrHvR4mNxB+WSFYmjTTqGBeTBJ66EED3Vm7Se6P6byrcrDAXC3Xs/rqvg0mQSuKTcfHbNms6mjXM2mgqSgramqsWL8RTkOB7eh+LxO0iNUjzQQ2yHRNjkcPPAcaezwiKGCDX+JGTib9QiIFyNEjdI1fTxRxTK5LO3bAUTuBY5xeAUXfMA4wNRSx0DoRTQXi3GAgzZAMcDBmL9iQAzvAoeLNsCILXuBX1hsFq7yTRC/ChcQ7HGAbf3Mgr58nemwNpbGGWA83CUA4nKQoYy12uBKtL+5tSyIlz2xlEZtbltoIbgQUhgojR1wQDMqOQKOSKIQkzSHeW5mUMfp0I2dMhYHU97aKyV5B27CANFXBEmARwinJ3PWtxbvhWBCseia34HHgk6/wSyn8qAgPgP2UjLCcSqUkqMdpFMGkV9co6lMkgCAb2++feLM5o1N2v1GXg87sZ01VPFhxC6tP771Y58cHhXrmYJVNUozxeErnCQa3fT8DMdjnIEVQxqxSa+ufYo6uD9oP6UYBBcm7B7Xjm1IxcVf31cIXvl00lYh5ZDhwoliGV+r3mMcYLqmjxJpFqJHYnwg9BAD9EtxuM4GOA0GxJwTA4xX5s6VQ53LcYAwwJgrhndCijdBijZAwV7Z9zsyNCZZTm2AqgznzAcoiXeBKwwB9PhtVdr3hPhR3FLiLPSQFwBYBAgH9obmShb6xETK+XBg/tU78tALFHM1q655fmahb4/QI3+JuZ6FYGX0PHM+C5nyLyOhQrrsPMdzVZar+RyTeyq/CEqH5BEqoU0Ver5QdKKv5Dzt1j3edjsthbmlLwdm5FCUmwdN8tJeQAdWGnqNo3bEBvanJL4iU5kkAQDPbG6e2FxcuXn/BqDHPHnAIG/G7mbu9As8YCp0PfAeCAtUEIPHTwVLxrLzmwLN5GQC4dGNKM8rHPE+xn5ISRt6XnwirEWaIfe6CjOaKFKoLKMBMqFj5FbElFuhovPgRCmL1LUB+/VGPdvX6QQ0FhYaOj/pktKjgoneX2+5CrzP0OZjiHIRa+QL9o3WnNvDVWC73lsctAaKAZqTfUIbYBFbtAHy/odd7wnsEtu7e8S7wBGLK7UQyvWXCBu8CVJMhiAopIiqC+gC5Zn2o+8CD4sUgYnAQ32NBu1aMVdyl7mS/+7HntC5Nvdmv/LXmEB5v/b1Oz1BIdMlOHLVkzpXmfMZMKnNxVzP2d95Eubq3hfnl2VZoNJ6yQkbtbk3Klnti63PIolqs62X3gS09mXSaWRMlO8KE0gLl4RXs1/z7i6TU1vRU6bSyufKeSXNRl2pzaiYmNG3Q4BRDT5KM58x0EDnmjlcUT5oJoMGIa54zF3FdOMaTWWCxAzwbQHeUNcHEkzwEmuAsRYsQAHOGYT0JWgdKkf9V5yOh4IdmACi2YmiKolpLzuGFiUuVDkSekBVls0kyddJtFfu4U6UU+kPphAdC3MDE8FVCRvOQqUPi9Ko1mq13VoUiCy0F89rbOgp32uRIQVwURu1nZq2pdos6EWHQBz2qrMFA2SSBGbNT2NhDhE9XK7cSR1OMM4ACz4nAAzAejBggEXLXzDAcKmSO+j7tcvzQEeXxtCbIEUb4HvnW2nWmHLuvweLZRvgyJsg5XyAdIKYAXLaTAlz5LrAOr0AQKFfnx1gMpgnhYlZqmnK0TRzXkygTGQ3/3owV/PcQtcwJp/oVf5SzPVcRn+9oKMbD1NCNGiicxLPfupMdSzSENPx2nA69DpigF/Nt0kixWj/40srnwkg1E2pouyKWS1nj442QCrGVGtpqpR+hER7H/Yzw6h4pkqvfQBjXKGpTJCMtQGOVYIvMiWytoyGPl4Ehfj4IwQRLJgqNZsEByfi2BBVKtSIL/cBefabB5qTAUMRYuTxHpBLGEXVWk7lL7wjuVMpAK0DKcLtctBqaRMuukOtW+wjSriY5dVq9c5ua1ackGzWdZ7SqKteK6k19cArTMqcwPXqroJ3d1vQQl8Dmc5yM8BoA7y+m9d+vVSrVfceMg4wm812Ly21AIjh+QDNEAreVzDAF4ZmgynaAB/wJojDHiyuJwb4CdNcBVDebRUzxCxuHGgDHH4DuGwNHMwDPfomSMCoxwFmwYZFgrU/kgFKSgBcSwAIM9vuR/vZvZllFsqRnPZkgLWvFTPrCaI7rNxBrZhIZmFRWmZ7poa5yrR+Q9Grc7T8AS815nZRDMuLeBYZJZFqdeY688q0975efj+lIUZ8jHijV8fzUatUzOO3tvfFNvPFwAilZAyM2ahrQLR44fsvKRh+mDq0pUDbnpieoU2oSkHhhe6iTj0wQRMdxZWYyqTJ4Z0gr6W5oe4YWgCNAJsEYfoGynivj4KFEMGJUIOBKTComFmeOdk+GCXtevhICISgYDyFkIXDpmXKGWhvYJNFuawrbyJ8sddmNUfiSVacyMUFrSiIc3OIUvIsK3F9P2tqR3l8wkCbkmV1BTeyKIGcsZdyXU+CbLhwZJcFA1wH8vLVvPXrvXv59doRk6caFUgEROiRwBVyr7bU6hdveIj3pbn/Si7oIdEBbMwIbQdv9qa2vQc7Q73ACfbO1cpeYIXZgato+StcDxYHbwUXbYCvXyjeDol3gcUAfck44f0D7wIPCWjDUY98AKCZmXZQKe3mYyLlDutqwMIcraMY38tCuLxCrJVhaZ7tGQaovaMx2pFfGEbvq9IKY16GT0LnMPll1GYjv6+Y/lkGYWf518raJs3holRfmX2a25kBqkDBAIt5nr8uzejI7NEwPfDMCwGL27E3XwSRzfdMAY3Pa+joImgvo74+U5kkAQBf2zxz4rUzN95+7cSmasODuUJpA4T60PYj1qUHHrAJXNIungXcZlNACnhgRTeokThAikh4FDiERQfjBEMUWkSJZEAmDVfKM5TYh30YoRLLFfyOqNRKpw3lKKl2QQyj+EH7XEryKQtCvFzDfRdwMH21NYtRfUNTvIxVVhFmDMxy+gRkKYWFHF0F5jVhnZxkT5kofYrIZ5t5t5KmNxXsJegaHxGo46ANcKQXuBjfd7dWT9Xd8l3gQRvgoBfYCyAVFenkGno7hDbAcKXZYAzbvnRigIeMA0wSACg40Jejtj3mx4vp8pgBkImU0/zNqxA4Rde+1HH2a0WqnipQEbGDT8nK3GlRKhE5L8VWTOVcm3tDgCOS1YPn9Ve/2q4xE4xnFBR1O80SI2acYnlOk4YRskA7e+DLfBEFViAhbwCwuwFZBbCUjNmoe605a23bDGRRObhblxflGNfol+hIQqDhUGhrQDQJ5FSNfopIV2gqkyMA4I2tzVObK5dvrdx68dbNWysvBvhJTl2Kez7B2DruhHHyZ/A9vMRBvahr4gFaBEJOZfqkL9jofdCweJIirQDLdBCHAvlqHwwRlZTIykJU+RwaAYGG6St+AvF0xuKc1oCzCPr0dQuiLLGXul/rRxEkqjWWavnIS81Zfu/AOy4o1mi7GxLONGvBANfzYzZyy0ghIMQYrBYTH4j3JSjMK2ejKsqbIAm6msWsMYwDDBdrguCQlOMAh9oAa0XL34VyNphyRujhd0JUGbbjE8YB2vUgeoG58t7008we9iZIEgNgwB+PPiIWFa117NpMpJzftj+xMDHAL1UxXfmRaqgns/7sbYidp0+BhIlJKbrTXYhoJoM2IzS+5MwJ/dOTjcqCFwJW8Bq8bcAA3+iHSeqtXcVImPlZibsLC72ukpCXmZ8S9bpzLGFMs2PM86zaL7EyLDN0gpgBmtL59T4pw/1UF8Yy7M/9vfQS0/mBLviI5nM4I/TkCwB45lNehTtx4+23b/xJPDD1BVMJ3qXqKhwBnsymhB3a7BP41OUIp1iVqZljQhlyBjrILQsidvA3I2aESc+mIHVOo80ULzYnI2uylSWDly2HtqMVbmwmBExUtgqMLCKx7eA2hw292DseRaHaTq3Rmr2+lK6JRckOA8BWbeyFD9k5nAEeUw7MCP25Od5gOizPBmMQG3oXeDFLiyLBABPslb3AvAmSXIvFdKliewVQlrPBDPqDBwzwPdYKDuA918w90jDNB9jzv5v+gfiZH8kAed6hPIGDNcGeGV93A9YVEymbEcLZ+mJxtbl3ZmYEcEIlInuws7bwhtmehVytl5jreU3k0NHtGDYomOpHQsFMa25mZuur7c+cRCl3sd82MYz8wljsaarrr+197UmpYZtmfpA859nE+HzMRr3HQMPZr7b7vb+m2aNN77CADZDN+EYtm7ZBOWkg9Ohq6QCJYB/DD49sFZ7KM5PD2wAL2VYNT+QLTuVNt74/RhUgyO1qpl3wApBGkQmLhFcONdNSRKPJsxNmEgSZBirE3NEqivX7VsSbnbkAsuRWxGCiaFtZ2VoHDezg1A630ssnO1DHZI2iBH0swc8Ymi4FwktqLHverxjn2j387V58iiowj3Wn0vVXZyBzs4M2wMeWcQZ4lZV4JWUnSNkGOPQmyOBd4HOrw1Pi++hxgCm2ZID0DNs1WPdtsBbckKscJfigGAe4WMwHGD+8dnHCUVzFjJbfAAjbERKUFFCeji4WEz6DHlxV/OJ4a/1el2mXfVWFeYrxasDMxGx6JaomojhHnwhNeU6r8KKSGQl17Ol3SpmSrazYhK2mMO8xD3dkiHKbjNk6JHaOKd6+Shc6R1YGOspGBmQM0UzjAOn+dYeMN/cGSwl9BYOUQQBhiOkKTWVyRAA43O2b5O20PsZu5rEu0TgHWvG4Az4AiCJgh9HINuBVijCsuFKqj518xOS0sTNUxcOUarg8XCT0MRggjC1UZJ4Mwhwf8NDeIIcEKA1umitJZ95o1dByw2BRIsqfwE+h/pIzZFDlUonj4PA4wiR18pizkjN1uWVbSb/RmyBjALgipoeI95kBDvE+qsBpeMvIfIBOMJgResAFH5QzQgsoi9ihvt/yrWDeCQneN7QqXDEOML0J4p8vOHysCgdcIKXDkhigHnmFx2agKL4JZ0wQjWMOcIxEgRb5Y4wdCEOT4BuOkdOSIEawGv54A5igAsVsaRAv8avFzjAONpiEhjrG7pFXBNhFqJJhuyiNRAkjORs8UEiuSOEfjM/sDyDkHTnpKcbjZJjpJv3EU5kccRvg5uYJhgIeFBhg1m/Tot9u99wd4Hau1Ng13OYld9sB1utFJwAdoTq2SY9S2aVgH0adTIHKJNw2kixZk8XXpGtPJdnWPzdREUTySE2UsozwitNB4iRk5fBIn5ZycyhfNIdhyHdq2wZs2XkcoDqWTAQ5Y4Z4IWPK+PFEkJxcIQXvG8wGU6wJMlwFLl1D4wBHZoMJR8kAH8gVYe+dV7XYMPr6hUHfrxigc/PUqA4aHgfIusB9/XOkf6MjJkNIYgZID3ABf2ZP8aXWGHSKHg6xK8ECsJPQRFHSkA8FIyRx7gyeFxDBAeURtrgNz/SMMAyRWn4iCnST15aVpVHIOTjIkxa4HIpwKckIsIwk8ZpxinQyXh+mRIp3wdzQFxXdgEx4nyLN/kwb5ZINJ2YT0ZxOiDqBAgDev3n/1ObllY9XLl82DA52u+I5R/1qWas1e62lnbfn5bfNWnmLLc66tV/JYLAeBjPWO3JM6Y0xwPbtGMw81As8qAxT8WVemPfEAD9/z22F9AJH652XQsI1tCocsOew96ja2vX6UMufGKDTuu83hTXSmyCDGaHfW7lHEXWCQbl1wo8cB0irlyBLTz5fw4sYkDsuOIAhCoMBAimmTOJRKEOcCAM3BFKOV2UzQBFL4BJpADVgSW5QSF66JVB3Jy0oKIxNk0S7MGsmhtIwRoLNCvSeoxJhXUnw20kkJU8Fi3JrI87RgKbiCab4JfjKocpvnLaXfpLorNIVmsrkiADw1Ce3VOG9sfnWi2KCCfkUQCXYDBAWZIEJVfpwMtbE3WLyLH8lr34cKj906X38apxwOu/F6AVhWNzTagMs+n4Fe+GgMhzgxJBoV5AfsCzm6w4s3wV+4cfFOMAXPBtM6NX6Qwww+OFQL/Cg77fgfWKU6U0Qd5Y4RcwGU3HvPe2uNDKUbYAHpWSA+gJytIwJEoQ7AT3CPzBClEhoZd4ERgkhzOfM20hRggduAMQUEOhR6mBaWFN6IhFFOXGCLhDR82OBi3IDQ+Aj0e0wyczPMiv8aoPYQd8wHwVSCt7xVbDHDSrIEAjxQzEKGsbJzMUx1KbXf0F0ImwJcE5XaCqTI8OdIMW7cNH+h9AGmAnxsmz/AH9feXXz8qf3kcXLm6++kkJ/6LLy6v2V+4tv3X9xZWXx8ouvXq70aY+swQCftBe4UVxZ/lkq7VRRLd8EGVR8h2eELt8EoQ3QQUPvAi9uZKlPl77fAFTWBPFqwINe4AHv8+ogoTf0JkieeoHjTZBeDPVsqh6cRxvgERIMEDwQTZMjtY9pXzqITl7BXLBAAU9AGbwKaCnUbChgJqqoSiLYIUDWTPFIDGYpjfEPFUU7PSsT22dUREUKssfO2Bfckn30jGhDw4kV6qlm8CpH29EWE0+bALrWTRgv5rkEtldAYOhLZHnaBjiBMgyAAykaBBMDZPxHsznWwnX21TP3fyb4u3zr8q3NV8+m0B+6rJzaXPzZ5bcu379/6/Ll+6/eH2aAT9oGWE+uxmwr77ff/+TTFz558OmD4RmhD6wLTBugQwC2VFXmTZBwlO19Y7PB2N7wmiCttE7I67QBJsv57IVPIX6fvAMofvrg0/QmSNu9R+6MWj96MgRJACAfpjs1q/IrtMKGhAsGBI4AGJHACSLAgGuJJIoNwsGkRGsbsEeUv4LJ4JLtbG7mZIJNL9hhjJUto5MrsoyrBkBBMYGijZGzjsHg5Aa25Ir0ZoGUgdQoRCCFtb4SkJ5wGvq0d4kBSNuxfqKISiWApCACUydKV2gqkyMA4BnhnTZPBl1gXxx26Q4tasDUgYfk81dPvfqqv+w+T6E/dLl1irP1DqEK3Ei9wN+4DZB/mSx7/8K5C0heMTi9R2tgsVIcAOg5Au9mEVv2Ar/3wutlL/CnL9TyAtgEe7gefJJY4YMYBmO298mFvfzC4l0BIWzvwrlzi3fv4lo5d+H8hQvnrub51SjK+wZATtTVXzHAjUeNAzRX6lER7ggMWjHJHrjQpWVMcGAgkaud8RYursT3QBBtaEGbFMDbHgGcgJonkdamgIWFSlvBiWehoG+igK2XyLI6s2TGhzF9He3UxjTwygWK9d3Iyj6rmVQ6IRBGpHGYyNS7oeR4sEd0aEcIVNJAm/ycHNtUJk0AwBdXNk+cuby4uHh/5UVjYaCfasLb+vPOih5Y8I+u1PhUmttb29v6+rN1LVR+8HJti7PWeXPS21utSr+eN+pMjvK02gD/8bd//y7beuXPi+cESufSasAPXvgkGOCD9wRxMEBh191FxgG+cFdqi+d2stt3lUKyIRgNaWXvXrj6kbarq403PtLho6tX8/13f3GVz7uz62/84hfv8skb2rG9mzf//t13f8snb2j395SFIvZggLxZw8CgvcNnhLYYAHVe+jD0j/Y1XrMQGsDl5IMwCVOECyAQ74FYyZhGyyEYA3IIQcAcafBOh70kik1J/ZZuwpcREgbW+D0TR0R7YXTsGjsxEHzP0TqkXl83MRJASVUcG0JbCgTIJz2BG8wPDuqN4oqu6gDkwf7oMiYQPzuTUSQu0FQmSADAzVubJ97+5Gf3P73/4luGPs+GgPAu8PRXe7gIEBpmgE/YBtgYBcD2P4NCkvVK4apXfnvhKhh2db2yLU52VVtW+eePAKxfvFvPrSRdgV2IoOvvf/vuu/r+fZ79cwr7Y6Yg4ZqgNVKgt08Y0szf8PEXv81y0E/y24ZcDvv7mBFaUJ2n0ZSPfhdY4vPiue+3vvj8q5mZar/TYVLRpY7fymCeF/tn5pnRb+Ykb+XOZ2u8w+t45o7ZPj+zMIvO6V4WE5rWPFWq7KIzE28YrzKfFn5Yn9UiDVOc2vZMI6vNXUeh7/gdQ6lBNxBRQAYSgofBAOmVRpjMWtILFBNB1F6sEQgNuhiwCGOUHaMnDgWShUzJmHZuApy+CTJ5UrYBUgFmSSTJoBPkUlbPdn/2s/tpKz5sksve6xAfpND8YW4+5ZGz/tnPzjaECd9gHGCvPgqAvX/+xW9/8a62egmA65V/NJq9+25W+cdfAGvvvtshDBFM3QEHJRv7AjujV26ww7O6//eKw5fvK5nFsPcLfeF4KY+88X8lK/C+cK03tENBQKmSqfLbTBP3PLoNEOky4tLgkM+dzCrzM3l3YaHdm5+pZj/O47Xan87kTBHYXYijaFvfDYbvOF7p3plXlVccUVRtYQEbVcIq8DXxyq3iDWOmdFEW58niZNbP3+Rt4TUvc0QAEflXf/JRQRUhUuoY8UBByiiL2snT9lAaAZuAiyo4QVKwC5gz8yuqw2EkbMEA3fZHEGEySe3ZFDB6WHxZpjJJcngnSCEXG43O9qkzm2d+df9XZzY3b/zqV5s3ztz41Zlf3Th15sapX505dUbbr7RJFITjhr3fxv4EW8rvu9mU87DjxJlT+sqvnQrjqFM/Y35od4KMvFN3fDmCAaoKXEBhV7BnoHKYjgrtEGtnfZ0jiJbXfwuuKfZeLj0lUViCQjHAfWOjdutUbQ1y67lAEc3f5mKFhP4ieB8Ou6T022CA/XUxv7zpqXQeAoBZMSFqGk5OT2l2z3Mvz9WqfsuWKVn6XR16e7ypKw5XnRGU6Wg6N/vFtgCkrfhO7aV3wJ29L7YgfPsKnju98dI78DZlRNNgMEDZqX213KPJj0lcYG+zYKmY5o7C2sz1UqOpUbHuF4kmOvqnWZEERgdOx/IkpnHhVWEZv4wCXk7FzE9ueB51YVDQ7ZeAHOwPvDMVjFZNI2jETN8FnkCZ+cOJP7x64g+SV1/9t1df1UEOAk4QcSdrZMu/+n9+vnzx5x9v/fznF7c2Ly5dvPj/O3PjTGw3tKXdmeRP+0HQo/baPXLPAcd3vUXOdrArQtMR55lbDY8KoQ3wuOsCj0h7rA1QDNDQJQb4j3IBTwn2hEuq+IJwcnXW/tGtdzBA8T6D4UZDemi+uyqIs4MwIhUtBhhBJcf7LVzQuSnMQIkZwWOyYhfyW48D1HnyLkhigEfMCC3FEgC9ChqUqiuGZmZXzGcqIOPQFSn0SmvFMegcE8Q4HupHa50OPVbsQE6jY97Vl6tggEr6NWuC2BSrDfdXv5gXQAntPI9fZ+60zcIuF2ZOG5XczmfSB5wCeGmIYlRjoYI4aP6jngykpf5o0BEkFM71O21mrTHSRam88d6HQ0UTnQjntA1wAmVGmHdi8+1Xb7zw1uufLm6+cOGtt3T4NyBRMZeyvHPx1A3V9O7/7P9gd+P/UBVYaPD/uaFt8JE45Fvdys/mme9mp7ycYXEc+Vjrxplffczrx8EA15+oCnwoAxTyGPaAO6rAAYoFFMoFAxSCKbQO2yPot/fEAIHM3wq6/j4cZnugXXBBrMlFGE7xPmJJjMuaqeWP1A1YoVmoi+iZcMVzefX7KAbIMw5M2ePOM+Cg0xKp68y+tPw+K6azsO7cm8K4272/yu9wZlvWsaa6rqcCdPzpDnPFCDxM9V6JtB0on8feZZ5ZBm9bSTa+kmcvTMHJNuCRYoBL/650TBGINt3R+sdh4XbhEZDHYpoibMChvNR5Y3kjTIQDTRxSbacxjR1zPLwKFxKGIdeOdZQFiWESb3p1Dhb5JPfHVL5dmRH+/enTP/3bjcWVW+/cuvDWyuVbZ195HSYoDDx1ST/v8q/OnFGl98QZ1frCqQdfIgYUO6iQQpI/iFGEJoWHu4/zKdOkFCng293FZveQMxxF0JlfwQBdIxQ2PFEVpzkKgFnB7FwFBol+S2tgUDHaAKM2bAAMvWBsUt2A41lxtVmkgBXa9dt7ZoVYvDdoFzQXJCyxQuWWN+QlyW/zZnDGX7zBMJgONWC6QagK0+iZCjwsPpMSABMDFAbC5KBnS1Q/RZhEzHpp1j434DkcGud1N75iYY++Z2OGAXahekxTJR0BCR4hi4OZ/9kMcA4G6COmxMmYxk/opESRhxTcvoh2Vpk7DaWjtza6n4MN2qstnDA3RULrdBJu+HO0G/zkMCY6zuxQgX5lTmFEQxcxTPFdLXYCX5apTJLMqMKryi41YMu/URFWEDXhf4MBZtunTjHyTTve/YoxcLhG5GDI8yKLtAG2lgDAZrqmjyeHMUCgyrzPgDZggAF70LKOoRDMytzeB3j9MbtTuPYNbHKt43LaP7oTBNc6HA/LwQ8he+86zHqNaFNUbGM94n7xf7mI0QYoENRh77AJUdMDPmCA/CGAAjG/85442cLJfjZ7myU2hE0La8xv2qW3Y+FPTMGs40JXVdR5lt5QfKWmJJAsT+Qs3WzvNL3AwhlBzlq4Fhba2d9FEs82qCy6995ZUxrRL9BPNjvnU3cxPcxKI3IpaBIquWUOiPbCHm69E39TqEcwQvyMj/GWB2goiggLhAECiO4rAeXMAKWBjvs/YIJwS6tpwzl9E2TyZOa11zZfe+21t9k2X3t787UbchFC8NsXs7yy9W9/esvyurfCWfhT6OAw8n2KO31j++4kZXvo1/L6W6/eYpqwPa8L/GT/8EO9wHkt72eCM3PA36/d8VGVXIFiuNY7RWyjDVrp8+76rEIstbx0NXChWZv9ewKkWGtG2LvvDsU6Ba695FLsPVxyv5tjme3dmnuBY+JHBsNkLZ1wlHlI0nmUAOgAUyQxOb/xkbU9N2lGg94CvcEVOU7OzLd7/67jl/Pd/MuZmeUvvUQv8UoiOKEmOzOTp7QmcbxIDFUU58o9qykEr+P5pSuhFmkEgGueYlWFTlSR8B/B1IxvvKGbCCC1V8DKOySgi3os8CcfpI6oYICMCIQMAprRAOhkVvWQRHkDQ20ee3FZpjJBMvMTyU19f4NjIAT95Hetxnp/69+2+vrXP4awgFocBjLiGfaORXw/pbH7h0UAwVXg9Sd7E2SIAeatVraeb/xxdeOPGxuNTI4/7si5nuUbq3+s/n5jI8tW/0jcHzeyxvoG8sdVFUPH6/rey1e1/8da4apu/NedHNc/VuWzS2FHubT7rwPXjl2klbmNvCck89yHtACK8h7CAEv4F8AMAyDS57U4iFbWFl7Am+gd5i0OOZhpK+u3+znLgwCYbWFSvMHbFdD5HbbAUbBGoGJSJhtdG3ESstFXVhQTXsfwMopS+YWRSKcwxwuZgCpgUMAX3b8Em+R5ApfBW8toMDuDXQoRSSQcgDQFlHGpKq7nAKcJ+IwKM1E0Ak4BcPJk5jfGun/6neDud/+kz29+p+038hJ+sbHfEwD2soY+GV9vuJHCo40hCpJ0KI9PSZI5Mis+A4kClPJI70NkTHn0bIZzj0+W3fvbIoSIJTIEh0/UyD02DlBPT6WYdF/Ewcc2M1N7GkPFumUNF/NWly7PV1jp95i80a52L1W4+n2S28WUyRYQKVz9fj9ZVoU1TdfU7hV5KAzuF5LvMwrQw2D2Z6t7dCQ4XA98HJIcAMAABCEFZEuoEBABMLgCGU6zM/skghMPTCGNvEkNcTsdjEqx8kbKwoFZxuLhD9Ll5jmLR6mkouATJhn/qL46w5STNMJmrPmGL6q+1rI1E0CncYwJoKIV141V4Mhe6CoY1dFOJeNt5bgsU5kggQH+5ie/OftPv/nJLy/+8uwvL/7TLy9evPhLeUUJb15bb8IA9YNW/CesDy79nfGMDD4dPaD8P6PV5uEqjn7S7AzvIS79az/KFeZ6cjp3fyiBQijW43l11MMTvrSXt9uL4usTutpIWGSfDukbH93ou397Jxjg3ow4bbqmjyXjb4L0a3vrS+u4stq9veuO69dmZ+8Z2bLaai3mXsxqrVrN0yj0d3f3rrj9Mbteq8VyxNn12b1YlzPbq6UR2lltp7YTaZeWNrzOUaVxvba7g6PS+PVebTVc95ZqrXDVZNAupKEzpAeEt4GjFxgTNqNDOkqGAFD58uwLKJisxWzOpE2iFMINRQgx4q0L9+cKKKIrwvogjNOCH/QsKEYqfi2jSMagZALd9wr6uEXOvRL4hD5omYxRlORzOqwAjGG/hEflpLAw71KI1iUlXhr2Bs5hhQLbQqCpdX1W2lL2SidD1o/LMpUJkpnfgXS/A+2o9Ep8TJ4P9jMxwFeG7u6pDEmW7f3tftMMkFXh9p/oMo0BIJzMs1tjPotZrQXJAmILD3py0QVpEY4EAQTLk57CEgOk3SpcPKnh4JkM4YEPFxgSrkysMFx0ZIZLAtVN67dkzP+loEHsQG0YAMUtBSQAAVMiQJSMI6ABO0AhDWlhp/quzjgxJoDJ6KI8SItLcaCK4jk9W5KOq6oYcweGygRLxEqqPjsrpmyRvjTlC9u2UsRRlCBuRlkYIuZJLnU5ndg2Uu+IM3IyqGSCSsUltFP5yItUdijP6ZsgEygz//CTn/zDb/7hJzroqAN+3DcBwd0spwo8adyd4ujbr6z1mBwfTsZcevazjNFRXm/UB9cIiDBczO2ALm6mPyRC9cFIxyv9PmAovkQh/ax2YrEvBHMb4JO9CdIbGwYzsdLWCdIF4gVZinGAKjoXRk/+QAYACGrHODjQQihgVDGOCC2MVmCJAM2IBXCAJAYXasqGR4FJSbjEquRML+SajUmNdNJzPFCjg1mmM9NXTkOvcRPrOsD9woqyIdQpnL0sicFZnXxdrBSLKWDO2YXEGbjF0jk5Ps5Fd0qigj4dJU9/RFOZIJm5ceJPrAfyp7/97W8n/qDd33D/f99GeBc462//2ysTxt11v4FinYrojtzCI5ELV8n7gVfh6fba7b64EY3ibhjXJyXo961Dsp5TyyHelar1fZGnaHe3FjeytMKQdsLDtXjkVW37wyKL3LkK/ITzRohXJddkS48VQVgC0K+DFDNC6yKBAnYnGQAg4UEAQYBAIGERHa/QQUf03BQnAAJfYE3BmHBxkYGmohYJU8OPikKgd8YkNiV3zwWV7LYnSwWNTNECfKSbkqKmIAY8e6if4Mo56JeGTPrdkFDvdWi4S4UrigjjA+s4A04eVRl0TvjkkO2IAsTtoDBypMsylckR3gT5w6t/uHHiD394U19h4J8EhKf8HsirjAOkDdAMMF/VT+gfXb9knmXNb/sHzWrwjWYm2rGn/DLWcStI1sWLx8ncKo/+25XaI5V0Z3NIlcQknWzpb4v7BQN8svkAD6wLPLGSC/poBKQXpGCAXJjx+2AAgISr8gtUQLncDwuIOI1hAuwCWvgSCYyImglhCLSIqAEfThl8S44EWSZ5eE31QkfpoIkQO3yoQOS8Yd7prBpQBklLBXO4guyVHVeMUVFxg1Q63MVBHVEUc8LAAP1xYR0JXTU42ssZf09+6OdKZngN+A9/2PzTH07cev/zm7dOv/XxzZVbi8Ci3wRxL7B/ub+ubJ3dPrt86dL7W5+3Lp09+wrz4Y0CwtOVxhvz89UrbywvV5eX52s7y/N35t9YFsjQQPbx7/auLF3Xc3g9dA8R3XK12l5rp7abV6uDpvxxEQdcurL069re0mejK54PS5feglptZ1UZfnavtlSNW7mf7f1tcV3/Bp4SP29Gd+pjyjdlgFDVUtrZWoB5gei9p9fwFNVf5kQdeRPkwIM9ygDdziYIgGsZCgARhxAYbv1URiI207wOa0jS0wvPAkOgZcJLXMEE2RK8GJ4KwFMctVoFKTcTMaqr2tOSZzLJLhb5MPyZAEbOhssoJwBbdOBKHzXpuDzGaCBd+embyuo8ZIfYNiZSZiqvclaIZNoGOIEy86r53ttv/+HEjc0/3bhx429/u7F5Y1MAeMoMkHGAr/iXy/PVVjNv7re6q/WMUXyrq/VvdxrUvm4mRH/hPnKHp6i6I4lPAYdK1u/pSeAufeh6XOnv/RGm6EPgaYf5JnjpZrVTAwb4TNoAN37xz+vrq+v5+urv761nlQuvX9qptTZWa7XV1Y291bxy5+77isw3Wqv5TnT8Pqm00wLQzIWQMwzGoVy2MbOjAOjfjUsMwhlRoi9Bv4ogSDBhisVv7DCAiHctzKpAO2BHiUgS5Cs10IkYeqSMU5sZGtDcIUuQTXGDROUU8CU7MnTjn0ERlA1IZTN2RhnIgETgZhigfBi2Zlg3IlPnDk4oh6JCx+o6a8eEvr6ProxM5buWGV6DC+H9N8u/sSNcDJA3QSauDTDriLiJ5KzRMKfHKP5r/U8t0Z2rW3ONR4LXURnetsYyjYqPzZHx8fNIHyrNhESVGjrEx0F9WZCGDjKmqyEVFaST7f1hsVEywMYTLXv4zRjg79/9x0aW/b6e/X5jvVFpv3+u2srz1nrtXj3f26s3KztXz4qz1a/lAsmNYvGRJxNeA2muBwMcnhGaa56cljEANJRAi7hmhhsIUVQ/gSX/MFA48zD39mpTDNGgmWKNadG0B5TA2lCREmiKeWlJCXe6E6B4UtKdwIJvTgeji9SmbomUKpMwa06IGjr6qrBoAaxyK5SA1BuNQ64SXClsnACNigRhJcwZx8UglSJdlqlMjjx8PkBVgTsT2AtsUX2zHAr8KHlE3bT/KAXJiEYxxpg2wIaY0R4MsO7Re48r4+MAH1MeVfCn10bR98LoeZ7xOlw5I7RQwfshGQZAQAMWJAhwZ6i4vBmcglxpDZQB3wRYowwLWAkQI519wRiJDO4WLqWV07jnPOB5xMgZDoBKQEmeqaWRpIZGl8zUDm4YOBvFwKZyB8LEFWWKRM6VL1acJOWQOpgJSbGpzdAhZWHTZZnK5MhDAVAMcH06DvBoYRyg3wQxA2zkT1LFaatGmZwTLjpRzjXfd7d3OQzGMnyHjDFAYwX8SBhArZV9BAgbAhcSIzR7CtKEBkgHjwOI7AXkgLVE7jzGRLRQMUKu1NqGHjnicj7AFwcsOBl71DGv6rCpZ9C2wFBrsMeqChw2ZUPeouCEZAxP5HSAbi6AwE5RyQIRVsZqKvfo/8RUJkIAwDMrZ05s3ry8snL/8s3LN392i+XRQ3Yzvwmyxltf+mNe6/v1S90SVA65NbiDvzWh+SWaYagN6d90JLe4qTrpwx3qv9r07LCNS6lbeOwOfpDCHDykUXwSAyjEjy5MRQywHAf4dGaDmVihsRIEZHVgn7DCBiXXj1HIEAD2dL8Ycdjrogmz9PskigfM6Rayj18tYM90zL+sbjSizMvQJEwBJJUTLdsNMANkDLXGKyqqZBMYS74YDwLp0vhuwjxV6MjSsNnvyBt6vsWhq0ohA2RjS2SmVNwGVI7RSPdGQF0klx5GrErGVpgC4OSJGeDK5okbZzbf2ryxubn51o1Pbhj8kO1sv8c4wHxd/Ebb/nquChBHPbY+MkXSt/UhD9484B38wUwkCqAy5ki7KIL24iVS8aoVaXNcbEN62scn3DbnrDzR3SEaRYhzRFd+68s3ygDjBY7HFBlPrgkXnXGT86YaHDNCDxd8wG+GALDdq4gMAXNmgMKDeFfWLMrwRZiQgq/hoyB9crty6fCIMD0TaAFxJlho4hX8pG5kOFmBrxL4F3t8AJ/UvZkBYh5Va0RWKBEtY+xT/TkMSI0i2Y6d8MaKTUMMXeqUnFKVpkje8dkP/0lMZVJkqArMikjFN8muHm4zwKc8ucEPRkYYYP3RLYkHJRufDGFSJdtfbzbWoYFCQjPA0XKXviEAVI3BIGBAEADIYbIHgkCMgicZs0SSTPukbbZftNkBc6iROHXRQrlMyBQiY9GNDFuDphnLwBo0CdNeyWwbA8WyH4bUUsN7mFuUKzasQeBsgBREQi6dIVk5xvkqPScYyUHQ0hTFjPJPAXAC5Yg2wFgbmDZAeoGnv9zhkrkXWAiWeoGfiAGKUSfXhEu8BcJYQBZCrs2M3xTFAz4EgJVORU8+iEOs9qpNJroU9Mg4pHj5DWiBcEoCcAhsAqesVzYPYsyAgwlgqiO4pLeC0XjutbDAKNFSNg6SaazbA1S5wRENB7uY8mpLwwaLyrIhjx7k8LOnJNSCZcamYZ6mrUpupWj6s5E4WV+EsX+MqUyCuA3QmBdi+hcLo0tSG6B+u6kcImaADVWJzQDXn6wKnK9/P64uExfq47GAjbx22KJIBwFQD70ZHuAADgpodAhUiEowyEhfAg29gJujBRgBPmZl0XIIRyTAZox8wQwV5ya+cDCQL6DOxBGNRCZjU4RJWerrTSTN9A6FVCiVJLmTlu2ga0tWkUe7aKd2PqEdW8rYGaSTRdJVmcrkCAB448W3T5y5fH/xxVv3kcA+r41OG6AY4LMfBjNaAPkmYkypGOCpRVoIzQB1VKmYP+G4X06ENjUGK6aTOvaet6HlqDD28PhjXaikF19ZepxvFu2pwKDqwVl2CADqgmg3BoCpJQ0gEfbAk+wEH4QV8gIPJnqifYCTeJOiCCxj4HbRD2EAMmq6/U3eaFUU4MU7GkRbR6CrPbkEOSya5BLxU6RCEleTn4zMOIFWZ2/SmMqJdoQpKIZdK1S5E+3ANjjnajZ8r8i5OFf20k5XZSqTI64Cb4oFfnr//ub9F9+6tbIpElhQwDQbzDP/5XbvbG9tbV+6dLG6u7u1vdWSc+vi9lbMZPfsJMtqQ+8C0zOyvp/tM1Wqdp4y9aHHunZ0q+iT2f04WyNrhgkRUEjocT55tl9vNDO5lFg7mak36rby6CPwB/jxQsi6HvqZdBFG5AAACrbAjdgJW4wayS16REyqgWofoXIG0YqECookKLHBvAyB5nK0AUpBfNC8D2OpIp08UseAUYsMwoTAzo10IFfJ7MhTjmCpKRK/509IgObcSUOd1++OFKwSjJR18z0l9iaHDBi7qSanqzKVyZFBG+Cp6PzQoawBJwa4VUwk/MykJdzben9rt7rburO9u7W6+/MPwMTdFP2spJ+1/udiY50mMdYFbvpNWVWFi90jjg3tmFpgvRnuujuZj7mBt3zJEwN0lHsfm2PHj0q2Tk742YUZ9/A7/OFH+j8aTffG7+uhPhQA4YBjDBDQgtsFA4MeOcDEzzHGFmgZrXlCLZgYaETFlk3OGHMXQBL4JDGnon/VkOa03mizsxH7YXVYMFyCiE6tr8ho4nQGT4nKSpz1gw062JhHNkI84sFehSkp+zAXJoxyOuDyVrBBGgkJSFdlKpMjR3SCUP+V7Gbr9ALrR58A2ed1NCRqfN/mPAzHlIIBNpgbgLrhPtRIzKye7Yszwa/26wqRX8RLe9d3/eHYZJdG6eDGwjE3EbPGejMjrWdnsSuW67DbNkc/hIkskpP5oILiSEIFPupIhk4l55EMUJINAyAwlKiUu1+BwAAWXbyAB/xGj4IAGjBAptAO1BIVBLQEJKnWLK88bIQrPoCPxGzsirydZ1Jj2J43V30jA2/aIalLBlyMflz89DODZ4rFDOkdQDA+/CCi1AWBwfecnGDca1iRdroqU5kcEQAOCN+I0DWynTWO+S5watB6ou17K30AEHTxq3ACmEZevb6b57W8dr2mg775vdpqXruHL8+XNhieGAMWGX4ocmUAIqV4lUKOu6HeZECi04Nt9Ez4aJYmHV7bxX6THBnuaFViFOFE2qGuIsHzHnoUyCuVM/RIUD32RwHgCAOs9E2lAgIFFIlz0SkilzEDMFGcSBSwR8VS2IiGaaNhqUJKkptqCasAI5nVznikREER2YyDYQT6h4oUKYGjEhMkayJdMyabyJh8PawGeKXEJqOoOysbUJlJDMEjrN0J+ufWxKJnWOkMf2lzKnKbyqQJDPC1zRsnztxnJPTm5oubm4n9IWkc4KM7QfprTzIGLuT7e1t0str/vF+MAxSaCJlOn56/fWVra/n2/J+r27f//c9/vj1/+/Yr1Vdeqeo4vwcVi+Y074x95lTCsyOY2+EfQ1xDtWaTMjaImdvnPFpZW1iG5LEXvtoJTuZZMDmaDtPYZhUg8PRQP7mpxM0AXRYByLrHAkDgCxpmeAI5BCXBxYQHQILRzJhBdLCuABoFwedM2RSAPjiDVgEzGChHCcYKIQpNOGcPeTtNKBn3sOCkLh1hERw+qYGHpE0te95HFzR2o4x9QNHRBkwzT5dMYsoaZBFN6VtPeaSrMpXJEQDwBq/CLV6+deHWzfs/u7UyeBOueBPEf139vB7zQfG3Jxmd/altDsjMybqv/Om29FXKCHuIfH8B0FXgzK/G5jBAEbvqdm1+987y9c8+267eqb6xzWyG85/VLm1fv35lvmZWFqPpxKvqAX/aoFnB5Qg6ziaQwhDcTH6BFE1zBPhVXWngx7JZHjGhX+RBIuWJBfy8QoNHW8JUjuCry4UuQQ0dcQgAO8djgKCMUACYM/AIN8CKIEhggu4kEy/8IE8JPnKgLgfoaZgSydK9R7MfUrQRRgYGQQFlQkFASM4B1ZNfaeUPfYXLQaS+5OVCKYnyoRTKOjhh5Kg9QdJxUTkHQh3vt5HJwow2WhwjnQuNbRV5ygAnU9wGmAYCnhIWRk8IAXxTG6AZYPbZVvXO0tZny8u1K/99a7n6yvBcpFLIKo3rO7XPru+2arWl65dWW//w83vV3aVaq1qr7jCU4gj5Hk8T2WVNkIbQyOOChRNADR0L6yJLdlCJDBcz5tsNeAURA5FgcwoKvqVgR0dYchzhpjHPQCauNtiBpXIRXRhybrzDQYAIImpyUVSATgwvGvoMe8ZVeShMVHyNnP5CMLW5ATKrHtkGOAaAUDN3F0CQzM1AAhDD/Qd+/wO/UQe0AJPYGZNQMGeTrvBGfsgkXE9p5ZFBGUYlkgA++mKTr5zSg4oBR8mfQlIKH5OT1DRWyi0AjXkDjW58Uzy7yDbKEAdvlEP1YOyFouC2yJsRMtM2wAmUIzpBkqRe4GgD9M/P+It+VtefJWseDiR+W+ZKEBsUpvXXuq16Zc2vw/ce3ob4/b0telnrT2+BCQCgyJE7IcST6vtNfdcZriLo8CcL+DPvcyOdogQ04Ik2szGjEDgEsKWkB9z6OkQJMABowd6EacYm0ziztNTMWKYU0Ek7Wg79SVGUJ/zOW0Y5sCU2qHRwSgoLdVWMzkM//0MBsCQ7sC/BQmJCAgL4FqBBEF5uqWB/KQ4yhy5qgiFBE8mMM+h5QxQkZMF2SksSx3BzcrNG21x06mqDvzncIW4ZdL002XR+EYvTpSLCOIaaUgtVnVTBYdywZuuRQCWPAqrkkFBtxKtgHpuTLspUJkeOAsAghbteEyRmhH6oeNXGh/bLMvCX4bQHtmLBx++h8CbILd6RpRPkuZN0EQ5IxOmXRUTmwAgBhjYhR3IZGBQOfPDVpXREEY2ukcWwETbkU2i0qaWXQwgy9qGmMFFDIMpIBoWDe0X3czgVxN4zqybaV26YJhHvkkhLkSqJduiqeMkA1WAbxbiHAJJQcRBOkI8ziGq+3ASi7JORYlyTqUyQAIBnPrlx4rXNzRuv3bhxZnNT0JeqxDBA1gVODPARYnxDeM2BI3hYskQ5tCkoQgb7cH0/ZWg+wMPeDHtW8shf69t9EBM46vGXtA0SwYoECcGPYrSwYIbhgDiFDoQKhsyv4qUO44ePqlcauBQFDzPOEOSmtaSluAg3A/TsBxzRiFjtnStDUjxJtDQAK4eSMZEKj4Eya6pwK1YpTQe9S7gKmDnUgU7pbMlERrHlaMCRvKwWZrkiU5koAQA3b944debWys1b91fe+tnKx2k2rGgDbGYT8SrcZIrfBWb4HlXgFPbshWcxOY119gz9gnpIh70DecQD+vDYgSQADH2jg/aCBe3BIfgdWBKwA2jAj4KtRQ8xYGd2JhGKOB1cTJYS3LimSVL5BVKJDDpW6tA46ykL+KRj3XMcttPmdJEUmJSi0jvcms6RQoCD0ZiHYeAcPV5gMYlEGzehJPRpeZoa2cdaTFmjiGPxiKl8twIA3thMQwEFfbEecDE4MHqBp5MhHCFeFS4Y4AQB4Ai+JffID4jnsJ/0kKAheXjskBQAGHkYURimZwFq2AAExWvvSqequLggfq7SQgcJijEwpAPdTODApdTkR01T7Mr1y4rH7RmNJHQGhxk2dmaZpKf/wuaUEmhTAoikYvU1W8MtW2Z/6CkgWJxzthUFcjAUShxnV9i1RdIJjON8KJyy9mWZyiTJoW2A5dDokV7gpWqtVru3U6vl1z/L5dy7ooAWS8TuVXeWFJAv1XaYKS5fun5lV1Gziq8u1fZma7VdHBPw7sbTlS7jAI9mgM/sftdzmFyUwT9e+JLYN9BJMu4flYfHDksJgJWsWJRPIgJlD1BQAAeEr1PQJzOsRAKFHqaF0qGcpPNoYqkLvYI8AiugqQLMtEgfjCtyTErQsGQusnMOZMIBTX1lyuNclGiNzmhclDHRQCUyA+TFD4dkHnNI0yaFC7TTLmLRNE2kWMmAz3fKACdQjuoEiSpwmg3Gv1yv+tmywK36mQCuurd7p7q0vFu93qpVd6tLu5eqtaXW9SvV1vXqld2sWlXgXi2/cqn62fXq0vXa8nbterX2gxsH2ineBPmW2gD1dCXX44lRo3R6Pyrh1zPpY8iI54A8NHJUBgDIonwFivmor9DB2MQHoDHJA2yEJ4mLmTz54IQSqUAc7cKAVazlqQGNnoY/ZRc9vbTXJSVjkFCq6JpQAhzOnIIYkuXR37xIndCYvVJTNqBP+WqHtiCNQiiVcqC1z8gL8JERecJgsQ3J5TVn012n8bmkyzKVyZEBAJY9H+J/BQVMs8Ec2gb4/e28fWqSMQ6w38g9P2gKmwjhaUvOcIz+gAPf0DM5qjIqj/XoDgGgbpJEATm6GUzoEHjjJjLACIAADg2DsUcD6AJflBITJlKBbgFp3rAC9oRVbTYdmQqMFIARJ5ODdHQphyoZUQAy0Ne5uSQ4U0tfykluih5A61IiGJZecMrIiOQumpOHrTCHTN8EmTwRAIJ8gXgDV5oN4VJW77MmSHn/qxbbZSq673Pf7dMTvwkCA2QYTAp7mqLn8qG49BDR4xZHGxg3kiKRgeLR8rC4YQm9YQDEvICIp98YFHAjfwWCRMXW6ABzSnVcAYfron7hgiB0AR/5lNbk0TZN0sQflRBEdAaSoGd2G5XkCnRSPgZcvsSKvyvK2ngjf7IAsjzKL1Ww10horoiGHOaDMFcZVjDwGKmcMPygPnrlJuXedDqsyZPDqsCDl4FHGGDW7rX7LIkr7qd/9mJx3OdY+sPvAqewyRCe5NJ1CICNhKDBk5+8B+TIiFGB36A6BoDaDFPmdvIErUqwY9iAH0UbnRxWSyQxsTWJ0plFmcsVLI4AIY2ZIKaNkMoq2hMNQbaEoociyg2MRROg3CoF2m62K18vUSnIRD6lcPXWjA7cJCwFK6nHxBQnppScSKCg9TlLR7nJkhPuHvNCTuU7lASAwryoAg/NhKCA9CZIPBuDOm9Q+SmhNwPkNYrJGgdo4QkPR/qOykiIH+2kflCOCh+XXtIcBsAwDL0KhmS3QMQtf+7VBRygfMRHiHFIe5JGf7FFgfTKSkMeYEkpZQp/YoBGteg+jnxtLfG3QDFwigg2UEvpSG4CmiRMu8y2SEOgrJkr8vWJyGiAn8+K3MnL55ICgggy0FFJKAcQn67KVCZHAMCy9e+AjMwIvdbOmdRJ9/nKx7WdNU+r/nyLAPAU8wF+q22AT/jU6KF1Un67Q0yMBYEYyTkm8duPimAhucbElYISAIET7USvTP2MCDqaFlFHBBpgTX73w1FuOku1x+BMZmsRLyAzedQWxFCGlCLoGLAmj7ihkQbPoLM4MgoHECiHGxOdHTFxBE/TiEOVii5fMgwYJPs0WpGCJrORAVsya59zis2JicNAd1pnmjwZqQKP0j/JxSwfzAeoam+908y7le72pYx1LJ77hkAB4B8WG2KA9yatCozw1AaAHQZXo2F+qA9TOyytlA8L9ionkgSAAAUHPf7CAWFFoIHEtIgwESW39RGkHTrBmAjQ0ct+oCgtSggZM86UyAJcgjNuO4QgGiYdqYP8lQ4UMKGg0hcJrcQAmRKWTfAUKq/ca/IQLhMKUwKFSTeSRwIM0HxpC4S7WbJkgEUMyeUn7tALPJVnKgMATL0fQr4BI7yjH69oAzzY6zulgFSBmTRl4toAEQBIP5x3B2U0kEfa+zE5GIIcYTKJAdAYgU93EHRLUACzg5dpB4dTTMIHcy1IFKPwwCajlSlgolhGkUgNusDDMCMlkltdGENCmJ2z0A7YA5iIT0nKhAUiKl+g1y1/1IqVJkKjy0ZuSo8G/HBQEiWQWpQNfNUxjBOMccipC2+3s58ywAkUABDoGyJ/kgICxfQYBxi3crfHSmQDaU8ZIKvCMR1Wa/LaACU8p6DV4XA1HFgimlMM5NCEkociIACY6VYJFYOGe1OBB3DC9MgOkIMvY4+BMjS0QZ1E22Bdbr8zmOIrUxMS7At6lxr55FSY8cpY61a4cBib8CbrcihFaQ4mGRryg5YqDMWK5PrCLiljhGrnsvh0lM6Qh1qktCn4XpSQE1D5bcVXZCqTJMNV4IC94XEwF/uNI8cBTkW39dIfFrM8y7+lYTDfVHjwjgSrYagbdg7ChzUeQ8wAVfUNX7AkIEOIBrsSERJcgCSOAHLM8gx4AjHjSKJdhiMABZ9AlL4TkymFpKiibU978pArtgAmMjUZczY2n4gZIUQFdAHQIKKKywFlLp2TY1c6dBUrYbLizAoqSk4Eq9AxOypXEQXcxNsqVeqpTJoIAEcqvaNM8E50gsSbILl/ySy7x3KMHMLCcyyeDaYhBJwdAsBJuix+FI8q0VDw6KNZJHmiM4lV4QYjR8ETP/xADvgE5FAsSJRRRAgDTwoMMVAYcFBIjAxJCwybYpFK3pLnJXSRJ2ERDiLdWEg7YBC4ZD1lr2ja7KQinhbMkCRxBKyVG8mVDZAH1jkvhTHHizJwLgqztcBsV5kxk8oiPVoKwU7t0jWZyuRIyQAHGDgEgmKA5XyA2fL89vIby9X5//3O/Pz8K9tX6mHh+ZJ8N0lTnszvAucjbYCTdZP7WU/uA1JGHNBwssc/E5E7pQoGWAiML0if4ACWBJzIuFSNgEBQoJw25YrbIVLHE2GCD6UQfAn2zCEJjnoqKCMVKXA0BoFH2HGLomOEXdAz7HBmMhZGI8+UEiZKw6PRyh3BUV7jtA7eUwK5KYTLSHJSl8xPR8cl83yBRHvTNZnK5IgBMNV6D/YCwwCLNUHixhH7W/dKjwp7Hn/Py6d0lXRxTt2Xx+MAYYAj4wAfHzieSJTNI3PiiTxaK37WYcdAHpLsCOlVuh3fEqMAaNIUvEm4IqgAxggx1RLkBFoJRSBe+pqWGYLQ1kYgcSAWdmQJ/cCUQBn5jVQBcU5vyNJmKmd2VpI8m8ewvr6rSyOimRTUMJcxJSDRkDkZw340HFpDyEwOEulgN5ifYVVnAJdVNAalFnxw2pI0gZIYYAGBY7KbNcpe4DTIYUh+cLO7HEPun9q8f+by//bOqU152l4TJM/y/LEYoB6L5PrWhUfw6NwiQjoHhcf6ccqJfuoiG2OARjk38YEXAgMCQCwjWLnJG70RchEiSgWw6CufrAAkUC7PHoO+k5kAKkXBF3Wg0Q9VQA9appQ2mmqoSkXuCjGRkziNDSAy4k3ajpeZYKOBipGHr6vEO2M6TvRFITlRQF6bA1wccpkywAkUADCIX+yjQRA8hOZcypr0AqdxgHv38qGV4Nq955ECLr56Y/PEjc0bBkCqwIkBPk4nSPHO2Lcv8aTG7jBR6OFxETQah3JyjknPo/3iD7K/lgAw3RzBg4IBmkGZnRmEoIaEGVlgZ9JxfOJTYo9CIYhYoBSdvKZT6AY9U0JUBwBlFFIGwJ9czhkzQjsnJgfnji7pZEShkYqPC6Yt2J4KJxhVbHA/RVi1lHQ+NmZP6ne2agA6xfYM1wqJSzKVCZKyDfBQ2fVA6GCAWYU1zSIV9/zz+Xf2+ebmp5vIijxZtnNikWWDHgsAOyLTT2EIpZ+mEYQ6RHjAvbMcUHaIwsdkEHJYonHpSqu4GQQ041VgY5Xn0xMIiJMZGQqIAjpUPzQfFFiBHDAsh0o6gkHXhO0PZief0QTQgViFrgyqGEIgqtZGuqi0SsE9KyinyEiToEqSyhKTqRrP2GQA5HVDoEsZTX5FBgV0mtomJHU+aAXh096iMkuRok8Hzk6eJACMJj/vozYcfHA78zCYeCC8WxPw8fzyd/889mqtdSvdbqWjg6RfjAN8zHeBWTTlqVy7RxsZ+uk4+IkcSkbIASuRppCkMK5UiG6GTvlWuKsKowAIXIAhQht3aAgZaJYrMQ+CJpBwA5oiUhucEmkDM0EpjweUSlBGgEmw5mE0AJssglkY0C6F0KJoy5GN9iJzzhQIjCBIppNalYTh0aZIBTmRLDoskThSkgFWRFFxhn0IIPkK66KUFM8mBgwyXZOpTI6MMUCj36AvRAyQNUFiLm9hXgI+ffpUgZ93WcuW/vbO/nrzsarATKTz9NizHr7kOlR4ONOxFD+wRfghBg4YRPtwwdJgVb805fsoACqxSZPRDwHLzKVoLwPJ2m7fM6IINdKEymlTDCgIu9OB3l8YGRpyCo6EKqCL/DJm/NSedLaPitSV1vAFGbRVQCuCfMCssY2COk8XCMQCCJ1LbBTeFigoqQniKG8Cvri6ykEHG6ZoPiUd0jWZyuSIATBa/Qx+QQULiTVBhuYDPCiK0hPwHOyLV12HhDVB7rNMb+ux2gAloOBTkUeaKcCLJ3NIAo44jJsY1Uti1XFN0g4F9dNtMg6AMRgPEZ8K2mXY8Ou+hhCjB34gxDEgmTd0IHIRYmQhhb1SloIpIz3HOiZ9TDgbUC0a9gxOhCeHq8FSUeHc6yxwjG5dmY6NiWjMFt2jG/gnq3BPrElXGUQ5VWjBuBNRChfRe/RJi1UC0zWZyuSIADBh3ij0hXd4TZD+WjA/NkFBeFQbVBTdwdElHPuoEg2HaC8bYyGSuCVGw+OVyfAhdskkx1FNUhd6ZeyhmpQo3IPYIqzQQR5W8lj3M0JDvCrcfmN9/7HeBFnrjxj5RhLX72jRY1jqDFyF8AgXuyRHPqRYGhaSjYRkxUmNAWC8TxFtdoY6jtFFIXwhBNLnaO0EIagAFlGpVICrkq7AwqS8Nx4pwHvjViz/i+FkAntur5N2pITdYQDF4uD2OZKjEQVQsTzsmQDtlCFGIgD6GkpmgL4GpHOZ2bNYnFVhfLZboOeBKziVSZBUBY6GPx9AvgIMxQCZETp+OR7/g1K88jQix37AD1UMFJpwAaXFAP9AL3DjMdsA+0dcy29DeEIL5wDnBsJv64eTnX1HSpiyqpOkYIuAIbkOVoENfdGi5uFxNM8F+kWt0cAC0MECFZjwRl8wRTACPQuMBGesTZQsClr0pb3O3Mt4I7czUwRWEgdzYqDJTXIqvg/RJ+O14uQjHUltxykdKjdF0kZhZd/5h3GEnFwEnKRgJ14Z2TnY9eWHVaSm8oxkqA3QIJiQkKNQcJgBPgqXlueXq8lZVhaz+fnlRnKXbYbXt+aXE/CV7Uf9z+YvzSZ32baYzy/PF6+blBNpLP37/Gel+eK4vP1KLblLzfyN5TtFkUuTny0v3ylSF4rZ/BtXitRlNnvz81d42WNErm9tf5acFuYDfGd/fX/9savA353owRvg3ihoIcOR8RkKOSBEFtuIDP8NjgMgVEt8S4hl2iWmBqoJI4QPRANNBiC7TMlwWYLRGVHAEdeEqbQabsBAo4wTUJOF1Jl8OT2mgLDIymFy4sYZ9BCPsywLCV1z4522oIklvwsiiVOwKReliZwiC22cks/GheA83TzoEx10Fk1lYsQASK+Hez5S90eBgsWM0PHXdXinR/Eo9JaWquUgmRKhdq9cPxCYV6s7BfCVDHCpujv0JFp6/er1O2MPmpDps2ptnD/1qkN5F9JY2lkt7rjy8VRddXfoWbX0ry/VDqTOq9drRd4lnteqtRJnMc2bILQBqgq89+wAUA9Xch0uPH3JiWdUeTQxbp5Vy0hMoUgs26iMDPEdBUC3lqXBL2UvROAYmQBhhAAmDo0GN8NMgJsZYAEv4JLb9dikgEcJDKjKxtbDktQjOgpMNwwwpaJiiRSE2lQRZ7O48IcSFs0DKQmkjtySTy5eTbELlSg1J2WzCjJXFAy6i7uiM0vXZCqTI0MMMMkwEYwZoaMX+Ii/r3E4QQ7tIB5HLWTQgzgk3cPqxeOPHHJ4P/Sh+aTjiBxm8tCTPDS1Jav94dbjMEA9dMn1EKOPK0NGDxU/fQMZUSamCBjRIpiEhfEyjpBRRT3uyRVyBANkWJy5EXVfcMEghctELjYZt0NBwIi+QbLkZjMhMy5KQ3qGF/M2BRlUyQAcI60hciBUXqmKgkxSJYiarZ3xpooLiRUCVDRFO3OH+HIIwtuwQ+dDRgxedCHpTFaoSx9+eCpqpJYyFyJdk6lMjgwBoBv+yp3JYFoVLu5wVXM6PBbp02/32r01CD8VCUFZL6voZuWm7PaZLoN/364+OOXhbQFaROSiD9Ru7ChOBmSrHYlkp2+9vmxGahvCIcV+uwxsK5gcMdgJp1SE1jwh2lE+gnzzugzYUagVnTctR0qtAkU2HYZ2UdDIMQpky9zzPm8M0VjFFREDfCsY4OzjMcD2EXz6CcSlGoWgcRlV4HIkZziS73AbpEVw2Id/1F46FjIGgPHKrPAgKr5gTnAswEmX1x5dTwOHg9wUx4XWz+TsAiX1C2AKIAV6nE67hHcmXzAzTPpOEe0kneNlm6SmlxHCSShIThnxrSWP81aUQgPivHScwxVtE2woa6NpMvKMQlAmwBBtSuqAOP81qSjPdE2mMjkiAATujHsH5WK8C+zb/eAoEAs3Rsh+Okr0azeS85iixPsPS+I/7JCBmu69AwIXSILN5BySMsgVk3Hh6RoX3/zjEude+9s7+/XG+uyV4wEg+CF5auBn4VFOzsOF0o5oROlLR+webgMjYceK6eBgH4dknAGaaAETJlJAgveCNAigDhFq6mSkMqVTsohCHUTBgqmVGWCgS5ArorQBUsZVJeA/SnYUSgL+sMJOhBR3ToAhP6/ZHmWVz0pRRgL0p69s2CiPYJGaMIm06QRI65JERk4fOZOVPLaJmsLTNZnK5MhIFdgw+NqgCfDEHb8JUq4JYsl3a3m1ViuazTImBOV1sP11jnLVhVAslCF/gyXTCJNH4nh/lIZJBIRrRZA8fPmUYY16spA1K/0UNvg09ntJE71I6jkL7aFAEddo1FVKHZ1JXubST468zKZRz3rWI3H5bVaUTaEb56BjnHvtb4t1Ke0ttY7LAJ1Q/yXfXRUY0VVJrpDkT4E6jMUfEFTiaJwwQnjv2BE5CIBAib6eSAoGKDHnIkywYJ+xSOxNm5wKVJj2/pcqp3QGa0zWok/Y73E4CkPAkhNDIjkapBzsEjg4rMgLJqPAP14igIYqecKNYcrFny+Nl2tQUAxFORSFB1qLs8goSkA+3mxMlBC3wtM1mcrkiAFwgHhJiorwxf56v+gFLprHqtvby9ufvVH0OgBX+tZBmGx9XwSrAdjZVQegBBYiSRCvhnExazSti7/etyLzCew36jraBCxNbqlJg0Cl0j0kVzKHEYyuhUG+kb92uiHtcRGkS3hDYeuE2XzTxVsX2XMI36yZypBVrLePnuxJVWem21mFEmSmU2yQPQ2VAsA/3Nf57teO2QkyGAH4dEngo8R4ldxJwK4i7FAcG5GDGvJ7i8+wjAGgchHoCdwCqMA0Wk10VeUQQVI8sGZ0EcwEJzQsBnSBigF/AKg5lowoPrFEvAYmXKRFQ5sDsYMXw2FCm0DVmcoNXGEAjAsIlU0Fky9OReBOKEuhXBTK79dZZAe9SKhvIoKYMFuMPLAtbT9GU5ksSVVgMJBWvzEovNMYehf4sL4J4aIZG+wKbBAWrYMWQFgEKhr4W9fPX8dPPCCjaIXz/6uj4AofrqihOhJ9EAeLlY6InAELIzgFW4JPDIKtViWw33a+sQndCBcD3LeCAZEyqXg8AdikyCR10Tpd9CKxs1gXCFfkgVrq67x8HvDhvucD9LvAEzsMJgmPanIm4elNzjEEOyA69+QaiJ5tAYkwRfgEEg0a+A9lgAAEqAEo6EhCEAkQkV97A4uYkr7iTZ02kASiCFwiqYcIul0vaKTb1kgeKQ1k2EkoZ9LlpkYsUgwiwopiSECkVeVQkAS7EMNo5yVjYxcJFeMOmig5UOsUKS4MQfiCASY8lyZIiJ4tp2sylcmRqAKn4S9DEo2Cl7K8ZIA9+jnavQF3absbltc0dRv32oIe/cz0HLirhHubQEX3OtzNzGnuG51Pz8MUup2KbrNOj1bwjrTkTTcfkT39a7v1xv+d2ZridJvRJOM53qSdtXW/+a+1o6yUHosYjqy1kY2CXSbiWMwBY3wp41qPyLaNwy88sZOK7goS925XWu4O4Zb2kypzOvgKiAH+z/usCrc6+QCo0x1//rgGPh6IGRKe8uQciMLW+rz6Jhhi9SN9dHcke+MAqA1ggRSBVRA/HPyWQAM4qpBAEemacMUW8GSMCWjyhqoTEe7qrAtZwJTZHFAUkMSmoxkdAYTImMFPzgjlBqRPJNIYTPU1hhIiPcqhPOQkIXEurLucKbRxj3JRAp2htOXSKds6Ki7oVCZNRtoAgT1tZSvgqUsH3wUu2q6eXhvW91fcBvgEs8E8E+EhTM4kIEccDkQVIgBIriEhUI83veJyBUzw1Kf/xoMM0HBTAhRQUUCGDQV5c7z//oIn+kvCRNDAk2SAKCUDi1CXeDCC1JxP1FUDi3BKhXCgM8ogtcjNfLKw7qwDJeUT6KkYMowefmwSmEqeToL/0wDfOMNQ4q/Tp2QuSEaK4593KpMmJQAG5RuT3SzvFAxwKgekw4zQ1NEndFW4EdFTGAytEDxl2GG/MCkOiAIZ0zHeoSmcEFsWgz4AgMBbsUHCXauFIckJuCjCX8AL3DCzArekI+wwzMlLfVsBytmQYvLmCEyGiJ0pWHsnCyUbcRHkDxYIOROLJznNc650KBCiqIAohpEuoMt6mDSgBnTGBoVVoCoaZZBCXLxUTtkJa5zW2OWfykSIAXAAfkNtgARue0LUNA5wKuPSz1r/Ewa4P8ltgOVzZ2AJJx757Chjx2RIeSAEZsW0L6PCmDk7RgEQ9mVgAUCoRYIcbuGDKBlHgrwZYIQWMCuhitkYB9DLUObBdtKRW+VwMPDiIqEJ7hj8nKgw118zw2vTDOPVLJ1t9CKTg0DL5jChQDNCeYAvE0C0o/AYJw6jHLVxEjLeiVNEUwkUqE0eg7ZNS1/ZKHYqkyaDKvDb0RIIBAr7Agl3u3U6QXxnZ7lvtGI0zFSAAzHA/fXGeuuJX4X71p+JoXdb9Ps5P/2KSAThTY6BFNEjEj//YTEhIALHUQA0AUs9ojChhC/kAGQYR4gxcimC5jha+OgNRg2uSLi3pB0S0Ei6KJZ3QcAiBzAJB/mHcbITH8OrSOkX+aPhQJqRYY0FCaRkCsIZXM5F5WycDo4HwSOCxASl7MMA0wlaxX056ZpMZXIEAATsBt0gw3XhmBE62gAby1vL15cvLf/79oEXZ59XyZgRmjdB8qWcx/65kpPpIgykI7qnA5ERgAjvjD8BZ2JCMDMYoGiUIAJcAhehS0QoRMBknAQ+FExibaCZsAQoEpoAfonZ8e4PIo9IaGKStmqICipJmLAxIDFMEQn+kZO5XGpEBKEN0lIib8Em6hBc+RTuMNPRwF0Q1kbJMmrKzh7FSOEkRKZrMpXJEQHgIa1/b6fAeBc49QL3co8kyad/ZIUwDpD5ABkjM7FV4G9HDj1hmE4JgOk20aUJ5gSwCFeEBwkb4FUGpqBxUX11ry4U0G17uKVnw5iRXw6CZcnEClgTXMpOwKCH6KXgyFA5gpRRCMEUkWZwQmDZNgU0xQM6QT5ZIAjgUhGULrYwq1RGan2xp2hSu9Rgo8wFN4wclZ5swy/A9xWZyiTJoApsMRFMbFAYODIbzFTGxQxQ/wmMXXy+ADDLDz1hcCABYNAjHxIgMOQJwpbQIWOamFCBpXEwAvEJUiUXjYF0swIfqXXODXCGJ9mRQoF9ZoYGmlAOLoZPtFHm8FB9dRDZCqDgei6KwoxrqQbtnAG8IIneHEu+zjJOxCpwWbipAjxQ20kpIwX3SdrtyzGVSRMDIIgnuDtIBdN8gI/+5Sbrv6196Cwzx5THOJV+MEAx46w/BUAJoz0zAJC6q3kZj70b8QCpAkNgRQwZVjwoQmiKVZBIlDSCT4EvNNypkpzewAVLFBoYGJtSOZ+ENGQM4oE8DP40RpmPkYHJnOvcJAX7CEHB6oX92OugHFKbIDFWsKryCN7HCWIp5aDAsKUAObpBDyGahKbLNJXJkTEGOBD3gmxnDXqBU/fe0dL4bLu2vHXl0pP+wp/Nv1GrblevV6vL28vVx7fSv7L8xmf5lStXLu1e316+cqVWbaWYx5HszvLyZ1UZmK8enIfwMIk2QBhgp/tcAGBWNP/mRw18FCIAgIFJgX/MuCMnqAExip5YA6HwwlVLfRlvbpAQkYJOUZEUCaRPRPTK6EG82wAFLoFR5mISchHCmhuGaQDUcQE8UnZac0Fgi5mxpGeQMi3EFqrBAwN/SYVFMBUoNErbuLtqlDRRT3ikiu38KbQPnLUH/ytSoKhwzyo3lcmScQA0Cyyp4G7WHMwI/RDJGrUsX2/kh78t92hp1BrZ3qxf0q2tPkkfS2OvMbuf50yDsNrKsywvZpJ+LGmu7intqqwcmAz6UOkyEFoMUOXuPBcAmLfWsn0cR4770TMPAEb3MsDEd5hTBY55M3MyZKUWNjMzAIfqq7AKrwIHWvJLjVA8yY9XO6rABGsfOdDMZ7YHiBEmRdIAT6Z2MeIwKRv5gFfhJuxUYdIFRG0KJCRNMp9C9REGEqhSE6W0somJwEufrc/DpxDXaCoTJEUnCLXgaPsr9wqnF/gRq8INyXPXxtujCtzYpxPk+agCt6r72TqO/MiBj8EAy39CEAYuVNQPcScMiVY4/LFMh3FFCWgKBDKgTh7dpxBzqiB19P6agCmVUQsexorsRjEZISl7IY5nowZ56BKGuBFvFqlQM0tSaTOxdEWbo5NE8x0F4kDPc5iC40FuMeXyEEgqlG0zfAlm0QclXaR0UaYyOXJkFdhyXAb4nIpXhcsaz00nSDcvmPVDRn4HA0zS1TVimnvgT2igzUAVcAGGRI206NCVU8LeqGJ/dD8YwNJBUQ4jqbEyJQPFyIRksivNVC9F2eDl+EF2ALC+ckekDfGlpEXDYOJ+mPQJGM6MfXisox1I75QKdJ06zszFxaEAtKYyaWIAPNj7kWRbv+OgF1i/sj78pvq5Rzd/+pV+W3/OtISPHe22iSMUHI1ej8Unw3/YR5l9MxFLLQo0/uUTy/92KirVgU9ZBpUiqulZdu/UIlMJ6nl4LhhgKUczQN1SAwDs6Rq5FUx0C+ZmLBJsBAq6zzTwwQAhjxhYwaqAJqBHuAd0dPQvjAWgjE5YbSmdEgiSMIANw1L0PNPv7FxdAmdgyIpk+kGVeSqRcoH9wSWtpJ9WexuG+2GVfmTKliAv4arthMjh07EnSsDYQXcLR99wPEZTmSQpGSAgmIAwKsHIrmeDiTVB+FH1j860R0wObcAqt7U++yxNGTP+5eN+WRCmCBj+KNAiM3126GFusOeLh/a2J5Y8awwKOf4pOo5juWP84x9OnxOtrH4WsyG2Y13g53AYzMPe/RsCwLbuGqGH6Zf7X4NaGXMACDNA/SQAnxAkmBL+odjUyOd9B8wUwQrkMXdzEnpbAlTBJ1oUBU8crG1bkav3Rky0Sa8sSCIVB5GJIQzTaClEkaEoN8HRujdYMkRRoqlWtkWUZMblwDpZuOlRt/BUJkwCAMdeAZZEG+ClrEkbYPx1fcOf7xHJc7owkvswESbRyPiNClFrysjRFihCXaV4SFdOzHdSq+56dbgs22M2mOekDVCXZc0Eub+mK3D09DdDAAiTNmyYmIEWboAzkcIBVBgton0Q9kScEQUfwGJaBXvTUXEgVTTW8Y6INlgbJoAkY1S8fddzJwr+gD84qOyFClDl3IiI7Ap+CGM0Cw2sAz5dUjRdAKfkY5dT4Eo67OSi7RLki1q8dpzE9E2QCRQBYEI/HYZwMGRXAFi0AR6+BtvxREzAh4eYyGv3Zh8GgB3TsoDiJxWl7j4MAPeEgLW9cjnMQ6Tbk4VKViunxP+fi0ySr5t8RtD5PEj0tR+XAQoWgmwBKQEgxhUjhwEGgNCFFKDQcWq6J6jzIBMSCa9ozJNH0dJzo15KV1BAYvVRrCAOdpYMcACopMQXCmca6korAc7EhaI8gWcx3TPg6RQyihYH7Ed66zK0L85IQXQDxylI2aCHLTFWYp2E3XRVuMkTGCCkL1V73x4FwZE3QTLAwx/uzNRo9uiPm9jkwEakikY3VSoHX9csGVlcJjv4EfwJpBq6rzLqnONfIhyZjg0Fjn+zBne0rQ23/vmrMItpZvgPfKSStCyeD5BlQhQxUy4a8kP9MKG2PkygXT9mG6C5VDC+4FaGGPkDw2hhc5D4GWACd9KlFFLg0OUFowoCCAwCbAo2gumIMaggKKsgacqYAulflgWq0DGoxvBHxsYhUhGdGCAoaRXgMODaueKXuPCEkYHOoGhSjAQ0RgbiSY/hMwSprKaNwDlVcEVLVXmlyzKVyZGyDbCs/Kbar2V4XeCAAP7PhIByUA8xsIXD+66nV7Zj8Gn3u5VONLG1aSTRv6UAB0ty95MKdzt3bpGavIY6IBTf7mOCOmq+rk9sg2NTx7q++JrrzXxdATquOzC+DSV2rSyVi0IAfToqe3miCJwdbdgHP20eriHpez5AvwmSzWSR9aHf/Afw5do2YIDNRt44FgNMQAO8RF0U/mTUMltSCMChIEEQ3ExRwc641vwWxpP0aoUARcYcbH95xAnKUq0VDXPTn/MCnoaVKA+FcXkcgYORMaEjnx2UTba4I53EGYPVCkSb9JQDm8QSo5MpTqqwVJxgkD/I7XRVuAmUIQA07hXQF67t4XWBpzIuI+8C6xlvF2xy7CtS873/+uTAAbhg/VhtgFml29fpAwfRBBYbsGJMEBEMPHIXAkCoLwgCvAhuTNhIYBgROEHLwCXSAUMkM2cTQkV1FwD1f9UAfoKvkVz2goNGiBFLB1BWDuct8awvaNsbEMjO7XhGUNANiunyK18pKD9IH4QQzAdIKYpL4xiFKANflqlMkggAzxxs+yskzQYzBcDD5XmcDSaDSA8YINzdjoGUAGgRnxMiFB2uNOHpYhmoAk3YzPGieU3BRjLBjJAE4gdBQwEM8jHQDAzDsLaAQPeiJKPOK6WTBobDAKqFlksj0mkGWJQvmhCloC9k1BCoDYj1wME4gygeCaP1jxDGZzs7MqWy7jzJwldAZqdtgJMnwQBN/YDBEgqDCW7rhzv+myDPnXhVODEiMcD2DC/yiR6xSF2l3aoKFPc7ivDanLOCynrWreX7/bzWrNS0a4pIJTPfL9nnfcONAgB7B7vMxwEQ/gOuGC0EcbBBAMF4I+wIQJKXjXDUhBlQrpIBFpCIyJC+AGcwQsNL0DrUY19GwNOcjwtRhMvjfmEZGjTREeciok8JjJtIsk8RCYtE2mTAqQjBHUHO0WBLNl2huEcXikJPZdJkpAoM/A1aAHUQA5y+CXK00At8vy9GpFt/plqtXtnduX7pyu5e1m5Ul6vb1Wy5eme7dme3eqXa3N2pdu7t3qld2d3dv7S7u7tTe+KpI56p9MT/hhZCfjQDhA+BCYEYZkceJSwkEcUyoOALcqU98GZ0FHsKLVdxUdLeL6HZmPyVGJGXUAmokatEKZNEHOVEC2HCNWGXRKryg1hsTpP8yl2/LoUKGkmcYC0VUbqpxE5gW8ZdFdQdMSgpBpYrJeO2CWG6JlOZHAEAR6hfSPKmN0Gmv9zh4l5gLyuc9WeyRjOvd7PmPgsGwfzqWUU0cJUXyPb1LIgYZvA+EY2svtZt7jefdOqIZyv76/l+fm+pNQRyo5IAsN+GtelKCGagTwACwGPEIAT0SOQMpiQ4BLtQEHyAVeCjsUWaYnwKjLSySY1XLofItow4cbE5P7KHtEnIxN23Rj9ni1Va8KRARrJpimcdeBvJAj+1SSks+tURJ4pSq9pLUa0kE66yO9oFN4tVjOOdy1QmTYIBJupXcD/EEDj8JshUDogA8BRvgjDq5kg8+IEJwx5ZB7RYBOVgz2YCQD304kMQHzE+MMQcyIQq2vKAGyq7pk7ESRP0CbJnddQEdUHo/GKI+1RQNlVMrxZ7DWqnlAYkjTDSOgQaKYeBCkgyuiZa6Qov5hAhpGvaDtcmSyneJmU7gE8JYYAUyjkpiDOMMkVhydxASc6KFOdV8HM3W8j3QNwJMibCvhRWvAv8jV5A++FKw+sCN+q6PM/Pu8BCQADwkcNg9NALTvowp4QSJkaCF0Lc1Wv4iFa64GCEEwXbChABdgAlmZLDQKijtA0/Ym+KNZ9zq5wDjF5QzUAiFHDQ4KijeKbVlIIsOUYsfE4RWESfYjpfvmEJj8f3yZBcbJh0DdeppeZEVvUpE0KsAtjFBZrKBEnZCZJk1FW0ATbyCRIK87jfb0noBc48H+BzxAAZC30cAMza/QpgAicTFsTOmxkTaCOkCLQxSQR1YGYgiKFIHtIHjyKQRCk51eCETQqSgi1HDBYNmAoQ5xOZxJGa76I0cDVpyhlKygjsNM46JRm7bCpJ4qABgezdyGcV80dMAJwUiVAMxtmaE/pswzGVSZPhTpBiPMxgXAxvgngcYCfzqxG8teG3aY+59deUhHFko5/SVJtXS4dUPSuBP6VWfEfTMsCMYWndRxwHY/EG21BWh24olFtnaO9t+MOzxjjAdRDwuZkSv00ToBjgccYB6hq1BRaCgsC9kjbpytFUBqBEo5oCjH2AklvOxKxAFRIp1pAi6AJ6hCpoE0AbHHsflNh26MNVWKSVVhpMKJtmg7IRXFDwJm1+RCmDn8oPDaEdTpcvSCGb2w4pDBka2SJ/h1JcOelicRFkFEqps9HeISah077ECZTUCVIsA5fa/opX4469JsjzKZ4PcD/1AqewH7q0GQaYl8NgDpEEgIIXpp4A+cy5PDdf8CYhgxvTgEB9o0cjbcCgHOCeqpFOKTeYYtoGAcOjLbAHzHQjoI6mgcpXOjDAsG0GKGQjkKY8muNo2nMxKGRYcvFQIc6Uk3Rmd2wyk8AQLWMleyIhhQr2UVrYQ5QqAigTZdEnLtBUJkiGGeBBiXeBp2+CHCGeDSZ6gSvDeNBeo3MAHgtRhEH2mAgCfhk9v55YRcGEKEIPRkxEOLwf/tpMqcUhHLy4nPY8XOEbkSf55ZLhInOZiHxtq6fTzbPZ1AlySI4lAxT50zMvuPBLhu5ZdUevQnSIljugwwGeBtpfeaFThifgDxTRpiDgRPEJYaB/tpGABraFy0NdRALJIxKYfjlQOCS/nEUa7VAQsCkr52o1ErKXF8QjzglQNAKSOE6gE/kqxMgo+zJDA2ZkDkmUIcoC2E5l0iQ6QeB7zIPAMbhfSPQCP9txgNkqOz3hcf9ks03dxQ5qPusbqs84QDFAxkAfSYiG5DC4OCjHe2O0X+n3BRXUF+Xo91SYvp65RqOx92F8ZhsfNn796wZHbYT8Sxn1L4qTkJLHt8YjXEi/J9spl4PSzgdvggjkU+iwFAAoENCP5E4AoMIMS0fhl+ADeInuV8Ok0QL4A/fkgKpJrcAiYu3AKzEGet4WKqyGMrkVqcSyBs0E2nDy7rlyVl4kpjhFq11QTRTli012oxgKJNzI6aQul4LAP5e7dCjQySKNyuMubGUR0aaEitJXzqlMmhzOAKkP872YrVfoBX6mALi1cvaVre2zW2eru3/e+ry6vC3P+1urW9ufv7K9tfUky789LfE4wIYZ4LEA8Ju9DN/r9wGtRuPDDwVf//rrRuNfPkwiP5+0NRr7+/19oK2/P2uMsxDS2LeFBpY+bFxfWlq6snTlyp2t3Vptt1bdqQrYlgitflatVnVcuvLrpSvVXy8tXRd4LjELbM9vgtSqs5wwbPWAFADoMcsmRcYesz/xISOi8cSkza9QmEwZLnSIdK7TGlrAEYgUDXIogiZgJAqE2RBfIxqGASf2MowRFwFd3LZbmAXZFK29bROPBKAFc1RuLr68hEZ2WLTROA2Js02qVlduQ0bNZ6fvAk+gDACwaAQcljvZfrb1b39+tgxw5+L8Vn1jd7XV2t2pVfN6Z7W28/Ot1Y2WAlZ3riW1ZyFrXhOEToGn2QaoBxB2F0glQvfrX//6X67v7e2xm/2XfHbv57Vaq7m6Wh+WLluzeS3JB9c++PkHF699cFE7fVt88Wh37eLFi3cubp89e3FXx99evLiBGimczGkk27/U56zl47Pvf771/tbWbWaBbdMEmIbBHH5bGAAFC4pWVV+XxixQaAMzG/C9oGfAhkNAECZbMJwYpQgJFkZjHGCEBQUl7MOVkmMIpHJqsgw/X/Mx0zs5nFqZJHIXRUPJubiRkdQmqPpEKheEEkUpU3baF5HapCEqSmKnTNmFUZ+vvMLsdIWmMjlSAGDR75u4X/JeyhoeBzj96zpUYkZoD4MZaQM8Ssoq8JqerbWuNu2yrF4XuEtqtZ3adTHc+fnl5erFS5eWl5cvXRJ4Xbt28VrrYqulg6R+zYgnJJMIrPyRIyDM8kEo/V5fHZWLpPv7a/Xm7y9+sHFxZ3V1Y2P198114rvZ+rV89l7eDNnnRZZ+7//VW2/0RBNVG5Zo5+OHpns5kz8kBki3+gEBANsdmiyEGxVTIFM4BpkkMiUA0cUDJIwoJnBs4IowBJfpmbADjxvjBgyQcLQDNVMrHJuUCMG8vezcjYKSFUEv4Mo9xAY76cip4DAuUbLALAYyYtTk0iwRgy6rk5QZhd0wp9SoJvrneWBcaGumKzSVyZFoAzT7G/QEI24KvNhYn74JMixZczX3xwsH980A149mgMI3wEp4ZFwSZn0gGNsQEWtd3CkYlqr0d7bvXGrttFZbcDgh4aXd3Z2WEAyIksRB+98npxnf2lq9fJmucAB1a2sVoHWNbhE8WT0XttZq169f33OFudcD0D7sf+gj338NhLMo3DuJdj6WDrLIm4OB0GX+wwIACj96wg8hJjBFtTdezTBiAQWSwARgA/gAJ2jD60QvLYBC2587gxPABew43AkIM7phxPgTFBBodG6olXxMG7ljgF5ZO1QgmBtq2ilZWEAloiMXF8FzASqTQFTTuzDn7FNlmzT0f5DC+VoX8DeQpis0lcmRQ9oACzIoURV4sCbIVCqV7RM3bpy5cebtGyd25RMDZF3gmBA1X23VWv98cXv74tnt+Mj5W9Uy71y8uPPzD3Z2Lu6evXNxV2HCu93df764u7PR2ti4du33dSGZPt26cWvt9921yppA647wEn/kfFCOjCglX61tV3/92X9TJfp//fW//uuHfCTeAWmNcHz44X/9V5zhbQTcJdaH2CGwNANsr8ercMEADxMzwEx0V1DANTKhilY47cyQCNE1i9qlyZLVApkSlojoCVisKCeqJmFCKgyhQ7CQhaQEJUzz9Av2ER78y0EgJwXBpN8zoYs68paPcCUWVhGtr3OwbdJgRbpSjfzdPUwJorDSC/oZ6K6z1slQYNtwN7jOYPoYTZ4YAAcDAeXSsewIvtiHAUYvcK96Zen6pbxarbZq1eqVFjOcfLZUfdgKGj88+fjVG/c33/v48o1XAwBrp8p1gfONXBTuHtXL1d/nq6v1Vc9PLecf/yjOmK+ub+xsNISVbQDu0eilK57nOzWxy+R9HKlnq7WdnfxezjLmPXfWpg7bXvhG5ZCKLHqHqfb3j/UqHFipZ147g4gABazzJjKlMKDCtcuuF+GAMhmY/ApH1F6hUwrTlgDEaBW9vsEKi1XiUEECVyMbaeEDftG1k71+NeIw4Rgldg4goHJ0m6HTRjLbR1fozEsp0iP/sgQ2U059UOTjUjql3HgdfEiP0VSesQgAB4xviPuF3GnQBhjzAbZrS5/t1vJqrZbXdP+39i7ltaXrVS+P9tzIn1/dvP/2mfv3T/zbRfmiF9jrAh+rDfAJJNPFrm3UDw6hPQpBu1mztqM0+bf1uI20AR4mAKBBW1jDNYIn+fkXGhjDxKOMcCBFjNujT5dqL2NHUm3Ro+9IJ2hRhMPAxDAlSpaC7EVBOyxrI5GgTHlgQt9gYs5Z1uxTYqA15YEBbeSpGAOftJwA+3KQryyA16Smsqs8CImk1lKU7EMLafzDCq7IAtUn+SubyrcrZoCDtr/SFY5JGAc4UbJ14sbm2zfefvvtGzt405sgxx0H+ISSrc9WN1bzR5LGbra6IfBzn0whxxt6+Dgy3AZ4qJgBqgwS5Q4OAAQgg5FDYADkKAxsEWLpG5vCI0ibdLFhHcEOScGSMGNksjVDlLmjd65sRjbmj3Ka0UlFQYVx3htxWm9AL3TOWmn8cjIrt/OTm3DZjPY94u0nJsYYeidN5wBdDDwUpBKCNvQxXaGpTI6kNkC//hs13yEaeOpSlj/zcYATJWv1+rXmer1ZdyeI2wBZI0M3/iF4IMTiZZCoRsLH3IZmPxdUFWF/rDi8dWOHrj5yS7K8db26mtftKbUiuSTL89pOtZbHcp2II4q3N+JLjTbKU2zsBFJteivkTt/4AJ0E6xT8afvNlmO2AeqCKGvuGz36gg8DjzDAREhfU6UgUAYuuUAuw5rdqOuoDRWnVaghRQYLDdbvwAZ5YIU0ViVPN8cldITQES/iuYYaMeQENMltOhfFjBJEdqWmTVAUBfsk7Eh1clSkqFjjHcTQGboHWN40iJqSpSs0lcmR8U4Q4C+AEA4Y6wIXvcB6Jrv6cGt3mQpYjyBTDuhnrsSSmYWHr1P8wMXvAseM0J4MQQCRAMnuAIzwJhkKwXlQ4EzJKbHOwEIeBM95FMmzelbb2a3VVkevuKKH3pU7IAoexJb7FJRcZQGTP3Y63WMxQPgbi52CHGZgUCTgAsRwsx8bpIlIB8sbwQpRuEGmA/tzahAGQHIclE1B4lbyRYS/9KToiMkCxCiINCKXtCkiBvlJVxsqWEQ/NBRIgPYqthzeAgldeVcKG5Q/NiWSSpmJM7TDm+1NGeAkigBQeHeg8S9VhR/5LvDhT/HzIv2s9ae34l3gY80H+BT+FbJslVZYz63ZpoFwp1ZrZkePsIV0PlqOp2VEraQJUR/VBlicawE/CY4S5AgaIHoiRUWMPDq6bS4hRzBBK3tnmHFYMqidySEQk7pNCpMglNPLaRImN5zNSQkhLUaVnrqykoKoAjCrYg9V4I80idexlz7xqTGQrAqI9aw0ZAIx9JZOtpj8+ujHaCrPTAoGCOsT6pX9vyFpNphoAzz8KfNDgaj2xc3wPAmdILcytwE+xemwHvmn0snzaq2qbUdV3u/wL8g/da/JuMdHMsBSDF7wNx0KfgRyABqQppIadjudNq1uCoJICXQcrL0gClShKY24pGFwcydD2AWnlJeBjTvRKZkGFUdUQiOeEhVfkipBTMXAlvLGSRaRcRjxRhphn6rX+hLlrBRKkkqAY1E3DjcbBVLY8f5npvJdyngVuCR/hsJggA9tAywfwD9vLf/1ynzxau5zwfbTqnDN474LfLy/h/Iv5WHSy1eP9WLV8bJ8nCdTNeBHM8DklCQMEERAoiBIdrjvIziewEKbkAmkED5B1YgI0HOSgB03/UXrmlMb7ISiwh5pxpgTKBmsDEpoLStJioLYhwttYSLdzg6BPAqMFe9y6kBTntloSSGL0iqMCrgO0eooFyCvzITVwRqdI6XRQcV3wueLHnw/xACYMK+U0r/76HWBy8d1vVlvNBrP1W8c7wIP2gCfjkwsT4g2TYb9HGdG6CSQIsbXARZCBQgWHjMte4UO2uNFM9iiWRhwY+QDByMo9kYxAhUKRhEKwkSkgC/QR9FGMHbEkwRwisRh39agcySgKC4E5URtUGDtZQm3h88oiNZGq3q6FxXaQwOZAsZZGISlZ3Qlva2lazKVyZGDDHBYohc42gC71IG1sRIsB20Cv5iW7qAci55836XPu8D58dsAj8Xtnq4c75k7Jua6/HnzsRgggGSIARTYhD5gjwmV+ZUDAQgok8AC/EBDbmK9B5o8Pi9oZIoiIYNiAqLcORxQa8qlEGnLqrTXXI3W5rydmOBgjUUCnI5OIeyD+0XJval0HvQiBaky5C+SChzLMvtEGDEjI9p4n8UwPAXAyRMA8Mzmaydeu//i5ov3oX5lM6A80Qs8Mg4Q0PMh9pU2/3tuFdHv7P7gDj3Cz4UUvcC5bvtjAOAR/xXjMrEXzzDZZ1GQQRugzmkcPccYoCHBPMoMCwiBgBnzogXNlUZYoofBJCKn2yjCg4IZWuyiSc680dbANWNPomgJc8zGAo2AHh0VqMwIRLes3SqMNkhpwg9TuSIt9slX7ig5+Spc0Yogitw8iaA2aclPOurCiQCiRREUzJl+h+21UzmmAICbm5snTt2/tXhr5UZAnyRgMPUCP3QcYIcWsCxr1HVs6NnQXnWk5wICPRsMeCA5BgA+3crt8Ywd73d4nF+rGfMBHmNNEAsIIGAxlwJmjGR0K0CtjEiGRKGHQAqAcz0Xv7GGzRRSG8GOCRuGIiyL3Skb6wKzZAOCoUQCJXfWSuCGQeGZ3KHOL2ePlO1wGx7mIoUZoKFQ6UhKcaVNStNHeUMUBDXkLKkdY1G4S/42YY3n4qH4nsmgCnzKm6UkgakNMBhg8fPt6e9/qeaRwEiW0Si0vt/IavkqOLie1bNGOR7uhyyeDWZoHODTkcl+THr7681GXjJASO3Ybz0GgAYp8MVcCiKVyJhgkRY04tx+BkoorKyWWht6Zocig5JBwwLrhEIAnyPIRn5UAiXNJq2PIeidbRCoLVlwdmwAmwLCg56NBFCmPUkwRWnkZ09CKxgWcSkYI9gy1/XGG8tKJ2xN12QqkyNjbYBjAwK3400Q3bBDMvvZ/L9vDd4BFgFqNjIwsHZvFR5YFwN8Pn7rggGmNkCaBfRIipuNfXmJIhbViMU1Om5QjW/mkNiHX7uDJvSRApvy1XcNRS4yr2wQZgsHPqH1qI8zkLo9TnjIkUX1OGlV+PN6XnaCKI+x33oUAA1SdPqaQmkPnhg85BYqgB3iWUCKUII4NAl3VMCfMCXNLw3ioawww50oZEoUbYTAn2HHbFJJDU0pLIwQ7lIYvxLKgWcRpy82wsM4bpe63FwaUuoEUJHTHcnKxznZrxhnEe2fKhzh0kjXZCqTIwc7QYouYI673TpV4HgT5HBSp9+Xiq+qgY39rCH6l2eN9f3956ITJGNNEDHAdd3jeuYf1sTj5r+i2RT3QMI7CD/q0rnZVTthEnjkMGadEjw5pY52hFb6jIHTw8RGIm1yWGQhuXx+7Qa9PoM2wCJyIGMM0JDiei0sio2GMwd3BEiGFA+/AyoAOAVoE1yQoAArieqXaNiER6KQ0LBpwFSITdkGB/BTCbxPrBO8dAGSVRLLg1mar2XbPcK0SIZNJYjUaYuyyTwYRwDOgMEoiHO2RcViyIX0GciZrslUJkcAwBsvbp44s5k+Br9Ctj0jdGoDLNbxLe/4YAb83vxpcq9wt+gXp27yPEgaBxjTYaWwh8nDEPKZyvF+rvjheRNkv2wDPAB/BwCQ2idAYKQDTQKb+IBHAJQ2RSocJPLAGXid67GKcnq6ft3cZsQCnEhlVLNhV0BB02iTQ51AANaIxsZNKt5IKPlhFmNE4pS+gcpp6U6u4CU362jP1wlQC7qq/HWwnrNUtGif/QncKZebFVW0dE2mMjniTpCVzVObl1c+/+TWysotEFDfAMKRNsAxKW59/bR8hIRr3EeVTLj4nKx+4OmwMk+JfxwAPAQsDpNjkrbjtbI+BgM8nmTrzUazcYx1gZMEPhgCjTqmdUCHgIEmQIACF5yL6ygxcISqtoCYCAygQj+s8e/L10NScMUrbmQpdQ8SNF8USTNFJMK0UKqkMJpRBBulRh7UEh1yQgc6aJaHQRKsKcCd1cQi5JuyRN0J7FXepHCopHPMG2Aq36EAgG+f+f+39z6xcR3Xum8DTrshAraFdEAFN9I11IiOIsPQw3UeWrw8B7iBbAOEgVDvAWqSeRlZxhl5GCRja+gzO4jmb55RzpkQHGaiB4496NEVgidFsBIy8p28kzMJ3vf71tq7d/8h2ZRINiXV17v3rlq1alV1i/vTV1V77/bUnzjv4lv8OOYIX+qf7qgnQrMGwrg3VoGZD/TTUbL0tUa7fefP/CqcGHCu5wGeKBudZLA5/7Xc5H6v32nvzU+AiC4RgDjBiguKgpzEDSRMhOITcQcWKC7FHcyBBcTiLSaFkjKsZuMCxBUfKsXsHDFbdkDGuRk3YhJLBZiy0bSkHipBVL2YjSSGSsRfOf+HZ52Qt9lZIbVXj6C/HX84fz4i+7Pijouah4fDt+C8YXoOsIYIUQqwvhfY9wEYw6UvH9W3ug3a+3pBf2tvd7tiw9iy9PXGbrv71uX9Q34T5IVwour5xG9JbIvuj3UvsEjDVIAsSs4Q25gYYDuRBrwiDpEDPCFGgTuCTGwk4xARCvFlNqtsjjWaWDTbQKq2ak8bbiQoMBKecnQzeGAMSZctqxdByZZxkFzSG9pPzZrTqBVtOnL9+dyi6mQH2aKj+Z0UnB/MJECJwOo6wDZD4PiXGwn47h1+rDyBAhT/wQOdjriwz4rwm/GfXTwR2vw3FwGeJBud6HVG8/1rhebs7He4FW7e6wBFcUynmQbq2TjP6Tkn0jFNhTKEEvkyleTSPQjIWgrNp/ryCt4KTZdcaZZyNVYw4tEIefObdo6djRDSbvYjoXaITlE1+nVLrk1gb1UotUhBKkDSUDmqkSQ9jUR1o142gkeQY34nBecHEOD7Wzf0hvD8XNTGGDifCH3YvxwK0PqPlQCGwsq1e/wUxesP3wnSW/Mk4DwEOB+Ow0ZH4sQnYwf6tJ39xhzglK6ZUIDBKL4sL37BAzYUTaCaQnrFhipzTuShGnKK6TmVBX15Wo6NKUPlTYE+urJ5i4GsKqlEe9gpqlAUVBQWumS68ytiUYviaF579UAJNhUHx9KOPoSMUCosx5RfNc2Iv1Mko7WKTWWHSfM7KTg/8CLIxsbFjWeffPDJJ+9+8kz5WAABH7f7o1+FGw7a+d4drHCP52CbLJcC+CJWg4wOb8aCl+8FlgLs6wuahwBf8VVgi87B2rKE/tgc4ETtcQIUIYhvKiIIpSZmIBtGaTpvpOwT9nabWyg4ci1elMQy77ZGxcoHJeFt4UUrUVl7kxpH5BuiMW6rS4mXs3XEgrLwjJ5gJXI2nLrTY2mX4IRZaVzcUUfR5tD2trv5O2pUHtryOyk4P/AiiBTgjUsbWxtb2oL5kgV/JkHXWAXeaa3sMo5jnTcuAWteFaPzI7Y3BlaATAHoT30eApxvFXBObTff2TRnsLngWEN+CL7TXdo78ANPKEBzR87WiXhQWQJEBvdZZcEVVoOiKbhJVIHcGzKRB43gRwRLNKuxYDhEI9LKyo0S5gxjr4YInJFqIooAKnVhiFG91SiF0RVcKJeFXqm2MjiqgIYQnuhNaz5TOZOVyqlA5Vj9qRWUxR33Jevld1JwfnDAIkgOgx/1mAOM6wAn5MubuaTf/qdvA4/5Snbyd4FP9jrABfwXcpwzs9Nb7vQ6S3fmJUDfklExDQyBUEIQOcNKbbVmCnWYPUhb7inHFJ0FmUQiB9XMnUNlJJWg6LxlLKu8kJzRFP5RN+qInZSlU/JR3r1ChgY90p4jmeNCvLJxwwlzkQx+aYO4LmL4rSqqhDvFggPRf9fL76Tg/OAAAkw0rwNsf7r0/NOlpWvdpaUr17qda0uPPv24evzpG4P/epH1IS4Y4neBd0dzgNwJIlms8+nA12Dg68bzPUqN5yI9+zXuoQ0lHu94NVNVmBWp9JXhYRuoAh/+wlH0xyLIcRSgCQS2M1GghSTLrK3iqjzYQxn5ai+gpOzk8bNScs1y1bJcs6dyqfdMjrZrC4dgJvvHADUNlmNQXfZLUg0res/Vrdm04Z6JyrTiKjKogkwRgl1qUOrDmeqoXP0hsVGJejtvxtWxrxZMgNZ71drH+ze23mcRmDFwPhFaf3vC0+473Tvdzt7jp53uo5vdp3c+/bjjGG8QvvjRpcsb7/7XX2/9KH4XOOYAOYkO5IMGXvE5wECP6wDjMpjZkmaCACGgalINahBbQCqiDxFP4/5dFXnYypSbBo0Va1gBipzEKIL9Y5LOqrHSeyywRMK0lOqRMISNpWRqqlgGMlnNbYs/Pd3HDl5Dy8HIONE+daMiEeQji5SiDKycmB5dZvpVXwWPpAlEf+i/VWN+JwXnB6kAb7y18cmDdz948K+/uf5MuBxWFOD2EavAbxY+uLj17K0bGxtv/eiRcjvt7sXLbR4PdZJzgHMOgc/+32QFAm9cBygGmDXFOEsBwhEeL4ownMBu1jDRUCDkYNPLHGi0asqOCKIpuZpMVAQ1uqpK8cxskBqbGC8ISiVin1Bnji5QmN4qoRFtpmkuxiE2IeURTtpoSmYztWrI4g9GByIC8lBB1B2VhR60K+wYIRT03P4H+AYDAoxV341Lf9oAW3pV68Bftns8EVr/3AXGzzauv/uv/poY/e+2u//P5XgG4lyPw5rvBDjJdYs5aXLOf18TeP4mCNcBigVsH8ekAhQxiIKgEDOXyMGzZLBJJf0GsKJkFFILBQjpqRBhZVaxglId0QhJKM9VCUhMGA1f7+EaK0eDUHqb8ggfNMoGhQVHVpGsAJ2OIC5wz9nyohq6rSMyk7G62nEXw9nUTE+5OIIcpJpqE81YcN7QnAO8/uAfn/3p+rPLsRIMCRYFOI7d1u7OYKATOmbOpAD/dnl//usAX4eFo8Zvgszmv9kKEHqIOTWl4m4NWMRMkkcGkpU9dZgzhPBSrnRZ0mEMOZ1gc9pBYDNZPFlHDJnCP7Sbb+cwGXtEDVPZgzA07fBOE9BbBM9JvuTCJE6Z1ao22fzJsvXwUSYFLHEwljnAc4ggwJj/u3HjxvtbW5e2RldCMwc4dS/wxGkcc/PV6+AZ/Ff3VT3Pb0rAhQLkOsClE7wQej7w8Ks5cKJy0sHyN0GYA+TLmcakAoQ1YAtRAFzADrmFNSbS8GEPV1gu4UAdRrFyMe+IC73MSpEOopaWTHImZkzT4ebQIiBiSVC6LSvJqkBb7nRwbEQaHJV0ya/MOWwdXN2k87HVAtDdwJ+PwMxgFrsheu2PSI7i+Cj5nRScH4gAfdfbiPSaGPtd4B3+4s0EOhO0H7DsOfvurln/0jM9Z853zTLOrD23ceZf3tyOMnK5Iy9xYNCgHeM6QEki/bnPQYDTDDoTM/swhRNVk/M1aUz8JsgMTCtAlJH1kTY/3gVys6YyUwA4RRwSUgs2oZQCaz/ZIRW5yyxO0R5ErKgTFOVini2jBtFnKpdP6DeiirtikwQUz8XtI3mbb7rl7SriLBXGRqH4i1JvdEp11KcQfIKimyxVLL+Y5/RHpgsRXu/8TgrOD/6TP9fv/d37Bv7uV8ExkF/oYThR0ppP253kORexxH/VHOBsjH8ZZptgAO0ZDIciq/LoK9FFLLaK2zAGk1geKivNhb6D+GSvRrteLjZXug5zceYaKzeu1LPicyNRLaYAnTcF0mSISFeXUW4Opu55HOtQTqkO+xCscWGj3nJmQduaEPZTfX2qoDoMDkzNGH8rkd9JQcFp48C/tRjzV79+MgsXt25K1R12hQ8UkMlTwAJOk2M0ucKNIMdRgLCJxRGjR8+tiRTIQhGpqiCK4Dc4zLNpUcbIl4ohxCiETKgIu8jmdVucfLB2RIER3s3EIJhI6gdRIqz8Y8lZWZwdGDfPFnpOUI3JGbNS2jBSAyhrBUiNGEsrkcN8fzgd63EzvYzpwEKABWeF0d/axF+dCfDGRlBd/hKUjyNsddudvgiw++nHS5vXup8+Wnpe/wKKMUWAOiUCDHJnvKXWvPE0e8nAQ7YINGGcucnTtyISWYPrmWl7VY0ftgEOh72zbx3uBT7OEBgCCpKBOZSD+5Srp9ZkdaFXi81hzmpXyTrvIS6Gtr4Kz/yiWNCb5wwhK6oGJ+EfB1kgJNNt1aTIyyoOiaej1aH2SsqHvQOpeCT/IFQNik18VWzzrqSmvcPTHVGCOUGay1lE912G/E4KCk4b+vscO9YwAb57+RK7jY2Nf914d+Oy9ma+xMZjru1rtZ5eudbdX1q68u1S90rWDkwSIM8B89RYxw8HnNxr43k5OLR73EfBujHH6XQfLwwHOVTpZVJ66UDSVeu02s10Z1k+fW5X3l9WnYP2NGn/Q9/+zENVyVXgAzBJgKYHpFdQSShA5+AqDw8RSNCH7Ix/UWkmtFBpNYbWcKG8IBglcJP0M/GgsoJpxLfs4VMTkd3MUDQpq7olJpNUlN09oH8ROirgSfvElGeSXgzOBdXTni7Ky8QrJ245oSEHDE50v6JRdvmdFBScPoKiJvkvCJBLfS5+8sEnv37wmwffbTz4zXe/MfMlbnTb/U4H8XYAILxMGmsjg5TXxD6fSCVd9rTTWVZKItAl7MbSkezc7PQ4znAYpXfb6x0G6SR18E8TNdOsIynT7jwllqpFIcswLied+93WrppU9112yLvXdZON6wBnY5wAIR+xAWsOKymM0hL8AE1kMinLmslZCjmmxNOOIrzrC+yoJHYycTlWME1M+PFo5qA+8ZkMZiZPAHIgXbGVm2zoUvOXRr/2Z5oPX/cddRdvkZ9o0QTpmsRx30NfxmfVRka+xMvvpKDg1GHp5/+5Iw9IxhzgJSRfPe6dGAJfutmTJspxX4Xm0vSkAtzvjudno33l6d7RbrtP7/T2Mn0IOne683h19+rfbz4Y7b29O3P0v3Pnjr6UY88BCtoF30A15oMgPpGH8hZ/9SyZ58zMR17NjWm2kHh2wRsPnidIYFyDNF1JyVSVqs8ibRSooqIFiakDMvtekKA4+ghZsXqrJA1aTQZ72seuCuCPwxyhalsEuut0kMB1TVdOf/oRZUUBFpwh+OvTnlfz7A4CnAkNi30LzFa3LU3Hz/TOvCKnPaUAx6ny9cawr+/mWATIqQ9MBslB2+gj2ZJzhvHsPxWLqGLqzTRiH8yRg2rwZpFEPqTRXHqFBkPl4RrJ0GMwp8Iyr6hDS/VsVcrRkGYCffPmJd68RTknASkkF1OUItOYSFQkKJTOqK1WGP2psk748xngUZvzOykoOH3wV8ghMvX+AAKsbv4DG7kI0nna7d5ce9tVx3C6q8Bz4eleZw5tdxro9Y85B6hTX3JJxMCcmcQZJCEygJlUxG0Xpg6VUA7R1IRh5YQLuWoCMNSU3uQ42i/qaA+nURsvteEqxNiJH72Um3jN1KS+cQOvyrBnxOA7M5tyslHJn0Ld1VE1HSx8VYhLM4A2j7Hx56PVfZA1v5OCl4T+ITJVcDD4c42jwEiGIwTYJDtjwrDlRZBhq9fp6pUTcjWk9qYU4Nljp9dnPvHsMVhjheYY1wH6+jrrOlEQjAG1hGBDcEEQvOvZunxL41X04/k+SMRqy+HMiEFCTMhFOQkLPE8LUiIjUT1VqHLpTGpK5fGyh/ZcZOPVFtvUZnTHB1rSX46H2JS4roOxRav4oUFVJXrqylA596JEH9hkze+k4OUA/5Xv8kjUf2+jo1JWgI37Xmryex+zC7ZuSuJ1WjFnPfAtI0qK+LQpqzCLJ8CFYbjfWe51jvG7wKyNxsyeSCAoDbrJBQks5odYJfBq8SAKIRz+EStdFZtDiE1ES5Gjom8rIRsujqYSjCE6icXsoaPjKgr29J5s5kneFnZEdx18GF3jITvV1Cn4W47uRd5B4ulLD9wJDrXGHSrqOUxZ60Vt+Z0UvBz0zXJGFhwB/w064SzYqYbAcF3S4JQglAIUxfFzFvE3r7Oixf/l1gJKnwcFuDj4Wpy35yZAfYGwCpQhBtD3CWtUm9NWTfqu4ZSVnF9jhi0qCqHgxGlx5Z2SEFT8s+goUUjVqOiRK9HIUMMVlKEp+UVYKDcrBes5IZ9KS7onuBOKtKo5sghNh4wavSSQFaBnDmWmKiGFCE9z3vI7KXhJFP6bD5CVUS1SbKcCrBA//lkfRYWQ4tbNHgrwYLzJCnC7gwQ8zhOhIRqTDEQVHIEM4/8niyfyZjRvopVtSSxX8n85phA5y4sMBeaj0HJBTcE0SLdoTtFEeOY8bMwhUi1LQ5JRU+FNTwrvHrJXrUjj6riqp3R2QSlVCHnoztO6NnO5a2KRs+OorurTXFGAJwd9vYUB54L+bM19jcVcCPB9eG5C+DWyN7rt5UMJkHXQTL556KMA9+b/TRCBeyiSfMiYk2RWWdCJNugjnqQiujCNyEscQlpWZuFcan95hrYjoJxCuUV9WU1fLiMtmxeQ1VSQlLwt88yjKoVYg6McPwLI2yk65GCCOy4rXRKTO6ducozI+kTQsCoJFLLP5mihnLQFZwv9HXLgGV0VxhTgOMSKloIbd1gESf9Z4FLgTL5xGLY7/d7alAJsfB8TBGjhlXN+sBoZkQEMg8kiMBZ40Wba5ERpkE3qNRlCRcliEajKEGVSEizDUR4pvMIfLnJgT9dpMyWFeGRInksUsjqSHxwDL9vicm08bh+jNrz4IJ7MJIN4TCrkj80USNejF7xVlLJVmfxOCgrOCPqDzEQcV8YI0KpPnDchBqUApfEO/msdvNEKkF+F23976e0JBTi6yrdJgIOWKMA0InqxTjNrKA8TJbXBSWaXuHJPmwwyyya5iAKDvjw7B4soTVXITG8VaaMCxVUoXAiegSGoDMfR9BYb3aNylpl23Vz0Mqpio8wm8jhEqcyhPIFaQAISLcoVKT6AeyeHgoKzRf1HF8dhEmDO9o24D+lXpS/d7M2jAO/cGSz76Yj6a99h124vt9qfLe9st3ZaiAmdEJiXd1rLn9kkZxUOdMZIHLR2P9+XsuAJCXKKfW/Qun1b4sXPXJRK2h1wbsvl9u4wfvFtOIy9sq2bXdVRxUb90z/Ftr0IMt91gHQVlmEXE2bWd6YGyb5UdR7R6iuEMuQDBZqGDBGI+chUhTy0AsyqiCz4KHgLV74EQjHZCFnKnWiWn2Do9VmaSIkmNwITxDKUbionL5pB21FXPcDLJjMZHaVEFrdvMRoNcIeKFSNNEVgFfEjqxNdSUHB20P/nsQiSf30iwAnBN4Ut3wsc7jPR63B14M9+s/JPd+7c6Xz7uH/nzs1l7T7r9Nv/x2fLnwl32H3W73/22cOf/Y+V5f/R+mx5ub/cf7jc/6y/s7y8/PCz5db/udn75d7TX+593r/9y729/b3be7/fa31+f3i7d/t27/Pe8PYvb/eUvN0b7t4X48nQu63D7eGujMPbrUf/fWe901nvPr7Zf7q+2elsdtcfH9btk0HeCzzHHOCQW5ChNbgJKoA7vEUWKsoSGCSYRSpO7AbxoKTMlXYwPxIraQU+sWZj3k12BBz1KYbQ7L1NNZMVwR0O6BBXCtI7dcBbKNOaeh2HHmkf74zjtRw3zx41SPuwn1SwL6yWl3JQI8UKqvZCxfprKSg4Q+jPMhNxDAUY030hAkfHpEbuBDn0eYA8EAp902qv7OxIzq3oj11pne47rZ0VQ3bt2Lj2hv2KDnlcGbRWbFeM4e5wIEXXFsP5x3x5mhUCTxJPRS0f5Scoq5d3zhN1xcJKjUtdtOUO258utpfXev15V4GlWmE8WMDqCglnGsuha+hBPoJ5EZ8gjpBMDXPIRqUFeAk6YW0ZGhPfmKiCcljaVWnUHNBkso9A/SjDF9ZSMvoQG6pODkSNkbD8ql7SJXXZzaTiDInJako2wF4t2kz/IFTVRDnyofJrKSg4O5j4PEHlv7+xRRATXgrCSzUPbj1uH77MEQrwzcSw11tGAU7OAY5QEaBoRHvEFbygfwfRlsnPGwySso6UjWIJK7CYPhBtoAotz4L7EFupC+XGD20AeIgcYSAwv3KoKrcMagFo8Zb0JIuOarSOnxXoAXATOuh/OJdF/xCs7pyKvOhLb0y9FoC8oUVtStGLWEb25ysEWLAA6E+zkYAAa8VXIa8DzJJL674T5GCsdTrL+lP3Ka6zMvQX03M7u1ik5NotzPlC8nmPFlR6uCLNR3IbzTcI5UcUvwe8bccWLwlFXPJQv7K0eqmmzto4hU9nQ/2I/Oe6F5gvG5GMPPMIEdZiUs1b0I04gZDa4AzsSqolqElI16qOCiSlKIjaVlgyaV/nJNLMQ4oD4UBLDuq4Jq9KudlIeC9Q035j4x+UjojefJSz2seRXhOFqo6VRCt/jLhYorov0YtoHgr091NQcKaAKHw6em8FKNFXTQTW3DfCVrfnO0EOhPRhj8XQXr/Dw0eVU7rT7veWe31+N5x9jyIeXcp1c+z3bSPtl0bZXGyTL1fg+mofZCCgwhPLT0BtdyKaZ+CIl23i1nFoDhhO94X8U7fmuRfYKzkt2EaUgfKCmGAzBsQoKBjLJCMznJEPYbFMDE1HVbZtV7LuY0atNsuZ2kExMK0SjmhHc6US2YRqWLWxKYNVraLhIrg2j3EhNKOmUsjNsRUTPpOj/BwklpSzqSBNP5tGVtdS2OiSpaO/n4KCs0U9McZf4GgIfGOM/JTWZlrkOsCjFKCfzrxs7tmv0rDbPkTV9xNTzFTtTt83z7pI/CiDcmKRYLLl3lrfFjvZ37Fi1/d+nwvvYDcd2OAhF7o8iHV/TQyrY0QPHqxSJ2hRG+qZMkcrQH3V8B8sEKzE8FBJc5ypjCK9g2CsmWSMYskyeCOFojZC1FowNB0ZxQwOdC0IyfLOKxoqheH0GrXgCgK05F4FQVG9CmnSkjtrLxEYRI8pxJ8q1DfxBR1b8uGnOKhSNnJqUfsMXq4DLFgINECpJWC9CNJApQYTN6wAD/nvGl2HaoMWzHSWaZ19ZB6EZbGWZSaoNQsn+0tEmTDFdGYTeWufJjZFgS3Fd9RXZeVJwqBiVtEPVEv7lSuyjDBqHgPx8UciyvFkLHHEwHGey2B8gc6OFZLlj0ePSVBBHWaXYBhYzWLMVx3DIOYVWAsDbvwAG6owrqjzoFV72bQpyYxg3uLB9SomIaxeEgYusrMCW49BSe5a8JWT0T0gi1rW5jlHJGqqP0paBPJ4HBpXQrHDj7Aqo9FRg96pLL6ggoIzhv5OA74Q2sJvYuW3AuZL8TSYg6FS6TrGpUF08YLuxFGwFnSUPwhiN7GGbaHatMEkUlRhCQ+lXBVHF5EKKek3EizLHbhOoxedDEfVVaVs0tVPwgI9k5CFjnaX1o8iQH3ZzHlZInkRNWhGjARpoIkkxyJVLZcyRBVXwCkxwhSDQB4RxD4mFIe02DI7wpYqwEiFhp8LFQh2wltbth1E7NVkGoU83UsXuUcOoU1FlASDudBwG3gR1EScflA1QleRI55vDtFRZf5aCgrOHPrT81/fYDQENvFV7DfGglvdtoSV682G+LEXv/Qx8D6RGf8AR2I8pffI4B/aGLNQMSpHUZRkudurypu+ZOJHP0h5PzqenAWQExGLDNePXgWWAuSh2iYnnf6mCW2+4cICLFhDhDT0rcKehzP52TOv65OwwwsFJmtIMpxQZBECA7yzEoqLMrtCP6ZC9JlDxpZcJI1oySdTyEVfE6g8veCBLpTCksojGDMX3IoKVZIm3TnIPKYsaT8aQE1G32OUjl6ML6ig4KyhP8zA7mgOMCDJF2JQHKgNdcivwq11xs/9MfRzgBwuO9I6Gu3FDw7FGxuUxdU3PFjfNkEVqLOSx7DgZY+wRsEKK6gOM7LJxwmsShM8CgRlCKFK2Ra/fYQHYSovh1OBfxcpkqRwwdWI4GlxLNfyjvy2pGC/tzfPHKBj6PyHl2CrFZGKDtwhEdIrBptmGWjF0gwG8VKqtZaJA195EAoDtUKqeQpQm4hGhIUnAcQ0JipV0TFCKWECIkRYqFWZZACmNHULWqXUPxtiMlMoVj1UpgYcnDZp2d3S3hkWo4EyDpXeaZKzv5+CggVAf6g+JgFCdKMr/xojYuFGt6eR7SF/rZ4hXEHe6CWCU2SWPLkOeltizDaNdwYrvvJFSogSfH31itiShenKQqTwiGtbfHWLwhEnm+CFRe/dlk6jFfmrHIKJQmktOKotI5EwKdyKK1Gcbgqnc9KsF7UcUS5D9SEs/jRYorKCqTly9NuNerw/fR1gtiCkAiQcDeVT/NhSUKUCZM7M02NwkDWV0kD0Qi4qOGsWogStBq9hJiw0I61nd1NX1I9qpsO8UQRqIuuqbky17GSKcl/M0nWpA1F/VGBCFGumvlQZXtlb+sbnko82U5/fpOkjROjvp6Dg7NFG5gAIsDHgFfF5SjCSgUs340eRDkQHAqw10wEQlbw4Dj9VDm/6NHXGrsl/ahGk4j461q4IEF07MEOgtULFIY1EF8ko4gw/psUUuCs5Bguxoc2snyiIqULKsCuapBYE43DUjnvYtFmhRYTwVQNRmbQOiDxLN5xdy8NkLIrJGgedoyuqQB+pr2Eu4dxhbxEMEwXRUuzrp86EB54qsElx9X9PQUGFM/5r0F+feWNyCGyIA6G/pMAtK8BDCNAKsMbgKSsR7f02v30+so99vt6d9d7Yb3iM0eOw87SzN3YT21jj+3fUQqan0e7sdd5uVkamjSCyHv/Ny7HS4d7bE7OdE92eblkfdlIB+ouFBNGRzTlAaU0YIuhOQ0pxAFQIpVgUKSfSSr6gzPyTv8yG2VpROWssK7yhlFuUh/CqWQaiEf3AjnBesqMKnXVSPVEdVwsRp1hxeSK86WaZ7nMtUZa0qzIhDq0Lk71VSAy7o1N9iM+ojdYIxU8BREls7khBgbGAPwaGcUJNgAi/SvzVsDZkDvCoVWBO98TutR++886Xmz/88vk7Ql1v7ANe+V/XNg+O2L766ZffNf0HYxpv6ctrV7uZNmJCLtF759+/+KJZudK6gaUvnn/5WaaNMYHY+eE715bGqHcMz7+4OvpAQKG91DymANU442pPAwgjBegH1+ifOkgjeUWb8vBFzJl5gAh12ScEmohGaYgn771VHiaFrHyFDE6Eg4BcX2+2VJFq0sTlWMoFsRI7xGM8qEU2QtEqUaq5xhBxzPkRn+KoLa3oFs2YMjA4tvCklI+m9qNjemOjJ3agjivH11JQwDlz1n8OwVlBgKNBcGM4XI+FfR3gIePMUIAj3ugtS/v1ONGWR48RHGcpnXNjGPvwOgMPu0as194dH9aO5Wh2vPJYz6dKxxWguryf6cBYtzmXxwwKnQqweSeIXHal98R/zDbWBOgVFjFUC00WJGJqEzPAHZAIChAzJOPLRkKgqVB0AX9wRJxhoh7k5NVVaEp5sVEkKGBDRVJTwVGMKoUJUy0SXl6KGaSGzZF9H69K/Illw0s1FcqdtB82j6/dCswbH8UeJKBfBbCOFW9Sx2Z9tGjtkH/jgjcLQUZnDDcpAmxwXoUx0zzXAZ7uHODLPdRljOKmcFS/j8CQu1iac4Bt+DgUYMQeKUDEqJnIjAMzWL6hierZODEUJJ3sl4TCO5iNEqswlam+7UmBbAosL5OkHIhMJKJEO5QSAEc7mxwJogIckIT4OY626BddYgherURb2iHwohWXmOpkN/Nps4NKlFbwjO3yGDiz5ddSUMCfWCbPDrRoBRiTfRXrhfKLHOkj7wUOBSh5EJuUgj4OP2imP3IlbENN6OwR0Ak6A2LC3a/2CvVcObI6d+KUi7pKpGxJo7KKlZussnPOAtVUDDv5DRSOeF6UFE0ofLamshX1JM5TpSEfuhyFLt9elijUi83YTlMYWoO1nhVgcxFEX4bkH0vUpBsEKIgLormkEthD6ZyNi9FnfDvMx6kH5ki8+QxRAONRT3Y+V+TCKdLak9Cn5MCX6jE0Dp67s4vy+mLcqDuhAN5gqPBTRaYEyap29YADHUZ3KXsEbUmIi4Ngdr/pBvEocm/yM3qPz0utixW8Xjh7+msQYL3eMUMMzjsH+Jpi7UKFJ/fi4L1x78KaBuRTCtD0x4B3wAh4ggDjojwEF0QgmhDPQF9WRH4SixWdVduK6MfDSujGJCUaQ0XZl2rmxciZ1eDwoKTwyU0RZIS/CBS6TQ4oQksykZLK3TH5hDfTjCRVRbv8vyQecUUYhWDP51CeHF33fzAOipOYkLqe1XSN2CwI2V5SfBcUvCT0F10vgtRXvQTIJh1yHeDaYRQXCjCSeazB+ZHJVxLiPb3YifvW7wkXIov1gjRMh7v/xuYAY/YvFeAUAZqegoe0iSZEcWK83OoSaSQlcQ7NJMLAMhDPiPowiHbkoVQ6hMINHtQh4kWxGRTASaZKbgomHDI9VCBt4hX3qthHytoDbXhPrxCA8smoELSMYjhVFKu5DfeYoLjbBXPUcLu42V+fML+TgoIFIQiQcS5kJ9K74YQHwTUjzjcHaAy7wuaVx08/3/z2cXfzUbev3KNXea7nwkNE3z29n9y7e/frR3ef34ss1idSgDy4ofk8QL4Jz/5JAs5SgDVPWAQpjxLzdKBkE4NVlcrqIqW1VcoJi/JSWSY2WeRsrYbuw8GsBWWJ8thXBSg6YtbRdVCRxNxQA9Hsiwqj3JrNSXiMZFSKPY7ZH2tD96CKSPXohPbRp2h69CGUzxrbLzWzW1BwEqgV4EyYCeecAwS7vTYPdOlrf6ff2+/f6a/1dAK8wliD756IBqUAv15/8uTr9XvK6CUleCEUYJ97gUdzgDn7lwpwZWoOULxk9YUaghmsjJQVP4gqxDniB3EcZaHX4CILJo9rTX9wiooYj6oA2glWq6jFISlwKsoiUEaPm9X0woRVPVoRF3pyTnl1EckplkUgygAgsm3aJlKUu4gRLoNcbfQTE+oxBvpUVHg4O1zcCdd+pf8wCl4LtEcEKLJrTAE2km/0HKDl30PJP1jP0ACY+cAnkOBIAda/CcLVzmg/bqnzE6snFGAoqJhmi7SVUmyCKWUgOuTGWtGF/IK5KgHFGo2oUzZIR2WQneqYguwbM27Vgis0i7IMrRfRpepwkKe1J9bcyMmXQgdQQDUl6oPNXJUDXEjP/RN10X7FgnTSgaBLBQv2hS9J+nPjwQxjmQMsWDiSAC31DI18g/xq05HPAzy89NXGWui9C2sXTIBBg3p7W9turex3pHn3rox+FU6kZwVICg04oQDFRyICcYB4AdkVlCEFZr3maTnkWDAjDAIFUcduSuEM6yjtGsyleegMyVgVinBowkYISkpNBhNdTNghLR0XakorG9VkGK5siwRTfmqjI26LqihRuqGe00VZWIRPmnOr0CaB0mKmdPRIKSTFaMT8TgoKFgYRYEPsxRTgBI4xB/gKYlvcppc2EdrakzhCeFBftdcOq+wXHtqSxu3WboenIE7+KpylH/OAek8pQFMGl45ASSYDbJ6wgztMG4yTQyXCNpghDgiGKhJSdowakIwOlbjCjosqKgTzdBJ/BgVyNm1Z40FIiqENu7wzkBvFpL7RtiKpppxVy0KOHsjBZIdaxRuP7II9aIxYROcD8mHMgG5HH1GRCgoWjNlzgLX6I3GMOcBZlzuf8z9zJvk8qvWLzNhLo9/6xa5hkWG7NeDhrWNzgFJ5uf4LBU7OAYpcYAE4Ay4we0ERprfQWIxxlY1r7ZJnoCwRlljEHMRbOZXI3fN2MR0nkvFaMApR4WONV5sK9IYzXTljhoVNA2Ey9ErxZJCTg6srsbSh3TZ11B8KiWLmdAQTpGJGF0y38B7cCRdaQ8rVFXbiIkJShQALzgT6K8zUNEyAyD69g/ZG18OkGjzGHODwynqn21nvPH3avXmTXfvKZvfbc73at831fEzyidPu3V1dv3t3XRZl79kozUeCwicqXV1dylVhLouJOcDe5IXQqQD1nXCDzJQCFB2I7eA45JZHkQin0FKoI1hDJBF84ak/+1lXQXsWWlCha7FjC/GlYHaniUZ1FKEDaqhtURZlVIoxMwniKqkCiuSro1IqjwpuVbuMKotyQaWqF91y++6WUtC3BZ/ijArdsgPmd1JQcKqAAA/6Y5tUgLX2G42Fj3Ed4G6Pq2C+fdT5fOna470rjx51u90rS+f6D31bJGfl9/DehadiuOfrq6Y9jIxyUXqs+Cq1vrr+ZGl1nQxFqhOrwAyBx34VTgoQ0o/PPUGA6Dtm+jx7x4KwmUlMIsrDYJ4TqYjEgkKkzEQYyDZ5kYVwgkqs9oL+wkZlO0gPmteqQnErApKG0F9ZX/twwxYCTiLUhAYVWgKGl7eskpf9VUaS/lSUSgjGCq/9lJCreuArdmRQWAvH/ND5nRQUnCZgvwP/1iDAkeYzJqcB43mA6T8Lr/Qc4Fql8yTsmODzGofJTzuLQIp1UHHcFkKxL4u5cG+7tc3PN+17CNz8DrgWOjFBgDrztz1eFMXBclZ2pgeXwCbiBpEJVwXKAZ5gyi2UlnJwovbmGJ6eHyXekrBEi67nyHqbj3jgFjXMWEQkSoR0M9GYuMkp2VVO3+RFGB1oNaiS6NGmYoWUpDTjuz/+IIooTySg67JVwlFFhf8Kzgj6E87UFL4XfCfhN8Z7zuSCcDwPMP1noTEH+OphBSYToUFp4kGnm3m9vfSbx/G0b4Xrd9p7XgSZ/SVMEqDUj2VbMAikBeOYHNhTvKKSWCdxOQ6QCpoq6S8suJpuEFc6WOTBcyvJl6YlExTPYyFrxgKU8nBqtReR2csW6i74yoTKMDb4S+2p/8wVuvnor8fKOCIzlcxQ4Y7UJT7BojAC84lUJb+TgoJTxSH8Nz4ETg60IhzJwo31uecAzyVWD8Xmr4T77Bqo8pP2GlFwf9ha4Vbg8ecBTmCCADVYFAXo/EdwxXgztBS0gLaqH85nL23K+4gp9xaPbEFO2HSIzSqNQOg0ZUNxIQqDfSC44FdakFFp1Y8mQybG1YoQqmyqKHswFmRog97y8GeImo7mluTLXhseyimaauPpFkywES+/k4KCU8acBGjUs4Diw6DCbnv5UIo75wpw9asPP/yQd+yqY+4+/4Fwn10Ddf63kyWJNP8KBdjrtN/midAHPBJsUgFa8CGgYBtYQLzAXJ44AYNVl0nPIs/iimJMsYewqo0CU1wOTqFI4mrMahqymqOmyMplEBbkgzcryZTTshjLGjEFIC6wpHhLKdWzxMTiTsdKrgUp1BZNexqTGJAg0c1xCia7mseZ8PZw/EKABQsHBGjKuwHbpewz89US8NLN3lpvPgW42+XvXfDjUIHKxp8weubYXf2mZr4PP7r61TdffZMZwwQoQptgOmWx3cdcvSs4bYfbrUGHBwIeQwGKHsQLOv+hBqsrc5ln+WxINZWKSRsyjCv7EFJySWdvIh8FC8pxTgnTj4NXm/ksx9x2UcYdISCslismHiCTUCFG3wGiSnTAvZANDkMBEk3MqWhMHEY3dMihN/EcQFbi03x1z0lQrD9ZficFBQvDhAIcmwgUYMGtLjR2yGNFVdyL1PDK0qfvfPrOF19ffeeLR88//fKdO8+vLF1Z7GUwg1UT3TdfPdL+o2/0uvrRh0p/dPejUICiud+K0X6rxC9+/4Nf/IeYjTQ2l5jq8PrBv8vhF06FGQLkP4f2Hf8mSP7KwATGCTBGjJCEAMvELBmsJl5gfk2SzzRiJkGW8aO8eomWGDd72pAtXKSrzDh4O2H2qYMrJlN0LnY9RBpX/QV873FIxEq+2RD61F6qQTx1JBqkp5Z+MK026kRafackO+GOIwuVj88iKx1AbSqNJb+TgoKFIQkQEdgkv8ZTYd7aEAHOqwB1RvGzF63h7k2dVtudZYnBKFocVkV0H97VWzoQ0gO1JGwowOQ8mC0JTzzoHewIYi9kIUPgzn6nt+bfBT6A5ycUoLnAsshSDNWXokwcZN1EVpQkP1yVwRgSUF+tx6RsYpdIwUpePq4ZTnyJnapssVCiEsfBpKyZya2orZgYdERrQsUxYwVVh6DkwhjloEB12XFU5s+hJG+1BxPLQNNuHcWqCpQohjZmFpl2pDOHP6q7oOAMMKYAPeoV842mAcHW43b10+ezcb7nAFekAL/68Kd61bSnZKRlr9ktoUwjP1Y0jdsiwN5yZ99zgLOnAGcsgphWTFRwTtKGB5epACEUkYv4Aqdkx6GFlMlJtYLU7CLuIljOyJl5+NkRCAgZ5hgUxMQdtS3tCMrCLFD0CBf1qreyxLOPGpECJOOLdCKoKTFCkoiLEqPQ5VwH6O46IqCXOoRfficFBQuDCHBc+dUYmwM816vAw1/1Dnt93sBzvzjGO3b39f5VvklXeR1vs9qr3W12TsYrsK8hsARg83mAU5ggQIgB5oNfRFzMp5EWTcARysccIM9gQe6FmkK/6eACCAVOEeOEi+0mnMpH4BAxzUPRkOlKlMj9HKqgDAmJS20RjXoeb2cYizdl0W4mPNyz80RDeIoalRelhYnWogSm5QPTvOoTSaSLWGXmUM3ld1JQsDCkAhQJivAaVJgiEMtWt32+rwPspR6bDdYx9GaLBK/M379//3OU4L+xa2CU95WBibgCMHfeb7d2JQDjVrjZ+m+KALnVIrSYAFOIOcQhpqZKAUIv3NurQqzkqaAthqRePbaIYiDrkuZFdl4WVkHEpA2GvvI3F4aPKa4avFoADlnNoJ75SzZGqtE+LJbzfiMBmF6p6VRLTu6U6A4vl2gfz39wN+PjUaT29InyOykoWBgmFkGao9+KDje6y3MrwCkW4C8/k6eGXpDaAa/fiuqCCSG9alRLynYT4GyIBleD6SA7roz2HcK15Z5vhZMAPM4q8JAFUwhPtAB9QRchiEQbHhQjlULpVSu3quFZOpfwlpsOIpNIZUTtxTBEtGdsJq+oYiXmDTcTkYLKITQZFMZ1MX6SH02qSmUnF/N+ikWn5KdwysiUiapPmZWHo5gqEbTKi4dh0aDwnXxkREHB4gABxvV+edWfU2PgXuCjfhe4WgVe6m5eu7L06Onn1759vHnl0ePOlb3Nn532//RWgGIzU9vv2Qmwmw1cylev6qr4F7XN5s+ZEPSU4FcffnX1I4D++7ecMLznRz/H3b9Ldx+uLt31o1GDDXkazBpPg5m4F3gMEwSo0x8+YO0CckBmwSKh0LRHT5ldtKEAtUM0JvdYpCHkqKN93MCL1oJrzJn8n4N3bAJVCCcfUxHOHtqqIDzYixVRoEQQ3EmbZHN9gmYrFqhylB06szXK3GscJFkVR23oA7vPowVicrSokvxOCgoWhkoBNib/ashmZpz/eYC7PaX37txpP11futl7eueKsk87M56RdaIQAcJolns/MMH93twWhmrU60yWhjMvFOBXHvJCeB99+OFVaO/uR6vfmBE/DLZLzltdf3Lv63UeA0NeBp4Gw4MijqMAoQmJMRMVXCBagGskkeAH9nCPrNZflCHxIBJvYQh+wo1DVMTZ5OOkKiC3PMpVIdoLFVa1EsEcK70JpQpMTBJFG7dw4MekYdAv7anyqNcWhdFj96Ta3E/64tCuG34kaNDI76SgYGGYGALHXCCH0YUxW902P37LnQ6D6bf+r28MgReBAUNgK7qgNNhwZIiL/AyMtkYqYAVYXyrN4aqJMC1+8EH1AMDqsdDx9EClGS1yHczNYyyCWAkFOYgIpK/QStZNohESlGmz8lIhe9OF8lJP8IzKt0l4jUEkhLO9VTkrCkwG+pjSSwen6EAkohvhbZOTKneZjcphZTlXR7Wvhum3WmdROAQdPkwRKoIrEEEOKjXVZVV7KOG8qumPp6BgwRABMvY18VXzfxNqcOsmN/wfitP+z3y7tX3QtivZKUZD55n4mPKrhB+G+7/91f37v5JVb+39Zpem+5/7juAP2e56r616yRDsp2GvH43A81DJK+sCFOCyV4HXj6EAPXituAcRhSQKAaW9isirCF0lN3GF9tZoeodjcBAh4EP5YpB4gxBdkSiklXJUFddbSDFqVwkZXQNn1XL7qNRqxUS8l32KBwK609ELd46E+4UXbqZygmmMLKKu/HANztRWFGDB4jG5CFLJvoCpcOuxZA6j4AOx3xETnCbWgnWqt7mozq/9SiJPr6A/uC/pT3l2POne7wva85B77SuT8hrQPnm4JnmXQQm/xqZi7cNUtVZno0PMAUoct9d9HeBsTBCgL+ALuYQcCrIIwmCDY0LBeZ5N/IGHJ+ZEbqG+qgv6TIc+mlcDjJuZNlRNVaAwosZmAhpxUdWqCqghXlOnkGkiLof1TXit6KtpT64mXPUtFGCEdCOsbCgdIYnqScWgU22hJmPQTHm5Fa5g8Th4DjCIUKoQBbjW6TO9Nwu9zvJa75Tv9+V3OIJ0RGMV+9SJJzGYZVwLCUYqB8Da9cR84T4FyI4ATmZMp+oWMuPnRfuN0VOA5P04rPFfhZvClAIM9oGAUgoFq4X8Q9CpjFKzjEq8eSU2mMQqD3mVOk8p8R6rKUSlpvdYFU1tqMyzdXCPCxQHDvI1OVijFTIKJGtt5N4T2WBBsgrlMThtoADtl3q1mltUFNMbLVtNekd3XYst+i4+zO+koGBhCALMeT/4zkyYh+DAG912Z7/f6/P7j2Ov3nIPaciNcvmf+fB5t3ulKzrYXOo+7mrX7252vn35/+lr+hEpLa2usxarLPR0T4x1m5GuNJ9J7xc/uP9//T6Y0GrwB/dZsgjnJw9X764/Xn3MCi4/a5lWnoBP8sLXdwm9auKLBsxzdldKra7TsruCwZfB7K919n0r3AGYIMDQWpBBrE+IBdFKWGKTPZaIqwvokjZi9OxZPUSZ/SykzDrQlExQGPXxEFeRVR5HxzDnEZRaIjXSUcAWlaNGNrTLE1cV3ApQzjG7Vyei3+xVB9Epc3wIaNpeoXN1zOj2yA7ld1JQsDB4DnAck/mNOyyCMNmv15r3eezp3OcykH69Cry3J/b79HF7c+mLO529x9dubnbb61H2Mgh5xjV4oh8YcP3rmJcTRd27sIfQC84TBfpCl0oH6n1/OUSb+Uw1Vx+vrsN95k6m8kyriqvk6vqT1e56NeaNeT4lQu+58oV1VY6eKChzgH1fBjM3AZqOvNRrlkB1IaEq7mNT0qUezmqD4uCjkFrJUjqYpuARqkvpwTmuGPQm5sIqB5SbPaliAqKqiuAnRSWwKiP7VEA5lWT1MkkMqKspP3wjoRrM8TkAIelmfhA3kZe/WOfCeHF0UvXxzu+koGBhqIbAjQuga+Sw2NcB7msU3NZ7v9NZkxjs9Pocg//WpAIz3CRO6EEwa4g0cRG6y7IsB6qiLSm52yY6cR+UB3zMMfBv79tPii5FXdCbcg6nlN5EiTIlZCCuN1lUKzKUpD8hMcSF0Me7DtDD0JrDIlnbZBKLKF2JJztlCRuCjGLzCma0IoLRfhJxoddMRXIU9ZnbHGBFKddWDrJM6szQ3nGNsmf2crVGb+gKwRYTj1mLEkGdTN2ozsqI1MNZHaDv+PloMUv1lI3YFSq/k4KChcEEGOw3xoENGejfBFnu9VF9DHit/hgDyyj683Ugp/y3HD/VUf9W7xpH8yA/4vHwdqzvsiOVLxaBZfnB/W08zV/iPhY9OEbt+pVZ+C3oMbfx0ipf5bwKzPdynOsA4yYISKOeQIt5MxNErKRSLpqwQLMio1rQVlwSiHwLfnGeUa9Soh3kmBxVj8DsTURug5SsjhcxlJEFUlRpasS8dgWC9Twe1ahCW3jbaSUEpDZJU1mUVJP2IRQSVw4IXNdEK2aPvFLtJw1qV1CwYFQKsILvBzEVsnOC5wG2JXR6HQQfDz/piPzQgj3RILqw11nOcC+Kba/MHojV1bu+WsWXqeRuhM+ZABTZcQmM4SlBIMtv76+NGIudybPiQ37oKFPxGpWQeKLi4EtbmlV9RAFyJ/T47wKPY1oBmmFgDSsq8QyswXV40kdWaGIrNFROtmXCYg6t5zcuJlMEIAhxFwuzyXZ5y7EoytfmkcZIs7RFw9EBaLYaTGsTYlmZfuoteqUP8lUM1dFepdaiRMk5Pou70WKyA7ASrV4ROy5rdI/oqFBWgQsWj3ECnJz+M3geoE7zPlQn7ut5b+YzDSrXf2kFuK0xJmPNGHf6XWc13lz96MOffvQhr6+4SJnd6PXT5zEAHqHOMBa+D4dVr9hgtnw1knpBbOxIN/fxcrGpjxeJuA7wWHOAkI1pJrQeJGYys1ZSviIjl4X0Yj6Po3Ze4PAvykFykAzcGYQSLOTKjgfhILVMV9osyYAjRwwIGQ3nUIkM5/pZNZZtFF5VIE/cfVNzGt0/xTILVhxMT4mjQbA75dbVoyijr/mdFBQsDPUiyEzuM7YeowC15TqIx8Ax+PVAmOFw3gu822nv68WycG+5p3271+ndmeMPfRuag/n0erJ678nqUkz6effwQjzUOfHVN9BeA5+b6VgD4WX28wKwNCGWNVOqZwAfKrSCE5I5PEzJsWwXnqyv3ltfpyuuYkKMZFRef7K6rsp0jbo8DGEFbTz5u8BjGCfAmCMT6tXQig+SmJI3SMsu7mOeDdWGFHQFsUl4m25kDxoKgoHRqFcpSpoKhWY2UqEOKpAyc+OVmvTUIiGVsczLDiLmxHojdpODy4ggi1tnU4fjs/miHv9AXET1h4jGI4R3hCoEWLBwhAIM9mPA658GSUNy4tZNuA9WW2awG0PhPssfYj8EUKfTz7/l4ZXNpUdXrj3ufH7148ebm48+vtnd7H08DwGyDgsr3VPiEVejcA+GqYc9D3X+Kjc/1f4b7tNlE376uYnOwu+3P/jFL37wH14GxmIrt28Eiz25sLQqbl3ldl4alCkGt7Hg+1BFm6urS+6KmmWt13ZS8vbyM5UxQooPUYA9CeDjKEDYy1rIa7zQhefMPGaEbKwLxSiVlMORUSYJrlyGTMLbPKKs756jVkDUExxk2pKTY5iL5MReXBVtKar5irT5zndtaMslC7Gl+waF4U4X2LHRMGxaLYBEt7SRYnNcYpq/1ZVoKOlYW7kOsGDhmJwDBGOrISjAngRgjyEwV8M4kZs4sLfc4WrADCcMW9uD3dZgbafV8smQ5sOxDc3AKto/FGPFsBWdZQayAgy6S/hZBQIPMhABmvuC9KwAUwb6TpA1qzxCM2r1EFZxY+GXN4dQgszx4aB9NGyeMw/jyiTgmsopiXLmAPU9jM8BTnzicQIMKhMTmA/MFxUfoKuChoI9Ik3CA0iMwWyhz9KdxV1pLIKJZGJtgpXX2PQmgMe/nsKjYUQYDVOHo97RrSQ+bZTHFqWUECgFo91ZzaGW8mhEuoU/XYCDHU8fgQ9hJiawMrL7s2ItKFgwTICIvrzmpUa9EMJ1gJ1eJfygwJCD1bG31n/5VWDmAEOGca8FZKO38+Ya/6xHhbtf+Rc+QHDi8xj7wnexE/2x/mEavH8/OMscGGznBHwGs0VRdXVN7aB3JQG1Oecy71zCAQXIt/D26E6QqQt/JhRgsEA88sCCTiakltWUEqRNeLXRdcwqJIJA8hjuvtTEmsxQZEKohJdKYi2YFVximPuqGHRAZkfBoMLQeBHZ+9CWiuSeqzfuerXhhkcm6SRpdC0JueIuqCKfywLX/uVhCAWLhwgwRr6GktNzgTe6qDzP+bEGnAcPgaFEvfc7YoLDsftQg8/V9a81hhwl7nm/vnrPs3JskE3wTwgtbA8vrEkB3l0V7cVLUIZ8vD/39S6Ni2CEXBPG6CtfIpA2XlXKu0bT0a4NrpEeo46MXuFarQLvXblTkdyU4p0kQObExAmhgkxGIfwQS+S1mUy8mfVwMKtAcoog+jAfup54Jugui6y4kpD0QhRCRcrBYDRkMpJeQ7S5nnYeAcfe+VjOdafcsBqLrCOJydyYfRwijm6IkXCQHz10j9whLMTgSAXt8jspKFgY6iFwk/jGSZDrAJn7Y7HDLBgXvqAIWQJGBVZzgIdg9Zuf5hjWC7lO5PGjDz9ajTEvxBL72IJonlzgt83raUB+4i3yaXjOeBdI/uUhRsORrMe6T1B05rJR5DplTcdWlY9K6yqknK/sKEB9Ace5F9gUKB1kTkviMc9pb8kn1aV0JHJurdX2GNeXlCSTsKsm08w32mPDDy/VJmVZ6EjE8nov/hgt7PSOQTKt0je5ac/Bw3I29VFOrlaNhGnIMdRv2bUN3HdJPLUx6hShCBaxgzZ54yhjficFBQtDcxEkYDEYijDMeR2gXmg+rv1j5ZeHAOjU1/DXGjCi8TcPdoetQYgh/cEzGygCNHWJr/yz5CJB54PB/Oh5KIdx8IULX997Ir3onHawTXMV+KtvkkEjoBDXAcaAl+fAxBQgBqcdRTtFfvKEVWCNYBWUMXHM5CmHgbwKWQUezfuZFPOuEZWoVO5ePqYuT4PhgqDjXAcomoO3ID1PnIn34BNxBBnyKDN8LLDEc5CIdB5VEVsWVlBIViJhbnRc7ZUP2ce1d1yBB59FDQ+kXUTM8IShGOei7lg5kS04DFVHKjoW7kDRXOSm0aAmOySm8nbjo9GmnTPh1t1lPpE/T34nBQULQ3MRZEz4jVZC8jrAtnSeNF+fi/+YC0QCiheVRAZGtOFmt7t0ZenbzudLS4+7mx9/e3NzM39THQ7z0i0UxjqueKzCVx+iAGEVs+Cju6tLd5egRJm8Yw7Qsk9w5aspHk2DXAcI9ZnzfsAisAWgdyLB21ZuwVl3V9fvLt3ldt5gMAq0JylmU8tLd++u8uQs57MY5mR1+rn6tfrIS8gywpciQM8NHEMBQj2xiQ7gq2pSTFvwjSnHatAshJ+qRYHFlLLmGqs6FwoionCJ5V4YRmUr9kTEuUGzplJUwdMdqGIQ2cIs7tPIYMFu7mUISTVKL9yqzSI7ZbiuxgvIUaIjXm6VaxHVFtSrzrnBkID5nRQULAyxCAL1bdy4qL14rzkRCA1uPa6Hvtz36nuA2ZgJ9JKwKLH6z1x/+r3hss4lhsXt5Y7yu3G1Q72OUfHeVykFjVVYJq6tQ6UJwT/JisGe4Ku71KzTTvg6QC98VKQHIVr/sa1Zsj00uz6x0GOXyxgx1I23SinEE3pzLR2ciOVj+oVn7C54CIwqbswBTmGcAGEcc5qZyGzitDYVMC7Wd0g+FSAUoi3JTUn7iFxC7kF1guowOtURaww/LS4hm2qmL6Kyp0rwGBfyQUouFkNBrcTNcogq97KQpHI0Su9w1R5/lG2GlqeOdNUGdV/MGzb5qK9oWpRnficFBQsDBPj+xsa7b7317v/24JPLHzyDBRNJg/wmiNWeuS5WQ3gtc3ecdKEHxRnuYKx+w1yfeUwExi0dUCCjWQ551Z83sYs1V3Cg82JPVbUrCSf1/qkD/Fs9BzgT9wnnMJCpg96LyDar1CaSHMJDxjCI+2zzkZJwip3vBGEC4BgKEHlm/QNfmLNCcYl9NHBkaUJ5cQb2ID1IxVwTGejHegqqskKDc5Jo7BgNKO1AqoSeVNI5N0YqfFQauhILASBShYjIbpAKLDRbYuYHoCs6RlPuWdUsoe2pmrgHLXpQHQ04G7n8TgoKFgYrwI2t6xJ6f/rHy+8+EBNOYqvbk9YT5Un1rSnRlx5k40H5LuiPFOCB2H3I6u+T1a/1aia+1vueEoffDPzES8f3vsY1Vo2jrix6fZ0/U34AjrjP+GWw0tpdRgQfaw4QSQVDoO6kkUwWcAMbaZ7kZ4kVCksCzs9krlgmRqBwiYJ5ztCzguZThWNiLiSmZZtKcE3tBhVau5EKsiSmiymnreAqHUJ9Wt+Jy2jIbnJRLxwgNjM3dZS2hzg05CGZoPZoCy9/nAhSCLBg4Yg5QK95XPTLyB8JCfC7wL4BmItfYjEk1CDz/5Z/EoIZ7jAMdlo7rUFroG13wB6LsqC1zbOaVnZWVuSkw87Kdh53pDnkRdV0bbUHrojB6ysEqUqBBt2Zwkn+iuy3XoQfrgyI7AYGrRV+2WlnZXcneyDBQ6sqb6tUR6qJY2SLDYt6RUpN8w109pbmHQKrDTFbTO+JO6ShUHIxQQY7mXzEFZZk0GVwVaWyYEWsHvDKUQmLxrCJVMxDcI3qoTJFPSg92SubPGjZxbKRDuFmElPa1BQyFDc1yyg52BdpqGK3U4UJLxlJKJ5yISPZ/PSYmPOjTH1VszjoUJ4GU7BwNBdBKowthogIeSK0zvKku1CDngD0g6JDFma4Q9Bbbvfa7X57v93jfmHfNNxe7u33BJ1w3E7Sayu9LC9t+2tkeS2LAbmr2J77ParhAvEST20rr8pyVWx2OBBVyY7OPYXcl6PyLtGb4mwgKmNW0z7Sz3jYda/X2sbXL/kbUU1VZJCy5T+F9p2lp/MrQPVIVJSMIpEEm5g0KBFNQCU5fWbZpKMSeHjQq5y9fHsGWi/koGywkKvBkzJYwoWZltKGqCOqZ/fwCKcQlCxRqBCdB5+ZE7l9zweKK/WoN1dRJ/kyMMam0mhI1OxW6YtJ1fFVFyvt2Su/k4KChQEClNSr1F4NGd5Pc84BLosD+x725hqwF4CxKNn8W37aEYeIIHRuIN4Sg57FYpvd026n211XHroz1egkUg2ViRLXup3O+l5nXylbemsqVa01WWSg8k21oVgwsZgtKmNZa3eedhS701eG+rK3W47jltb2up2b3XV72rS238KH4MRTy6rsYvq1tr/dopqr7rdV9LT7tuLqpV6JwfW50MbHuRc4+AYtBRPEampQEFRGWsyIToNlxFfmKrMSLts5p6ZSfb1BQUGStimrTC0BoRoSiLmc5YOoqr1sEcx1BLpksWd2M/3BcEm7Slczib4iRr3KbgpQH58HSZmtWej6/hN6pwptLhusekeY/E4KChaGWQowFn9rbHVFUTzbxeu+IgoJP66EjiExeWUyHBCHLPWuXHncvfN4s5s2lj8Rf9JiIo6bm93unc2bfmIMFjGJKY4yyaulx29vXumuofX2xTTL+8OBXCTAXHlviUttblKIJhN9IeJEV8toys5Sd090RCBVjOJOW5HNaPvd7tNu98rbIURlMHsSVQbRpfr1LQxIPOVVuo2XutJX691v3+50l/SxLR9Vi/tf4P/lvbl/Fc50E2wUi8ChqWo9Zm1n4aWOw23YZeBThnbzHlKhjMqmE2Kaf0xD0Ugs38oUjZJEFcqFOPl2VLOqSUllUJW6FRHoqVPoVILAZFGRhF2jXExJuX0iUf2UprxWpHpRl3xudxDBWgiwYOEQAV56a+PdDR22NrZubNy4dGlrJAc9GM45wJHsYz4wroSGBvfX+tJAGc7Y8a/1asDV/E9+AOGgutBOCiBCgVq8RwFah2lPYU+UpYyTVNkd9CAoWEdGiz/KgjGpLErC1VYZoE20JCrNBEiFaIkhs/jNDWGQkHJjyD3VMPdRSlm0TEqbQyugkliiQyg6ZOgxFCCUg+oTG8Rc4DButnVa3UEBhrYSRCIoKSfIBzWmNGPnu9KYYCMGdEPMSKqKKqoVlhycV2SHrVLaLBAj53GqQhMNukO+KZoZTENfBKC8VN/eCqiPQVtEE99FFeJF7x3WXUME0hMmLzm6g5aC+Z0UFCwMVoAbl8V0n/zmg1//7//4wQeffBD6r54JzN8EYdIvfgYk0jrxuQREnChKPPpveRcSgTsQZuKl1GS2SkpVOsxCjkJl7IIXEo9iGWAomEo7iItNJ2Im+j0ViUih1H4EbncIrQpiLtoT1AFLOrIefNMNR2Mi0EbVU3VaRgHG5uZRqHIT1Sq3z6fmaxABzv27wKIPOmHaiHVg6MDSDBIRQyR3mFpIhlZD6QXXQDfqdqy0yiPILaqFpnPKRqk7lZhwKMhZRG1WgVJm6ajNc4pKyXcFSRmbhJ2LhyxO0xF3UzEJKudoSm9soWOzHzgqiQ13JSVuXYTVW34nBQULgwnw0rMtjXQ3Nq5fuvSnSxtSg4mYHPRvgjANGE+FFulx7R+sFzlLwgx3GNqtwbC1zWt3hWdmDVu7SMXtgUpauzs8R4tFUu8Hw5VdGXZULK9WSxWkKwlgeTmUqomAK0PZoqTtCMNdLwMPVYXEQLUVMOKoackO9jK3wwAnseFLo5icdOuCDd6ryyt0XZs/CSfwNv8FHFMBinMRStCef09NxBK8xcqDyS7n5IIsTC6uY0PKPQKteC7OjGOSo1QZ8532ERv6gbpoc8SFZjUlVScaxJcCGnNCjZgH3WRM6Dqeg5FE27mj1n6KrPB8oLBBe6NoeMiBcXV8OvpZ7gQpWDiac4CNa6CbK8F5L3CIviQ9FoD9OJg2CY1KM9ybB5aFjqEAIQ6UGOe/aC8oSdIr5BYTfMFWog1zlI2WccEzruec3vK0r3Qe5BOPfanojzeVic4AWixvdWaZpogOZsmmIlESvjn6DneHsQBUHetD8mpJGQ4EqvpjKeiRdtW8Gw7K1D6mGXGlll2Uzu+koGBhgACZ8xvN+1XwtYDA9wL7YdCsgzBPpgGxDnE5NGQoCshwbxw0lNb3cSwFCL0kNZiEIARlpeycFINARaY2bSIi9BbrslaAFEcOqpFwIxIFBKxoJqOae5R0fYFZOMxIOzcT/EV/5AsLZh/kx4CVyFUVgXz8ShxkSGX/2K+jW+DJR29XdruKTcNQHdH46IRwTZrN76SgYGFoKsAZiHuBrQDRfaz+WvbpyKpAPg1G5RnujcNgDWH89vyrwGIbqEIEIi3ETBx8Aqn4aCWnfSgm7poQUIXoq1hBEXmgwExGIcfgH2U1ZPXCsSjIAi832WVyHHYwj96uzTtY0AmODmZvqT4HE1SRIBxcV17qDOFJRjBs+hxeSnGf7En9ZFiHciRlW/4a8jspKFgYTIDvb0wIQGm/kYXfBLHyYwnVz36R+FPSEpDhLxTwpl7V37YYPuYqsBhiNOlm5Wceyuk1aEcUAov42jrYxDNnVYXaMZhRpCILeyhG1Kk9LKWIMc9I9NCAniIk4/ghQCXdojWvRttBvmYt5V3VkV3fdOZq0YiMlqhq1Y7y8CV/sqtPdnA/GEHXoYjEsRBgwcJhAtzYEgO++2xj49m719/lkhijuhhQCjBWgBkCc+kfik+k51lBkaA04XKHpdY2t0jwYjtpzBeSy14SjeSJYjwu3wtzgPP+KpwoICYAOSIAYQIzg7LBJpTJaIqqNB6ER7Wa8rThZslI5WQUUorGUoNnBLV5mk+b0nKEOOUYRW62ylQKMGKqyDZXIbBz9ebJxxB4dohrBL0ivRLqVRu0DaW6z+5m1WHVVf1CgAULhwjw/bc2NrZuvPWnZ5c/ufzB9WfPeCBMUxEyB+hV38bQVzs/BYYFEGYBVbjWOVXMF77hdVr9GY8bK+M3j6cARRPJNp5MExuYhxCFbTEDGSWzWMeYsHNVhCAUEszFgoKtTstCSh6htWKakKNaYNJOjVqX0aC4UltWNnFCmoTxhYm4E0/26Jfc5Fxv8KPDI2DVNyWJSnPRJ9M2VFjVswSE9iiRjyrld1JQsDDEHGDyXfU4hJr+vAwiBcgvf3AFoAQfKyBrzngovM8cYK4ESxPy4uK7k38R/+hXDMnjOF+N6ZfqHvaq40bO6b25CZCTH2ow5YkKRErmJdYlRHEiBgtEswWOSqZoYqUYjtG70lFBLkRittDeCgnX1PqsJT1WBZQBlswqIKYgRX/OuEF3STl3w0UibbK+clBlcBhZYuDvXinhPT9eTMsOpYxKPRLWJg9MFFijKkx+JwUFC8MBiyCNq2A8B7gfI2AoEBb0RKAvBgwhKJOZAIHom4MZLSt/nPdBm5rSpoDaIt3cZkUavX29zgw7b4XT0cmDXnysxjYdSx9eNp4HeKxVYBGU2cP84YFuXBzniToxUJAEus1Lqwgoe4ToigC4ilGCaoLSqC5KxOAA0CxHKjsvzslwsq9I/6kCDGWiQyhSok3u8vPbOwtK1WdLF5oc4z5tns2MDgZNymhtSalG2PZVuTYz6+hG8YKCBeEAAjSSBbkTZI2HIPR1qiP9PBGI/PGzYGQRGfDqiyh9/0abmya4SayvnQrG3hDXrONBm+mVNiGbiU2tk4gn0ojTRm/ZXdbps3bNfOXIN/JBp5AkzziUhCXEstz13iePSR2o99TTh6QrOtKGDgqhjz//HOAU6meiHPOy4GE8aLuJkaVoq4KCuWACZMjb1Hw1PBb202BEbjrTUVSmI536SnkWsNJoX77zqLv0+OqnS99++ujTpWvXHn289G33+dLHN3FmbMzOlOFniE4dUZUz92pVAkxak6fRQLexYVdVOE1bNJITk/Yl7z5z5DZkjo5V5UmrYnyYStxFYB9Vhguh3GLU4MPCpASJ74RfhZtXAU5Cqkl7CGua0BoYMVr9s5uzSU40ir4qKCiYB14ECWy8++zSxqWN9zcuXXrGenC9CuwnQicbWRaR8iwgdBQs0ev88C9fXhP+/Z2P3/mPP7zzzh9+qOyn7/zlmjQTbCH9xoKpApAmghIOGITTJuCMvUnTjrirKb9gXcUlpCQdveBgD3Gl3MibnaJBl1efIJhOO4rRe+qKhZ0/ptsbpYLvYnyP6iMNC9pDX0Bo1JdQgDyHlcQYa01QWCNbjxunWM7UuNMq1xcXFMyNGAJb/r374LsHv3lw+f97cHnjkz/9+vIHW7JBghuP+V1g8Q/Mx0tc0Jei88jT+gsykYvR9x6OSYhfVEdqyXJLR19NaEWFkLK1T3RCQzbyh99yHzKrTigy/kGaRIIO5Wn1h11ZN+hGaK1XCcTIa3M4B9dG1mXM5zmI++5Uxq4q2MjH9W9DhS+pNa6MeVEClAIMxpqTt+qR8oR/ZsvKQkHBMTA+BxjLv/VeTAE9AAARYUlEQVQicOBGty3hA6+ISTwTZu4yP1ikQQ6IMfhCUolHtSjFM/NcC/UEuSCoQoUhpLAi8kgjxIJtoCMSkKGDZg3rLdpyMvIh/VQcfixFEyYCqqCqkwPf0ILa3OPsNdOa5u9Y4qFZ5gIjRXi74UikMEY9NS9S1pvXnAQI1/HIhgYGGrEGeTWZaza5TWCmtX3oSPrQwoKCNw9JgMl5G5c/ufzJ9evvXubxMBWYA9RJLgJAFHH6wyJIKehJNqWQY+Q9JBSjwApJJ6oZqssKDgczilQkcSLtkCHWlA+SkUX1RGJ+FCE8yEtKL0rpiGfy4mgWlZ8yxHPd6G0/ZindB3qT9BY11aKTNBEW7fNDwfZhcGx9fKLTJASLjQCWgO324CgCtNBbUWKllT8UauwyB+ibwg5cBBkjulFm7InymS6zfwUFx4IJsJrte+utZ8+efXJ9Y+P69cyDLZ4HqPNeZ36sjEr86KQXoaCV9FIZFhTXMjLLnBIyS2xmlkC1YSZjSoGOHEc7c4mSvPBBx6k6/JPNVrOC1HMtWlCGSxCpjRrTzhpPDGl5SQYNSHCVRn1G7WRVO13cG5WbN2mWHCSvVJhJxZ5Pkp56o0CjXzwl8CgCFPch/vT2I7pqMAdoAmtqtzEeOygzZjfKr2wUFBwP9RA4VoEvCk6AfB4Mc4BM0jFLpr3FlFdkK6Fk9lICgtDbJCleCHFlOkGN8ZsipKktp/DVBjOi0tBgkllUosS0Zqv24hgISIVyVAAzoOIzE4kLUfpiJseFmuweFdwcnUxqY66PpPkUA55qMrlWb4qJoKaw1zZvapT+UZp6UDHWlo4iwGGMfEe7xMCrwLDfAdR2CKfVRZHIoXRBQcHcGJ8DnIkb3TY8YZLx3qpKKgur2cR0BUeIg8iECaaIOb5Qc6IUOMS8pk08qbzn1pQz/cBSFpjUwQ+RheqkhumJBATkAa0FHBcjZgxydMh9hA3dQhyVd1LcFR+CYHpRVWWEQkbyaeDGaAz2s7trqIvRM/fIwawHVfPIOcBdBr/BUHo3p+J2446wJnuN8dj4UybaxKnQ9DOBzj8CVg+Oed1hQcHriP/83vf+7i13ib9/7+/NbMHRyC90Ci4b+BHSfrL1mACUAkwiGrPWCH04wlg26Y6Dk+OP5DlYEM5uqqCgoODEEQQIzfGgflhpjJhSAcpamRuTgQdRWCBq4B1+Te9hUyoWFBQsBGVZMucA/Zsl/PLIBKsN44dHhFqxjcamU1/ehIGsosa10bvjV8BUlxdOoei/goIXRPOcmnV+TdsOOAvfIIwpwIEFWxPt6sHIIkCXNW7ynfryJgyqIE7NzNgDlsvXXlBw8pg8AfM9hhk+bzQaClAybewSGFDP8qnY39XB97pNgYdqVQHHLoGJofYMFPlXUPAyaJxXmZw+08Ysb/wgGAJM3hsOJvVfq75119Sk9CED4KnvsnlXST2UBrMnAAv7FRS8LHQOVqdh8zh1aibKJGAqwFwGnsTo+yHBj8BFbmr9dwaaT9R747/mgoIzgc60xskWyVlnX57Kp/9spoMv9zgfCAI8iM6G1fcTh3oib+ZnahpXWOitKfXIR8DU7ZenkBYUvAw41fI9edZN54sATAI8AA32DjIb5pLu9Fh57OvNG0vS0pj/O3Dxt6Cg4ETAGTY+cvN+9olXGLAiwInHwCTq76f+nkyER3xrvspP4biKmkNYgQpmNVNQUHCy0FnXOPEOOGMXy38LbbxCEqB4bWVqCXj2fySjawPHMO7q3WAg8TeK4WctZLqJ2qGgoODlwQkVZ6H2eXbNPskWOkG3wKanwAWAw6mLAOMbjIT30Ff1iOgp2LoSh+C5XVUf8V8s/k7cAzI7VEFBwUvCp5ZPQJ+xjROxxgHm1xFHDDx3B7tctTyBxhKRE+yG9brIBNLDDYVHO68uDOwqd0QvCgoKTgJ5MsaOo99GmANVSYEwQwDujr4dypxB4h34nWVBiLyB2HBlki0PrFpQUHCyqE42H2vq0zHTlb3gALRH9+/yLZEZSsTN+sb4Rit76Dx+m3cwnDldCHAuX31BwenA5xbkdtBJBgk2eLBgBnbqC1hYH+EdF8PM+E+D/1QmMJQErBi0fMcFBWeJOOMqBhwdGnDONFgwG/WFzBZ1+p4G1STexHeW/5UYmcBUXy5YvuKCgrNFnHP1mVnRXONUrJJnyoANpjj/0Ci2SpkDR9fJjH8I5WpDnRhsNx4cM4nx+gUFBaeEigJ9GDvvqsxZEuDhTZ1hR+ZB82ZeOlfJPzDqanx9011vWNozLrApKCg4VeQZODpBw1CdmNVRiVHhnDiW8zheIQlY/d9BktTYfbqjkiZGufITcAUF5wINiZJcNzKAyJLI4wJxDrrQQHu7umy53dqe6Jtzk19d7VIXFBQULArVaalj84QUDTZ1WDN9DLxQJeFF6y0E7RRyM76j5ncYicYQ+ZX6kAUFrzeaDMhpO8Z/42drOXPH0N7Z9Xc3YxZv+lurbnLLS2LKV1lQsGDkSRiH0RmpVJykYHQJ28ihoEJ70N7d2Z66/23sGwzUArC2l++zoOB8oHEucu5OGsYwmX/VgYCb+QS/ObDbHu54/q/5pST11SYnqlzFi+NVCgoKFoHqdBw7STk7sUR+TMo0068Spp9lZQzy9z78o78vBA2CB837PBrEViXGvr/MNG0FBQULw/QZSVLvytIoSUxbzjvEcjM0nnSfXjyT5QUV4M62+G6IAmxcEl0j0xyqZMNUUFBwbpDCZXRm6lyVsEHbNOTNWaMhp14SswhugP4b7LI4IR34Ii3tDsSAO+plhp+IUWcjUT/9anvKMzDTWFBQcEYYnYFKkQkWDNPp4aAGTrVhP+NvkApwxi9ezgXLv5SP09+TDbW1vfKiw+yCgoJThM7R2CI9ljRGqRPHZFPjODkJOAW4zwqQ9O6LzgHu7OpF3Zl39tL5/AhtfikzHwhdUFBwzlCfmXG6Vtspo2rs7DHMGUCWP2Y97X5+0P0DPgITCHEMhyIBCwrOJeIEHZ3Hmefg5KjktHFWLZn5UvrFUvALwiy3XU2XOld/hvzu6nzzIfgNnNVnLigomI08B3UYOxtf11MzF37Z1U/xe0G0R88FVFgo0G/TXubq0oKCgvOJxtlJsjptJ07ehtfp4UwaybHvS4k/MPO5fvoEfIHwX1psiwfGvMx4u6Cg4JTAuTrFPVOG1wXWfS9Nfwd+QcF+swpfvsmCgoJThU/cPHvHT+IDzvdXCye5GDFFciY+a78oeS2+sYKCNwSN83XGCXyCZ/PxQ71844pgXjqxS/J8dUsDKftGPR3LTODAgoKCgkXAp2RjZ3kzqXEmsgfiKL9544xQiaoXQlR2gBNUgGMdGs4e9BYUFLxSyNM49IwysaWteTgYRzkcGeBEEa2xz89zMhy4267XgCG/6pF/BQUFryhqYgq2YDdb1sw0nggOiXxYoyo7oBiziW/ose9J8hQ/7ysMVqrH4xcUFLwemGCUZno8c5I4lcCN4e9Jib8Ek4AKOTxO0FP77goKCk4AwRfGwSfrK3MaV5+G/Sl0enunzPwVFLyW0In9WpzbcGB8lhP/OGO/hllQUPB6YMQUR3DGznFIpaEtT4GMZmMuPVtQUFDQAGSh9xhlzcKrcGdDKMBCfwUFBfNixIBHMMd8xLIw+tk9tWFq4zEIc2FhX0FBQcGx4fP1yJO2POh4ThT6Kyh4JVFO3YKCgjcPYr4gv0KBLzTgrb+/goKCVxD1GTzrPJ6ylZO9xthXUb6XgoJXGTqDZ57EizmzF9Fq4bCCgjcT1bn/Mhxw0vyxUD465li4cGdBwauMk2DACbzupKDPV28FBQWvNqqLiF/mdH6zqaAQYUHBKw1O4XIaFxQUvKE4mALfAGIs3F9Q8Maj0ECN8lUUFLxR8Ck/57PvzpgezvpZB4e3dcYfvqCg4Oww7+ktv7NlgvPBO4X9Cgpebxx2jr/I+X8CnBECsJBPQUHBKeOI0eZJstCxYp0C/SnkKUQtKCh4xXF2vFAYqKCg4DwBTiq8FCjfQ0HBG4ly6gdO6Xtof/lg628Xf1S/rqe9oKDgXOB1YMDZn2HeT3Z630D7y+sXx/EsSwoKCs4L5maA14EszxBvP7t48W8X/6atfhUCLCg4V3ixi4+PrnO2FzWfR1zb+PnFB3faw93AZRTggywrKCg4Pzj61pDaoUqMajSorrDeCP2tixe3+v2Pvxi0f/nFF19cu/5nKcCYA9xcqtFtZ0IgPfoqm+luN1NOrHfj1ZVDI7m5tGaf7aWltacZEthYUFBwCI4mrimPg6qM7Ivhw0W0OY32Awm+79piwf32F4i/iz8XAYYC/OOtGr9bzYRA+qkdhKVbt9YzOUq3//PW1fbv0v3Wrb+01jN163dEfe8vdrp16+p/SzNwzRn4Q6f93k9+0slcQcGbjfl5o/ZsVBmv3czNH/escao9+5b5v+9EfT9qtz82ASqfc4D/ktQk/K6bCYF0JfVaXzfIcLMiwF1x26P0Fv7S+kumbv0xov6z6osAH/3PsBquOY3ue92la623f3xaP7hcUPCK4UUIYVTn/BLdTJx2d38tvvvb1pb2bSnAv138q9+hANvLa21R13pvbbmNuuuttfWKtB2EiXSQobjt+T/f+mPnaWe98/Tmeq/1u1vvPVFKfPc4aPV3V60AtxWvp6MOB0i89vffo2T/veP+UF5BwWuL02GFFx8JU/OYdUfup01xh+PynyX4WPi92G9f+/mfNQLWu7EK/DwJToPYrztrHWFtuan6HjfSsocyRAF+/9Yf1ztrPW0y/Mut/4Z9BTWo9I9Fgf/ckRPGFsYD8c7Sf7mjw6PvR7agoEB4KdY4nHyOEzqY73idkffhHahwvLAviK2kv1CApHg/GGRx6+6tW084anhb4XcivZsuFKT6munQcSjA0ej2X1pPb91adcH/e+vHIsC/tK7+UaNhDYFtPIwAu99vWwG+923kCwoKjGPTwxjxNDBuJDc3qY2cduarcP5gAvyzRr0XezvXRH1/Jdm4DEYK0ApP5FbhvXquT2imRYyR3pa4k9qr8PzqrVv7LhArhhpc9/LH0Qrw+932e3vSgUUAFhRM4GUoZ466c1Kg3Manp46rCBeLy+K8n7P0EQrQ+OvF77LUBGiFJ6J71N18vNldWn9az/UJM9NM77V25aoKj5QW7/2RF8vKIsD/ic9f/kXMaO9bt77xcQa6//DeP/zkx4PuT8oMYEHBNOalmiP8xovJvSSHvWT1EwgwL76rOO9H7fYSx5//+eLPL36ZpSNSk7q7yhzgWm+tt07aiLSnBjud9tfScm0g1ryqwzbproz/HbmXGCQBthpzgP/Lx9kY/pe3W98vFwkWFMzEizPFWM0TI5x5A438TqzpF8K34rw/axx88WInLoORHvzzVj0F2JKA87BWoq7C7xrp9zTardBM39r+vzMhMB941fixFeAfHJlxshPVcTba73Wu/eS9f3ivcGBBwWycDIW8dJS5pw4PxVnz4QMPgP968eIX7cF3Dx74sQijEXA9B9gaqbjfzZH+Q4uV3sCPZf+jY7Su3rq1kyvCI+K7desjHwsKCl4IJ04axwy4O+ClxPDsCexl0fEisHB90B607/BghObDsJY3K+n1lClAvZZukl51bukJac/1PeYOt827S8+12azD86W7Sm+3nt7NC6d7z5da610ujJEC3FzfdWIzDQUFBS+Ixa88iP+yCzq8Siz4T9el/7j++eKDZ9Z/D7jwrqCg4NXCQlknFOBRPHwuufFbj4K5+kX421+/K/xXUPBKYrE6cBAjulcPg2vPuP3DY+EH/5TGgoKCgjcDgy9/fX3r4vXr35UbLgoKCl4GKxai8apxLse+IwxG170UFBQUvBAGuwPWgzMnnGfSKygoKDhpDJBTw0Fru1WeYFdQUFBQUFBQUFBQUFBQUPBCaLX+fxNvDUom/RWBAAAAAElFTkSuQmCC"/>
  <p:tag name="PPTPRODUCTIVITY_GALLERY_NAME" val="kYEgk/KChyiS6XORpSDosEGNy9xEJU2iABAqH7rqrb4vpj0Q6fDWG0hVwvu7dIyUbOpENxCXKn5dkpXiBcxX3Q=="/>
  <p:tag name="PPTPRODUCTIVITY_GALLERY_TYPE" val="_who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/f39wAAABAQEO/v7yEhIUpKSpycnHN7e97W3tbW1rW9vQAIABkZGc7OxQAQSqWlpVJSUjEpMb3FxSkpKXNra4yUlObe5mNja0I6QhkxAK2trTo6MVpjWs5ztc5z5lq1jFq1Ohm1jBm1Olq1Y1q1EBm1Yxm1ENZzGZxzGQAASoR7hDp7hIyMjBB7hGN7ENZzWpxzWhB7GVrmjFrmOs6l5hnmjBnmOlrmY1rmEBnmYxnmEN6EjLWEjHtz3taUGZyUGdZCEHNCEKVCENYQEKUQEEoQEEJCcxlKQpzmjBnv5hmc5lpzMUoZQhnvtRmctda9jNa9Opy9OpzmYxnF5hlz5hnFtRlztda9Y9a9EJy9EBB7Sr1Ctb1CSnNCtXNCSr0Qtb0QSnMQtXMQSnu95oSErXvetbWttdaUWpyUWjF7GcXmtRAQa0JClEJCEEJC70rv5kqc5hBCnBBC73sQEEIQnBAQnEIQ70rvtUqctRAQ73uU3kJCxUrF5kpz5hBCcxBCxUIQc0IQxUrFtUpztRAQxZxz3r1C5r1Ce3NC5nNCe70Q5r0Qe3MQ5nMQe1pSUpy1jNbvjNbvOpzvOpy9Y9bvY9bvEJzvEHvv5jF7St5Ctd5CSpRCtZRCSt4Qtd4QSpQQtZQQSpy95gg6EJzetRkIQt6ltSFCEJyU1sXm795C5t5Ce5RC5pRCe94Q5t4Qe5QQ5pQQe5zv5lqEhPdalPdaGfecWvcZlPcZGfecGd7mvc7e1vfe3oS1tRAhQvda1vdaWvfeWvcZ1vcZWvfeGfec1vfenPecnFJ7UtbF5mt7Uubm3tbFrb293vf/hIychPe19/c691pjhLW9raV7rSEICHOEjHNrjCEIIXOEazpSOlJSOikZCN7FxSEpEEJSUggAGTEpSoyUe+bv7+/v5ggIGe/e7wAIOvf3/wgQIb3W1u/391JSSoycnAAQCBkZCCkhIbXFvebW3nN7a869xe/v9//39wgAABAIABAQAEpSShkpKRkhIff//yEhKQAAAJLFDBE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WY4bR9Y+DheSU1EF16ey5XY1qryBn6F1fEvp5bwLkjdg6MIXhnu4sFvdFgw16BZkWEVIRpfwf4YTQyaTNQ+yFA/JjBMnTpwYmPHwZCaZ3GloaGho+NgxxaOhoaHho0QjwIaGho8V5L/GgA0NDR8nGv81NDQ0fGRotN/Q0PCxogW+DQ0NHyvaqc+GhoaPF43/GhoaPlo0+mtoaGhoaGhoaGhoaGhoaGhoaGhoaGhoaGhoaGhoaGhoaGhoaGhoaGhoaGhoaGhoaGhoaGhoaGhoaGhoaGhoaGhoaGhoaGhoaGhoaGhoaGhoaGhoaGhoaGhoaGhoaGhoaGhoaGhoaGhoaGhoaGhoaGhoaGhoaGhoaGhoaGhoaGhoaGhoaGj4uDGNtKGhoeFjQ+O/hoaGhoaGhoaGhoaGhoaGhoaGhoaGhoaGO8HGZRkqQtku2TQ0NHww6BEaMpsEt4XyZLulrKGhoeF9xzXoazsrNjQ0NLzfUPh2S2gk2NDQ8MHhXGKTga24bUTY0NDwB0TFZJdD47yGhob3HbfKU+POGzU2NDT8wTFKY+dxW+O+hoaG9xm3/X2WxoENDQ33jU2eu5dv8qHJxogNDQ3vBQoZUbosJTYqa2ho+Ohw5dixMSbQJqGh4Y8FrFku23rpXmIZgy971peo+kHiYx9/wweF92J3RifG+7G14O76PRIv3lnb7yM+6sE3fHi4vx16e8so8dMgB12tm1er1YMa3+bnBvzfN84YXUPDB4/3aedHX/wcx0jBOb0fFF+NRl3rKjX/ELjapDQ0NNwIzll+w2KTUaXdrA9NUo4WXhYfOEVgeB/0+Boa3itsWW1DNfNjukuC7JUZbEt9qLc9t+Hs0j8QqtlpaGi4ZQzXWuS3qA1kmB/a3ATC9bVxG327KzQCbGi4D8S6y8sPgp9nYFvp2bXGcKEaW/uzob18BxoaGhpGkMiE6e0Qi72e57sq3zCdxomzUnCet4aGho8ZWxkCBbkshJ7t1oo3ALc9+nRp3g6RtOOlDQ0NDQIo4tosccWT9aOVLuPnTNtUeIWONTQ0NNwMQEDbOegk0oANo8b2WheFPFzfTUNDw4ePizHFJfmE5mdWuRI/odLF6uXY9EohakNDw3uJG/x6rPkhQaotuHybqHFGpfP9uf7m8+LojYiy8pdy0dDQ8L7hZpYw4qIcIzmb5Qvi0hX6WEeaQGdyiM21HKM6uuYBVY6KeE3vDQ0Nf2Bw/eMlGqhY4ewQ8EaQWt3ARZq+BN8m0wEJXsJDQ0PDhwhRADd4FXZQ5ho4uWb9Cpt+zuqcB6AD+NqmYnOVMyBMqO0aGho+MogAsPEzFJbOQRBmJLcKNXORVshtif1St5RPdbOExM+kaGho+HgQBBAkEBqjio/OgI0uZHqX6HVI1KencwGplVrnXENDw8eFsu7NBcxfnP4Si5xfYbtFrwSZ832di4HL1L+sHjah/FDZ0NDw4aPHDaa+C1JBzSvbOBB6QVHYBZn1shhxyoYqdWmZyZh9bEeKGhoaPjxgqWu9c8nzlX6GIba6OMwZdY316XpnZwUva2irJsSAQ2xqRrHdbLyETaGk12I9rhDr0kh7yoaGhg8So+t9c+lvaMbYoaaZNeQVXuDA6SnydeBFw7q+GLHQUl10Fi5kR6827AmlqyHVioaGho8BsdaDAQLxLeQeRVUQVW0rzJjunO6s1ytEgMggAjwtTZFqlChLd8FH53utQdsx+4FenisgZ4WbtKaPotwoamho+FAwWN6RRULSEidB9tOAInHURSiQLvBcT09pzJBQahXRgRKaCLl0IzF6mSug1B962ihx0ss0NDR8UEirXKm5SIKwTuzkLDHInA0e/iL+wxEwLclxCALhVEJU7nFo0mU+vBrGK0eTqbCklEp/nBBZrHQNDQ0fDNLir2B2Ak+pMB7cqFDbjEF2BLwCsiKPkgbpyacCLcliAFltKxS2l/Qwbiati2oDymozlJYiI9Ryw1Ux3TuYTWbzo/HZ3FuEcENYTGaPQ7xN7J7ZzGYnrtCt5QFnLZIb8Xg5VEO8o0m96X1hFOa1jZ2RCulTSZJUkGOzLGwHD3tdm5eAo4KUhLYsC7nSVunFcGHr4r5fBTkrSkFIJdtwTUwPXs2E+X5oajz+/oZX1t7sTtbq4zOb2ezE5bs1nWPOJo93jmePZt8/vgmPl0Q1xLuZ1BvfF8bQ44BY69JtLHVRVzpbF5DK4gh4ym9N9ltPeQEYcZ8OheEj8WblqkhJKDSbMMxfDlVTpf2hT2atYkcjVT6ATC/fcDlMj2fvHj16RAY8XoauYHc2u+kI8MY9jgLscEYzm524fLf2/zfDtO3tz5A82ju6AY+XRDXEO5nU0X1B/HND0AqXP7qU2+K9aHW0WjecJeq2dUhFPISOciZ8kBAzkp9IwpSicjl7A+i7qtrJWyPLEnqdGJrV+YaL4vHs3exbpE/+NfvffGMKscju4FP/FnD7HQfzHSD55t3sn1bcNaoh3kkEOD6lhSRuFHA69MwcrwHHd2HIBTKqrVgn1wuRuaSZIuKb8hswySgbA5KKdVU9pxsY114edWN9uIfp5eyIWcPVsHw0e7Qn6fnxbGapAnb62w8tbgNf3XrHEfMdMvnx3edW3DWqIW7Gn7eAsX2hCpKui43lXVa+AEGXbRkCggL5Sw6VZ4OAlNTXXZOkn33wa3/rVSqJ7xWOgC70iMzZqNpSxfOw6ZayxjKonFUWUlaSO+iBUtlweXznZUx4Re9PFNisD3/8z/6UB8YOdKa8UHIYs7yYzybzx8oczSZHrw/+8+Ph9PTrQyYyWB78+J/jI4n7//efLBNoBXHE/mzyeApxEgXFPUuO3k14QrLyIttov+exsgks2Zt1Clfq8tKIO1F7Ck1vbMNOEtnfIQ59Z7P5lwigkeT6G21UPdg6aKQ28Nwb1ZCHFftDBFJbVe/D59Ens+XOzsmxkn5XYpaFbW9vmaKyL/Tm32vw2rCLzZUcmSiuirTqQXI9a4B5lindmYLspPVVXuan60J/NNOFYMN1qk0onEhpVGKFce1FoJoaUQUrc8ox5fKeIZGNbgw36Op9xsnh7FUK+75+pN3bjHh6MPv0wRJBIVb5LtbEZDZjhtOCxSLogHkxm/31x9krrAzEkkyo/BWlkFFvZ/G/2atXkBPLcq0ijtj/z6vFY/iMhVu5/wz1Hr16dDyFTfbC80/sCQ16HquWAtBAcQx+YrhSl1eNuBPoe/ZkTX9s6ErdSSL7W38pZwcHPBGIeYv6G23UPRj4K7Yw1Wj+9khVjGrIg4r9IRIjvbdqejh7ROY71lv7v7orMcvC9rc3T3beFx7+59Wj8o7e0qKrnSbZP9nQQXD51kqNTBBKSSj8qguwZuhn1DVwQMyv/0FVa0suUid9kxsD3EYX2N+iU1IeQ0jTU2/aXAs37O79BRbIDyGezmez6c43sWsfvprt/3SMA2Tmvzjm+gBYhIWn5aIlssc19W72KXWPmCAygDWkR+++P9o5gc/jd4/ezX6MiIELE6t4H27p5FhOavc/IIk2X0ErL2RlKKEeeKxaCixRS84esZmfq/K6EXUC4330Tpd/UOpu9cfGrpRO2jvGyuIjzI9Cv0PUZ7nrb7TR62HfX2U7PZ79whYw3flKfDXkjYr1EIWR3sMn3yzkvlP5fze6olkW6m73nHCyMUOPXv3nuy/SvqC0fkdvCjHHgCUv/KyVEAFdHP72ERrbMQnmoITITzQzcsib+cUJrUuOCF99DPMXwNYqqQfcWsYrWych0tHkFnB7nt8rrLHr++gABAh5Hwvv0W/MHc6Ov8nnfR7/b3bwBcnuEQ2kY4LYEUvrGCEFeJTVsHiw/VsYPPrnzv7fH3FRPZ59+Rc6BVDBtd/BI2tjyf8VMZTdP0HJO3iaLqlMXna+mh1D/jc1qFk8+sIkbdKeTY+fKfBhyT9m77IP2EYjD9yJ1/8LTwcehyxzAh26wirRScLTgWLEU9/N3jGWQim9uP4/VKFqozeKz3r+0qBfwfbL2ac5TgtUQx50hEkZouC2er0HATKKhozuod/L3mR8Borb5SwLZWoGby+2ZbLz4Ll/VO/ojcChGtfd6NLOYVoIJVwKRH3HUWEw1e87SH661jusEshKxZZEaJikwi11BzjL5sz6Khxvo9L1iyNX1xqr33A25u8Q9QVAX9+kfZ6ZJ2mn53fdwIY7h7tYMaHiepmvsfTk4DsEB05Q+bdHOpb6L1SM9H6LZWZgrSJY+ebdo1dwv4MIA45r908QXYhu0AF6+ZOSIx5a/4Vd48qknYAwLLVkBWv9iSkco5nDT1WA8p85UraoRtSJJ7Und6se2wrBcN1Jou6TekNTUbzr//nTQRsMpHMPv5kdF3/r+atiC1+w/S76bpQhc06qjvSHKGz2Xp3cR/1Hs19WMMU7cui3Wl15gvA1SB2op6bnpDfZLsGk/D2rbgrsV3oVISdIec3DMNWZz1J5gbQqmIL+0pGyor+COkdLkZ91zuLlLCGp72AM5xqcZRIlI630Nc7VvQMiW+n6lRq2w3FCADzECGymq5pfMjKJnR6hyXH+fFScCLxQ1aPZq4iDGLyIPZcgPeP4G0SYwLw6WoIlPMJQwc6XbLLnHiXHvOsblDquphcVLHfhC8HHv+jeHmETbaUQjePR6lTHUR44foJelZGqExgAjiWjb9Kc9MfW6yQBH6VPqMFQqCRob6ONpb9hyRoKrqpBwzbd3W7n6TG/S4PIuX8ZPg0ZEWCpiClluFioClBb7HSv9+/2UGP3+N0Sbe3ufF26oo+50vqyzvScvPgz7WOK3N76mH7qd/TGoKkra7eWTH9rfo2Z5/XSM0wyIVBwpqSR2YYoyScJgRHjszzcDMJ/bqbO95TOFEkIsXSzKms4C/OZ4y3gdP6IsUGKAHU+Cjs9QoufjhkQGaeo4dlF3LDPpUdzrCEmOoFIEtJCm/3vu50nx494roxnsgxUgEdEhvMXyCEq2e+55/fqEL6wzbRe4WVnP87Mo5EHUQCPsAGFEf9Lx2MIi9Q7dRyOE2MdoVdqUXAnEn+yb9aUsXFa0MlfSAwIuTxHuU+v/vNdun5+9EoJAqbHHPmgDWjSZPyFU6uTiRo0bcsZKYWWGE2133rI7+gdc+KOsKJP1QJ+b4Rh72n3xfHs8MV8doQnGj5S532q9u/f7exjlnNbdVcGb+++6M5TFO09ifHcHAUmssroZQgosomtyX0h4RElVb1K1A+It4ElKk0m2V2liEb8vBy21yn9DlRZid5sGhVNXVYMk1CXNmzBFCsvRR2v/8cABbEBQzosyXIOEBGEIhCCZw0VLiBc+vQJlx4DINRy8ug3x12M3z6l6+lfGWdx/Ruo4AgwtbJkhYPMBSlMopdHj97xqsOeLgjj0Njn9af/pj/2GzbQsaE0iOnxO8dg6rgY7hGOtlHORmRCuBM7U1jZU2iqsTFM+l89FQD7FE3upZGXhPGeIzXBGvZfFTgKnzW0v3pOZbynycv47O9kHnAWhtybLdBVNURDbbEgvzOIEQ9nB68/OcYYDx/zUjAa5IPTqq6U1re+vXDCKWJHMEWpveE7eh1gIH4WmBhCJerZKD4NTmIIyEcUaFtVBqa870E2GUEq6VtUDkLe6mFrwQUwrIt8qNKYi0VtW8sVWCkVbTFpGAJxzFw7vHZwRhtQkI2wUHDcBx0+9RnHPIdu9zccFf+LkQHw8zHPKf3FARCWKBOFj4i7cDxXsP7vMeqngANrFR7ztWYGV7w8ydJ/fA738CRTKPOqfIHY9OBoiShLlXamf5LHU9goWqyguAVQx9GT7CM1ojFg1A6epgt54rlMatLYOOAqGE4RYK+9OAcYieq7Wt1G3YN60E8UkGVb1jyEi4pTUPw7hqyTqv2OKDoF/N4I7n0aO699wzWUu3hzj2a//B/PA6KJXlf0hSXhJ72TMf/9txfAFIEBMUWlvf47ekXk2hBIZtw4saQHi9fpKh0BpT8rE0UAEm3tGtwQyQZlWdeH1djqGb8QZkZq90aiky04u/QSUOPyFtI2z7lbA4OoG9tBYcMIyAuOI/b/84q/CYkIjMETlgN2epZ++e74mzWjg9l3SbVzpIARq4ynDHFIFYEgco4ddg52lzuvd+fBEunkGCqgug3h+BWDqy913ukF3JfY5BSxU/ISIQqq/razf3iQPZ4ev+O33GRjnIAj1DsNCx6zD7AHG+EYFL0tdvbqvrlbvui6s/NQnag7qVXXa+9o9oqlqMjozPU32mBMyehRNYo/Tq2/oWdbhZwHKdAklo8e5SFvzBav5sYQDbflq+/I6Z3RWwsFw1bqe52HR82y4W57/tMUyMlnniJ88mCKfEH714139EpQ3bEF3tcwV1//yDUSozGhEik2UnojBeC7H0jcRHCrbP0OgwRlnH3yqVcNld0Sat+lF871U2PQlzzwvlXDNuDw6O+7mCx+zv+OnQDhwI9HO9MvsWqwKLCyDjGVIL3fdbiLoADhyOzxyc6eV64McnCDdYUE1vOlrPeh4Mki8KPDCVVAHPFEkY1iGsaZ71ThHa+YMgKV6Z+KF0ZWPB9F78kjEvUr2bAKgLgLcdRz+GUz8PF7Kk+2bASaP+m7cNmTY0L2E2P7DC19V0Vs7370RZBee6jB0jgHCEJA/VKuNqz5XV+JQY0UyH2u7tJW51Bhq54in8+EMnSEkYcc05pmC01h5tMQBbf1AJFaeWd0TpfCHMewcQ4vOvdE52DLCkkljPliCuykN9nfcaTTPGsRIF4HdDBwMuIzq6qlfuobWfHpDWHmskqaquY4IprkUTKoz2b2Eo8ibGCbz8A5xVvKRfHRnhI/JWexvIiUFrj+YAoatiFfSfX1U4QkumpxcMzgicsFh32KIn78u794xpUnRIjCAAhLJBIELAo9+KsDqJLxI53EAlABTmzIYgZDP8WVCpco9PEJNwE1cTgmMOY69BmodzyfVrdkvEimx3T2ta/AqFyN/M9jcCfqvlnTH1vppOJIQH2K9lCDpUgiEET9pyqv21APAdYo/hjIyRZwOIeyd+pBYPqvdNEWVfqz5dn4O8/NpQpjvdfX+xilIXLTaT1yqmCPVQSYpvrVhpOU4WSjEbD5acx/eUcvh7wig2gkxsbPnjaitOHX+EQS3qQCL/hIrUnBY1WRyFkJMOFv43yfaIR/aqp6ErK+DM6rMV4u+tMjGRTJYFc2bbKQYDOLThq2Qt+oJeKHoXvijEMc9iA/5fkffNQjxwXnM2AHWC9YBAohIg6K4Gapi5aKUQAawIHWS443sIwYapWYhq3ya4Q0gghPv9t2j+fsXfMvMy763/9FC4SDn5Kj5XHPfc/euZjfQfVu4fBozzSi8u84MI/B8Ro80TRacDjlH3i4Qj71Vn6gUbWHgbA0JgD1eU+dvwzbYJJqIHhKg2ZECV+09pwiTjvOrRCcEnRN15VjWtNsfcM35dEjz6SQRL6VGIB6j6l4pYvSitwIWLH3LOU9bGwk7PlDz105RLfS21u/fT9ruqbeJaL8soila2EEatNiwvjPPgAo/awzQVamrVQWaUbOw2SFB9OIBvndaRXRyAUp18MwP4ZzbDaLc2tFUhdGHVGpUltouMGgKKIUGK3dUGH/Syy+gxx+vD6eHS+wWnRGCodC+qLv/pfv3vGnCcLRAcI0Z7CoGJyA0BgHRbKzj5XIH4gQj4/fHc+zc1ZAJghwffhI56Xo/pXdV7EJ+pW8/AV9+hutyRyPkUke2fd3iQeE6cHs+Muf4cbuqnL26pG07oQ8PfpnT8OxJedpNHARh8C1P9Rg32ICUn32ud9GmQv4UyAHEwZytP00z+lXEadlHGHedkFpn/5QOqJzgBzio9mXyzREoO59emcU2FGMBOh1pYoAB12ppkBvX/L4Kz74+K7V839ZcIGWbYbFDQVh2yF4qi70pS7XvrSsw4wLChdkkOxGKYJKPUvqxybGdNdB9N1w8xLwOL/5EQvUGqvX0PA+4nGEhx82TCZamXlxWvBq3VyxmxoAyqQPcsga+5HgI+BcUoCj6qxyfJmzpRvWZneVdB2c4YMN5OK6H2SyEQ4cdVVcqF5YjZo2NLw/4DkGXrn4wOHVzAXpNRkrMy1QpSlDCbKzOj41SnmSSQ+UsjUgIasHkNZFPOeXTZhk0uTGZXz0ovNtCDc1XDsKRsoDMImZSQ81bkEG6otRpFQosQ/qoro2DQ3vK3wRonwZ/EPGdGe1BpvUC7LIvWXqjLbVNwF7JgHpykawxG3RGcmZieF0rWkvhtWW5Zl3zvo9SY1ihQYIb9WatSOgETeR7VllkU76GPWVgMJS9WzThoZ7xfHs3aOPIQD0SlyDAiVGPsk5IbJY6YYGJSepWuWmCm2LUSA+Z9gJRn9RzqvAQvrlnIv05GMl4gzjiyE4zXWU2QaUuTi9DEnYZI2HRRQjY5gHqJJjY8SioeH9wOGns18+Cv7jMtRSN9sMFmfJJgkYFfuSc5Vh1vQ89cGCOuZOhvzHkKhH8hCBQJVNk935SM1HJ5CklEkPRRfpkOpycSkQlOMm1HVpkpPzuqyhoeGugcXLB0Ip0Mlaf+0hdU5GFmrKVEqJJIL4OnTKFuRMT9sDSkTCySLfNBqJDpLV2VJ+eXiw9hLQsTAdF53L+91P6NWWwDORfc1mxaSRz5yptg0NDXeMsgDxAvExpoqTcb2iHl+ExmnaRrnJQWSipAd/p4/KQUEG4rwc0xHoT/7WNGq7ajhIB8VEqHpAfqgSolf97lFkBXbbCvc/m0SzSkKWHkhCVhCjygKoe84bGjbxYn2hi3wN10Esab7SdQhSS7U4i1xQVJKcFT3YnuKwWhhlaQOn02A7BYFVBXTMWySpheyFCmdCcSaC4WyKLZ/2EEgUqFZCDqRMz54oBZuodBJ7Ljc8NTQUtN3jVsHJ9QTnX6eJeiDmeS82Q1RvTghIxBnb3rai7fNKBiuHSGRZAr1SSGmCOg5FKj0PMi2GfWeGe2GrfqlzuaQUJqkYDFQbKP3tWTc0JHAXafvFrQPLPdjPiW7rZyCFPHgPlA0TGsiEkHLsLZOxaxSJqE0r4nRSCinhlW8SU0qYW/HmgibwumALSuOGWx1WlBX1HlSG1FFmA6ZCkRJC0yvY9Kdsz6ahQVjxZHrIDbeBscW35o2q0tGwyzbfBL8xfmXmCuOhNYvxEn2Zw8K6qpRyBf0sctP4M+G6qFSGY7nY8LMBGWUpcqEpsEKlpSxaqABNlbe4oehPSS0bSbNZ0vBxY6XvPjTcErTg8qpzDLXamfrrgCyJsnph5jq+EUy1tJMUaaptignDUGnbQ1i7ZYrRhwR6CHFQP2qeilp7JaOouSh1UfX8NFigDJX1GJNeUkJVPMgkbLGwhO1Q1dDQcNvIay2vQ2Ctr0PzY6deimPLsrrtgZDkSMEURsoWZLkIYVas/MdxFRLzVD4LRFi6JiyJwlaotl8bjuxcTwphbHPDWovaEiDrkgkkRaRVed29MamhoeHWMVh65hveptkxdz8Ay8YQKG9SjEmDQsrFo4D/AwwMawK5nsBIlLkV/xJuSp71qRBm2AYfNdLvgfOJwDOAmqkxOUmeUgrBjTiThGTAfFYV6GfLPBFpFAtKylWVis8A8qFiMixtaGi4cWjRxcrDK9YuQj/EUeSfuNyQEKvSiUgoNBlSQVlZSix2pDIL2hbYnTf6d019GQaZ0gn/66ZbGIPMq8dZgBf2oW9kXZIyKjNbpOyILTAs7yN0owlTigNtQ0PDLaC3wEoGoRY4x2fTesgmYqHIV0688rF1TVoltsqpnqafHljuR8IwjEPouFGrh5WO2RM2ei+k9mObYTErUF4V1oYqUL4yzsgdSLpStrXOEFF0hkVDQ8P1wSV2srEk+X2SVfXjihpUkhvqwqFhVSohZZXihQPF6n5/GdAkJVOYDBgMoSO2Y1V7MIniMeTPATgMbM6AByK7ytC6gloGakPLpTq3+WVVhrKpsKGh4ZbhxVYtuZxA2Az+DBSdwxrZT0J2q5pMCCsrqDx+78PSAX+lKvyq4hln+Mzb/BXzlgFkbBKQetCH8rAsHZYwrLtRLyMma7O8p9m0Cc1mwceF////+//9v//3ob/+WM8P6IUtNkzLoxLPfFTi6MPPKpcf8XSufqYHNyWXH5WYH5vPrE+bsZeelUM/NxVUeZv660wxjeSMR37ikZ+DisXfxiMJfL5HLz34DKJqaPjjYTSOGg+u1jtrXRTZHnptR11na33f9XQrrtLueRj65GH/SDtJhbT+MurAcqTiBmQThqPfa72Ik4aGhpsA1nv6onOAN2AZfOOctGfqA/i9wIus0XXPMR06668VjmK9UlHQoOi2AP5yRXUo5AtjtAZ8aryR5fBKMzWg5oH1aWVLu77P4VxuAqNgR7ThpMi+R7n9qW9oaLgtkKNiBVbgUufq1FKlWJXykvCFViicTGtuhUSfrLqNJNyYLJRf7ZymllA0JQEl+L7Pl8VYv9lF9rP2XXW7BobEMUUun5QLhZO6k9uwPiXJYipq46paNN93dL7bhoaGywAr3ysRUQ0vKJCi8ADXWBtmNdWQQi7Cf1rD6zX/zTcpSDNqJZb3pheUyALNcAsDZViR7OfMFqzW6DS/Ih35bdgo55cR2XDpjhQh94EB0TRy2VfP53jNDWCW4Uk1N7oUkzAoiGCxoaHhZgBO4SKMB+EtV3mY1EDcwuRcjsHKzSwwTbRlAmME5fqbAZx6gUWuuhBhL0uQTvayBSBaci0q8d/TLwcwn1ouLbD32wbJaJH2lEtLNemd09UM9jXZDqqE/0AlX5BcGxoazgeWfVldSWCQwyR4qiD9smtLcFSjipFSBGivCtPkZuDcQJvgRRooINPXmUnJUbwFjliT1z55XADsGCpVjVCOH6mMAPOgbskswUxmBUslnAl99vDTQJWGHwfJd3Fk6aLs2tDQcDYQYSEC4cqLSEtgFGiJFJiXuBa9UC/7cVQxGDzEknXoB9/hfjMApLUSbmkpQXXOBGmkNtlKXeN+PMg6ANTP/1JnCvI3IuMUYZ4oQzlpyiahlxEYZ+sNQDVvCySHxh86Ucrk3NlvaGg4H1x3JWJJa1ucGDJziQSrBXoeAVaLmVI6BejDU8tbUHkmJ6B6UM0QfdWwQ9s7OOrM7IlXr3W8Nt2k2rpowmBMk5PnjhX42t6BBA5P88w5sTU1EhLiVECUaquWaqZuaGi4ErS+tZS4XL2mQHeQQo4ve5gC85pbn5YIcRS51KEeCdV5iWfVJAeEoPUO61PHYkP0qWlIHKwYUkIMiqPbQDo0Z3ECeW3kVGIOWmXpXqD1Uo+e5E25ogeqDGqUWeLkprKer1wjLJmHiOdwvA0NDZeEVpoXEtaT15oP8Xzpl7o45EMYyBUrGy7Cs9af2USS7C/4hRkjO44mwBJbQsZeD/p0yIhutJLrbBY50pM+u2VQePY42VtsZELa0mx5IvFKrYx5IMuZojk1/MxBrrTF4pCyf2UDfE/O6llDQ8N50EpNG68mJAqQvNpOKVuM5ScSxNo8ixeCJSnJiO4gba/QA4lB5MA6IAW2GLEc25UwAnSoKuPlkAu2Z0SI6U10H8SrLeVxZ+qhPy/QHLvAqkH3qBK1epUVUfJ0ZZpRnt47Vf2oGAXIqO2sqt1ITi4aGhouDy+i6vt21ODJZaUsE6+xaqWRkc4MjHL0FyZa11utN4DqMHY0xOZ5ZTeKFF9tQfneC2pW/HIBsMGwryuReZlwtEylrIFarMYna1LiUDVWukuTB9Tjx4D6V2tYCkdyoopVW9TLi5xSkBVgRbFsaGi4DEQm2HD9ekEqozXlNZbUzmktcq1qs23lpegvKsmVOSEy5yxaHD2jX7m2mw0RHdxal1eXSb1Oe+HgBQDKdKJcDD9u8eIRbTCvu6l2YlSYSLXqDkNZ9UKTrSJ0Lpi6BlpmM+xAiAV5AtL3j7QF9HY1NDRcAVqSWGyx5rhcM62VdUXKO2U4lklM3+DLB7lDxJqXQ4HZvOBBEyzYIJMKcN0L38rpxLMBK1QlW6ILqa8EC0LcitNoJRGW2s9Ddm/GnKSJQJkiwDwy9oCjKOPg3DIylc9NBmQbuZnBZwT07AuLw58TGEHZM21oeI+Atfze7p5YQ16+EvwCtE0iDcQmsa6h5+VfrjqbDGHmQRVnAUjp+3j0Fq1sByymvfrn1qigPwkZVkDfzyJctKCvJlrWlqCT9OZtuCQ4ME8OCvlLZQjp+ocaRFH9axR0DBHliKMAHdkTbXofMDHZcLjZEX+Bs6HhfQQXSL0nvz9gr7CYuJ4YmOjQkovYq4lhoWKOiokMrXfWGBuWqth3gG7DB4rAB2PVapBRaqORJX8WREhDsMNngT+wC64rtdGHMsgt7yJHiydpr9eERo0UI9ZgOHSGzS41ehmCCrViDu0Fvrn1mGEgq/SONDS8hyCBbAmV7hteblyT7KQyVJ1ihbHTzkU4UyHlx+IyLs7BeOnZppqKHAtuB1svPvoRNF3cQrijrkUz1Xj1IZC4ZXO4UJiKXKKpUgSYqjAlmesZusr9BtSEDOiJSbGu6rG3uipEE50ThFyVNzS8P+De+j7unOyTzuxRdvSnqI5LPi+nzUWfh2K7AVh7ZLRc/NCryXP5T9FY9gF/IQGQ5Smy1wW8iT7g0lEaf+MHHuQgPBM8ms6t8Ri537S/IA4nrEyFNiBoPsmH5GqHfiwIVPNWiQLNTMQ+5VBHs7ULAsf60lnfYsCG9xO9FfweAeuF4Z865/VOOVaRF6HLuEmoSK/ENBl0U61YQjm5t/UFPgsYLcW1V1TsfZWPjHUrEeApIyo82VHPBAklqDB3gGNLGZpCAYnd8ahQZgs/peHAOSDWTShzEPyb4HfDxRwrkhyB1/NgO7aWCmHKPjc0NFwAXHgM/7RmuMqxpaRCgOuqz2RCpQJfkCsiZ5BAQF+RIyzTNkmbToeAC/IQTZmGViAbpKDtwhiGbX2YTclRbJHPAdNUXeA8IcO4Dw91k31it7SVDV7weWrHZFVMsk98ylyoxpBUhnJprlJhdKhnmT2xKxREfzZsaGg4G1gp/P4YoimtZaxRrleTAUDuCbFAZiEDyPZ/aMHQSVFU5GmiRCQgxGI9G+QgVCG/ZsYwuMgvHef0e70FmgNvqhtP85aHqFs43SyJnvlrhiow0eEVJ/8SE9EVrFiqSpTYQCiUEtYEolhbJsgzo2q9yS4yKVrF/jJnQ0PDBcDwTyuea8aklVdPddRXQJPe0SejtBAJLXJ6LIt7w8uA0M4AHPWOGg1SdoiXAEnpHKjjNFT3I0DTSBQr94JA0J7OUrKAgZ3cs1Z8gOjMH38NEv1XOc+y0smpqsgPE6AX0IYyVEigUIYFqYaQ6xM6F8ln36ahoWEEWk1YMz5zhMWU15gwRn+99SawfojyJvaDOv2ilmteacHYrx/OwEg3roILHDODOKawIwcy7BRlKf5TmbiMIkCxyuQ5kAoyn/Ci++SwpkiRw6ZB1GMD9eCSOyB5i5SJO4NKtR2QbEodaMbeuoaGhiG0jBG1cMFoaZXVVf7+oyCvtoJKBV/IpXWKl0VuilsgM8cYzqepGwGaGekFT/4p8uOWMgO26BDNfbRrhECy1EgxW1BZ0MxhMmAOnSyx4Xef+ahIC3PsUJBI2mKQipxaWX/gCNmoeGUsGJmGhoYxYIVwtWu9EFzJEgiWDJfQGGWQ8QLgAcjJB9U85+dyLfuEswJAmm3y7l0BY+YgkJD6nBRa4cYzlsHxrVa6WG0z1IaApyrn6+OohFGpqjbFS92Cy4BcnEso5DpZEHjQ3ZfYdmPAhoYzgAiIKw8Ph1xaLpmnuJTKugxsKBQkhRjLLWW9/Hz8RyGVA9WC38TpXUWA7OlIS+s1v1RHDtTcoLP1eT+UZ05TgMgrNDzmt5KWPuAnq0GLurkZbPXrN3ihIpEVQA8hWleizsJiEkKdZjXA3hpFrfZDbmhoGIAhAhM9AC2WONuF5aUoiHLG2Hoq4V9egdnIXseCvTMX5lllN4yxQJMn7dZrHfcyANQIQWPRK4wp0yGZL66CqNgm2GLyoAlOFFPpsnDKyAsVeWbYQipL0yaZKJMlwcWskfVSptOsiVaRh0lx09DQUEOLg1GgVpbXD098MfGmXmLAxmJC3bQMw7Ku4/VfxTYZvbX73mG9M12dYhwM3/RQZxMHshSCpo3faWbwR1lsGjwnbYh+SeYEci6QmQb3Tj3rMUPBVzYu05YFSyqmxJYTIKVcXa82aWhoyNDKwOsUzAfZqwZbhTNenb3VM7KUUDGUec1FAGlQSyIop/iNS14BvnNgqOg2J8XHtp4N9JuDW+nHfOYvEh3okNEep1J6yOkqCejQVTF+TjMgVmNoZutQGFJwmq2qCmxKSGJJ2KDdeK/ixQRlxVfVQENDQwKWiNYOl0qsJq+iWL1AvXbG1hFWfqRKUL1npYxc9n/0W7Xw3sFnBUjZ5EC8+HngIoJcB13kOoAMySu9/q2vzOEBVbD1MFndLliQ1PKhCarcG3SIpKK96lq8qqAo5lCtS1IzUSW7ZCnHEdmGhg8L03Ia6ZLAGtGKpcylltZICeHy0gLSctM24KUOFDO4q01yLlkKvcx7Bk6JpkVRnKmt/xuXMmwTIBKeBtRL8aJKNK1wlK/mxGUm0Z2Ok9elrMxHkuBGYXkGexKsRi3Eqk4YamujHLTyIynXbGj4wIDDsSsyINcEVowWjf65AisGGZ7593IBeZWVbmFwTSSKy3ctclgSYJwSYvUTMoRXIbyHQCfdT84DD27xqubByEf0JkCSjI+Eoyof5jcpnCpCtI206X1jpmKoJNGyaOEvu5cJZjaXon9KK/PyRpAIWTPlGxo+IIBLrsYmrIUFozWD9aMfKTDoUF5rMhYrEStxsIrADNjW7JB/Nxs4rfqWVimb67l5zxCREzoMRvOvfHFc2+9yZnASIApFlHxyjgD64Gh1EwQLmjyWM7TzzREw6+BIFdnKSC3Vb4AmLZ2YlclpfZsGNx1OQh0O86dZQ8MHCEWAl9+70+GYt3Ggmo/JuGhW/B1EiixiTfWXkcq5SiNPTQgZNTn7LnsUrkbZdw4GXaIZxYC9saeTgCRAfQmGh79+apZUSUlMiRK5gE3S20myyA0kgRpE15FFZyo65LPuks1cHu9ishbzstWGhg8PWHkhXQZceumkVNAfV5RSAMUl/qgYrgfSnygwoc8RwGDVnU753Tpq38vFyIAsxAE4RrAcpBQDJy4iAXLawIDgQcaJqURDlz+MOImcao9dcZ8uv0dR1BDswe1Srw+W9HYYENlY5AgFqeHCSfKHeJMUHrmGho8dXAtcfki1iLQ2esuLZAieoqrW98Cz/qA0Hv5xbQ7YDqDnVNnpasrT/6iWF+cmyhnFOwCI6wJszCvCPCJ2TkOJaooAI5DDdE05c3hpCBw7qpneLHPYVNOI+ogjEyvm2XK25DUnoQzA20CnzxW9n4E0kX5vevzZ0PAxA0sBQQGWoKI+LozB6kC4gwUD3fZVQ+5QaMJFztUfjxxHcfl5DepElySdLDOxbnNMsrkz4NCVdCyg2WCMAXgqkEn59l9MTkSAqb5iMM8Y50OjpjkUIbEF1UtQ1iWEZ5vTqbTuDo/CQzRs1POm6bdUJ7CU0K/f0PBeIgKK2wQoimsiLR4sjCRmFXTitMgbvRw5oFqTXPIw4Bo0KNEG7vWtD9rgyYsKK/8ZZKzzIQaXmgWu4VHj64EjAG+dcxJVFzmQ9kbrd4kEmOQ8kbaLCcEzvvTCWaezyMKaoRkt9TRYNRVgxCoPoLO9OTAH1xqocFStKq6X7SOrbUPDRw0SDJasTscxT9ZSQQUyF+krskaJVASW4uWAr7J1TfjUoRdlEIgeFEkmJAzSwMB/YENJHpB55G8ODup8em8rdGTLLqdQEXDFiACzXjpsPBnoNKmQ04NXmjyyVsly5p2zPyo4UA1WE2y14AmkoDmHyIznP9WvSJpwTt2hy35hQ8PHCKwGLYZYg/W6KAtEvMVN5IVBBoVckKxU27FmrsjCqgxrGA8W6gDxovDi7TV/I+AYkZQYbgziRwaJNhbW/gWvCTDTodhJ0Pj5RAsMyRQL0gUYCm1FIQw1qvQpIrACP5w0v6qUQf98V5IkD2nunfDTR9mAq6df4fW8NTRcFtNJ12mt7HW7UiRhjyuh6453l9JSsQiJWH7p0v2dQ9kloO708QzC8VFY3jrYfS1BrUkuo7xg6pXDlcuvdtTLqcdYXIFMdBymTYYIEClXXTALymXHA06SoHyhvFdvG7jS0dtbWLzsKLpweuYxsOZAY8qRoliM4JuIJHLmFxvFiUO2wYAtzx3nHhnmNXwY5bIALxGxbtTXVog3QxwofvScSJvJbRADujB08Z43NFwRn3SdKG7RzbzTf97NmbzmShAOpN6ZJwNgvRtlsM2iAAKch7gXxrcNrDqsBgVUWng8baSCHrTaddDaX04FqMQi3TB6wE1mFRZziULMDYhUeeFYZcBw7Y+Ca9uUcNNgT/k2VQe3m/AceDaQ6nRkGjHfOSSJQKUm22n8EeupmYj0+N8rnBlsU/yWCpgJaNLg1QZVSTRDC3hkDoVIrLfhIAYMx+oYm8kuGhouDUSAE60VBHL7oTimIiJAQhHhEoIMgGniOKr6EeBXJV/vtLeIqeIurjotn7x4anB96wkpBz0DsCKLuNp6C46gWxXaiBRJGZbgG21RKJagcC7Q21sKXRKVnX0VxPSorpPVdBYzusN3DkmeJXlTBj0WYQY4nWR7k2nmfZjC+cbHgN1kisxQRwLuDl5+KwtQLRRVdYl1WUPDFYDDVe2EvwTR7WMBkOiQzpDs4RD5FQ0W0Msg5APGjdMU5S0nsiZ+9HHwIhnfLtA1r5pYW0D/6JUw/XlNmx9GgFJXhMGGSZRow0Kd78MzWjWhQLT2fLC/t7NufXmXwZ2y46ONkEqF5D7GxmGYCNAWQKT63S/MWAeqqI+c34Gk5ujF7ciHxwDfoxQXlpLcDKEo0J56HEibMFR9izH3SJxvaLg8EPC95erlucDjFxBIbjx9hwjwmAagtpcwYHn3RutcweBjSRlPX9p6Z+cFDO90h2TntGS4QLn++utO3IcHj1SVl/EGVBg1e4uSEFEkzkNrscyth44BILKMAEdc3y3ExeApdQQsO9ohR6yCfuxRwQSImDDylQd786A1fm7TBwqKOCu0GrwDCWBPJtqUJitbvU/qW0VzAo1SP3IF5BOdVk4aGi6FiAAZ+HWvIfDolsEbFO9YQANEhMji2NaXQcCRs8Eu9/MkrGX/maW7ABrFunNApdXQCx2wphhSIBxCSBQKrhuJPcRK0jYt8Qzl4wCXKxQ5LXc1ySd9+zSZtPcJDZDDJd0UQu5PCwguhN5RLWECrLWWNFJrOQEWqOf3g9gmMiXAszXlCjGxYRJIHSESbes0bGXjKnwvAxaw1WjFmw0NV8HJpHvGfZCBH4mP0Z2uguQIsJMBeBFBoK+HQB5e4l3mCFDnAOvrxbcJ9nyNrRZAjstYAmBdaKFwjTMClF70QKEPG6IA5eCKvgULqYF/NcE86M43iiHjoRtRPuL6jhHBnS/O6P8/CPa7ho/Z2fUwV47g++/fACdkkZ8lojUTjl8W2apbkj68DwC3StJ8CjXT0oe9lhYE82r0JGsloGW88cVJQ8OlEBHg50F8IkJqIgLcA9v9AoJ7BvLbjdgOB7npckjC80n3adrrGUPO7upLMGgUOz+WgpcA1kKsqCACqCQlMvRNjjfgtaRjWLorsYYXH56R8OlVmlejL1ImM22HGMRfZ4CXZEO8HPJxoIM7DEQ/0Mvnx5DWjuMQN11gTd2ervT2968U5Xrlo4HVPJG5EJ8xmANTFZTxRb0aPISWOW1SPVewChtdwVcZbYtzbRlrMolXaHkRu1g2NFwGqzgHCNb6PxIfUl8P/owrwQCZgRePyIlfwXT6ic4K9oA4MUWAO/5izCx9f/AWEUs9rUqtYy0FhgVSZCACxDaz4gCxvuDABjUJZRHO+Yz2qGYFB1FsGEseykQMPYyotiD98OuS8EE+oz4SH3rI2A9hXjWOHoL3ChGyi7r/C987qQqqSdMAlYVSnzbIxFQgE97inRnAk5o3YSqtv7mUKuV3NPgSYN6GqSqnNJfyMDzkm0f9adjwwQER4E87O0+fdcegvKMlDnNBdg/r7wHyePYTRYUI/biT+qxgDzg8TucAiV1eMrn17wEyYMPOydVi1tCe6gO1Ifhb3liCI4j1Fi8gW8oxXshj68XPQq5/GYD+UhlsrRvD9pI+4C21fQnwiJcPHY3r6BcNomslNOJkVUhcRUtMjEtZne+4SoTpGPiH6TrJGGLBIHsRuArJ2xtlQihpD8muLh41vGHEnDR8SFj7e4B7PP6dd78jyNvH6287O79yJSCue8z3HcU8/YfQjoe2Z58DFL6Gjb5OeIuAezzFRlZ4DW/EftqAHbBIpNhA8CU80VnIWedvuwH68QOfoDyXrswxKsNTlnCisj42jwe3Y6z+OcDYEPMxAgPxkf+Y1wFjGtAQeQiYFV8yQcBIUuSbrhIBJdDTqH7wmV7Ma27xQCpIM4CL4Yvu/MLGz5SG7IwrKE05V8ztMbEiVbiVR24i5qThg4LPASLq2915CJrr3vGLL4/WPN5N3+zzaT2D10c+d1LjeT8CREgZ0eKtIhoIxsDq3Tzoy2zCqGgLtQQ79QI4UyGpjl8UZg5l6UmFDBhz0S5Kxsnv9oE+RsNYpTwuRQfRGfYyBrKJdLTKjwYucvImTxPwTXYJIe7SnVFTKvJRDTFQ0jjFK/TY9h+hTFClULOSnqlm1khkJb5SkvQW+crPZHrTL7az7eOz4Q8Nfr8P7yw47YjMpy/46Zt/6SowgfguI04PRgiYTvT1zgEK4MzhcfKNAp3movcNO6Xwlc0RChKLaXWPIjGEOS1BR8wgP7jFGsQSJk3qqRAr1jUtoyCjlu8EGFzqOYcK0hM/r0kK2zg5ZoujZqjI+NHfheZ77BIihVieBbEBZxJ8kFiB0JYbW3DDtvtPaLGlP3mijnlKOVG5bK2SSA0frJ6rspxivKQNu5t+yDnbjjlp+KDgCNB09U/s/MgcMBNXgQVfGjb4HUEGhPwlyHShLFCdA1wek/j+BJMvrLg16P4leR0HB/RYjBCNMSjadjK7Io+QCFEJT66zKuqL85zgpaWhkJJ1mOgs2jnnAW8J6E1IvAKi2E/JKTqK3gyGzc7rGXmGvpUJ3+MQAfEKxmqOEQP1VZxZqrVlkkQXV09sWE1gbeVtDZGpK1ppFWCzAlvZABu/rB2a3gyiJ3jGnDR8SABzTaYK8U701Ree6jtkgIcwL8d0iAx5+ddMiP1AoWLAu8Xge4BC3EThVsB/jkPL6ZIpiUlCoTND9EUWw/rAI7Q9ZCYYEIUqMUUopSWHFUZnlMAqXHI0S2cGM+4+ACz8B5mEJ2rG4xR93uC/oI0yF2XuCL5zIQKyTDTghM+YD6kI6KwNpML+M1tlZ9wOKoraosCNWweJT+lZMdfJAsrC9CYfqSdwHnPS8EFBEWAwH5iOh7YPeY7vdYkAURo8RyqkBc/wGf8XBFgiwB+jpJxBvEW4zWhZqGWyGFa61jqZ0Ad5AwQTVDRgQdcQUilJEGuBRKsziaQ/FpOA9SQVr5AdXGy9C9TEjiGyK2AKhIHoEtJBf7CU3Xm8rMjjFvjWhQj0CIcJuUCcoI04gu4yD8k3M6Kj3jMKkmm4jByLkh/YsVxbW0SbQFgBSPXs1b35B2DerT5mGj4gKAJEZKcQb/cYcaDCuZMqAsQRb4rmdtP1D35BuusOHyiDKm+z9ReLdyiZD68T3zgQAir+U4xTUUCkgIIGHPJxy4WO/dkFNZJ9uWBKyjzl12a451eMBnWIUeRcDgCjEBmSkDN3gfrsvCI+sr46S7oejDkmg3RPNqetCxL6BKjVH+Qjrknkg4ymV1mViQsjG4Z41U+qaamazklIjviS3mol0FmVK0kDyQ6TVOreMNxjtR1z0tBw38C+6KdePWi9O5zDCicJ4qFV7pBuANEB08xurEcOhA9WVJyHR5QiYQnKySw65yddCv5QYMO7AxZnSOgaeqWeRwSIMZewl9eFMRuQOACnafwZAwI0qZAFQDHinFomNE3KU8UylSsLvZ+RyEiFrEM9JSc2oQX14VWQqTOZBFWpmOOljC1v8pGbaATY8J5Ae6LOAcY+WS1iLmjSE7bkBS4j7r6yGPsiQ5ADq0gkJVBgCMWYg7Qod/n/bhn+Ma6UDiDzQWALEgj9sOKukEJRAF1D7MpgSZ1mVCvO44g0KyikgDxLTlGV46gxEgGKA4JleiJz5oakk4DksJsj+6Rb0OKHl0x0bvjHg30Ww+BY/aL3oxn0i+n0mAbGLr1Mv+zm6+m33dcQ1yjdpbHb+HKuhHnWng1qr1VzPX1A5fE+pPXj7jmT53JzmYda9DTEnDQ03D/iKsgGyF5a+VzZ2IGt8yIfrnUguIMljpeSDSmD+VTFKUzk+BTrQRzHSryISsYzC+rg9w7pD12Nf/MAeAaQFy7YR36/hR1mFFdmhSLLsIl54ZjTKAEySIiA174oAC/SQSUSTCMGg2gDNAICRG6P2xW/KwCqSxfHQFbT9YNJt4eU0LmUDowVArFLn+vPWX3RzZ7T/1ysSPV0unyL2u7EWO3fXHO69ybykOkGCeyZuzhiWGos5qSh4T6h/RDHI3l/5FFohmIbrnAKQV+RFDYzvZVUBaiirIy4gRcUQILa5LbD8ApuTrGeqaCKUZagcotDpOZuBeK0gA7LEaqQ7MB/p5wKAAtYvIcikp1vYsqRqBLl4oKMUU5hiuzEAOABU45lMQPLlFFOsLACASJ93CnumjMD1aPpzl/gnWbfdt1XdoQgDXR31M30lu513f4JRkQbhpFrMBfLRYDWognUZgbNq/Z0UPvENZ+8QfR3sgQzLlyFNeyGMehFHmotpzEnDQ33C+yJFf/190usb4ZkXNAO/0oYl49hnCW07FWOGmFOPjUdVKER01MRhR/JFQzRYNRQxlVrkEU3tJtmV4bCPgLt8GCXxCb+S3q0Zk5U11mGLmkIMWaARRJEgPkzhdRjogMw7CSKCvM20R9J1dnfGILx6/WM9yZdt6SKLPWZVIzXFJEhSNRh8nSxK8/IRmSI/imM5Dev6EQRYDSg2hBS7XW/NqPNOaNQNAs9/8xmbTckY9HpRZ9oT02Kk2NOGhruEfqoj51xJODy+ib3Bf/xrBc2PnNnlCsaTLWTQ0g6LH5leYIMpmI1V5EPuPdv4aJ5hllngVzDPkXWgLKvuAZA08Fd4kJt9ClQRcZYv/zzIo8ULz5UmmvCRmPaOAdICnGsRiChKE6EEFsWwrcsEDhBAAOhLpgP8RZoqft1DdUxivefkbL2utmccZnZaTo9nS55pk6Mto8c5OQEUWTXPa0iwBWMWJtNHcvnavpgn2W5NgPQFVr/m9gL3Lec8ov53TJFgBcEOyhIOPt9bmi4EwT/kQJJccO9kmzHhZz+5hYrgBqu/E26ZGUc+NpH+lfhICt4yb5FJWQPWFPi8iR1ZBqjgZ65SoHoaFCA/Ah5Xw3oDKmY/IWOqePDazAcI1kYI0AZR8EPEHWpYkAAahJF5ACsexgL5BKIog+k1qZCSyJBUZGCt30Q4OwnnfxD8HXYzb4QR+1R3l0wSCNH7hYfJYaj7DByQbYDSSoCVCtRG9Lp91IacBa1XfPBxBRL7a/h5nm44Xt5gaecctR+xZw0NNwbHP/5MbpD8rfBWNPlqx/MkK6qhV7KwAswd1GxYDkDGfFbaGkHTZAGY0E0D5oh09AkXwAeAO3nU3EFIMyB5uoQmWHgCr3YP6xZaQo4FrRI4mZoiM5zjOa+NBmBwf0Ag4q0/glm4QY5zqlULkwFFhy8gXnmYKR5d8CwSxHgUaeYbdLtIxREXPfkTbc4oe/19ITVUUWhIFzIySmY6ximu1Xo9ty1cQS9/7Jb7CDkiwJFgOyZmv/OrlZr8PDD9eOem6hwLjAYPJN1zElDwz0i8R9FfxO6ByxtUFOOa7AAGPeMsA1ZjCyUyxITUIElbT1ZjYe/sg4TBZhYoJL1ZAGlfGxdgWfeVKWHkXD0QtABesgB9ZSXpbnaxX2g556N4hlUQzl7A04wI7uzg75tRoCZA9iCJJKcQZ5yYSmhUQreFt1i+XbOaG/1Gz0DiNFQMF2BilbTJcK0qMfEAaJ84KEwkrbQLhi6sTUe0rr2VLVpDbzgoW+ujZp2xf7Iqu+GNpyU8562A5SNOWlouC/owDfxn/OD3RIKhWqRjeU+BA8Fra7ivuADlnLnhwALZkEvyMtUNmyATaBYMaDNximNod5GAHij4ACxQjUQtwPuiMEIPKVGmgN98IKQRi4C9gRAwzSBHEWfzokDxE+Mz5iQnJhoZkNOhcxaowgQh6rL7pdF93CPx7D+GsyXP+BNAwu9mH7bveI3BUVIUd0R4Av5gIY0Nn3cvZuuv+26VwzdVJBrrxEBQlRHCHLe6xN4Ys3pDy8R+NEvtStEgLqgIjfR2Pmw49SAp6Sh4b7gXZDbsjMOPpr5UZ3O/wFcqEELvCoqYMVrfetVFn8qxVO1kg+kCv9socr0aRV82BWtso8KCgA31VcGe8UWC7A2OeReGySBULC3vHErTESM/HqgviLIomRSTYMIEDpOARyRLNhCEUx0YgQiF7rITwdvvFJxgOPfJWKwvZ3PyYI8YF3pj7eIPV4O1qlAvuj/dcRwaL58D3A6PeG3/Hy6r679Ql+wMdgPUN2vElBztfq7asRFELlBj+SGE3HeU90ROGCgnQNsuG8k6hvEfdxJ0zEld15LQg7woCbtib+YIzUVCiAsQ0s6oQ2Jxke1YAhWZW2Fgaytg02zJFtHLnpwq0CnNpoBX7szGVzgEkiMXLtiPy5s6Nen6R6KqsRhYmhRoT4EJgWaBshqZgN6IzkxoUeWuFDltJXM4G3/WbdP9vmdt8t9CBXP/hHpK9GMElGu34ZMH8sBozV6oSM6oQGqreOCMvV17T+BBtENxInqEuNHJKq5nup7N9BP0IPpfxFIAuHmAuA4xINqle7TDDU03BNMbYkGTU4B7rNc3dxpR/ZUfaZz/ZcalGreYC1VjeCHRGOyIXmSPsV+BBhElqQ9BVQMtyi7+DZxEZZlb9kVdkzkh9mJAZD/1vyRsIBeI0LVvfPFggSpRQLA+oI4Q1yop7jBaj8FzpIySHgO8FdGXsuXPE2Ho1YEheCjFyz8EVEY5lCRGSkJBstjnbBzDEcbekonEpF5gQL9PKRf+/R71X7C2qgBI6TonwJQ5LCFZyrpBjsHIkwFkuyr9pWtLxkZ0Z3eh25Dw10jnQCUrG1KAthvEf5l/uM3+UL04u/xEykrWQpkNypsiYwIlr/01ZrAkzBFKgCkO/KRfIc8RK/JuwF6o4DQtK2xkAMd6fGIHDweXVUh1BTS1ZWaADHBiQ0YCJkK9EokGE/NT1JRYvCm027gPmwYkUUEqO8FMk7TSbrp+skzttiJ5tI5QLWqWiudAwTWC4duq6r2Yj2taqM0ajMCRNDH6FI4QpECSRTJjXrvntKaOQ3EqfTK5GGpP729paHhjiGyKxtsN48GscPmI2B+VSWdqFPwl86KGUF3GeQw0RXDDHGd1AC0rI5VgIe88pHKxC8+MraqRgm27gzmPa5j9pYPJOI/dEUdTX2nLblc1Kc/9WVfyRguJehG3EBUZAC4iXjmfFia8fhdvQWiMLDXzEekhL7WhzqnFpb8C8HZ31irXAVmuX4JoqpqYe4zeqj0BSufHHSzn1Ltr1wn1fZFaFAtb4bA2y+kQBIV5YagT/ba5Bb5Ki0bP9s5wIZ7Bfc/BoDmQB2QDHdJrO90Ngy7MfdkSCIz7MHp+NVA7NOPCBUeCfKCnI4LrYJSai0XbUgoLAUHk2VG4z/SS7+NOwB7pwfDP06UKBD9E9txk8eEUpKegz/EgCoYEKBIgP44hfHExGqrMis512IOzTubRqrNdHrCchghNsO7h3R9SsuT6fqEWc82DYA1775tz+i13PKtZAldKcUQJVS1OWiq1i/CjG3ZZIdmtOSLOjzcP7+P1vEpJyVlEZ7SSDvc2xoa7hplHyTfDDhHqyws4qwWFxYWvxaJCwJcNEXDHBZF5HiCj/t7stChsEF30GNFhCIBXRmqiIpB7wpiAx3yM6f+grNVxKFAkTuqnIhRPOjPlmEE6LWfWUIvTo5UbCrJVNNy85XKxUHOgBQlyCJS855AsSq349qCzRK5BiBaFSghpHWmQnKqJFeFMHiWjXcEZrCJOWlouHtg79MC1V7IqADHtX3OYSGDGYLHwT5aFQ9Uiz6Q+Q9xD3Zyrgwe4kAnNQMR6JgTy5ICwwUE1TUtBjniNRIBkliuinxZ+7LAQk2hLACq1jREFohTBBwDbxfDGeNHBX+topLNCBAezRzBBREPMSGUE1dAyoGTn5E3gTGfwYxNWeitLQpvWcNSJYT82SI1leqrMnVVWw7+TmyqaraVnbVyPkitjyzN1fiNf5YdDv9cdhPJZHe2sIC3ZN7tITk8xjbkm8LyYJL+5vGqqFzwFOyt3xd+pM9XnZTFLP7h7f0E+S1EYQrqCY7Qnike0o2eJHA357pXNLfBf0GMTL2+VKFnBeZIgZ0OZC3ShM2FqTvATCguDfdyE4mgAzAaNRvBoB7WMMbGaC+rtOUI9echDAEp8UAYnD8gQM4jXWTqEBeYH7i1JggjCq2j2nkW2g/5KPyIj6wrbRSWopVVbska20uW6DzlaN7G3Cadi5OQVE4AluElk5AFpDBiTraqGnNyU/i2O5cAl53/W3bqP+sRoPsllSxfyseR/ohxiHHtWfi1687ey853WVzoElRvzi7eoUt0fbPPnqBLA7w5RoCXmkXFaLcC+rVvtqHFzL8ATwCRcQtO9OrGnssYjjLXOoO8KqIy6Sn0o0CqIRP6ki/L6Z55pKUWReekFqO4ypbfAVctbgUj0cH7NwZSMDt1WXDdcoz6POCyVnt4IPTD+LBBOYfiB4w2L4JAKWYwEfApkVqzhF4QqU6vaC9bWxS7KZs2qdg2qkOyFCKHlEOwJvsFoMveo3lKTFSBlg4WkQuBxbRQ7+mM1n7Zef0KS8hGzMkNAQRxLgHCxoty1uUIcOeA1Pd0ImqUvJx0n7moxrj2TOx33fMQR3EBl8XFhH8xXuPiHbpM10f6rEm5PEYJ8JKzeGsMCLeJ/xKzYMdkIvpwGcSIc7DrJjGgfVnMBlbA3i3G44MqZMyD8iFiQKmN01NhoLxWrhPFpXwNEIpdngX3ITJnAAHgBeh0A3aP0flIXUfvfGBZ+2F6TA8UmADDDA/akAFMAiQFp1KhGImVMuAGL9mEa0JeklL5OgBUMauxIbmxuTSyUS0pmOFRLbbQuT5L7RdOVUOG2Ii/w4ds7IFwS3yxMKrncqXSQULKqvnrBTcCxBvnEyBvm/gpd/A6AjSWL5/lVY44cGTFj2vPxF735sxBXsBldrF8OfR18Q5dpuvn9fnimMd///ZwqVnkHhfiDQNu/QQiTKvaihiKjFWFU0VK0OEwFjVXNj/d05ExFz5F0R4suO4RQILe4AONpQiv2rITYDjU0XMM7udmL3oQy4R8Bnji8TxXm+BwSRQeXYDNpZnjVMCEtChwyYsAsdz9yJQAHhBn+FlQsYREQeyUJD0FpzmPrWU8S3VTbpJzXSXI2Cozm6uysDQDiFIJqmQUZfSd/dMmPKi+dCWlGeRkcLMR4KKbHZ9LgL92j44d+s06EuYBusBfAiJSASXu7/wsmf9ay29Czu3v0MleaFGDv51JB3JxoMdvBWHFL45hopL1Lo18zCoRWtj+hrozfZl8sigu2Qd73OYi/h2cbURz/I4SMOPvF1MPcgNRN/pYWW4UjzcYHRRigmpD4GTeHSF/vM86tMxjyJ1QvzDNy+QZhWXIVQtngHtmiDcOOQbnrNYvgnOiKTOICaKwSbXme8Cy5qd5dV4QC4JVxQZaHnyWLwv3nua8HAGSDrfdCAtWZpHIjgOthnQ2yMpne6rghoPGNNooACTGzJFXYULfiDA9Kr7hTBHxohjLnlNSc4aeokazA0SXx+xRDSSLgLKCdMq5VFs6wUvERbtoUlUgQZvr+2A2W4Y2g0e7rIli0aQ2hM8+AtiklvBS3mNJ5U5ZJr0E6jgtN4XFEdZa+rPZbTjsHi9kxN/LCFiJEBGpYP3uMzyB7EV6fILjZXQxBYuvQysjIlZvoh+UkFMJs4DwDNOEpU7Ai5VH9nAQTHuMfcPd2c/VBi4A3/unEODxSaqNsDZUuYHcpvsYXVcADNTF+lE40WvQHYyPE06QmUyAoZDyAtrJY8idYAQIJgT/lSmIrpyKLs/9wOJOFuKNgm7tGKwULTAh2fJisKGVnWhre7jEXZm8EFkqyIU6Iegj4cyNSuCwfuoFwL+fxdEQ9ApnUeF6ULe2jmkAxXVavOwCuL6qyLGpY8rxGzAYLi34AUIl32hOL/PgUC5/MQanR5L4QkgER5VMbAY1fwws7KaeCKSmXD96mNxQpxjTJRToTeUqQnb/sTLktFR+qB8DIwte5JkP2vJrzwt+LfpA7Ael9clH8Yot204vbpViI2MltkFWU3ZziIhtO1782O1/MSGrIQLEmt6bqMYnlH/yOUDpf7a8M+HCzufEUFNarO8lyeKdF0qiH2Tn3WxJvoACbxcIDxT6nPEfOADbL1iVZAr1/s7e4+JSiIBp4OJh1z1VMfrBBqvmSoeqHqiBuk2i6nq/eKTPaJA/+XEHjU/4CVEZCsrrnCo+ItLExxjcyrz7hxz12ouuDFq4e4jqeFSpiwF5V+RaSJKWdFrrJb4bAoudu3TkAOzzsIeOVADIEV7pCJbi4FlFgGfC8VVkrgd6umCrOW6LmAVjikkC4kY5hePZQ44cY1JPSVuYA091Coq4NSnhJTpASUplocS8IUTIoluvENim6xA0i1quU2oB+fam4Uzl2oLRdsNHqrSe/s773IeRwUpz/sp4b3JQlVigD0rKoe/cSijb9AyDbJP2tBvDuQQYYRrW6NphHZYhOjHp/o0452X3DTS1jBUL+8MUV4YWCat+5qXNqIpnuiL+4oreZTd8xYKkhVhHdMAWo4dQ/4lpbmhnD6ShgGjDBdrxHgaBSdVcqt3rgRqo21TelqcjxRsN7nUv+avzP72ghYDYDpNimpUhgXHDGo4xC2q6HoNt5jycZkN1e9EVjKZq4Y6B99xPstxpbzfMO2XihshvJx2sdezXhUuUx14OEqCTOA50oGcR0uBJiCf93A5fa70J0NGFmRSMHiFdQulF0iUNOI5zAH1ouFfok4YBIHmAARQTEkGwQSIFB1Yp1UzKfD198PaYX79zBJZqKIWJLKjnhlX4ZD0qqMNDZi72QS0KH/PGB3ApHY3xmuheMaodpuRQaJHFTKhLNEYi8kRsKI2UbkpCILzyCRsAW0nUaH5uDucSoNYwT58x0uOSxMcK1q+ivq8dmUjmLbJp//wZ0pnlfJ0Y7CWFPSRiiHOAITJS4tEnCRCvwG4Y0KTr/g/TmRpCbES8ejHq4muayBeSZIBwL9Xe6AFtA24vuj5WPNag7oyhDhqaFBhiF150n4ZaFT2BajrGkD5iZAFQrNtLXem3cMdwu/U2I7JcrBa8iuvF3wd4pKI/gEugaMoRKwWyoVwpzU+ok9V5uCkCBC7saYwqPU+Z5YAw0jeHOMZUwPcdZBFaMQJoQAwC2bQhhciByswUgEt5W4J5SPic5i90+bPcfyA0myH3+bcdjkfslWem59P1Ax4yz/bXU+yXP/Jfk6D+PXv7XP+czn0Q9IWDXnidTVc8L32MGHPim8pgM139Re4ePJtPT9AI+JKK36fLw2/RAAJC+3A/0ePgR49PI3GGifIhOo0Zuimcdw7Q552A/Z0Tx0YKYE4njKAcyyDYyTKApayoUQjtngkQEyQCRFRVxV8mk2PashRxzonPKBIp3AJ0um2aXC7fsOK4CwZkrMF2KdQRYFBxrwcU2W7AJJ0GFO3XxSN95lXg6KDgSaHhmoZeqhg3Ki47XjtXbXEdiDm3gpQhIMrr9lJXei3cLdiov/qHT3+rAvhMH2icPeu8GyOp/vExj1OTQkeCCVkS39VPqXiUqOKrIrP2DQMLd8OxiI9jd5ZIXOjD3wy+75pHUSDXfdAQAyHxQMRGVFuHLTJ6Mk8L/ZcbzwBiB8J+xfu0AAvtRQZv16L7t9AMn7PEFz51uAhz3v6Frq18oYR/MTKdPnh5sP6OWfvkbQfhTzd/ZrXvWBXmr3nvGGriM31hV7w7gsagkWmT+u6sJFkoixEpEzN0UzgvAowYRYdpjt9A3+jE91y6cQ7wR8rpHCDKP8UngkS8hdYiVGRVzIC/z5YYRGfgzEQQFTQpmorQUrCtAG+7qSEFXWe4oH0Squaiy/0eqAEEc7lNIro+Vry1QXXQSBHglASIYE9QRQehqM1LMhrDce4E0vnOAULLXnupKxZTC3cKk9zUbBOjEXzaj/tldSVEC93yAFz+Cvc2iitFzRxoEFnQAASYVM+LR4BnAX76RLU9br0UdOYu5IR0KrKev8yATgJccbQn/+mr0YACpBAITiMUzkUJnxSVRZhGINQCAx3t7GPfOXrBfwbhPnTYfQm1I0T+XQdqIBiavvhd34vYm6IWzMFpu0FHoZz+iLBvPf1k9jXP5NEVbxizt+YVjwnDQt42le4cJL74HUFhOFpOPmX0tzs9/X7GQ2E0GWNQAxYpIUvJw7TaJTSPGbohnAQBYsyj6wp9V2Qi1tPa23vLmPH0f+W8HyJDn9nyOTqYRZQFIMahFqFPp6sBPO8FHHavljt7bxx//QOKCMW6hxRf8h4975Zoi21HgLZz+IQOHqeGECHth8e+CzCtOdpGFKrmUjd7PXADVZtEdH2seLzBwwfsD6aFWOcIMAylVN6zRiX2yx80Bh7Gp1a+ouZvvfZyp9WCDe8Unk1s8/XfhJTtRYEUB3aCghR9kg+poYdeYc6Q78B49RNlZzq6ABCn9l3A7Y0AqxWjjUyCubYf+4ZNvxckLpSAHUmBZgcxgAVsgxSklpKaZBUvRmX8bJp+2z1EFnzH+wDOl91kibKfIeu2fFAxEHzCm/XtP/tlh/8a95ilwusn2MxXoYTBLoz3J/885dnAve4Azc675/QFbqWfcActezhJgWf3Ws3x9N/+y8c0QB/ZZ+8RBhkO0FCw8Tg5OBdRFTN0UwgCZB+x3DaAGEVcRlZHpCcg7iHLcWk7/vH2gGU0RtCIY7pAaLFuhdfWwq2g+IsL+iHFZAQy+SJE+Atq/uJNUsjlZzt/V57SuAsiIrOqudShXg/UAM+0CYm8Zbk3Vjza4BdvlcYIHRbbsI4AoUwR4OwFZs7Yz62IWzGD+73ueMjRQurfHYLd12uw+1WHn1ioebnDdLj0CezM3IcR14TiImALsHe4J6E8b4CseAgNTxXs+vpA9LY5VO0Hg5+TeFL7cSjfZ8a4PC8a5wCHASBhSnCxsiz0lq9PdEoOIqK3F/5aCiMwMNSKgRxiNIZ0CsqckJ94yXh52M2e60zdbE/fnU3KcPKCwR+qv3ZV+JouuzljRPQj3EH7XGoo6OhXhYTayIe7zVRI/IYn9SqLTai5AWKGbgrpHGA+09YDWDzO5kGY/mf+OUZyqLwDkV0ubQc7+pauFudrBUWB5Z+t/Ynh+PxJaHcWWN1/3nUIxZXvIOk5T07ghUHKfvb4BQ3oHW2hihxEQ0/heXZ0jLZGXPh7gOkc4M7Dl2juNxksaYAOSRU9cANVm0J0PRd/UXVprMHdZ9UIp/9htdoQ8LlPxHNoX0p2ZraYawxuxemEPySuuhOdVgtjn1O3DMwhp9FzWtFOtbwRZtSZTf7TR3k/9rko0KDZz0J+juBS3GoMurrV9SUB7uOiHvSHNNenOsD5mF0DbzcOgcl+eGnmtPgzB0qykixhIZWl7T4vzvKPfn+evEHstn6Mtc6I5k9gOoVpjBBxKLroXiFJxYv1k8fTB5OXS5hgcdMVr+MuHz9fTl5+PT3UyTsEf2uEhE//xINo/uqBB8zdI7XNv4o7WU2/6Q5Auoz6kiPdlpob+4BTzRGnCTIMMvOp1XiGTnoOMWboPQaCoj9ALxsujng7fZg7doFCnIG92BmYbfIQ9/YQLw/UJP0pKc8R3Mj3/cZdXwFrrt9+jzBHm/Og+e3ZiQB5/WPN84bmAbOfmA/MIEIQL1BU3AdYHVuGaZKWL+cUfLSye/I5AjCFaRPenzn0+sNeYsE/Oer4b5lUp8vIvJwLo59W/CherBXUoc7Sx2UM+aBSXHcS7h5MGDYqyAxHDBQfsE35sF8iHwGj35A8nvyUUgXI4hUz9B7j23MuLDf8wYB9zk8hL99qV8ShMI+G02KvSqzhnnwtWnFQFicBb4Lk7gaI37CAeyMnqw2hmLAXGJJVOK2wZijJ6SNDJJ7TVgGUuUOpTUSPNuTpNhatdPINGtLWQ97P/jWCsNer/cnBieof4Who/oLFs6NugYMT/uQKxIhDLRzpyr2VEPZAeSCvYxybdP9cT/+Cqgfdgv8LzHhTXTsC4c3VzAobHgfLEULCON8oH7oKgj5rLA4Co3406adBIXgyZui9hQ/WGj4gpH1OaT4+rPdEyFq+2EcjG8scuywvM4AFlL0u6HSTP24SN/ytGIQvjGEiR2DFb7Ygi3pCsYgQAZ6ueQbQl81JDaKECJOk4iY/AWtlIcpgDq/IiTykhkOWRWiJw19K+ooddDRTsjqxgX3ra9k0UpkSFqrbkJ7MGW+SUPm1KHpnMzRBp+QIOwIrRiVs7ZeG3CSJLz/1YptMw/rGvwd445jHScKGDwVeF9hjlQv+6S1ilCQ1jbCcsb/Cgp/vXJP9Lz1fCAqUtrDRLVIgLzzcKHQqsPJJ6gmxhpRVgQgwrtDAg2gkKECAyImlMpUyb1UgaMMKcWh2IJ02dYVAKJI+/XS4hv/so3LIr/bxHy8LXFQMDP9IRAxK4+SZG7N8ylKPV9T3SG0SM9TQcDfwZ7w3OtC1EOkGsKtiyWKPxZpmuMB9d6vxORihI/57Wg5Cbx78A7lR0h0DySnE7cDoe+etuJRDrEEGrJyRAEl9ZEB+ERoLXyQAX5xaioYE0gRe5ouwYF46IARXEvtIJSM89ecgICaKARejgoI2gjZMEOTJA49gYbQOMvyNv/AAoilvxc0gUHpKnQrQG22ZUK3GrODGLlym6szaImaooeFuwD0uvRL39PbCXGhgKWvHZewDc20uDdABqm1EgCTVW6Q/ctrF/V+Q1rmEQyTGjoAJaKtJJAHyahMoELGw1j4Q1GCRU1xE621JES9TBpIQrM1b1hZDoViemOHhq0nPBRbMgo7emNeLUMp6L9B3bFIZXvTK0oSklhf+P0hoZcdCw6NiYegiibEiHzPU0HABXP+IIQJAb2P36zkdtIC4BTurfsIQS/1Ku6yuNW9GgBeJua6HC/v3HQjPHxzD4dppfVeYGtP6C9IkQKx2ilBmllCIVCTKZg+8UjxnE+u8lUA7qlUx8Q8AwYY1UlUe/gaCBFM9syWrZ08Cc3i5jyrlVu2xKBxDxEtadyXMwhusQuksS3Oi+WlouAhuYG+xi0SDQu1V5+qqm8NgqWNX9t59Pjmch0E0tvGzjfsEenKxaBFLNySA7LdlYupvT5IAeSnBOa5+c4KEEDnDzifWSE/NvvTY6mnuQGLSippJzy0K8ESOrYVeUqZBUyCSHI1Fieu5O0xszg5AQFJvrcwII6rs1R0PHUXXiZQd9pQ0NNwJtL9xU3a8/i44OMLF2uauzOPf0NwoLhyf3REuQoFc0yECHMGWqQFzhBQRIBa9zgIEGfBjhTzATRAFNy7JWSDM+bQtn9QxiRz0Lkpc5y1hWpPLpAyjEhGCBpMcJYL6F+buIjV0JJkFslC3aBXFeqUkdOFEZiHzGTPU0HD7yIGf9jvL/T2QuSqgQRbUx+8/vG9UdVUoxB3HyBBhvUGJ+DAolpq9/hQWFL0iQH+OYCaDDAxyhDLc4OUCbBVCJWKkLEnlfD9sRyCHjJ+hkGl1yEtrPKF2eEfkxHFkku1NkWN4UcJNFmVgDaDa4Q2A5OZia5XLVd/lIX8o+1XDHwGFAJ0Ag8VLdsgq7Kfc2RGx8BqwsZU+robi+I6wHv5091xsdBArN6Q0V9uWcbZTBKiamFNGRIRn19lMPMxII8agsvANRJZQokYlJDQqXTOs0UYmNRBZ8mtJ0HnIsKISL6tsouNmSIm/smgpUilkwA1aZv8gokxFvUIJKlF9mVGOGWpouAtof8P+XcQaYiOqvNMq+vGKNQtc/JLqGYFWDQRTdxoC6KzjxSmXlptDxnyElIJGXRjpT6WQ7RQBemK5/PXJIgrgVqlFlkrj+U9CGISV1TJLgD8V2Tqg+oLqOKQT55HfgtCKOSBd5Vr2ynGTGikmzEcj7paoMtsmcynDjkkZD+AJami4C6TdbZgGtOD1kZ2z/PEqDtoSDVycPC7ClYwsL/49vZsAv4iXe6YMKXF7F8b4Mn8ekPmccuFjwTsT0NeHQlYEmKKdigq0xTM4Q5qIlFScJRVlMgltiv9SzYjUqIICgqiunOgrgsEOxpNGEQ36iV0DabQob27DStqoF1RCkBwWoTVoyCyLLWV+pYCKnpOGhttH7GzcuSVXO5/EKc/bl89krmeujHxn1ItT1QV5csUI8IK2F8AFVlPNfzVIg+MYMY/7yKJWzAjXMlezc8aqXt6OANNQFR2ZAZSkUCmxhdhBSvJGFsOq90pI9ZjgGZbpMJjtWUXG5Abs1qtgUMgZQ47ZDYuSnBXsWIgWbB62zscrlahOuCp7W0PDrUKf6VmuE0JLgoryFRiu1inDHSzmy5PUxWogArw4q56Lq92dq9xy5qJdwVoOIRrEguaxbU3A1PBplQgQM+yKWvjiArGAmMB0QKYoBYk7VEYBoEsWm0DcBltmBomUzuTU7dFGmozqaLjvNqnlXBWDq1GmFC83RplwvZxSzVQvqmRJZ6lCKdL8NDTcNkRvIelV7Xrpb0CwnrOWS5W/gqPi8sRykQNg4mqUdaMgBcfNuS4IBsVEJm+tZ7KgIkyGtbxyjmK+CBMgsppecUeQAWpZIoHSS3kipyczLLEBdbS30ogiKVSVBnglg1SPG8WArMAsEfxYFK4FOwE5Pa1VM9lf9DFqJgfSycyCYAHbqJ3M0xTeBw71D2g7k25P2ctjPnrX6Utg6ftXXwLXa3I5Sfdy/gjBPT1JaWNgv9RWv8xNgMT7AGIPvc999L0E1q7SHBiTUfTQqictMABkCdc4kiBA1oRabJAIzpI5AaAyFZEiEqsUC6pcTkS0BsgylXEDGc84BegcbaKizKKubPAkOdLENpDCh3RQOs2lymLDyqnPMvIziUyRJGesrSLX4bTcEw51p2dvrwLeDTbEAY6O/Wfk52H58pIEuL3JC2H5SdzL+eMD9/UkpqdRSrg2LWUjrPGLR0Y3i3OPji94pfnyQORmIsODvej3g+vWmjJZwX0iPq7ubKJD4UKAzoo2yANiBAdEVGRlbK2RV+Yh2CKyLpOxtSp1dSfIysC6kjPthaXBjEohQaZHG3NL11lJy9CmDkknC6bQqNweqKrSEMMAoqblfrDLCJB3NLwqDrax0aT7KaSzsZxctvGtTTach8xzTNIspv9E5++2Ep1QoyujiAe5Xvvr/66AHiQS2Q4ead9093g9hGs7Hl7WVVeos1B0YQxLXtVZreuzkQxyMgGKPmlmHsiMQHoIBxTUojWADGVhkdtgHkKCqknIDSQDHfRyKxdxaOvA0J9+pb2oFzVTt7S1koZ6li6HK/ng06kVWYNtuGGxJab3eg6Qsd968ib+8vcK2BaOTf/z9mLjWr697M2mrxcBjmJ/7N9TPkCkiasncPD1Fl3dpAgbJNhBmVaL+Q5xCh4JcRzsIOPEG+4fCX+lk3hcuVyiWruZjVkUkhOCSvJeZDPogxxQCNDBJUA9BMqZJbRJwVGVK0bOSQ5mI6HJUC9uLXODsuA7alCFOSS2SkmGnRNsQh1Xjin0WRHObJsqSEWreFJjOapHKg9Z4KfDveE3EOCuDoDnu3sz3jYb4O2uJzkynM7ZwYVPFm7o/tnt8+bY+cxcJP6vgjn/M2hvl3/E9kX4XFftvOA/FP+VESBb/J5/NgTwRt3dwb7+37NfN5CbLKYg8l14PeaZzEocafWQvXpRdULCvz6OO16XPQ2SM9XeFwq8SACnjm64pm88AKzipjPBiPQcU7H3zXcQlArO8xcUFYcyUuEK1sUNbIPnyuypAsoGPSF3rvAZMz3lvprtaRo0EE85xwOpaUENusw2tDCJKKmyEliul5K8jfrFVdIwEX3G0TAyJikaJhoVWFkKVkRiWQa2ZRoqZ2TphJW1BVzOMtmF8b0eAn/eHcUBMO97D4BX4p9UIOmvkBbkx3zibT3Q5WpS7Twxq/Bv0gA4nnfgoG66ZDaIMkmoL6CG6DKisDBFKxt1hXXxUEz5b2sE+lCJ/PtToG71t+hVZM2h9X/efbjwG6g0HQonFVGvXCxvMyN2UoZXIwGWfyNyJdzkiTt6Il05d2NgBGjWCwWA6IfrGGpsrKrmL0oil4HlTaqBwN0slOiy1z8ZIKgAGuVYwpwE6bIZ26VeHQiZ7BX5ZNMDqyYd5LgcEjFhBs9gWlJj8pMuFjMHoJwlNBN3ukyFkYstBTlwoWAr1aPoDnPrgpiU+8But5gkAgQR8d/0wEYgBv375FH3GQsYouUzdQOdpEU3W+/I4mEOpWbkJVHNPvaT30kxe5Pu56od1EK0yL9eXk7Kvw4L4EbEbXXd15N87bc0Sdh0l33GtntexCUsh63mXpfBwmSXHj98pB2Ni0Zpf8+zTqJT0iSvC4/+dHb714bPxw1HbKeX/m3vRYAVivH3gtUUB2ZldYSO5TwyI6qADcQeAWLuRQL2RllMQD5QSUA2eIaJi40iJ/PsRp30EyqTXdCZIDXz3AP0DKgZFCWPboQKtyZ9FPaL2IjaRw5PKZUPizS0UKVcFMSc3AcYLulPvcEJzE8m09ckB8WGiLAe43WM8kUmtoFu3p3gbUY1sMgUx5afhplUgDhIlQBEiYjfKLF08pI7zPIlmpsMr8x+5r/g7ddlAigYfRH+aQrC+9z9myMp4vKl/pi33+pygvZyNs5ATuKvkj9kxHQx0S4X+QSyXYFl7KBkq83zWoz/rsF/V696h0CEwhOidQwIgM7KYXnNjjTfBGgRW/kYECDWvViAdADRDMEtC5AmUcUCVDLwS1m+XIIn5RSvBVyse0IbMgx1AfI1EarZoK9oIUn0XspUEgI0rEcjVZGNVFnhzjkvf3Z+z1eBu8f7+qd0H+MibttXBAXaQHIwW4PX/jPfOXiXP2MrHXOp2g7rLd+oLpEjQNLRPt99Ynfnn6lCBJVfM3n+r+44MezOng5Q4WijrpF7mkxBc7tmPbJkEcda3XnqCDCyP01m/JfyyTHzHzYSwzGFtDlgakKrtYy9FAucXwSso6DAWBB37gm7hD8EASJw03zgWDg0AgbuPLb1HGI5h1QD0Q+2+sDhjlgqkAqw/Jnk+MoZ0wVhnohXUjPBK2wpOMQjoJRh1Am32jIR65Y241nVl5oqPLFxfWYsYatgNJfZg6TUuJTMWE6CUkhRw5UEFsSc3Af4D/DYILgSJ5wgKNojoZBAkIBFJo9xXLuXTtABfZ2qTRlavZi/QlmiMakAk1icViQVzd9Af1qCryeMyHZ2fv2zA0/6FxQBDuoKL9TkevLSf2zqggj7SICHWRy2qj4p4gwXyCrKPExtf9DQ+8E0UWHAbFdEZPhpJyuEQPwLixH0WEG4ymHoNc4k3h7AcOQ+Eh1HiaDPekBymo/B4XFvUhNEi3LFHdFUSJgXsBEXJIopZOE8tlYpbzJRCWMnqVQM86Aa6EqddK4P2URyNpOLCjoziL5Rn+tmt3JYtU2owJCVNLlcPhzvRZFKM5CRg6SPObkP8CowAiDwQQ7l9n1CbLd7iMhswtNwX2ub8LSnKxEgz/8pKDSkSiQWUSWRK0wnM+78+eyiGmSeXVKFjbpG9pBMSwTIGll8PdYqhoT2nP1f97XPTdfD+2Cht4O0NuC/wkDTJHsfpRW/BjjCdWOA1cUMK/CywSi93i90lQahCkRNVbm0Ky7UBq+KGDmU3qwmYB7XpxokdzPOvX1hek0thwsHUTk2Yk4XBZcmHRKFy1zuFFs9LWRQyVLXkSJzn51Y3uv2bIDSqr4NZOiOEKQqGsV22S2iijzYKupllZ0ndwH5jXJk7YRqzcj9gGf6eGEDMRI5gXHViWgFwRX7pasF4JT6HFlPp2q+XIwDyZc5UFxNzGfz7htsTyZv4HN6CKsSMs512LtI0Vf8HMW/DIlzgIO6wjp7UDAH039wHH/a2fn5kH3K4umw1R1GjUu2Vzqx8xi72vF1flv3xwCH73TAf2Ita7zlfon1aS4kJ14wSIPVxQwr6EpryO8NwGs8w4nlygw1+X5dpjzl4mtCCVzxIfbAKyBY4ygjp2FCtfQjJsLzW9AJKCCRBI8ToZ3s7kwXqYQ19rsFE8pM8UINEwm2+k8PPmkCuI4Eoia5iPP2utfMsROAWJKcDCCh0gesyYB1LK6nT94cUZEL8lBCA0Q/mKRSbFVFRiygx1Qac3Uf8HcAQQivS4wUp85U4GPap8/qIKynK9XoTImBDL/DN+9+ZW5fn2n0WSo8fSYdA05/LcVh2PeSu0frnX8O6xrFQ5h+Gq0BcFGJY63+xEPulP1pZ3dGl3eAMjP3A7ePPQ8viSNgAdYCf/2b98r6f33OweV3ZPLffe7+49D9ASMCjHlzN9NRrmek13Ms5fFpxUxikUPgnkgFxyweAAWsDw/EbKQb0QHpASXf7yLz2+y5iqhYThYsrJ4sSoKNCLqWCkUSCvlRghZZP/LJw0iigkC72AYFq0AdfPBMXZE6VXDeHqhzykJqvUmI8lwIcFruCSXsUlB0OnmG7d5x183i7gg+Pj3o9bHWVbHUTlw/DpCIjlBuWuNXkrtDRFqqoDN4O0/ZzmNUWv4GLkxh2E9/hvwXdmze/SBNriucRjSHJovpYXf4tuv+RRuLf5Z5v9UpR1ciQLkw9VanOG8H5J0Q7wVuXvta6kdevjhCw5ZLHgn2S+pSYRX93QZTkf8uzK93B40aC5VyTBe7mbtaU6PAn41smR6eQ5AldzNpeEpQNDBdfbcAs9X0EIeek3+8mE6X3UNEal23i6iLlXdx4KqciCPJU36RY2+t5FceniJafLj/bHHYzbPNqWwmu2Cdxzyynv4X2QeTvTddt8BOwdLXTzpVSe5S1co7EqWkbDYMMInATmPqIRXiGQP2y0CaCqqJ/GPjM7PpfSBO/BGVeAFEkBi/c7k1cBHc6/usxrFBNySuedBTAWseRYwYQjHEqibDLcAOfkk6u8aXaYhrkec5F60TNSejemoo1R8ImLhzR869LEQwqEgAq3/5FgQoavBTj9XfwVXTJRjr9yVYbzFdgydBF784J5skz2dwcvwTkp3l8T4CxVPYLt9+SWarbNbL48czOJ3vgqt1DlC3RTrslip98K/9t4eoO53PeW1xL6rSjnsMtGtqf+uWO1Cz9+queAzu0nDYd72qQmaYArbDtmcwfvXoDwh8oNzbUD7X6UKhEi+AvQOGiv7y9O3hvvnPbasP0RHsd8Fn/kYfT9TzaGgrIV3gOy7YqUED55rdGHyu7qo4j84xQ061BarLNfxmZM5hKWPytnVEARI/bGoC5Fx59T/p6jNqgeeIAKGZIASDEZP9lw+h58Eqc0TIe90+hEhOv3kJnoTtk2e/wIr/c1lsdpaT/ek+XqwP1Q8v0TJSla7WrrLXPZdfngRBwvJKu2Rnf2BX3IeI75IoQkMao3FhFMRwbe4IkpOmKnmG/9hAKPW3EG8AmJuQLoQrR4AH3C+B234T7pcA1XjqAFLQXYkAmfK+neji9km/CNXogPZ6P0u7HHuuttzc/iJAL2sW20SKAFNot1pXs1N/OxyGZ13KxseCXHEvCxVAHiAHLN+ka6qMiRQc4aEI8MlbBG88QNlFjPdMZs7JJuQFQjgUMAEQT8qWKVFsiPnuyWeMAlH7NSJAusQxs0pXqko/Atpw1fWcctLCdEX3jN5E++wHEomUWUAVNRY1NqkgWRcGCVDGnPzBMTn+LqQbgJfSxRHfAyQq8SJYzPDWHj6P3K3htt7kC/lNRg4B/RpwnenwDDrJS3z7Wud7dr0I8HLnGcFCV2/sXObE0gxBW3UtB8jT8tUYrOWzusEFj7W/QYAREz15hniKvCCmME0gAvz3yfTFXxCaTY5BRYj5nrzhIW3K0SrkbztVW3Q/wcsKwZ9sHyBUg8eweew/ZJ9++2p6uPtCtRHZPekernhJV6WOMXemzGCUUfUrWC677nnSqrEnL8mUQWAahGXYUuBAYjChQeKx4iXZgqYFTyDmpKGAS7XNy0VwoVmiUTJMU5v2OyXO8IT9uThjtZMBL0VhG7gcoQ2izctWRlB7Rm8VthFK4/Mi0175/MBqz17GwmRaMsgZECCB4IeBVxBBjpqm6/98Ds3u7Geegjv5HjHYkqzD3ClzsIiS9WdIUZFZVGdUR1teNLY9bVQIhzt/3/vxtZqiSi0/eLZwqasyMsTWVcGdFNGiTaIVxKzop7yor2Qzd51K6fFSoMeiSGUjPVGs8Bx8FDcIefdrOAsX23dohVciPi/YqKok5Hr9pukffA/63EPcKx+TXh6D499LkG+KU8/oLFZucoddMe+N6cAkZqxnhx6c8lpRf9flZwuW/5nnAJ90r5wFK5AYGAHy3BxPuu11c6gmCN149o33bqIh5BeQcVz7ajrdP4hkffzLzvS4e0iva9qAs2yz3j84nR52n7IuWtrjZV+0/OTNQ1V98MuDt8iueEVkutxd7z9TVXUSMaS8/3UtR9/xsgpM2U91WgKgAUSqs3xRgCRCQqWZEsWIKok5aahwndPbDQP09jBe7iXq/S6+9hyMUq1gvguDW63cxp1XEq73nl+iY6DxHkuNgKQlcMUWkls7CMxn/RDZ5HbXDAe5siMvQENnmxGgyIDnABEHTh49Ry4zA0/A6WzdouvmvPwKNuq6L3IObWaZX+QC3TF5qFvHHb1Z0Ctit77NUzgRd4GdGAHShpGlS/d9eVn3qIMuqrJZkF9opZ690XVrddVXM9RzjoZb0xqVGo3oTkYpDYGDpchNzElDw62AOxgXoZkvHXFEPMhXaAIIYrDVisfH0Gk/ripMcOPQLZVDZi/K9sZxgZvZlHW5AquFKPAeWeVYv99nrHeSQuQFGtAZKKR3DpBrH6sfs89K5hRuKOnN0ZVeevODVUgc3BAvIPBasU2dgJzX0xNUO52esAHakIF5P5gTxHkTumfBOjoqdxzf9MRdwsDsLgyQ4+UyPQh4gqWpyx2xQ2uwpRKv6Ku0eFHNEqSyoM4iXzEnDQ3CDe8RW7xhLwyaGxj0vvDCH4KMOzg3hDobgwNFApxSN8VyrL9r4Iyv7px7sQZrPyQGKz1j0lU6RePf+YYRVzn5oD80MinGMSBArn9zAvnAkCh+KCB7hEjw2y9UvFAOAK/1Edbsi6UAWjvE4bD7GKg9A+ySkVitD3MgkbyY5yC5OTyllOTypI6c4ZETSmNOGhqEW9gh6HLoFjufjhqHeq5eHgyT+VC2JVRynHhlgCOG9fVHaiFnBrnO8ba/fjKKc7+sg0UaEuW+sUKXmDasZalEf9iopBcm0xqqkQhQJMGNHOJJD4DpgdEbdMziGTbIKiykicykO0GR1dIEUakFVqYTvNLpQ+dYlJzCCCUqZCa8RCFFV4ktWoI25SRDYEN6SqYIoegpSUGfEHLKbcxJQ8MtYXQX4y7vZIBYvk74x+ijNHLdrzxv1sdhZa06h6LOBzp+5cVVRXGg6h6jqZDHwRbdAte6DxlR1p8wlPAockCAEUABooEMVmdB1objQAhM+KKDqrQC3lc1oUJym3omz1JjU3yFxFblDYUyAlh0Ol0z0BRD2lXdTVpIEZmstJfIJI3RF2JOGhpuAdt3L5WUzQA8+aOC0S8bgxISKQzY4WLAB39IBdWdB69NfoRO1YV8SWBhpppiuP4EcU3rzABDHas4HhzVBw/0CJBlWOQDAgRMDajgaMihl0BaSEplUhZQsCdtcJBykEh50sUffxBZsFnxEX7tgE/q62p2RZtoLosEM9ykJ/PJF71AkI+UEdiG3fLpnJqIOWlouCWM72La87bvfSjRL/nHrxcU5UWjrH7Id95BaK+UJwz7pHIRkP+21YL+LIckOMNCn0j5CxQGVDv8JzirsJCxxarm9ZUh7ZKcNghQZGFGCJgsHFtRFiibYIhENdiSaiPNvBRaQBQuYzTF8hEnMpZSrYVDlUpLJH+5S64WlUMbCU2ZMnE1bGUbVYRkgZeN2iFwwy0Ce9eWHUzqrTsfC7husbbPPg/Hf9C8CM497bYdIJT1Vapv57/zACazsLLQcySSi3Av6BEC7aBhfgP8qBkQIAgAz+AMUpUYgRumIo69bg81CUVKekIHm0k3m34nKSr4p42Ww8kP/IZLaUCv1fSXJYp/OFYTBD2THxMXScEnm0u15RgyxDoGRLZK2KxFdyDG9KRbKC/DIFd3i2oPO+akoeFWsG0HE8dhs62cxIYjvXO+McIvv4V4JhA2XZWOeDUXj+tcEOkDHUGfz+g2GM1CJsLKmJ3hWBLt4UgYnKhFnqoNAbPxCBA+nDoBgjjw9A8wzBYBkuJ0Op+v1i8oVZUFekOGd8XiLQRZnMuI9ZQ/ETnVz39hW1zzPs+srHyuJjI0KmMeYZu4oJBWqfMWK51+Y6wMNlSFHxWqw9vmrKHh+jhj5+IXeM/a93BogmIs3TN566LHpojgrvjddsZbrHu12ltxJp2mqKScCSyjFPfpwyEdAJsFSBdbDudo3SPAxHFiBj4hsbZCJGeR8GSjBEVVkCDjqHtfvx6hpLoywsYBIKxWummzfunBOgjafMtoPPTrjulhty9ngDyj9gPeG8auYks9BbhFXWXiWnOAOrpBIokFWWUBJvu6kRfLoGAZM66acmfthA0N18Xm/mWNg79z9j5eBA4xYUB4F2UmRIAhXRYM/hwEXhbgqvFGoT3jS4IYtsOSauxFzBLCFwtY/LyCjUrjQS4W+chvgYM8mCYyABQT6f6jC7x4tEt5OfkVyYK/DNGvM7qlSm0IWtMNXJYT3sx9MV2+YR4xnW6ckO4FA6xZH7lP+KsO/bpjOV3LhauwI85Hqf4AhAElnrxdahQmGyXsbzIblCtFUYwQtMgZUle4jdy9RoDqITsZ+QEeDwqWk3PuII95O3s453oYxxWrbWDpf3z6aDD2ZoRO9/dM5eN2+h3wuacAbxtkWDJZIaMLQpXGe3/2mDB2tVZzf6a2SihXQLSit3SQQRQa5DILDWuk+EmxFV6K0ChD/K7bZ+DFP+6Y72JNzdf7k0/XYLvn1IFujlYM5l5Pj4/BO8fT+den/JXbk+6Ytzh9zlvMIKZ7+3DhW6Dq+Jz+QVnz+WK1Nzucwyvvh/rya/7kGG2pCs0ir9LuKX8rjIDy4ZM3+vOmPz+arp8cT//8O/+y5LVMUYc3ldGdZR6G5tjlqy/VYUaAMTIhRhwa5mJS7gO/if547/pR8G8mazydYV7OxLxLt66v8Jfyr0PnexjFedX2Lvi/Rvk/6D4acPUNEAos2FI4Prugj3QKMP0gBLktC/22wOsNvOhwHmmNYH161cNuXt3oH88mNiysCEYwGfLaL4MZZUbA02abEaD4JlKxk1Ns4+QfEkmI4XgmbfW626NO5+tK6eqEB6a8dYvu8EedrB88WywnkPGSX3oEGy7m6893F7Pn5Cp6ko84VUcoLxqkjn8AogjwJQ+d97pfYfFiTzHlJN0kBuYwW/N3xdZE+W8P+EcmCg49TH5GaHwp4HXuXgkw/kR3G4YEeD7m3WZIgDD+CjvvZYAWLjaL/iO5jwZn7VuMSlLxqBnZkTQQ2Uhv+Z0cAckPHbk8k13gF7/bgLW5U/4MU4jILweA9J/mDRLXcuQGgJ4lAwIkBeAlJghWCKKAs7n+jwMshDBvPf22m+6TYZ7oHvWvfadUlv7pzc8MoHycvLt+0j30DZtl/eDlgtHfdzP6xkucO1k8OP5pDrdf/wkHuGveelpt8U6C7obb9l+HTHaXusHgs4e6fbTuBwgTHEcTu7xbKrJ4PuENEnjzGWlS+YLm+xOeXPQ46T7SxIHqW8zJfeCc2ycvLv1fGf6/tQFmLy8Wn10Sy3Ife/8t3fl4+hFGgFvAZemlmTEIspgTBxJZyOndAUR2lfgPFa/aWcZ2w2Nuu6oOi3kcGyKxnW0VPZMTynxj5Zs7IgoCHTBCChLiabwlb863RmB3Mp87QENExQDP8RZLfXpvPZ3MdJ9ABX4IA08h6E6DaxwDH+6qGWHFcHC+OH6OVHV16+nlW57sY/TITvAu0d1y8RKl8OlbxrzlOcDp9CROJzLhSYLoJsCbysTNCHV6colx8tYxKGRNDUrDk0iBh8D+1ABiTu4Dh+kPNJYdT7LpFN5htzvruuPPkHcEyL/O7Q7AlIed/sNydw/lEUnxB4asx0E87o7webJ/7D9Zy7V4ix5VBOxhCZO//0MKYMnjcBjqg4MVfCJRW1n+dbPhIwrH6XA7tbCad3u7/ENMVpuBu/ERmKtM+Td1u5Nf3Pzktv8H7pZxsZ1mu5X2ulQcS3d4lKnlGqs6L+6tq/xWccdxJxbnZlyi2K8KAPW15xDPh/6Bv4TkXPkmPG7ID0jJqMyTHhGbfYdo78Eb7MknqyfPFjv6Zh/PAe6/ZbSGUh3GKhZktLZGFPdC4aFv9cfN97/OXqsZt/BdN13/t9s9mU6OVMn/8cu6PNlHO70m/1Dp/ssjBYZIn0x4R2pqT/hdRBSG9eQf0K8UIKJlBrY8NHY5U55AlCE9p/GZAwkVXPFD6kbgP9FlJLXgVhFfOi8I0RHgUleiQEewJg8pl/5G6JPu52Q3755XhbnWUwkmQHuQIv2ByNJ/DzwvFeJEIrdSfbXRcATZ6fjcNWUBbuvwgcQ8Dau+hpiaj+7/cbGxQDcBk60fr/UJwMDGESOyaec8LbHU/VDgJXHNRYVVuXnVWT+LLqNn+BLi+fAvQbD2wykXfkRA4gSTQUkRm+l03hyB2ek6B3c+xQci9Mk+3r70wQFP1CEQcRTHDONGRGfY7Oq2gsu32MLtenf2XHcg5N+88Z/eDrslWtddpie7NIAxeoW253NGDEtEnzwgjxsMrnW71AM2e7r/OEyRrHidhmawgTOb4VgYKbqJ/shzoj1uKafB3+sh8Od8W8AwwG6HTwXSFCJAZUFF5Rwghgdx+VZ/qntICnrlAv1N+pwVdX5tznDrcSp0Lf0Bb4BGy8lx5ABEbXC3s+tDcVeY62TJvFstX4Zl3fCniPlpdajeGtECSG5/5wskKN579oZ/+6sqj7iZgVW/Rfey0z8yLrTTjBkFI458CbD620cCuYFGuNLFiLsGaOpaNB0HaMPPAxwWl48BBDMXZ1mseS608gsTkwEJBwJdUY44DaTRdY8YQb3GegBmDMYQTOGgllHVgzcPTxRfkXQQBky/xef6ott7gHLd4xllXfc1V/Oevgy4/+yYrZGnXkyn//z6ZHoIimJdmz5Cw0yfwibanv5Zpet9hCeLyUIRKOD2lJB0aaobc/EYbPFmkSq7nNFmN3v2sOY9PE2EHC4Fyp6Se0F9DnDS+bsmoTtAUl0E2SctfsFTaP6mSzqvt5zsIog7lrGoUIXaAqpVn6H7mh5ms7LrLN8+qvczVTjonkLk6cQfP3XNn0rDP3Y/TX0mb/You40WzLdfvFF49xBhaerOc4yO0s9u/gXLP3zk6elBWm42vrcR9uPVAohHLr7u7wtX+9ZgBcUnWJuRDXD1yq2/9DckyO1gsA1OwOd6ckkK4NrHC1TgjTjBjMBCNmYRh6iiGdXC80SFUun6M41YIo/8oQY1uiXCcrKkjciLTShlz8W1/AkfvcovE33PmQJKQ83zl8jSEko4ZRWo5D484EWrHRweo0AEpxGoHnvjYC9MqY4k1J6Se0F9FXi/8zm1+Fs1kl8Q4B4ZncwUQR56vJ48iz1sfnx6+HI6OYAAXlHh6eQltrnWySAC3FniUDX9ee+vOmEo5Arz7gRZuvriX93xE8hLBpbyffKfNzgGUAxXAslVjgDZdX5nVPiHq6Cv2BPgYKT59wh5jkbA3evSQJVttai/gkcFgBde9pfBxcnkArh2J7mwvb5DYfAPLtFVk5+/Kngx0BV3SISWET9z6ScKoL9MDX5lLEBgvpN9pWbfhPzLXMC6XuXp9PB3E1by7uJcf8N+CFc2khz0Baj55LRCT0FjKJyw5ZCY2tFNvvWXRR0BLnTaL+tMgNTEGTccKCv08oXeHxFVCbD78audo+67Z4y7XMiArNSqI8C4DPvZsa9MsLrCNUmpgp14C1aE5fPSMJ3N2a/fqkPgHAGy6/w+vPBV7isI8BcaxPcAS/PvEzSEUfgD9rLo1+jlmPFa3HSrprZTyGaF6yA+ReF0q1+QUUgXxzUDwABXae+In7yo6IsreEsLDJHxIAlbYgWMjjskqDmOm7n4zQB4wh230pA8pJXKPwTB4SfVeFX3ulIuTMVFEBXpKaMnTwyGiWq6zPVJQWxCZXIhJZ/UwhPspZXGJqzMUtlR8AY5pOoCUhtQVBtSpAaIqBk+qNeM3A8+T1eBGRx9av4IHTOKAHF8vxfHplUglqM6XnHY13WIH1QLaoVcL3OtncmbPEaFYMSug8ud14nGqgpyElv258jVwjcajuslmbynk7ey9QA+y5zqKuzrUweNT4fN/zHABeTJuByqOr3qzIRiw+2Goo/Ci+cYbkVFHAiowt/WM4uIGa7Q0s0EFSQmPBxSms8Yw5AWR9iP5V7/4gHClMZt+h5gWu30IwrwS7aUWDv0yq55U0aBLs1hYUMkU4GSexhKM7UaElxd9ZFIm23ZzIkKkC9EmowEp1VOT4+W2miLKuUFdocG7JmLYhtW2HpK7gVVBDjr9sEr6Mxu92+8QYfd8QkIcDZl9IV94DOGZk95IJkCsfRn4grRUGvGfTiHXF+XWjv/c2hJxKEo47fQfd99yUYfVhXmZDBdhSF2YalThyUCVLRY//hjZm8mQLgEu00PYVcHje9QdpQiv9z8HwLkAE/GZbC9BkvSkceGVaKibZQUQPWrRlmlXkRqTLb1FiO/Qgh4M+BN9clqWKRcshSweGPiKijOowUpMh4kSUmsgypBgOBzggTgGkrwFGMENbipJIcNo6zI0RZuwwQv+EvFGXKYgFI3oNTdUk0/zY0qzG5S/Yjswr9ykJUK9JcrAZT9cmO2YCpEC6mMgmbkfpB+C3wECaSxz3DMV4YVXzHS2j91uMVLqSUQ20GQZxcgI7LO0t+syyFXVcutmGnDQ1HsfGbDeVUhDoZFWwQCzNzwlBHgIb3WiBbmDl7DJQYUfS1BIwfYa/6PgWvz30bG/wcyghexvmOlbsN2xjoHNX2UALCoB25JJHWVuwXP+iVOc7rZGaxgLGkbUCRlapVzQ3uzPPc5TFt87rBcBrShBJgY+PQVBucI+GMptmRO2vWoRSKguJK2YCcansLMPXJ5JGqHOer1ZIE6o1S1sZGYOgXQuQQg1XAJ4Lat0VONUhFPaZSnqDrOoe79AWGW8HDhI9FdxF673SHIwvHVHmMqXtU+PmLMVAVi+RwgCEXbA43DjMOQa6lah91D5NmMIy6ezHte/BO6aH7wJJpRhaNJN1ugnWypq8AlnPtdnS6XT1IL8+5X5dh29yXqVUHjU+hmjzeb/wjBOcEeeyavgB7PjLtQ+QZ4Kf++pGJj9q6C+CTkOwfpj2t6RSIEm4W6B6xrsh8Xc/Xf7Btd5g4rtlSOVbD0TQV+kTZSzqBHqB0u0pwAM6lLQFirQj43mCG1+uaMYrbUTOKeMIttnCisPdGcSTSprLopQEBBlBEQWBgGsvYzNeDKrJK6cs4n7d0jrgK/z+C3k4g/0nm8uwbWTUhDmP+2Fhvrcy6kjn1H8EI471e9d3u4e15rDOvOMuJy5r/ZgfoGwwJjhmRwf0US8Q7ZQJyQOYKOQn6Cz/KkFhhN8Qe+rMGv+nfzYDw8V4cL8tYevy64QhDBv35DMYr4szlVZ31KrkAoD1ayVlRkmlUnACtEh+4YoN+WWIdyEnEqAejKLuwvauXKVhlZCEkz8v6gvjL8nuI1ozuFqw2XB3c40iN25rNosJTc2zm4WwcPva8zOC92zA8iKvJg71Ojz4iJAD2ZqIfFL/qMJwgET8rTJe/bnEriKHSlH/hO1/xlMKqZa1iy0FeOQXar+Xz9eHe6WEw/172i9VsR2qi+ICkxkbci1QBk98IkR7AYFZYdf12sn4MA4VJ3enE8mNiz8qcCu6MgtYXQwAkkipyQ9wjVleH3FTzCJd63qbsUbrfz8L6lAapZqt3WqhFkWjgzAPqD4xTMdXY8CihMCrkHLF2e7Yvoj2cUHFGNzxf3VyQIlZgLavAmZHAEHfi+KhFhleJ0h2f+SI0AgUC7c/iL4rLD+ZqEt3g93Vv88FfeqAAWSGhDqhHhQDbvMuVGZtgNIJiNABMY48sU6wEP2CP91lhuoKM6fkosGdpUB/2zE6JIbMOIVNUocELeI/wBIsCdBQ8Evvw6cn9Q5Df+bvcAtCbq44bbc8EfCXyguEAEKPrAWo1sxpqXh6mfruJ8QJicmg+GboMAw5OXfqEjvViRPLGc8JQ2wjf+tGyXOl3kY6RHApxAJ+IA9hYMF1dT/pwXEdrit/Xh4oB3aFnxrlR7ywldIE7reUr3bNadWrDBk/d7lg37p8LJLlrjDV3QybjH9LOvVNmGjAiZsiuISsHBeC1myYudaEhmV/U4hYCh0AS+d+cAG+4G+X2/pR1gi1suQLEfo5DQnQEafrAhIP+J+JzBcY3ySkh1nZog+3k5cxJ9FIc1rTICRSyvKoEPSICowpxoQaEUeUA0QIglVvuT4+nO4w7Eols98ztp6dbK0D1eTidz1dZLkWGK0KaTbr7Hc4U03eteP3mjm0R//ZM98f4EK97TeT6b7uzP9eciT3y/Z/Qobiztwj8/5m0U5iREdEr3BXzw8tF6tei+ns6XO3Km20izqf92X6/2eTfC+W7ywh8t8xNW3WS/3eOAJPcShZyQhoYbxfa9KtgvicIZ++Bpf+X/oXCBtXXe4MB9vABMmsLTx68IiU19jPPYBKJB6tFgj04VC5I7iSBAni3UNgAnTOQf5uJU31lvsqcDSkRiugOq7gEDM1jsxI35RCO+ZR826Z5+iMbkkofEujcMzwVSA0++UxU0umEVXfL2Mb7fc7TmQnQC7T/Ai91CCMhG1A2o0AidqT4d88/mdg6P56c/oJCQF4rqITvtLllg9RguNe/dOcCGDxopApTsb5+ctQeWsry2r3J35ntCj4+uApIcn1im3JICT3Xoyzy4zUH0af5K0WZQrYsYmLFEgKjrLQMi0weffAVJIKh7yFspL9b68uru+k8IBqcP3hxl0iBHzXloCx+MAHVDZ94DGsWH+4e8HgwJVrx14PQBb9RnT7zTM0oed1+Q7h68QcE+b3fq04vFho0g+tvj7aQJN8KbOyvgtCFvUIhyGh/+Pp0tZ8v/0j4Kfbto9VhONGVKnWEa4+G0NDTcJHJstwnHf1qFOnNv3bmozwRu+Q71B4HT/llBhn9cu2I/bbF8SYEww4TEnEBjAZrRuUx3g6EpDbjuyQeKhiJlIsl3/wO/zXyrZ52JUzDnWim8Yl3dAFBWa8Zrpz88/m53vYBKVgwKFRnGTaN1p+ccQSqoxEapbizNOwnSBq55O+nPddoQMhvx33uwb+GMfz3Mcjjc647mq8UujoCTF1qiFRR6hDG4kiM8gtEJa2i4IfT3L+53sUrzUh2mo8gr/D7Cv7sLOgft8ECX8Z8YjsQHiQsZRdzEjPVO9q3THV/6EAFy8uENFeWFb0ZKuQUfkCgQz+kEmw5GJ7svmFIJIwVO02/f/JwoRTcARLw1f0HtdPr7Euy3x+BL5wBZ6Qlv1CdPICod+zKBJ1Q94d2c93XPPtt85ZT4fu/Hz9w1B5Ho0Wq9/yw5c/BJA1SedHvr/Q4FKDyhF+p1u2j2Ur324CIXOqtihhoabgqO8EYZzeEf/71wtHgrSgR4zXtNXQUIt+4g6lydrk8V3dZshiXqn5RZyaCFnwWK43Lch7msJmV0SYsA1zhYhgP5TcufDvUALaAVJD4H6H/i2OPf8fIWy7yyQJtfEFbNeftmmiLRmTkEiXu8AjHdE/s9por/GrJ8g4NUBGqM4LIn39NZyRxHut1CLhTl1TZxO2m0gYZ0yk/nANEtBH40dKSn4vXuK26gy4Uo4e2iHeWFGV7OGSbxdg6w4aYxsksVFSQuQeyAoUg4kxHv9VowG7911vWFXmwK1WKFKuLTI3RGjgENdLBX3r8YonklAcbXZXjpRGRA6oinU7MCQjbEWwivFrrV82vyWzfj33LAhF8zQbhnY2zjZs2H0j44gHzczeT7u24f8dqKntZx02jyXb6n89H0m5dd97DjP3/A0Sps0n2m0RLCR/qGM7a6pzAwdwuG1PqEoWLOPZ4SdOGvLHo0nZ6wFFo8I+ZT10iHmlcRIieloeF2MLZ7QYewZrTofJRvjtzhnjv4FsqtgPez6p/exArFw/FZqARe/WUw6BwAqT8ZPcKEWM4BQoYzr/zYWlRKjlCTEldTffMYGThQGdWWwCG2UgKdSJEltCXWJyjTCKbwA50klzoSRSl3BN9cGj1mOT2Yo5aTpe86rRdc7ZxAYu1syHMDpjMbsa8u1AGGJOr85EaJ+yyBT09LQ8NNgTvfGWDhpkGudM4OmbgIi/52SEk3weuBEeCtHwKT2DEgBIAxLBEfGscS7S9S56ooj4qSE1aiTHviqq8IkGTClQ/qQGIxhUVSBjMkkXIgEUjoUialFGxsQ7xyUQ3bFLeUw5CJ+HPN20lHQXYiIW+qvgZqlwLN4CIciSejFiWm2HhaGhpuGNv2LOrP2uvO3CNx+GYuQsBwGVIaHBVuBViIJxmH1rfDtX0MfhWClapWGebUc+KR9I55R2fUcQ7YREWFAMGs5ADzQBBBZEQJQGKHoEoK+p4eGYRhGL+y52ool4lr2FacrTJ5MfW4I3wKjsHW/E8jqGzmDVOU7vF20tJjwxdrpraoD0+Jk9URWdCGHVSJlFUD2iLnJ/21c4ANN4y8R5VdK0lMvRC24owiAuveS3+U0Laz3Flue7XAfzwWvXv0ORYLNd0Pn9+Fzvwd/wVSH+J6AJsDJIP6aBmFFQEyJCQjiE3YTGyZR4n4hUoTDTbBNQKLWUHHl4lVaAgJW1EjIY2cZCMDzuQWW6epqpsJnWu6YqrubtDAGvZXRu6sNNk6jn8BbqyMYbsAz2grZqWh4aYQ+1S9axUZUn+tD3H2HpnivvqLgRWuQF3T3uk0EeA5PbwDYJmmXmExp0lJv/kYMDQLBypNEFZ4ZHoEyKNglIkCRAKmQr68CWWyInirgXSDggQxpCwYaMke4MebNdK5CZSQv8xhHBo3spJhFNMZshRVkwXcAlETOVVgXq25WFv6Y6pQ1YCeNbhV1V6Jc/d8DnD5Jd6Y43Nuf7D0H2ZeEZesfYQORX/qP607C0/SH4tcGJfp0+O4met50P207wl122mHwl4WQtER3HdDHOt0bXpZXIm2QBylnvp65dtN3xgYZ6U+4GAXXWSOoaBVg/4x2zsm5moXheZIsUeAZhOyQiEF1NBL9ULnhJ2JLBWU4SDsmaOIhDbZDoA6VLSzlJjMoBIIWj1xZW7pNeoxcYEgMfefI7CteBbPKgSVntX1DMd40thqb2JO7gXxD2rnrNyn1V/w7uzsnXE75bGyfu3zwOvn6T5Xu91nFs7Gqe5UfSk8nc0u3Kf4c9CCv4xPQPxdMbDF4BZR2ibS0LhzWU57GaM3aJGEpl+xjwvP0PWAcK8OnsyHteYeAObKhObvuCBQOc3BynBm1Nv8rUDFOpKwztPJT+7WEgRSQGYBkgJq+EWWMGRiiwCjwAzbSpHt8FL4FUXYRPyHTVU1iEtG2lJFG28TUiWpsMP40rHzuY2kkOxs2EJI5iyibFEbZqnDK+bkPjCddIc7Oz/NL3NrZdTZuneeVXZBHFZ3ur9wBPhMf3p5SxgS4LZB6j/ziBuYhcsit12QyY9iLcc1VjPgSMXAVfbLq31dr54scCGeV2n7JkH6SyNxAIj5wJqXYiP+Q69prI3CG+kyTJsDAkyAOdmhcAPJaYU9iDeW4h2do5ik4mL+GIONCE/iHjHcWKmfybEe1WY3ikxP+dbLNf9vU99yNkSVtgHAzpDcMXuwZxejHxZcaqtsTK2LAepUX30Jr8gw6zLbxpzcB9JNlS8VsOgvNrbgrLKLwX/jYex2r0M6G1+8vWwEeBn435ErbBlk/OcxcP1ZuCxK2ySP3Lp3Lq+epOU9Sqh0YVVxA9nNbaPHmroI3NPcObA68w/aeNZP8VwO8HrHuobLGCqOXuzmTI9HgEENeIkKTAn8ZRs+B2oq8xsIAkN26XtD48nv6i1sYFpBv0mbFFmqlEomzsD1Go7mc1O1WlOJ7+8sjbJOmLM3brIaHYGEp9RuTxlrJbLLNsDLjnMdass25uQeMJ28OQkRJHjcdTMs9el8d2/WKTCQ6q+8tyFWiTL/4N8EA1w1mxVKGf/iiNHbdDJz7Wy9p9x0zmH/N1NLKSXSlOjvSZYdT9fR4H8LumVhJJR+g/3u5CD+jgkFy9L/x3R2wH4czo6gO97jX94hwkx9YmWU07n/1U4e9nb1T3RUMvZzBJh99SdAFrxjm3tBFIP9bCCk5na+eWR9NdUyfRwD03bQ5dJc7qFRtU0LvSNR97PPX6IudsUFe8SWc4vc9XjbzdTpDaBWSHeL9+AMINZkIbkV7/qCNC/UzQXLLwNzE1d8R4ByvgORA2LxMw7Sk6wRGUA36tMdnQlvDcr8MUZiGso9J/wKMqD3l8zHQprahq4XJ9oyAw3rsKZ+GUxd7gcSNqKMWoNPPG1MeKtGK2O+4jygdGEgyBcAVfgUScec3APyv/QCph5GhHHDeUi8s033FQIxLmdl/oaQgSny/Ed0oK6QywD/J/p+92/XLtb682FHVZnGcuM+J5mmRDen/oTZXN0Vp9FIbnvugtOvX86r/sd/YX7B/wGusIgRPfV/K809NHbXHkEj3bR02E2Gr5/GJmDnF0nRqWzwmZTZsYkRBb9agL509T+RgsBhOu9+Hna5N9/sIUYllLaLBaktg3Xd+Z9Li1ixeerOwz3uofcCLs4QSVUM+agI5huZDS3lM4/cVyOHwAqcRAOJGqzQ78665bddt6ejYP4K2LdwRseYkr1YwTIiN0SC6b7O+KjbW35PD6Q4ve17ZCxV3Hth1976B3FLhn6oqL1z19QZnVIrgSJFwEc7nejjbKlU6mwnK5fFy15JeczKlM/NEwp3h18VfAiYKywczAz/jPeQq/4RFtSxC5dvD0pGf7MLzBkY7T17kyscI5qcvE0h5ckE+RNSnGi2WOt/hOfdP8kI0XzV+IvwLhx2+yfH3RNIrj7p1qfibP8XsYQZCGNBR7mg6g6AdxlVdTYRDaCZw+4Xj8iGO7v7ZWgE9or9nS9yi+wwJMG+diYvFR/UFu4FxiTYYF1GRaxSc+Dbf4Q+uvoK/YkuzHX6UBHgoMulOfXwJ9vv/EltP+YM2IJz3KsbDLeckwrT5PCWw654HgHe4/55L+AiLQe5GH0O7TgT4/EfHhTPmiryS4iAGIDrny/JpgTGT1PQ2dH6BGT1mveY511ceMiKMH4PnKd7Q4ulQtZtABEJPnlzyJ/07nX7+y+x77OUN3TGIS9d2sFrfK4focNPnj3EOOczkOjLr590rLjSXZ9li42enAkl4mts8JSBFVW3kaoucxyCynMZxbBhXipzoBFzcg+ovgOxzzXG0OGhVh/PYz3fmb1z5/S3vLNPo6c+w7V8g9W1s/MQ74YrKLKrzn6Ri356+zdYovYXb8P6CGy3u7N8dozSh1ymRPSDjffOnyECNOVEY4zFdlk+fxQ8q0bVQhS84xqnziWAQlH/0YnOL+KofK0RLSkIf/+0nAkwjex8kVo80ivgsLY3AexT1QvBBp+Z33fJO8By8sjNvS76NNVTTLW74FOgv2Db7/Jp1Zx7GHBbvA4eXeY7stvtQfqF0eTzySPsbSzY63bX0eLf8fkfo2Cn43TXNqj2hQGuwAKIzL1jcHu/C4CEFiJAESvXMjzlM4EGqBHaKW8QiNzWQ2CABFj8Ytk7kBJJkGYir6xv0MdzgOvD3W/BYHu6gd9klzdk8X35fNfANSM/3a355QLvJCujFk8MMqUDsB6qImcH8dduqrvX/Spny7f6zYdL1CP2RL0JrgLyt1sgREfNZcGTlUZwcCi9RpdtnGjLcbMw5uQeUF0C3MOhLrDACtcaQfiiPzc/5l/EyW55HH8nPkGIkY/vOkQzwTgI3U6q+I1La8HwjdFWtsYanb/C4d0UAds8BV57PsnFxhFDlgn5nMd6XNVx0MiTYa+hWKYrxcuXGoASFbxEQekO/9gdwMj8V3cxMjTLEe0nLztPMbT0V3iI8kg8uUUedYtv7Au9iUHmIX0VZxIUVRJTG7BDgEYF/Jqa+yxN9VepQy/LVLvz3A66jHjOYK344ADiLeQMVHPMk6cvXHc6OcbeuMeD5kyA609eTvd95dwzyDZHICLbUnYm4oPl7rCNci/dEa7MisboNceDWKrx9RZifQqmdBmiH9eheXU3mRqcf1GoIE5QfXOBCYFPSrpVM2M5yJM3X0ynOBwmdr/tYKI7M6+n3z57ynv9+V4uP7xcPODpQNZ6rZOEP7x8CJH/jfQU2uQgbivIe077roLTyT+WvM+fTyeeQIheqG9I2R9KDuvIgzIQIaKMxVFDlrnMRSyQG9vQjxNWSIg5uQ84CiAc22i1OgiJKOaYC+y5V/hnf9Zqc0l8g5ALsqpQHCokU0zEaCtboxWE8t/v7hx1iEhsWDc+8NAtDrja6+oHMxgGAwT1PFc7qaB0R+f+VakKpxTXPp/8080FYmiE6aUans8Bhi9y12ACdp+6F4qTBRtkonMzublqtIz0srmm2hp2tN/lk2oKegRY2q4sfPk86uIoKk3ENLe4jHg1rgJTWZIaUI1oz4J+yXZGLHQLYGvjvSQbXYoFwWWV/RSMWOK69D1oR361YZjw3vdbwPkXuyiH1Z8IgGxA3mCeLwg5AuTN/I73pi8YxqFnSnm+j/Ugr6YPni181+eJ7+vsCBAaHDEsdL8+/o9wdgBDlMErIkA7W/19F8fQrAhXqUvIRQpBHbMitFYEqfGpbodKheBK2tYsF5K9pQoQoNCM3A8Ou38r5d88aSF9jmhHQcIqxXK70ESg5cyUAYsOqKzLUQrU2iQs3x4qdnJ0UsiG5+qf4Aiy634Ija8Mq/H15FnxwPrLyae9xkAc+/M4v5dOnbl/qSC685bXMXAkuE8e0vVkl5yWCDARFsGhCXNFXlWHFQEuO/ui1iFw6VOcQ8zxdESAez6rwFERr1NzlV4dCnN3QRptqy6vFAHmDvUIsLSdu7z2OcAX4f14CmpEH9B53utN/t7iA/+Yi1FTF6t28FmM3bjPKv3iLQAV6Issd4otP8tjwZaAbBuwOEvnHfIVhY/WsGR5WlCaQOZIGGwZPAkQ5Yh+mOPix/InS4gOJHAjfnAE+B3vBDg52uu+jmDQQeHp/uQhGYbyGqHcE96mD4HdDy91f2aeA3y7OOF9AuGn4/+DREVB9xqcfsPzhtStHrx8+ODNQ9o8eKuvF8YZP/ZNFAd4q7guB4gCE7w4jNAQaVRKNEiK3tLMGVpIvtcIcDrpDtA+T599zzgHkcK0iqCI37qHPlFEfE6jmSIiVMCimh7CqqoQZcZBp5Ns+p2GrT+XzwMxxW73Lu+bpfHcLqEgSJFTaWxn5z/HzyoueAeTI3NLFKQg5yc0jPZ1JDqMAKeIAOH0S+R3H0LHcUbPD7pfmbjF32CwwE7EIBO+HNT1JgBRFapUvQCyQR4VMenY/8+PIKDJ0anm+T31Fhp3OQYzq6egJsA8A5hSWfz828/T9W+yMJnOZqdfTPitI0zE9DS1uFz/s5vtn0anqdsEtT0OHDfbgH7Me7cAAY137nL0By+9U1KKTrIC0YrO+eXvSBckjWxH2zQBgkO57HWkLTAvFqA+gir/LRzv6Lw6xBuHF69XnOw/LveGplmS032dfQ6P94HmlwMZ5M0XYGa5Z8VTOlCcyK8SQsmKv+FYgBkYMV4UweGl/ilak6Sv/QUHusilekU+KZQ3i/qw2JKAMkjMpNrUeYLuB3FshMApziBhCWndrBmW6KwX1lJcM3UGLKj0M3+1IlVwHKMr82l5fsbCCDL2/RUNKXwEu0zfvANK49P+OUCv47ox8kQxiW9+OPb6rVNolrtz6kodYiSFRKkkIsDkNH1xxt1G3CShtMjvkOwnX49QFIOsLN5KygSYDKR0p4H99K2bOFaF3hTFoDd1Id6QblV3eYddruc7nbAE4hsuvAIdc7w4naruWnVfoO5J2CDmy5Pjf7sGUqeHYLt8JQKI5P3E9ksdhZouNADQW0ikP8lRT+w3iPwMaFPrKB4xIDjVEoIkSKSZGCJKkoiXgjqQ22teygUzzXlmWl9sOcH+MdNfeIBjHkN++xCHxCiaLPiXHXCczgFyo50KNEnzcOD//2Ah2qPOGXaBZ5l1f2e8ggJp5H6FAApMRVbghaxq+AWYBB324aksE9azMiQKEDUt9wWd2v9rkmZcrPnE1PIQC4cXPniGaZoyClC4Dr9g1S+hqeMYlkUohZWqsfnc2M/JGpi/4JaxZ0JuPIdDhIOgKW9ckBvjoVy1Zvkmzr5yhBoF5gz6YaXjo0N0qBcBPjrZ8Wk77QFf7ldDA1J8tcwtonP7sqUvxovDCZA04zdKou9hUEYlPKf9Aeyz3h36sXv+PHfhaNLNFtT3g1Yc2ucORYwaeEpnnoGY4zXqfoZAJCaCAS8KNBEQoFszAlz99Gd22lMnbHAEs0UVxQOba+EmfZ0NMtQ2jqxR1iPZjqkpj6GfwilmBkDAm9WoPR504p2Jr8HADzmBBCB2MF+IDSzzyBtAIX+0gQ75TsyQWUgSZkLV+oR3c+YXEE+olUsVJB8oQWAXt/0Du5OWWFuF8mBL1pRrJiIoWjHVU8UFvM5BU1rLNFnStFjnYoEObRU6J9B5Whouij1yyxgi4rxHYEcM6T1Af8dyx7xQp6fY17eFKgEuGPkobiT1vV4PN+nrHJw/YAMLUinjPXeP13S4VFV7ZLXy/l1FvXVIhQDZiCgBbgPBeykDkPMkke28qVGqlnqA1Dm/Xix1kFwMIKWaA4+pBVGZZVqyAnM6MyiijEu8hOtERWYS9zGFRAZ3NqXW8hkZIWal4WLYy9/wG+D1sy0FdwaTxjVwk/TZ70qclfPexl1S2T42uo+snwFXlngzuEhMdhPg4C92ZRrrkglv/KLQD0sXyxlpVM6XOwp4xrNot01PTYA7WPomC8ZLQRtomdKGnrlIFXdZzyf7qnoSdTRJAYCaRKUzH762K/KSsevLGY1UKoUKkNWTjuTMRdxk0JDFIcM6XGojWVohLJNNFFDJlK5ucof6CIA3Vd8u2QAKfEn73nBt/rtR6DRDRuxm2vIg6iwykJEH8z4N6OrAQekFA0BELjyCnZLvMANYnumf3LithQqrNLvEthnrESA9gwVEGAQlP4WenpYUSugFjZ9EWETIlfOA3kI8xGqhkQksnAAsTjQohJvYUm9mjS4E47pYJamG1HYM0TSoXDKihKToXQU+Gy6B2ewvIQ0wq862/cHQ56prgXetszBYqd7N0t52zk6HYgajtOIa+oPjYtxnYE1ys17zQ4LVfKerKsIb/egoc7Tto2VAgIkSUsgnzlDqmMqxEYEtzUPkK4oshS3ADV/U61mgGolBbR0XNAIyyG2HDV7S5xq2T4pc5CdNZUctN8qU+iynRgbUM68k5qTho8UNHgXEL/I3vxjnPLfnxH+pJowi/KkwzN8kbpJqe57Gr0qMAwuSqzefAdTBbU16YsUNlPbGy8ciQMZPJI5gCdMBCcJKClQlSTSYgzUFUTYsdUwpgpIw1VaI4twSkXjQKvrtBXZRP3FwptGUhpVNmcLcLaa+aGsRibXFHIg5aWi4PlLgt7FXeT8To3En37JMDRrhJUa6SVoybtrfKPqNgMDO5PwMUYNMkwNOQW+yRkPAc0PEjQiQ7wGeYINCE1CIhlLEZJVCpQLqlc9qKWzuYv0Ql5wFFneR4j8oZRqWNLCl1U4BiPSSnsxKz31IgluWW7ebNshLwtapQkG+VJgN8MIzcWHMSUPDDUC70+kmy1jBtcy4As/tx4U2XdPJJX9HcTGUvvWvHvBxQxgnoXOBdRmzkhlto1Njnx04jMszNfI1aWIsAhTIDhF4sXkrgxqKGQvEaMrwKVO+kaGUGydEidASWCvVCVOBOrxMZ1mvDJ+q6JoEObVA1mWDrT2Y+KRwm5IlqXUWUyeijDlpaLguTmMdjnwv2LsZ9zaHBOk/H7ftfj6WvlFWMuAueeyz6xVJ6wahgChEJ2PnCzZDvDXMyo9fxudrewRodggFBVMRtOY2vBLnJJ2frgiBNCIqcTUg6I8JFCn+y3UAyOoFTdwWoI3bD0PLat81LKXr0emFMjIfba1TzegTTfRMTp1EtXYOsOEGgX0K241zd2lZYpf0PY7jZ/tnkA5JdBjM3AAb1g7gvm5hg2ruGlyOlvKZvJHzpSPdxFIuUzl+FjAToG4iEySQqCFFSX5GoaASYMBhKs9hVhxq2i8TZVgoQYhKVoQuYH2qxhx2E8jOuwvWDgNLlvDlMtpWWQAZ5qNy5S+6amhaGhpuANiZuD+NHKbFfoYlvuaunr8Vt23387fbhox3AwxY+0AI2I8C7xVVNJJ7OMZmI7OLWQ0JGJ0iESAmFIsfM8/oBxSQ2MGJiIHUoCJyCcupTGzB1IayYYK8JW7pwTkBWRAWDeRaZflJus+smioxta02tnRG9nqxEtThjbrIlSy7njQaT3JaJ1SzJGaooaHganuFamEzUjtU2PVwDIe909kzzvE5RuyVs+6Y70uhqn+Z76dcG+f1nEs1dSdZYn2GVGPkMkfPbLQdEWAuSRygcCi9En/ES3nRGwt9uYKfXSxQeS6TZBbji95BUhGsodwmJcNqygoS4YEFg0JWLBQLUKAytmEfOWwq4zB1V52FrMTmGTEnDQ0VrrRbeGfCrs+kv0yTP3/sFu9ntKMAsE9R1+e/Pu4u/uM4NomrAr//kgzSIFfjh7Ob2t5h8eAYWYS0cQ5QNKENQUZAJvjDT7IHN4Ut+MYBaZvKFG5JcK3YEBRkTkHV+YoK4lR0hbsExWSoJwuhsLmr0tS0Gp5QkArzM2lsIRMmIWLjathSUBJz0tBwWQz3HedHDtGKJbmvnNg6Y+erzgBm2rtp/rtDxBckt0GxTMjJEqwwHiFvTnCP8riqmcgpeYPKAQGiBMs/bwF2wCyhPLMSoIRAGRLVepYypoQEakMAU5F5ebwq1jJzoVg1x0A+AopHt+RMVUuezGMspYEs4ylNcGyUSYFtZJHKLsxjThoaLo3xnUfafphS9jOecyllSRpxhMU/7v52cUsRAa/SnuUZazFPSthNMQG9SczYOAiuT2SRrkCBWNtgntBtXgUWGcSWzCBuCIIQP6gkR06U8ULWT8lqSFvVUHVVSGRXkKpQi61qIGVQR2XVA1azY9fyaFzXzUDprVV6OVeMjOLDRXikrAydiTlpaMjAjhHSmRgY8T91lWwAyzEFdKOOe+t8aHHLcd+ATG6prfXpkLQqcCHm4liRIuItdTb6mO14nx2GThs1hwQIEth8iibYGdMFgS0ZRT20kRNuUx1vuVERIQrExi25CgWqU+UwVaJS51koAwkq80aV5dkELn0qTbVkZD6FSI06j6fNQ88NNUxiThoaErBPXIl1ah4bxC7c9SyMLep+sDds+TZ3UURm/udxYKxnN4fxYM4AY2GQsMAzbvzCQQ/O5mVU0WIA1ive5w8rGmEjyCH0GX0ClGHvGS8ShrciiFQAmHRcECol2kQdyHpG/UBYA9JHlsYpK9H5fjaZOYPqIlbC/l2a6qaNmtEGYFHIpD2LoWBROwfYsIkr0V9cUxg/cc91KZ9jjnN4SNzpDgmKSfdvGLvV/N2Aa1Ntc/48S16WW6diVV0e0d/DcUWnAXBZS8iAn5EIkOFRUIEiKOXNJdjUEZRpyrKFMHd5oBQJbsRbHhVH6MVMmJDN6Ei1qKaSRX4lR5Y4LOdQLddMpbZlXpI8YROFzEmKsnjawZ3ubw1/EFyNAVVny1dbsLNhhwubIXIdld7pLgmuiC8lrsY7ftvg/UzFemgenfHgTWGQ16MfKAxc+EVJJFjDoL5e1+ExJIO5IQGaDMwOogFBXYknM0AUUhEiEuaAUJJIaCxCiSKHahGwuSJK+HRGDaVywNVUCNGHqMqHveDv4niTfUYVe4wiqYPfpHZzgAWqmFMac9LQkHE1/jM2asZq1L6HPdG5PmL9quw6d2W9bK85ThDMCMXcGRiY5H6fmu7SJGHmeE8civxieEAhH2cS/BfKIUluzsOAAFM4lvigBEqhrvRBJCAr5alSPWqrelQ746iPSc6oEsHy8CEju6TauiziGY7pws+MOMKlaTKMF+vTEV9h4jJsmUtlMnUac9LQcF1oX9rcoWIfc7xyJtmM1I30grikOYD+nPMVldsF1mP5UOCvegudMQXxkfpIgpS4iLmKGdLYyOiHfCPzMCBAMYheah/ABln6DZW0gAtq+sllqo8NKlGjuvaWIItIbBWchG0xZDUkQV5Rh7bxStDhL79nCkDN0tDzZe/KRCFe3lKtDKCyqCF1zElDw+0A+1mRthwgj4PfBSyRzwVw2Z0Zq4k0UzWxeQ/C2wRDHRzXUXSzPElQpksciKeJjw/wI625hOuJHF4tGebHDoHFQEFHZAKpCHbK2/RSAUxpjayeyuTagFmFCJ4yaUIUYZlBZZLdwAfK6AMvaZLIVpmTJuzVloFaYRDdkJ0VzmWNPTuRsQtcLpcxJw0fCbjobwfiqs21p93MHMPohRplNjG8jyrzt9ddgiwCjilkwjFsjODWoAUZzWmY3OTxTnmBWkuY98j3DAbK0a8xnKONd2FIgHpPuEUIhK3akML8oCS9bCVENnLMu38oV8WUJoj7AFWQk+DdngtXksadMJxyK3ts8ETfaWy9LZxPCuW4yQOLvOACZ8NlzEnDx4FbJBQ5xqbfABrkB71k3uCA2y3I0Z6s9VM4ZW8PbKHmFhDHbTdZwPXZX3/IMCIxJZD7GPKNo3cIvGHVp0dgQIA6/AuIBSIkopAIItGHMtjKQmVi5VBYooCtUipAfAz5YICnOSv5UiUmrO6KgPwml3avhF11edoQNgwTaNkh5FQrmfkIN5swcakMK9OYk4aPBNwfQ7wNbLqHhoshcizetqgr0JyL+PZZsB9bQR5yx60Ba7BiLv50DYuTYRLDO3SrN03DXvV/J7wxRUNFTYD+W97Vmn+grz9tEz84BdKf43fLvW7PpKbYjQhr2VuOkvVq2S2gDWLhFrWpI1SmIphP0p+ly8rjdS0ruWXWOUJXf22Erqs+gPIwVWWLVMmSRbagxhtsQ+0Mq7ZzgB8ZREch3zDkdsM7s1UgozUS8jbYB0/PVWcAb6fb6FivN3cXAWol8pyjFysS9KVu/JyO1N8o73MlMVzXJLQQ2Rxb3JutwUwPSQNSkQ60xUxPdjnfe91rK6UzYUQENX3CP/wlYXNDgydvjrAFghTXqP2kO2IwuHry5mEUrafzOd7X5FWbEOhXBVQoqzn64aVIVEYE68tKz6gffYj6tq76a00oqKOCegoxLQ0fCW6HSDK4S5UGsDCVKUd6WPA2Ob8fugKSDM8zvinokkPIZ8AH89eCRobZKCTfn5LzRlx/jmzaDjSFAEEDqIotGWA1n+O9MC+YDozvd7nlnWulVGnKUERQN3FwZ6BM0R79spgVqLPR+sEzpCqymf3oSFnmfEFFwQklAmr6cAiIZ2pGhXbCCpJSpeQBG+uZShOyKjAn8a52rIb3BLf3hsszVmXvQxV7Gbd8ccMdHftcf6kP4dKIAPMFirNqDHEZ2z4uFgJe5lr2OLQM+eu1yAMISkIizqPh+jLIiG3tCggCJA8gQeMECGCyK+rBE2l6Qv1XbL/tur0Hb3lEvDed42gZNjxq3qPBAzpEXei7p/S1fvKGhcvV/jMcVmOj2ogAVadb6GTeCkEl8BxxnG27o8MOFJzcOqUNXJ8q54Zcgn6r/nLl+muEoarvzmvXKtRmdRRJE6OLQoos0fw0NNwMsBb7IRR3MkcrFHQ1xPvgeSuckZFPAWofveyOesUdG40OuGMUFzTbDo8L85LXIE8BVsS6cR1jCKzmkMYGOzgGJm84/GaOsy9uWIDb9F4kVjBOGQGuX/As3uTddGfx6nBv57Bb4vBzumYVuFm+xSHwdD6brnfBRKi9fDnfmf7eLVGAsO3tQrVfLsB/y509hX0ATxU+PFG9nd9gOzlYoO58vpJbaFfL4+nvS3DggucQGaoyAkR+D5NFIHsK3k31vySzJkbjhtMJgQNinlkrzIwAEj+lH54raGi4IrRi9b2SvE9Rw3PYWqDY2bjjqYD74zn8x9/o3sfOOfhd2SjQ9WvGgFh9HKLP5GEdUhVfeg6cP/aKIkeM+yoRID+AlMvcMJkrKCQZRHRkKmRgyHBrf39y5NN75KQ9BXuTr2iBo1rGc7+uGe1R8cPLh2TBhzzvN+UGtX94uXjw8iFNHpKP6PPBW5jtda+n029g++af6NQeQ0I0iQpIec5QHZCRXdEXRPatZFUfpAuw1xoHO6JhMKOsWmXDLFGZSvmkHV6akYaGayPffi7vU1Jop0PqT2pqCOyUTreudDLRFb8JeOkKV8E5BH42NCh6SJ8IXIygv/KVxPPHgCUe0phxP8A2ASZ7UALfC0Rn4hjyAfOZKRgBQnyt67hx3g1BXVwf/o3R1AMEdwggl7D+5De4Wy11nu/7XRivp8s3C9WeoM5SAWE0ueLpQIR7UK6+/03nBtNl5115Yw8mzPEwmb2gq+maMhBZWa4mUT96rRGlcaThqE09qZKhiViiNjEnDQ3XxLblCKrDssaxRo/KsPuFNA4cHCIi4io+2+5+cL0+cVki0WzElKx5QeDs03pDnOZPnFHj3rtAhgkR4LoHEXzHU234fMITVKAPKm7Rk8k/XkDmddxnCOAevMWB5v7Lh+AdvocCdKvpt29+guhw8QlCuzUqLhnioRq88yrw445lDNsA2CEi5NlF5iZ/RTgIFU1Azmt7g/4Yr6/Qp/1nCDnVA148efMFp02uFt3Tk9XzyVcKJ/3hgQ1f2HgcGB7NIysV83mQzlKKOWlouCbyrjTcp3ziDztq78yUP3t7pFiDp/9ICFsN/sjwoDwwfhAgPIGkIEU6DP8CFFtCwLEp6nkYEKAPDP8zey4WEDJHMPk74y2eefMZPQRa3PBMHPV4KpJ78RlPIepSr78HOH0yWdBY8aFrIw6crhkVokl4XzGCi3pvFwrnVjQhqD31+T6QKhSrNbgVrlS6I5UuKNuE9bsFiVq9lvc0ALZmlXIuoYYSNrSzjffChobrI+9Kg33KZ7a091lhYC8MaQz6nglqnh8I/fHAdcc0poOfC3EvP8aBHvFgDsexedKhQpk6NDcgQBHBIc+kIUT64eUrMQLjImRJCvweoE617T/DAe2TDoEWQr71/NV0tf9YxtPJv7GZz9dww1N4KP8bZHiaz3mRlgSICPBvq2PEc+UiyJRfCeSXAVmPUSW7Mp+BznZfTP/86XS6f7B8w/OHMEArDC754oy5T4o8c/0JOsZClofAUWgMRASAQXVJz0QKEWbMSUPDNZF3pd4+hZUdee2MFom4xpE0vUoAvyRM6uRpwA8MOhsA5KFjjPncH+kRwduFBo2FbSGHgjVyIXwNCJAMoG+U8Lcgy8mMTGFGYAlP5WEbMdyKsdba3+njt0/MZaq+lOKpmGT5yS9d92i6Wi1fwkYEuPfi126+s+i6GeJIBlxwH6ftUO/l0ucNUVlu0SDTI54TnC+6PTYAZlRDD/ECt8LU8Waqj85wulSCrboPQBfNCUoj4HOiIksf3N7VcF/Iu1J/nypRCne3EtHV8uh6R2Sk14cGrjsL2nJiqqu/BBjwYsNOvDk2fZ45rHRe1gaB9A+Bufr5XWi8KSvGnSYDvkGkBsVNCEstiSm44fX8E7xYyqpIX9CJyiHkamgCOj8wWLZisFElqu0aNAoDup9OT1JVxcoshBkvpiGrvkjJrnJ4LKSSeXWfOgMlspfaeSXcSKQUc9LQcE2kfSnvUr1FrAx2O7zSqq1XPfQhJfBHarC4QDB0p/vw9X8DgmUXQkpALRYzuFQvcBoQnKB0fAb4TaKg0gEBxvoXRAfc4MVEhBHqLEUZ4IqRMaLQrxx3DcDQS4ZBYYAtwz4pg6ySl5QGXErCViY20FFtF+RJtVUXBxNSkcq0gRhz0tBwTTCi43pMu1R/19JK5Z5bdulMmWMg0TgGPAcwONfm5sAunU9MZwHrLknaqP/DETDPRercdgRzDqsLipiirwMCJBeIY8UQOYTC01xictCbhMJgj4ifUiETnrK0Jcugk4m9KhdGiOkEW0GLYTO1gQ5fU0YVmVpvKxp4q9QUyH5KWWzkI9mEW2cIKwwa63m9N7OhoSCWIZLBwmXWhfpph8LAFdcu9sSqVi8VZV6IbEqNuwC/nhNiDX6HL8RzwGVoCaGfOs+7/fW5Lv1BE9fuNrcywfJmsjkF7A5aitxmBGhuEDmYIEwHlUYKqQwq9UtuClE1bQmUOLXonJVQsRpliQS2uS4E9kkKUhvTVJEv22qLjXuAF5PaLomykUGwH1JJ4HKnkePzbveehg8Z3pfSosvUVoN7nJYVPqthwqyssmmpo+Dv7J9lhHGpc+s4jV/zXRmMp5LEA12Oj4ocFgrx35gEF+/Yp8CpfisYIeAmSTIkqk4kBgGGIwVMfoo0mHXG7wwSbthX0goEmSUErbiaS62wnWxdn8gqu6EtC5zhVoXJRqIKZGUFpWhDG6n5tFWqadHNhh01LE5WRAg05dNT0tBwbXhfGjmoGGq0crHFpz1SUaAkod4jh1cHxnDHe/B4j/RVn/P7CmDRhYSea/mlcVcs1vfE1bt5VcQ2YBNsN+aczIIgMKs3IkDTADdgWG6VMTcBkgMSyFQKnExEKGeolguhCKZROX0ypyKqXAsba2VgqElmIWgLx+qgfSpPUfVZC1YoZ6VQUHC561MDKbVqv5LcSUsq4TPmpKHhZpD2qMxoNdJizwl2TUmJB5m5BC5rf32sT1+ENMCZsWoCh5tYieuQiXN1DLgZlnDFDigQ7ak62x0Umf5OK5dBgNFHLXxFSmIkbUQJAFMWSWVSs2lARdhQpeLVnu7koqesqZ/+8HKBZiIvWKaNvsdMiT4IFEm0J4JmduocQMUDfiPRGT1REMPQhvcOZJ90s0IaxMYJXkHwVsbWU9LQcG2Yy7RHDSOScRTO84e+pQvjEqa3DlDLRcaM4/rS6zh/l+uVxTjqigu4Xq42wprGpreMschRyPAvtxUEGH7NBXTHWadgNgjaEfTLDmQcLJEu9GsP2NHUFR29kc9Cne39+xBllE8FMmIF2shFxGSSzYzUYRMGLrUjfQvQ/pCJWrIzFaOYZWGWrLShA1sjL48u6p96aGi4NtLiLXvWxodsrFfzn+wYLoYQKNX/EKhuXDhEFc9x2YWYmLAaZ16Mla4PrNjhCcFTKiolIiLnuMnnK4MAA2IBPkUCIgaSgZgCeuniDs8yEmVAevCWOlehFcuQd1yV8ypLP/8VUJD9oGyNGpapVpN4oFcs8JE1zdmKDEMHcZ/3lnGpUrlT72SYGlVKA5laANgKnQIyd1HMSUPDdYGdCbsT9yiRQd61BksWCI32Pu2DrJrtjUG2xhlF7yVKf7GYkxTa3lgiBqyugWyAUU2vmJfTcwTIbxbXpcn7gAALZZEGvEVeie96unyD7e7yDe84qh9j/MYAkLrpSgaw5F1bur0FM64EV8s3X3a8Ryl//stqMF9O9iEsEJc55a1Sk7wOJ+oPPSVH6Atc8Han1oDlmHb8/a/vTxOWqTdRjKEwAjyAvJxOfltPX3zLG6hiZGjBw9Y4zb98xpw0NFwX/FNdL78e5Z1uXMqNJeqPY1EBdsP+nnjGfnk3u2wiqJsERxvgJWBOy3DUnLnh2b4NYOFWNphE/qSCUvzvaEGyIjmECJAFTHbl6dAIVMGb7cFCd2F50h0y5Jp/fcqf866WCsDm8/Vq0b2eznd3IOuvQ6bz2Wr95Bhu9l8evJgedk+fvFlEtfX+s0fTncPu+X53zPTrE/1K2PJPyYmAQ2C1rq4gBj3kecTU3GGnHxUrMn3w8mj650dTNnmMygsR53MWq+qDNwfw2j1d8O+T5rxZjdhOSJwP0LYdAjfcGPjXDSO04Zsh9BAK7pbc9/FCPQoVPsA9k7FHSEh1iXswSn07cniUOwYyltkNK1ohzZr/FDekzrS+BwQYIZFoIPMBgRgpTsQteQ+/5dt5KubNWHj3FpTzJoC8fynsFh1v3wza+hV1X8By+WyBUPHtgqfheOQ62dXdAGm05H1dkFJON3XBM27vhzFA8VoKgBEgG4fOzbk/bxb6MTFSN3nyWsXf7z7RbWvA0qrJlrBZTvZOf5jAoQfBAYsM9UwDizlpaLgmsFuRxiJXsBkBBlY+J0YuMAVWuO/9cnwo1wIXnKnNNIhNdXowQMa6WLtYwXSHKeSyxhYxXBRVCNWAAGVPHmDcp6foARIw520CfR4NcRzVz3WL0jixhyNYAgT4eo3McvVdt//4zc+qytgM3EO+oqmr7SNcQ1B2tP/sIf86ZIEIcF/3j37w5iGjx5VvDwgw/HPrZCbeVLA09+2z5zoHqFtMoyO60eB0+t8oXiC75t1hWPPBG4aOoGxEf/zzOw+S08+NvcfoN9+B62DJ4/Ddc10ezp3uzhYW8JbMuz0kh8fYhnwzWMx2Q7owLti++jqG5cFkecOj6GOba95a9yjkG0L1Fl0AGPnYJ+q2HULLlzsjTSrGucB7dgtDTfDbt3Pi3DWw8TblAS6/1B6CGdiI9VCnIrJ592tI4wAHJvbDTI4GjvZFkpAgeP2bBgAKKcdk+RZhle7V52u508nMN4nWTQB1W1S0uWZMyPtSveZ5wGUEV7pzjAhwwWo00u0EUdUxXL5ToAI2lq/zX9Mp/Fu+QevM6abTbA7ztlbK+FL9gjc1qZtLc151k2m2hIoRAaLHaxwDH+rOgnyiiKBrPj3gsQ+NK8MnNLtXkd2GZdftM4V53oeh+yWVLF92ZMijY1kNMK7dCuyEFyfA8O2+nIc0ik382nU4EtnDR0EoBrjcEEast3SQpNBd5/3cbKp+i87FlCMv7Z/fEx0CmhWwK3I/Znbbe1b37oyhnje7bm8MbBqJ3z5GWNwaW52e1drgbeIaDGGvewPn8T3oHlBnzk8F554wdzbARDyeFQmGqgcGPUg4X1YQsfjFAqQFUwNyJodTENgOgq2T9f4zhlIMzKDilWEQjHLEgzdd9w6pDlypI80wzFs9eHuEYAzKE1Z70ilme4iIbgWPD+mBdwLUvQHpBDGaL/QyHoTs+1HrW33ReEof4NiaXzB88Jbe2WJdvNKNC+FA4acCz+/3fnytMXJo7B8SoCbEmJObwKJ7tNw56rpzggbsvd7BZ5XlAenk6USkInk56T5zUY1x7Rm4BAFm32r/PERfR7DvtTnfUn65IYxaj3dw0j0O6WoYa6p+i87HfvcSH9cJowuS6J8T1D5o8qOI57z7Ksoq9Hq3fagXmt0zd/p4+2psdXp2a4O3CSuOCQI1NzFKxQfdHoOxnDt3T9RKNglidevuL3wkgBBIswMCpFIxENvii/WR6KXgaXrCf4ZT0KbAb09/P8mgbzqffXHK26LOF9M1OFxxG+9p+uAAnpZvGRfOwEG7qZojP1BXpIoAGasxNJyDznwTLHSI94ZGP3g/avSO4SdG5Nul6p/gUBM10BHecFX6A6pP1JvZUxVzMMs3u9PTz3kFZJe3FJTvnPjzIkRNzs3hH9/g/Z2cQzm87eGnfIc2w4vly2f5DUccOPLmj2vPwOhiGsflfMMaox0DPt/PmtVLN3NB6+XLM5s9HyNNXTIC7I189ICM2DhTzyXgJzZ4jX5o1b1bdpNtQz1nvtRGyFsw8vZtdbq1YG+DoDEynQrl3cBwdIAmym9C+uCqD3E7eLNshX14Yklb5EnVanVLwfzoITAguuMmqijhl1ceISJj+iujqBXPw/EWpS77Gu8Pv2+ihPyiIMz3MuWpw2PGN7yYPI9q/Hdgnr2Lu0vzfs+vEUuuGFAmJ2JjelLritNW+xOGn3ZNHv6v7qy6s/8MWQaH0aSLX/BLNCxmf5/wazDvwKqne7Qwt7sJupZ3i0DMyY3h6/PWzK/do2PHFbOOnT9AFxD5c6fHetvf+VkyvybEmZn7IODQCaeHWtTg6cZ0/HEy744w78f7u1DSNf25VIsJzSyxz7A0H7LA82/wMVND1IZvfduJC7C0gM8beJ9RzI5PMc44P1Maiya4e7Pyw2geMS+6vIQeb2kawothn6v+lQbzgKM2ER2sekWwQa2r3O80Qiy0MvLpYmZHpdeDjtVNVW/RZoXSYxSnkfP0GU3GJs/Y8l6Z+Njfr8fes/LOl6FWE5+GVcw2p6GMq66a+0fXMQi1AgxmBm/Z6C6Th09/XIgdOrPLJvjmR9dMRDuISVIT1buyQ5tPFjtPWQcsAgPkwkM9lw/VVyxxpD8u+HMPuBX74SFPFUiRpFOUwAOaxNpXN5RQwkblfEJQkj6IsDnlhV0yBr2EcIoHt2QPqH3DevmjhmcNZUylqvH2qMzyzqlwL4coZ+goP9j47z6otVO1DlulPDp2VdQ72TlRBv3SYNQkKoDr6FMCRfpQN5YTXmDmkw7YpiBvSmF7wwBPn+3zsHu86A4ggO4M7I8QEanhHd/npypk71vHJ9id4C5FIq9DKyMi1ilXaQZ0CEOJ/R3ss19xwfCcM/YZIqpEnaOd/yjdT75zX3ILoFcD+2B2vPNk0v1gR0WHtSY849820zeaNwEen2rJYdxm9mMFwgXoVOlf1WB0Kmr7hBA7aIYQvIIKK0S/MV+2OKpHnkTsgKnXg471mqreomEFGBS/PGwVIjJLnXiYpyR1sygEvqv2+1mEFN3D0z9vvGdH5Z0HOLfqUupRGVYMouwgZRqsmaOviEDzYOr+VW+fsOUtK7tM2knrGfb7gHZiP8pd0zm6qokytmLjt9bt/h4e8lyelr6mt4CLntRnHnSvB0AptjRXDqGjaSMhuMA0iG0UBvkQKOC2VwtYLcAtPOgsgA3P8W0i6tLTwE04EVuVYpGz0qofPSQ3kaZs1Ms4/F0O6NnDSGNEDlvaclpuEHjTvHa24cWP3f4XE+6+CC+wjvdc4RPKP/m8mvQ/xzm2Cfcq7ILPmdlBTWmxKyy5N71z/+fdbOlzi1iyqf0IJP4BPevg8xZLCtsvUrGWnyDT5HvnR1d0CzOK8I6BQSvIGv2rT/9Ih50fLs3Z7ngiwNlKveCRURlCv8+5f2ST3GBY59rCJ1xZw15hjths7rdISSOsPGMDVXbE7g071muqfouIXoXsd8mRY7QogUJmMPkJnTiB2O+mFbDceK+4vuGE6e5DOuj1PL87QAxV0AyXYZXZRc3eNFTjCqpQVXUHtSB+nt4+72ulRuVUE0qoctpJSz/RNYxBPfZ+lLqmlcafKyCH0T0PipclxO/iXfkeddDua+fo4Rf2YsmRcDiey+gZOTW4Ast648xCgKNNBGhw/aMeSCBiIoqJIRCU6YqEgz/7jjKRiQq51WcIT9PxkoV84qUTfdAxbFM4xhbCs10BatVqO6GaOfmGYLOUpo6K6vWQ3oryZFSKhGDfYeUTl1CqOT3DIHzyFXNyU8A+EtIWIBriqsCusXZYhzcTnZh0/1bgwPNqtYw9BPaHChmB0CJh1c+8TPjRjN0FSuTgH5o99ENRypzHG7TFhyYTOFfCxeHVZ1P4Ty2eTvy5m1uQd3SE9tkxDJ7Qutb53DzWAPdFNeRTkOwTooU/0Tg1c9rv80ndv9Rg6RT68adyF5JJ9w+6Lr0i9rpnaDb6jdbYb5VVniGykpB6TddSjDSF/fMvSPwWDStUfmFHvyjR/gRPrIZOPNjoJhTofBl39st/umF8xndm5D2L3glw7DR6VA0rzJAMpwFvy2O0hqXKEDC/Z9VcT7q/2i4Wxa+bb5lHkSun1ko/Y6q0Y2o/ctdwpLXGBvOEXRvh7Mtp9JB1lm+1lwj/w8pAtPtYXYA5j6SrkbCD6CvH8nMQHlY9oxosaec3QFfsr3NECudSmGWZTxWkF0DKQzlyIj9v4xiX/2plhYyxwdN9MUSDWaKaz7CTNh2sMh+d0UZUKNfuqSvQApI0rB+dDZXU0Kc2CR4kJ49+opA6FdpDzMkNAfsMqO0siPsQEuFzaaa3Fu8ydhaFGl/7A1Xy8/hwff4M6cxyvvaKHUAKewindqTzbfhcJdCIdlV2CVUCzKU63J0EhJKuD/wdJamFv6MFW8Jxtv50xWj1NQ2ybsbPZkYwsYLUt6oqlkb3fyhIA+v3+bTuX661yp1KtYWZI0AbfRpaOEDkstnveuSpFMi9zq7HmqreokGFk9ovRo4j7RfQ/MRaagYkytrDbkLBA8M07nX2ywCHl//8J2GqVbXQu+oOPb1FzeMTtWfEIJKmmgZ1W2czsetF1Vcvcv/09j2EGM6JNBO9t6yeuiio+onPgMdrxpKoVu1HWG+nWOkYRNpDfExP1O8K+HB37Z7+BNaAh1T4vUbij9OZTjRqLIAWNOgPVGDFELBjO5EDuPwVAyUhxUOJOoIgGJCRmcKykF0PLDWHRakqZvfQh7t42jC0CeHWxZGJiNCeUi+4lYV746xfVVUGoFUXqGauaOROxjEnNwMEdYy/zgA+0Iz9nROuGn2K7jvqssjzM1kGsNc5UiBC609Y7u0iQHw0Y89cdryGzGgLjSBPCbUZTkCPPTNgzkQJP5rx6ZtMU4urT/AxDXNmIJc13HOc+1d0UNE3OodZdXybI0DQgRa2TtKp4qDPqBWoGyzNRG2Jk+5vUZ9G8TsLX72MmcFRMt0oLqpGHqMCqnEPO1Y3FW8Rqm1WKD1+qJGvowupE/yhezWW9HOQ/rh5ytF+RYAKTuB98z3LvQOgRzup5rv0ZhFhNjINqdv8q6DqfSz90yDS22fETKS2t+0ydT/BfQQMT8t+xGXGV9VEmb0jd/ZEoRCPxdEg213urOEhxnb6P42Eff2Wv6OVhfrJ4NLfgR7/JiD0GwQYbAISSlxDQToq8BL1EDLIHEigKKIsGjkcLA4qQ2hQUSGa2kERn2GIRJ4AbYIRZcmZEMHZuXW2kMcaYmg5U0vMKRVUpAqqak0UszkUxZzcDPDZqD1lO+LTUwcQDi/wYYZO8NxHOgeocyfp9ArKPz3WG0/EB3xcasano8/DiWf8cYwFwYgALiHxBNB854Af1vh873fNe1MyRbCVLXg+UjFNtJA/eLNjBJkRrRYPaEyhayhwMIMP+7S8UAHQ7l1OKFV9VvyR+5cahMtKrdrCjAdSuVdynZqNmUEkzn7LvnIRowKqXgNynUdUNeWg6GHX1XMKoN+7+R0C+PYpAlQpmolAh4dt/W5a4XgO2mpKSYDa7eM9O+3NSbzzguukmo+qYaVBjEwDAcNdBoCpqnaQ6N9KEVsqS9BMpJH2d5ny7gz6CYhyP8HnFIoeitlIQw4K5eFpqXMCcYHlq69HehdyT1f0wELkQZIeCX8bobnkW0DL6iwWFndIPcCAfYocwOXPCElMoEjJlIAtuUh8BMDOIRM3PFrlICQKFFVcaqAETsk18pqKVYNaS6FIif2wLPUj3IlmU/zIMneYkKWJPKkMGlvDktR+bpAaiHSKRMqYkxsB3iXuTQB3Zkt9YPfQviHW0zu495anX/ABl8/7ITKEDWSfgIFZoVV8dFOLkA8fkNg3GI8Aas21+cmMfvyws/zEH/Bf0U4R07slmlPzhPd8fcDaEbZqEREojKoWdNZq6PjJRKd/NOjSGJedGR0jhXzYvVru7L1h4eEDunucB9bvM8+L5v6VBnOnXJsnkOQaVSsjAf1AszEz37s7fjd6ntmrvcN63IcSSsfqppTC88FmhX/Xfn9HGKhDN+9PefI4rH43V+kcYHmv7NcRINcZU2jQ+aqF1DvCQ92YeAwrmY1NA8ela22Dqrl/9pIHgRow6r9lW3aZ3gxzS2A/0ucUv4q2d6gYjd16uKOvNmCUs/2T6XfoD68uR/fx1qIOeopPiH+/UG7ePcNI0Fcdrq85y8fT9BYAqbMEv3oyAn8NJjJARQw5nGKkJAFLjJijg0qQzmGkywkJPjpGwtpygVchxOQTKeyyTgLbYXk0rK02NqOaWZemvMuIRFyhya7kVYUsiQiVWr2gq4tVS0o8Yk5uBPrwA/zVKewSG8Bnn7gMb+0CkZ6gmMIfZ/788/aAZTRG0PgOiRFavPtCnIYTmeRo6gU8GPzQxP6twBS7lJC4VHX4mZzVWMVK1X5qASGm9/uHfcfRSyDpSq+0ghTfYrzC7BQHTgTcawh7gz4rKBKQd4OOttSpz75w7RhunAMsRkRELr1+u4eV51Q6LeMOFezVsX5TMbZH8DysUIYLvwhrDXemKhl20wq8/x53NaUkPu6Y7vfGexbTRsRQy5tRhjXcQco0xLjoqq5a9S+1FoM4/dpfQNEggHjLxnaZqp8hkQW1h6SZWWrBpW51T3MPMdFV91knvwMnPBZKhfq2MdtHzPuNdXyP+sdwWNEh9UHrEAERRmIGUYEYIdEFCFO/7pgzxnrx7e76v4v1IW/SEqznAC3CNFcVnfCFSE0+7UlQ8EY5R3i2xoY+yJvygmfmUJmnMoqoSs+lMDdQNgEUAXUH9HRBktUVPWNObgL4YDOw8ssHYQ28hXE2D8L0P3OeMMHnHqAPfOz1iO7XlvktVO2ur+UwsPyztT8dIp3HdVh8hKIGPqdRoM9yniGZLeao5/17wl9lqsrscbrC6ZKdp3A4OzpmE19Ei25/qhbI4mm/w2dwcey+EpXuOVcKPrJRENe4j6g4ZJ92n0WHv/6Xmun3GbNS+pcbDO+wybWBFFoUI+Kz+P6a+v1n9BuTrRFiYPZMcXqI1TVDz8q4d9/EOGNuq6amkwNW1VtUVaABK6gp+/3JIw/uKJ3Y6KYV9XuFWZ8t4Jfrm1+b9czgXfhn7z3L+0Me6tfskSf+pzSsvIPUPfA05G4D9Q4ymGu/fcTpLnhGLvRFvXQ4P7bLxAyjn3zDCQSz3o9K17BT7Dx1Ey+nOyt9wXn2mOdGfzpES7Tx+e/cU+U0kuNvELa4fRDg6rf/r72/25HjuNKF4UZ19U+xMW3SlKy22L4BG7oOn+zb2PCBN95b+PBdwfY9DAYz17Cp7z1+PTwQMIK2x4PXNmUR2jRKQ5sQu0Aa08L3/KwVEZmVVV3dXf1DKZ/OylixYsWKyKiIp1ZmVmeV96jHeFjlITVYigBJDWIDkIQ25MgW5AbxAx/Rp2cUTKcHR4tfHTxFOEoEI5n8yDCsxXiLPlST+yYAs2DmscRa0bDycoqEEgCtfTkPWQKNWcv1pBKHIWeV9ucSbW0D54t7CzJPZYzJPQY+At+DXi5B1wDvEINL4T5DbzLmsDLvOeI/l4y4gdfD4MnqCvAf30Lsoz9cw297nwBJAaaEBIiECin1770gQJyWTV9+cjg9Odj3A1pYKHbLDPYZCQrVKdjHsniKxtK4ViLdOMVGZ9S4G2leeyZAsnXsiFrar4ysrUmlTFCcFnzFmNxjfMaLhO8dPslw5a7A/1gK8Vaw5lcxNsKZzkb4r7KX4ob7hqNThG4vTps5i0UXUkL54Tdn2ZQxzMqPMhBGSAVDMc20T4AGAriIqPCSgjLS/b9B2P9kNt3d5738/aMDBoAsKXWZjQxs0Y+ItsiI9EKZBkxFOVJYYOBImyxqUitRmA1FNOmeqcPVZdRkkVvXnoJZ2W3VLSqqAsuZv/dzjacMd8skV8ALTrjfReayWH6A8tVwywTImXqtFjEbtXfudrDICyLbQrnIVw9jiaTc6OBx9t/68xiVFXg56GWgBnuEJIg0CIhnj4KSIAjq/Q9ujI74mL0Fzr1pgJJgJRxR8JKIjxDTBK8AUkZGkZYkCdohz1TdiISbhGhEFpXIABsRUISb8JDqBirJxrixlC8JEfACHpL7i/24SPheYfZqsv95yJcF3quQrof57fKfWrtWi/jkvm3+4/9nbBlTXc5rL4BjsYVkxEn+4IF2lFr91A2aCoMBDJ8C00MQYIB80MZP3lOw8uRv3BN+3N7J8Qm/piSYnqotYJaCzpzDF7IwpIaiNMioljQ2E4Lv0hkhU2w0oQ9Ce+xcUkBRRbTLelFVhlmPQNZVSx5CjMmI+wJO+ff0XVn58PvNgIWkw79FzK932r4RsNKYFFKKIxw80FbJFWph5RnwipmClR1SokeAYgAtf1EEc3hFYDifvTtEgEfZFwMf/OLo252DA749MMzgj3X5R/qjKp2pwKkkRlrMWSOvwZnwVsIwvNSiGu6CeuhUzM1gTj2Xmv5KkSA1gGp06Noytx+m9Do4gCPuEPjYCun9AnqNeRyZKwFLY8WKviksNogA/ett14BGhcs+s920g1RyzYbIuiEsYVXB0qX9PgEGOXDHMIlcokTZzyb5Cx/Tz95+PZ9+Mzs4mB59GCqBD8UqsDPSiT0pSYmwa28EC0KkwB5UYwAdhM7/1hv6WtP9VZWyY4oX+sQKqgS1qS+MCVelgBcFpjEmI+4N8D6G9H4BXLKq4xseENbtLd+Vu5jbFgjdVkdgmwCrjDSalyTyAIeajjIuT0uBVTHg6uXbK+kSoHkB+6AI5swGyu7zp+DIey+n+4c4DT5YHB0uPuGzRrXFjV/UQJrhoNKgKyVFypw3tFqjNbgrPMrqGZu53DaSqJKrUKZJ7Gs9thBq27gqMrIx0tjFMSYjRlwPpO0VswlzbfirID1oeYVM3Icv8pxvEiWuA+I3DAsf6Sk/OUQ9hjJoyIUZ2YoBFbBiuAndTa9YjgDNDxQsh4j9b/ljRJD4zwz7L6d/eAT703IN0ChkQiQJwo19BFWB3ByfKRclztpEgHcaRpm7ElBtq9MxNvWXW/hLRxRcgayK0igA+bnEVSUwzz0QYzJixPUxzFicZRtNNHAFZmtkgPk1uWcruG4AqMPn0GhwMuIYvtVPlhweqMEYcPW5sYg0JKJPgEEcwQFqNmQoF2YOMjekcxQs/KQGb6pJQGa5M7QKF0yKN4nMsVK+REPYOwWQqAyGFKE3jXGn3iUshbmstauXDtN1ZJh1HatkFramwxiTESOuBwQpmIaRaYGFwpVzMWjU/W/W615+ux/gACTjxTgMjYgimpWMPxQWrh3UztLuEWASSKSG+cDccB7pANAsyyMh4EIuJYZPCdycsTvsaEYTFTB1rpQxLU27RLBbFfJPNlFczNEly/IMM9UhLKl+VpXI0hiTESOuiVXnwJpjm0y0hTy0hhtUuk9YwV5caSlWk96xcTGuDTUHRvCC0LSpMRQBxsusJ0ZgFxpyAL2Zv1zE4+Cr4b0mITIKswOBpcyVNrqV4+wZFV3o9lITqUUUY3MxtzB3DZdwF1coJQniS9WVDS0lI4N0vAY4YlvAVMJsjIxxDk6bvqRug3mGOVlPEbeJa57CboqVzYA2IpJFgGcrqJq7IFqYGKX1x96PDi8cKvk0+gRoPhIjEEpICw7HsHMB92ILU4boTzsXQ2SOjEN3NArHSMKJsunD1YJ5TFSU7D0qMac2qkkJ5sKV7Z0nkKcUbtShNHFF7t2Ma6SG2RiTESOuCZ5zdW9gx2STKMVaYNrDyeCyxvnjRndRVqFHHbcNjoKFMhDN19S5YJMW16L38XLx5au6vEmA1dxvi1/BXEFbUigbuYitsPndFFRSCAzIM+CsxtRuJNEBGrAcNq6Q7pmoOAuYlcTehUrOQk9rb2mI7jD6K9Wydb4IaHSk2RCrch9jMmLENcHVhikWOaxmLowIfspKbNBTcT3BboCrsNJ5OwSlCibfP5RRUM6QrLVY7hwNjFEX3a8kXmhOygzfvQiQzZroTBQlFUsEM9giZEHvqIgvTl0jJ1BVuVQO8aJGOsEeWQVp0BH1kcAdbVldyiyUzm4zB3CXBqUX0kTj2GtLh3i5zSin5uJPkREjNgO56xzTShkuVU/LEvtcAExF3cuLbAVd6dSRXyUJ3SUQHbpTxDC0PeFj7KFtz2sv7igWbEhL8eAw9HgxQBFg8c92xQ3iEwpMlaUGOXEFtqpShS5CgX7biAiGkRh1aZebU+u4t7H7oZ0KKCE1UaJQxt6hSIKoFBLT8JKWzOW+ZlSoXHoLvzEmI0ZcE2An/gqXz4LPKUpNYDKHtBKY7eSJ/oUugK5wDqyFtvpC270Gen7eO2Xl0fb+dVDl6/+Fu/roelsJLHMmigDL0HLdG5WvFBWZF4IaxBZSZQXFfTzdxZvlmCtLoA96YaqcZQvymQ6hYuUIIu2HjpCVu1o9OhVVm4DUFtTb0HkBGvZExdS13YlMjUkpxZjcPsrPf0/aZ6cVHFzycXqz3fKrE7NBh9dB43zESmD+YocZBhlEVq8HLjDZMbcjNwzUQ/iIz+nIF+i3MsR8WPPrfWyIS5DodlrEwWM11vHIhR7ZgE6FL/zadZ7Urn5CYA9iSq6yeijsDV8iAcdNYoggmJRZLhMmZq2ETKyxKLt0SURdJeGTbeLQiwkgtQwSHhq8Ug2Z9YsXFcogPJU20R3VDtC4lCENmXuK6THG5A5wEQH6IbqbYvZf5ZnDs1fbfoDgs+r81vHk9OuQ7jkw/Ri+8EMWOZFeAFMOu3VzDRbgh8E4kV9EhieEgXZMwDSkK2CTU8etgosOyy0IC30n1zvTQod0jsNd278oxepXuhbyyIE1AUJwbXED4aBKpEA6EKVwS66RKjNMRHnBe0r03sogIjpViDq1MglHhQIqqI4bF2AIf1K4orRUR3XlpGAp9shIJjTpDKl5L4TGVNAXC5lJOetRxwG5O6ymuctGgA1mu9uOAO8Sf5k8C+m+g2EeEn68YtlhGlrN01utQyI0S8CMlAMs0T4LLvTvuCwKBXCtaXvh6XgBjuN6TRGkBgS2OkJxj0LBZbfSMAJcGoEOsIiZbETjHjE4FgFC8Ndw+EZkAKSdqUFqZ5WxJtLgNx1HQSMKSaiuU53ADmno1HwW6KMhVbBjzhIMIuOeRn+joiTJ0gthwvJIdVSyp4KSbGWSxhqiO8M6ArxcBNhg+xHg1vAH/rT/pTD9Y/5Exb0HV2ZEgVynpduUNAepXwHOS9Vg0jIACBERIM6DdRmwYLWnrcKPua6HchXweLT6HLekNtICKxilSVgN/U/dJgFgAt1PAlQwzV6YAgjsHT5RyYzz6HD2WZ0n/BnGPCS9U9KxASq9ubLLS2UqswCweXiQslvI5pyLHhhUhyHE2hQFH5IREotkUcuQOlNoc5PPkRtE0Bx/8GZXEV+RmgjwZHK4N5mc8hfB9idHh/x9rjRDnha7eydxIs3fHf6zIkD+Xo080fbf+cs3RMnMaPmIv2cTdi/3D4/QDLlTv+7EsmgPanqsvRRO9p6oW3TkH9aJWoshTztU/WmfT7cufvoeSkn1MHtLD+9JROsIDisZ8+q8WeKY09Dq6cZL695gkORPY9hynVlNcM3yNJihYc7WFV5WIL99fHnk+eh1VgmjDCw2jEsn3Fg+hNUH1X/OIsZ5/XlyD4sgQFUkgQYxYLNoQshwMBREESGI/pqUO8iSCJi5Ukpqh4LUsAtlqUGNDARbOkstZXVJZnpljmnWK1Xs22bau0ilqm4li7VZdbmptHWYAPncCQAcUKUmAuSvYhFP9KtyEPJn9Q9hz9/JOpp88q1YAuUCmcPSIX+BEdBPqMIgMzP/5OF+teOvs1pKHdai2zO71r4ZaLICnS218vZO68lUaDs3jdIlD6WkeLDqfSFArFNMNQqYX6FEDqJzGFGlfXhCaplLtFbgGaHOC8mAjc9INwDZ8zoMdk1wJKbnWn0tDy8dwOojYuc7B8DlHOJmyN8EUXjJATYxYDMRmBoIa2ViFRNqiDQSBcaewDGaCdExUU0xtS/qhHQAK1VwG76Ch42BsiXtlJaOYM/OMRNpaar4bwEVbWXgFCjVuUl11c/GLcFx3hdc8+CX/K10Sk0EeEglYzv+ZCxCqK9Kha93/sifrN1HiS78HUz2ZtxD1K8lHu1OptPd+qvCO19lZn/yP7H/3fHO39MOKvDmw8nfPLfAfehAtPcpnWffPlX5zs6HjOaQh/YwKSprwdNB15N+JVN26tkbtnjY85AlLyChe/q54J09GL4vQITBacUlWhc0xeS0TLvgLeI89+OlQ+QY7ulOAe926rxaNHgFkP189nzx2eVNQAevVR6LEKASRxYWApZkSAPAJwM/HCoue+YWBMh3h22jI+wLAyBFSe5YEqH4hAKykCiTsKABa9VrgYKVFmRbpPRirciKIqyjaph3E6FEbqhhvSkue8NNaBqVe+TrUNPaBvYiJSWWadNO43NnUJz3WGeLIJQnR0VyiSGmIT3wl1mpDbNDmR0jSvoE0dMudLt6l2colk7+p7vNHdzMzPJ3amevGEKqtX1V3t2NIXnM4NLtwerRzpts9CET4GTyW+z3J5iLcBf/qhW1KDaeEMm9Y+2XaL5p0QeWHqa15GXjobh5D0DywgrRyW5ZopiQ3GVmAF5WIXKXdUl65AlxHyO5werrQfIL4ltFoZdjxrV9WF5QWHNablzDoXLIY6AAp7NKuxxXoQC203N4utxImADRHBtWqsWvnVLo3afYF8nU04UKsDf1ZZ72rhOVoj7kkosakLWRkyxg725RKht3LoSHcGLJWojSSGzAPM1pC9lbqSkoQ5sYoTvCAenkmCEQ5cMq4dVEgCJAanQNramw8xFiM5LgzrPdv+ftX4rHfMsJnAN/OTmVA+KFM+GBQuBw5xuFWgq4jnQKChO3h8Bxv23UcLceIV5DrT1M0FLrUd/TL+Bhj78Ftrc3bVpMD7LeOx/uy/sUASrCwEQWVQWpUFEvCA5POM1Ki2QJymI8gFet4IseOk/K6mLQqwEv2MgYoufQdrGm+gC0gNBHUNZyj3qu1C76jz2WYiiBwnY6O6YNuYErVeRGsu+g229Exa2zi8FZxX7zhRZMBZniFazg1PGT8iyliM6ZrrC5o0FlPDgk7DTASkF34VwyN+UsM+VLuRQF0WFYcp9FSOUE4E7earn1kNEHdpRaH1JpCi87KLZ6cYsRuiMozjuaRLT2ize6pEfJJcaJWchRGsXHWQFkcziZMvZTkPbMt38pPhaTAHT4+qeTn7FAUIYtCDgBNQ7hG4MxZcAV1+tgEgTImFKxXTQqZPyGWgsGlm0t6M4bT6iiWPJEfgK/gAfHkOGh35cFPahD7wswqZi4wyYHcEQ7zWiwdDyYtqmkKagiFjxpwvGPTolBCoNhEklzFXT2G7UGK2+MvATJhcY/riop1gEWXmhckXmQQHM5UzA9crD0aaB1SrgaCa+5E6J2L/WLdpxV6vNinvTWbjgSh1LYVG6FdHgFrAdMfnkynJLKaG61hcJ8kTfQEb6gL8yqZgXXYg4v9KdIzGDHPC1sWPSUE3YWLzuTmTfsshhijNAdQXHesa+g4Yz2cZFcYkQE6FNgim+q2c5H705ElQwFv97lRbOdF88f1RDPOKzelIkmm1Cwidtmul6nkiDAZ4oAa6NCJ377bt7UKvFb6kCKH+l2Lqo0LdqDyA4ezt4M9CV27w3IRXGHUt3WJT3NdwOy9h1oNbhSfDiLrGKBQ1JIKXbo4eIbvAzSUF3MMuRhc9gTDw+HA3QIbQ14OIyQeFSlQv8urpZjyAWwAe/pG+AtpMGA0Gn88Z8Fu3/84GCPDU491UQ7HGKu/HZTA9h5s5wpivUOIQ3CigKh0qCch2hj7aFzCTLYwipKKpSJLzAbZkjpw9obs1kAodEDdF9aKK6EYhilqss35S6hOO9MNIFgiTdBUjool9UQKCHgm55Qsa+Y6XyXfCYz8ocM9eU/yKAU3QSRp+lJHJ9JMsDM7uQEs+Pw4cvdt2lnIkLA5e8RPubNYrdn57VvhgNT1Zrr2l5TCzqGbqkjsf0n5uDpjNcBS8+aGFIXJ2tJ6F7hY17H+t4A3Y6zM5/FQcR8k9roZAJQ5VrVvI9Yx/dBsJAZ+YkLpG6xQUjHCDJ4csjDxkBlV0cXkWE/lw5kGDomhXHtOEQamJcRqEDEO9TCOQmVPCZixNbjx0CjPPddYLIXuSNCIld2RvrYZKFdEAjLnUZLcQJczoOhtQQvrIV6TKCWvdzULDMWmGho3CpHVEZdlqVV0z1mXaq2mGoDeVotuJJ7QTsW0di26ozguXp38IluXPyCWKUXz/l9P4FfkyPAFvuT19RUM8pKXux+A6KK3+UHAR5bfMg6xBsaZQZxmIsR2FmAjxp1fSHVZI+Eq/YYU3YaJXpX8LLWd9NlTx8sdg4VnBK1xdbDX06ng33x0cdI3AA4C0K8JryA6cxRmd3ybid/RFEZZtVgt0kvgwA/wXkOXO5Y+P8XGATab4ON+Aw1RS5sdcnDJZD1sXbEu/2jWAMuOCR4ZZX+bdziqulhIe6Olh0IYfMOcA5pueumAt8CM4BEJbr8FptZgnBApazeOCJYr5BfCFmbAqtAlB+TjQqohnV4Kg5VQQauIyClYxVATh980QQ1ZBk1+SLU3cYbZcO03HqiFfIxQneEuNJ3dAq60SLvSH9gylDr5N1k8iWiJxASKaM12znb1zHwMh1mBPWfSPxa3+B7tjNj5X1WBpT5KTMfkQofQeIXoScnEErctvPVTxGs/YqBYl4DfAV2bRslmit4O4zfvkJx1pIO8VvrSeDFS/cMLTYxpDz0+rKzq38CIQMW1t020ADb2AbqJSotbgY89o+J3HzQkjd6TULRLPTzMIa/cOnLgAN0x9PkvnaZ5WATjpY9XA6qrwWkPjdHtR4+/nwJ3aqtp9LJ5guMrXVz1rbxCRynHt8IPmQZq1/8oKjIwZHyYhZvUDhwsh6HTItiqTfUeoE+5Y21VaKaEpXFTqQUhcU8UkONIVu8Rb3GBwXuQil9qJ0NDSBv4VJtu4h7ausrRug+I64Bvt+I6O7mqOyK4DQOcVsw9YkH5Rqzrm0D0w6IjOB56Wq5/JFq044BIBZGFHVQaDdRrh1WpE29jbAhSgTWgudqWlnsVOjWg0uQKXdRo1exNpP3f4ghzqe3EIien1XgzOMQa6Ax3jV+CpRIDRp210hNg4iuAKXx3gmqWlxJnXluaZkOi19xshyVYFJwX5zgJfuoFPnstWVuklGa9aT03prIu5B2MUL3GfE9wPcbR4w2weXlPsf9AN7/rU8BOxTbUFTE0GmFs72rQJYcUdc7Kp97B5gIBufqEkN0HV8PlYoaaPmwFfxx6V7cIhadBkMHkLbdOpfoc28YNqtJAoSpyAZLnzFT0JxZwBFXhlJkiQi0lCMzIU/mF5aYinlY0tiuWTW2ULo5eUnadLN9V9RpQhA0joR6+eEW9SVGX5WzAcEqoSbsN6yyUK8YofuM70UEGKfAOrW9T8BMC2lryAgwVyfmWWnEN7Y8wyUKsYAoznn1j9fs6gbymG/8+DugcXxdoPmldtEfLU/uvVK5jtY0ylUngfvgr575mtp9gMJCMta1XMCZB0sFRwqPsOe/aR6AChQXAToKIK6OQzJbRbENfMCEJH4CFAaDYbGlsTfL3CsUpKB911Q9WxxNjkIHsHW5iCRqqJUi8qWi2eRAOqauIENZaO3hgOBfP/C+r6PjC4UxQvcZvtj2vuNA1/f4renvOzyneMaqpYp1kqu0Xhf0+pESOczXchnQcPDnzW42xaXPc1fjAldaeSKAPil1QKOQyq4cutHNrcXyit2kMhkAlugwXugRpf3j8+PnB1QhR5IObtw9hEvpSom3An9cVcDPw2Ap7VDF7IPNbvhSpciyuu3kyMXT6dHkePpSNlJzJxcGUue0uV+uD+HpW3Vh/nTypPiLZqb7+7pgC/dHi/396WeHLz87mJ68hgbaGKERI7aFmFPlS3eajBaTEq0sa1cf15yLIEFYeJ+broqp3l1gTcNYZyIKhkHlAJfBgwtJhKpM73uAHIrVHloMrNg1bSdMgOyK+Q/DTZKYgw5C1J7HMf/iMHLIlhIK4D22JVWyoPezVyTSYmxAYwcUQE4q4E4enBUgMQf14mWoAN6xYV3Zsb5y0YyU2gFyhS4oM3uHqDZazDIcJbE42V+QBA+OFkcHsz+Haw/QiBHbAcgr5lT55VtM7VS2UZ5mH0um55iLmK2hF/ICoDedBUfJbWJtm1qOvi42X32CTpMkO/8vn46zc7DI6avNm2Dw8SVdbwMIAszGxRDYXuweWuLwY0Nf59Pd3790jmeOnzJKPJmAOfhMJp6gMn0z538tgSgX0j7AbkJPVvPdlD4qPeDZ6R9eHTyYPKGnqGpPR+rBwWRGMjpAfrbLr5sdgFhZ/Nqtz50hfbmh1n1kJw/1Vjx9/jPIM8Sx0H8GAY73T3dVi7o/vHr4kw9fnhzsz2AM3WajPmLE5jCVYTrmwsdUw25pqnHCekMZPvEVbuU3AHNzug1sfaqjyw7/fIDD0A+dhDy3QNuuPTyQTyO3DstnwPRu7ZoDJEFIUBDKAdema25ISQRSUvh3sRNoY2969u1kNnv3swPUQBS1cwBzaF8+PZ1+MwORHcgBeo6wCzVRO9S0ms9Ov1Ly0+Pdg+n5bHIw231ET3+XzWL6dxV+potyh47a4O4Bf37nBMQVdUvrC7YedWHH8co+oZc7aha62bv9xdnfJ7ODxu/+f84Wu/vTp+8O4PL5wcsvJvtH6BIMcNQalhEjtgysxpxbXN5KloAp6JcXv8I9BCMO+5pN/4NxPR4kTYW4LbDv7C3X3SryIaPUMvegfD8ogQwCwJ6LQY9LJMkIlGNDFyuvWU7zeYDRLkmBMd/+5IVjb0CRKtL5C90EOTjn9TjEUwdPJ4+gP5q8QOHuL6SlHY4aAZWyMiOBSlvVO79iMp8j8oPJ7sOnb+lJ7/juITwew9Fitvtm+vTtG+gA6P7wCsZI5WLO/6WqrSOAU7OqW7Uz+kdkRw/whejxwauHT3ePFsfwDShSR5ApO7DgAk50UgzPG33qjBhxGcSnak4trspYd9x3wfXAFcEiLmRs4AL9o3+7GatYZhMgxryRyS6f54PHRpyDX2pRdABJpyvMcBw6qIFjg4G7LbCjDgO56F9ZDMBxIUCNAZlFBDDzuajvqpKckM6/8E0QMAZU/3A4Q/yms1PikNrp9Ay8wxw59BBvlyNAvo9Wu24muizHCDAu08kGAR09MUpbHCFaA/3Op29wCvz8gP06UPFi/gDZ2nr6X6DZTp/mjOwwOGiHFc6++Haxfzh9DL+6CIgEQaPa1+EsTt6c6H4woGEZMWLryKmlJVekPjwDdWamYE+EmJmyIbZZwTCbAithsP3rwWsIiHwfKGlJKcyQtBU2J2awREgJRo7SYfXrH/6WIO8kCuXUlMhOxHDyduYYEBu7ylRXz6bTT/jNaWQevOI5KEgGdaeLz6hF1d1TvH4B++Pnk9niOMIvqw8XrjuX8XR+/Pwh7HYPGIExgqs27APOVU/coiI/upo/ffvELqYP3qHu9LPJ1+gbupHNTh9M3s46feL5LbDgXeDFdPd3i0/+Br96g3SkDBp5ZE/fPp5Pn/75CAx8QI/X+VAdMWIIXtBlNVKIzFCcFEsyv/vHlRw//9FuLEjhSmAEuOXJzphHK5C0Ebo+uG4rsgesVuGbwxth4BCKL3Zn2ZMf4lUIUMZkBHQadHrwSncfgPxu3fQ87gIjGlPwhg3WuloIUIuqyuJcFHaL3W8Zfskd1Wdf8BT4CN4Wj5GFX3lA+FU9hQ2qgxD/ePQPb2AW9Wm0QNyn4sVcX++TI8B11Ox0Z/fQHqJPDBUZ7akRsOF8une0h3L2A54VjfJuMNLF9NHsk4PpEf1s/uEzYsSG8JzKxahcTrMV083EyAqLWLHIIFs2rHua0OKq6E71lYx1CYBwtMCwiFednYMZ2z6XYejcy9iYl1fzrDBUCP5hUiNAZknY02MEU6AExESTDyIINAXu/p5fxXPZyWTK+I25DxB2/flsuv83VH3EYO6I94Zt77vJuhD3EmpYw+rpIyaL40dzetqfHDzVtw75ncG0QeFLtIH2WZth2punbO7p24cLFM/REC8Jhr9f0D9IEN7gZ/cX7tMnKMXZ7OeTuAY4+d1ifoJjW5xM/gYz9msfLI8zbZDfG6Q706ODBSLAT3TjZgvzYMSILrTm8oRMM6ywwFIMqMdAkUIc6oWh5LJhZyKkcE3khN/CxMeqVYC3ABGu6Nk51liIQmY6bLyq8jIu6PRAN6JGNwLEsp/zviz/PWI+ne3G1TCHStO/kMwYEO5PJq9mCqnw/ug3w34CI6ZPeP1t/2ByxK+l/BiFTGdn0/NQ2xonrzZmS08mjgB5N9c2+ucohG26f6umIwLUBcNo6Jj3i8+cQT+aZnl9z1q53INAH7M/fuN/97BfQr3jXQ9+OQdH/IdHkPd9DXD5rvqIEV10z9c2gMxLLVFa9TDgi98kEb8l/YXIjed8SPPrMGlwZWwcbW0ArFrzG3hwhV9SZIhEIaj20tPwnYsBRDS3DjnmcT+4sC8YoEOAjn3OfP2PkSVTAhwiCTsVoqd8ewhUnb7UHnzILAMxWgBIeO9qqv/jCH8q2CF78ff8IOm7TqTWrEZfCBv/4VkEgGrbpeQyNfVSGpwVQAHQv6vDH9tVX/QpaoOzl/aK2HA3jkHdo+g3DFXSC7MelhEjVoKz7TLQMs8qsearh6VVjNmp1WCW45c5kJStVBQjQnE9oI2tcaA6HdKKjjE4LLEwUI6mqbB5h1a10kCji5ctS3MNAaKE1EGWSN4hQ5AelBI8tFpIiN1WwSQERPVSF+QXylK9CLZF1UMFZ9lEuihoFf1COyvNQwoLHOLihH4BBrMNeGwtPCwjRqwAp0yIF6DQQS8lGrnnTVOQJNiEd/UCIJYr+CMo8fpYebHuKoi1xDCCP1cyBJSGZJRjbxZebzxWYwP+gw1HETskTRuDESD26Ds35bDXpjIelGIm2coAqS8O4kXfMlI8Z3MRjZ0hB1aSdbpUQ9gr8KK7IK6jyb5oS7rY0W+xQqqKNqeaL5uET6PyIAG/ZEHXpi/J8sku5CFo4o0YsQ6aK5eA1pjFIrQOugvZJZigoDgRHZau+c4X/xJc0V0/m6DbcwSXG59wXgwsH5z3MXDBkgpdH1xhTZlv8AANE298SJtdr8IRx9g15pUA6QTLH2yRBCPwGlwyTeEMBWVKmwpdnpFp2ZFjxCuR517eXLUC4yKV6ghBVVSHBim/EcBsVFfoqjZKpUjdZb1wgOyBWS5NIoed280+Ah6WO4CuaxrxA0W3gJl/NukCPFCPpqd7NzE6m3XhMohfzeviE/2UyMWNNZVlvFSPkyXEDcGlzSp8DUZGzZ3RnIDJSxG/INWOlAgX2K7IW52uc5mEuAVoETEE4boMXR/9kszxOlkRN8SGaxWOz+eL83mnZa4yS2xXbEAy4MZBCYIBIDFTIyvsg/KKSlMCcnKiylULL5mwOrMRcin68oa/bK54DjvWyaTtEsCsXMrCL+SRMqmUXCUgW6KJ87GLVl1zcILeDu6CAJ/tfbDBNIrfF/6Sv2E0gF+t0A9h2XazLlwGh0M/GeIfG3i2dxGJN5XVs7beZQ7UUGNtOFTETjfqWq4CaonnVAN8KKnxVEnz6pjyR3hD3hLkciWvMj4M0cgc0hA37tCmdsFvzdAtnwKLAfySsfglaCZjJ+SSwFzAjIUCmVeB4VVY6Ly2bAE3p304Di61TVR1EUR2FAkJSwVhgBcTO0twTtUEO3nJdvRomTxK6q1mzsNyV4jfBLln8I+5rYJ+rG1DXMb2yjjJH09psenI9is39S7b+TRGKpG7RtcispioiRAV+ek2SMaApkFx43U5kMuiwws3Dqw27Ov5bn42QJtnw3UI1qMZq4ug6CZkoxIg20t2Mp8EFzDJLAuSLSCZEsFDTMxtyIhoaO5bsXYji/DoFDt2R25Y7EZVCYKdpFGUsnH7aIoh00JmyMsMgv2wAxWqRSdOWEO2AZWEvjdOt477SYAvHAGuwmV+qfc2ftX3cPI4pAbN7yqvRb9yW++KnecZblSsJxg9T5iBYLlWqalotkM1lTBnFjSQ77m5LPxs+tuDrhDy6mYQX+k/U8kbM/IljhwrGyQYGaFHgECGVcF1pgRnmaqQqWTAFINccJLYg29jGKQXJlkAwVt1E2lLWGnnKjCQDRRuqfhRBi8Up5UsC9ho1IoC2hFM6ASpQsPwpuZiWO4IJsD9ydHhZHL8E75Nj47xBu0fHu1BRNHx6WSy+wkDlUNoTrlYP6lmrrczoxEcNfV2Zt/Kyj+vBksdKL8IieaqlVE8wpLVDt+ikM8YO945P2VN1X+AVv74ux1+q1NuTvaesEvsgn7sTd34I+ijdqPYRl1gqQvR0Z0vewfT9CoHoZYVDfHh5BNk3f9ioZF1Y6nEUdBmurvX+K6VbVzrzV7RaD9+oS6HcANgkkVa1r0yXXAuhiiQJ8x2ivYK9ZE88ubIltDhhpsF1hpP7UuLcchMfPa1NC4rgOHaFDrf6x4j30lLDDxz+SdRiA+cpciATwWOkvRSTqW5z8pNaAgUQYCFNmjTk31aRkfCuTdDRkZzCl43l7KeOmrBvBe8imw245Q2WQJAzvJLDOuNwPHG/gRrcDKNX/VFl+Ly4OHOzl8iJUsQMG/NXE8rlVa1nqmHXxtnA1PxgLyQfVxWf54oPH4EMcpgRV4DLTya8DrYPvYy+v3OM6UwyC4J7NdyN4pt1AX6XciO7nzTP5jaqxyEWpYagT0l8OlQLQ74k8goQWNFeawq3NcxzMrHlMDIWe9PO59G57tDuB6aTvxSbCxs74kqGfjsbdYoiTLmojjT3+RtaFDo+7g6bo8CsdrMgUZGHEq4ay+YrsFlfhOFjldeA2SjLBYHcKdEedOfqYLawhmyC3pxUIU3y6fRUQeQSEuk3rIYW/gMl+EPUJJWrC4XLjevVl/eMScLJgaUJYE2+B2IQ9Aua9qbK0uMYbkjZASI9Uf6wXuzT83+5IRlf9uZvePP5QKIALHHwnSH00z1JB/toijqfRAedg6Pd3YZZh0o9AF0da94b2GPB5M98N2BYzP9GNO+Js7+ZDF7FV3Z2X2nn/bR/dMjsc3J5BvasBvP35ZunMLMtrUuZPZooKNLB0OoV2UQSlnRCCcMQL/en/x4cV5re2Rn79RYKM920aUzHIuq+YhV+aP9yXcxOE29nd3nWnXdIbwYWtd6rZld+AAOSeCvp0Oh9vJGCHcAMhAzt8blhtjeN6E3AZZY87vwPrI8Ch5wh6dW4xKRClY1mqlNEi0B8svZADiAlEEqKIEWxNSJMapouGbEWQU8wnRQHAEhI6HX8BQBGfORGEzDhFaUOpAm1MGF7DYEKCOaQ/ckxFVBG2nPLrNy6Xpp4lYnwzKSALk3FKX4dIuXoPa+8++IxS/DPcplGGas99FbciNcHdR6s1cfxMw6pGp/z152vubVvbB61b3FKY8mnrgLfDh5wxa/gsj93o/DSVwac5fkDGeV5zN342HphnyF7b9n3XA+0NHewdw9wXQAAJz0SURBVMSIqFcxCNECY7QcFiHG5u+T42LxRMOxs/MVGvvoXaPEKfausoB8l4F9jJAPPav12D/9hlN3CC8AjqYSX/skgNQlOAlDDHiRY0aiFk96KSNtfGwHCrpqUHazwELjPo81eClIGJnQX4RLRCpp2XJmS4DnpDHTj5hPDKFoKPjEORalSOJQ1Chu4RZ3MGhsJmFqB97z/aVzvlwuE6NQly1Ul7LMZUQFS7wpG0Y2lDGVkccuyE05oxFpJ3Mqoy3soYlhuSMkAZrWjnRmiFUpfljwJuQMp7kkqvhtYNk3ZlS+Zo74Ra137KtywBsYzl5lLiJAWTm8EdKjorOwijZNVdzPTt2Vnd1djZp/rG4fER8I8JSxoHEYdWh2FrbPUDd+2q7tQtvR3sHg8MpxchBQuykLjVHH5nEYwMIjO0Ms2yhJvg7liu9mYNsIkDHw+e47db47hBcCn7miMazE4HZCnir4ydxGKeRN1osaTUXIyHEDE7b662BxzjsTtwAcpqaZBgWIM944cB3yJth8nTan1E10wzc7REaADIvMUSKEDlEApgdsLugXN5AfmYYc1lFFKsjMShWkY1P2IioxMZ9x5+61cHnu4Cr61jK4SzmmPDIOvDYSox3KFBJrZsW7jwAZbwQBHvBtIo/tfCMGcfR0/CUXYwQqXJ7VzPX4IyrCYa13wLVtPNpDDVUGnjGysdUfHd4QxeMzE2DcBdYN0kcydpXHP9W5cScC/JOb/PFZ6cYvoo7MwlaMI992PtDR3sH8ojlOtHyK2k1ZaIwyNged2g+hY2NtNQRzcUJbNVH5iY8+6/0J++z8N+0QXgxV4jrE3KNoNCL5ABQJjRc2JiHDPMxJ5iLqi0cCuswb9TS8NuQbyySyNwkss5QcC2pMUtk9UV2JS1wBbINuLPeQ+GaHyOMOOhAYdImXymady4OvrHbcB0LxOSatkNhW5qU2jVWMV9GItJBSHzY2CEPukEjyaTVM0JrJrr4y8lOWIlKK3g1Apt0GdUgqilG5Izje8NqfveJ3cusp8DSip51vYRSBCixnk8aMyseV7Eo9/idgAEt3/8chN+FXxmZUFo9xrW44AiQO0ZXp7nNl3CWXKAIUVRHSKYDVLsDDABRcyaLb0X0FlPVgcjh060QtNy0Q7IsQ/8yB0WiGIiI5HEmjRAh4Qn0z1HVgfdhNBPgyDrQ7hBeC80rcYnZLtJlYmNh3roFRnSVIcylba4WLr41V/xO89a/JYIUVj1h0fuJ1HYwNA5DuSK4GqCIko3zJoyFAngI7NIoIKYghESzSlIcmTjGBWoFFMqG5NAFVZFGxRbEtqi0llYucwFGiNvMdoCLbqk5Tpr3yZmNuLGcfmfJzB0ZxAIASnSaHghDfxrDcEdoI8NPdfUxvnm+1IRRwiKDkkKeK05PJ6fQrmT0mGbjezhdcs9MTGNd6X0x+BvGEi/kvp8+TAc51mSutMgJEWJgeH02+g8snZiUFR/vsT7n58iH7u6dOuzidfTfd+QfGTr1upC2hury8Bm7pd/SQFw5fs7gcDIK37BXBQfgjPUy/ZVXg23SNsTnbmR7yPoZr0+Jgwv/lePEcjVUlQ0/+j1vjOyt/cGbjqKcYWO0RzRBeDHEaZxb+KAai10LITDAJxWpRSSGeoj6ynb7+IuKL0K91cj0gthz6v+BtPzefSy5EgEtSQtFt2NqGZr5y2iLegYEIsMsECoqUpJjlzEkpDblYamvDCruoGG6oLOGc9TKOIu3pRxatUhXSDjKZzJlQUKCz9C4VYR8lpY0lmJIXS9sucjm2GJU7QkaADH7O/dWMyelLKNgvBCB65CFvj/JbeZb8lZKJ76DqOthja+Ap6iG2O/ZXP7iMv534Uhbx9Llu14Z360rD8BjfGPHZpS7yxckiqmRX+E0Wd4kEGLEcIsc41cxuOIBVv3WLVylQI8C2o4+g0r9klIM5y+E4L7Xf2FYtEPLHfhrI1qHgF10Y1OF4owmONDrJJH3jiJuBlXHW4whE57tDeBEw00LAX4l+WpRJ51LlSHe60h9LGIkkcl+5CEgFvV4fekbVcvRV298WsNJCMrAKmcQxIELb5Gg2XKXwvTTeEQPyjZQAkFQczSE8Iit0OCRIQkqGTwqhmMkCQDFX+Mi0qcda3HkL77VcDToyY7EE2UcaFbptMkdTFUuNnRXSsZzdYlGGhFQzIcIpTKMs21meBLeKjAAV/HyFZX365AQq88MfJ9NnJ1iPvPVwOEmJX9+YnH5uM9XjLYHJ5Gcoa0IvWk0e0f64+QabIhtbNdcA0yMiuK8h7v1C8Q/apPsnu5O9A1R5UTqAAtJJGwH+hV95UZPsRnsJk7YPy2EAugzZ7+jPfguV/yWjHIx6xeH4tNRm71jW9AU43D9AVsfKL7S4Ni868pYvjySrEftsuPhGaF0r+xYQ6zlSduf5BrVDeBEw/ULi/GouXqlhwgIfYhkSE61dzElFMV7IiPooS4rNnefumjjv/yNKYDv82gBDEFJAIWE2Mt3sSzmb9WnYSqOL97EbAdZ4yHLykvJIgia0gxLlBGqa/Ex7lE1/dCkvtoyXNnmzQq0Q1QUlqzvFkrKWc27IWhOejSlRzvJMWSAL+1Ji26zvBmNU7js+HPp/183w2LHP5REx2YhLDaEWnAGpmWEhlHKynOVqUugAhSIO8Z5pEFsxvDbAf2TXGwdWGQ6hAcYDiy8ySDf4ImAzomuw0or6DgGaOMwIhRSYMDoSNyi1GCwC706I0ATMPRFrsQYkeU47JaIhpXJr3/JvRP1IuWOhG40i9lU1kMdGkSVuy0IoGVm70EVpqqKwd53NxvYeIG5WXgFvnivaujwe5oW/Hzw2HELblPsLyEqTkyxcRGIGytVPE1YjA/I/30wa0Jj4ggiBqN3DsHY9huv06Ora4NrrUpzajTHh7uIluEmUsu7aJeigHwFi9ScBMKJi1gxlSb0umSxDT6lTiCXJdNJAdVzdEN1EmkluTm0BAbBGipJBS42D0EY5U3WQULmLhTgMgH2VxF3YywmclttE9x0nvtx3eeD87s8hXgo8a/zfIf/AcakhHFrP0JnLKGsPOiMD1q+BRIppaSGJKG6KmAf7TNKrfB8B8uqNiHLU4qhCXo+hEV1C/0S7i2mHABWwcTPTmAyMSK1xJovy3BcoZ5mE3KAonElwVvtS7p2M0jd20skqtR1Jr3TgHrDQFbwXwfmQlGNpdBAGpVeiQWfcGzkDYlTuO3w97grY27vaCfD+5PRXIf7QcakhxISKOcUkpxdmG3a1jGQmAivrFoWU8ZmMvVgw4z+bKATshmdycO/BtRaioHNearAApegeRXwAtLj4KOcXXUnsECB5QNxAPnBExL3VfoXGdtybUrBPHjTrVFaMOqyW2VBKkljdcYOGZeW01mWlXIlFQVZZiTuLtUGbol+AnKCk2GAfeorZJvUxKiNGXBecS5hUzvSXLafmeTPdksuKxl/Bw8ezGM+sJyu8RITaKgXS4QbccG0gUKuNXgGINzqrjAMUgxT9b0qpj0NPJE2uwcWruCVAUwQZQKGQRTFEvqrGkmBb7+3COV1vg+ASO82XudSSy8MfEpokg9aOWEiJ7aQRNjdEjcuxJ9AK1ZkPLRDGRthIAdFdQzYGZcSIrQBrsV3B7dLkzGvmm5d/Y6DJiIkZrGfOgw4pst5a53ZwG+hx0kYocR/ijE4MWI/a3BGWZWR4lC3ausO4eBW3BMhnFEYkRAIQG5AM8iWVNMzSOBnPe0Z+ArMy416bjaWj967AcmVtRSUTwDlrVezmXctKy4SqZTldRRHF4EikyEG0S1qo6xRYZnekQNYYMWJ74FrUcoyopJ1f/OdfzsLMdVNVmXMCi3AYdgUV8DZwVRZgUod00+hT0kaopIllVjNNBOghwoghxRH6nlBjKVy8QjdZw8sRoFhgcbQfbKAAiYQgUtifiSqg0w+TA8fPD3Y+nxy57vRo8sYBFcmGEitLMX3KCtUjXyr1LjbskMWmVpw9mhyxjDkWIItE7e1IZg1LBtJix7IBhGcbqtkUoovMxKCMGLENBH3VgKaZYJh32OM82PMuvoeX30ZhQkrAUjH32ZM35vuXAG+J/9qb1VcEV1uOh7rtY87+YzliuPinA+w15n+lG/ratrDZv66QAAtR4n0QNUyns4l/k1f0ZHogZu8OzRPT+Wz3gOL57N2BKGpGfltQUrH2gurSJSs4GiNgrxRZFGKPotRRJQ+0pc+M3SLLVNloGDlp2V/8SZN2sMJx6VzZlyajtSgD4JwC9Ux10OxmDMqIEduA5hPX6hBn1MnGOcg7wLQKrdY5/z2NXAG9+C435LUlW94u1LUGK7hoNTrrDKIjwqLjWtxZiGf7riNC6fegog0uV8MRYDQoPiANTncniADND6Ysjv50fjLZY46Kp5MnCqKOXz1cTF8upk/fPoR2QapKtmEVhvYwg+IBKhBwwwLYK1WxsXj6Vj6pwMbuiJGyPLNyR0kyHJ1ZQqmKSld0KInSDO20QYHu0WcctcuyjsdkxIitINgr4haimWHdyYYIUBOwfBVYi1+zu6G82MyDq4GpHdItYDPSacEVF6LOf5Vpe6yBCLkDt6XdQHl7W2kdTIBohRkFPsQ+YC6ARmRBeTr945NdhlUgQgARn9P/nEyOHjyHdHgACbUhzhDx8XFriMX4OLhDhHcIFeWPlY70vPNvZ5OHJ4g104K6wzBAM7vMH9Hn3DrSG7OzV/zv0gPJavhbNSw3jC2ZUoODmE4P9qb6182jcKxj5KaDkhgkiD1asIyEIzJixHag5cowrVJEXbaVFBtgYnL1YyFHFYQOTER4Zj1s8U3AiwJAzOYLJvRW5vsgU60Fl1yIJHw5aLvCjncenxgotDl85FjlIV0AkgVTudPSBwGcTGb7+xGfEWYMUNne9OQbdPhk8gJscwA7pTjbfDN/8O4A9Y8mx9N9Mc6zp29Pmb6Y7n96TiNeLJQTmOCwZ4wcn7494ZVEW0zDx/7+Yn4weTPdP9yhjApvpqenIDa8VP/N07ff8fkns3nbMCrIDYiUrqn5bPL1fLp7OD3d3wFZHqllHUgcGOohiwPF3psQHwMckREjtgTOJy7KZl7lGl0ZpGFxz7GWCQU0OGVBnWYLD+RPvgaxaQi4mdUaXJ79CC7GENEFH6ZzhhQwcq6iVcQwVAw8/GAFkgDRhnY8cz2YvJ4reIJMMkAPvYGSjhDbPWUsN3t1oKt6vPbHq3QPnseFN117Q7hHhS7E8SwYLKQI0CZMZ29VGWSnRqe73y7mM/pgC6wgu4PJrPj0+SqzavgYjUKel4arG7qm5gx2cPdGHr+wR4JkFyzHwzJ0iPxzELhhBD1ixMXAXNJ0Oo9YJhZsnWKrJlvR6wIOXiI6bU7pqxtXGhe77mFDs9UYCtM2AhkmxeUI0MQkK6WBSogDtIvBCuliFAJkGC4iAGUgKjv9O3KmCKUMk453PwXDPAErQXX8/OFnvH1yLJJ5Q1ZEDYVdrLJ7CIacTv+AYEy/s3W4eMoIkNSyj8x0fvzq4RmiN12t00+EQfl0gtDtM3YJWTpdfDJ5Bp/HbFFMhZ4gi7bn7MD0c0aAr+iD0Z3OmXEOzMuT6sr85IPpyZ/PcIoujwu1rPMKg7OK/I7RRE4ZRYNuzMMyYsRWEPNJSYYnkUKn0G4AvVnIKSq20ybuCx/pMtFUTLHna9vgI02vRIJYbVENDtjJbkczB6tKdq28jK6DtSAzhMj4mnERL+EBvghIBVKygh+CNtljWKYYz+lzRYC+9Tp9w2t20J5/cQiDuWK6vb3pAhHgAxKiSGb2DmevrDdl9Abvf9ljBfmcnqE+DgBm1CAQpXf6VFW8kFUwiR3lxYO3eft5125qMArufbh7xP5ywFB79lbBoA+K3sSq9psZgAc8XgMcsU1oOmGda90mTXiOcb96tjWUwk9sfliL7pLx9J2Zpeqr/d0QEADy0Po8vAEYcwSb+Wy93/eSx7JM/2uODys7pE1ASgvRl8cA9oMX39gx6YIZEPztTGe7upY2R5jlFPzDYOsPryLsUix2/OoJIjTEdO8OHJv9AvEjL/fRF6/LLRDtTRm9QWcLBGeICklcr90oH8G5B/P06arMKsTjDnKN98LNzvT4nTXo3clkf0eSAL+7v3cAyAMTBzor31JRqfZvfQqN+D5D00lBUssSWqrULVb9uAUKgzb5wHZ+kHNuIg6EFnSw8bWuGwd6NHQuvgm4CFUPUQqOdGnlVQUPnsnQI6sTG57/RszdEqC+g+QBZuiFoG7vBcSMl3xxbrqPU8m9j8BTB9P9vWdMGWxN5wjyHIiBO88OJzOdAiNMY2h4hHhy9vaQNENyYZw2V8jHq3W6ZkcLh4G8iXJ2/AlSnDIzEkRUSd109ki1kUWIpy8NqjlGl6m1mzNo5qqmXk7R32fn8IjW5/9O42Q9QyfAOa9C4PHGoIwYsS3EN5wrS5RJtnJBJy1yXiLhHMXaxRTd8FeDbhH1fPySwKH5aPg13QEC6yi4QrFOI7eETQMXfnZwzFsCRD8c+wC8CfLgHe+7Nip4ny8+wfnrAWKzt+AnpwyxyI+TyUwSz6FRm6emvPULo/2DydE5yQlN0O4DeGX6+i1CPt7qkMVL6b5WffCWTsVBfAju5sowrpvOP58c88oieqeG7fBTNvyZ3LyZg/akQbXpt+46FLRmyy91RDyZcICbx4cU9oQGuFyYHTFiC/DCjNVZeIJChH6rFm49PRTmulTPr9rSJdcwyvXlwPuBqy0bshpTkp/+47mLztjwnwLxCRC5Ppa/UYSBCqkFzqYVPYMTkgAxmLH6FQWBBM7PziCYcvEyQeor6XT6ErHWdHHGII2EgT1ESizkfo4TSlbSF6NVJ1MU09/ipW6LYCMrsSpjYBqoCisgmFPzlFECCc1yCKbzM1RSHdkDL+nGRgu2zWre8PnChD5YowHN8YpqUQcZbDEsI0ZsC8vsgFnmibZ6upHbMDudiaxmcTn9vTfsd+WeYMEp8ONhDoxEVyWqGCTawVWLZT9o7NvWhQC1/k0AHFsxA6DvhSiNvcuNYjWAtlpNqyL9IC1u+D5XkwOcceuOdIVk7dr6JbWc9bOkB9QkvSKRD7xsSA6lpOrUalhGjNgKvDK1QDG/lCGKNLByA4x2VOpztgxxNGFZj2XLQdN7BkYdoCnGgUMj0aUwrFF+BkSuwWJg0XKAhkxj0IIAOZZs2wxgCuEJuZgA+ZoQFBCIAQyW/Du9IhX8ISoUj6mGPdDIWXlAsRtgxrI4XdWYle25/xHkQKaqJ++uqYqOGS2VEuo4li6Djj2I6tHBFshyHjngtJO0HnofRoy4DvSpynXmLDEcnbTAdAzJZ2khqoCLBsXfgw9rHQdPgZuxqegqGbkw2usNHVZ3SB1gRa8ZHxEgF7uaIAvAOZiChCCgHQ40wSQDJxsGQoImSMlc5sqEahY7W6l+vsKU72ka8V8hpXBDcq7ihgih1O+vuwgFUZmJc7YD1KXSMI3LkRiyDoU4UOMzYsRW4OmkJcrJqJyQi3P1fMN0ZJL/78aMV7o+uPUBruz7DYZJfIDL8KlXqy0fCFyxIRKrTto6w90HCRDFsdzFF8EtwSqMiMwItUxZgEWkqLQ2bAMTWWEvheuTh/iOKaMSHbeyxYFMmhxKnZMHOVU9OWIGgopopXaVZy5sZVo6IkQi19kp6kyNhEZkxPcMfLNDvFWoUS1drse6VMsSXtUrTkmmheQaQ5+7rFz5F4JduTfAkTBWG+5Rw/EIeUISBYa0+m1df4eoRIAClz42x0hiEXFGUIJDJu87bGK+knW1MKBM66BAZWXll/YqC79WSk1aUqmKZSUhkaZywEzpqVIaFnvpoj6OGPvGCqCoDASatZ8tI7434Jq/u1WvSYUONCFbrs7h+caHmmBOSoYFjZBZxPVAEoA+769+RGeR3gNg0YGBVqy7eoglADQ4AhyYKwwBK5kAQwFnHE1TAdmHRIEBNk2YKLwHyNcSFDxFRVsSqtblI0oqRMbm4TaVJcEunIcpBZawgFthL12oVD9lSJUq8JXtx0t+Mp9GdhT9ZCIrpL1hHvE9AenvLt5atDm4SGtvhuIUzEgU9CoiQwLly4u0W3wJ3N7Vw016iBCmBsRLSA9L33/EiuX3TyK3OdAYBk8EWMCVL2YQHxAhQLE45hfxkIec5UEc2GHbmR7zvzsg4V1JHuFzAHUjQ2HXnF8MjCpQmn2KQ8S2TMSJZFXRmklJdajnCxvyFghV4i4Eu2OhEgjypCardXUrOCy02n5jTEZ8v4D3OaRbhSI2h23tt56hCeVQt8qnsFMY0pYZvCRy1nLisvgKiH9NuRVc2BJDGazeyC0h6w8cLBdviJuCo8amugRo0oj1D1FS8gSfwaIuEmQJF3D4HQT6oc8CC+xIj47OEGsx57/xmmGimGrC/0scrbkNxXchZWt6qRLNqCseWFQyAM2Yl4t4TLR6qt6GJV14U5ZFdowxHfF9xOXXylbAL+3lBa5mjVMR/VnqFiZjSFnoM+fGEJPVr8hfFhf/Jx19X9X7JYGw5Hz1svOHwQKUoGwH6CJWcPdYVoaSAOxzbPsRoBnDFEWQBqnF3/ErBm9kFVKEtsIjtJv733JRmyW0k43/V9eayEHLjC3ZGl58GjQLCFdkJwGSYPBTOuZOCcFSd1xWYSz7FGj7QP+rHBnpK7sa8q5iAHKMyYgR2wDmU5lS9RqgV7XEWhzoLPU05LqOtc2E85Wf2kuVt4atXCTcrHc4FnxGEEP0xWeJcc1GtoEHiitXWYKadvhaiFkknS/mPQJEBGqCIEWISUwIVDCU43+T8X949dzRycFsV49mRqketjzbPWQCcz+C2SlDL5OSc4zFFJDpwdK0QgPxNGj909qMiunT3Te0Rl2b6QmFJ18t+Ihn9kddYajm4mgyEiud4bDOZ28hpv9Cc+oXXjSJnA5bxTEmI0ZsAT7R9aTqT63Id9W9CaiceJOPwfKJs9YBDfsOt4iFLs1dGChuhIs6isOxkQgAmS4NsgRsH7mCZqCwhC2ov4OdxtEUFzQHH+iL0KkhzA7BESAIdQeM9PZhPnSZj4BhMHf86sd8StaMDytYPD09fv7BYuezydfTn/6d/yf8BjSkR0bzyOAvcnpyIB8ec/qNHtSssnwaNJ8m/WqGJs/+8OqDczDYCz5cgWYHENEubPhQPyR+jDSqgJtPVfN4f8Z/WEbL/CdhPwZGbaMFVC3+PzXhRRjJcr7aCJBH7SEZMWIr0NqORVnnlhdeuw+UVZrLWHnftTAhnYP95rqcw3XL0puAiHvotPPyYB/X9lMncwzllNMZGra8RsprhKjf99ANCbmGmajfA71WfBOyXAUBBlCbUVA9jdT4mir0mD3mdw/5OGgEbe/0TGiEYq+xwfyln9O3e/Raz43Z/dZ5khYx49NP+SBpPgQQNf10GT4Yhk1Ry6e7xI+HxLVDKGg2p9nuweLkdJ/+5c5dcRUa8pFXi2jZD39mGS0V0YV/WKnz5DkeKA9VGR2pDjsCwP5AjxhxHXg+efGV2CQmmeOWJt6p068uYmiU8YNHOV+RwfLnZ7zUN4E5GgpxC7jAVUYdCNKUAnMOBRamLvAN8N98+UvgsFa6VMAIp8Y1McQ9AnRzhmmgkiFjqHi6Mx/JrAhQTzV9++STt1/T+ngX6tnkST7UWQ9y5kP+GF3N9QsdD94+zPAxrdgteH93cDb97O3X0/kLPtMv6sH8kzQ72Z/uzfaeffYdfJGn3JVP3jKem/5kMuOUOEjjfZ7v4oQ3vPPnR+AOVvOF/Vdu57HRBRK6pSghxmTEiK1A/5HVPakrWU+2OuWayVcCIOpSz4VqPfgJc/XmHgfDHi7RztUAJxf4KasO68+C4SuDfFJKN95DjaHjZlzDSl0wsAmRCJl0YYlQM6AAcB5pz7cJ8BIpMHLa80OXGaQxImTKH+XQU6ARtCHKYhmzHDWmUtLNS+cmBw4f39KKnUIZtvM/IOCTiZ8KGD8QgjAwnSF8O9g/P/hwn8wG7PpB0/LK3zFhD5iDJR3ysdN++LRaV+9tdaanDlKpc2AKeMmIKspQdwZrxIhrY2BCFZUXa2ZXfPjWS3HN7MTKuNmrNau+mXwDYDhbPhKWx0CHSibIzwTEMBaWwHXcRoAMJNvjwEoPqU+ADoWCDQBRH0lKP8KhU0icdyo6QyT3lBEgUupho6t7iO18PuqHMk8f6PnMNXeAEFHxXVqpCd8elurY92sfvHOUmWYM+Y6nx8+xI0dDfeZT4MfsHq0wHvk4afZm95Ce/QjoOX+dxFZ8lrUOEC9s4jqCFxgcWjKPNMZkxIitQOeS3VlVmUt6F9avPfe/OR3fW+aHdKkJCwaAJXMDGLwneyPAyqsh3tAKBBvrgXler/1wsAO7oiX2/eVcc10CFCfQP3ui3jiVbvbuW9675XNNz3hjYh/B3Dv9CuXBwk9s1uU+BITO4uwTKQM31sd7Fjn94hwqv0R+/ts/0zXjTT75j7d6zz9U0MZYEREcTpfTbHG4Nz07+3afzyjMe9L0tPeCD4tWk49g/CJ86udB8hHQiGbT/+JbBYswoRV03OIrMdxB6zGIMRkxYitYnlDDl9eas7oqCTLnhC2nxdJh+aT4voMLr3w5EcvQQgFWZ0g8WoYroMOlc90EVrVssLg71wM7a3soAuSLVMAXrTnk1IJv/Oxm/gLIZHLw7kBh2wNeXdMTm31JkPcw/Ajm6c4nfGT0wzN6AlB77/nD6QMUPuQPwNkqCvm1lplU7oF+7U0NhLPpESh1foQmWD7P5z+76ehBGuvhz/N8BDTdtf45cD6qPFzCqXvT3CsfMWI7wLzqklS7clXAXbM6sW671/hRhFkKVbFxtVUUIFR/9wK9MehB8VYZGSxECwHUrQrFfyIomCEebNmSvAgwsOKod9HJgw+61wBVh70gH+QLEF9k4ZzPgT7bOfPFyR3EZGBZqPUg5rMF8uqrE9E6S7nXNT8cH7SsiXpAsJFyYa+sdwD2L5HjwdQXGxCFySedqKvywlJU4nhGhQWfFk3XEKyRtY4oX/ZA8iNiTEaM2Aq8Xlt0ci5up53OgOuCF+9FeaFF1Vp3vVoLIeRLolZcS7CXAtdkiMPA8muprA0CsUTZKaO7PnleLBJAbd4lzw5rMYds9Bd2jwBFCgKJI8jD/NCiydGkl3dfOoBB0RVjPW+f76nqNOg0h/Cx1mZCeirl6qKSELTvonUvK+dqK1Tyxbx1dBtjMmLEVqCljwVa0ZliXLM9duC32doIsJmVnbTjtI+LGGctRCTYdeLQ6+Gi/mABxim90C5EhcORHXZCIiT4lFDGfw6G8Iry5Xr9CBDWqCcKk6u6g1oBWpSSPuaiMJRGXjWZsVY5mEBtnWxsgChRnFWM4dmGpkWXMewrHithuRSGUlR9elcM53rqA8vlmwL1KUsKJXPcSoMxJiNGbAWkKf6iUWSBzhQbuEcy79yC5ZytoU2brpmrXFc9rxsjKoJ1Kn9cF1rnIa8AF2OIQsmZxpS7wAephTY409QIcm1TP7Cq+wQoKtD6575sEWgRlswSeEtcHnm+IFnpv6gZlBPl1gTUPYsA7LlRsiJqMOcil8oy/FEj8jNUnCVMLYfSZlErZOj8ZGmBFjCLMRkxYivAhNIXVjC7rGjIzegvT97sSNU5P6uRMp9p7PkdD+VaFM2V+Y9Q5IfmthcBbtAdhSUhCzFicToMeenuSB8cLZjhQ0WrGoE0k6GmuwSo6IdVMnCyrETEoMIiWK1y0QrzQSsuMiCjWGYETVGdCQ6NPeMRMlYNN4Rl3cFRDXFplEnBOtVzpKhVvrvIXZZoxy5bwWqU1EhtlFkzrcxiTEaM2Ao0ocQk+r8G/kNvB/zI7U26EvHxYzskJ2EZ+6VvAjZ+NmCcFShXz5qbzrcBrtVen3ldMEgRvbrggLieQwywClROumVLESChHnCLIIsSKooYxCpiD5aGgYoou8AV9JeZouUOL9UYQPg0bIF9mAZbic3TYzZhwQhCJZRkSVqGvUTJZM1q405eMMojRlwSsQQlUu7OMEzCSm+JuCGACVk4LqzCD3eg0v6Kf7+BeA3UERlDAVDI3fCwB96XXY5XsbD5yjXfOO8ToIIi2eFFTkDCnEXuJVsgbFpUjKy8scvUqXZqoWDeGnaVmuiemxYk2ivsnPCPIuujCIklIatGDavlpZhkDTrmpt5VY0FZVcIuxmTEiK2gM6GW7k6S4KAZWtsMCkIkoh4tLeJDvufsfQdDlt5I5BGiZPXBao2HXIHVzBe/EIIR0x8kDDibGIoAxT5gAbIBE1EGXkd8cot4iPndyR5Lq6kE1fAmRKGqKs8SWacFEQ2r+Pi5fwqzPMlAeyQLaehwMT3mI2aQyr36FwwZtixymyh9MHniImjUEtVMtZMxBjU6wZDR4W6MyYgR24FmVJ1WnRnG3/4glmcdQ5ogA6/tOCHteOOq7mHZ0/sErs0QA1qo/ORYdWgLXu8LuQFXMmrq/nCe6ZGFUMJIsUeA5BJaEEjJEMyy7SAgy1M+pMoXGA24l71V2GvDTv/Q4aq2sQfZQeA0oAjTcKH/M0aZ2CrtlNCJHMBol9+MBvi/KQRrcIdDlK0duJgekZ9P3+gAUI6NZtGiNqL2j4gxGTFiKxDFNbMK861EOTHbpsuX2+pErMbakw2Lt+/ddMUi7F6EYmTHwISHHR8WHWg9h1yBcYFxf3D0LZHQLUWAYgTTQiaEsgvXZFMRp5kwGYcJSJ3TJkbS/3KoqmCKbF+EawBQqALSrKEWIeMllRqjEYT5lA+SlqaBe0nrOZ8BM0dfeWSsWnrHXOytoM4v6HVQMSYjRmwHWnL1S7q8xYvPYEj1f36xWEMy+D2OgStaua/G/YrvKxCopYA1aJHKkLF8nWpfQfoLsQGW80AoSXC4MPiQ+gSo1a8XfTLBzpHSwYTPfNYjoBGMATP/49mMcdbJZB9RGXJH1CHiosUhoi89iZlVi3G4oFMZzVMFBR/hjDK027bmJzt/htdcD8Gqz57Wg6S/9fOfya38H+XpCQ7gYO8Tmqn12fM/y9guX0NmU3FoPlht2OnFEiDGZMSI7aA3o5TFDITUhC6tEadhiB2YDcx5WXXdfF1TdDlszdEqoIFFfOeGC5IHx6UIWSqOFaVOcJiPRuyCYzcQ/BXAp4YObNASINY/mdcxFXZ2E8A55R9efbc452OaZ68egsH2+YDlybOnkxPknr49ne588rcTPon+WT47Woas+iafxvx0AjNaADZCOPkBVZ/mE6QVOqJKmvIhLi8XL39FJ4c7YLkdPXv6E/fjJXj0GB+srHQwmc0fTPi/yYc7bPPpc7QuN3xQNV2yk2xKXMdDi5BQGwlR92UoxJhsA+DjyWT3IHIrcVSsTk6PpLkd4KPpOs2tqM6Pwych3xA6Lf/k9DCkewrFNoj7IsYJ6sISbaYal2yGfJiKFJcjQFeYkwhL4Zq1DmxvMm9zWQyh3J3QEXFwSGNcqD79hZ5dqN3AUo0BbSBzfbU3FAOgzXIEyJYEhkLNy/Ha63xMs57zTAVivFcHs3f7MOETo/WQFujLs6PnekIMq5ClaEwzuUBTNvJlP6ie8mKdHhfoKmlK63QCCSyny3p8NrTcu1yoj41WG7J7wAuGoSmtk+IAHp5RpZBjTLYBx62T9QtUETKwv7ODwPY4tDeKJ6dqBs19o/wqhF0fa6uT/ybXGcQVjbaIlmX5cn/F+K70s0EDVwBWXkhLUEGW1lVbljbBaSmhfAYHUXZgT52Fv9UJe1fA+T4PN2JAnvlywx8zUgIYmRhFnqX2h8cMRnq7IIYh+xQCjHcNtdgafOSWGUIx2ZOpHq0nQQ9wBoPxCX8LPb6FF93muu0aD2ye6tGBqHr8STyN+QEf/fyAvwEHxAOm+QRAqH4yQVt62jQODFX4wyH69RA/2RkadGEx/WyiZwbOH7w6QCj4EE3Hk5/R3ZO/T/dme7PP/iZztU6PIEDEhdAcq3X9/ogq+PDiKDEi2GLQtzqfniAUAr/NIjsIlGMFH00QKD/bvRUCnO1OHkt4tL65YtfF+uq7k09CuhpWNNqFWg7LFQS40s9GDVwBqxmwoy+3O7zycrXqx7Gt6IV+nSxNejdMlmbs6o5cEVt2N4SF//vZR4YlqrXJwegsSN3s1LlvKBIwNVmi5KLe4pQRtiZAtMTxEx3whfreSoYU8YaX0Ph7Hs8PFry9esYTzun8i0PfZuWz+3g5EDsEcbt+djSN4RdVD17N4AjGrw4WfIo0DyKe6syHP5cHS8sZmmVrvBzI1ngpccbAjdZ8qJ8fF43oz/EiuuPfkpu/mTzcnx8c7h8qztNjpRlg+pdG6LK0rsOLl49SqQWKMU5bw/Fk8jTEIRzFCeMBeGP2avJbKW8WaGYjnl1ht7b67NXb643gpp2TJUZrsT/5RSg6WOlnZcHRoJ8NsW7laVlnyBJWuYa5mCF6LiJZPq3r0V31ZKSjAawuuRZuyC2OtHB9/GcXmgJdhU6gTmPEYCU3ggnq9D48BgHrnakIUN7YCvbiAOyY2mVkpvPPGQEyygOhHO8iOGOMxcBP92QdFOopfg/8jGg+sJnPi0ZdRG7SwEbxGII3+EwjeJ0jDFSlcwRtbA6tHT/VT4/QAePMBdqH68nkuylr+Gc+IpRE+e/PFMfxsdF/eMVAkdcAFevJI33xANQ6tbpm6HED57Euqc86Jlt/e0GAn4Y4hP3JnhcIViWO4jXEBe/06DwNBG8Jwe63JxNGibIt1xZnvA8k0/3JwSkMemLjq9TSnazJ3pzOGTwN+gDCDk1Wi6ou1V/WFnZ2aKgz4FKl9nygK/UAd2ZouXZumnnixMd9su/MvlvmjTJa7k8esdN5UbDnB2fIal7WbKgeVe0P75NN0KPDfV6IUBtMLgcuoxB7CLWTTkZAxYWJUNIS+iFghyTPMWVDTMBLSDeFm/YvfgOfaYFiVdbvDaFtBMBcprleEc7pbnGM3cD4LQPGnAQacr2CCwzGkToZpQIZhlSO8t4e8HnNaJUPWD6ZfOqIigEZL/nxrq5++o0PbF6AuVCbwRuND3X5zvGYf2eORsqhkp4kzQuIaJFVRJOM8XBYevr90XQfGfTUNfhVHD3oGd37d6XT+SFcnH/I3xBGvKdi/7oIfZUD8GXGBOvx1Tn6zo2mbWC2v/acEJxXixE+kTKwhImHmAe+iAilLxT65kIagCVeWTrYOYsribAFJaRYTMEkpZaZ45TnggyeBn0Q/H1m2J01Fo06qzctAEmAWcWXACQMdaUeoJhw8iho7fTcefPQ7B17BA0PCJ90X71jy2ay0/CfnX4qufhhgEg82fmL0uN6VE1/3OvJN7yASYbZjYG+DNbRzlJJn7Sw2LkQB08/eku61w4mcEjrsZnVJlh3oFtDDgdejlCYI80hAUD7umbA815q6qrd7GeiphEBWtbwwwsdyX1k9AIQoOmKHkM9RXr+ZgsUbxHBOQLMXTyw+YhEhtNTRmM21k9yMKxDg2mka4ZQnS0w8fjMaDaIKn8gzSHGo4tTabym93Rtzz/1y7IneH3ALoOlP9fVQnpHvDdX668Z8P0BBBghLCNUto5m9NmBPYZWsbY2Dei2T4HR8e/WuDz/tF1s4BQsYwQmM+2jni5ywU+xQxHkIxAntDMS3h7FvRkdyLaIWNrpq9b6KC81/jE8D/gg0i4t4kC61UtvP5IOxEOr4nRKUT0vhm1XBB4gZsBx27mSJ/7EhqDR/hSKv1D82pZu6osgy76f0jyhkcyC2h/0GSbq2S758HjyCiWXxQUTB8WyKLuuPWfgig/f/mldh4HOOzmVdTUFw86vhm36GoQGA39en5TinBhURYmhEtVYszvz5qIopI3Ogh0BRg7NmA6YkBQg1QzSxfQln9Cn/rzU0/rUJbG09yqjIQW+l1Dzv1AWDCetsppPkUYqZrfD2DuMpbSYn+kZQLTkDpZ2srN7uHPmJpxXNcqAUvaMDxxkFk3Qbo4O05JXSd26vLGEhqoGReiIGJTt4Bzrj+HGSjx9Xtcnuee3jHSkETMesT7XdpycETAIYkCcRdPHXPQONA9tmyIcpq9ai9V0qfF8F4HUCh9E2LUWjTqqt70FjibPcYYWVfAxRKdy1xg2XSkHCO8/kSK8M/9SCgCsd4aKnLK+5fEFHcDSBEhnDycf0JIBXscP3gAfjRt6VAqa/oA08a6j5jGOHS2d0GybaE9asUSH5phmIOb0AJZCwNasO2EtL3npNbhUfims6OV24SiFv4KisEQLNRYsFL3bQFcBJ0OIpAc7j4Yo4ZUNtnAudNW8B9YuzCSz1qpjz7YL1GBBm1sczHySHIgSuqaZGsNnQ4hukWj9Sc7OiNqVhVob/fhTZstAZIGT2VXA6RxXtPGM1wB98kYcsi6BRdnc64SBmahI/461bIODyd9eFnHvvPFVa+k0UsK/w3DIx489CHFTOi32zBj1XnVUD7h/yL8Y6lhrmKVAHCCiT7DQ5H+i3ewc849yooulTk9UlX37L/p8YctytO50+onSbD4aQhAbDTT9AdmCQxUBvniOwj3X3B7wUYw1Lebhtzrc0Q741CdM3fbq3hKiEJ/t7f9F9J2Zn3rapRaXFPcNsR6BiOj4iLB5J9q7FvjGhwhw3YsM8CIxVK7gbq6gClTlX9WQyqyBhDmFacwxk+UUbYcy5VlilcJAHKHUyPBwnY2YkzmW+dIIoEtFPIG1ESF3tHMWUBVlKcVDpiXaXVOBvYKqepMBsPVrgDuLcko5hJdNaIfg5O0xY5/Ak9lbVj2YfMd1XO5RKq5qpfk/NOSFM8Qq8kqA8aQEcCV0Yr0/Z2DX9eFJF3bRSrky1q8ecOHRhHeBs4t2qnCvMaxdmYn+1WlfutTVQxdGXkBQyshxFxzI4AxD+mdUnjynZXPgwlddP26+aSgK2o5/aAGG/FZhdbUt4CjyX+Ek9oG5h6nNFbD+NqZckOHkgjvOYcpCp+R9B9cpz+Miu23w/Q7xjBTDwEkUgB0ZwXmxRWhKkQRsKfKDCxJeyNAXy6gP0YnI3FlZKg/ojc8S7LHZExIWADThW2sbGzXumJrgnATjllaipXKEtZ7809hHAEOWxLBsD3taoaugi1bA4j/xpjM4wWmrGUBRCrqDBZmnfkKe1+7sxAVEmD2GARkSZElbi3utr1qL1az9BzgNfcdHBFMRK7WtNOpSPVsQ3OWo8tpO1fPBruQB+uoiHB/WzskuDpp3LhAlMoxToYb0K1u60w+bS63yE1cIo/lsaG+eHWk7jgqAePpg8uPTbHV7QNv6ZNWr9LOCLKYP58HSLtIPlxp2mLXOJpztqN5LeJm2N4C3Cb7hIXoQzQbcoV02HaJAlcKpiKVQppCNgmwixErYhOGV7JhGlieZphtZ8U2UwD20KlA5NjGZLIrvSpx2xzS8yXV44C703MFHeEAuvLv/3GRWvOBDZ3uYnmChf6LgCPHMimWFxXeA9XiK9Th7xZhmf/LdDEEU1qNCJazUU57WlggQMj0enUjSXQuFfb9HkaKXIrJa+mpqIQbSdbK57kAP+yBmvp7G65hp0ahL9dICgdgPIxhVvrBT93yoK+UAd3ZOJHxSOnfygOfaedCuAR7U9VQQFgrCstfpkz90/bj5piHso6DpT3Zfb0dlxq0hOQmzVPkWmIO8cs/PYWaXDRI6B5YX7FhLqwNCOJUihTVYW7gKxfmtYZO7GVdGQ4AaQjFBxE7aLCkNeow4iTKU2Cz7xQTltrYxYUMXAGHZaMxwrErZtpEWZFFwHyoUiV5ExDZXz1TfLSHnAnaKSuespgwzuwgNhRiWbYDXowCe4/JkFOttAA4/eI+bF/cd2QhYhv9uCWLLn1jCAs7zQkJoltFbGwEq3BHgq9baecQUKgVSwz6EsGuctOpu9Sh0qNV16p6DzoROV8oBhgr28v74o3fKZ5MMZ4H05aAarAjLcrRs9/xTf/8G9VR6lFXqSO783WnTn5DEgogyf1zuvmwNGlBTVl7LK5jrMhdjQA97DP4K+BoN/CgC4L9FaPKrjGALTtdhfelKXLHaPQTf7xAxYiICjCLB0eTLjEBweuxJokpfBaQx6ERfhp3on21tajg4SzZKx8qTYzIkpB2rkQJDTnPu6AVRnau5BniMFYCoCrjEJvYgYxuoUJcuCdbg3XWqWUJbFbiKjFc/dvYKmH37HEOH0AVoo4wuvj7EYt+L1cdlPPuWI07Fs59CONhH9ONlHvjqhDXo9yt+hW2fzOqFHhFgERGEpi+IWWsGt174dCqTvg8h7dxK+X+Wgep7nwRpPJ481whK+1M7jZ5/NNAVHeCTUxzg4dvoRHg/xNApb+x+zv3rt7qhfu4vT77gN/mO9ye/g5ydPlc9dlXf8+Mnh5qvDe185ILsDzrO71MRPHpEmX7Dtgpe29Np7tL0wuRzWthl/YVAW8GaM5m3VPSfYR7zWqh0q7gRp3cHvt0SyAH8CNEmatIHShCCWGSXT2Lxv5xRx0fxRaXp7u93ph/qm3o+pQxPfDExeVEra8E3H1AkvjFCrOYUGrBcNElUVzZ0BZrgFYXeyx/rlfaduF7UyrKi07CM+OHB//+BwPAmpgB8itbou/VfeIVxYd7xFCf2A8WAzFELkxtpVMbUtXBWHIaig9LY1cDq13Jwd1gazEKAi7loQlxgEjAtBBkB/Nfe6ezdoSnO/8dhKPLTLeAIvwCSUCYhJHiRzievVNp9CfGgo4NirtasE0kD+gaieZDtSQr76lCCsq6sfCQ2jioC/RgQQtawjPgh4egUoSbiSd5h/mTbXwI0MK00s7BzxGdURtFXZaIIH8QWlhFOOJ0leGVj7irnatXp9nATPm8N6Ho/qi4EKERMBJgHTBmSsWMEyH9J0/cSZvPjd/on4OnTycHR5IDnl3xk6YN3vOD1mDb8d1+6KLGeIivHWXIJiWTDVyDaVEmYpnmkZs40aiTxnFT2Iq/p2iSoHiCRYexZICtprBSnrpx6I76vyEuSCP04xXF2fAMI/uBJa12L+AQOyeWFZHglZngmooA3i32pBtNYSn45EDhHqZkq0x4GlZvjmtXvDov86mQB3+4QARIB+UAMwg27Is8VAe4e6Mmm305ms+cH/PdfPQVmn09/XrzkP9vufjfdOfjbydEZTFTNLsNdwi4jUZAmKlIkphosZYIMtozy3MMoA0yHQCUymDiek9fq2oFolGnHvQqws5ooRTEmI344mJ6AAnV1cn9yYtXW4XnVvcTcfvHZrGgF6WzFPIwSTF3lkkAjK3lV1TUFm+C9Zb/BrvcIkEGQ+EAUYM6wDOz+/uX0dKJ/yZ0e7x48ffXw+NXDl3oQKh9aDy7kfwvzMTFP3z7h01gOwE+MqYKA0rvuP8in2ghkM0ixAaoFRC70+Z0+vtXU83yaZba3pEwDKOOoqLaVN0CWobc2imNMRozYMjS16vw6x+d0iFAv9Jy/ZvYN/1uIFoBiPcxefnxbbS1L5SLTJQwqN8fF1a/ZwM2h17EgQAwTBlGMQlowH2iDqBzIkN8geDXjA5mn87PdQ0R+es6KHu/C58wfxDP85vFjbOWZK3Rp8pEo2L1eaFalaqdDRtgzJ4MG8iQUNfqXMiRmuGN17FxBfmvVzNIuCpC6XHsP0IgR24UnVnMtqj/V4k5xgYv5L2AVmKxKF/w9Tc5cKfnicuEdYa5pKu8CbvgOO7ACftpqB0mAWPQkEJEIJVKAyUD0IOEffr/zEsTyyYQlu39G+Pfg3RM/3oUG+/t63Ip+hePtQz042tFU+LIUXz+RpGoM6GgB2TQYNbhPnXKM/WCs7zljY3QJdfOVaJqoToUzruBMdImvKAIkcpdl9OoBGjFiu9AtCkR5OcEw10IiqM1XQgypZyVXbblRjI3TniKAPBMKzjRV7gB32vhGCAJ09IeXQy7xRHlJhRCJT/aDwMfy8RYwrwEq0uNDq2Czv4+z3qPypD4/ho8V4qW9hdCFa+lDjjwaFpU5i328raoYYK1iYHOXQ4esdMohoSpEGyjv6jRThlvsCA/QiBFbxjn+QGeR6U20zHXPe3mXV7PctTBJlQIQ7IIzlgITZhgZuryik7lpuP2bQP+YrtNORoDgAo6ao58kCL24M3Ps/gI7CPztSf28258l7oMF9/0dQF4DJPfpSaZP9csbsI+wii7wgkC3bI2u1YTKlKGpZUI1I8tUkAPluCtqisgkb9qDG7NGJalQPjbqmxzt+PIAjRixZSgEjHAOgWAwYQMXdCA2wc4nJiDCDkHSmCuKiyolnRixVgf9/E0h2rmh5rboNgjQnyliJnKAgye/uBcx8XuAGFoU6WswDAX1UPIDPgAf0MNP9aMbCgr1PUFULj4pOSgLBXZMdRLbNFhkcaSqRYpeZhCnUjpUdTNWbEBUqcZZknmCzVBPXalu9hM0PiNGbB+YW3kG25tmndCuBViTdEYt52Y1SybE5GUwWIgTFnc9ie+29c1A5mIKDtCAmQjECZDw4p56QFffAJTzI4jCOa+2nok+WbaAvVhULsQmqi4nSOmJTdkE+8I2Eq12RgI0LI9/cxQg8L2OXLn+BwUt8cKUYGp32rJpKuTRnGlzJ8xFBhAlD957GzHi+iAxgKhIUf1LzeJF6frsQdLjHyu1pUXSmbB2BgQulch9b8ED3PAgh8wKAYpVxDfYTB2GsqCI4IdIbddBWriEZBMyXdFjiM5nIeXMRpq9CKhOIbYAg0bTH1SqoMrpPzQqpYGMAO6yLdnpwKilsuZYqPEZMWLrYKjmmyBLk6xR9D+BxX/6h19lEjXk4xru/B4aFSEaS839gMDhG0CNAM0ZJAWuf8gOv5DzPi2Y2Mp5WlItKNhyFRtxby1gOSEOcyNECtxn1Si1w6I18QklQk3eUiasaeq96tYTYmprhrBpAGWUNT4jRmwf/J6K0qVJJoW1A2WclTrJbS8BVjtTYGQMzucQ339c+0gGHCQB8lk8io3IC2IT8UHduUQmIUvCCJOEXFe1sLMYFplTTcngrzybNphjqcMvycwKPh1l2lFKnz5cT7VYImvZRgUmUlJtS1dKezqCkqzo2oSGZcSIG4DvgKyfYyW0K8Bq823gzolzlTmZSaxNKaqEtCkuX+N2cN1erTguEaBpAJ8q5AVzBKE4yOQBLW2Us9yJmQQqmSafyCDNVBJygBSGYpUAkaYhS9LYqWo3FQieEITYtCR71w9tFHgfeSO8NXZS0fGIETcETi4+3XwJUoW+V8yL9Jifkttbxx2zdpn7mzbfq4m8/WMhASaNcFyRBAkkFyhAEk1wl/zDUkgs0+8WM3Bi4uLkQMuRDxNsCMXaU1C0rUa4U6l2hj1h5zjQQAWFf9AZqq7ysE/3zEDSZlneI48XJOiDRJFRlpbjNcARNwdNrpasEq1moBShX1RdifYiIMBlfRmwgUtWeU8wfFSOAMkANAgSUOhEDqBgWGahGASImIlwYorROTBzKo69FHgp5yzTWljhcm6uTTlMxILdCrJJBSXWsF+JnQxE6bCzZ4IZJTakjBeTGKG7AJ/QScRvcmwVs92VXmd8EN6a8hYHfH7/enQ87a94DvYVsLaHG/Rr59lmh7hVaGwbLJpvvBhNz32FL78rXYC4D3VYrVO156efvbmZfGOOh3EjzXGZIZRa7GDJa7AQE3H1BxdQiKgpM94HgeiqGQWxhxTaRXHA9vLCcsiRZEoDubKFjAPok2JDCgArRHlzHZGKcCWLeJV+ZxmRcrZXzbwXyXKLEboLJAGu+yHhtXhy6p8nbxG62T/kc56XMHuFRfrsLyvLhXBzcPHzkt2S7af7w48XHeqosLJg7RFs1K+d2X+tP8QOrtLDAWhsE4rkOB7tmLDnzifxRWnGdGmsWEUQUWbmyWlIqQhcdiZvan5Jt/cUXGYacCx57IIdTAncmzYQHXmjHDvnpeKpKNVUqIp5MV9C8UxjmaS9X+EqKkDT1AWkxC56kSe/fHdlnW5QWqzsxH5kgj8V0zCiQSplpiwvMlNLZf9bCLeJw+s+jX138lVIFUO6Lp7tdqOUQYSbTSItIewfDRPgyk5d3NthbNyvTbGlHs66Y4up1j1VbQmwlwQqkVUGFKLgv0qM3S3tudkubtL3rYAEqLWONc+hLOs/oqNWIEgUUIhRbKcdNKYQ7qBoRGXjxaz3KJNN1mNp1uQeL2pUqIuMLUx/5lJLdatAxvWoVQ+inHuVuO04FuuZhNYDdCc4uSYBTv/ybqn7Q7oeZq8ufghyutkk0iLSfjgCXNmpVQW//XMIq7Bpv5Yw42/KLWO6u7uihysKjvVjJ0uYvWvGFpOLdbv1m54nN4YB12dnPhZZsaI/qpv+VFNKlThHLEMRoJY9bywhZcSk9Q+QFUkOyFgX8ZHgqAmatCar0FpGEmVQSu1HuQgZVUpRFtV9ZJ1SSUN0DmKYFPKjFoka8+ZGOy5YEHC/qE0dUrllvrW7y2nzbV0Ls9PJZBdBzdn+5OiQv27Gn/KhAkX8edxHx1g5Tm28p9/oBRBxMP+Ffgyt6HB2zVCkejFe0tcvEKUgRfnKxoprRVpxYS+SI3me7nPksJrVUrH/0+QYvtyXpY6eR3vlSEq1pgdHeyg7ncziCPLoiZPJIQpPjyA6AiyOXu4fql4r2UHJpmf9unoBe/jH2sP56h7mOxR+vuTPM7XDsrNgT/+3IsC0hTeOEq9FlgNkz6Es7k4mv4c/HdSHe08ovqEj8ut5MSpHUfsDtDeJtapvIAy8y/VxOaw9eI6ahgdLngOn1W8m4IsUEmmwA5miR2xRYI2UjRj1o4p0oc+8sybPCL8geiPBFdgQ6hBC4yp8aQsZZnZRugo7WbqQhs6yGRbbLnqKghihu0BcA0QX9F/WIo79CSb9ZKrf35MiJJCMBYyVFsEvEG0w3Y+8I5KZfiYyCa56MfTv3cCjnQ9VvrKxr5yI4WK389Q0srPQzwhJx0t+39KurMtowC32OxrtLcqRZG+bjop6+Ett8hsWlIAYr9ql4mhR2q2SHdQOFc8NSg+zI6t76I60frrDUse22h7RHvtPOgfIU+D6hvMnAQn4SlFA/tgSjMpRlP4I7eSti2gdEVwF13a39R4N4IIWOGoaH6x6jpWWv+hCm0GKoNLhl3ZmDQdOUYMiN8jMhhgFkdqENZhXws0esFGNV4aVxSoqpG/EfxEDRiColujJSbWkTil3fFGjFEAq49KdhKQYobsAP+kBdGGXs1w/Mo6pfox38+9cAEekmr9PfgbT3zluwSo72Plq9ztl+Hu57P605AnrQElazvDyZrdcNTqY7EE80IJ2+crGwo0jLYU1D/PXM57453/Tyae7f4Iy7KU+mPxNma929eu+QCmFD3cGR/IQSSlADx7vTj7FSEA6bHr4P1F86JYPOUoctWn0i9CQwA7Eo3ZTQlRZHKigeq64ZA8xRm0PNSwHMSzN2OawT3f2OBD7k2eNKka0vOEf1oM6oSsooZD/bPMFJB3FHkK+6I/QvcAo6iMNcqVfxAiXwjZ93RR88KsQ6yxgIgCCGko0JEbgzoEaNdKHNvRUSy5imMkLJYZbohsqaefSgF1aX5woJ1lEzWxe+5OQBa7relGHKmrtgzu8VKjuQKCc/WCiy41yf6fv7Yec4MSRowjmNekRMCigQ7QwK7/aKzzm6thNla8HTUseWMQ1omevHiFcSC9MaPiO95t1DZDl6xoLN657iMnzcv/HVAC0hyVWqxa/LymGva4BvoxM7VgpjZ4Ajo5cMHula37sgZwtdk/PQYA8gvboPzTX7Kvl4klDsq9/dKK3KslXyfrq3Mvdzi33S/RQPzfc9tDDsrN/qp9IjmtzM7yTzbB/gq5quEp1vRbNG86DggcelAgQEhxhfM/q+3Kmo1AT+f4ajUhojZj+hFDfMbjI7rorJMAQAdIAGEPMQEYQe0RemxjFMnchS0tbqosDbDLTPjyFIDtlZBZ+VRLl1QtDPdoSLJRBRwD4j3yyhiL3XefRSyosKGNriFJrxyIpY0zuAuUu8LGWGqb6oRZCOflBMBBFxJFOhLCSXnw5ORUVRDQw/WnkidB9jfCkelEJVpDCn0+ZsHxdY+GGy9X9m70tZY/2Flj7f9nfecTQ8yt5DXvfBc4oZdrrqNtrjiQKag+mu4xydva+m+pmddMh4NDVk0YAO4JNbbdKL3yIkUWwR6bazW+RGNfqYTssMbYvEA43w/7i+T4i58etinyWx8U3XAe1gHjw0scXB7C38zrqwKgZ1uhooJWNyoFiwdAOo1O63vQ6uDnPLdayLIcxRIADI2YgC3inuw/WKE90skxEGNgjmJKWQRUFWlF0ebCNHMqAWQlOozIVUTlrQsZJL2XwXJhF9GeJAj3JXHvtqHKylKYsS2SYDwUT9DHG5C5Q7gI/1lLTevAKjEtEmPsHLgLi2pNWzuuf8lz1XFfjiKMvHVLgvY0IgYHKY9eIOg5PgKcIrTI8WtVYBhommpf7f4NkagCg3P0EC5sXt8LrYveV7MU3mQG6HQ16qUey2NVd4NoDmKDBE7pkD2uHCEdI6pP7FY5go3bP2WlJGgV1rC1Izx24h3m8Az3UsQz2cKcZlhjb/rCfTBjI1uq/YM8XyPO4Fjy8Dye/5eLlmbFE95gRZm1zUQ8q399AKyfEBJzglNZMcBkEVlttBTfs/mJwGEMEMiRKQnA8FlluLK45MIWVlhPQMRd6F7g8qhPSIi8j7CyyWCWqKVOVBXRyCpQn+EMjD8UsTKMmc3beCGqHLypV4gI5Kv270+8BfpsXso59ZYoRoVdgjXyiCEtL156OkxEUPTbRQIkmQ8fwpxs/6V8jmOjaWIRHKxorbuJa28PJsaI949kur5R9qj1z32Af9hmqfM2M0HbU7bVH4oKmoy+ea83DjjFV0yEgIkB6Ub/SESqLIeStSs9IPTV2+ki3Yuyigyv3kOz36DudAefYMrpuh/3FO33KNaqDyUNGgDoulh1OXlNkw20E+F8/nr6plfZf8bqkuhIdTSwTHDWhxPxmdsnEYMGKopX69xV8x0IEuPBJUmSEYCKnZZNB2UAW0iW9VevgEZXKDC+qXMocsraxnLBhdagyb1Rh1/wHSIGZ0V6yD8pZhSRzSukgbajgy06pjaA3xuQuUCLAl1pwCDu4fhkFnO2+hWJ6gt7tTk5wyvVtXHvSBS+CdaeqZuT1xEXoFJFIlhdjf/KBLtSjKMKj4cYe7szDzUH8m8ruqS9sGbrRgPWqMnUMMZ7sa6iSaDvq9vJIfq9qJNimBzufYKqecrnLzB06UW0c409w7n7CZtWvdJQR4HT3bRLg7vNyDVAFDDR/kp5fnuQnj7C2h+gBb4X4Her1EIVfvsth2ee59DnHtrWlGnu7l+pg8sE88nrDP2QYPfsZj8fXONXjOSLAphJ0Cx9FjFiFWinA3Oa+aJlfQYHUdvQ1M2QOrFDfO6Cf/a72CbBSAVDCIfMEN5WVrJPQhSpSkgul4FPqkchAe2TaDS/aqZxZeVDCaorlQiVQqfePKmlFi9EoDfQKlW2cwd5lelnBJO0rYkzuAiVqQ0QgIPvIAcGxvp9BRUj7O18onXywwHIgsFh0G/k48kfyZN1jhz/Vi/GV8ww/vnJ4tKqxdM1wh6tSdykLfN737LnI2Fe/ZP/GqxdRyguW9Dr6GHm1tyf15MeInaKZ2oNv87YswjD4rR0CZAzA4TP1qw5JDfQs/RF7OagFh8UzSvO/hK/VQxWGo3Zsqy1k81VV8RtDb5o3vDmoQ95e3/nGPeY1RlcCAXNYpzoK2+O9Lk9DyA4AwWhMilbLZ3iaN1Y9DJWE6/cTHLQQATCAgjNyQeEN8wL1TFOdLybFpqiqpB1pKVTJVNDo5Y2vMGBDtHYBlTJwQZRIm6C6KOyAe21RhsSboEOJl/J6oRbzrO2yGJO7QLkLvLNzdDqZ7JHCfA7mbwZPThhnfMRF+mi289VPEXj8CuHK7AQncz9VCMLV4PyXDkkA6SKI+bp4MfjN2r1PFAE6PFrVWLphx2jzRjFfgQnpkQYvrn7Z3gQYEWC/oyj9g/RoTkdSCmoPzEiMinSfuukQQ7XqUP0qQ5LtIu6TdMYe6OpbW5Ced17+NI7mEj0sQ9n4AY/VYZmhMx7bdtjP9IXxVuURPaI13/APdVBfPpDIoVaPeQ0QR8C23CZ0Ux5F6U+gpaoi09gSQQps84lu1Q0w6OX9AMZs4CaIwiIzhkjCefKC9ilYxKZS2kS2m8gaoGyJslvhK9uzLWAjlcgQO1u4gxSZ92cYNt8P8YVBI1tXXVemGC8plbKWcoG4yKiyGJMRa/G4WXM3ioh6BpuLa4BXRHpmRLZ/jaNpe3jNYeHt5Dgoij0MPCKjY5WZnMLNXIbUzmwtoAbIh7QCgwZWXVDzHgA9XOo/37AQAXFB0AE5QuxjOlDKIuQksDy2sIOKWe+dcU7VQqBcr+IhpUKSHMLKRpFgc4FMCHJU3gypoJ0StsMK3UpMZFKzRKqiXWndXSQxJiPW4eitAqlbwOMIP+t9hIr4HuAVcVQ9H9S47fJoerjxsKyxOpkc6zbK8t24gftzgycsWu2Yy5FVa327tljoG2wCNnSVevcAPQLUxTZQgPaCgyirgh1IEGEQOUkmEGXDIopcy0LKMpYk166APV1kkaxVDLiWREL/CIIc9ngPWYEvCi71i5Vc4LLIZwKNMthoTS138U8mMSYj1gAxz+9CvGnECeYgsVwvAqyej6/Df42fDYclD6UQWjk2CoeTx8ovh4ADQ6BfzVwCZ3Grhsxsx5LrJ0RlQroMrlLnBnClJcs3LESA694kEDvxgmSllPhqOEUvSRaQYsdXyOYbCqlzcSMolSQT7OwuClWMrLvXuw0copLYyQnASqnvpnJHRFM0xwsNBPmRWWNMRqzB7unnId08Dv6GuXrimyg9+HtyV8bBj1d6vhRKDy8xLLpjkRzXObfNsHbpuahDhEObZXWH3Bq0Sk77EC0M1rgAVyPO7WKDHgyY9AjQF9vIDg6QRCKWsUnEjgzDwkgkikOCcARIYVOUtKYdYFrEK1UypwGNpWE996eg0BPLziMDCwoyTFeqKhTWluDNercVWWeM6HCMyYgRNwixW4aAheo6k29pJi4xIiAXS5a9acyMFD1tzV6NyYrf9w89AkwWiMjMVBAcAUjCTlbBE8wnmzjHAEtK6tNFWmcpsqHKqlRqR32acy8ZYZ8MZOIyge8x4DIVYcecWpbCfQj+jvblQWbYlzpsRUbcxZiMGHFjOOtez2sy65hoqMS6zs8CO7hrjSkr3/GA2R6S0Ml879EnQBKBCICsQCHIw9pgFGilRK4IsamUsN4oRqpvFV4sL3EZMzKTlOa04D6qiaGdl6gOM4+XT41hKNkV7EuQItwQ7hMVssEujKHy/eQYkxEjbgwZy8VkqxFgh7h6D49ePicGqqesiNMiOWqgjHddfc2G0Cm+OaCZW2ppFboESEYgFehPSN4IremCKV6pxoZUG6M0qp0wDRoDqJBVmMtAWZtgJxOAqV/ScKcqRukcQRFvYNFAkDl2tpfAJt1skWQmO0i2xp5zIdqJMRkx4saAkK9lszLnOBFDBHpTcXBmluAxapYJ3FpTHqjNWR/i9x1LB7ocAZoeSAdgCsZbpowImWoqOVJLfLlmJ0FqJ3JjSEgisyk3Sng5keAcNtlCi8+11EpUGffZ7aKyQ/qraBrULnIhy5SDoB7HmIwYcXOYBnN5XyO93jOd/W/FiUG2apQ8Ea7ZtqDsmoRCpUDlQ/5eondsfQJ0eFbYgJBgrogUu7BQANWEVRlLSYxSm3DHvc9Tk6+0r3W0o71kVeTe5aKmirgDoo2ya3rjC3l5YQbNeEOOnaIJYRVzkUSBKsaYjBhxcwDPierMd2XOYSKGJCxKnEiKjKIORXYXNmZwSIRKys6MRxvtJTNj5vMik0oFN4sbayMP8mIMRIAA+QlsUFgBgjZqyt6FNpXAF/bKm2zC2k7CDlBRZpm6VmjCBT2gEnJWsBJz6CSvbtiQRSxwXStYTW1yU14Wgo1tFNrkQCmpl282MWLEjSNDwA6dTXcWvZivc2+Du/PFvHctsE5YWLfTt4gWlrJKtRaY0U4lt4Mba2szxz0CFHmQTMQgJgYKeAWDaUdQbw5hHFXLRCelIFQqt11yU4jmHebTQBX80k5Vte8jAj++sCEHo7SjI7mQwp4jn1ZVVwylF8a7wCNuAznNRIOZ6c+97pdSZbrgb3krm0g6BIVRbKoU0UJmmVarZD8jlJfE7VLnGmzekX4EWOMpcA5kZitPaWNGRMGyEtjJBDI2621kpYUCyJF1caljFTVt3kLe5cULKpYTLLIdQa3KqZIL7fAikEZVb4YJURruyxjck7dyxPccpisj5hyT3vRrs5AXiADBgL2wkVgg/vMlwIYEQugmFmiVek5+yI3qcrhSpRuBj6yL4SXdJcCgiojYRBl6gRGqwvQgC7zyjoTyGVGxgHlL0DKjMnSjRGrmqaivfKjog/lg0aKPIsGnwcjywGjpppEQYaaMjsbFVlOLV1VSHf4B5voXYUaMuCFM49ZHnW+SetHd0ikw+O+8a6MwEQtDRTLquewnrYHh1aTXeixVDNVF9W4PSz3MLvawFAFm/CMecFAUNCK2MHnYBHsJIhPnlXMt7cNZY0lAVgErUpYYCrxCHbCuqRNvU0WxpSmzdMAEBcokqA+dktBxjwxfPKk2xlPgEbeD5oaF55z2neAOaKZjiHNEgC0FYsaea9bi5Q27sHUSmZKGjcQAlpbXV+RXYNgCqgvq3SV4aMvoEyBpQfyBnRnCXEGe4CsCLexlhU072lgRjKOdwQLl5d715VqOJaTTkEIbWaf22BIU/eX/h4jTXN97myuhIoutYaryWsVlhEJLamJMRoy4UeRtkJxwTvvTr8lLnIMi+SrAlMY0hwCdLMJPJGWPlzNElShz+nOn1xrAoFPzfQCPKsQOegQoFsDODAFqkII04SCJuVCGmU8gXWILm2ofdZy1ASDbYE5sVqZXQFqXZj58OPU5dIVYkYX50p4tKgmV0+iRi0MXh8CyxrR7fnHbmPG3vusvug1jtpvPL75lnORTpodw/V5d5GEWD4ImPrrVMWgOXJ30L6Nc5YjrMWCahrQz5c8d4U2PpIPawsIN4kwXp7odClSmnP5GDSeh055pNoHJLqXg7JRHZdthoO9rGHC//Nr09WfCNjHcZQxDNwIkL5gasCcfMJGCgMIcQZW3zLUU1yJ82Ej7DjVJKyXTFB33yS5t5UQumENXsbEyi/TDmVke1KYSq0mnakcFcmfJxSGmRMfMxJjcCeJ3v+o6H8TsH9ofx31y+lFIN461z9979l9tr64Ce3jS/Z3KBn6otdEdg5vGt/XA1Un/Bt1F/R1Ccwz5WcvfhAOmmXQhcmMb59M86Hl7pZAzVnWw0+XASqupTkBUE2cq03zPUmVBgI31Mmav9lt3RM1O/aht4nbfm6uB4xAikEGQCYISd5ZRBEGbyYIlKnUNG1ln6zCogmM1QNrc9OI+spK9Y8UQdQsYeb1bFeFJKZtXHjt1JSQpgSLJs3vEfTkcP1YmtM1H6+3jC/4i4/RyjyfenXwV0o3jes/f2xD/VSKJPvTDdXeCPvPHb+MJq/s7hOYYFuV684mfp3/opAca/QVt9CamOZBX/xoWI43pLxTShIFk/eKSMpjuxQ7g9G+Pagj6TZWV8I+tvC/oEaCgYMn0YK6whhBLpMbKlEwjqucCoGQoaAeGMTfRR+goZpxHQXJwGYstVgTRobfkK8qyj1aVYBcUaIXdSh2vNGJhaKSF5NK7fBdjIexcZkX1fhf2RhG/w3ujWHM88WMjd4CT3oMHHQEKlxz/9hhKCIjgiT5qDNUCuukfnyPqG/hoxvRWwh3rLpmwsp1SijCNk5yb9Ank46j6JQWzd+vGf7j39xX9CDBWP/YiGTGLECGTCkJRSpmWk1YHVZZSD0QtC9kMi/hyrpgAqkRPrs03ijkmyIUSiXoZsrpIK75SJbWyylG0B+xZ2nQlDNVjUGuMyV3gH5o5xJ/h2cUn8mL/8GhvomWjXzA6xGrkOTIzfzzEpzLfSn4yD1TYmfEHcx4dx+WZvEqjX/l+JC4LAyyMI0hHxYmELw5rKhxOfoGsatoX97TIXr1s2ubPGhVX/x6umAqlfq0iD+V4wm2C/fw9IxD3FDX2KbKIV5w6jdVqcXhWq/xk7wnqntKHfuTyZHKoPMQ6LDEaVXE4+T0cUPTgiyo6/Y2xjaRxVQekHoPBXzhin3zdQ9cBkTTHkt2fvWXJvhtsDpoH9V8wzHect1XKgVL4y593ztsBcRPoYbHK953ICDD71c6TBXvyv9X37F7MmcfZwJ8mx5Awph6iZmBvCtdZqjy0EIHCA0rEB0qSQ0waCJKwz1IGTy5VEiLAspSghR1PY61lgStqpwzVbqqURFnsDZ+n4sUktMWNIOepoS/l7FSlxaEbxcY8X5aMGJM7QHuNy3OVvzMRT1w/RKzB9M9cR/v8OVjgF6jDFBPOQqdC6vb90f401iGiEAFHGhKXFSZvLsLS1iclNT5kBjjeOdufIOzAGpgv2l61baeU3c5UYM3Ylyrf0kMez1zW8aPvNBRwAO6pFtmRyo/QvXLwbiSr5fE3o4lGKjAqmYdYhgWtsY1FVMc41QP3YWpAO/31EGd817oS0HJzDLbJPvsXMRdBgHXgSvezDTU4cNDNqD9IKQeiDAindjbRTi4dqTpkApwXF/Uo2r63rWrOZANh8jt3sx3YG8E11ym7FiLAwQEDkEGQKJhyjntmLQOijiAL6W2YcaAphj68lXpdjfa1EHpAWezconjOFpCKqSD7yqowV7dcIp0suJPaZoKbAiiEQXQEzeiTIMbkDnDMiRPY5RTDRP0UEwvT7mDyt+l0N36Adrb7d7zy12j147Ccf5hqR7ttBUj/EyW/O97RR7d/vDeAKY3Z/ndec6QBZu/xzlc7X0SrL6a739ksUkMXqVDzu2n8WO2jyfRZWugKUdu2+4NuD7nyFaNHkxelCj1AiuMpByscTPYQtxxwfNTTF76W9scPYMpTLzX2pmnMqMcfxzXFIWAQICF/SHcfUiKtPVMNHJx+dRdWRQHXeeDokw7TsVLb3+UhTlfoArq/aI9B0BvAASounJSBq91PA7X9x7/ho2N/8hVOnDuGMepo06P+gf6tGOM4PV9wivNfiBd21E4u9FhBK0x9VE2/qFS2M/4x1FH3q3yj9ll6MPlgZ+fT3T81Axve7xl6BIgAKKMhsUHwRZ4niilk4oLGXELITFS3bMyqkkmMGhipgDv7kdT1IZ0p0PbsCZKMVdU6wMTVZVE6o7ytMkqMprjTRpv0zkLsjRiTO8ARqcAI8RDzeV9vFK807cbNNS28zMRv7s5eKew5aCvMXqXNIafz/mn7n/aPMUFnkzTQtM5WP5w8mYb7TI24BshfD/YVH+47vWraVtiIwGjYVa1fj4/EnsfTsZ7uvuPPZsyef8Mq7KljLfIND7wcfGlMKMcfv9bL3533z4jsM+jR0TeHJBxx3UYbghRxE4RWOsyI95r+5hCfUzY4wqhCETbnu291DBnlq8/TBTwtpruv5EKe6rGU7p/rOiNoL9pGJ959snNcDGsjMwfrMRALfr9t95RzWlcJOZBsogzHw/P2SEmAeBOqW0FHsasGOOZNcdTNEdc7+nL3HV3Af9wwKwN7E9CoXQ3LESAgShBbKKrKsI4JdUKlCn6qOHhSOXaqI64pW6kHUMaLVVo1cuGFqfdRzkRltmCWrCioJe38Ul3pazUl3uyhgiqmWZcapAwD7wzNXbZjTjvOs8OdP4kq+NH94kt/RfAZ7aaRiejA51FAUyGcAJRmbzO3c4QPb562VAPP06bVbOurnzZfS4xJzdmfEVyvV1ar7QDOxsKg9JgwAdLcsSSPQh7ieHamTcNTD4zKY0V9RS74CAryQdtYU60c3pt6XD6EaHPvrD2kMixl1RZFY/WMrGd66PRXQ/w8x7PUzAH5SmHRzs7XPpT2DZue7U0+xWe7w7Oqr++O2gBlq0F6OJgcnb8JO1g9Upi1N/n6daigm55OPniDBTjjqKuHhJqow4H4LgcLEAE2Y1mOwkyPqPtPbXHUzfe/vPV4b9DN+MzgJ/J9BA8hRAA0UGiOQiGLoBIkpBqFUCmz2HbViCjBlTfVUeRW9E6LO2m6VEmVK4rvTHqkadkib3OZUaJvdwCvzNuBFVHRzeFFVeRcJDdGjMkdYBGRAOArPZg+vzBVzPXRvfP6pzxnjSjCmZ3dtyzBCY3RVGDtwP7f4Cvnui5ucwpXA0/mxxlAUB3ud46+dMAAlEnNj3+26n3TKynO0XbTn+oqU6DWl6Tj83H5eICjn2bDcWktWlAfrELYRSLsNFarlcN7bYF5H4JbZ+wSPyzHQyrDkm1URWOlTpgAu/3d/wBq1WtrqqUFjs7GUQcofYaR3/fp7nMkVV/fnSnbQJkr9w+aVKRGXtVRBwG+PDr1QCD9GWJ/XuhzrNkMR0uAmC9PyvVBjmUcxe8deXrMH1vnVqMu3laUqxMKMfXetJ8s9xA8hBABk4DIwUxhnii8EBxhQEMrJpK4Uc+kGEYpsyXJSsyGKpTYaZMrVefOkKWzpsAgQvlhocqoUP0wDf/hmrnoHESmhUGReHNtvGJM7gL5898zfNAqUOApcP1kTU0ERM5ESRMuNFFY2HEeHj/6Ls6AZ+84KVmhGngyv8lWPWn7KQRN6v3J42jEwaY7ol6ZWdR26Q9RXfEyE+D6NK/H5+PKIwWyVlxn0nW/WHbPtCZnuyc0WdHY6zy8MppP8GL1aHPvZeTpdbZrVyAHt9EoDievbfV458VzNOyrZZ+qD9lfDPE3ez4DbmqWo2uPgYg+ny9ATHuTGU+P9ybPphmeAc3bxzZg4ZDzo3cnfN877zgvWO5NXkTlKU9+kWK0mTBFL9g3dbYMx0GOpqBT4JfVbR7F73DM+rI3x7xptanLkc0j/crvTXPV4Oy6dyxuAD0CJAWIH4gSjVFD9hBDUGd+CkMkpUrEXHipavCOFCyhKCepURkTa8vLBpJcKkPqxHsB5aWWA1eQknAl7CXYwEoeRDRpE4JSyszc5XsFajpB+yeT6UtNPnwER4RUgkMu+AiInJnKcuds9y2SKatHhedTFJ1gAXzLk5DdL98pugMcRzzm8iwG+wpxzne5stQqIXIBPowUip+c7Xx0ODl9iQpYCB9OIvopvSphwNkuOUL9SYM2xbmX6neOTx5QMVqr1ov9ySn6d+AWFIxFJIUCUofqLDWGQfThNaPpa37RTV0DxLC8OIGbHJbfZxupUEdhNdOBz159Q1ds9ikNan93T33ds1MzWno1fYmuomkdA+F6s5MZPnN3d/nvvb5A5/dTx+Lun/Czhe9L+j3f552GeMdn38KwjDoMD6bTWWcg8JHOVCo34aYxHLwFjz6dvxRNggD3+CmUE+lZHMWf2cB3eROkdi/eCYIzpHTC3Tyc/ASn6xzYsLkxoM8hXQI9AmTwE/ET9vxDIqYIhuAWGQmu4FSycs7WQisjZymMqZAtdmqslKWKovN85alw0KBPilmWlWlWK6oUiDL6gVIJpRCQVmt/CmCLMbkTxEnHBwt80gqYbDVC0hUZzNhnu7oZ4AxmmtJjfR2BC8UXuP6Ifej4eQ+rcmT/Lu3kg7NqsO8Qp7Zq928ijW9zqSlAC9no9ap2tvYnDdKlUOvXKo7q4ng6DfvbdjqSR+5pXC89Zl+R9BqLauXw6nE54tNi3dn7btEeUgzLj19mG3tW/K1z4J+y4RfPKft6XvRXQg7xF7Lmvd96dKxDqN9AdO4AMw6xG7/NrPAs9ehr6b7beH2utueLo/5BoxF8hiOOnKbTHIjXkaJ/Irm9ydesKZ3f5scv+YhBRa4c5aOm/TiK7/jOWETztThGKUc8j3S2mDFIrt8cuiJFbQq6vrx7di1EgAQgGijMQTAsitBIzGB2USxIBonEu6AtwYlqOwlTNMNMFIU+dVSVnHaRZSIxQ0BesaQGJBi9sz33FKBEKfuqakZkkFSJSeblgcKdngLv+LKz4oijUywgLuT4ZH2OD/Z3k8lP8UnMT9jZt1hPp/qKAVcH5iO/oDo5gUYVzvRZ/xHdPaJV3PkTnsHy9FcKD2TwsxnqcKLWVtUW3Jc2hQ/3yVvyt3OwO9l7gqZmJ1gR7Ig+99W2bgXqy7bsz4zfCEtX++lq5wkaYv08vowc4nh61l+xX584AlRP47LU2T4qA1+rsWf9Rj79KdQ4vDqaeReY1RwBssaXrFGHJdsoipNvyoE/VcPwxxvQtb9I39Qh/grtpiu1xKt7L8oxGO7zDDNQ7xXGgMMWA/c/2Va+O9mGGoRNHHS+4winuRzkxaNeB6K+gW5iF1TbmVzHZ4j/9HyZqY+qTqR6FDvPvix9j27nO6EGOH7N+8j/GDmsA+ve3hyu4h/H0LsGGIzB6ChiODNCFhSNT0ltR1PLzsHWMveSnFZRTOO89LTEpgrRDhPm07PCPQp4FTlhcybYy1xAXeaj2N5l5lKVYXNvkA0Fy2NMvmd4rDV6i3jZfCHkHiOuAW4DVxxiTD4lyrRY/kEQoj8/OWeRbDBtbbJsyPisPHm1+5skV0H8ZMkWB3Y9cEAbHHwfPQIUE3D1mwgsUZfxHtlBAReVuYfeG8ssGJBooRpVFntRo9rY2QsT+4jNflhYPMYpbwM9EVB9dAM0J8K/2pDOrUnOvN1iL+IrjUQgHGPy/cLRW0Uit4r3YiTjWv0WcOUhxhpj0v6kZYDUFBLnJ1PlgMXZzvQME7o8G3Vl25VGV5lAzyK8sBasugb4zH5gewO7PTQH1yfApDtAhABJRMEMtcES0rDA9t65MGr4lUoitQ3wqcUPLu8VdoVrZ2RdAk2XgwLRTcaqlhLRlhqRISFBPrIrubnD2Yx3JHmXqOEYk+8VcJb6uxBHdLC1QOUaQ4xZF4KTDkBxIBR9+YEz3yrMVXyQM2xM/iuopBnoOx1oxAyMgunLgdJLAYQ8F+W2A0vPId4t6upuCRCjSCqIwMl7vUQK5A3LRRVwiahDzMG3hTvVCqUKEmEdmvCknJrFFpksLIFf48QZN5j7YiD3qoud9E4jJ7uwwAsp967mFIhR+V5h9/TzkEZ0Ed/wuzZeXmeIy6Rz2p+COV2h5wTlunABhHrNul8r0J5ay6Sxy9r8Ko4tO0+Di3sjl4Vd9B+gc89QCZBPV8T4cu3Hy2QQLw6+UmZVSp12UcYSFqbCZbbNHZgsySzVTG0ZDphkhhbhhAqIFhonLvceu1KDsLEVErhBFXkVRZqVmIWYH7IjRtweuALFTOed634tcEKE6XnWISjy1fJDss47vxjS40W2ESJ98suFhBiVO6wAa4g4mf1eIgmQx6h/GRREBpbFFSaHSKCCkLzBFwsoqlw6UZtzUEqvndR8l1PNl2p0ct1MJlBEntATUikwgd5tykCalgndc+zChUp0GIRL7UZ6m2h8Roy4RUwz1vLn7wALYn5iavYIiae7Zb7yt5H4g3G9sK07n5HjWa6rcS1lu/nirmDp/Prq6Pi9B0gCxGePPn80voUhTAqEFBFPcWMxS6QNjXbOOFuiK/uhbUVRAyxRXlK0ohd/BA462TmPPfpJmXs34Xram9ZCy9Tt2jKtoyC0ysJIonvEKhqfESNuE5iFQRKiIQodROyAV+cu3byN9shquijYockeiaG22c+Z4oztwxSrIBTvJzbufRCgPlMQAZoFxBjYMfVYQ3KEFVqzSlWnbdwVCR2hHAu045ll1gl1Os+8LBtVKiWzME5/Ue5iONMWdj5HkJoG1hsUWCtdy06aEJHYhokHaMSI20SZd0MTkDrOTa/vVVOUZDgQJPYgBaJAu+LOkOb9vgR0ma5nBKjjxlGTC7D4yQdIHCF5MyhkuFT1tgoSsVL8k/VZQqkF86UZpzILy7YolaQ+6kmiAGu4nGAOicqRcQl30GRWiizARi1eyiC1kZTYNCwjRtwudAVOUhECCspwssr5ag3XQSW6lHg2x2tanRm8fI2QK57KThuA9H3+Ey1+H2EC5Okvf2HPzGDKUGJIoJKC4yvli94iSrBVqcIUKFMSo+NAglZZ5FK1zJ3qaIO5lIJKWB9FQnwRkGAVShEbRmgHjbIwU74UyNY1ZSAoj914DXDEnaAwGiZg+++zmKJMsFT1mV34DFO1f6kQBAYa7d65GJjObGnoBq8WZ8gNBizvLzZevRkBgvwwGCIGrX5I3EVU5IQsIaZwVlvqaSVE3iKdyEGkxQqoJRSykDk5CKepxx5WrmE4l22xEmSW14hOqTTMRxoFdqXqOlT7pyJ0Gw/hiBHbBGeeJh8/5qUBuD4JnJiAtlCQ34ABsG47H9ewBflha0PANGi/Zr3qLIeTv3UIsMUOod5n9Pq+FkGAMWIiCEEsEBnGZUq9VYIKvQzMIhIgiflkLqQhpWIY+bCSAjspgpIyD1GJgLJ4JgJhO8eI2IBqKSSnWY29rbRXNbVVDOTG7XuARoy4ZdSpB4FhlyKTovH67n3vBVO5sBl/IpMvcWWgdVkyQ78vB2DyV/uEaPd7CBOgjm6BQSMPYLRFA2QEMYF4QfxgkpDOzOGXNSpUzQAUaSOX4tdiiVzEYtpgB9mbQDVlW0S5rn9YZ0XUDcFNqYwV+IIityjlZnPtoMtCOXQp0hihESNuGWAak00QEU9oA6nXlb7eFOXcVYoN56uLzklreOjy2OAk1+oJuaI8Tf+2sNyFG4EIUGGxvgYjjuDqx6swhoKoiMqwV1nQRLAHd7YhFOXZXHkgBJV3Syw5i2JahKcsoCrbExrZzQBmRluHVA2RUnSpK0XefiMjKJXbGKERI24XiOZCEoVxRkZWrJCZpRu9AGyZxFcBS7VupeZctrFIsLUBtbjz9jDYg5uAI0B+nujDATClJB+0bCWyIEwjSkSOqdAuKUlafpqEIbV4Kc2iWpLtyJ5qK6OAAjqHjXdQoJBErSwsKK3uaRatU2e9dIKqs2JpkXbFA6DxGTHiDlA4iFO9hl4ZmaVmcJJy6vKvE+wVicFO/S+PZQf48L8vn/0bdaOM1KXgESJMgLypxA8MjJ1IQIwAQijswwzULLJkLbkiFMyLgqgrVkZYw73SuGQHhE0QYRanMrxIkroFTelXLnTZziJerhk2oWOGWbxY7CJVSMl1/ILbgbOAESNuB5WCdCmvcIES7iQwJCuGHWA+o6Q9Zy12vQpLZMfZb0H7i9D5BvbtY7NO9pDcpzQjQITFigCDBMw8BjhCGRZZa0mBU1WwjBpuzPtVCEZJ1CJqTUqhp5lN8QoDlYo0+XkFyUbSKLVnu3JCrT26FZVA8qYXy5kUSTlfolT58mfjiB8ubn0y5CLlzYyK5kt/BItW9Iyf4GJB57pmjZdeCRkxS1E08MWX5e/N3DUFrhiBlbB91ksCZB4xIBe/N3FG0hFlaE0UKg+tEWXMqsQeVNvFLhFlWSKRhYFtCErOWW1PAh0Y6gRTvOhPPkS5qhRtNkYqYj51SE3RtnZRVI5yeF76aBzxgwUXx+1Oh3LXo9OwYzMqQkkuotinoPMIGzmpuazTfhko6JRh8ltQ0uVbgppWe8cR4OoDWwkdsaopSQIkFiIoDAE2sIHYo0RgZoegGyDZQ7RBTVIIjZmXVTKM9yI+C22CJhStxZa2cpWNMLENnSThuQgvh24SQ5kekVDnF3MSamFR07WJkb3kfsQII1bMbQLTUknbcohMgoQo9sJCQd9ok8SvdtBZ46aFibIBPv9DQrWhCNC022Cg+dvEigNbDVTQ5oqFAM95uKQAjFWhIIdb3JEikEPiHPZShSBDvgiaJTO5nCWundbYxz1nKaW3K3uiCSRmUmlJLdUEryhzJSXY+6Ui7Ji6BinOVjKJHFP61s6K5oumI37YwFS4g+mgBrkrLSfTtaRF1dDX+fi93lzjvDeMM9dhooJJU59zP0QqB6pANezo/YCODrtIp50IEANVYiGRBzbkoaPMEiJLAO2rXpZIQmNfztg+dZZdRTruXa+pD5CRaE2twzLAjUihejTBn2uZ/lQHL8jM4sVcyk5Y1xlsqi0b7KzKiTBiRKGS2wRnYC5Vw2K3KwrHQtWejZ53AkNObZ7f9SoDVFR2r5cN6XnJ2BiIC7eIFY1uCzpAteFD7RCgOIZjpSjIp5ViBUlSRwkLIQV1mYTCSBXMQ5aVYZVCTkjw/qiw7GWvHYAsNa6ud044h6ZkCHqtSXGDPVthdaZShM59iladCZPIS1RxjMmIEXdyQZghW6xUocxIMVtk4r89BvrXITtMa6UDJMj6Uai5L/EOwQ7gdYP9cAvRTp8AMQZmA3FAxkjI5LliZFIq9tIpkALTMBGXeFMRXkxYlBCZpUINoDiaTJ3EcGk9Rb6j8phu8QpqNIelucxYGi+VUnZ9O1ZZqQU/+rZhjMmIEXcDTELskwZL4rREe9bGlbt20qY50ZU5y8vNXHvDHvp61nx3uNEO8PjYgBrRrkuAZALyQZCXs+KF2CqrhZFtil4ikUSjTZ5Y4KFnGJfmKodFdSAdZaqkCbVrlxwlcVXjTX7kEuBOglRNC9yxgOqAVVIqT8SYjBhxR/CHcFJdmZCirkp1Ll97N3ZgLmOCKyqMiR7igOH2kOxz11AvcteLAB0RFYZgTrxQqUIiXiYnGbtQVhKhVDyVrqzyzrYAheLDoAcr5Mh6iSA6VVSxcxHvJWQvGwBWbht78V5W50ZJhYTLpacm2rXvGJMRI+4KOQfFhGVCWqjzM6TmnMVStWjFFgwqsPPJNgKCgV8WGcQ6sr3nEPHFgHDXI8CEeIBUIV4gWSiCyigqYycklEp0pU11XUCgTKJtUYJWqAn/KmQ9F4bCpeQjubRaqdmJIg357sm2eut1ICQkuYXr2FgeRUqgAug0xmTEiLuCiCYmYv2POJNUQ0Ih1hnr09uaXzOXuYYw7yEwrgjleizOF0vfht4ApB7+bYCNjC4ADynEBlJx55707gJrNGrgBqZQmjQhCjJtcKdCa5QNKRIUuD6tQkwDQFqHY5SZKkmF92EVCvoIQ+9CXTSqDDBle2rTUm6Gy1gqbbcUQ+B0xIg7RqGkeRPgeWa2sVrIZc5m3kkjDAEf92Q/3gDOpw6uB/8ZZEMm64F1rlLvGmBHO00qaw33yxGg6cK0QGR0FbERE5jE2asKclMilqTe5toHNdkKjagaDYupLLBVhfMuA/jmMpVJhIFGnrHSGrW4hZF2cmING0GxjizL2E6WKqcC7G//i18jRiyBVMaZ6CdimQ4j+momKPTivFWTdu1c1mMTtIqK6/VYtA8avATYi7U92T6yuW6zyJEGlfQIUHSB5c+oSZuDqCQNFVMjoewsdPXISVMrIZUoJINRkwbpmYn20Xzh4sir7jllZQGkkIp3CLHZSdHSPE0jq52zwbDpNMZkxIg7RJmGdT6G1E7Q8j8b3WmbmY6yA5bM8bmPmA5761aiPGN67X/XVSwbIb9BPRhtZLUOaoleuG+8nYWS4L5HgAqBwAUiBAtMQAnBE4yYrIhM1Mhii/JBVdiVrEp111YZUBlEUBLKaePaLlMeUFVa1bxqGSTHzMhVtB9beskulmzsmHWJVIBYUJ8EMSYjRtwoOutzCSjTBTfbKPIaMi8hWechMGm5qgHq+V9zkpubKCuQLKsHp7wXyLHtjDHFougRIOGwCRuFyJAQlJVIBV+5Z8KS1NtKLxpnVsYUgKhIWANFWjrigyIbT/BNSjN3z8WswLAwq9XN5tbhFRI2OVEpIVc8B1CGOyhiTEaMuFlg2q069QTRYB5qxdb5mOzTmaEl07l7d9HNinOGFfaI+W/dWkTbK/9LpAVJZhOfl8dmXrP1SJtKkWeyRICkAnMEgRwlvMwUTCRRG2FaRmtR04KjuqhEIkp2kwNwTYRusMJelGf72GisAm4MyGQnD4TKTVjlW4BKXCFU1NoQ+8g7lda2CPwjEwmvBks9YsTNg7N4ZUQF/opvpvSXb5MaJddQZShbTQdcDEhEfSuNKlb18pZxcUcBjupSUlGyPQIUZWCXL6BEUBYo1VKXMJEUli6TGJWE6qDWEHyKKzE0QGNWCpmUr+lpb6ihpgak2KiWysUywS4OKkpCKFkrYkxGjLhZYCqvC9S0eDkbc0aumJlV3czdFbaGgj5ayMq1mhPoCnaBBRfEk7eGJT4bRpiVZAhLEaAogjQgKlBoRohUAJGH8lEIARsEy1GeeewIBGzFU61BmYEdRb4Y1lHh0ND51EMQ40mOhDvGf76SWEzDIl7cSRkKWEjtnCtFapSOxpiMGHGjwPwLaQiIuljcsUm5V6/JFlFCz05gFBEiABHrMDKD2NZ1P7Q01J1LYLPqffJbVatHgIh8gh5IGuQLJ+YJcQcLojQKrMcmo5KVIio5mxkCcop0wiLuMy+/zFvlcM9Ky0LxYCZUuerQAwuLG6Aq8jhUwhSJ+kMT9hTJyhEbMWK7WBtXoZBzMZaxUIhqzRTtfn5P2zb0b8CY55EVkPGzpyEM8SA7sJYfbxdrDrxBGbU26WMpAhQdgBQcalHwPnhCO2+RMaex2LxYsoCdRFaFgG42hAbWrMAqZi3VQZZ72kgnY75noZRskTuqqWVWttRFwiKkYdEYu43QMDFCYBJjMmLE3YL/qtaZjaumZqunTNZjylfhO5Dh8uQmua2d8fyVzfcJXdaLZAh9AszgDiBzSIi9eILMYJJQ1mWyQyXsa1Z/xQtElbqupLAWrGbWUuxZsTUjnKlmUSgz5O0YgmTAKRUysQrZKJAGu3IvBdPDxx1jMmLEHYPfcbDkpEzN/hxt85jNJC2qpC4xICZ3SA1kZv0Q0839o2lLGFBtgKvVujR67Dfcap8AgwVED5QqjylScrGjqFDZlLmAssjLxHW4x0slbMQmAlypheDGqERv8qgdi/j2INu6cHetQJZFKibkR3lVcValzCt8jHK1rhLuqdRu7YWZESNuD5iK3clYcktztKPgrRVVbbRg0q4iQOWytsH7FQACPhoPHfcrjq5HgOYCxEoMl4ILsAVFUMc0EokylQQmUaZWTqPI25eB4bY1DXJvrrWVddwgUZFAzQblsTC0lyWZjW6iKhHZKKjewnVurBGlA2cJI0bcETjnI4DTrFwzNTtFmsN4FSWv87X5BtBh5keG2PCS35CvOwGPrNeZUKztYpcACxsQhZDMCtZScPznvS18Qc4WAmuGgdXIwEJGFsNaRkDlJhWmrUrDGlv8D4kICm+v+0CJhAVRPihm29rF5sJ0H3WzKam4UTanxpiMGHHXwBRHBFYoqUZjy5O0q9FEDhXXSZYOTW6s2JCA+c6VnvhyRwim6xyXddpzN3TERC8CBMQG4ILCCJa1OU0r700jAAtJII6rpGY5XlIA2DlnRACGF+0i0UuGLMrKSGVDFT/FlqFi9bYYcnNFq1TKArlPqTTAvLPcbfS9+BEjbgWc8inpPDYwMEl7Ki1+6lZzgMAbLe1lnxUX/e4Z2h7qALtHKbnuhtAjwDZyKsQROm4sxwt6R1CUlG8rttVsTIXIKJkGSrKYMtrRStZMpMDL2ajhXOE+yA4Dsble+MaOmeIqStRAloZKAjQq8vcJlVPByiEbMeK2wXUdX1xBmHaJ2EwzmRf+6GEtpggBa2jpp89shAs93xSyWQ2OctKU3kBo1CswGAGKq0gDhSaSJQgqTBFhlftixGo1zFIps2nqM0zlYZkFYaygTLKbth9ZWI+XbUKXgL54s690pRKA3bLEcpnJEJK0BlXqfozJiBH3APxALv+eWefmwCw9b5+OL2rA7I7sOuRTEQrMHhdBNpsYLmEz/xuhdGLIJzSrG+oToMnA1/RamiBDUKdAii/nlAmdTMLC9cLGhjZSYVo7gz315c6srEO2Bd043GOJCsTVdI0M3zgbJaJAkl8AyyGqJIwpUY+NDboo2lk9ZiNG3D70TWROSsR/dW4OzVJOYZbEX6ydC2/jwqZhTmQ3BBu5Cq5ar8L17Uf7VFRc2EiPAE0GhsgCLzOOA65Q2CjTUig7swegxAWWWG5qsiH2qiJ1gFQIc/tFKW0kJ7o5oFHYeRJ2uJLkxm0aFdR+GKSugxiTESPuBUxhWubN3FyaprCKmMBllrGJBgcqFPBnMUM0Vpsu4RKmAXam196lUatT8gv7y3jtR4CkCoZCyR1kB0AEUTVMkJPCcZP10JSEVfyitcQG0koXKRukTxnLHon0yqvQWmh8sdL/B0yzUuA63NOnOieJL+nTCxNVUAmJVhq4oyLmyogR9wa5sLmr0VzM0gXOe7UAOHf9Xb+Ep30qNLGHg0GYtfXWodtAk0W6oYuek6sjm8+XdxujR4AYBCFDL28aQUdrGmRrgTRHVjqZZKyFNyRrIaucN9CLKqqYG1JvyhsqU71GqZzsWpi3CXqTxH3YWYrZYU8uCefsDgG5LYXbESPuETAhPSen7R2KMl/bhd+dvd0P9HPURqX2bDfAhRTireBS7ZUDQNKtxZxLVRTCpuhHgBmIEUwxusEMGmeRlQsihmLSUpjqUpagXWYqmBXv1EpUhR8ktg8apoWaYxWVYKfQDwqZ2hzdtzPupcOrbHYRFWQpSbZwFHLqbnkujBhxATQhY1JyegbWP0qL8LoodZ1q9dVvFhr0FuJabGi2GTZzRauVli4oJivthtAnQPMBeS2YAAmJg7kaXBWzqpEdC8JWMrcwMk0qQ/uswxdEbZGNZqizIjQEJVJfUQhS0tAG6RKyUm7hwol7YYmlmg2xL+nAR+SIEXcILmyfvbZP613xdQVozVMiTt03waRXUYWWQRMMbsqAW8XGrLsKKJGPON51psvoEqDYxpRhkjFBaFfKAhFQpYahUwRXRVYW5RazanFhfgq7tHVpUFT0xWC4FyLAenrDaqvKUQiXRIisGP1FVjW4g0J0h1Rl0NU0xmTEiPsBzsg4+W2ojL9qPgRY4Gy3nC1HPe270KpRMIi1YNV6kGg2MtwEcrSBt8Zk2Zoaa6u0IXoRoJmA/AAU+lG+yIiiHB86FyqXZolk1WB5RGz88rPLOeSyS2M6sG3KlFhLOkVzQi1sQRq0VNunpfksyDvzVEkjwaItKBT1pYZxxIibh6ak+a6ZnatOVTCTyYBp6XTVtPYSwm6T71iv8HFFoNWQrgg6kAsll3TWI0CSADZxRRIDWSODKpcB2JNXlIRKUOioml37VNJaEg0pKEeb0HIrppCsiTw6yEJsrKb3DCFclFvSZhtlmoYF5bBTPtxzly3hU5CHjnyMyYgR9wSakvqNkDo5101TrJDlf+jofiGwvSXMU6zN/sckCKcPKNd1Zwi2v2ytJbBDcnLpLvQJkLyAF8IlMZRJQbDIHLVJIuQTvKACbZjSiFKVZbaiTmWlXmq4szkkZlwbIvdSZg1qvOllncp1KtuxCgoH9P1GGlmvVMVIZWND7CWwFIgxGTHivsBzst0TK2cquK6Zxil1T3Trt6ox8bEiIrMWqtE6uQ5WkOmlUA7h8t3qE6CWv/nAoEyuMDt4086RVYmcvOMrrG1UN5srblOJjZr6zoVfFDLVXqXclaKEa6vbzKGEzlBuEytSljbqZqvI1lpWyRuDyRiTESPuC3y2i/1Gk5PPfl7UB6FWzGugxzsg9EpSRGhg5cXYfHHc0jIijbKpSzfXI0ARjqiAEhPwg6PBskkjBJu4TqQdYxd4czUIUZZJlAdRSWNOcgUq3CsV4Z1Ces6c7ItHFzvLvMujQJkBQx1iZkoSwWSMyYgR9waelF7rdbGvnKpcL4NmzezmSTAWBiSuDOuWsbKgj2XDjateH1doqh8Bii2ASCUngkSECJiwt+CtFAOQWbtXQlXxwtSF2NPeBZQkGMpa4fICvcEqUkHpDHJUZJpZKeTIVwuzWV9FNOvSoTLLF09GjLhzeFbmN1cumKMkv/YmcWPenOBw/ivFtsohy0L8nqFPgEEXJIxIRBLkBpOLE0FGgupwYzH+0krRlkuiyKr8bxBroAi9rCzIS80ibzlJL/VA6VjkACiUyqpX6pqRZyHQeCu2MSYjRtwjeFr2TlZX8xZmcy3tVMoZTgueEZMSu5cHe1hT9P4AB9E9jh4BRggVKV8gA2kyI3IgRzicEi+xKIwy5cs8YgWtkVqtgqKgji8ZqUgUJFVYJid1ABWp0D11vegVXkzso5ZaKbl0WTkRPz8IXd8l34v3e8T3DSaxCAE1R7tc2EBsdt7c2O2f1SBbGE/ff1k16RsSXYvNrO4VliPAoAskQR/BGISIQSwVZUKk0BZTyqoaGcIJ1SxRqRTOY8e89w7IZIOXE0uyYwBpvSE6i85bix38yJUqQwEhipgv5a4XzCtQwVyMyYgR9wkxL81V3JG5BicraQt/Dav1ubKZ5JbWTHv6uhAbGW0da9fqBR3qE2BQTJCFBfELYyPkxBMKk5RJ3goTFYUxkaFk7Mv9BdlIHQ5snu47YrfUZRV+LozBVmhqNoOWBdJIgVfyXHYnSik7GLUzKCHFmIwYca/AiYlXvbhHYWi2hq6J+7r/NULeyLJIVxPYKv39xsW9HooAyQdiC5ABCYKJ2EJpxE/aUyNrC7ljmYmxAbLULDnwXmqntGtchtIv6tBLFDp1eZEJ2SuHF2tYUTY6ZmKJcrJyeLB67afKiBF3Bk1M7iQEpVFeiu/0wr5+u09VjJjgnujxcX/9aX/N6n1s2d0AegTIZwrUqEgUQqZglrughhDCQAogwqdOXpXFXbbMQnEOdSyXkcAk3FCyiZTxSq5yzvuoa2vsXcVZFTqhZDNJbjy07CEk6jQJ5CjGZMSI+4UyM8lr9QrfQHwnQFvnctw+rqXANK/9iS0TzDTZu8BtNL8UAZJSsCPTJBM5GAvmqJEYcgqWXETJCUpoZCivCnxBhGOzH3c0hKCNDqWknpJdpJAO+dY55ybhLOjLUFWWuBaleBWz6B2TsI3yLmJMRoy4ZyiUpn1zPyTpTcgJLIrMTNTLrFEu93Rmfddma4DbjT3fAgX3CJAkYJpwNBWEYnbAK0qYIhcGfoWlS6Jceu39ooEqyUSlhg21g2iGUg8kiOUg+Qt70pAFAe+pCOswYOrNL1S2J2wUpFGRSuCfebzgEEXYj98DHHFfUacmpYj7SH4Uo7DHcSVQhLpXhGrxTUAUhjN5OePDFJy9G/T7eRNYigARM4EXRBLKlCQYQyVOrQGjIBsW2ChRGRkayaLwY6R5yS/rs0SkyGLvZC4HhFXqi+Aw1dUDkMyDrseq6UFFfrktl0Ct6iyWUBFjMmLEfQNZzNTEWeqZushfy2wiwhapGJjYcsJPfWzJeCA/foUmCfGWsNy3m0aPAMUMBMlAUVLhLeS4tzqkah95biolJBcld6ym2i6q1SnI0FayCXbSzn3x2TMkfWWvgToS/ZKYWylhAZL0FCIkl8RLWswCFceYjBhx79A51w1wwlb90vR1dDf0uR4qn/fEvNczEpYeGf09RI8Asf5BFuIC7pznxpwzFpiXmlQBW1tpU2mowqx1GQr+FUsIrs0SabkVjQUSUy0SGSoIhD51LqSx61CrktACUeh99AAZMqtMwwyIMRkx4t5hQbqyyETieZ6/KpfTN1NIXCmtIlFMQX4XTPx1ZdvBzbfQRY8Auf4rDZAilC/8YdkFFJB1gfPcXEmwqaMtK8MKDWWwV+C6xRsgU6kkNbCqAvQlRnXFaNAUzGIpG33dXO733ebUcz9eAxxxj9HMznKW2uhaFksxp3RTJJS8V0KeXN8F+l27BfQJkKRQQzNmTRHMmyFMEtTSIIosFVOraBsm6QxbGAnM2jTsyhmvNDQ1UUrk2xqBH/O+N5L+ak3BDuUklLaTHmJsyOl9h0X3n0uAGJMRI+4hmukJsfutaIBMlpJFTXRpuue1zbUeVtIaiPwg1ha+f+gTIHkhOMJ7sgJUyods0YmJJMWwTGWURJXMi7NglrFdIBuhVoJKrSLTWQJQRUUW8UK3zWKuyE5YdrGUzGQ/sC+bFeHbCRoTs8aYjBhxH6H5We6EMDevD/8rk5eCXtJYXciSaH/8K2Z/1yBRXH6/0CNAR14RNXEf1ACILZQVc2ViS5XKIjRUkiS1o224kw0rYMe8VVYzK0/MUkP/UEVheKDOhRTxfhl845DItQvTg3Thg3rovDEPvVygLkTfWA7jGJMRI+4lOEFNVfweH3N8gc+wNZNXZSUvoSntyDj79WXAyA5gTdHVcSNON8RyBBjcYIIweWijgDwEMUXJ0TBT6WNrUPiHSf6AJRF0RbWbkYiXXRSNRKfmOUupDJtUuGsSkFCl8lBHWRyBUQRCGXiKMRkx4l6iT2ttWicvpMawF/4pamyBmV+uFf4w0CPAiL20QS7kocR0w7yYJXOWVB56v5CRi4zXZGeP1jOvajJMpLrRWMS7o7JwEFKosbcKewpQ0QaJOhIVXF/KTMMKib7/LDuHlTEmI0bcS4jaApjJTHLXmbuY1q2CYs12LMO2pwt0620ZN+b4QixFgCQDbYJDKuyZIiE9QJQaOSSWpCz6EEwzWYWyiig4lRVT5eVPlthliVt2U1TUbwCGjlB9amQdlulUkiylhEQlLU2N0jAlKJj+xmuAI+45+JsfIfI2CG+EON9SGGMDJs4RbbZRC5j4IQ1hXdnVcTNeN0WfAEkWQRTBCskdQRZJF1HOAryyHEKEVJRCqaiq2IlhlLLQNjIjXJelWT3PgVugn9G8e5wutaEZussXd26ZQpiHcZhTrV8ZSfhSYIzJiBH3FJiiMU2x1zNSfQWw4ZRS3AA5GkmMmBHk6Xpdy7vANfpwlYpdAiRjVB4gPTDriKnkWBL8k/YqtSFRVdCEYSS2wcuavCSHFApVl2F4kqyct/pVFe3CFWnQkmsB9K4W0t6lUatYpr1NxKNqAhivAY649+ie7VIUoUk4R2p6xK6xMqxgDNmD9KuwvvS9RD8CJCUwhiJ/QAYZUIOEtMAXso6VSCcujiCKhtAwkUWokodMP9AomxbeW4jaapisFnIWGsxJU8iQ72E4dBJBI3dyUdTMWNBmpSo2KY0kx5iMGHFvgUlaSE53NPQdFsxffR8mpzDTlIX4pgsjB+5wJo0/3gDG313jWn24fNUeAYoSEhmGmUX0SoMIpoo1EwdpkQmVk1K7VCOgAe3YjjTHTFbJpjPDPBOXWAqfkgRLUFLvFyvYrORrYe4w5E7lASKT8RrgiPsPTtL6uFNmGfiZ3dqP8P5kFsvwY56zXbxZvkL4/qJ/kBuhHwF6/ZMpxAnBNBwpjRaU3KiM4CxG0XZKrcTeVrLQFtXiPzhcbJUzsnG2MQ/YgAgJicyZ2CFy3OMVTUolTaOwhM2SWpEg28hSjjEZMeL+grOUUzVnK6ZuZFJj9OMqnyHjLCryP1gsEaBIhfSgPeMtEQN5IfLSKaPNlrZzagPsxClhIl1aAkxYlCZhDdBtGKUceb7VSJgB5UkXX10GojpqMMUL3REjRmVrimRRcJ4Kegd8HTDGZMSIe41kPIFER8WFzIYJzgl/P3GL/eoRYCUISqQFCElvgiySxrBHPlWRNjm8aMhEmsi4FBkTlFOqoprNIiSTga/0CbQQUdkdQL6K2lRZzEIl9GCb2qIMI4td+LeVymJMRoy4x9A0JeUphxTAOp73TmmXZzPOe/Ne8A8ZXQLsY2EawKdJ9wOlf71g6eNm4AMoNfNx4EeM2Bq0mBT2CZDm/EaMH5glZsyEmz/bYxdVbg0bNnir/VpPgIiowFvsUIez+uxWe1zMlg5CJXhnEGMpP2LEiG2gt550gsMrQyhAUZN0sbXrf/32l1pqsa7sTrCeAHdwRmjq6vzPYO8o5jUgLCX9A3X1+crfnh8xYsTVsODjmyudTefTTW7pbikA7Hth/n1a4x0CjB8VaMBwWiPbOabuR0db1LwLIRiRWxv+db2OGDFiM2hR1W/uKwS8mIW29MyDfsS3PgK8d6gEiI7zk6RDXKC/OJ5W3T3ANjbUv+MInYgxuO2iy64bfGyNGDFiCVpfdVny/Bd7aNett9u/BngfEQTon3/Cq/y2lMFB0keLKczoENWiLWmGtB1dvw0k0zVo/YwYMeIS4MpqV1eQ2/rLfOPlKMAEqIsIfBzinLsoIuYaQgxUM5Sd4G7e+YxpMg3byX7RakaMGLFNYG3pkQbOII3Fti7Mu8Mf/+jhgtPmmyQOE2BEfYoD2wiQzyhAggFt+tB2pxP/dXL1bFj2OpkeMWLEjQELLBcdRD/fheLKhXefToLXd+XmOmoCFMPxj/d828YcAcZFBaOlvOFbHUbWkJJRYxNErgftNrUdMWIE0KcIhDFlDa3iwHtzDnyH/TABZvC80F/FfBFhcnPa23S2e6ejdxzBd9xL3yXL1Z9LXU4dMWLEJsB64pKKZeWnwjQnc4PLbbwPYgJ09Mc/XgOMEoHfKRLKCWzDT33+62Z9DoxdCG0A2LnOOGLEiOuDy6xdY3i1ywxkt0R3W/omzPuMiAABj1+PxKZ5WW+alwbrkNWrfIHuaIoyF4Ul28LFYuXI932OGDFiMyTDaQ35kX9UtEutv+zu4P/hrgz09AY6awLE0CEoA6P1bwzN88QVRZIaglzqTY+8QH0IKaMCqNQCsDhfFQGuUI8YMeJidL/BphjQi7Qu1T7h3QClvF8oEaCCsj4BFdpitMexqpHb8k3dfkTIB6uE2LWed9+pimHtiBEjNgNYj2su1h0X3dIyhabqBk6Lt4sbb+C6IAGyk/r639IXg/hAPQmiMsiF4yq3FfT4r14/BLrk6Lo9D/wOzrLTESNGbAz+4yoXMZdbrr4BBipx4K2cAt9CE1dHRIBgnqFuTvN7ziIwniI72yM0o+ugG/8NmPfIllm8RgocMeLqWCBM0UJsFtIgAekbvjfw5dyew/ciAuQZ6XA3y61bk1m9kDdk3nLXYo54rlrXopQ6VwHRfkR//RB0xIgRlwFDDa1OrelYp8Ormw8BbpfhFjDU0HDj9wURAQ4j/hGEkpkpAsLBz40myNOHS5Jq+ykTz9aC0knFyHwjRmwDXFqKu5o1liuwv25v5N+zNnV5P4LDIMCzpLgO6vg4AozH+Q1c/wOaM15ItOOJLyLBWsAwb+CgR/IbMWJr8ArDStXCi/U2sOyA9+hLMNcBjnLlgQYBLs75Z1VFjZBdH/v5oiG0FiVWVLEyMOWjySgSDP/CqINBdyNGjLg6tOpafmvECt78DPH2cZ8uDyJO41/kCso9EHdV5fP58MdGVDYPOgPT7uW/5QgQ1mP8N2LEVqE15t05Vmv+LQGqbV8EfF8B9hsIzsr/gXj0uFuseqizCju/SA/LxfS8uNWzVgcaGTFixA2Aq5D8phQbv/IiOixQSZP/AYPh3zI5TUuAzDJFiDyrHWQxKLPACQ2Xflyy+3kzfvqMGHED8Ar02svVmtRHFrSsfG+BjmhQPxxEbczxAt/QNUD+dEgdae11ATB1S2DBePI7YsSNINYgEkrxsjJwnuHgGAKuRPOvHMl7UizfO8cJdLmYECnprwz5Sh4cMWLEDSBWHlclNuSk6Czc0IwEuArN+SsFvDL2698vnjf/URMC2a/843ByY8WyZsSIEdtDrD2sTC/WzDshinh7FMiQ6NYauz7qwOD0lh8lJZDrntrWZ740sV5zs6T7kGliPPkdMeI2oChGG9dguw6LrGXeltwwVjaFglvsxsVo/k8GtNayXEOFcT6cHa8H0P5aUj/e6+dHjBixbcRajDCGe0m5qstSLXFO0VyMS5j2cPWat45FvQY4XfS+JxPhXT7vNBmtMlslzxEjRtwh2giPCb8aGKJwq2elaOoWW7semru4cxBdy38+Ct76da6YBZZvk4wYMeKWEauwQ3hIwHjYSoRSIkCilddjc8v3F7qTS0yX//9t2pwHx/ely5Co1hgCjhhxL0C+C5Hf2OjmfxhUdkXgJJhnuf3wj2g/NywWG8eNum8yYsSIu0MsUiTeJC/OEaE0/wRclnK1HhHQP35w6w0Ksv07v5mFMZPBfy0ZMWLErSIWYbN+wXzI1RXdX9vfOzDevfIxMgYE/XVCwAgIi09RX+bisiFMxgBwxIi7Rq5CrU8vUuyDE2LRRiJIbhXvC1b0uXDfFY+J9AfCq5dMGT4HUmAaBJlP/yP/jV/2GzHi7uFlyn1ZuUD9R63mvxjeXwwfQhyg/q4E/rAHRqr+T2/nZkg4RZLa/OrgGP6NGHGvEBxQiUC0MNW/a1XlbePKzLQhdJBFugJ09pt1l56ZVVya7hZZvFgR/nVrjxgx4jbQLn3J2GlRv1xgfd9CBLiqgRttuFDeFbmPYOzHTZnle8H6bw84t346z0BwPPkdMeJ+Acu0oQGL2muxNkXbRtPUAK5BTpuA7tXAVdsR/ekEuFz6a1mQZ7x+zj3vlCiRfsSIEfcLXJ4ku1zHTCXf6NUqtZBN3ioq5V2XZMl/5SJgF+C7KQdQ3xdUlk9WHTFixD2DmUiLM+iAicKam44Be7jNlvwn8eqYLvRLSPpCjMSG5UB//KZ0ul/13b8xLhwx4m7RUEBDCeWRdd83tMR3zWOs10gX57woOAW4IxviD7yY1/yGf/VtxIgR9wRey8t7oJe9SdxKI2yGDV23sbwH0gFjQPNf/YYgQ0MJIwuOGHH/sMQEWqhd7S1R023Ah3L9A6oM14G4ryXHkfZGjLj/aHjBi7f3LZjrM8Y9wBYPwveAW/D3znUa7Fu+vS8HDtPliBEj7h4ihrIr/7/gJLEt9ri8n+u3DA/bOfFNzHv8FzdDIgdgEFdyXp86R4wYcU9AhjhHHJNy4hLMcZHpJVwF4tbF1dAw3zW89LBorwAi9Bt41OlIcyNGvE+oaxicof8FsdzBhRxykcGFDrYKt8a9ePBaTNqA1/mKOHg7ZMSIEe8TCjNwNStTf7+xg+1QyBDWeF7XKMpWFFO9VeKriJjvfLHiZsiIESPeN3BNnysxX3htd7ijk9kmbsSxiU+ut8yBCAH1bZfLnOiOJ8UjRtxvFJJYzRZb5ZGbRFIe99vvNK/7Nd/2GzFixPuOspwhvDc8tw7kQByIt21jzX3eESNGvJ8AU8T/cF3AGWeXIZXOCegNkNEQmjZvqcURI0a87yBZ8AZwh7MG8D6EP44AR/obMWLEpmD8x9cFzMFHPm2CO6OfBYLUG8ElH201/g7ciBHvEfQVN17ev4C6xitgmyEfCjNixIj3AqS2jANHjBgx4ocFxH4M/8q/O/ygcdlB0JNR+Rf5ESNGvGcIBhxe/Uu6y1LE9xgd2huv/Y0Y8Z5iESfBg+R2N4x3F61ess2gv/61g5EJR4x435D/5nAd3tk2Z90N8wYubhzEd+7HQuNVfgZ9PBceMeI9hB6GsFgRBF4Nd0pgt4ABrhujvxEj3lcEYV2Ht77vnNfDgpcBz5dOgkeMGPE+Qvz1AyOxESNGjEiQ/oYp8AdAjCP3jxjxgwava400UDAOxYgRPyjoelbvV+JW4Zbp4bafdXBBWyM5jhjxPYRubm76rw1ggdslgvtBOyP5jRjxfcZi+DdCAldZ/1vgDAeAI/mMGDHiJoHzYNDMOqbZJgtdytcN0N8FhzpixIgfJm6PF0YGGjFixH0COWnkJWMchxEjfpAYl75xQ+Mw/Zd/+7//6f/8vPz9MvQjRoy4F/g+MODwMWx6ZDc3AtODX/6fn3cwEuCIEfcNGzPA94Esbw/nH/0SlPdPP/+nH+EVfyMBjhhxr3C1Lx9fXOd2v9R8H/Gr//HzH/3yt1+dn5/tzBfzxS9/9PMfjQQ4YsQ9xMX/GlIMUqg1GqobWa/g/KN/+tHPv5w++5eD6fTxwb8c/CcIMCPA48+PXx8dv8b+9fG0lV+/rkPZysfHIUk4fnrsDQaNePz6mWwWr49ePKBDuz2ScsSIEWtwMXEtWayqUvV3w4d30eYypv+G09/fffR///zn0+m//B9dCvwnRIQq++ePA3/9+Jtf/7XI/+34rx8/kAHw+v9t5I8/fiph+urj30y/sTW237xEDYv/D73+x0P9rzcK/pxeAdUcwCfHO09OvyyNjBjxg8bmvFEsmyrd2m1uc7+3jRvt2WNS3n//7z/6+c8/mh6Y/sop8GlQ08cf//N/HIcE/P3XSXRAKx9//FeHgIuPP374eVgDn+38JiTSHL3+69Odxfzjjz//vZXEX1VzGU9Pfzv9ZOfoZ5EdMeKHjqsQQq1zf4luEDfd3d/9nKfA/wM7RoBIeAb8TybAF8++evabv3789MWzZ3NEgE+fIf/sqxdTRHoZkDG2ayPA/yVh+vHHv/n9x/88e/rg6f96Onv6Yuebj//jfz199vTPH398vPN/ke7+4zc7IMDf7NDlxx8fPANUcwnTDx/NkLzY3/C/wkeM+P7jZljh6mfCrHnJutX8piluPX4JxgPnIQJ8tjjAnveC25sgeVqLCPA1aerZs9mLpx//tUR95bQXgI1lBnd//vifwZikTCj+4+M/q+Djv/4G8u//FRT4rzOEiVaCCFfi4GifPn916OyIESOAa7HGevK5jGsz3+U6A+v1HUhczu0V8SN9+YVhX0SAkisB4kxWER6IDvjHv/4jojcQ3YMMyEh6KRcyZAT4mS7v/eNfP/7H/9h5AEJUwX/88/+DCPCznc//GafVqUQEqHQIx4fTfUSA3478N2JEB5emhw7xNOgqmduY1KrR2WYV7h/+vz835f3o57P5Q18DBAv+W5SKAEVqvxYBCt+01/16EaCvAc4//uvniAITn//m4499hotz4J1//vj3OztPdfXPxMewcBUO/zBVBPiH/fd0fEeMuClcZ0lsUHcj92LKruVlI8K7xS9/5JNeRIDzA54A64z4d1FaI8Djv378+dPj178+Pv71DKRXrvsxGgyRZMjrdRgCntUufn38GOZw8Bvw3j/+8x//GQAB+nR48Zv/qBHgSgI8/vL0p6cniDDP/zR+TWbEiD42pZoL7PoMtrnjFbhm9S042BS/cwSIU9+vzn4Fids//fz/F6U1wkPU95vZs0+/mukaoG5bQHz2DAR4IGk2m/4asdx0On0xJ+nNp2eQp3MafKZA0Jj/X3E9EOfFJj7eJl6N6d9nxwc700d/iPyIESMqrs4UnZpbI5xNHVW7rTV9JTzWbY+f4zWb/sr3QBAQRiGQEeA0L+l9/PF/LCz+I2Wf6f4j/j7+jx3Z+Kt903+tmc8RAT78zQH+/hUEmDdEECZefA0QZvuznf88PX0c2REjRvSwHQq5tpeNLx2uxW3z4b8x6uNJ8H+fnv/3X/7yl4wB/3uUAZ/nHd8axf03XsoL/LeOvsq/36lf8ftX6P9ZPnaefPzxQtcAAdBoXANcdxd4xIgRF2HrpHFJh4vzxXxxzh8ov30Cuy5+GwHgz7/cmU4Xv/0lAsB6DxiH8+vjuMn79OlrXdV7DEJ8+uvj10+xvZ5J5rW+18fQ//ro89f8g/qBpc9fP51Cjv+Re/b55ztPj31DZH78a4/V4+OvlI4YMeKKuOM7D+KIKfiPAnryPrHgr35pCvzRj375y//P/0H898vxdHPEiPcPd8o654gAdxYX8fC95MbH/Hdgff9Fye8+Cv2IESPeK9xlHHi+2JmH+L5h8S8MAvn9l5///N/Gr5uMGDHih4Xpv/zb//jy51/+8t8evwzNiBEjRlwB5wpE/VdwL899K/Kf2UaMGDHiqlic468luvtMeiNGjBixXZxzp9hvunMmzYgRI0aMGDFixIgRI0aMGDFixCWxs/P/BzIsmBz7PB3kAAAAAElFTkSuQmCC"/>
  <p:tag name="PPTPRODUCTIVITY_GALLERY_NAME" val="Hy3ZdnL3Q3Lu0dg0uMkZfxQNLZPdaQ6MjGgJRDB7hK9lFajIz5S1XRaqUGMFAzVlwl999UC6QRb1yWFL/a7nzw=="/>
  <p:tag name="PPTPRODUCTIVITY_GALLERY_TYPE" val="_who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wAQSvf3997e3u/v7+bm5hkxAAAAAAAASu/v997e5lpaWnN7c73FxZycnL3FtYSce+bm7wgQCM7FxaWlpSkpKZStvUpaQrW1tUpCUnt75q17va1CvXtCvQgACBlKGRl771q1pRlC7xnvGRlCnBl7xVq1exlCxRnFGRl7e1q1zhl7GRnmznt7tRkQWkpCc61ahBm173Nzc0pze3t7jBk6c0pClK1770p771rmpa1C70pC7xnvSq3vGZSt73tC70rvGXvvGUp7xVrme0pCxRnFSq3FGUrFGXvFGVrmzhl7Sq17GUp7GXt7Gd7v77WEhEpCQubea+beKRl7nFq17xmcGebeSubeCNbenBnm77XFjEpSGTo6OoyEhK3vSkrvSkoQ5kqcSq0QjBkQhHvvShkQ5nsQjIzvjHucSkoQta0QWhkQtXsQWq0QvUoQWnsQva3FSkrFSnvFSq17SrXe5hkxSozm77XmxYzmxXsQEBkQEEpznBlSSlrm7+al7xmcSq2cGeZC761SGUqcGXucGXtSGeZz7+YQ70oxGa0xGXsxGdalxdalUtZCxdZCUtaljNalGdZCjNZCGdZzxdZzUtYQxdYQUtZzjNZzGdYQjNYQGXtzSkpzSmNaWr2t3q2le60Q70oQjHsQ760QEEIQECEQKffenIyMlK1SSq2cSntSSq0xSnsxSnNjlM7W1im1pXsQMSm1e606lCm1zmtjawi1pQi1e606cwi1zvelxebexfelUvdCxfdCUveljPelGfdCjPdCGfdzxfdzUvcQxfcQUvdzjPdzGfcQjPcQGbXve4zOe/fv/60QMSnmpUIQMSnme3s6lAjmpQjme3s6c+b/vbXvnIzOnAgQKRAxGYSlnO/O7+b/Wub/GQAQ1gAQexlKANbO7+/O1s7Wxe/v1u/v5rWtxUJaWtbm797e1ub///fm7wgQAO/399be9/fv5ikpAN7O1ggpAM7e5gAZSv/v9+/35ggAAFpaY1pjUgAISvfv9xkpAO/v/1paUgAAACR33sA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zXIcR5YuikIZkQUZjKQaBaqLmlQ/QUlmfVj9GDCO9yZHd3JGPTo90X2U3do9atNIHPEtLobX7JZqsuuYYJIR1oONjZPYlFkn7X4/a7l7REYCCfBHIBkfPMOXL1/+F0j/cnn87n32QeEb4PGfHv/p56P/a2/GjBkz3hDBLB8K/h/8MXz++Wd//uGv/z0GMWPGjBm3QRDLB4rP//x//OkgRjJjxowZN0QwyQeD/2EPsMWfv585cMaMGbdBkMj/+EA2yX1DDvz8z7MfOGPGjJsD9CFyufvQ4T9R38gDNP78p0UMacaMGTN2A7mD1HL3/wRGdAT/R6sMfP3XGNOMGTNm7IQgjw8C4rtKepue67/8fYxqxowZM3YAecOckofZ7uiGZz+8wcdBsmPj88//5ecY14wZM2ZcCzMHiOWu/wEt1wHUkhoLGxKf//l5jGzGjBkzrsGIP+4w3Ekd/Rv1WV5iSX/+OIY2Y8aMGVdjTB93FOqfHUF8tCQOBZIOMRJgdgJnzJixE8QYog84V6CTO/pR99RLoiG9BDJhGYnP55MhM2bM2AGgC9MLN3cX0b3KcYK9wAiCufKzz+Zl8IwZM66H+SI8qLuLOPJnJ9CEp8A+h2dIkR/h8/8jxjdjxltH//PfP/7hn775l893wr9EqYq/+8/f/W6H8J9/B9ORbjLQcK+k/+BGtuIPpVgotuGLYsj6N/CHyC0NfvFraraE0uDTcU4bSmulgXuhaFE697tHN9qhY4AswCvmE3zu6l+BO9vAXZeuboAfYoAzZrxNrO//6ZvPyGt/+fzzrxFRvurz+ef/HCUrOF93AQlwJ1NO7BB/97tf3chWgKYCodiGL8LM9W+g1BMN3ovkFbDh3stIbkEOoHb0D0ehqqid++JGO3QMckVyxl2GSS56ysOBcTo43D9lWeaWn/93jHDGjLeFk7//waQGmP2u/fvss6+jcMXfxXy8BvYAd4A8m5B38ADDbncC3OoBGm5wB/7LBv9/kdyGMKsd/d3fHoSuYEiAIV6DLR4gIG6ha5XscZc+QBAfENJAEUtjSU3OfCZkxlvFwZ++gdsXvKb46798/vVfrt58/vmfo3jFjvP1lh7gv7qRrfjD38LwDT3AUo8afBSJK6Fy13MlKI2oHQXunVqZuA0BbvEAgzIYtavOO/RnfsM2+yggCqnqhJTn56XOeHv4vx/8mfSHte/XJDdGTssX3Lr5euIY4IPf/fi7XQLm64OxbjIUAkTqWg/QK0tahmIbvhjUvwHWw1rUYE+yEmFRte3jgunaQTMZsrlYAlMDjJbBIEBm4AMCvMEOHUNOVkMldxTqHjZDj7DtehzHdMLbzW/ejBm3Q/9YlAanD5sgPpBbOHn8bN1MHAP0lL4WWPftZsoFouY4KehaD9BlgFBsQ3WyNhaghOtBi2zwIWWSTOu1bcAFT+nVwnYr4iAgG2jM/te/WW3Uzt2/0Q4dI8jCPlYQx92CWU5H/AjJiiFJF6RoMBGW84mQGW8LP38DNsOiV/SHDV1AROQ4s5zcwakNKDPqqIj5mk7Ttk85BjiV2X6qB0hc5wH+K2zMU6HYhiPalPo3wHoENvhfQw787UcWRPgHbf82aDBWyzbYDIDtogGoUAvx67EziPtUqNa6BGbqqs+0BwgUxjCv3LU/98t9s5gXxERCGQjhBRZG/H8uYpQzZrwB1n/6lzjiJ/Yz/iJvkExoKN7YfP35Z292DDDEqzEgwP/mRraiLkBDsQ3XHQM0qdgDRFSctaCrsZNXGuQhwCg6AZb6SXalgYL/GkcHgdo5LI25l7bXWLGNAEUi9LFIHXftQ4DVAlWi2KSASEnv44b/FKOcMeP26HTqN2lNvp+8QGzjnDBoEFJswIyf/3tJfjaxBH6AuZgscRUwX2l6PYIAXecuHqARim3QMUAy0v+cJMD2MpifLF03KBf81zE1jvGjF7v1MhiCdf+veh43CBA16RjgDpgehwlD2CCUu4FCa7oAsH0WAjnOYl4bGJEgufGZZ8y4FX7+M9exXNLiQ6+PDGeNdBbkCf47JXuFOk9Cwpw4FP3o7x60f/Wk6L82WvzRtylnge/921/bvMEfHaMw+4drrwOsjlUotuFaDzCABqvp7+61HRv9uWAYAk0W/n41f6J3PoxZD1baLxT+0CuP7BzDwOC/aKu5YodWB7KALFGOrwFeT96lP/SpdnDEcEyCBqW1rSNJxHwUcMYb4u//2eRmnnvx8/lib0GsTlbc7jEsFnuRWCxpW4Gim8cARziSd8PP5kH68G3+4Xc/TkzeAWwI7HYWmM2FYhvEaiKlSQKkJ8ncv6FBOovmo/8auduhQ4vE356GJtBcH630r65RPRDEgn97pMxSCwlwhKt26BhkCdJFoYy7hmYVrD5iE4f6hIipjZQLhMmfL2OcM2bcCvD/uJIlmX39+TfdSX+56lcrfC77xWp1uup7yAt8sOXmCKZf0z+kF8hSn20ugUe4ytOqxwA3b4YYIszSfdqO6liFYhtqv644Cwy0HuCPk1w5QB3S+Ba3UAMdk2zA7OdtOq4qFi0iZ5MAr9qhYwSFyI1Kj+suwUSWJz3UO3dRLGjSs6JsFWz/2ef3Y5wzZtwG97/x6lZH+b7vSXd9f8k/CoiVCB3D88916I/UJ/dv6k6QEa4jQE//XTxAWV7nAf43Ggmh2Iajsu6c5JFSDxqs/tjUfbtDyANFT3/8z/8SmgSXrh6sGLccrPxR55jdG27/K/ix7rQ3JUDA3EHOIBGCWu7Kp4KsFqSW/SVCclTPDUsj+z/FOGfMuAX+uy5/oQ8IPN5bgeLOzHxrUt56hVjkR08QSRKgD/3x4KCIcOIs8Ah1vm56WtVdevDFdtBhKofJdvAAzTJv6xggGgxT1vtv0acRohBgU0J+XoP/UhhXNFpd1bNYDSf+4VHTuavuE95tCUyAcEK6Q/DBP4dAHA8cq0mYEgYZUH4T45wx4+Y4eMX73sIB/JrERw9wfbkm4e31J5eQVxBWVEEGJZ6DKeUuYsvN1FngEa7ytHY6v9neC/y3nc8C/7gbAf7D736cPguMekh4arAO4Xf/K+Ixfo172So7bXS0s/5vP/pIYuuq6kJr4m8i+v/8P3kxoXl84hjgFTt0DNBE8bRIIinfNYjV1DlsqqMnP7H02YJyU3ftz++MGVvxA72/f/cRvb8cndDxu+wf/fz3+HsE149u4Pr+3//8gApE3H4vZ9HnTegGQorKtoKU4Lm8OV/jLHC4bNvQEKAOyV2J6liFYhvQr2h3kkdKPWjwFNE1ffzdH8yA/waG3Dbap8XRWyI1cFV/qiniP4v847QHuK2JMUwVLfGZBu/CXwnNYjilkguEU5jEp4CEqvgsxjljxo3x82d0AEVj2ML92+v7nyljafsDD/it4P+RJLnU9WE/Lpd1AoTFHL3xMcBr0XqA1x8DtAdIggjFNtQDe5M8Ui7TY4MhAtUXHMOHB/+1GPh0boty/YpueyvHANXRy3pxyxBv4Rgg0F4Kc6cQ3p6XvsFx7CrFyCOoSjVRRhPjnDHjpui/AZ0FjX3++WMe7ev/lDz3w+UJ3EG4gCLABHKDLm3H0tfekh4XHANXHQOkjewmNiyHyF7Pez8LzAYz0Thpm9AlGdUiruhrUB4p8w8ky3FH/8uXSqACjFljV3NTBOjcXY8BmlEocD2ZzPIbf9gPdKsEoYpFz86Hjij6oMyZAGfcFg9AYEljn33+96t+tX6IFL3Czz7/YXXGQ3/9+nEovIkCkLghC15/Ftj33HJ2bzosOgZozhieBxigeoAwvc4D3Pks8DWOlE9MoEGuuQeeqvlpFADS0bkkYmKpfgm1doQOAm64qj/9wXtiiIljgFRv2aFjiDWAYA2Lv/2f+9Gg9o8EOcgizHYbaiDGOWPGDfH8/2UGC/y8uuw70py8u89+0FUvq55LYLmJvDWEOZC1RREqb3Qd4FUeoGEmqXC6EiBw/b3ASaWh2IbqSE3ySHHQyGRHtK1EPfWxq/hvFGQ4VanqRO6P9BbrrXCRO3ySYJDhlmOAxk4EGFePaHNXECSYtJbMlin1dZhFFPPiPc4EOOO2+CHO5dKTg2P3sL9cP0r6+/wvP6wvfe73sW+Ay5Uyfb+kP+r+8vUOS2Bj6nl1eRa4uD6kEibyI2oZEOB1HuAEr0zD/brqLLChBusBuy1AZ+nWVQrb9NxavkfuVEe/eCpF2R3AWzgGGLQRf3cF2ReyHU+DNKdCMi+yIDsIVIYMMcY5Y8bNcEFGE5NxXfuXr3/u16sfxG96EtZjnQTu1zoGqKcEkiuDHpXgltjhJAg9Lc7pzfk6eCJ0O+0HiGOAxk7HAFVVKLbhGh5BParlb1rLdls718ClhH/43a9/2MR/LR4uaG3y0dUvB0zLRqcIMHfobscARzAN/tZ/gcptUtWk2K3IiSY/4hjnjBk3w0P6eSIwR3/fXy4QyS2E4gfQ36JfgADrUwIN8WDEsN7pThCzx4Sn9XeYyj4qdhVYDpFr2e0sMBGKbTjKGqcJsL0TBDgqS+JJiNlg9q9Zp5zXYcCmoHiANFcDCS2iG0x6gG5k6iUgI8iDSrKQQ3VXPtGnIZhjVJJEXMdQDUKKcc6YcTP8k/y6rz/jAvdrkOEPi77Tc2B4XSCPAa4XfQ8OhFeomz6ktwSCLGePv/78q6hwK67ytOqa8OHR/aMv8InIH6a/OPKdIAIm/m9yFph4eXT0E8J9bO834V7ymq68vpomK462d/S+2K3w6FtYAhsb3tdviehEObmhbtUQ7OaUPoXxwiLimQBn3Arn/0IiE4npYN5ffuh73eVBDQA+7C9Xlz09QPuFyLF7CMELYF4SCDlq3Iorrrdb+BggJvvbexoMPLcgj1BswzU8MjwGeAV82I5AQm5dIa9NMOsfwJUYbnUWXU/BIo4OMluWI1xzAeMAZoz28BqQRPjb/akT1ZtrYS1Nmk5DVGhUgRjnjBk3wp/IYqK+z0yDhBhNB/p4FhgUCC+QxwXJfcimXXp+gFjws4m3wo1wladVPcCdnwYzcXnJAHasSB6h2Ab3i4aTPIJ6kIdw3WlnjIGVAEjs6gGC1rZ5gEB7h+BbuBdYbDJNN78RTGRBa+hZfMRwDv6kugXzqVeYCXDGrfDKR/4C5EH8MYjrsCK+7FdnvDXuB9Ik1WRBkx8i8yC3u58FnjhkFR4gcZ0zE2Ygm9ELJMeoxwCvcSrrLbVTnLqMvOs9wPq+ECTysQZBiVuBvsnP0wFQ19PiZbAjqtkcxRU7dAPmDLMJ/uKUapLhbxizRwn3bgTbZhY+COq+Mop5jHPGjJvgUIQWHp+ojxIDktRwCbziE2B0J0g5/RsHAQkT6F+ufxgCT1qaDzbna3Md4H95FA9W2UQ9Bkj8+sUXNJ38wLA6Vk+nbfTpW0fqd/ekbsMXldb+dW/vFIptuOczIBzhoHVq2qBPQT0GCDX3xAi1c1MEuH2HjgGKaBaOFJJY/JiB3ypWF5R2QqBkRQkG+9ySpgXxeIxzxoyb4L7Ii4f07NDF0+4JXhZID9DPf+kfy+8D2yU3Ilenf8mKVOzuAV5JgMUd20S9F3jAIVOA4bVX7AmglYYArwQ8wC9+95/oBhPbHgYj7NB6MiE9wHJWmHtihHqc7woPcDcCHHhMppXCJL8xTMboTvZJitASpbvKJYI9zX4QY5wzZtwEf9I5YJGa/LqQ9YH8l88fw/8jA8oD9HWAgA77pXkIb3QniOb5tbTGeV4vG74KMCSnXlujaKU4UpMojPzfduZK1Am37vrGUfkVZ4GF2uLmM4+v2qFjmDrMFnC97gjQEfWm9M2wRpkpVQy8RcaWY5wzZtwEj8leQWfgPLhzdAaVlscnD3DVL9bwAMmQXCzrWKDdPpm42I73AosWNh2WXnmA6GaLFygP8O92IhYY1icORDwJEmCzXJ0GakBA69cRoJrSFdO+epDpX//111//26/tFhvlEmj/ypuW9V5gVbvpAV61Q8cQSRCmC3MIQq5Hf5O/BkzwsJ4OTzZggswYNFnyxIwNZ84EOOM2+KegMPl7FMRtCL7A7zM9HEbXQv8g/09cSYGXCpoLVQSfG5wFnpivlRLMftiOAsByhddSOQkY9qKN60Ba8fob5psl2ibKA+pLl0YhMTwCicQG6q5A+9VZjNwW1fLNzwK3BBKItCimiu8r7Q413cp4qC9CIK8ZJBhJjHHOmHETvBDr0aUjmaUrGKthUuAPPAm80jFAu4QiSFKeE4Sl648BBkdM3nNbTsW2t0kMEfcQmypBGbRkqakPDR/EuVVo9HzlyUACXDXENzIFMpNProI/ZuUU0lAvgbv6PpT03eI6wETktshjgFPXAeYOvcFZYECuF3yn8WlUIDiq4F2nW0UlNDuBmZX9o8qf1AQiGeOcMeMm+LOcN57ICCKTL1jIDR6gH48fZ4GZDft/53JYVnAG7QF+vdMxwOCIifm6+G/MjPykkjHk6MTLyQVy4NRHVHLKK5NLVZNmcWTt34ashiyHNCKevoRh+lyZ134C/2Cmqh4tU2MM/LorTeNRNRjGBAGW4e1GgF5GDkjH7MH4t/jLYDaWpiBz0V2L5UNQVUpoJRzjnDHjJvj/ktTEd2UTXiC5DjSnx2GtL094JwhdQ+aKLxtzO47XeoDpzEzP18vxkbgf+dIMznA5ZZSj3KPBXcPJXcNYhi+3EWkD08q2pzBX/M//D+1EXKyVrYw/xn/+n6pRrLbl4r44sieg/eLSThNgktwmAV69Q4cwaRhkj5okLd4ZDLsmMBGkTbHJrjmQYpwzZtwE3+i6Zx/xKxTIWKtiUNsP+XY4XgjtXJqm0xjnhRF9du17uarbM3nIqm8ZEKQ3gZjn5c1BgWSfJrbh0YgBk6rwYWAbQStXM+A//O6pX21ZhzAJNvdMhvmIF2icHmJAa1ceLqwtvoU7QZI+0gkkg/AzQmYn3na6KNibPKAnb44Zkek8RpEIUbAva0Qc45wx4yb4J7l/duHo2pHe6Oqlj/f5D2C/PZ8FBpQr+PQHTEiHsrwBAU47LP3f1btpp5Hljn697tExYXhqYhvxYIv0q/4Ln8LsMIFfg31iQToJlfxDvgDk6iVw9d3Q/r+WViO3xcByBO1Q7YidPUCxi9kDQeSDT7k2uUrvI04eLCgdY7dCURK0HuZCqAYxzhkzboIfvKQ13yUPktboFCLjsx8u9+gB+l5g55IewzK4Tx7k/GbWu4wB9wnFvSrYIKT3AHeIYdh69f5M05Sdtp1UEqNgjHPGjJvgT8FicXhPnh+v9hMjUkkPkDeClLPApj6zINOFDx9HlTPuIsgUwSAmj0iAPkK7iSElvfV06U/oS7dMacwsJgAkuI3Kl5zK2MY4Z8y4CX7Oo3jJbjy2Vz083glC9++EZ4FBizzpK98wUMXPPv85qpxxFyGiEMwZRsqgFJ9TfZ9/0XINDTIFmlMeqW+EUsbbGOeMGTfBS7AaqE/sZ7cPpCdSs3v3OV+LCf7z8wCZSVZkDt1D0B9voaMP+Pnnm7dqzbg7EFHoAByZzq4UmaPQSEYbjtrbTjfJWL0SkNyt8PKajiWsYZBx6CRAEeOcMeMm4DuBSWdkNAY/9dmLW214J8iC50F+iExm+3BgOH8y/fzzbzZffzvj7kB0sYEgoAEPBSy97XSACTt1XoI7KO1IsFNaQyiBSDBCWqkY54wZN8JjX94XbFbIz/JfdAyQj8TvL3+2SrSIDyP6gDIiI/4QFc64kzBdtCFcLYUgmnf9hybrn3vUIFLqSdAjkcxZ+yugigGnxjhnzLgR/rs4LI77ybEDSILxgOjH/eV6dbnu1z8rlznO8PE/+YSIv/7LvAK+0wiaqCgEU9DwyYBagLeTHjWppCgtuI2bsGGkhELJN9pUGs0EOON2+MaERg9Q3KaDe+JEkhw8wDVfjH7ZwwOMe4XFgjocCBupEP95HfXNuJMACZEpcsFp7mAIV6uq3zGCG9XYsMVIRYc2AX1hQtZS2FJVxjhnzLgZ/iTHLplMDGeaE8/RAzzpz7AG/jkpUTD72VAe4PdR3Yy7CTGFAb4wERKMmtWkRDKL/iS+cbokzVkhMsGelOBuKYvlHILxHPRx/6ucYoxzxoyb4aW8OXl9heH4rGdpPvv8z7wKcIW/58wMU2SR/vARSZICj06ivhl3EqAIU4WJQxH5JqEcK2xRxTdNG0oHIKupJjtAzaYWiOLIa7KDSaWLcc6YcUN8Y69Px/K0ApZnR69O54UXfBYMHwnIUx6pzQUwoWOB820gdxwmCqPwRhBKQynvFi3jqm37fNXhSygx8P4UsCm5tTJrY5wzZtwQR1/bjQONeUMuJL1J+zmfBbNa9/3eI/qEQXqAish7ZGK+CvqOg0RR14slBYQrJirSH0QLsn7ztKhMqUwrIxCC2cwZVCW7jaRSjGBC62gixjljxk3x2Hwnxy4YTr4fie0vXx/xkdC8FGb1AN6encS4KwT2sEKJz+bb4O46zBKAeS+JBDFCYZ9NVPoxbpMuFUtICzUdWZKdGGSPAyAyBccqaZW2Mc4ZM26KA14M7aOA+MirMw1y+5c/9SeXJ7wSsF8tj34GHp2f7JEZxZA6VPjZPz+PqmbcVZgnTBjJSpFqRRFMQmKTeat0QVmyVgOikCDss3TVucyQFEsySyiOcc6YcWPQtSOX+eie1rTh3n32+ddf84mo4MBLeILCol+sTH4+/AfLv0ZFM+4sxBfEYAHqdW9AeqUYWSyGt04rLpmpd8uVyZTlHCD0RcmQK3ahzXFyJsAZtwYfd+9jeUIsbSnh85ef4QCuzkh8lys+Hh+r4YUz7Sd+/vk37/IawF9ePwFFv34yfObnhuKOQr1vcO+X1/nEwNvg0esnfDWJMK76aoAi6JCZMICUuZFM0hHxSN1Skxy5orhpOsQmjQQt4kNZaQFCBndpgNAXayFSMc4ZM26Ojq6clr70AAlE9O70qJjncPv4WOgVz4f0cAjvfyPfT94fi2xfAHcPXrz+6vW9zYcZ744nr1+R716PCXCkmMBbaPxKPHjy+heEZw8jPQX1vsG9715fc8vMPVQZXX7A7lsM3H/9qiiefPc6pF0QREFOEY2E3MBq5WhTUhZvnmZEIfRKyOkLpVBkkuAm50lZQ8lnMs7phGsY45wx4xa4/8+iPfp9vjc4LwyUJ/gznwaDD9zA1fr87//FK2Zk/zulK84AH714Dbx6/ZonSY7u3YvHxd8IKA0uu3+/i7SxodhEr8Zfv/7ljV3FLT1/gK4hvH59b3tXjo6GD3I+Onp0zUMj7qHKaI0DGBLg0auqODq6yd2HyRqISCKmG2+CSBKFo0Q26ZxF5HLA9WlFZeEa0UAoYtUidigVFc5rdY0yEeOcMeM2AKvJ+9OxPzmAcSJYVz1/8/fPD3k19NH/9UBPj7HDaIr857+PKiaAGfz45y9IFPCS7psHbwqQTEg3xAt4Sz/fh6v41ZssOolHjd/VAFV/f3T/wXevkrDeCu6BVF9I6sivw122pSc7IGiCqDRSYD4pGdw6YaloLQSuSzdJC3kcrzG0ONQmARNWliCAB0dqhJkAZ7wRftail+RHkPokWyU/0DDriSHhJMJV/FNUMIEOE5j+jhduR9+M3JndIA/wFnj4+vULNv7z6+9uyRkFrd/VAMRO57J79eqNjuuNAA8w6nv4C8Y+bHhLT3YAKKKSRUmET+VAFI9tCNqZJWWqYg1pTqW9UbL4lIINmauPdCVX9iGlrhg5t6pLBqMY54wZt8P34jcdCiTp0f2TC2h3D5LfH6ckGZHECMsr+G/v6JfwZR48eAhPjngAx+yroxc8ynX07PUvT55xqncPXvzy5MUz0tWT1/d+fvGHr54dL5+9/uoFj4XJA3zw+qsHcH++uvfoxetfnkH94CtU1SrkkL168OAPX8Wa89mr11qbL0GEiB7de/3Vaxk+ePIaiQds6iEY5sExrTaz9x7e+wqLUah+0UqXXPfwxS9/+O5BrmHzOOSD16/oAmIUf/jqng4IHt3DUJ9dQEJZbFHhLz4YiQwuXKVQc09e/3KOxItCofdef/filU6rv3j9zA7fEcbyywvWDA8QLuHD11/9euSq0cdHz9C/bPare0evf5niSDNFopBMC9EYBcbgFCcr4zhtIXBFuioNkhR0oWZk0TovwyvROa/txoiaQ5thJsAZb4qHPOxHz84MqCv8eGKEnCjmY8gFsg4RIufqZyBwCcxZTpD+6DI9fv0r1D/BmQGrIDwqB+tedLCChp97XAn++hqaV19hnotrjlCS2SS0DcUeyILSqzzJ8Pj1L6bCo/vQPGQufCvwDIrC6iFcS5VV4Yls0Arx6kh9krMHFda7QeoiPhGg3TKOghWCC7HYV+UYOhR0Qpnx6g8gZPh3aEPNQQOR9VHmUIXHaOr1dxCwAn6kmn+SsWo+okvYI42S0IhQsdSHCAZEPyC+mPZ4zW/mOBJGkI3po2itSbJKB8v5IUpnhU9AhPE4zY1Yix/nB0pTqcxmlJZKGna2mhLOdvlaCIAixjljxm3x8zckObNd8QBjVRxuIBLy/5T6+vNvrrkDDg4LJugDc+B9H9Aisz3GFMXUfXYfHPKCdHDv6OixJjGm8LNH0L7+7uHPsATBQAOuIQFhJf0amZr+G4pHIIEH91EJaYdA/cm9Xow/OPoedfXkLfDrc/IaOgCmekiuGWeDTV7cv/9XeVz3v5IjhtG8evToH9VPIgnQBzdJnI/AWK+6HvWoK9B+9QosBd484ijBnBjTkQ7usblXaA7ivZ8fggPzpwQWyMeORfVHav4xq4On+/q5DyagZrb7+tVXynv18BE02qOv7j1iVdMEaJ4QcZg8gojGTKKN4pDSINWRVzCdLtpWQGWRZCRRWgTHgFy9SFnTKGrfS4gaY5wzZtwaS7783I9FDfqjGCSIHERiyODIz3+49gYQ0BrdE50mPfI1HZispM3nXt0hFTRlfoQ55H+Uc2T/B+WDa0A0LCJ5oCAZPnils733Xn0VHiB8rXqWFNzm3F8f0lwnLVQxeevZ3vesYZRtwA2l36W+YiGKXgWPA/JCAWjYz1ev19I9xMKa5mCiaMRO44MHsH72DXoVzWHsOjKAJbWHKkDLxS/Lfx8DFDRKci2oXgc3tatA8+hTTzKkY8iqXn9TyjQQSQyIo00H6WCTBOVUSAjSg3ykdLIEfqxo0rYLWEgmLRzWWFiLZKMhKmVmG1SFokWMc8aMN8CD0cWAmdCBP2rEkCbHf/7rLtc/d3/FgvIV3B57L5qyJKaHmPnCq/t7R9//KhHE4mNmIC8VECWW6wCDhyRvKMLhq35ftGMEG8ILC+4EVLHXr/CdNrL7v373+ivYoD/uCMlMUKOAKAnQqVksTpWH0lHDc16mokbAaS8ePNQaV/0ruwB28uNyJAQymUPV/aNwPbUcZ2v4EaGgH56omruWNJq9REcaAi8ARVRKM5AaMkmmzDNDyVAiNW3hgRURJRtOtKDAP5b2p8mQpk3HJo0KnOR6PDNinDNmvAkO/ZIkPvlKVCfeM+mZ9kSCdAy/2fn+3wv4QpiaMclNbuSZ19/wSNkvR5i5rx8/Bk8iGwpkgjHAEPasXv8CjTgl6EDyhuKxXb/q94UC9HH0KCp0jclbaJoRuWMim+vYF88ey4OLc6+kHvh5TgBqF9DAuBz334NsgFAj3WOez33Nszzivugaxn3PLmIMVYCPuNfB1/wr3EarQfCv7j1+oRG7CTh94VwGl0KXdajWTYg2CnEoDKkHAZ8QxEQ63FcoJnLEXK2GgYaIq4eGrcsaRWiQtgPUpIu4InXLQgQhWg0pxjljxpvh0Q8+3udlb/h+6Ql6i8XwD5qD1+DhvXsy4yE2zUx6KMXbUooA9WFR7Gy5NWEDd4caEEJd/yFT8oZCrlVLgPCafISSVaJC5qLRcB6p/0qnGr569WIq+3uf2lV/7qsjYBz1vCArQvw9lvTmU6cLAb5+TQdv7+gB1s9ka9F/9NUeoAYcIyHu/QEO3uPX379AJfDmHnN9+/ogaoXdC/Duq7oE9ngpe3fBRL8KY5ArGh6q5BGAoqSrvxVxUxAodkLNs76kXbY4aYUdGQagqm2y+nVSBGQRtSdRKz/iGOeMGW+KRz8Ey8XRv/QAnSB+uObkR+BhHE7rMGUxM+2hwKkiKz6HA8NpvNeHE+QjZzrni/lPF8mOl8hTHBeOWEOAoSA1gLDIOv/4XR4DfPTq9a9sQJ34/pVOMsDT+xnmdtxEIG5WFDbMhgySQpMgsCOfWAWHqaC6DYRlD68Qptiq5X7vZx8l1DFANtI94GkgHqJDtewfOs/mQF4P9+AbQoyhEaJIntJ53XmAud/YGuTH7Brrx2o4u6kjB3AbR4cTW1SqqEykaLi6HMkZI6iYWagWKnVJHUqHglYOAmvJcJAdiUZngzDDBoF1uB4ipRjnjBlvju6HfyHZ6U5geIB676UV8A2f/pBXbFwH+i6PHx3FOU54KN/9XNyfvX989frFw6OH9+S8fc/bRei5mJXu8bSpj61ZI65Jh4+yNnKQghEhv3rwiNfCqHYATPKPD3Wa95FP897nBXO9zQEkHrNvr36mGzjORgMveOqVrcOp+u7nL9j+6++Pfn7wXTAgLL+/f4RtdOv1dw/vP3x2j6tn1MYK1Ai79uJC55A5MvTPZ4HRV50F5oA9VOHed18dkS1ZWiPuv3r96iGtPcp7Ggx+Q9S18KflJkPWWeAtHmCgIZeEOITkUqjFTFPjEhFVbJSjBIC0QyOWMEDSqdovmUwxEaRbchr3T8HxTIAz3ir++4N/+mcfBPSylyJo8Ic/Hd3g0S/PQX3EK522xFIXztizODZ3rsNpPEEKqkAMviLdiQ+8sLPjhTyxy9DhGyroiel8M+rMJfBeD4oVyGe6FE9c6KKAWgVYBQiIYpONJS3z8EGCw4ASXqa05TKYgC7hZnNqA46b7HSuAtu9vb86SdbyyOAjUvOdaEwnQarbZgt4m7yyTzfPQIYxusLfALIbvFZSJ6u2r+zdBqcali+++yqraiHmKBTTMEcJxDjRxk2e4oYpRwmmsd2AjLRFLi3sCYZp6rmxMjIEypOVJmKcM2a8LVze/+GHb/75X7QC/vrrf/7mh50O/A3QPyQvPX4on+knrNfKwTrkPYCz8uIB3EkKD+A3fbf2rA6/BrMdrhXmPizC/SkO30AhAmR1Lx6ZPgIPyUnPnL6PjrzSzRkqCqDiRy9evfpefVP29zyvk9k/o6rHPUgb5Z9D5qL1Ea0e516AJf5qms7Xi+/Z3PPH36GxA0hiJt74gTRz7n2n0T/iIcHvKWl4GOpXHAnh45FgZOyYLzTA/tmrVy9+huZxHo1k11zSvnLsNl5L+Vh2mwiaaEDCMSUlGn4hDSFTa13GTZ5IVEKjDLWyIl9FYeE6KDShfGxc9d5kE4BaSeKOpFQMtdqZAGe8Kxw8P49F393Hd69fn4d4HXz07aPDw22XwRR3S4w0CshEXJKUvYkYBORioWjygoRSXULFIFFA7dhYUlGa4IzMUU8oV460FOOcMePTxKN7Dx48gPuUN6pdi9c63/Ix4d5j7AI4g1OOukjiGgSnOErGKcwjBFGKhazMrGKSMNlGRhEzYNMiOTk2ASvUWElxwx5CaMNMgDM+beiIHBaWXl/vAC8bPyZwD2BUUw5gHgPcDIV6TFh28/jxJmPmpSozwj9LveMSxgh6BSiZ1TKkuWq0sjp/yoU3aMHZNTMR45wx49PE/e/zkOKO+OgIMA64Th+oFUkE8wgZAxRbRkmeCbLJRIukoKSpsjx2vdhkOVEq45pi4GfYldADbX8arlOJkgIgR30oEeO8G+h3/xrOmDHj3SP4IgJ5CyEiBLFOis7QJ+TMIx1ZMhdRKEfqam1KZ3mKjhrQQoa1kIxK9RKj4tKCtjYoukSMczsePXo/rNQ9fPHlvs6jzfgA0H8w5zdmvAmCJgZoGMSsMhaLDLrBNnlsk88GhYQotjVsYqAfWjAVruAwg0mHawmw29//NsR3i2/3gZkAPxT03cyAnwJasgjKaFWRKl5V44k5cpJrTUmZ7xCAVB26MVoGBYpdCUL6lbHWpRcovUEdWyitNJkxzq24B1q68WVct8GPMwHOmHHXAIoItkjSCJfKMKNYGq4tmWg0g7xEoUvnRgvWTQSyW8trQBIfAnMQNVvpnVAUIqEsdS/GuRV0zG7yHtFb499nApwx464hyaIGEY2IJ/htQHPBSNLFJ7KtVyQmC3XAdlU9IrqCLB5BkG0kENWilAZtWcyUEOPchoekpf33sdqZPcAZM+4czBLJKYwLfVCAQunWl6sElFCu1DJOsAgrEKFVNAQXdMWQygp3plhYJpSu+sRIjtwY5zY8EQFO3ST4tjEfA5zxNnCDW45nXI+WLIIySsyIQiQCzi0hvS+nmowApfgM9FuQZhueHFFIsuFga2wasnLTJMa5Bcfiv/0vI/ku8SUbmglwxu44O1mEFOjxtyiPnZrxFhA00cBcQrSSCGnoyolipGj4qCZAngP7asSqSoBanwxDoOGS1WQyPXIZ2cGmadtAjnFuAU+BEPEciwm8tUv3Zg9wxpUAt52chQycrcB1QxTnb+AFLtYixtkzvBVEFwx1NZpkZ1DRopg5cFP4ptaBEHBmsBUMMqfwIRVWUjWogmp+ElQNSTjNpGtEgxXGOLdArARsv/b9xbc730N0NeZjgDO2gJ7ejm7dBicugJArTiKecS2CJgptIBFi0lr1tSJNBH1FNAYrcUUImzZZVZCdkUoii2Ssytp6ijE9xLBz0ShTDK4mwEdiP+IwNMbZsydcsX754ujB/v7vq3vYP3gN9bdP7zVE9vDp06dIHt57iiJP9ZrmFo9YYv/L10ftWeDuwdOnSP349MXMiJ8wwFNw3zZZ7UpMMZ5qabBYnWm1TCKcyfBKmCyIyhmpKQTUYuSi2bSQWQmxIVo1QmGsgOsomta0cLA2qbOGYKFGlaJZMRDjnIZOgWgzuFH64f+mqiJJ7WE6jGC04heCIve/PatF/EDzwEMd+asw37FI4sv3chHijLsFuHyrM/PYjdhviPVk2b6/pF+4iuSMKyGSiHVlQxtmJdIJlEEso4NuibwxbQpTBZLVShgpx3AHjNLDxilNDIrW3BjnJHoy0LedeChUhHy2Bkl2LyJt3AuiE5u1PNesmZ+FqsAEqBYLdn5O0YyPAWdgpiFxpUeHaMxalyvekofPzU58LBaT9vNhwk2YL0QVSRrpQFGX0YAbG3cv4ETrBXIThdI9jOwBaDIk0LBK4xJZQBhVE/qsSDncZI9jnJMQP73w+dnqiLX+GZHHB33FTEXox+ZYBztjgv9yCTz0C+dl8IwbYsL1W+CvYbjFZQgVk/7ipw5QhMilQMRRGSSyEDHYUwwdLFg0Uykk8xBmvQaugJs25CfqD0UaD5GqTYc05CHvXkmA4qEvfCq4nAYJ9+z1w6O/esUbOXHC+MWzR4/DFfQrwJIAv7z38F5kxJI5jjB++/TesxdBecF1L/Zf33t2/9k9a9/PvcgzfkPoaNx2kLwCi/VN3b3d4CtoEvOBwYTJouGTpJGSGPKjEVnBdoXmrEYYeGlFG5qS0aDhSUistRq7+lplEQD22jlUhbo1uIoARVC/39s7Fw3lt84kJoewN0Ep50jil74o5pSnMPa/VUYQoEnPN5bEetr8+dRFbBYEWB410jQ24xPD+GzGor/9E2h2de4WQX2wv3VbHxfAFaCbyhdCSdqZCj6KEH6ZShVDgLLtq0h7xpnjEiyanwxSp5h0xq0LWt/EFBwGyN5RdG6McwqvSD58CbSuUMnTIOK28PrsDYrbvpKYFwX2f2RKN5CY2TLDfqJEk2G5z1hkurHaVWuTj6qd8QmicOLibIWfyRuQVONEXoPLYjn7gY0HyFB8qXC3HKyqsCp0yAviSv6SPmOiViaEmB8jlCFWWC8VNqyp5TjC2dGG0wOTGOcEdApE3tc/UsjTINImUSnB916ZCustc4+ZFE2KAMs5FNuJDn3MMJlxy4XQw+X3jBm7QJcNBjv2/cSFgNeCRW5R7IPF4bbfEpEEfbGtSCqhUaGZnZCMWgCxaUkZpCrxGkFrGjBN1h11K80AVewOEY6GzAgwGeOcgE5R/JGSl7deiFZaJOS2kfbs59WrBb9gUrSnnHoYjyn7jGK8eop3dCH0g2e/PP12/0s1UM6azPjIcNN15m6cNKp1Z+ev75qHHF7aF7zm6OTHgq1PdwyawCdCobkgL5OQOIofAjbKs2cosQZYWqiIvKA2BednDDgjJGzUrJUlWF9kxyGn1rGC+nwFAYp7TFB/qaIZLBelSpC1fGnM0wqlaTL0AE17JECzamW89kLo/pmPDwZmAnxnOOl/Mz+nHy0xeWMvdItFvwL56Ahg2zfod3PldHr3FqNagP8Ohjyge43VrU8W5AjBRAeINkpkLslEEFCAXFmKBZQb7KWijX2ViJLasDFztWCFbM0pIgu5D5HhaNilGOcmTFA+d+Ejd/4atD6ZD+Pxur7xNTAG17cjD7A4evcpNOc3/mdm7O39pCOIFfNp4HeGxft/sLN8qtoqUkjoFGzLWisf7tv90B1x+7MkRN8dtC7gEB+gJ3jQvdn+EMgRJhMHIgioKoCGBCMj0pTSLWtUhYbEW0lpzsE2P9QQka6apE9mlDAQiRAYWSzmqpyIcW7CJ2Atmwzt9vniPclxFphXV9njG4P7f+QBFkfP5Lm0FpCXKQI8kNjgRxnMeBe4Cb+8dYj02ANN1JLaO3MUKUT15Effb17AB40q6Lv2Uub+pmeN+4PTg4NRoWhWaOUPAHBo38KvG8ii8ZjqAtP8MWQ2M1TmABYD1PATSlrW6hg11ikqDhvJ0ZfMl1D6V7RE+n2uNxofWmhoMc5NiHr+5+N7z+49vmcP0CzWe3X65N7DvPKP2kkPUJ7byAMsjp4J8MJaQGQqAjSZfvngEf59auPfZTDjQ0czHcliIJSG/pwEkMUbPir7OdqO6pvBqt/r1+awDafSYIX441nk8sdATDDmVQ3fbcihDfn2CKqoIdINd41JqTplGTcBG31aOE1+amoNJaKoXyqFmgWkknDL0b4QsTSSnRdqIsa5AfHWCL6HzWvXAnObiOrLR0ft332xmyqqPlxx9JpLaIRyFtjuZpxQVun/aXnGBwvd2xtyHKXjjbpiN1MMqacknOFtaHYDvb7CYqK2CvFekceQ6eS9cLXUhwUS4Cah3xRmicJBQPJIIBiFFiFaD1hqywo2LcaySlYbIrIcWgNUwWRwIAGxMSi9UeMlI4XSAyDGuYGpNW1cjtI88wD856N4Iz+vgXKqD1cdPQrNJX4l4+8o5HkPlf5LJGZ8qGgoRHNSTluyHCAlJCaQJ10kL1dbztNMa6eBpnxOhZsiFGxnP5N1ApT65pTy3hCe8JtBVKEQ3pkopWgrnEjCYQqyJYTwymqadoGkschRlAvYIWzB7EilSmKTiDQAqfTDySI7jnGOYTdsjMjUFdLGk9jHdgvrYw4qRj5ccfQs1RO8JeM7Cnl5jI441iOIMz44+AvSshXZL/gnuAhWuWBt+clhEvmsmF1QLWud/qBvDvhEw2P4OFqUIjyeTwZmigbkj6AsMktltowlMoKQPBe6gmLpYAdSYCoSVKoWBTIiM9JUxSy2KBVFcQpKAipqA9ZrKcY5hk+BPL73LIIvc/krs3o5h0+fPnn6h8flJK4vD5w6WzHy4aoH6MOGxQUsp4dVfV5SLaP5LPCHjc3LV6Qw4fBzKV8lU/gw8uZ2aFa/rjHoLYOVLbBypgLFhgy3fhtnEj5giCxKaOhFwQhtySx0VkpqQ64MvhRoVcsUfXKexGolTdk4n3FhYLSaIoMyQ8LGnI2NA6uUZgsBXsofaz0vpq0QQdVjdwGfEUmHcO9hucVNBFhrqh5gPAvhmY8N+eY5VivuDc8wbJyY8aFhfKnfJhomQuRQoAsCb4J6/K/BgPmUrkpsUMKEKO0UotYPa/37tmCuSAwIpE0rFBEbE45RbJ0n2DBD6FEoJCCkNGnBVGEwoulioKmJQn6GoCbGOYJP0dY729IlxBo3Tl7c/+LZ4ydP79VnP+v6FqxdH95/9OgxHLekSBFg9eGaGz5+oQhyvPfg0cMXvvSPGToGqMcJ9vm8rDc/mTXjvYMP9tsBSTrT5DMNMFa5MGYEO3IFwW3YZMiNPhuC5E0E+fHCuk+MBE0T9q4qqDJ/JAoFVWIqRiNaG9Bcwq6coSKOG6iUQ7bBIptBFbE/pc7sXJhwMM4AYpwj+BRIyzv2xV5sHh38NpgunLWCdPpGHqB40kX8lJkBSIAT6nq59IwPEBOeEznIf2SXEwmZvg480Rte2SY23x7iSlX/UCoZKnJN2/3lYccXgKH+4YOmP3JCDJoQGgoqKJo2xIZI7jFXUe0sc1gJAUpOmXEHDGdkhY1qCKmdxy3X49nxAaBkXTHOIezlDe9A09qVi1HFLXRkMJiuQRDjyANsbvjYKBEZA7WaLevpGe8L/ds49EWa6nlBLtHWZwrRlpv4lLTue2M8iSvoz6UrRIeumTnxaRVFuBZ9XlbHStk+t29hJ91tiCkcTD3aOo1tpSMiUqIaZspMSama/OKCUdUcvLPPFrI3gsysLiFj67V1A5kXCImtND1KxDiH8AG9eokKYR0YysvjFue26Nqrob8dPBJ/4jpAoqsX23xbDw5GU8JDn17OAjPeF7ZSzM7gowUKVY0ZMKknyKdEFIhr/LErMFFONbvKCAteax1EhvR1YO/pADb3Cpf98+Y76k4jaIIo5BE8I0gzSU0WhJCsrOoJPrLY1A/NBGsJoRjqGy/TgrOxtVDqdu4WAnz99An+hkfenkvHy1O6F0+/3Id87/ETu4XlWOHD1+bAH58k/WFpjGJPvorE3t53rKYuaR/o9XL7T5+dqc3IOHhtx4+18DjgqCsz7jbwX+v7FXxI4pJX2MkNHDOFmKelJWk3sU1fcbnFEysXt0TtKWFzqYOIhaDHGOrRexbHODCm08gqJtM1fCQARQQBtbDG7NKylUD74oqlXIiJKYvcBnRYLhQWkO1VcIPkQm5caduMgxuQvpSPqBrpFA0/QIzztpALN3heX8c72G6E6QJHhfRuXOGM3w6rs9Xl3glXvkTXr1f9Zb/o++Przgdvw1v45yfvleiKs8vss1ftiEIH3nveRRlo17LhddPcsL6PGEkfZigQCyOlC6wpHMZcRRSI0JUS4DF9JGau4OqHKCY1J4pK4aipuwRlqylsrZxCjPNGaK53/isJcHiwcManCp327fk8gdUZNv0xPLDFGSisX157Rpj2wCU3b51TgvciMqZv/ACCASUCVDwHH2J4CzJ5AHkISNNK5T5OkCMa9ojYGoXMMQoTCbYJyLS1bmTnWJFkpSjcNMMZDkDr4TEM2waK5dCuCUCM8yZ4Vt/tu9ICdn5i8wzwAD6X69N+GU7byV63BGmQQK49oRKsIu/qVnSyXrQ3rd2qioJBF/rueJnLd999Is5TjxfBh+vpt2x+FBBJCEkZhXeA4BxnNcExc+0XZhloMlMKxQ3JpX7AZlSyYKNKM8ZVjarVQISERbZi07bAbQhQ17vce9RhsRuvbRueLZnxyeJsb7U+CJl81B1gu9rhmSTVsyIuq5/WgDnYiIuuJRxYhrQLxu0NniKA/nccFA9rypF1gpJAImQ6+nWTdj8AiCZMUSSO8PiwsZYpfCqnFJj5ImEMU2Y0lxyzoLcONqHAdK12GEt0Skg7BJR3t4vGwU3HOHdH9x8ivQY/3vbwzoyPCKQEHu/DslcsxuTlGsvJa90/wkUCoQMv4c8KHZULHF3vUU5Apz6m4DMlRsRsDSv5DktcOHeiXQzkMi4A7E91/E99oAZL9lv05wOBSEIwa0gydRjJYAjBiJUaS04ExyKkmgyRUeFBb6OZalFRupA59jGjXClROrcB2ksf49wd9cqVwLf1oaYzPlWIDnjwjt7eySUPB0q16pa+1VFkJmkrdPwP/pSPzq2cIuP1ixNxXn8CBQ8vDgiQmqNkzTZjjOzAwIaJ0i/RGbdoVP1HX2JlLSaPh7HmAwe1hTUF9MyVfWQARRQ6ESRapeC4IpkpLVKDbdohpq4p1thBjswSrK0aGQ4Exo6C1iRFiJQThaQTMc7dsf41iC/wZX0T0oxPEvSQGIlHwE2KeSPcJVwpc0JzfI6gW0eO2Y5cE4tt+lM/lAX+JTK6vjvkPRkAsuQQLllbnNW4loRcbQP1l14cBMkwcXseUg/iXbBBllRhbaRQ5Phmq+4PBcFL6bYl5SRbJQqttGEjR8nIUBQ5qjxkabk13E6kS6OZb8ssXvIhpwXQpho1wIZjnDdB98KX/xGv57vUPnXExOcGLHJsFuhXdOQOu2OuI9v3aYA7uJxckbKuIAwSDSywEj3tu/NOJ5WpRlHrz5cW0J7ykHDJCWy0M+JjWoDqgrpjON7mm9JB7PT72JLYm9m2UG5Yx9/HBNKEyULbmmiC1q2FnArKgjaRT0gIghvlDlE9NVqz8kZRUkCtxapMZwXqFzeRESaFZGOcN8TR9/dePHmsh9bP+JRBTlDMLZlIrEaeYHQOhqL/FpBbl0+GvpL/ZAn263RRDUy5IGZl61OfoDgm+ZFr1NyaTdA1jCoHLCQLi1cg2M+GOtiHFqUwK174Gh9p2ZfI1AdBfZHM+COCWSLIQnGhjhHIKvXUw5iHFKyJONJtPkN7MK+BiQwILhyg6ZIEbBS7jFNUuFPaEBJinDNm3Ab98kyEoGkv6VwccQne49IU6e78wsSkFWU6X8uriYJVmvL6/vD4ANJxv1iDd3SdDP+iTnwuV3uHZ+DV7jxWxreGuE6HCs16HBYvcQEfv5SCcM8Uu31eDVipV4U+HiRPYBOcFgxkjiv85jwjuMpZRJKX7KhLJiq0Vk0I5uITlZsSuXEgom3VRlUyL8CciItOqCJNMhXjnDHjhiDdYSG6gnPmpHFMzkLyoF+L7M7owCGNDQlNNpDqG0ImQVNWpHi5XJ0tsGg+ZRvQYVXKGvmheHKJFTcTl2sa7IR07AqC9HyiJBLppuJzOnhjMPqANHcAHFSnNUbl6QMNEx8+RBLiKTOGCSzRygCSbRiqgscICZli5cXEktmwGMQnIZOhynBxICwCTlHBqPEwRYIxzhkzbgTOd3JUznhuBLlmZCKS09lqb3FI1jOfBf+tIB+WhfEQYBIsJ2mr2vgEgp5XIiPSWQ6ouKV40i1BUz1ft4Q18IJtSF9AjroC5riESM8qxaJItC4WN9816Dv4o/D96PyhVY5a+XGBjGRsHD5kkCgAEQa2oiY7f6mq3phg8iJC0YKZUkeeS1XDlEp2zaMcHJpNIOGOpCMYCqOqQhFIg4hjnDM+EfChTm9lTpKelljRnuHDdSlmvTmABOazwMSCNIl4zdO3bviSK9r2lWVJPCxLFtOWCfT1WE9V4A0lxEl/KkZxUZEk4hXbJAWVGm8DNeEnxLQd0uP//Mbh9txJJxM0iEYxlPQFC96oK3cIohRzBbfJHoZSVW02qsHrUvBPo8RGErdmJiecW+OG7DIn4GRLnRsMZ5OiZtJ9UchKLcc4Z3wiWJ+CVkJ+Q2jGg5/Wp6Seha/fO6HLp7zLvQVJ8PJcXEDKYyzAnjxn8ZRMaD+LGlGgrkMG+YQ2Orzoz6BhotN1hrQjIWIJ3O+trxpV8hnQstgIXheT/dSwccCnv/CSaCbcZwLdpwq9pAo/K4ghhw61aDnOz4cNcgQRbJUkgjDwtco2ERxD0DZEQuVcOCzqKZOhJfMzozDYCKEsTmlYuHlpQ1MxVMU4Z3wigFv1FgiQ05xuzzHXuXIApeMNuYi60wNfQQfQd6I/F2xGmCqgIYGZ6qTu9FxJeH3OCL5kOXWY3EJGRXSJD0rB7To4PqQGbHPFoGiZIin6KqDf4f/lCM4P0DXEUYUiN0dnkSyM6mGsRnR7sPvWYy8kiX+4MKWIMcQoBRbTUWstSqhxo1S62ZDxJDUUVgJBqdIiRWsa2szYmKJKF3Gx0LiimQA/Mazf/HXZKn5wur4UlXjRiDlP4vAVf820B3UsyGiDNnUa4xDeGx8UKMIjnXQv9SJ9CGCUPOcgijxeonIpuAEx9seU+57X4Nv5WrQEqA61ICWFCCSzXQnYy03d6y/QA7mNcYrlcr13ueoOj08xSlIcB6EMMZ8kFYdHLJ9YiTfE4BTMe4XIIklKnBE8FaqyMRvR0hvnuGTNIrJEbCNphZCWQXCuI0JsEo2SgfyW+aFiCFXmhAYfVB3jnPGpAC5KSLeDSvcHMblXfhYp6+QqWLrDnterUGLEp8P4/IUBtxF+3CW5C54jGSQYuT/vXpLLBrOdPhSvevbC1XZowZ4g/S5IKqQzxLfD4EEyFWB2NN3zFAx6AYcOn0NJfP5LOSdTOuUtcyUDfEoCRrkT4V6Nwe/He4X5IrmjUAiYA1QYCjpTgg1LqHFRVg8MKOUSMgpLhZoWssHMZkJ1jCqKLIN5/FjDrIF1jHPGjJ0B2pJDpouaNem5Nf3luQ45T8u9s270svxOi2MakUzAMM9hCW+Qpzt4xSDLjdF39PhAdsqCq0ePDNUzSQk4OKhHGLfgSh6apEAROKoPsqMiOodR5kraPMyYoqTgQOwQ7CYtqKPYB4igCaC4TQ5WJaquoqxQixBgOnTYxlJW1RdqslA1smPgpqlPypLpEKBVKNz1NrPyaoxzxoxd0cuz4eW//SlpQNM9pjgdJVMDyA2cBD6jk5cE4KXtJZe9h11/eoA8HgTkMT/eNXJ5Uhw5HXYLdHtLKC73Oj2Qj7UiWZvl5/TAHLkVV9Jfktkm3HMRoXASQtM9mNiIwyzZKigGdNuR8cEh6AJh4DcV/kieMSyXUDRVVdODLT6qH3EbGqnCKaqHXcoUyA2irLJOgbFdUEppHeOcMeMa5BQWnTEBAZ6RnMGT8KDy4B3Jkc4cN0Q8MMh0glXh6WH3cnl2wvxD1sZPOe0hpCkAskFqtT7wpYOnYh+feHE/kDpAE4uTq2nmysytcEfcmiRt5RpKApKMua3O4sGpSJcnSCywQCnzoQAUUWhGzALyqB5YulaMfKevjb0tZk0dAjNcdMBhti+aQVYQV9gnHUuXkYM7x43TxsBtFDI3xjljxi6gaxNXiWBWp+/DDcGnAfqaQCC4zyxIpb0iVbFe8VY4PtaF3IClLbKP83kuY9DfY8lwug54CDAeTEW1aj49OLzGy5sASk8VGR0ljeGwcxLUpvpS7CBY5nHQUuUZ+sWdFGbF+oMCacJcUQjEQqNBXMnK+pJbXC4GWDktRBll2CDtaihiCyWrWqSYHRiZIl0Na1fMhioT45wx40qUSZwzPZLWYSOIHgO84nrFY3x+p0bSn7ijh0sYz1cGbSoLZaePxLkRxzzLfKjmpAJ4vgXSAa8MnAI7tx3Th/44mpAEJBdaBIvK2XhZAaedciUtfL7agBvoHOnkHTe5HwLIEUAlq4gL6UhlYsGHW9tyG/5aRS1fw7VQTQjJX0SJsg8OkSppgKogXSsCaRDjnDFjOzxpwQNy78A4ushNzh1l8AOvRe55BXTAVAEgxgqZjlCQR8/L6pAVHLO6POTKl7dTdOXEQosTVYqNm+JjFDq6j2ufpT3VmrMQkuGqiSptwaTX2XKY0B8uT3UqBF1nPzw2IST2LJWNiAZOMWAn0e2q/0DQkIXpLIkjdJCkBqRuMpiuCVhREcksk+mICsmFeUY2NcBvUZpqc24ibJ3PuqyQiTaIWh4FYpwzZlwD0o/dO85iXv1WJvrlat3rHhClaNrlk6DNg1pVijGVh8QSlHVJIjlxNasBqzTwY2OOg/9ou+y61ZnYDzqeYhnzn7oaIjBZ7VYUD3YAPokmvDmADRPKyqaUGaKudCxIY3Tzg6PAoAkDtNFwj1BZRlmRPYSVlXMKyxVzJGrJgXlEsUZuqC9FIPIiBQxThJMtW6ZNjHPGjC3QjPXlxhWgwvWpj4vpZlmtJQsjgCBiRSqa6l52R8eUzAI81tdfvFQOFLp1GBjyXybIbaiL9Bgsooq6JdJWdfGIwBay3IZV3qc8icF9cAGPogtXDhu97WnNUz1gYHYlz3XHT4RGKoSHCfrkjwGlK3p2B0GqSPZJ2jD3VKXhrNBlaFM2qjLgZLJaJUYGEiGjTAaqqEN5TU5TnGBe03Nt3ZI10WqMc8aMCcRsFddYii0fQYUprUmf2r0Os9++ntMAiMH3toEBeNKY9AUrkdjemnpoZHk88OLibLKopO8vV/QkWddp37+8YGeoFg55gDF6tyMWe4srOXADHIE6wgU8IKEe7SydsQ072fWn/SrfD68tKgievllnf2OYJcYwoyRMNC1ELsEwCVs1FFTzlRxhwG1pIlXGAfFmMB3AWiENGy9M6ThsxLwxzhkzNkCa0gE6MQymLWeupi+Xt4c5kZMIVnz+KeLBETQ+DeagX694M9vlCY/boQZ6f1gjilc6PxoQsewTUUe3XlzywCN7YM7iE/J5WaDACwh1M/EGqVzNcJW7JrCRyUZCTK5Fw6flNSRANH/MnlE4O9TZGcAHDYH16XNe8gNsdPYOg6xR2EL0EUzCZPpc1lh0VELjg/FTEpIsR7KmKqEq4WaA4C1GVClzjFA2dWdx9V+wPhDjnDFjEwfw3mL1iznLaau5CyrChPZVeZUtLpc+XNfObk77cJXEIatjMgIY5Xmnp9iL2HRHLyRaNWBTam7hW+as1cllLpv5DBoUDnbhTSntKV3Q35YzvFuxlRR1t0rKi3h3Ox1b9j70UHjLiB/+CviJsLYnDk3WFENz9wGKIFk03JPsUTkEUua1fh0RRqnMMtWs1DiyBLJOoVpUiagEy9CU3kAUGnArEOOcMWMDnOB8dgKhtDbxgiLzFjWCzg8j9hMSDGriJZekPW75ZGW9Esklz3j1CshFTCZNAQtTybeBnB6D8+Qo8imk8UwsOX7RO0PltmMyP5WIt5Sny5n3AKNDXNwe6MV0bLqhQAu6XU+3/9YnvsLOsbxBJrHZ1twdg0ko2cICNE45HaxTbELKdIhZKNTFgWPEGmozJSgKL1ONqJCR2U5V2Ng5o1DjEgExzhkzNoH5nfSXQStRLi/pE5U5TIsTvhCuaKgrq1C+zxJb1OZHp5SztqKPjlxK9QbAF3xZ8KHIVg3SSo+/R0n1LDposMxVaE5/gFf9oOnuqPdDC4CJCkB/Ly/MW3zEH/lbT3lBy+zNQg5pmEogPetJiH54zMCv7PhiY/WTvYZCJncaoIhCFgMBn0xXMVamYittiBBkYiYrWVmu1lBQbYTIDjq0KDitYH1i2BCAbKZph9jMOhPgjKtwAGdHTpunM2kgJ7pP3uKTN04s+HQrScAC695Yg0KKO+U890VehohwwSeiFlXAyb5bL/pl3HK86nijCbWnPAF7gMVoXIwYYFbtwSbiljRD3PecdyCb5aGaWgMj76JbrnQckmluMSAoUCad2zoebvzIBlTmY6HNuZI9Pr7V11Kypix1p0GOAMwxrWAkjZhZapZl5YYotQhJKaata+Kgt+LAZcwQ6YB0mQGwYrLaZmjqJIYREOOcMWMDPEu7OMCM1SymR4dl6ML39ZK7SEvNPPaDXghOfauDBCQHhVSuO4GIvwM6RqGq4IoX6p4+oDVZcn0AegFnLtA/KH0OZKKGCRQy0lP+Srm+e87nPkeqBdmRsbzO7As/Ot5p8/64UKDJT4tfSOEC14OR3GnRDg3zTPddBigiyUJUIgozrSSnUF0JBWKTaDAgLAB1FM0wZwO2ZNM0VD8Ea+qCN3VbkD3TNkvEOGfMGIMLP5IOpzImLefxSbh7Z3wVHJ910k5hMQWg5zVr1jObtXArjqDPxgxDJ0J4rUjyxwhuG6WU4hlYxVx88kGESD93GxW7PnxvyUcPaoAuv9YTuYhaH6SeHCucmc0O9WzU5VmaqTgPU+YQFEVexP6lIPTYflarZrmQtv4OgxwBpgiSkVyFJoU4fC3JUyHRpkhXhUiraQQTn0NsAtlWq0sFQ1syE0GNipEGKMU4Z8xogIm57k/5KFPOYm6tXfhE7+Uqlp5SBpIDsBVj+RgYKQWb5113frHEgpq6gN80BI1WwpvgEwMVO4UEi/NKGnaJHQShOBEdXADlzesFHMIY7D78zsNjFLc9R0RnsnCg6BBQLiBDZNFmSTc4ao22sw+KzP+Xi3xGl46BQh0jXvg+Giij0N1F0EQgecOxt4pTNKPFR7AglezCsrptVICUUj+IqLSobFs7JAa6KAY0Fm1CUm4UxzhnzCjQFOY1v3aRrCR6XsQcL4EzTXCiywCpA62TQ+F7wWClY2zgFt4PMnDP1iJMEoqEDaCcnC5nuhvkXz1ylavRg+4QFGinSsRSQdvEVOWoWy3Drev7JRaufXfopT2Jm/2FgFh9t5oVkTMhnHS8ka8uqLO9PqiUHzt9TU8oLbwH2DIb100n1eJOolBFEkYTYwPGgSDecYZCIw6CEYU20Hh1JRApaVMoztp064zQKTDphpywVLk7C8Y4Z8xoQVeqPw4qkUN3cnkiLsDMRpbvPsulnadxMhkmt4mKTFWfBNOeDSBOWdsavlF9S3qtj+8O9ps4zBDJJKyYDMebbcFOg5vgrA+ELjBK7i3P0Sxi63mtD8iorcoU2K3OhgzIlT9oTCPs+pPLPKmcDcZBP+wwn/dpuZ3+Y/wEsHH8kQCbRu8kgiaM4qdFBFAStUxgQE4A7aSrhRSKuIGBw5hWDlm7U3WJnhlqKVSlGoHm2koZ45wxo0LTuesPc7pqo8lMWUR3enwiDwicdQY3iiZmCrIPWYPgWZS9/vxC2QXMZnWgCR1ENElgY8IjZOJS2p6Kgwm0wRaUWRmXXbG6gBlbcfGSF1MDrl1XExaeE9R1do3jCB1WtjwlpEZ15Q79W+cwFQJBWelVNdhbwXcNkcSHP0cMdxbBGPUooLkjNKHgltmVVxxFaOjGWdtQ7MuWlVsrTaBqlRFRaSb12gR3Zv8jwzoixjljRmLBOxjk6xD2ckgEmqzkLEb9EpzDC0v4JwXYANv+kALpC4tUzf6zfB60UdgReYslKu+10oU9/T8WILMsz4IWVLVuwA3Qq1yGor6ZA0ANQ4R+AnAv81wtq4MlxpaMmxDvYcO+WgPAKJ7ar+1lOUkCtOXh3fkY6OBUbyVZUZ87CW73nr2TCJooCNIrBKJ0k2qjglSHB4kNA1OsqKGmQnEF1Ja4GKYWiMVsowlQE0xXPFci2oBGjBrjnDEjYH67PPByzjMTLIG5C1kumzRI20Fc8KpfaXWuo7o8Mj3ZW5rgyCPHXDhywj/34+95rsCHAsPagklFaZ7VLTlGdwj3Dch1eEJ8wrtMAlHDFC5RcG0SRX/Du+SzXtC0WuOVLbpJWaTejIk3R9s+b/RoiVOtRn6PfaW46X6tCDFYz5eFazdWo7sFcUXrW0kxiIzMFa1BjjKOqA/rSGkrVAXtNwI2lTcbKNeVmuZMxbLNDEFpR9EnpRMxzhkzjJzDxVkR62Hmcqo201SHs+j+rRbxovLuYLnkKy8NnVJdwDuk/3dJPiHoN4IV2chaLcV55QpxEHR+/RA2MiMWuo8CHiapKuqLLIKu6QChn8AZ+VfvFoa3GkwW9lExX9HU+V4R5UVlZjtd7RcOHmBfzvJZbXYRQ/AV4wT3YiYY+SRI6BxRulMwS7SMIQSJcCNKCbTcEpJNlKiaNtS4QSHIzCB5IVE8xg2DTYRpi5KseTHOGTMAzuR+dUmnRNxi5wT01Z+dtPQHCZMZuZjDl7w7N5iiQprnWDmrkGY+4BRPh/AkR+Y0WJ/6wmYeVjSxgHIOu0O9RQ6EWpgPQDrPngi05p1ziVBvAFnnyDw9cXeCyWy/oJfmypE6oUR1ZENtQR8VIJzKtK+YxA8BIqp4HbkyUJzbNEPA3nOF1IX+jiHYwlv5V375kby8ZBGpC9vQkJuQAbEVRekLdw2R/llEkuxMKsSmREBkMJLjxw60QZ8wSJWTseUnxjljBuagpzHvmD3DZPWUFAcxUqogjmeRccgX4pJiwktJqA9+OyCRkD32Dg8uVbDvjrmQ7flg0RYHXdgu+VQ9dac9e1zoL3rTZAGgR12hEwhtC3ER7wIm77hv0gIHurIbAh/ZQoVQbLhvmlHmxwgJJnKA5duSm019ZU8WMi1btMeeQHRI/d1BsteQtZI9iIyNmgpGNBc2RhAjxHI1iUufGhmZUFwNHIjasVCkxv0emkWfkqqJGOeMGSQNTkasaemhBTWJyibuVQOP8UUgfBhAHETbOxic7djrsY60BMY66J/rjAWrU2Hd51v5xeCDVgBUKHeTvWlA+qMi29sEvNd1f7nWccBQTYEVHZRuoxls1FURKg8AMuZ5IF+6TMAbBAVSkjk3tYlSVzZsG/3JjuncG1LYQlmW8ZHmjqFyjeOkjogdFZKb8tgA54J2Ko82QthtRA6KTGbcFkYjzJy2s7rICqFzn8qnbBTHOGd88gjnKaah5yddMnpVQ0/LeG5SiBTBd7Y16LrysnJanedpV5QBFcDJq4wQiGuv7RjJ1nqBxxERRS+3QctkGkyb+HkwPdbm7eOqaDzoiwz6i3P4ozaTvwjeVMJ1I13baA8PqHvxkyFZpTDo5mQ2tGbTHCo25VkSEd0JkCMIkEVwVqGghpaqUxV2TraMF4B+FKx0pGIRDTCym7ShPpsbxjRtMgtYR4xzxicOTudTekUx+y49a+WQTdAftDxWFimBr34boOEHoL+QA0gdaZNOmAtUK10R7TpJKKPyJlv2Z5jRgjXyfjintqLvDkHtkVB/xnWuuEpeIOP8gsmg4uT73LbjH5RHdTy+x73Jipl34rtHAjxHHP5kFEWfMehBLXcBoIlKNoiQoBR+W2wiu6SrInLBg0NthUsHmXITUZZgjiysdvtBZWGh/pUa2oBP07vQepOeZ4xzxicOLkd57Kock+OClbwwnJLSdHz2/dA9m0brEepqQBbp+yU9w3K6uAA1QhkNggsah6lwj9of9WmI68iP6F+ipeKekltB9JFIQLlAp8/Qbl5uo58DSXFv72AXjCrIjpLnltyX/rkoPyekxmyUsVj77jGgSIJoiCTEkgZEKuLJ1Ma5koQTNCvMJrnABoioy8aS1ALKjKKt3hinqyZJT4mmTSLGOeNTBmaivKCgLE1CTPY45EYgkw/f63s/8ZkFrp2qffeyGtEeDcDvgYjk4PwtgRr18IMTr5T7rrnOpO+Ojk2maHh6Qb4VaHjtsxsVGmwODm7a2Jk12OXlcgW7eL4CbaJXfurMsFjpb2KlvaQuy1QGHKNAF5AJKfgRA0Z2Gv3mIEeIPQS5WpLKtiHGRDFyZnG2qiFJyEQkneswuVUrCA6SgyxLbqDlUyYZopfmUqI25wzKtpkJcAbBqcipR/8vn14q+qNap2Pj0fYCLQfu2QRIMEJMZc1/taGVX+8n51X061NTsGuGZIOop1qPytGCiMQESJgjyjzo+CjnZRkDuuT16AhuOusOk+iXq0RNDSZ6ga513XJJ/ov8pq9T/b5yLO8f5AgiOKOBPDzRSiEchMbvg5SsA4h1WssIWaIhUgolAVTui5wITVtC2AWYIG8W+6ZAUzDGOePTBaYoFnmiwAQSnPqbC8OYoJN00QLFeZsDCSTSrpiuEJKrWEMW0B2KBSY3pF7yMCp43sEzlM0E3IIe7ByaaYwokGzMawuhVdXs02QNqj53Qho4bWW4dYFWrlAlfuDDyAB7RVHZEN4LG7a/EUgklUJSBLk0SaEln8yP7GLl7RDSZWEUVNpKbB2cnkYaFR4dhAaRKvooEuOc8elC5MQVLwkqgBnLx82HRUVMzmv8v1oymQkach9vsEBqY/3LQ5AkGlXfPUcHOP/XsPYtwtNgL4/wWS6PwYKh3AXsxBKsX2gRnbssF7wMwFfSEWwtVPUmFWzU0YpBogB9jFfFj/LTqaS6Zil5RyCuSJAwzFWUzCOKRyE2RpCbPbxi4iAwR3IqWKQ6hKVBMRZjsqTIK4wKfXLjRKoAlQykgPIhzQT4qUPclzMwjnCdLclX0IiVKjJRqGASfT3fKd4jEK/JAxfM2jhfDPCyQG5VBg2hGI++Re4USH9psELqKtsh2AKaUC+zeyLBFiV1GhTY5msBrDQ2w10UcYO8DJwY5wcDVu6FpPtDJtn4NwA5Ihw6RkwpGK0MJKtIZ28uQkNILTu1q1hLsh8oHVpKCxRtNapiBmystwIbO5lFEeOc8WmCThdfh0EfjFNPOt4DK4kyZ26IOXmLMIXm6uZLPlFeiR4LWZ0R4YMTppBPygN4zlV/LeNMAJzSskTpcsJkU3tdoU6JjhJwBv20wwZl2SzfmN2Rfe4jbvBRoVrRUAZ4VTXfFtV1PyEHvzbxMBlAh1UPXMDKegXkzU70vEOQM4I6FIdEQeQFBrJUQsNpDaiUWdAiZVvGhlQmMTkNn8qbSDs0bVkfAtGIDVRJfCYsYpwzPk1gVq91RpbXoJmc9EAVrzvh+8SRPLOJIQdqCxr6A0ecXMbFv6zjvF53solaCnXzJUk8JxKqgoaxaDjMH5vHqZwBzxnuPzpWc6DZHFVyEJ+DinHRXo2IGVUtgt6C2eyckcxdp33JW/z4ck+WHHQ19myo1Carr09A/G1BjiBtBO8YzQpyg1OchrkKtHTlnIpMx3E/bE1RTpUWikZoxJKghStxc9koq2M10RcG02+QMMNMgJ8yOBXNApzPogwThqejZYCHA4sjuNeNHnDaAHblchVsFvmsK+IqpyZWgiynDa9L2WSAIXEM+IrPawixQjVEtxvwcTK+ESSzSH5jQm3AhxNGbrIXxsJKILsbbStF1l6LNHZI7kKqqiNIYmXsdHE7eU3mXQAJpgGJzdQk/iCDBJME61gRQguqbOIgJDVZKHorFagpvMhEEdkgk4Upnd2CioFykHDBGOeMTxCYY36a88ki2CQv8+NGt5RRyBksEjyALzS85beAJzIslYnO+b/9JEYBuUEX25Ai8Feuy4sOTGDIV7CfOC+zhXHNlbKP/mJk3ECabO9wtYgbntlHdVJeGiJ0NsY36I53RpcvCeGo2EGWdrYYTl5e0UhrsOM2/c0BigBrJFGZQIpAhBSRuUqwFYOUlacM5wUGmVWdKJp0Fksz2mLDYOUgkSj6RgxFjHPGpwdOMF2PsgIRaApiOUwhycdHopqJ2PPW2MEtXQ3KOYsowIpQwRYWGgAFz0AIYJa+Xx7ynG60QYWlMcgvFvr+uDsf0OF2rPYWC17+Qv6RQlvyL6Kow2vnBlzWd7yCW90RMLDCgHlPsUsLqI9n0SNlww5/vEHYhVKPlIZBjbXaXxTX9WjhbwhyRmBIYSAP+mCVaEQoISs3REBa5ufaM7w3QGmmgmOVE95kkb21ZLOQhjQ3APXJ2wVVLr2Lcc745IDpdXK5xvxb7HUxnUV/MRExN6VUSnMe/ISF6XDpWdH78TEiCgIRGaXM56lTv4H+nIVWx2nR8XF9Rta2AT18GjG6xGtr8sKaDfYa4gxNmO2iYjl2fXfBw586zLfhsPLuPLeEEmQs7AelaN2v8JuRJbJKmOdvQQOyu/bOWrcIF6hKRApSOEJGvRfmtwMoIljJXEJOsaRPSOmZAcwkuzC2WLIKpGGlxTGkpnBSFFBkmdtMygxx0SFyK+5ZkmwF9FSaQEs+A8rFON8fHr7+ll+niO4KHu1/eZe68x4gurNDotPAFpkR026Bia9Hqxx4YYocTuwtBGi15rIF818kIG3nv73Ti+5lKZkMdQ361RmIT1wTpxkESNcUNpuFlxuHAsOZjGiESz4UQddMcxc1/aQIj7UqtA+1j2J3tDi0r8efFeZbKeiqH9YSNWmL3bU+vW4s7wHJSwNGoYofMU5IiG2TyQDF5EyGrC5MrG1EpbCRHRPFtGRlmohkqFy5YMLTJzRAmLWIcU6i//ZJSDfEi/0W90IrdPv7f8S/NaJb4ejpw5AS/bMv0c7Te+Nf793xZNTNjxw8u4vN6QknJfnGU1L/Ef9bMCPJL1rqBfr+ede3pzUqTIvVY+FUDkNTgsQt4PXOzRqWz2HZCeSlDc660gU85SV5di+zDfY5CbBSdgEVGLKpSSSF+GylZk72+G5iINrUSONgoQ1bcA/peRB+0E2TXQ4vZvO5y++CDwiKAGuEp0apCNwYFrRNqhMakaWSiDZKbvpswEgVhVLF3HA7C78xRb2ySrJV05Zx4wReRYDd0/1bEuA9M19gSIDf7u/jv3qA6KrLIq4AuOpBiAF0NDDK2B1ffVoECNC3w8zjQ5t5xpGzUnrOdi93h5OPD2fBD4ze5jtGt+yOMV0LV7Kki4MTXl7Df2C87qUeOiUMrDdvGRlg3Efiqh9B0NVLXYrNcQc49qxmqj4pYcTBkbYu8zk2Hm2PCmVA8hvcOjiuCi0q2781DXNnIe14yVkUqbbG3wKgCIMMJK5p+KskrGn1xfWyJ9YGI+oLVTCWTMOesMgtoYgaVSwov+hkIBSJwoS6IsY5gYfgqF9CviGGHuDj0Ard7/d/j/8pom9v96/tQYBDDxDeZMHYN9wVX3z7ZfxyfwLAjud7z3mQHZNOsyxEMFnvR4aOJl5JTiwTMfe1Si6grFMAZAVurN4CvXkoTyzDuFTEDo26cTtc5n0V/flxPoWh1os2+PhT4bh9zyYAPUhpAWfThBfuHUQIZkB6r+DAPOdR621FgntBe2KDAYuknx7xKRLBuBBHFb1XkCNAGwNCESiYEkMlRaW0IjhRIZugsMybMg1dIJqKchSYn0kijWu5EVU75ZjBHmSMcwOdSOyWHqAAX+/LEBvQ9cM/lFGePrshfhnTHBhRmkeoc79+rWZshShP3NItD88o6sEHUMR1vdy23lfhIT1KdAjy18BzorHcJuiRHD4wZRMqH14VitTfIfZLnXpzxMloscsSf3Rx4w41XqGM9mO0yB+2qCU/n/1vRhJ9UlCNZEvUGXc4G03xGFRAu0WZ3P0smJa1hLP77qBcpWgy/O1AzggUPhm4fYS4xGRUlRXQRag2zYcRIYaLUIguQ2xKKuBkuIhMRMGB2wixadnIBrYRIP0s4HUkbwM4eU/jn/eQh+heH1GEuyYP8D/2/4iv+rNYeSIG1/pQnuy612peRZ7tf3lEOn6qDOqBL8v34hFS/v6hRTBhWSIjgwTeN62zvX9kaagaI1ZhVm2M0aRM+if+Gci+fujwROz1vFFM7+WS933koTMdpRpPuUaB2b4crktFIW0JWZNUrL3G/xMp2XTRv3xejfP9bpF8E5yY/rItPeahqbjny8+TrGqOjBcexMlCv9bYS87VBhyoq/30DuHDetFKEYbcpZKluEI0lS0CIa7Fjug1+a/Jfv8ARZBXEEQZkimRXxiPvSxF5ENlVB5KVPukIMSybLJCVjLMnMWtFM610hE2acpYOvNyWKWdFCVs9QD/sP8iCOS2gJNnD3CZh+jIH8fVA0T0IEjloZqKQ4dkIvPv/v59yDAKgJB4DJFIblWpJCZYPtm7n91GHSCyLquiUVb15GhghJSbbY2/CJOD3+8/YvyVqvsoIGZZrPvlwelCPk3uzH61Od3IRCHu7Z1jtVcvUgHAAHxnZaTIYopACRY2T4eOwDdv6JoWInSEXgJ8o7l/hXl4gHT2uFrXwba01SXKpWlzo8hPOPUtu7xu2r4pcvVrgQp9sTMKn/NF76zUFpVd2/5YyZ8d6SNI2Yy7FnUtOj5LGvyNAIoIXjGcEJVgy7ghFG0G5gR18ZENthYryxWYngxUFHZNo9YUhK/YZFGMpCJDiabuihjnBl50ZJJbHgMU4KuJpRZBWQA4Jk7/wlljBELSEULEvxTnjoXyNAoptBIgsooHyGLECTgrH4UEdnyaxKf2z/b6QetZ1VExgpt6xpEqe2gcJvAEn9HyP97IH74r4M4lA/A+BMehJCI5ADTtuUhP+YSJgkvKUERVRVHfqrYVnN6mwKZiIDu3K/gquBC3wLyHrRf82VV8mlvpdG6ZB/UAXgKEbJJnWMP7lUTnjIOnTh6kzv5CJUU9GZIxITlbLYHphgDTgDtdh2n7fl2urfwNAIoAa6TbpA2D1SOYqAqtFV+rfDaR9MWiaVHKNUVUteunoNzgMxNdaxsxQbuiYaRUcLHqi3FOoXhJtwN8PbEUSIfX2HFRjXXrtAeI+AnbK7R2n5zDlSlcQLIWkkzRS8PimFHBj6ZMAs7a/jHdSVYKDjXlldbXqspthBHYTZUhe8PYJkuS4rHybn2O+e6AdISpvzzmzFrsremQ6KyHsDnRNKPlPQUartvr4fuRBEgAoY0aCuuNSG0rCh81GL1k7npM1DEA+EnEJwoMaw2QUhkC/UReYtjzSfiy1A6AXZwA1qXPyHh5vPKBUmTxW6Py2j+VsZoHX4eO7QFIkOIoOSooZRnzR0o3CVr1/iHmSCQBgT3MKYyDTCKdaJa+lbYQGl+QFo7EbiXVwArpcqO46YgBhfOkyJV35hKtXABljHMKYJw3OgYYHqCpzsIRtXEWmBFYhUzH+HUcwmtROEz9iLWuuaoAXlu9ohBN4EspzVre4Kh1VBVJGKED2NIoKx11Vd7hg/0vnzIPFtc6M3ceugpXfpDeD7nggSu9BliZG2y16Xo0q1Q6QJ6ZJADpN8ztEU2iZdV3geb9TgkRn8CTrTrrEx1kv+XsCb2eRg1yO1mR3y3H2EiBqIVj1xhWe5drmDC3b2/9zV1xWb800VRkMPKFQ+wQ40SxcGxvdcSS7w0iic2Q9FGYyAwEDExKojKmP0S7IrXU8FqQZGqqpWXn0oULyVmASihpHTPZUpg23iUCEOOcwht6gHCdvsQ3Ig/aCUfbPcCv5JUFIYJ9QTiECVD9QMz18lcjmvwyWascYEQ9D2ndHDIURIDJ6Y0RoFPLI2My7hG48B44cIVV8h9k+SED+2bRH2o+cSJrcZs0gSmWBJAYzkugoUhySRqQAEgUSnKuJk7K9SVj8KDcu6bAvZPh6RqMthIgcIxtDpmesMbQ4KQ/Bc8hZwGaW/g4APq8WEPNQVKWIYtxqb/KZ/ezhdxVcVAUCCHvEWYU+2r4O4HSFtCkGuBhy+bO4vcKkcQI5Jjq4RWy0iYZi4lBEoqSYIYKUHLAJ2WmAqmSKEl1NBaAqy3dcKYtay9HZWrHYpxTeAvHADHNuv8IRiGeU8sLADePAZJedCHLl6Cedbm0GfyITPUDMdlx5AHyGCAP1RHwWeGz0YF7ymWs26m4YBUiXCKMPElU6ciYvwD38KHpEcjwJg9dv5OQY2Jw8vKc5jLmFXWjOQZNSInKf47TgNNX3KJUc0H0iFFavGv+u6znfgvg0Ir5Yrtin5Mj0fc6vDWziOceASta9Lyb+XK95IXdcbYaCoRYRdPIPyxEZcB8zGLZGdkK49hnue+M4u2l1n22/J5BjrCjVfnFgRzSspWkklv0kUyWQmCWsrWpVGQoKbvCXmqo5LRVMZliwcAgCit/PAKEd30MEHOsnAw26KQdb/EAATp+8BuxDYAfkZkeII3/MCRA+ml5qTVEWSKOUxej1lFF2jZGgAhwZLy39xcuf9Gxe/tPkHXTQ1J3DZhFnFvhuOkGWqqAS+pWA7Za5eSryDmYGcVCZzbLjK/8d8WkfQ/+30QLcsxEJgISq2V4bf2a7yKRuMfbRQgeCcyuxq3A0NIIhaVDONF+WOwdXmKzWB1HHTBmKxTz2srcv+WHhrFNdDswBQHiqTtflOptyO8V5IigCsLcIiT5JZPUPAtcbJZyjVlACSsVNtamxCBd1BSajgRoGKvqYgkp5SoN+xnjnMJbOAaI6AxU1xBW979HxwBFfIizKVDROb1GlgFHgaAyM9hLXNWAJ0e8jsvTJGwa4Jdn1DqqCMaD0R/TCHClQ2OZ7+//pN42BT9Q0MvgHOaznz35kOhiAmP+pzMoNNPRwAJ5MAFZU4heOp9fjOnut3JargBYhKcVDkR+5jIRFaJTrjRNd/35y+7i5YG8Q/3qUbngiwJU4kw67UVlmbt63cwinmSKS2IeYpCvbTYr+68IKpebxgGHFIk01VMpBv+A9wRyRJLKKBimk/DE2mwEZYQDGVDCPIVPcBGjYgFEWiqZVGZLM2c3vBlVJbIvlodSG96hB9jBaeK/ESymA23dC2qHxwDRBCnnGaJoqsfi9yFzsQTlVSleAidL0gNEffDTHuWyVwcBvyRvPYB5eHBs067esPWowmBWpnx7ydDYZ4DFvchOqvxQ4YmpmUV/QyK8nsJSLV217kig7w61WvTNYFjVwXNKI07MvlsdNjUQo+SdgNwyfbruuIxSY4+TICSs7oJPZ9CboZDEr6uu+DNRigzJi0hQgiAJUSTr82LJftyXbqjynpIEBaa0V9kL717qw0ZPKgN6XWhYdvl7QyGpiqIgyZhGimrDWCDRBN+URIglcFPWqEpLVcQiVR0bo+hGrY8e1X5UAyKlqolxTuFNjwH+3mdY7WkR5KzhMcDmACGIRg4XwDMPCS+Bdf4BMb2wsKoESMcvEctUns6A50Zp0DrKliWwjM4truwB8jIaI2pPbxNE/SbO8B1ATDpuTW++vau6dfU5pxOrX574ZJQ5lwN2Q0ldSjN4jsvldbfAvWcEO5HHggDPj/OAHfQHB32nLwN8uL3+JflOQNaJ2U+D1wBREUPIcbPIwk/VViNlN/hwQPhudX9UiZYwjxLkWJeg/xg6bfkkG522ft8gR5BSwBh2w9qQNAIxNBHJnHxmITFIVGkSUYtFJiRZ43pS2UoFTLvDkc3OWBqE9+AB7h0lnam2uAntL6YW+lwGnLywA0XpfLDRk7VaDzDO1fIekYDOnRD1mX5PCmENWo8qAk8qwQfTDbtK+3Ap/2IivAvAdLzFPEARhzKzuJXro0SRIPKAwuDN5WhSMZ8LYMAdrOwBx8SJw+as72+yYLsKhQGTAAHnGKfxnBjiEKZhooWvh+V8ZDmQ3ighigdIuAn/tBiX3jELLq9r9Ww/VrzcIhkFyv9Walfn9+XxIaq8Ltv/wvcHEohAsqgIaipqRFRVoyJRaHw7frgN681AS8RuwCpDGaEpSoqRkJpGNkx1pCbBRmKcU3jTY4B/jGvs9o7vkVeePtPzrx78cf8J/okP/0MRk/tfPgMxwcl7xHO/T3XfmcWHT3hOGJnqB2K5bwdgq/0n7Ze3f0HXzSWN+9VDbFtHFc2hvKNqlK7e8T16jNFV4NtwGB8Mz478hsDUucUlESjhQBYrSUxZ7UYRgjIp120gyHGVJsgtFw8SSRDIOM/13/RzA39DmE0AstpznuEgw1llNCk+BR/7hE85iMGJihyXoJz46WD1kU9lrSp2A8mr7hHVaxERm3IC8pEOPSpz+K/o17qI04n3BvKEqCVicIaTClTXd/s6rk6fTFKqnEmwKBX5KREtVagpnJ5n0QC1I4L60NbA/MZAUqpKUWbGOGd8KNBTTG44DThtHMhWC96oUZOYtPVNwP1SB6H0qMACk0Dz6t72MalAnvkEQCopVOUdA+kPQazf9rL0XSLZTyeDxTliPJ/RMMl5B9BJw0hXTq5PEZ/4xMnGsxH6PZ56sYz6D8oRAuTDO3R9RKezUS7lFwWzWSaw19/77wrZw8QSIGlsIMgktnVDiIrCYuyitVoHoaHUpm0pbWuJEJlFTqgyChQXsUqMsuIY54wPBZhvt+O/mFL2IRBFWldgYML7FEfUHFGAh8uSIYHx4nbQH9rJGxoZ/YbYuCdk5bTHjb7zsB/R+GhdxxGDBC/OjzE+GZWjfhqgFdAgm/Vp0PjZUB4ANjRyn3Z6xJVT/cFpdeNVh1/HJyz5bAnbuUXuUQAEyJMxpdx7ATkCfKHgmNxBSVuwUagI8ZXSBs0cJUbJMaqvVwQ366N55tLQDawzyiznZHZjWDsYqhjnjA8GN78pQNM0noLfTizhgspDPZG0OX/ZoueDCuQxeR6O+S/qjLmPKQo+YAErJ7A4GTHSu0DpFdH6swXkuyGh1JcrHbH3uvBFLqA5UExE3oMYEdUeKFNyASnajc5W3YLuu1a/kB78E11HVay47zLJOIbCfvARFkq8J5gszHCin2QYwaKpxN4aNfbS9FF+tUgkN22GyAaytgGqUZNln7BmpZPYtB6IzrdjiHHO+GjBCcOL3zAxseEdXZftHFpibi8441ax0toAj4TxCDxY4Cc9PnQwBZFY6YhplianiDgg1xMlDQbU9K6gLrgdbqeGpi6e8VXu6QLWxwIeu2zfHYkl+T43/gJIibocCCt5kwgVHHObF5Hi04NCiIDZMNDn7cQJNWbu0yd+mfAvWGd17wmgCJBFG4hBokHNbsRqFpxWFZtIX092lVER0tkkgtqkt9b0ixhRmDEyF1MY6KNiKmKcMz5eiLw4a/TB9Bz4Qzy1USf3BPqLdtFNeuPK0eA1xSvoYtpjQ9+OJCn2WcChmqh2qq1+PTjv/MZgF8/Led1gpAFoAWJZ1fe8c2wpnkdRd7XnFTP8BYiBqkIvdodKHstzEFgJdy0rOcAKVkqiNmVn0etjigb+K9l3aZ1ARajCzPieAIoItjGCR1IHUsr1ZXpX1dwalSANORBUsRi1mWPiG0GqVi9j1RvNCWmWceZKHCaKKscQ45zxsQKTL6agpg1vKZB+XSYpHcDRgrWdYYt+KQ9FOCkUQQfqALN/ufQjkY0DMKL5r1MDcZHcEIMzLED0cKR9M3RHZytezhfJCbC39PiqTWE9IK9pjEN5K5+ZQBnGGFlZC/M0kkWmUIGU2gC591EKWXlYEFBVqlP/mgMRIdP+DaGBU0b80xypyHuCuGIUgJAr2VVJFsUQKAJRuDAwyETKmYVVtWHdmSwtRZTEqQ10YdR0qGigg8w+ZwnGMc4ZHykwV2IC5tzx5MkZCmjFmqcaN6ES4SK2XhpPZEZlvl0BE3eh5zijOgAaaMPiarAQEcm3gW55eLm3ri7dJpjHXp4Wm+6isc63k/jEBvpIMwbVSY20MEC/ITLFg58SF+WNKjkyXwbYLHxR37o/OI1LW2L/Q8KPjHfE+kgRHXbU68OmtirP5noPIFWM0PpeySMZnOMtEIrMbVDTiKoXKBTugpJyabBwZ9qHXgUzD1vG3CKfIjmy5DpOeSbAjxycejkDlZzgOXpCRJ1U7fRyUUxXbE+ajJ7nSZG+RDbdo3q4T+dMzq9yvkZwD7cy8G0gEgZ5XNELZml5/zxpqXs5GF8kuEJW16CxThwIVWi5iwB3n42WBME9RwP3pDbgQrovGXuYN7opbSW3e5fNfyRL+oRw3/4j3i1EEmSPXLIiiKDGrpwQRGTOYX5RSLS75iAkV1WUfAdrXF+kaxxQsugoyLpikBdwhehTjHPGRwmwCs9/cIo5ucky6bAdbeEKFNSRssOh/0eVJigv3zjkw0vg82hd6OuHLzr4Qj5KttHkBtTFmPZvB313qAvtriDAJf09nedFzObR78gi+otYsPoSPTlg+KGITtoP1HCP8YEHTCvuC5njU38QyIAsQbkZZDbGQ4vuAs9OKT+sgm8pxcfbFbblwOU7BrjCbtgADZMUIjS7WVVBuWHKklVVhFONgiBjjnRp5FiB6aqTLxiwhTPZBcKuYEuQMc4ZHyMwkfgUkd4H/BBv0IHv8sdEw2pxkisw4TQdMX833A7pJbCoZzyWdCA/TNCYvGaGq8Euxpx/awheu4IAe1/685x2sIbf2twLByQdnjVcw52UIzIHnnQrkCN9SOl1GxziwaB10RFGqMN85UinLoRxSlXRCoWpDaz7syU5lZUxkzoZsJXtA3urCJoQbzQhPTIEYkA7SjTZYYM4k6Ip8ps/NnAxappgsGRlrShc4IKNziwXcuZC4rYWDJsY54yPEaQVMSDnDqeQ5lBFen/K1nYMvtPCU01r4BaXQQx8dYfL8ol4Z6dr3f8q5tmF/QTeT/t2YaeKhFVSYziPw4IdvdbhA8HKRYHy6TDIqJBG0Vsko+ZlHakHPhw5FrpQy7KeCHHXBNXLS2PQm6YT8LrjjhJuQ3Jver7VRYp3C1NFsAkQBBIKpMwjGai3HJDUalxBarjhpzqJ3haiattGiixo0+p5KlRGxgZwz4SMAYoyqsoY54yPD+Q9kh8oEEyEeWMiDECrG/1jSu91WMppnTcAs5JDFBXwgkIET/XCLys9ZxUKXV0H5CV27xskpj6e6MzdYO0A7KPAK73zpEUB9ktkr5KzsP9IYxwsqV3jO/VTDRb4NcDeg0N3osMMymtwqgONp3T4yomQZoeCR1XxWm5gKC3FfpdoQU/rWZWHeb9bFCoaEY5VKU0hzIuD52Tyl5DxSGgbYutMh2KM5MlBXpJhVuQkhZEdEzHOGR8f5E2QARkxra2wWJ9STfa7CEeom3oJG6eaPnuXIyeq3Euiqc5ZyssL+6VZb93pkcZBEoOC7wsaFsb3PPaBoFdBJXJEPby/Rg0FcNCdF18tzgczQ2zHgh6eFrL0A4POxIvcF85s4Hcnq8HoS/3VoMi30ytCquoprTES1pf/nn7vrO9Oz9jJ1vQdARTRckYBCMXkI3IpISgHEbZBRdAETxW6srFiRaEI1RCtUlbTQZHb46dGtVkrbFQajnHO+NiA+bH2+lfTEjPIjytRluce6GF9ek7XT7NxNGUBT0cyyBrT96JlCbo5PPrlSZ9uCuzV2GlcPOKwgct6FeKVaCj7xvBrO0BO59wHrkfdqzD156mNFd99xDFgtxzxl6H8IMS1gDzylhWB6DW2uECSHBieHa9rmRh1NMK8PAwYdQE6CaxsxLArOT7K4Ec18h9EPTqz2usPeQdPqeDdwSxBBhNrKKRTB0AorDagN0MCN+KbNjRItqQYcZi51bRnchqDjKgrypQgm6YKSrSJcc742IDpsTD/mUXAf55j1ZXTlD3WSu+gHppqIEOUWongTj3ZiUs9AEXLRk11Xh/dzHy9S00ya9hcWE8QxCSmpjhJMf8YRgBzkRnWYByxyvr0gukwRLNNbzpTeu+fAOSeYWAvL879RpCm7uICrvvl3omqwA7jGLBjwjUjB4JDoYQLyK20iRPsO+9+VJX7mvtTXXMOilio1MYYfeyf06EOXZ6Loplipd4asulA0IQ3DdOQBDNj43BcSNjoMwLzWSA/AmIFxwmKStrOmVluMgioBo2ostpjZ1ZDp2cC/EiB7zFmlKcX0z7H2LBfQhd/bGgFzwUeG7R3U62wDNMU59zXpGeWmmRLHRlFjiFUxY9qAN2QH6bB/rYdc/1DjDSiLoIXOYv56NANaqno47q/8ATZJVi/7HSorkUtD4lmMOCDqeBTMyfGwisjkRSNjYfXk/TkJLJEOItqlnWrFtXjnnDkrgEZl+DME/GxQxlyh86G+Bbh364Cs8SIPBxCtYFgxoKwdlRC+XArTpQMeIkqBktIiiQjiyrRFAOQUby8iKmKEi4mlHSMc8ZHBpAFQ3KGbtU44GSrkC9EfgCkGMFvM8Oc9CtxaZvCmZ+Ahw80qvr0MCoX4YDiqCX/SMfNAMzdAcMOEwNFJKoOjWOteX5x3vWLQ57aZQ9EhGEwRIzbu6BbLmF3cT5lmgPn3hA0uu7g9AA7UTKVK+5xmPIDGqRKgBQ+JPqhneg89Yp9q7u/dFQVnchQOvQPkrPy7DQvXrL47gCKCO+rME2BiAuZo1Dy7M+5nEkuSam1o+SCIQWcSndPiEoIqDYDQANKqbNWCE5FUIVRWYxzxkcFznvMFk5IpzEfT+NA3QjL7qI8xnmI0C7rlRuq4XJ9CpJ5yceABsAAfN6xjuOTbsh+0GEzdUL0dkgmp1RDbGKrxhkv4NuR+PhqtyDAsBgiCBAWxjnC5L6oxTv+bvDhL0qUpb5wJjO3aE2i7HpY8EQKI5hE83n4kCgle76Gzj85rtaV6uM9z7Sy3iVEGIbJAzQSQugqSCg+PpifQJInVCUo2dgIyVGuhYr4ZGROTdUYkRu2AdVZKmQnSy6FGOeMjwqeX2Xag/uwjkpHzjjjQpRz9by9AaxBTLO+P6wrQjIG2A9MwevmQCxkOs5/JJYXYEUqgxGCFuLheG8DHFKILaTTBl1jhNQFOS+oTx2dLAgP0QL8RpphBO3twA3KUUA2gJF51CzDm3SRkk+8iFcFQH3aLIPh4tVafeec3piZ6vr0aGZkglYcQSQbBux9Sw5GRROK7w5BFMUJM0xo0olbmO0gVeTb1bJVyUyUZLLWKB+KrEU2NSHUFt26OtjYlGzLGW+KMc4ZHxEwKTjjcy6t9ZJaTNPRXOH0JYY3QCTSeuA3oiYUIAVevDy/8LvTSDG8/RekCA1LJUFkKExwW7QdhzwKATi5hS4W6Iioj1tHzghQqeFHGhoXHbzrpIGO4REuQSt84PfWwwrSnZ7trfDTwtcPl87gx6aKqgEpveg3ypYHBRLWcUMredZUENlfsKeS+gePRva2YZYIspAzVQLpJjIK0jkrVpmKiIGVsKw+UDA2wiBDfhgRMJaGFVhTyiptU4fISM/PylakAeMY54yPCJgTCp4aB3n2djhVVpz/gPy2iUmU1nE0PtCfhvGKj0t+LuZ7eUF3EG4Jt+skB258i+yggtsCjTpMIDIuz4v71nc8ntfHJTDHOhYYWYLID2MvyunDAw3SBSz1cFTaFaBODjMG6utjvKgV81rgNgEdtPoHKXd4IE+ZzKMInOppCQYq1GFBpUXZCNf1/M0QNIFNRA1SoyAXTKiElrkWBmylDGcxGhJhRVgMjfNTAhERgYqkjy5FjrgwrSyyxRjnjI8K9cIyuwlCmUeErg6RBN+NN++OkMbFSeL1G6zvnHPbF8Cs6FyBAtEUFtiiFLGAAv7EBfHZaOAGGJRlYvwhTtiDkMkU6FRsGQ8HuOouiv/KdLh/VyH3R92J9Dh9MBAtcJSUT8JxLnuNVLzXXmetDqHXqkhmxbs08K/DVtn8cHeDw+N4BB8xEf9R+fUcnFLvCmSLwkxBH2YPJuTJFYikagjviyZeFJesikj744TLFTdPQjQDRUhEFSs7l5AIMZWlboGqGOeMjwaaX6v+ECQlz6OsrzwpNZNIDYtD0AAnzzHPaFDbIhT1DKVcvAOsfi+6g1Nf8CbEZXDwDMGFSQTMJP9liuk3ArrDHpVuphCxG2mf7WwP0IcC+z5udzFWZ8vuJUZwCAOsVLG3duGQsBExBajyyHpQHCX2w6RWzVbc2SET7A9f70udLrgpxxcF/pgwKxnQJ0j4RH4JrAsVQIIGkU6pKOfdQDQh+hBrFLeq4ZASWnYKREZubZJU1yKSTQ3URJuDzzhEEYhETTlAg621YQJkHhDjnPHRgLOiPz7FxMs5FNB80ftAMHdO+u6lTmQgY7V5FLBO98iip0GPg8f65DCK1cimFKA+4JEvJR3wl6K0tR83RC0oCRtrUm8FWkEnQsWjZXrVp6+DoXh+4XtnlbTnt1x1HB04fcBAW6CdCdRdBRrLkTKhiEEOXTXjziQHRnn2QCp1nJ/WlLmnzX0yZLsUXYXeVkIhhsZHNaTJO0DQhEDOEG+QUxSCRSptheOWUWq9sSaVrca6TEWQxjFQBKI2CMiIDZZGW1vK2VArhTwT4McGOhDd8jA9hmZuYKL1azgYnI1YLmLy/CQi2Os3r32Lwog4Pcl+me6XetC8pihvBqEADsFM9RMAGeJ5AJm08AZgsyEOMdCSAN2O+IbsHiQB8EjnObModz9hC1etv1x0cN7W9aHQgV5vuhwieKrS1ahQr9ufAZ1tr2bojbZBYBSVFAMia0iAzGl/LXpeiB4407+B9SiiKUfIrFrgtsjOjSCiILcEawBVAuwSKlgfuY4ib8BXTLoU1fnJckarcRUuNQ6sRXCcKWc4NLA16w5/lohxzvhIwAPyXZdP4xtMDNADpz9nEV+vCE284WOpBz4BmpOE56TmmQrU2s5Q9lC0lvSmRwr2IBFVJoUvjyFs8iYo3hlrZ4dKRCliNVc6AEY/Rjcb+qNVd8GLAwm4q4ywYD6Eb8haaK3qDGRu3qwcO6HQ1Zi49k7yYJ73m2XANbPFthXu1TVri2qw1yzADBvLwPBdpSh1shID8leo56Nohua3hPZWyAOAIpIrSChBhOYWulwVSCQJjiLZcjOiJcaRVFU1W6ElXYAJNVhbVX6SmY1V0rKqzFQqi4AOqVyMc8bHAc4GfpfjBrTBd5pXoHES9n5WwV555npdOgY8F+VjHCy58rWGR/hWcC9FMiIIbPRGJUxJTiDTHp9rHLnMpzQAOxHiDpA7ZPsoNVWYrbAXea4ArBGngIXQBiM6xoYjz8caWhFgfogV3ktlX00QxloPi2HxsGMyidJVqnErDvpT6sqvT20SQpH1vgHBg1ufHoutUA22VCuPmzeADu+GPEBDGQU15ayBgZ27GmUW2KY1ciI0rVzpjXA1qkoWNTSsZ01sKh2mWiworZNACIxinDM+CnBaYD3HqVTmRoEIkGQXt3uSCqGJeUSFI6/hqOZktZIukda1/UsWFrVxlcgj/JzRXe+nr1CvV3cn+SEMwRaz1sAoOUCWD4salcCPGuqO+l5L8hjlBfmFcBk+41nJODLI4ZGw6lUoDQVO9ci7Ka03HEAB9TrSA5/ZTCHKyKLgZwjyOYTnYDMpSz4i3oOYxkBIvrGb6A91LeaB943uWKzWtwMvBK9r7QZmCnIFKYecEgTjVAVdPCkachGiWKTacmPLsGtDqmuiwu0NjJplcqKmHDHNIaRJjHPGxwDe0aBw6cv3hgf3SYBgBhgxRXbjhgSmbMISJ9qC1/iGrEjXd/DKOpFNgOU5L7GW5pP37AHaoA0tYE5EShinBxjXMLaMNHzTiyV9pEW/OuMw4QEyszHPk8IZyYgZlcr6QyyTQ96E7DK/2WsD9HqKvVemGlmpvXkfs5vnOfXB3peIPD6Hmx+Bv1N6yDYri0jlwuBErmGmbgsdxp0AKCKpYkgkiuyghX8V/APkVnmRKhI3RVtIs2iIqA5C6BA13OYA2I7JoDSrB8ZGtNPUl5kxzhkfAch/mFQHmB+eKlYH+kNfSxFfdF5GhmmUd4MByTOaYeIQJRRBQPZpPOeFdHPGa95Qgevret4dFw+BIWQUoQUrBwbUTEWIY1CPGhCRy2ylRIkAP5BAPYYf2PH0Njh+cOkLgHzdHyLuYER/UTXEw24Mjn3U5wRGus4dMu0ACj2Pr+oE896lLrOZBPthDEfPvvH50uza6mxxspDBMTx70SX2MkAxaZAPPbP5u4BIQq/TaLgDyUglWoUsLNYosxVTTV3EaZbuoUJpsnCkIVtunF/It8SRkWi6rthNcGO6jnHO+AjAOeEb6Dm9N+58Q+7pSZmQXaepFU8WqaAZZlQ9cuWYL7CVk0cny7TGCRieDrmhu4ijg9jUW0CkaMD5DYzUV83egWkxDAGZcbhz71KEhz7x7hSI7F7mEdSy6e58Se7gPWar6P2Izbj3QhyCZ5ljh4yfoT/oJYujJYrLyYUlCq+xYjelEecX5y8ZIimcx83VBGhPJ27o3rIC/S/Uit9rAHE4hrcFckUiWS63wS1ORjZ1ITaBSrAbI6cc4qOt+Ytii0grwqYNiaE6MxoGDahnYVBpcybAjweYxiIvzQRJUic46zntI6VpM7RwKVmUnBB4whLTUJ4b5joDX4t55kP0l3vHSGgaBvMlAw54AdAk3mh2K2otpQgFJewQKvOEW7ZvMogWOMRSTATIDEX4MEEts9bNs14NWGxeCBPERmnsAI5HymOianz4sP3ECiv1JGl2CD9b/eXJ5ZrXbupfAI/vkkthenc9djsfCthCBeOGO/aJK9jWj31roMsk5jBjpP9EpEADyDIomZEeY0PpAtwmeTXLV6lZJJptS1dvcYTIIGgvG5BfYyhReiDGOeODh5hLj39yUpOk4RomC/8FHUhMGzkkLFhVKWHLcwe5xFVABXsr8h+n3yEK8s0apAHmAhI2gVbHvunVKLWwqYgjyieuaNvDf6ILJY3AG0DSmCcOxBpyskQzGlqMdN31qyHFrA7bnRdA5Su6dJebvDaiQOxLeG1bnrRNU3A1GrQPiHZWoLzI5EkkydzwDUgTL4DzeMCilBmwOt9g8bcBcoSpwp8gD/NhkgjRCNUzrCFobaCLAg2G2uC7VDrOlKNkQWvtfirDCqcD7jw/YafiMc4ZHzo4n/EBdI2LZzN9nZzHmmuShKQGTCSoaaiJBMmfgERuQB2nXlFyosPh+ungEpWogRPeAAZJGch2ZRAGnHALuJbkuQr1Txu2Fw3pMKSUgeVLp094n975Bbuq53hpMRkEyFdPYnxOt4UBDmOoYnXinJFldqOClx2SayPZQr9UvHrIuxWIf1bbmiSyJ7uW6QoMgd6ue+R/vJJvHaSJpIuIzUupTGJxTKnmGMFjFUUBS4XcGKl1CLUZNxA+J4GIOcqlyv5qNUaqBCcbkUKMc8aHjh6eCecBZwPmly6fk54zg4Tk7RjdS7JGM/WwkGIliZzuffdS1z8n3bjWrjsM0+6k58lnkgCPk6Ep270pShXsQwYnAS5T3c6CxwLPvGz16Vb1MIXzi+78WOcPAO4lbpiJATIJSD3ucX/ctTeFsMySNUZ6Oy79yES3MYKU6gfiwe9SXzzGQ7bl65FW5OgYcAIVH6rPe4vDA54eWWIF/C6eDy2uCM4grQRbEdimKxVx8o5Npl1BB/JUEld+0rzWY0iVJYsNIwlWWJfbqmurUkMyKfw5E+DHAsxJrqLMVZwug3WmWfAgD8j3cCAsgcE4E50gmNHOI1WIWI86oGC+Iaskn0C/4DNXfcqBmdDxGpoxmwCs4WYw5w7KRaL4oxnUXvTRHSRHoOPo+mlvn4vH1qTOPUCVoVwrW/QHvmpP6M64dxrFVmjPXHGbsTsDgf+aWl+eNuZVf7nyPdUJl0GbMOJLCLBM9wjOSMv6Z71lmElEI0EpRvAIP6EMTXBhYshlozRMHcrH+VRCiEgKZUpV4jRNWGwUBJJmWwoDEzcwE+DHgX65wgczgd6PJvdoMnCaxYEriSI5TPoR/3GaDfwIOkiM+fJcmiJBekFNZyhdz13CCZGdmIjX40x5gJrUN8Fo8cvC7g0+IjzyixuyYeFgDVLH+8SDEtBDdIAUQ7ajpQzZK4JnIqb7h+KhXy25RwZ7aAonPVxHYLgkD8QOzSx3rIFuTcY/iL3RT1be36KtAQv6iBwXk8uTWC1PNPdmEFcAJg2CTCLu4QYJEwkdurTZdP2UlkEbCijHp/pmESNKry0ZL5JVUAhC87Z0YYxUlXZinDM+bOCLr5ms5RonxWgqiAGsIi/w0aGc1RvLNFQSj54T+pUePkIcy9bPfCbD2P/SFAQFvuQVgvbBRD8ba0mCE3TYrR0g7w+1uWApLsHeobIVlHJAv3g5DJ/VClNfGkM2OeOJVuypcsq0EqD0E09BIDhO1MPRggI3zoAk6Ledai9x5yK6iBvtGrAhRnHrDIWhn4hsttODRcNUg81I0H+Yivj39ToUAd5k4m1CXMGQnCYWCiU2I9hICENi045Q+aZARVUyqvmlRfWCsrlRkCSLojQntoEwOVqaCfDjAAjnjLOXEym9B+cIq66/yMclY8bo/jU9AQZztbXj4i4JD1XAihMx0piVF3yCFsXKNdTDEno9Tb5RZ9Rg2Ktd4DqiJhfGVoKa4sdBn6rAgNn3tfhM7mvjja2xrySwrhbQb12zMpf7I94kPwIK6xoc+MI8xwJNHHJ0dgtnlx19wqfotHC+drzFGHiJQZAveUW21rxw4ekH2ysN+7eIAZFJrkxCNCxWtK0mlG16wjdrfcakp8pTA7nklk0eTwRKX5HjMAQUpSLKiGKcMz5kwJ9ZnXI+UMYsIBdGjjZYSeo1PZQ7PrcFs4tP9evXvFqlAUsqNvmRRECUzePpNC3NMY6cdcY2rA2Nt2Oo8u2YmL9sAW22+iqzEXwUYlOSWNAWR+2YK3SshyOJ/KQLIi4xFrBfZDANrvm5XyKJelQmEcxn8JUDeVxgBFmhmFP8vRrAtXBXiwMhp0FWhjax1dEJ/twtOdD+MFbBNHh7SK4YuWshRaoyT7Uo8NK3IhIoQT8uPwYF5XOTQitXIRBidE8bhgK3zmCeVF7acBPjnPEhgxNBT1In+3GTHo6ga5V9dz5nG6GFGacuabMCiiNteVjvOTOPX16YWDjZefEaNuaYjLDBX3BNEhD8LuXdELwSMcSAalEf8VEg5fAx1DrjnO3RLKISN0C1AQzggM9IQDusTYDaAsFElJpA91JvQDldw5CmwjGL18v4AsfdETTLydcMC93zEMRzErLffpgPtCver1IJ0HuCJYIA9065R/jUfWTx+sH19ccnb4agiQbhbpG4TFiFYpSkviEdghXQ8bLeOUXKTwmCCwJFUA43+Kge1ZgZDVgCXYlcoVRSEV2ZCfBjAOafZsNev+KjqKAJHqGoGUGt18c8IxpvPCf4dNTCljxopWP3vIsBOmae06/gxEQVPLxFO1GMeUYxJurl3lmI3Pj44Bju2hVAc6NnMqHAuAz7EaLaUieqVFUVSVV8PtahRyjowKBxzPUrckSVbGICx0ss9XkUwOdWQKW1J7qFI2SBDiDjMZ/WVHeed9PFGhg1DLod/0M+vVYSEbUpIt2ty+8d20cFvjH47UEkEexFziBtOKKU20C6YA0apqswIQ11haZcRQZtYtka1EtdbAJuRKYREq1OoW6cOxPgRwB8501iceUYmSungecDtzHLQE66rqxCbg8q0J2nXOLFaRAmeK+wssUMPIyW1Fc+sXUS2yDCDcBBuW5y8oq2TRNoeG4bEfNciy77c5NbQ0L9f85LAUMB90x7zDjAsHT4zsfwGlYcYgkc84QPbDYHgoq4Ld1HZb5RLX6LAo2Dliflgfy9GlZbqqq1pokUvJUZf/C2xYC8Z4RL8ok9+AYImiAyrkgWUahulpPWF4RZqJ1T5CaUamp9RGTApABy0wjFUsTq4M0N2CwyY5wzPlzgi9/5klkCsaaBszwbpC1Tb2qCsIQhW4IyPBndKRKIRycEv1S6QzjhxnmxGSOOl021nhhccmdEVVkjslEHGHrQeAkDUU9mZZvPTd/NC+C5L6InMAClHXaHeo0SoEsYTdeCrBJo/Bw+4OHp5o237Bof8OcUvGmVPKuOHtFU14cFRfdl7L1Fip3g8cVIcCt7OPKItNEPoJPtM/TfAswSJhQJlcGosVZIx6pRATIq680WEyrDdTCAqUqiRLG+DhXZLOyscIhERG1oJTJhjHPGhwtNU3/3+cojsAISXEvmxR7M9KQnTovjMUAQYKR4ixyr5Hy/OJdblOdHk2JIMikXVUTTWKBXUy7elag1RkHeBbuUghtlj6KQTjwiYIXRcFkPvRA7xGnSiwaf+1HZThgyC3Q/8XQKVFPjUGPOWMAFpIClMLszhRVcTwloInZ8dD6Q/wx1IU0on/jwoS9+5obdMROq44zfEswYhghDkOANyWREcOYXB2dRcDrUqkpOW/NxgMyNwGRNtQit7CMKmVkpmq9t7U/muAKkYpwzPlTw+67HC/BwkElKh5J4tN+UFcf8Yjptu87DJwrK3MF8Q33QwD3KJ83DzeOLcHOWcpPJjP3ZBjLNput0Fdgf18qtxwF/7TQ0GRrRARv1/nn33Nf/YIGYd+2hCqyfEbxHfELjwA6gj17y6F4LKY0T7CfzVrhtDXg1UDjOTGHNvdjrX/JVTFsA35Nbou56dt3IZ5WpB7SJi/3QkPQgwEMFqtl/CXqc6ltDMkVQBzajMABVSTaOWotRknL7AdxWEzJZ+bEEfOo20GS2jRU1ApsoCSDGOeNDBdjpGBvegKuJUlAmYkyIC22nL1EGMHHhn0WCyfD7RCVZscjFoW4YSmZNTgHssXll8DVgdbXKy73VcdediBqirch0qlF0L3m77FpPUxYKx8RvQflNAJctaVv2HxQDhFrol4WYRhRoFsM2xqhV9/hKywFWL+kfooETsrUuVKILn/CNwekfsu6D0xOaI81yqAB7ZKX31PNJ+sGAw/6+GUwXgSoVFC4BEYm+BqqJtKlUopCSlQM6AwapqL+QWEln2aIJA2uLmTBuIcY54wMFpycojt4fQwVmjd1BTQrONaW2zQ1OwGY+I3nx8jys0YKnPCadZid4LkRH5L1QeLMVW9vfChRgmYjooYnQK/nmxoJlbvyA1BZ2nLjDlEwFYyqbvpESW4RayELEsAkR1dkJH5RoBXYpNnyKxDagCGzVgP4B/Dc4h5CI5pv/DM9vuYyf5upAjofCzuDoi/BmEEmYXYI4CoNVFSGaGao204Fq69wRKSknfL5IldAulZVpiTUO+iW1qa/RWp3uoRIxzhkfJhbwcNa69kVH/EMLcApr2iQBnnE20YJcMYYmWZ1lBCsoYskpRDPknBKwuSWG3QfaVFSrKJ2/9lOCPt6szzcY0DukPMEGNmGBpgdHRrk/2KGEV8ZGS4CkrRAArWj505C7EjsV2wGnNdBtd3xBc6Qh+hR06Z6Zk2v0qlOtPtrLHUZ9RkAkRrvyDSDCMJGINcwg1nDT0mGqFHzwDaBQaKvhL1da7LKiUrOjyJ1AITkVK4ZRNPJTO4b0Mo1xzvgwwe+8bhrNWRDQhCGFKYNYcRaWVIWoj1NvIycxODlpByued6pNDW8Cz96KmnDFuc0/h4xLqJu9U16up1IFwV2NNjQjwmBnBgzY3iA8JEDt5MDyZWSZ+Ar1cf+OWiBQL8m86eVBUKBtdY0fgb4MjpzqnDCgbHwYcczSScWHw7wdmCxKML20GiJIJymHSeeEiRNAEZwFQ2dHBQIzamCOWNO2bQjjBuNcITQsH2TpXOtnAvygoVmw6JfYnsRsIXK2cSKmlvO2zLSCFW/60NG+WvpaYLKZZiLhtD+3BSfvuAuRZlMU26NjFKPJGlHKpAYPH3BYp5KDdiIx2jPqTcOArQe4sRcLBSbvSfIPi304SsB4gHFyicaZt+ZDZ6PXILSoD5lto6hKhXTBC03xYYTdtICKxDhu6tYQVzQoPmDANBJkYoSEqPJaMbBgeRArpDvYoDRYslQrN6LHLFrzBaaoHHSBkAJyZsQ4Z3yI4Nzc48sj8JvvA0FC/fZrmhh8ZnOIBZ6kmHxbzgxPwMRntmlkKwa42RzkGBpwEg+hNBvyX7TrsCESWFHqFLZThhhl+DAXG4w6yx3bMmBUKYw8QCKIr4/LWgDtV14x7SSvRdRdxMPesGJUHQ9uCC1w0On0RyFA0F+TSy2SfB0SU4NPv7fc03sydX/wW4BppAnEOF2QqmAtJwuFDejNeSEN4JwSDAljNzA2hc1qHg2tzJQSka0cizMBfsjoeVOq55FngNDwH+dQpFYbDgim0GhG7obCMopC3kS/y2NDr0AtrUYUT4T8DEQKvPxnwwdkqrCUIQO96aNCrNcyYOhhWPdoC+1cX9VioGXQmm7DNlBOy9vRGRH1dAFbXVyYOPSp42xYlUsiRLf81/JCR/cmM3l+iCyIAqNR3hagCNGF2YQwjTHNj2lEvlt6W8yHKLMsiDylaUsxTMOW2gxSDNA6nVUClHApBPZLJUtx5QuUajWIa1aMc8YHiP5grXOBmiZT/h9CuSvusvKRhVvSn5Asw+BoAtPamyMbyM0wTIkFGOPF+bI9gtfxJ2MIeYRDvuA+JYIBSwVKYbdt7jfuZuREClhOXHDU89l/ea+IoV6zPj6+JnRYGp/68drBy7zMs7SpfyhX5YsF2jgIOvTmUv9z5PaXzQ3fbwKRhBnDJBbUUVQDvkrV0MgJoEpA5hSl67GatbTtKR1yaEtDpVxEJQxEo6YosWSM8z3h0f7+oxrNeDMc9JerM08IfveNuPqZkCeQ07LeUc9j6NRe8bz2TYwnM9P+bEzzt4HB7GUL6LGlNuRnKA66xBucW1eU9BViwTH23YjTxHSAGTD3kxKhC1UF9Odb7/ooQPuDx0Srs1aU1xijdqzfJcaVgIXkGCunZ466oZPazNTHAjPK//uNYKoYYHCozoziEJCETbWi5ERIkYAQLFb1prM0UVIqZ0XbNpIJNmGKOKVErYzFVFSpBKQY5xgPn+zv7z99GKkbomfhgiehJcB8RzUa4OiprL99xn/hjB2ABbC/6/ntZ9TsPYhKac4vTjseFHPSYN7O0MxuKg+8K/7zoArcCNieAj5tcDRIthgNFYmNUZwg308ITHi3Ejzhmr8tqdrCgO3dvVegP345dAILSj/dCCU/3MLvd3Hd/r3Tc2BMj1CgQxw1M3q+I1lvTOKNIm+OyhQK4pAgEOsaiICk4iY+qWolYNM2YLUVKTfMFoJzzJ9EpKuoELGI0x+nqm4bAT4QGe3vv470DbGVAI/MfBENcPxt2H95s5n5yUJPY8KfJoQnB2aOr1gm4LeEljbwCAjY8x1BUzRwNUgxq/GqbtFjATwinLeCaYJhU9GepJKmahhVnJ0PTnF3RxPMT6eq1XKfsgtCKexH1KcHONXByVeAbII/QVOG0Bcpn10jFnNbVvitpzxFjD5KRGaUZJKmPV8Pw6vj3xzJFkNURiLB2LdiFKpin4KslbBhyZFMWJ8+GtGIRGmyYUMAMpOloRAYpa7CBdvtFgLsv91/jT36bH//lj4gMcVy9/f3eUdWRAN04Rx+O2DMGVuhWcp5ygVcqJqvPGQ7DgQdGcy654iOUObG9AdSAa2MJ/00C7wNoOLh8lzPeAhuS4kJXpCYIkPILXgmpHYTY5+4G5mnyJuhcE/x+mOjsFKATiEw7CARzz/YAdMM2JBt/1P81sTpYMncLmpJPQEVcP/4G0dXFeWgJQO+lUVwMAU2bSCC9AhGopvqItZQTn84DcAm8qRHsN6R9WNRaA0V2uRU24OADXrJbRTUJsY5wvELRV+9CRlNEeAVHmD3rXX39p/mf3jGFdBkAZnpAJf3WDOHdfFyTYr0OOti+tScm4B3H7QgDYT41jGmMYI6cRw/mUgGLKoNdIPbcbEPQhqga+lCl6ygJl+KXG8XMdIDHF9ooj0c8nXAPyKkBqi6sFvm6xJE7eYFPFAWrG54dkFljlGEC1/6jCuZAcp+I5AjgjoCEEwiksPdQ0qKioH/VZ3CkRXhClp7yqVqQE8RDNjQFkwWo4pWU+SwFqz0NsY5jXv7v4R0CxQ3b3kPC1sfT4yDf8hi9Gz/S/2LXjDufv9HmT/Y/5KRDkLmAcGHX1LWV6J7USr7tKGvNzbcK3ZGyuQBeIy8JmEKp+aAbmBjcyNMEItWYe8P6EFhv0zgLzVWTWEJPgsxHoUacgv4dSFRHl5DvbJIRhGCAfPQoEFKa6+DuRoN1TUgA4ZYeslI+/myv0QEdd3rcZWNtise5+U5YR4ZvtRr06ep/maoFGKOc0gmUVQcMcYKGddQJPJao5JHxoTSlkuwMslPtkFjrclUc5NBn4GGihjnNJ7s3wvpFkg375gH9oAn+D9VD/A+ogfh7N3b/3LFY4DhAbLNkx9dSAcE44gk9d1/WGZlnzT8rD9OxpgADd9B5oGiouCTM+WeTM6622Oab94dKs8VsjML5qbEA6wuGneL0uReaH8bLl7iDzsLsEJ5TBJ8TwcxWAP7H3HVs68GOEHtpZ+V0fz/FPLBieywDbjk7fNFIoL1JzbUls9bXJxRxq/dafMs/dsiKYNckVTY0JA+jkJqzAo2NTC30qVq8dbULUiQ5Ch0QlQyVX9F5EYNY8Q4JwFHbdd/6ATC21t9u/8CXvmDb0lg4RVGVjh78ACfXuYxQKyApbtHJw92KMQjklyVIxtirewTRjgQmBD4ivMZfdAoI8CZ4WkBrJZ8hiiQb8b88JDLvkJwipSyWD/eDNDlPbqxmwrJDNCy5Hm35BtAgdiNoreECPCyEpj5DFHfXWy5AWOjxfZQJGoLifo8jRW/VtzAbQVWappSwgV1RUw2wVPCelQ+wLNkbwqzhDiE5APBHNRQSRVLFr02hSJkzJC85QS3kS7WEYwiVDQW3FBmz+QjRl6mI4GthtF0ifLVBPjkjc5HhLd3b/8PSj7c3+8bDzAIUP8heIAn5Szwvfafppy9H/cflLTX5PAJr3jG0CcAMR+/5ZhGWopt8p/2I+cMZhLvGcDyyDNlczZOYrjCm8R4Qr4rlNv8CfBOCSVZ0qJF5xT09UkPvg0OyQluaK4U7172J8fdEc+Xx25QkQAJkN6Yc4CyoG0fu5+A4aLdT6bILEHAovJmPO2aj+85JxmimT5u3uP/Mi4VNNyH/ti+qCqEKsh4rctjqHsTBL2QPoSUSFlJa6KUskBVBpGpRKZdFEFmuSnuXlsQNUf+iLYSzJVFiQrG6YEiqoAqxjmFB/v/sXmma3fA2/sJ0bf79tq730OIg3/hCGIJrKz0AAPNAT4w5eXeyZP9p9GRWCaXMyafKvpeV5Lhy+7v/dD/45qo7445FTAFaLmgMxMuzo7/0x3MWP/EKdW3D8zqmMoN1ymynDFht3CAwk+5n9jxloEEnTcKOJe30ZSrxaFQN4ALR9bDbNnxccxU+HXzBZeqgKjqSz++9OK8XqZ32R5PXNZblY9VHQkwslGbhQCahMGqd1Vek/ON6TRDf+SpKuv2MFEAyXYSHcgiDRkJxahahYpRuGRMEipcvTPblBAZ022IbyOfsMgcZTodyQxDTZSOcU4AJPNG60y7eQe/D1oDHl7jAVLHkxzy97p/dCF+Bf64r8ty2KWCT/o8SHyxSYC8ILaZjN5wDnBSMsF8TkF4BMzc8I+2YIJIxlgc0MmIxJvgummaE5k9woddU1TDAOP0Xn0ogWNeGTO4OhAgTVXS757bl+OeC/Y5Xqof/fpUxAJYD5NI9+PHP+s9e3rEVdsaCI5v4Gst21+b5pnZbB2+/Sp907IiD6DFE/Quf/6c5/8+L4bRwUrpbo9CGslCZJcCZTk/xdCnlGjJCmgKMCOiBtFKY2TKGtUTWimbnCqW3iYpjhHjnMCT214GHYCbB9/vUfAVcZReYTiCeRIEHuBir/vfv7er6Otggv72/0iLnqd+0RuUK2AFnyb4DdcBAHzFVzzjV7/lmAp9z3dLHpSb7pEHlsLaaeglXocNEpkC5udb8QCvr0XdMddZ7FdDEqwYJAzyiIWIOj4DrDllC1IjRzXPiUFC2XrggDTcjUbEqS38B9SjjQRpltSnY7DnF7pOhWCq0twI2VcwJWYFSp/pCCRAhi7/aoKWVES+j0rSK1SfsPDG12EHT/4qkCNIIiQPfGoUiQ1Ux621s6qVWx5NMNNE1Vq2sGarwUBbEiVgw+rDD7UmxrmJB3K+3gB28/LkrrHVA6xngZnZs3X6fJKJ/h5vKfnUV74Gvtd+2BG+6CS/5lce8wWuHnU5izDP+kNO0npV9I6YIJINNE2/c5joFPCnOe/09cjnVOVe6bqXLy+6l7FePbnkjRfn+JX4qXHLuCtVOXepNIUBHUmFnxVfFh2o7AXw9DOIWoftkEN3kCwLoPXa0hjpcvqpz3qviJJoF+Nty+nCGIZYQjuPXUPD6CVPCbf2t4CJhEBUSCuFJJLihUVGMTSUVL6RxSLKpEtRXSGPLw2EQX40jEi0VvvFjExVbW4axDg30L3xIjPcvG/beuwVpiM4Ogb4R+qCeZ/sf0X5/v5/5D9QZ44HlX2iwJSLU4WYcJfr5tAV/AzI0FZiQrw81YUbOavuBEqXdwTsk/xEeen9ZXQ1eARUQp5hJRH5Negdb40z0Aq2tWclxVjc1h8zDgK0TVkOBwYECH9QZu7hGTLP6Qi+pC9Y29lA8Yfjyue4RjuejxAnsgQdAKHRgc+NRKX6ApA72VWrbg2RRK5osR0FIOlFLFRyxEhDf87xiKewzU+xazw0JvkpzSgx9OFKJJj7LI0CqkDcZLHOGOcGdOnJGyHcPLh3ThPQ8QLA4gHu63/6pDkGyNTTxcmPZjr4ffkfVP6gsk8UWJQde63GBS/8O2mZ0vTTjMidBnEJh5AzeHD68J2DZBDiNG4yMcPWZEc2iU9Lg3uXB1jGgtWWGOvoNliMf6kzD8lOJKICrIYvnK+3cqikN8iUIL+NRXR1dN8/z6ty+u6YZ4MblKONAB8AyFjdTNBm4x6SISo7whjbc/cbXMvIj0cwOp25gSIvyXEedWwGFZGfpbstTBhJPy2oCgfMYQPUVX1jUe0tlZC6QLRaWmGOuE9abSPRWjg5AWmzFgFijHOMF/v7b3jwgC4bT/V2f9TVzP2DZ0z8Xid0EZHIEL1e73VP9+UB/lHHAHkSBNwHFsQP3xMfA3zA1fCL/d/DFgVZ2V9Z2SeKRd8tRXp+FYi/3yenviVOp0Q0D5ix8iL5bRwMvxn6/viKy5SiL7t1yVbYYo63QR/LfiUoycz4SdtSPXJ8OWvZCXKieRCQvli37E/LzwPUxzSUKR+fI+4BS768eAka5HOdkYx66F/x4rwWUYLr1yytjt4AJK4Utbng8cL+eUzIbBwxpwKius6NthHhi4BaSINW3RYgCVOOiMP+G4UMDZSqGZkJrklNFZVKi4o0ZG6mqEhYSTR5hfYSTLq7CFFP8KY2mSU5xjnCF3GmYT+O0t0G4ebtHeWpW9bEu+KgbSLgW3qA9Qwvzz2jsMQvmYqHy0jfVvaJAtNM8fr0TN9/rK5Ol54dkcWNZgZfBYdJwMNU1L839H1zNccU2Lkbd6pSHkLdAKwL3MVTGz7M5ofMu/7uZZybDXoAwH/EqH1RFlC7xhSlfrnkSfXlkoR56HKwxpbvIxggFtUHBzwDMmpgR7Afde8xRTLOusIF7FdnGpC6V/ZkxFZ2C3r/qbsdRBImC1DJBpJKTGamFBlSDBKS1oXDICIJJaiKpg0mjWISusp44mNJYYBKFEnnKG0lUdO0AcQ4h+jr5Sa3fzJBHAPE4vUFq3vtR6A++FJaRPT3sAjef93d01nguF7mV39NH4H1nj6CewgXkPL+lz76d/yCdq9/VuKTRL/0UXV8w73UW4QG8E0BPPPHnFNlYwJxYjJjgNv9Y3c7mDjVXgNlTnZqBBiU0DCeSK+I0KKqQ6w+u9P1pR5ahYXwxbkdQSBOdpQVMImNTFbTxEq2pJtmf4lKKVMFrOLQIWuTST4jqy6FbQBciMXaG0Z2BK8evCjH+ngG+XDRdNY5PENSjn6UPanYSwB4gFgit6O+DUQSySGII4BELFUoUR2uIdHIOMwZBVE1cFJ2EWpayLVvpjNPn2gv8xCTTx1CQUmRmmZQB2OcMz4Y+MuOVQ+PdnGZO3jxhLaW+KCYfnWMCUwwo8WEahfcstgEpjp1BUx2EbVMyA8r67qT7qA8aXSxOuYqV25hUED1x2BLIotUgKdmeQiPhBO31wLmM/7aBJTmEjpMQl3AhTPZ9eL8FD6a8tXDm4Ct6HgjcYrK2gdtnfjGOBjRA3TdZU/6Qfjshhh6ubdEVTfazyOYNcwbLSIFEilnHUx4aYbYQUaBsA0bp/JT1GHtFplQI4IiqIbLZ8r4SIVN2wQw6l9CFeMT45zxocC/6PR5NCmwNJNa0J1x/vkHkO35qnk5woRqJ9y23ASurQgGJWiqJ9/FR8ExbJ53GPHA3+m1Es5LjrVvjDg7MQD3FD+WQkloF/pHBFACcJ2A1ZdY89cd3RwYVL4Mr0d7R5xW37o0W0cia3s8BhxSrbjcK6K3PyPJD/9Y8uB01w5MQGQBiD1AGCVQ54hItTROGPXYmxarTGRVBoWSoKSgqm0fmcnARUNardkGE1URuVYoUTUhzQT4oSGmEyKu7EbHuOUT5GlCnhXhDOAM3JyDZNAQE4P37m7DRFXvA43LN/b+QoX9AdYY7xGMP6SGLqDdvAwZu4r7k6dLuNesNPgqo7jbDTx3gR0PReRpj/ieOaA+fkDGidBdh6Flf6CjmfifCqEF8K/3Ed91vSQmL53h81J51steaMdXYvGMT5w/uQVAESCjYA2TVxCY0oVHNuAcZ4aJosJC5LjIAKhuCFXIZFGPDCJlB9HBqLL62uQQ1SElYpwzPhB4jtgBrO8RExPQUcI8CR0jTAHOP8C6BjvPyt8M7GB+CHOeBppiibGFu7fQA/JaBiR9SCC3SRAGfJLQFSx+nIt+N6wVTvpzLUmx0yAJ9XIX7+BzvtgSeQNlIHTXYsOW/SjXKcLFPD3oT2GDBE37JfgWXh4yDuh/pq08Px4fUQr0h15HhTdHkoe2JhaFYEGj6qEuDDdin4gSNZnmQtBi6kqsikvMNqTf4MSwk9yEQrfBfjUjxjnjw0CcDPSXe/S1puvHK8Mo991L3v/B774ggyshLyrknVAPg71LuAk5p4XuFOcHQQPEiCGSgCq7aSkI34jrw3YfYM+E1OCQynicy+XB0XBwl0vRW8+7O15edAftU/bP0Dx2NahJy2Cq2KMCGe2ETeP+mP/oOLXN51v1hz0P650usbLFf1gNEN1pHLdUB/z1sDfcH9/mRExCdCEEdRSQPZJFmJXMEmbOCZ4K784pqmlUs4H04looCUvFmdfYZGlsUWFDyla0sGF0ooA2Mc4ZHwbwrcZWE27wZjF+w52jaYB8eSrWhPIa3HCSoIn6/Kh3ANQd1TtC9xwirmm6wyRArl5FbIdBb3b6tFn73rkA9k5IDUQa57rmDljTnWp33Gp58bLrfgLPkggvmuderfggZriEAFaeOoxHuUJWO2HKFJU+P8S/k7VHfv9cK94D7Q3DjwcCfAQEHUKspvk865v0YQjyBIgmuaUN2FDNj6gotRJa/mnkcjojIeIqJUtZK4MVlc5cwnmB0AGFTp3nehDEe1Q4smE2GuOc8WHAv+mcqhuHsfQdj1eEMD9uN919Cu5mldDFxCG/M5QuNXRXBQdfBr3oL7rFCXpFa7s+Z7kDrOLWgOlUz+VnVWLzXm4tl7q6EDgHFRa7XBWzF8fnPhtBuYHMdsTEVUb579TvnmprqD1wgH2lrIW+F4dcCFO14i14N+xCCzNGQx4F0ohFBnmZUE7STAmEddwUEiOqQcbDpNvBR0mlUFOrIyyHhp9oI3oZGU3DMc4ZHwQ07WJmWhMgCyBHF4kxn9s4pVi+/Ys3WAltAgT4JmcXr4HGGYKD+i724yciffYu14j6ly+Z8m7h7F/k+fExWZCwImsA7dc2o3+ui2gaFc8rc1F6UR62AyDJGuV6+d9C0mtA1ZuA/TrvVku0garFgWq+GRMU/cmlznWoOViRBPmtgIMKdrxtJ0AYdqQI0gdT0lS1YGqRBvmR0xqIddIkQFqyKrVVVFSS2rIGodER0gfFjQCdQ0t6rTrGOeODACcj5ymnwd4J5eIw8BuOyXZwiAlaL/hoce1UtHexK0YvxbgJdmlm08bsl/ynQIWU+AGw85We3sGp7xcEvNMigeSVj2IZ7gLua7iFzUCX2PFYBrfuN5zxeMgC5SkGVBd3xMnGo2jB5t36cm+ZLi17pW42BMg072CBuJIRyrA3KMVT1OgDlbdAsAU+2AbR1A83DkAwjBPp3jUEFxkp58I0wXSpQnlpgGS0vFlMVwQ6RBUlLVWFe0JuHmTEOGd8CBCz8dvMu9sw63vduQr4/AVvh+Dpyukv+7WTQFf33nqm7A72P8RtcD638YmFb74DM0Lo9eFPApGscFCfHg9VaZGUdl4vH2mxYl7r2hFe32ZpuFNsJtsS8E84LU2d6EE9HGF7c0hk7gSe0W6rz+UsamVb2LAxdrWpd623APqe4DONrt/jJTn9Mc8G4+tSd8ANETRhbgpWKQQSArLs9DEk72mTlkFsYZOiQR1rsBxH7IqiOpO1YlOZNxVNw4BSaVMPAyaqMsY540MAv/4xo/ThuUHnMHkC74R3M2z5qqvYVcA842MTInVT7F7OA9gJtLOtGE8MaDEVJa+/8ONC48wM3aa8rJhPww4RxLH1Dl3uToRIFYDguuemTOzu575apnn0PZbFzfNdYAKZQ+xXl7pZkYjMnREFHOF/YgLkpv7DxYFOIHkIMbLyNpYODMwBw/b2/1azheij4ZBglmS9IWwuNWmodcmClkxHtIMQOn8SlCdIKyJV65TSCm62phuTQLD0UB3jnPEBgN9ifqcZ43vNZ9Hlapffb3zX6QRs/apHxlYDTKh6Ie9NcbBBHNuwAyMg2yFAiSwnBzDJj0FJi+WVlOpID//vsvBDmf8ks60dxf5Drh9LPgBvqpOnjT0EC+zyLk8WEyhX79ylDf5Fl4PHZEXWTeGSZC/32S9Jj1Ed9Dyyh9aU0r+9LP8d8WGFUqKeg+sejLotW1RCyiCjOJKULKJY3MOAVNgBoYtUYEQ/QGtDIdO5EV8Guw1JLhithZLRBI1pUBk4UfoLOcY54wOAvs+eFvjm8wLXvbzPX9maGtdOt+0TkpeZXVd6K3YvOGzkmhYjNykvPMBIR6SAPXIpc+0FbfgrIZSHq8BNLMdHNxvmGz1a366APEM1i6v3h4NH35NWa7U6xMg9Caz9sJjIuilQEv3GT0uSnhv1qIIVS9e4dD/wEeFs74C/Sifd8pg1XcOA0cIGkjG8FX2ZdQqFOC+ghFhHScE2QUOZVKh8mZRU07lpELWmOk2T5KzBx0HIWGiyavdinDPuPviNx2TShMrvfU6GIlpGhE8cmh/OQLomIW6CpPJ+kXO7BTX5yS0v9pOzF4wXUQlcwNIOAn4ZstIQ0jXCPkqJu4GuVRgKfFHH6LVGAb4ZhHE+RR+UR2HBFS7T8BHrqQteKQh9g8i4MfToHXYxe22/072OrrN+fhdkEnbZoL4j3aJb9afH1/RiWzY5wixSfDcmraowsYRWUetlKTmMB1yGiMn8uCnlYeMQG0SRl0lHhESVJ9R+SAolhwgdpBjnjLsPfkcZ+FXVd56XuukrTzGnNmUagRTs9nCGNCcWr1gj3x6Ld3BNtGqM0YDiOAxSXct6TeDDrHx+AEJwAyCuwM6K34JKgNgNNGxMZddYDBCMVy4/96229ZBreecywesM0dv6qMDQ74paAP849Sd7GTl8Oj47K1C16DseBMx88SRE3QVnHIbHeFMkX5AragwUCtF5WLKLmckG2gblVMdNWsWZgFHEVU0FPgM/snp4jqLGMHVQiQguGPqAUsURlQk+Mc4Zdx78cutCMH3TTQ0nWHzpq4750F49cbkuTzbQ1z9kgotIoU6zG2NcklySa8DoWUssNwRKtoUtaxiSkvIi6IP8CzCU6JEnKuq+OIM7CDpK14ndOjsRLUCtVyEpR+iPGl4ZAaSGLco4CTcPMlo69+HAw3jtkgE2RgN5GDCUO4POboiAdmypPHM0KMjV8FRXBthQVuyqCBBG6yWd3abWnQGSIF8E4QimkOCPgHU0oI4xQVWUlMqL51qO+TUawaqGsqJmyYqpyKoI5RhssG0lWxaQofLSxThn3HmA0/SVH3yNNQ+oHRKOnpQqB1BTcPKrP63dCeOiaD1eoVZwawL0vSye2diUakAL5DezXhNigx0Rl0SSmKAsWPIqZRMDRGxXctyIi9PuqOkn+bHfchURXEBsUcZJXpzCc/CoGQteJIfXFpIutd91EDCULa7c94MiqrcyeuacoHnKJQM86bUwwS2/EvzHoLQSsWNvCDEGiSIIhFFlIgd9EuI68k0qR3HwmQOBaFBhZbxaBzBIJKR0EE9LlDROAIVLqwqIcc646+Cc1vdaqYTmrL/sLfTYZp4TSFjdYlK5GzYqRC9ydiG6db0EqmomsUAXJpG0p91RNjoFAqMzUiHEwbV8/cXLc+8fXrBCDSjrnDf20gUc3FLNC1oumrt8W3Q/QY8ikURtfpFI9LfNQYdennvv+6rkEeR9hjwF7t4sZ+rmcx4MZikv6qgZ2q5PO94h7GdR6+wJxscCZMCr2tyGoAlyhgkk15kBe1OAtTWDCEVw4siAiuKYVXURa46DIArLLqSydqJgkBx1mbCCuhjnjA8A+ubnzAh47cnTfWUqVJCpjFA0qMqp3Cthp7NFf1wY+KaVjXDgW4xVCzdRnZ0/cR1DflLFFSn4iBKflzPwAFegugN7Qd1LecX0//jgFt7nNngsAk/n5vNTx0DHcm8PEFyGyttjEDpFD4RXOngUA0zrBZyTWKyjHKrX4r25Nif/nahFlx7lULNjyKU/TgmN9izPc8nU3sYFNFkQJKzKI5VBIkWkiXIa3wuoxpYUrHEsck3FqHBTb0gFEBtt4cbMUFB6oIkaiRjnjDsOfumnvr/8lmMSQmonvaGDUJ1eZhuaBkWnGq5Fa7P71YLpruwO9Ld9xH/ECYxRIWOr8AnfbgG6Q5mBrwM2OAbdgRbzIX7dS64XOzuBrSmVg4N5DUQqGzeK1ErP29Mge6uhI4nCJQlZ3BvJbTCd+p8zHI//nVpjN/+6Wj9NdC6b9yeTAE9zMXBdmxMQSdjDcqixwRTzq1tWycU52gaagoHIZIarComtuijVoSoS1c4San7AtbpqI9oJqIBYNsY5444D83ySS/ilXvCLLTYY4pL8Y4RmErvc03tdHVugtm9WsD/QjWUolOW4HtR5YF0HHSPFRsHxJY/cKWFKaF1A+qs93xkfZAceIFf153YHh9jqAIrDTjafwYNKXeB0SGlFL5DzMgn2QwrkG+kt8MkqX1/uB93nF8B7FKp+sa6sW3azsrtTNLg+XYh5D3TbOOnymjYnILJoyMUiuYn00WS0cI4ybeGUCCcW0tZQMY3WbxPEX5lwLj5tJ0yeqSiiAlUUsuMVMc4ZdxzbfCnOIzsCzZxPnJQrMUIxAWROlBzh6iq2gaWISN4ApUgtC4n9DMrThkEfXhciy1xqNm2edbxYb3WpR+ohzbWvTl9MX/E35gieksX+JWs+x6Y+CNrgotlSdiGBBpCOF5GwySNRMCtCwxKVNQBa8+LXVB//2b1L1ZJ7UpE3xUKysT7FD9pJD/8fq/JT3iNHs709XgizsYC/FkETphHxSImF8MNGYeB7JaiPDIkGCwRzUVuSIUsIiW0NcgPsQtsg0yFGg22uEBVCinHOuNvA972Z1A3oImBWTT1GDsiXNmo2TePq3ASsQroJ1PaNS8biLz65ZRzX9uSGsaOejhviLl/aWdkFC2r8DEATbwcGLZxzoXtxPnm2Y6wDUZ3zrDGfNr+HzdhrhONnUoQTOuROs53Gz2t0SHmEr6fZW4/NjdHeCjqOW5kzU8OhqGQMlUrn6x/qLLKszoNgnyITnaD6JjBZFAop3pPpg9rUCDZzphiNVwkqst45Nmm8t4jGSWLssTXI6pRfxFCM0qNQBjQT4IcBHvEJMRDp7phOwCivgNOPiGRgkNzIncJORmOoZSLSu6EWUJQb+TFA9QAtSCKrIbu+Lw21hBCrR2jCVQMZmYmmXDDWUx5tJXQXLy/4DGg6gNi054wN+oCseeMNAWyA5cSgyIP7iL/zHglmX24jwKaWkUNb8lBShZ12RZQjn2l+OBp2i8ctnTsx5GtAjqDPVamDXCYKoZwS88KPSxWQJCNUtUWnaUKJhcPcGYU3nVQqtRE3GKYCg+aBJp21zAT4YQDf3fhyF3iyX/LurbjTY2wBcD4RkWq27wPR+M0ajBIThUh7A+LLsNg70UVx3CW6NAXIqV6m/MHLC8UgIL3WQ4kxSFfDlk9Bb+rSUu9YaR1AarnjWYh3bIyqBNuhxEs6mxCp4VUxaDhOlxyMl9MC6gwJ8PoW6+I48liylvEEfC9p/QvITBfWlh8NpuuW3lFUj0Z3PUwWQ1AR9CGJLlpDLkGE1cEzNTpVlIBkp7Rt0oMqoRxyGVNmTBVRGUXRZiNMhVIZhRjnjDuNTf6LlWJ/0J+EA7ieWMpyjuqiaCccT5HLOwFbByK1G9oSiB2yx57IEZWADdwpuligJ6WBrKSwEjw15YGU+MzEl1KO0B8c+JayCjBWKkbkqJ5KAS8LGPOZlYf9KV/Zhjyv7OELHkMLCR2RZoS2FrfHhbSSFf2hh5p6kTTiGDW3JFn1iZf84KthF/rGa2ARBViDG7OKEqagzBCUGaGiuGqMWAEjpIITDYmZZtUpIw7RUstsVgIsUCNXH6KgjDYXqLXEOGfcafgZJBPgFz8IcOpYHqcoIHl4h9V7QW18d+j5AhxJLUgp3L+pgM0ZHz8AmriUSjBpVOrgetCCDsdNPPUK4DsmFdNKGvhrXT5kZXS3R4Ci3kfZZhJ8on7LN6qFZrC1yO0VSOLbJEC9/5NNZ0aOzixLNQNP+/I5DguMKx5ZeNP/h+hixCgiteAPZRSWC9Rsoc0sem7NZqLF+AS/KeE40w2HCWnlUHnRIeOxvoRSWYxzxl1GvHBiE313tgr+y3cfDgw9RSPDdvYE3g/W/WUuSW+K6Ouws+I7UVxEueHNtyOW8Ggrx3TxwrZrQEfSSAWP8bk3+SwYQaeHCaXo60losbpoOc57gpd5x+HIfPLWVq8sS2toTdPUnPIqT44v9AeD4aFbaz4FFjGHghwyJE2jvzsDFCGCSiYZslBDJDVf5qkENzmmy4eckpGbAYomBEQIUXQUYiNUqUF0pUE0bkQtMc4Zdxllno3BSzwKAXo7tGTJUNz0q/9bgY6SeC1AGV2/pJBhEGMD5yz4L84CA1RUUiSP1bwrQI/pvGtv1TgGu2En862/7TkQ7VrAqWx/iKGSCRARuZjJvHtmTIBoWhmV0jfq7kB/+ofyiQvSkOgkCNDC60syX7LlM1ZLPgwncUeYLBqYN5rgmBC/UM4saSLTKDlGSSZxYhMpiowyo0KZ1rYOo0JzVBCh6scBm0CMc8YdRrf5NEtPmmP8xg8nB/ySkIjFYNmb0sDkDqHtK4jsxCwXG8EappsPA5wzzvR8AqLQH2C6h0wm2MkB5HWCvkOueeYzCqN6hdAQJD8ikxELTcsjkIHYU4rn46uqhf6g84uNK6ciHlaP/NMz3Wd8mh0g11Wj0359qttdMG7f92dgn7Q3rFwPckRShgMRHGSYpgb5CSe53cgzV1UgMajVmaWYqa6saClkBaOKBFdV9YOqlWI1jGOcM+4wcpY1k8Aq/cY3WlJBkyRDbKLO2TuGYBMsFRfhpXAA6iw2J3TuGs5rZORjbpO26llggNeAuDSyL7a8CWmM/iUPmaHw8JnPFy8vuuf4tMdZYxEcqQo2B2xmCGTqWPuWxxQOoOKMeROjVe5KrVB1dxr6QbqAKNd6iqgFu4J+L0/BwCFcIZc+Z1yavStEGEaSSrBQel8RJQb5kWUxTbMgFSbOoCc7ZsmMMAurEm+CpTN2XaV+BG5qSqFpHIAU45xxdzE5ywg6AqN5Njje10zWBttquy0wp0J6M3CYqgndZs+9tmUGlYG6+h3IvMaOHtqgJyahoKN2gXgVuNplDOpo2WnVLdE7fNhwgh1u0wDvPdNl1rzPOHRDKCvEYX8DqEFPLSBvmc69WxpblbeTGfsMYNKncAgfGVFd1Gn1Dw1vCbzRGtgsUchlwB3gmqKo2aFRVDeOw/UqXFoA0anUNbFEx8OAjQFeCwko2kKsgUEqaXYmwLuPmGWeas00EPmNCDAQs2JL3s2OAm1F1E4asDTCFvVWRD0YJ4faMgtlTGE/7qX9cBNhdaa3cbRtkkK0dOW1z9ODZudPLldnK0kwh6UzLjZu+tAJ6uGYxiMU056/hPt4+HzMxwEypJa+OkIn1RgqRtc+Hl47PgOmTpz0fi995rlnZUGAGJXDizQRi0lhghGOhnANQBEtcSQREjWSJDNtkGRsLbc0KRonnahSAFapaLSN6BYSaRtC2I2llr5LSMQ4Z9xd5FeWs6H98vKnPa7aGE8kl/D0GaNUcbOZIDTeXpLBBikkONND3BFZT1Ca/qxcyRuz3uowSKWC3uEr7wld0mkAcB9v5GieL5NAr5E7BB8SWC51aU/5hi1f9RaaacDsOZfiMtOi3PopaIF6RX6TN27UXey9mMXKfs39UC+KZsTdAKGD0yo/2HWIAG/2XwFFTDFHrFZLmkIJSmZcIbkpElymLZQKmekYaTOiGWyDx1S2WSqnTStsQ9QwE+CdByczY33L2xmIL/aJv8zjeVmOBI70Q2xjrh1xLQEe6BF6N0ehNA8ZW8VgDKkjYzPofO2Sr0Tyww6E8245OtA2oL7zCzhsdBB/0rmPo+q1ITMkFAGvIn3t7uJtdpVsl1jreg07Ab7iU9fEbEFx5YChEbqfAk3SPSz/hSUaPYYJs/tVF69VVy4J8Cj4c0eILFqYOKofRhdPbl5BJnzADXESV+Y4Jd4qQVRWMk17AuOUE2EsU6OKjIbaJmRnEQC1F+OccWdR+S+/xwbnwemWZ1yKDmByxVd9K3FdhaYHWb5WM6oQhHGjqdbAhKbgkSz2VpKUCmEj4C9Pd55fwJvjGz82CIbkB0fvOd29eCx0AQ/zlR4jHRLgE6nXjoaUd3665g8Q6ztvXhc8hlqCVSQ30DY2bLfZqyqNFIbPZ58FYMAMfm+OUQ+fBos8Zq/6Sz48o1jugJY/Ki1JIXrLjyMHZIQKqFKQlmgnti1ctkG2J9PCom0QMm7adeWRES1lg8UCAuUY54w7CxMgv+ND8Ft9zQGdK3NHfHVjbBYfMQTvww/xZmhITamQQnBqFPThuYr+gIfxulMw1nJz5XumF7nxVjjyWY6AvLfhqvVx77AAB/AApBmprejpRvJsNME2tjuAbBP1bttDg9+OoQ2yyvFME50G3xwo7F/qouz+cG9J6obFcfyK9nxe9sijvBqii2QPEoZoL5Gy16qVZQAzlqQIjktSH7tjlTGLKlP41PSgAWmVoaZKv6RVqaipDcWgIMY5466CyxbGmvkN+CvfvAF3CmWGT+LKzG24TZlbwKyG4PYsh8C1I1OOKGEjCRv4VP3oeS4VCz7ZgLy07MAIFSajEQZvR2K1KBepK9CjCXmeOtl7xd5ym/3R5uNlhLat7BwjFmuuxVEdzq5DoAdoWxRhJ5BY+hpJFobuBmfBxDkNf3BTnTHxkfShcAgNUcUBdwHMaQyJqqr0WQHFKIQ2QdFEXLDZaLGPKmKcM+4q4re7fOcT/I7raUf+hk+hmRNV/AAgNitD1p3BCtqQAlJR9U4Zq9HzDBJalnbHoADTWeM+TxRYtHf+ynzL++LGWJ+qkesuu1bjqNepEQbq6Cb/hzq8mWlu+PDTzFbEspB0KTXfBqoXgWAlridFsD2NXoY7wUwBFCopDEI4MVAJxfkSkY1dMXtryZ4ZqKROmYQzHBVl6YjcPsY2kwE3lqG1wBCM7WazQNQT45xxR8GbOiXweR4N6ADig3kJfyMfA7oF5IwbfOfvAExv1enNdBlLVfgTCQK75OXEk6bIYTo5gr12tgQd8IUZTG7bM37dpQHL5/Dp3vpORL1Tq+ShXx8yxs3+wrt00hFv95CQ4yjZZjoEZCAslMLo+TxqmewEs0RhElFIJBTsclWf0GlmVLSpkivrgZ0YKTTKJdyiSwVzMUDBjFENFVvURGRFLTMB3nno27rxle07z19edXbNL3pwxoeFQm/+KyEOntW05UjXo3zDAa+4r7Qy7fZWvkXCa09URuXU/qFtg9X61HeovVVM/+/8JpBEJnhMlc5lvMs4CiJy0ungRQp89CqfJU0L0iwH2nUHpyDAKLsDgivGEFkFSCWMU6eElZk1TJUISO+sZhZBOUBRtKgaZyukb4fPMAPBeUnP0VdIMc4ZdxTl53r0neW5ve7gAGuc4/NjLbe2PniFlLH7N/43B/tqOhOjCZRC57dmREJSEYilDvJ1B3wTXA4aJPeTvT+dA/XzSGs2dxAz830cgf7i5dZzGG8LfIxXiIBHwB6mJJjS0MWej13VxT7JcgBEpbTmhhFlwaeDoGYLp+scI1cUTZvXQSTR+F74pByUIiYhUu8P0dIk4GQUCdPAgDyZzOxqY00JoUo0TVlb8kadkD4HAcQ4Z9xR+DaQwYQg+E3ntWn4Kud6aTvJ5Sq6Pirl6iXzbwv5MBgwx8zjf3EMMDQChUhLFzIhF4kQD3r/mPwOeVcY0vARZclHaEkwggXL/bc8C7L9KpYzX5bzxmj7gAqdGPTL+wOdwzdhsadlOTuqHG5Af4rF3sOSHA+0ax8q5m7YW3OcRJhcC5FEIRNIIz4BxCVh4tzhithUWTmUNvLEGl0JqTMohI+YNQcGNKpQxMBE5QgbiHHOuJvwV9VTo/3SYg4g8HpXfs2p2X6XQpmpaXGX6a8AvS4dlyBFqhhLYV2qyWqELvAbXA5NBlno9OdJeehz/nRUYHfTfKk9hWqsnQBbLY3eEM0/avj64Kiw8eII3dSRRBnMZ2a3Cn4hBUaj8WAk4HxtkceHzKCI2G/3uyEr55jHKAz5zUBclaFrMdBFInWF1VyJAQGhZBFWMVitKD+J6Bw2ShjVoGRKAGKcM+4mYrmyMdd09nfVLfdO+u7MJrGA285u+ObH9/4knxz8HjCckzeBBh1MU2lu4VuCU8GQF8YQ2C/2/Uh5R7wuD0kQwAF3l/vC0yCB5JUBkgWPrzrte3v+AxeFgH/W4BmrHsWYxshYqVrFqek1iZBMRpzqYWl87HNbELKGQbpj0uTH88ESbHQ9Ws4gMi6AYuC0CVWZnlkkoFUCW8bOa0OJzVlFT5WhDCQZD7KbbozzFIK/s3wgxjnjTsLfcU6L0UlgfrU5ffkdtyYfeb6d2nLCALeevDcEmtx5qo2BPibLSIyATxVAfQxKCtgdcSGy2uV5gItu4WVv8gN2nAUA+y+kEUQe2zJLX26Hep3i4GXC8S8eN9p245K+LIVTRMXn1+1A6HCtKsBdgcZAkP6eiPlEgDt3PmiCvGEiadjErqCVjBvPsCinMZFrwjPaiiro8LX6YW5NFoNNRMVsi5UxjnHOuJNY+OhdM8PzSw7Hj99pfIZP1YxHx0whs/zKjfeDN2bAGLx6rLhKOiNMDT1AIVgLa9/ivGnQ8o0KP3S8R6Jg+LZwvkjZ9Ryv9q5yAZt/yRugf7nxSMDGPxSGxMaeMXkCbiu7VsJGV5Fexo5QKdfb4SvFkmPrbQBFDAlliltai0Jk0MjnUqYtIshEvmA4bU1wXOBkmLU5Eq12KEmj6MdNlEzK+MQ4Z9xJ+FHQnGqbE44rOk73wVf5qm92ydGjhIGdZ8GtcYOZNgVyV8QtDTJiirWDAaUlFtgbWv/yuQahA1ZK1MfZd6vGBUQL7S5EhdqnoqXhOz2uxeqy99mG3ceMroaUGK5j0Z9hF3jk18OJWGhXAg36/pxnhJiJSvmB73eoJnZ2AUUYZCzTh8kr5AjYGFVXXUN8WCQ/hq0SVU+0DUQp2qZR5IRY4RZlHSVKTUQWJwblZgK8y8AU5zYD0Cxw8ZM+mi1EfrM3MirOkpUy3gG7GZKQBpbj9G1QqM+fut0D4bh6pTDFX150qzNzoDWEd9KyOspID/dbzyfGrER6LFrzhhVdAfSDtgGefZl4AtcGpmhr8C8VdbUV8X9OjtWFjXQCrV53cFaHY6KtoGeEKQsbngQ+RQYi2VwPUAQIo6WRIX9YRfoZ6JuEi7chMVKbNh0CmVBMSc1xE84lo/QPbeW4yCllkNIJyzHOGXcR+KVWhK3neMx0PR8P3+rNx03F9xrUYGEK+aLgKXbaUmx4Ze42sMJxnVf0YwfEeBFRKr5fyoPGFrwEkJl8e1FlA10Jstc1i16MZbzOPHx5yDL8tFVCcdWJkIK+ew6auThn0KOpSYF6kdLEHgZ3BTfRVR1daTN4cCvMhlzdY8HMnz09mnDVn+c55MXpAZoeNKUm2IU9/CJEL7DleTA+I5qX1OwEcoRh1jBxiHPAQ6EgTE1WSGc6k7pFKSWjgrFd8eMGKCWbrBSzKaUtm1IDpYVQRRTjnHEXkQRYp2udUJhGJ1vfc3ayOfEqclZOzM6t2GrZVsL53qbfBhb5LpDw+kKamL6V9ngxXxBJOFSDezioGhP6qnvZnfPymEs/ezXQN27WVUDTvs+k71dwsMmBDlKVCiCWkzQAV+rDyhv/jzf6MDHRc5KbaqV359q7l+vTi1JWhdkjaSDHw1JX+CBWoWp8JcwUPm8QmGASSukDBvdoCzg3Ql2o8uPkZpB3R8FpK826FdAnvdmgjVPitpIyR6GReDguHuOccQeBbym+pgt/YT3lY4KsFvhaL+psGWN0U8MQnjKMx2eMkbG1ymm0fAdZiORbRZCf6E+JDQ48Lf4QWKTfsxxvnhzew8YeDned1qIXg9cgJaj3sHg1zenmPhN4tnlwWE1MpyetEucX5z/JSZRriORLOotocLxQritilFde3zwuRj+EskAljPQ6UFTMdvq96qyiMHWR7M+QKwr0F4o7yMIOIIuQLRoWqYEIboxUk9fQ0AjVBjAVFUBURluwZpeSNbtIKUxkFUiTG2fHOGfcSXgOYNooRdaTQOBLje/xyfT3uHy9d/yaJ25ozobqTBJNAJF8ixDpmfkc9Bmgvhl4b3kCXiFDgAekGC14aVdVcpbQa/prU13v/MZNX1XN7RRP9vEqpQFIguBA/KEMq9dNysBST16deF5Mny590h8rcUxIZ2cu8xd+9ha9vb1jNEStXgXglb/Q+/JwZCFc0guEvMg3710Dc8U0wucr+ZEGgrIY2XPLj0OgpNuQOfhEgcig1JJh0dmwCG40sxyypqouiHHOuIMIMgHTnR8v8MW91PFv4hJfYnzdfT3Ydvgkyo1wwwKcyCG+QwI0Ggbc5L9z7COLmPrcSSC12Dcj/jOnWEeOor9IEdbxGs0hevprIjAGPkd6wsj/mM1rkOgz8uk0WPiCo1DBVbundrj2o3lajC7324uTOfFFYJvuHIBVvOLuJ3wiGxDl0ZFFDL6HhoS/sQunYZawNwdq0cdBVORlZDp7ZqfIzxCqFI2a1UDFI8ftZAOjqplpRcaIbBcmksKkwhllK4MY5xjPvtzf33/6MFI3xiOURvl78W/onpZ/aKkamk5WQvP/mhHQFxafQ00IiH7YcWRCwtf5AD6JFVO43Pl7fnvU/6zpr6bfI7AETVoCi3ipmE+aSlopUBdhw104zttQADoQqLuEe91nPHVeBGpWDEzu8BNfsz2+5m8E/yv53KraQP3vxjhCMezoGX4S+YtIJ1ML7zaTriD7DR1HzRS/Ubt9MwphEJQmU0k1YMIx64RFGCPAG6u6GsRgCIaFSDqj5AGUU1WzIgKKS5i+HwN7Rj1bYuxkjHOE/lvz0pftjrwBTIDAPSVf7B8pBi4ig5qGAG/ZzkeNOFCDLy4nNf2/Jd+6EzMA32FtePJv29677i1mbxkigJDfK7gbkikwtXnMn1Nc6U3+Y86ZzvpOdLbvDjeXpgOuQPnKSgl4oLy66DY7QB2ku2oBHYsMovFeczzacpwhJOgBog45gaFq4NPJ+iIxRV93JwYMciN7kDSSONLzc0qbkQ/WMFrhG8Iiq2PFqnyIWNHabli0spnVg9KqrxqYA7VJIFHJL7sb4xzj4TNsHiSB3RhHorTuSVTwbamn+9/7Xz5C/OgFfg2Pv63EOGMC/LZqSvGH2/MDP/H59cYXmF927Mj4Vkvbos7G3X7u3xi1wfeJdTvnRST46HZZ9Ch4o+CExl23HOsTq+6KVxkJdAhDNE74z2GjRmh3BkqQVMXYB93wUVi1tqRCPgOaWI5X4qqCJTY6QEW/p0dAxM/CKXfTht0UQBEmiqSScsTNQFLbRJsHFFZkjFBIiupQxUehrTvFyAwU0pPWWWHAT6CKkIYVGCUd45zGi/127XoD3A+fzhWASMPF65/sP5UgdPu/fx7ijE2stdzRb3a3xhJHHqGua3U+AG9nye88RO/gEWIy3WxW3sT2HeFGXcCakYdDjYO+P8NeOaQao+/HT1zu+5fPxQKNbzXC8rpr/4aLYF122HXPfWYDCP1N0PMtdR2fbxaKRPOvDuIrl342D6wWnnfTxzBRuz4aMHuKHrKS3fopkkivSdvcMIiNWkVI6f0pDaPi7Q08OkEmFgtUMos5s63SoYBGCXCdLcOKklJRU2hcRBkxzmk82H8S0g1hDzDjJ/vP9h+kvvH5DmYP8GrgK9vzh/sMwrpb+Bkgz7vywHc6DpCvnnOkgRvMSs6z283it4obdEBrv5C5y/JBf9xbQ0YIrjrX+zGQuwXNGeVJNItgmKlKgLcRC5F1E0QVG10yS7PGg9P4NSv1j3zYEyZVxf+fvX/JjWVJsgVRws0cGyBORoF5MlCRnRzERY2DiAFETiTmUs3C6+1WDIMDePd1g6gEiWw8gnDWuw0G3vqIqIqamTs/m/sc7h2+qDQVFf2YmprJclH73qxONUIZBMi3YvFSGl+Q9aqOiinEFyYxkYZgpcSEeWUFcU4p63TVREKhKwElBg2RPVkFLAKSsj/OTlDs2bGd2/jly/8R0hvxpy9/1fDCE/wViX9cf/mH9PAIy96Z/vXL2QM8it1uxxP1vPw7081rFtJOA8puEOlQPnJEH2CRT8+nbgtcYOd3DPwmOEIXb1r7YXzug4YeKQg9AxvFckiT3qjxRdVtcGBPvA6aLqf3h/Crb0PZzRzst4+degb0/dqgxtgk2etGDNjb/zuLt2d+0Ah/KddtsAp+1WYzPgqggl4TeOLFQR3kiMYYSSPJXs6gAC5JVffVUuhggv+dKVUiynS+MrtJreJKLgPRGuotllxK4Q8y5U72tSgntnMT//leB3D0AH/58m8X//6FNync/M/hpOLZAzwNHPU4Wp92F7xfVnNfGTQO3jh0YXewjrDUML1uIMR7zsy/ucK7cXRNsPiQXsT1Xfl8GxgPfJjJJjXyEw7BEYiOXgngaN8eyQN8qQFL3R54TR8U69LmvLrjDWyHF7dAzL7eDCft1hNq72+06TdesXRfAT+KSjjlsrzjb93tG70GUCWR/+gm+f8yGlnEAkvHC2wqDWS1gH/TkIip+5OtAFlqQEmPWb1KhuBJQOuwqCgyukjJiO3cwN++fPlbiG9GngP8Mzy+6ct/PGEyzasqh7+CCzvgAQp/jPQZBTxE9QwT3/RLBY/1Rz3gkIZ9SxUMVYm0DBcO7OyT5JEOVzCko+DdGq8zjQ9A6VrFm9YO+ujl5fO1AdA42b8amowCo3IB+FJf6wPEI9Am3b6kLp3AQ6sY3+XdJetLyivM2K3s493D4+0N3Ei+44EuGqeqbhm4As/GDdSGXdruNs6PvkMQuvU6r2/4m4ISrMOTh5c8vI4TfAc5gmwR5JNi8/IQxDapahlF6Khyg0rUnKgoSUJTMHh1CB2u3FTOXigXVZgtRWznBn4hNb1wQewY7AFOf/kCwhP3/ao7avYLAoybbd55peWnB47WHQ/TYInrC37Y23opaADT5WU+9hqjWCc2YSyNZl5zXyBK/Fb7o3ZtROtwxMcB4ggJpeWHJSOADcUhq0cuWgG2f3QNMz+4dyz3egJHzYd7rjKeEtksyxv0XoRoTI0smjhg2sTfsMuJP0rz1S0/bOKTeMADHzNp13+meBBQL8CSVKH7/1wN2ZcXtyTArQ4vYaoAV5hVCMoWzTFOROYCKmFXr81jM3bYmN4KJKhonwiRUZRYVgQo9DrZS6jkd1LjSlFVi9jOTfzhr1/+PcQ3ot4H6Hmulk//75EA/+M8BT4KHJ26qIdZ2tQmajj0edR+ja9cw2gub/NNLXE418NaZkMEBUCy8BH4iKZOt8Geh3gcMOiQ4p3wUYfMtEUFaDMrbORW8O6aly4I81qE8fC44exRdeJcYkIzX5Dgw378fcpHhbMTbEpviBRmvrAV1eykhOM3T8M5UePAm2egYy/ZV3qYJ6i/QiQhsghKsiw4Z0OxwU0ZnYZpiivqFSzWgEXvRyO8VNRybklQnAnBrBjbuQ04cv8S4tuAisQ/cKj96usev4hL/7+aCSfO9wGexE5vOxh/qX1sYzqEJdjwYX6+XJzMr05eI0AX4XwYUSa/DWab74vW8xPAZNQC/T3GVxwxWDltfN1HNpnfOjp1GUTQXZcn3+yHEeYUWE9gbDjXO3DPhnqJWVNg0OBiUIOpB2UZkfl2uniC7yhNPPwLcuMbA4dmWCUeASHP7q/5oSUeJ0OpbZgrgIE7kApXi8t06joZjYiqLoSw4fTVEAvFKW0Beb0l94PpAtd3gb5oQYjt3Mb9OGV9Pf7ly5ecif3NXPjly39juP99uKwy/fd/HP/u1j85nuOBVx67czmTpEPb78GXxUhZMFAGrd1Q8n7eTxeH++Es4bvx8unEb0Xp+QnAphXf8jV3gDw/yKq4fo8hm8y3ML88ECj7eHfsVOAOBCTwFYCYLod6wCvYj3A73JK6R6N/Yze7B3gxX/J+Pv4Mwjn0MMx7/Mr5Pp5S7pq/CUr7sT7+Mrw8sgI5Iugiea7RUiYJE9AYoLPEhSKV69LAmFUuFVnB5xNdVSFy+W+09qNAm+S2ZpEa1xAFYjuP4I/vJMC8CozdE+f5ADT1h/N9gK8Fxo9DiEN3OP71mJduf+aRP2QZeWCrMtHem0xAeKVN/t7gD2jt+TGINjBIvGWoXfDY5ZdSNn8h2nXS+vbRI9hhlO8W310BYk1c6rUUdBU3u7rx4oYN8G0yaEpi36fJWUPDZUSwKWJA/g5yAChzxG49L28F5/38fHHruwXA08xhORZ9EWKKgTmYMBcl8npHJHoUuvDLeiFLJRSf0GJZI9KBkEpeVLLG8jLfWmUoEe1LQcR2buNPA1+9AX+Sv0f8IR/98Bz4r3nJ90/In/77TIDHgINTv/WexvWbJ23uegA4eHBEvumXB7cvAT9zYSXxg/Dfq/sp3sD0V6+1ivt7O2eYFir4Ip0QMYcM4RTm/fh2AYyq6EXrgZ5vSGABfXnuneBPWU5cS+fFz2XVRNmXuksKuGJv5Kdi05DP30h4rs1xRWb7hhwkpFSjNnUU5AgTSA353xVEVTik22aImYqvZlS+KmAD/UwfU4jcGiVxWM+NTMkZWm1m5FpCRTg/tnOJv9Hz+xPoanVX+avQPcD2GDBUYDss/4imr37hXPjsAZ6ALIyfhYNZFTLQIT/zHCBp7fglRl74yJsAgdAK34MCX2NLL2LRzVedo7rABFRXg3xe1ANkXhCK2NB1r6Ss20aBQX46JfEMwkXEB08w80SH382AmJiy17GO++ifiXq5AX2QnqeLW5+IgAPpuqiBiL4e74fMEyfsdDbE5eV0+wgWxE/syx6wuQLYYpFMi29CXIJ6EFT38YCeWIShFEBhyXOWAhDCmcPSYYHUt8yiIGI7F8iruH/sJ5/ehH/58h8a7uJD3v9Vj5X8W9z7R17M+wABlz6jQQconcCFUdnIplsc1XAZjh7A4jx5gGhneD/096G/kbveiTL7Uz9f01UREq937KKypsIWia2vmfT8WvIkyCFaVXwwjqrgK+2pa4nvZUCfxuNcNtIkVrc5jAnRRxrSZRwe88PE2wDFbkxK2XqjziNN+SsseppueLkFY/byCJPlkjJ6ICIBErSCghMZKWxA2kaeBaV4b1fo7hyimCFDGgsRddUOFSbLXLUSsZ0LzH/4C1jpL/WS7ZvQPMB/9Lucf7E7Of+NZwV5fZgeYGK5m//ZwYmKYtj1cCHRtvGV74LWeSdd892tb++jnfSLwK+4FeN1YGMhspOJQf1+jG28jv/yduXgsnvMC4eLFmuO029Cio5fAKaPpNnbetkYihSwiAa3HsN4BaKtJ/iZSrtffpnDsvt9oCG1aeys2wD5+J5qhq5xtZrhv4T58tZnTF8xxGKKiuCeJBHTiKgmBEJRlAydhdFdq9zqBptWYiSiEgAhy1FnPWVILXSGo1BzmNkl58d2nvG5sLt41vmpefXVCKV59YNn5786uxtFAzWLu2A+AKWt2uZHruJtaBeCksow9Ru70vyghnmyv0a8eBkEWya/jzWeOx2l+0eJQm5/eRP968FHQfS7NrTKB8C36LtpwG+gelVUBRfmiYAo0x6R4WzBI+EVTLx36ipfrHUSpouVF4j/LjfGcaJElpLSnO501lBJLbAq1HgQy3U5tZDNKCAxlsxOGrlFZwL8rNAxC+uDWH+nbc8wyZ2ex/c9zlvflyBITEKkCdvye1Ebq+fovqnR94Mn/0KKEdgvLwx10krM075199RlkHgBdB2+w/UDKzzBHUyi8xy7lbl6xZXlFXgRhd3kbc3ZkO4/XPW9rIl+3oFOIICNzzkDNz/K7GNsmImWsAqsRrMwfRlzo/E1TBcLBJUk4RSiCZpqbNWoT4zEKBbrIJSU2ygK6VLKzL7IdCISzYeM0JgvENt5xudC/KDrIB18Ch+1nPzewQrNZvD0qFyDdEVEEtDncUJ+B2pjR9b5W4Ib426kA3iIdMFqe2/Kb8Dz9mDY7Ru4L/BMba6VsNiJ9PRXWraRpxfRcn+zIfqdW1XRusRMJhD5CNGKD+J/l6kUB57mSuwvI2PPbXzdFLgxR3GrajCCmyKdcmZHOtXFG0sJmRQjySjrGkiByIqcEpS9pFsZ87eRHB3becbngg59mpqTHWFv9BnyyiSSa0MVcg4cSeCJT5JuF34V6u3P7zrd9TaMnV+CFu1svjCR2LoQu/Z0apvLTJ/uExmFZgnmdy8vPuT2HDNR4Ort44sa8wOcWay0nwbcz5sttX5JwD8juXXKeNISbSAevpsKWdsViWnWhL4U2IbIwiBfrAilMRUFU8qiDJSlZpZAKG6ZskoqFMs0EDwpqdBkLRNCMJxz1kFAHNt5xueCzACmhgP0HvOchjyxPT/eIeQBfuwzwCZA5eVlkuvlObLPDHU/5DX4GmXf+nKx97yXk1sJA1akeFsH9DovEHGw/F6rdqF3C9wpySNkXjdeu6m7NN+CZ+7U+/3D4zTft7anGd66pBFtTcrEggpsQ/i+cV/MzJtIB+pHY3N7cogEyNF16hRIE8OsMT2siBRGjktiatmhgRiR0EoTps4CtyiwUidLAiun1Mow0jqzGZFkyBVavyJkOj+284zPBV/s5fmlw/ArPee5LthJN5DjRzIOcnsrebTzOXgJ3wMf3TI6fWLT4ALH9d5wlGHV1eQTK2Udgb0un2I1dI/AfaE+BhTjnmk0dUhnMHcFMX99zQ3WHU9+Nu+W+5RumigZ8Z5u2xKti1ojExR2cSNOZnvgavX7Op9A/7XNr/IAk0iSbyKd6oTSQXuUg2yU4eDY7JMpBtNWppIMRXJBfBVjEgWo6MVqhLwg72inhY7YzjM+F3wc64AtD39C87V87LHZQrgsLQ0s5qcniOTjsJ6wfyNsxtuA/9fOl9nQOSSbPVh6UqVRPsemz+medvsS/W2rpBAgmx43PT7I9FpEZX6uCZEnwdgYerdxd3dBdt6VVJSafMtr5krbvp1AkOAt3bB1uIqvOShEEiSN4LMkD8WNVlILNN5TTj0/10VxoFJZelkq0i2CkFymf6edXLYSnNgQuYvIjZwJ8LOChyaPT8xfx4vAcRRvkU09oBfH9nciwAVDveol62/C0W7rJSz0j3kBVGOhn4SNUXFORZQPr++h39v8AprfJzDVFeOK38aAhVSxr91o7ud+JTeQI+KNUqLeLxPFtV/G7e6nF4Hplo8R5fTgBEARwSacwFLEP9mj6c0oSJh3JEhqcFqVLFJCtZ5gDlsvDafaUSLoy2hFIDhkxOW4vjFgAaix2M4zPhd0ZG5ZP19FTPWGhVUyGokJP/rrW6W/HVgJQXEwtd8AeosyfxvwA+GzX7L2rRED4N8VS+dZAL+AlBcC0M5wD9HRDUGdxdmDS74WOuR8w0xgvBpzpFuJNnhmvWl6PGBlVi1YrLfl6boWV7sL3TRItGr8H6smpxJ6f4L+XkAyBSmD/yQN0wchNnGaGd3fS2/NYawk1OTCYwPsbyajepmhNJ1RQrUCkX0cUTe284zPBfGVju7FbzQsQx7CtgcYAsUXD+1vh/lPK9J87bfDzIsVId/f6t5fGbtGZr3llxgz+lYAhw8D2ApBMZTf9iF5cWFREMh9QSzf68bbZUJ0t06gZcc6uHG9yoLGsufeBj/jc6unRoQsy81YcWffNqwARW8uTnz3xOhMIYQAUupkB5QiXex0FIp6Ki5j+pU1FdxHyTlc2DFMINGbFqhh1QjZ5qhdhkBs5xmfCzpyebzW1ylJOT/e8XJh+TVviMNdhjEe+q/Fm6qRT4hI/nYgjflc6JPOZ0EKW9epffWIryJtkNtMtiJroEa/ZwXoT4wRPsO6AmuHWDDxnfR+oOJuWbH6gKcnmgte8spqnwYei/HGBlNwqr8Ut+0NZbaKg49LYDiQj0PrdNfCAyRIGaKN6q+lO5akpRwmpHVI9ooo4JTqUayMFs04amurjp9iKsiWYswoBGSTWVRozYcQVVggtvOMzwUduUuvShc9nw68V+PUq9q/hZNONLuGyAaI5G+Gy7vHh/7QLbscpg6r7h16utjxU730/oj+9Ed7b0Lg5CufBTLSXN5JlpAfeqmXw2w8Ald9wFOYp12yZ/CsVldQyTfE3BpFlUIjZn578ytPFIzAbwjfFkTn8TRAFmIKUIb4BItCMYmeGvUBM1XksT2RopNFSo7rcEJaikFfFVSrlApFaKjK9AZzLdFYbOcZnws8rvmAWz1yaR36wdYF0COuCquFbRi6F3BtnUcwVH0BbJiI5GrN3wkchgc98KUxkCsTfIH13/MVOPjnaT7icp6f4YzpfVOJwhfEIrmC5s2ovnKjwgs77B9vb7baeCUDXpW68VJA/MDlST2hdDHOZqaC8XNfT98DEC4HP3IAtumSD9Llo8RHYZYINAICf2TskKnCjlwUSvPSseUNOguwUjqOA5jBkPGI3qAyo4XQLguzCLNiO8/4XOBxzI+OVejCpw5wngJjRHmNkYZwqH8vYiL71baHxPcC2Civ2+pEKUakvfkOWxpvqZ/217MfihBQKSRhSCC5orYK0R82bH22rDVKitzYcmpfMSCo2tvGyrBt2sjQCH02G2ft2qrxX3ZwXx+EvtGriS5qIBPhpQ4GVXjRRBFbIZhIhZNl3QpJaYpcch1UKDlLs9yeySygNJ45seIIvUDTDYlIA5BiO8/4XMBhiYkaX7PZAdvIhz8wt+NNDFKvEOon5eNI5wdwjhT9NrDd0vKY+j4AM/QHYAjYsRg+vhV5eQVZ/u7CQ64e1dLlO+UC8oUIRzaskxIYZnhVlsFe+Yb206ibg5SZjxtT9W1lbnDOV36RwzTxd7KvDpp+C82KvKcr/XKg46tujxBPFMqxSAoJGglCiZRgVSGl5ghaqmB7arM37DoShFaEcFajvFpLaAqHhNmztNKyYzvP+FTQa/4mvvK+HJ/TEx9+yEN82+mokFHIeAmrtPwwtHYFTj5D/G7IJ6B3Wtter2sB9iT5gciWJu/5cqCUE5bpBlCYnmvbpAm/ByagKXfIAY7OSrkEez00nlUu+WywNIFIBQGinjgwtjpdzXJKj55xiAXRJLIQQNov7TKxhUJnMREH0a9wAMVZc9IQ6dRSXmwG5zVBkiMGtKRzkQmlQ9VLKSTXJU1KZZlJ5lBDxHae8anAo/IJltC/NbuLA70ZBXK/6ug9dgSLjmiERlN9P+RqTuKbesAhieu5j6C926s9EpFHEgphA+0zScDK4xuZpoNrOn4abaiFLX++Hfw9jgawYiHoQooyiwL82i9j/toN526tdmksXS++C5KNlg6I4o4BleQ4717aY0ETHeSSRiWhGB27ICTCpZRQHNLAQB21mRDIeg2pKyEVxKJoL6AochG5G5kd23nGp4IP9Yfpbpi4PWPB+810xE/8GCMO8aNHsGyCBmY01asA+wjpLcj1nMZ7WjZISHwajb2TiwcfuZr8qZb7t+DIDSNWjChwbSdaHOlFG/6MzjlJcDS2fEAosyv+aEEkEuR4xvy4pRQJuZxWtYyg4WTjMhrwAHOeXHCvn1QWx4qx6pd2dKOKJIygEi1CAUhqpSJV/bVBylJlluw8RlAialzozEggTknIHMctdGRC9UpmLxTbecangg5KGHqzACgmPrbP0zrz16sdUlcwlHZZZAOcttG+AtB4+f0wfIBzG9/UgWdsbSDamS7rxdLGClso9+WtXwK4HER4Xhz8U3d3J+UEInXoFMjBEBY0RlWIktc7cIqznPQBpUjwlkVpSgtRwlGdqs+bb6Ux9eqEAH9JyIPSHEPQRPJXIRJxyCB2kiuElyWi2ILBGkh4ynG2ig5+JeVMejbck/iv63bFqB5lO3qCWWcC/JSY+L2uGUd7MYB4eosCIgrzHTjQ8+BjoIUFnLL6RbD1EN+AV7X/PueSoDd1wzkfSYU332EUyiq3/biGkn0XccOChK4uta6T/VzSWkuiYkjsHLp3ggEprq+THLCjRVS3Sx/wMB3k1V21BrKTbjKWXKAjj0dv8lNvr7nyVvoIQC0kEwVKlWgsh8Y8E9wTFZLtWhEnM1OBSp+j2wRytFqVUDuSXKHl4F9BCmUVsEAvMoj4j+0841OhmVAKsAe+LESn5OEX/H36qnP69BFcpPNABQ0swOTJ2z0WOG0Xx7C632KJ9zUrzNPd4+EJmyvy3/NkIK/5thZPnQIkfs38xY3QxKghwZ6mv848gfJ0CStbyN59HZovu4oFNlbUWriEoy8h8eSMbI+/AClqgWVrbqvlgHL0U/JcbhbaAgkjIPJwnGEUF0gmKoWOww0EfwaZKrR/RwjJozWnY+gUCFEF5Ou5R0wzzt7Fdp7xqaADXC6OkgF+/hXLu2vQXk798iWXxaoKZIJGaF6JNxZ/C97d9MRToiSasGzMNkFT/ZN3x+3d6ISwem5trAv+efGdpstPkg4fF0EDqp/OLn67jrQ3g8g3fpa8p4Hpga8rrFBLeVhw81Nsi8QJAvQHl1ji1ecACdJJEsgaLodAP8wBi7GsGam5faWgq4UcGiCrB5MRLqbSBHJMm845glZgWTa284xPBR7ImgQNRzQNC6rp4bqc3rnTeaIjDEfmC4TmxwVp6d5EL9PmYOB/aswzjtUG2pTwMS9CNJRfGrp/q1npEqtvj4zPF6M9fqe34xgD3h/GRz4SV3n6b3ocGRBcys95OMFGc73SqU6WnzFcR8CKOpZ4YJz02oMmgmQC5A8TSdBJYyOiyBRVoIdtDBlOVIKkhlTYezFGgrhSCiwqKRbyHCBtbOcZnwppjqMHGAc50U/Pw9SgfU6bWMDkRxw1hh8F01fTHuV54gujuMl9troYqw3oOjpxtyJAO1aA6O/lJwevl8/+lo+CGIeR8476gJfbJ+qwVW4RguIAZqzoofuvLR74f1jH9dHHJe9/nXlRaCYBjm8cX0E80amlxAuIaIIIJTM0968JVLbsxlLOsHfohJUVXec40lzgvwX9F3DN+E+Ps5VDUKdiO8/4VKC18CAfjBqHKo/VZ90M3P0GPRaXr41e8CCZTwteMvixQdpHFBtI+sux4ZuqaMwvnn+8yVHbePYtTiA2Oj2Nw+oOk/ZCvg72MUTgWLvHVpfEN7ai7Y8t9xS3ES8zhrb2i3cUduxRU+3qs4JDpSXIEUEciEhYYpMSksSS4yASTkYZB7tv/K9gQWR1ZCI5i0LWsiLXpZJBuoFszQVb2AYzYjvP+FRI414cnpIP8zWvBzd9vdvhfjQBNpAIxY+KZKZ4dcvcX05PvOKqBZFnxTZe3aIRf10rwO3qxB0vzqwwkNf21/iaV7rCtgvIHekLJ7ExnQD5UxcygckyfkNrPzMbOWqWLMha1m4jaCIxcEnQkGGiQUhCRAgM5YCW30LEwa/SSJsYEkymwnGhSmus7uvNLPWNZaM8ENt5xqdCGk5E/RDVDWqcXvH4nW/4tkAKkcsba0MyMDMOhGIbL+V/DL5pJXzuRbGXfAsVhQ6S19QuiGwjvxO5RToYRfLVq/q48cb7zdfBqFetxaTfAfX+7BGoqtMWz8MVGXTwGb0kg8W2aEnUm+JvNBwQypmPtpdnzBl89808Xb9IgMWdMmUgLiTXQoBSMk/NjhC+HEsM/NRjL5xZajDBZHp8TR+5QFltRC0EKOV/ILbzjE8F2wrILZL1GFWClwn1DccH3irWrGzFZP4wZn/0YBsoENL3BPsR4oDXrLvdEyyKutYFzJFPoLcfeLQ5jEHUGWsa8+X01e82fRkbrLVxa41RKLCQYcPqmx8dfukX4rvH/lo0FOdG9BdONw/w4orv9xOe+YG5J/VyV1zAOBGiHrWRwFBSOIagiRW7jEAm9JFlCUFVsl6ChVoJB2tMbFykyrFg3hvbakWxqEGaoMmo0jIEivh3kdjOMz4XfHiWmXAAHo5l3hbND5pNdw/XFw+P+YLUKNgqBAFGagPMOl3io7DdkdeteM7Hw0iAfEcEB2j0AXMAjnEgyQC5One3Ih02Wr26ZxQNcQPjBz8CG6pAp8B5+Eyb4KzNlV3naqoLCL7b8zRAe/tMzzrEeUgNAYXF2rCR4lFtqV9CyJ+RcZq8hLjC/BEzSGk2nEBlJO8YNduchDBA/CR3b5ljZN1Epjs7Il7yItKRm8Wlih5HVsaxnWd8Lujw3sW3XvuZveZ4wGB5nD9MX+/4BZ27OziCKBS/6zzWFQMQS2oNZp0s8FE40g3oXl75dbvfG5vpDUWinlUrj7dxYOq3zwP6uIC/q1zqCXptdHu6AuA4H5tNx2spFui69flF9siNr55Ou7ci3om6GKAkPrC/YgISCX6+zI0ofeEYif3CkWW6HTGAPw3lzrTxRGMbPW4QSSTDkDMGimNGZIrFJDi0mauQmcA2dRKdaSX1xkuNSAuxypaHoN7xHwtFRO2KqmSScWznGZ8LNgUe0IiWZ/YAX/Wdn3BE0yBBhZgn8bC2qdWvoL1wkodYt/8dcJSHX165rDokyDzjpnNbyffASEpktMWb7sl/+NOF4F5NYPMggtoCSlbq6CB9BHmMKLqNiTSrKV48nhb3Ex7MQYtnWdArLS/uOm9q8q++xnugy/PKGpw2yHxyaCBAHEZcTbTqYqhyufGu/44kCodAS9fAhaKCmt/CCjUnGQ8IHmxZQnKhSQ0FggxdpxQkwueUtouson9Vie0843NBh3F+7HqDAG/i+NXxPU0392kscbfcCyf9Ol5Bj98Tr1v9NLXH2LydefNcnwWvhkiT2lHJMZnvYO4D0bCcXic4lD42fii8bNbInugnaaN6UGBMwhMLZ3LR8B1v8Xy6ueBjf6HSlY4gfg3FbU5glxuMVBs1wz+LKnT4GioS5otT4IZkpA2Ets10nW70ZARJuVAUdBEvrUHQf0FmpLpkSx9tZRILahqKnGLGsZ1nfC7IntOoM17NVeIxMBrCgU9E4Effc8VWI+NjeCn/d0TbBpFOiJ5Ddtpo7zndurBrSkguMi3dP2CcinNo1tBPTHvLMrDJYQDfPL28/izcpxKeI/62vF1T4PPwZEfbsE207b7LZ1PQLH1Abiz6x3FwhjZ1aGxBh8TTM7dJ2hxBXs/e6GqHWQJsYZIJ2IEqQfw1emPQ98xeUvlESj0rqrt4LLI285zvwo5cpIAKFXNOYUbGbS5cotjOMz4XNF/UkYl/v9yeWB6qeVZ7z8vCqPBwjeNeOcYJT/DUUf+b4lhHGs8UU95P+v5usezY3IUn1WAOrKvgp9L6y1SukNuo8+iTEwVkwBBHtLuOSYDefyugM3TfSgNlSzYQ76PmVuZ2YoOykhlQx4lHqDZG1eo34YAqPuuo8aLnxy6VaisEn5h7EIMzkmBSJ5hSsGyhFGCqJRbOWoUV0okNzXDx30KDi5TQFRIcEyDCkHpuILbzjM8FHvHzZbJXHsnLQ9Xp3XT3gOP44XG/10kgZQnbZkicOua/HbDJkD4A2KSv4f9g43hrx8B2ZoZTRkwuKD6fvh6ipIhDOqMO3VHE9HOF1hB3Ggc+d94A7Z++0mONJVr/IMR2YgiijlbEPR6bc1++/IkK9Tt4HQdX1+KeY7mY+i8BimienGmDSdEH0+CVcNFSm7AqQhGVsgIwZY05CaSj6QXkyZUKS3IzyRos5nxXEBVGrqLYzjM+F6bLSxzakWhYmbmZ8fZxepQZINC6pRRO8kLE3wFHefc96Cx1Nd1wTBbjotyNq74V4I2H6JMIg02m39SxHvANHOOs8dbAEz892k8SefnqhX5PbYrvzrLTvYo2oZ3QPMzlsZDykogBqMLoum0qB+JEJ8QUJ0ASCT4BypSzXnpNVCbKGKERWGocJwpBivoMVeoZCk1jIaSiJCjJkbUqtvOMz4XL261zTUeOVBztD7z6we/f8hxVN8WjVqjwvUDr/7DmuXFqDAIXMNlF29Q/vjh7Db7D8hGDZSzniHerSeMaQV4rLNQntp8d0aYAp945TfSXmqr0DQ6LaFnbow1yGiXKzYvICmkB1GLUPWK2cKKzQR1YZGA6BcoGko3HspTL0eMSb7UAiIEkEVKbkKzs7ObipWzoI5QMSE1BAQurlBAywQX/WTa284xPhWcc3hskwvdEr3FDW+CTITy693ABQw+cOLI/HH1dH0qAdG4Z38hMYe5rP02ub8gngXLX08MdR+vr1qkv6DYnrgXrtQfWD4ccB/qBPt+RiV/o9/wQLuDNPX/k8PM239xDzXch2vWDzx9toGdtmzZOABqzP6LSb3pElVM7i3wRvlLjGlFdpMyDTlBiaAUN1nYLRshZuqCpSoZWznSSaG3dGiodRYpQsZClTc4NHSAptvOMTwUdku24zFe9HAOyYQ8P1zdyE4B5cUPZx+EotQ3aD+Q/PgPH+9TCTQH/bHAGueGVa3wAof4qj3mDyURMIW9D7xHYxPHPx21BpyrQicVHP9aAC6hXnfF0nQlzvkWt4sG1k3hsKi5kY0MsrOHC9Tp4P9A2kDwRLJJclykniiAoRWqsRYKjyI/NsQOccuaCOXO+2wsLKhohsChR89UIGo4ijJwVitjOMz4VdEg2Fjt2gNa3meOQv/WsKHHiqP4GkAGPtfwd1njz1R8IymkaVr42bT4od/z7FxW7+ZEPUAM6aQo3jJtz8KfSQA6ExSM4Pl3ceMXWKcChu3vk8zsn1/dEFzBHfMd3YIADL+ddIVvk3XuIuIjWjndz52sjhQBvb07tOJEEKKpzU+cOEZY8NEDqdMS8aFyZ2qYCrAt1wIogQ7Mk/9P3c/uEmwm9Ei0bIUsBvZGUxy6cCfBzoh7MkdrAqOebX2TBdBT4lPCJw/q9oC0CkSqAGxHSx4Lbg6gZtJMLwEssz0psgr1mW2CQx4fHO31SdPaIYTZ55/OC/NQolsL23cHxSY4NoOJbGJDvc33EZBwUGJoNsBsXfMaRsWbY19OjX2ige20E5ul5Eu0WLRAdJ0DfhljyQaAnei6mEEAXDkOCaTPLSCzNe2tqF1ZwFsDMohdaZmJUqHYLXdXBxFgACFFK9qn1K7bzjE8FHceFALfPL8XRnpg5r/o68VUg0x3s/JgNfAPEDYvVNrx2fUdupFttD0DSgpIv8EzF1lrkz4U8gr1Fnk6eAVckO75Dh6ooQux2+qZnZBBgpl/FhwJWa2LE6ufdM+lelN8DSz1Far542vGT4w2szTmv8ahX+MS5yHyLxRZI0PryCSIcASS9/YO+aFeOBw8aWtH2xBDut++BAeKNYHUKrC05BlBE+FWUuCiskiChtBCkpiVj/BeXzKBi0SwRxZzhoKpVMaCrlvlq010JfXFinXYU23nGpwKP4+d8x3C/D3qBhX7mR2mnBy5gMvE2uQ+FzXm7OyeMaIEjm7PRMjaCT3MVrtr+WgcZYqRVtsVxAC7nWU9AmKREOpgH64nBJZ7BTukNHeAYqUsEGCwJLEiRUf6jl/K5VQRi4VFDDGg8zwc9ZYxp+51LHR84PU9ywyk7y7DWbgcXUN5fu+LrMXueZl9QtnZwRwf/Ls4g5FpJflM8UbkJswRhwlAqXKjUSLdA1VpqM9RMBlJpqrPnuKREKVLpFbMLSmQhZ5duRRAis6u0pDa284xPBR6m/TtjRxhDB/tTPbxpavKGHmntofxI2IiP9ecbsW54j23hVkUS2KYLacWAbEO0AoztSbPTKwJOXH89epFXaK9v5pVZTBx59uzmaT7cY+Xy5SgeRXlBBSfTD+wG/MxQbEH9fyJPmv7wTznEC60sv4oXzxi7/8PO9+NCgYEA8VvJV6dCK+UWgiySSEAaEntacIkaCHKRxVAQnbFUsOQYVCgHQbSVCYdeg7G1R5jVCEKM7GzRSwqxnWd8KuigTHu5eTXhPN7B+mEvPHFevhryYSClEJH8WKxb5hXg8UGFwbAbMFqsS2ojls2ALpRnLU/0nXC9trWBh03/U5j+/sI9fexhaRs9gs9498KpWuXBL+V2y+1jvZgPA1zk+ZG9nT4+UbIAAM0JSURBVD6vo45T/24okQQInaYK6lc/27KCuIK8ES6XyCMX0olTEplQzGL26JaOWSyI1qxCUycWCrfv0g1Flti76lCQiq6N7TzjU4GHqd7n69RxG+FNYR2kvju4gHePoo6Ph6z4ezRMrJrGdoDWCunI+jvwyzDf8mleWjJ4r90RN2LmWb/OTlccHo7vZukgiE1cn7rXr75OcAPcOCASe+we7CJQ8dfFNlVwbfoV5ERbSb36DL9szHny0ZFtTnF2j8OFQhQDw6hGzoTJtKbr7BgX0m4AFLEgjc4dABPMJ7+lH2bHrxQrouHZrjOUGbyZtMngVno6g/6JtkLJCtGMtTXRAqG+tnRs5xmfCjLQkHEER7yB0SJ5P4hOSj3AvbgZ8z4G3Yi/P+TJVnaAiU83urgg50V+HF9k1coMdm/IMUShdqaApT0y28yzbiIx9GWFk5keOIDiLebLfGkF8bgnWx2ruot3y6Cr2jSIrMf+26vDVsX+YKR2eOJk7OkwBY57q0iAGj9WfIEADbGFeANysBMTUmxDJbAwFTEFSUqASjdnTej536hLSRdMMB9LKprY60Bq1EsZWqWcG5UiP5SxnWd8KvAAxhF/9LDsGFmOVxaNu2k3D+cHfziYIjwEIo/w9IgrJJ+bXXfOWl5gVo1Z1UNTSXKTebZ0xga9FrxwFwy7IKhHjCxxL69e3Neg6x0Az1x65jvPvrwfHPiU3KWIfeeZkxNUHRsBzkOTfNU4w/Pxj6GQKBqjSBD5ABElpyxCKxYKqixnnGIi6Kmfz3OBlJu75+70BZF5QDQTgLRskCjp2M4zPhVwAHeTfT1oV1fhGd2+p4HPhHbBNWOY9aZl11nrbXkEzAzDCmKeVJYWyCorHKO5xbp38RbnxAsX3dWFmc7ffM8EZ+zczVzbPF1v9gQrIefxNZAkyXuIqLnnreHSixxjw9RrjQTSR1ojnDNPTzq3oNkvWiiPjy9gmmgEFqkhdCrsoDqzAyjFVPPKMj8UDiM6iRpMqlAp2etZcgKs1zMENVWnzYHYzjM+FXi7xNFj+ARQCUbPc1yXkE9dkvz0uAeP09Erz2lgm7bYaXjuLz/Ypvvu0rGRkRujG7fFFFaN7EYsHMDSpvDSfdAoLkKWzFk5OoqUGgEdZtYSyUwocMc1oBn8HrTrIDduAKvXks+EQDrhq3otKMBzB+iS6kNQ5gaCJsAfpI2BOoBgpAgqIwfNnJYxxU6hkSwoCYgKdvN6uoe2YJEo5kgUByBhNZA8WHVAalAltvOMTwX9MIf8BvCVvzi2+VFYzftC/UPiMC0ekiD5bRLgyBz8HHjhGqMNxdKF3KCd6z2K5Um2jmVN0keIwrqhAepRlplJ7SSqGZNbK561z5Ygx+GffWED4D2slQ2Z/5jtXiTVHzCtPRx/XiW2Ak3wtpnbh+dbHSYn3gFhuhB5mNqSO3owgn6YTrJzNjPClbPCMDVBT033AjsKZRZI16oxkTpGDkZn0YYowc64Q0Bs5xmfCTjIZSDvwD2v7OkIf80ZxG/Dd6XY+W40Y5nu1qCU78EJfuZis2dPQQAF1+vTb1FkwQlLUlkR4FEOAURavCPbqa+sjBko1+S3vfBrdZerU4HmOAc+FcwuwA3kSQ6UJNHnXfJt7QedYFy00+EBZHWtG53gZiw2pSJoovNKoBHISIkNTa6CKjFOuWcrlgvpoBQFle3qvl4hWFILgtkguJbOeg5ZuSmA2M4zPhOeb2khkXgjaGo4zo/fsfZhYB/f2clXgK8wDVGAweJvgwBHnRyko6e0+AmMBdZDhTXd6Oprxfx14RIuN/4o6dzzHQZ1JfyuCbw0lOfkPVqZ+SAdyi1aMfm5K/1E4f5Rr4hQD1SfbBrg9q8/P5zQrdz8ebzhpwBMgM/4PzZg9gA7WSkMlIdQIIVV+kYwxfTNtLBCSG2LMhaLRYJLS+4E5O7rKaNNzlsQWor1FhtguGJs52+FP3358qcQtzH/5Y8bB/k/G3hcvpPCbjh1POEDfBxew3/v78Y8vuDFNLf09oiyqc92/sgBoVmA47K09RXpYFWNdBIv31d+xANUZ4Y1eN9oS/ZcRFdnXkVh4VrW/VDLT3DumKfb/3gbkBw3LpBZd8TxrQc0jKo7geOna59rObEfzRWFNgo6rSQlWjN4YA3W9ToAEjFRxb/jdAKJiADrerrAymhWUMlQZHMIat+wwojtPIK//TmENwI8B/zll9WeQMb62Z/5byqtDBT4Nyn/qfHOc4DC4e7h6cgtwR+MF/soC30nJnmAc57c8gbNGzSUx1ihmqP8v0kN83LmuVHo5V+UrQL37tKQEx6n3kagOpyzUuMP3KFGK47ZLrkP/088DXjPJ9eEnRiQw0vvDYraYw/cJuxCYxUsxRQY+P5AAjxWI84BBkRPZo8a9N8QCUXBZyY6iRnwH0KgiEBQqcu0rMKzJs4kTzdWyTPETDUpCFeShNjObfzhyzsJ8FcRIPBLKBLIWBHg059d1uv6yx+P7ox/HtAD3DBDHsIvY5ow0ysF309CL+AlekP+q9a9WUbfwgVbeEviBr8NAvQ4eebbn56u298BdfDpgOuFe7ce+vtjN+p1rHfXzLN2ywdEomdP7jWXM691O8VLzzfXD20GK+9P/p9w+Do9gQiVK2JlRdUtK8dAnJg7cI0kyHsRIG9D5BdBT+wmO1edNhYIniKXmJ1YjII4qqGIQFYiVMmapEQXptAKNi1AZSSarsPrLRkl1ai0N3yaAOGN/VeIbwRqYkinv6wY8F++fNGHDSvg/2FaPP3t9Nz4nwoTX4UUcsX867ZlD9jzpope7MTR/b0hC30NNkpNd9OzvuDGvKSk/oKIBuaT/UZHa5sB04NaorlWxpoANVc9jcUK5+u4VDEizzj6BIfz0wVEps4z8iE1KXjjH9O6Csx7YJLbqDYD8rIwKvb1YCjaC202wK+ncmNxjKDWHls6z0/1FOIS5IikDYegmMY0kLDUP1G4pZUYxAwmTIHMFGIgU2qcTfJ/ZMgeRUstJAs6EiJDoOD18T+2cwt/+mt6ZW8GHD3tk1++LPy5DQ/w5n9++T9CPCMAArzdsDke3RtWtQBK1ELfToCwlZDeiFcR4JHWwR/ICQ8wNmd3ubZUbiycxaVnd9h6I94xAiSbhCQsh9ifYz+N+HaHwHtaNvdT42XHZtpGgEj79kPuP3t/yqIXuCMb4udA5MfFjI1mJv/RTDaB9d4evf2TA6qOwTflWjQgqBmPEW+BjFHIg0DCdJQICdEiCCwbKGJi8CzNZFaVFixmiki+7LrSdFdScnvOhlRqWB3buYGJ09J/ROKNgKOn2ERIT/DLX3RqL84B/mcQ49++/PHw9H/1s35aJ3L+88uv93AM//pvPj/4Szm4/inAH+a1rfPo9b0QJyEC7KVeQ0Kn8C21tyacW9hYB59r5pJZ4ZJhnrskOt/zsuXybPiAR9/EytI1b+kCvjzmKJO3Tm+d+Au0K86xAidLT8MH5Bo1D8a+yzwSH3xDXsTx5nof3+99L2GUgzI+C3IEfBkiJ/0ojvqIuAZ0B4soMYJUIdIgd5ighB5JMmklgo2KlzjIY6IvFAuU1MigLfWYzQgaK2ooUqAronzPi+3cwF+//OVv3+oByuED6QmcDUPxL4j+8OUvyoeHeI8V/e+UiQlOJ2v+25c/+8TgL/+7ond244fFNQ/K1RGJo/v5duMd6ouCOLCvq8mu2nk7PqCJE9huHXPgyMihIAHWsmKa9TAF7h+W76c6xWNXQ+bY6MauWCOoiy962Wa/2k4USB7UUsgHWdjZ6aAXP/Cyr84EIlzrFMi9LgX7ovBu1sMgwZTDL98mUAIcSgdwupqvWJgV+Xje9kiSI0Qa4iMh6CNdNYLCxlTUi0DIbscJypB6+4ijWJdSVrLqap8EJ8tyoOyOYVWxnSvMf/nyX3DQvukcoDzBe3h1f8FA/6LLu1D8Hfo/fPkjs7GCvxyQ+PJ/KkWgAGpC9eVPFzNJ8E+qur50/DNDx/ZwPM5Pz7u9DtH1/RjjU1s8g+Qpzkdhyy4+EGx+axX0dkOydY8EGOx34vt3GMWQjNM8dltf9je0ihEN6RTIXLoUc/SO6Ob/XVw8eJYaBFjX1qujrX3wGrmP/wft3Cjw5Anx7fMFjggX5Or7ZGnzVCDLket8wzTXr/dlH3iyYWszgyuCL5I1UuWlBaFQUoosYHctEq1CSE5FArXsLhqhJULHpoJ5nXki6N9ILhR7d/VxAvzzlz8fwDzf6AH+GQT3P6q3J5dQBJg6mO+/g+f+EaPvmiBAFrv+q2bH8AuXV5N/csARKPfs6pAlMDL3L52OYlEs1m/npI28UPcY3lntG5GnO0ETITQK83gwsWW0DaNJbxp4R/Wag5mMPDN3GtPMb7FkBzdQ+DcvZsdqht1SVk2i0tMjYCgHqpRPmtvxvTA3826H1vT5EF8579jqNsqxm3po2KvSG/ov5svby60fk6CJBtJQoyfSSgrroEUtC0WikZjQxCogqEwy3khdpbW+igWYkRUXaFPnYwRo3+9v7z8H+K8YzK9/oddnEhO1HS7+ty9fvkLGFFg6eICMeLnlyz/0q5ge4L/yZA+cR5YGj/6TXSahH9AvTfJVn9PX6SvP7ugDYAMWXzVkyeVTFADZTzg2PzuKNxb/OOheN6BsscTOfpQVHUPlvNMOIIB2QxrWWRy3o9BbqqYT3ui4+hSz98NG9F488V3QKNr4D0Gag8jQR8ik68C+GPxwV04Abp9/5eB9nfZ7/6iGEsBWbnZfbLEMXIBdECk3eCpAoXBS1hFMZJkCeiKlQlcWWjKRJQnLDGa0ulQwqqLr1cvYzgV++fK/HL3fAzR+ofvm+auEtQfoUf8XzHa1ruYBUn8Zdf/rn88DxAGq1wAzoR/tuPox351+xQvdAn5yNpIdpj9dNNg60I/jjcU/EHqsefgOkt4ZULfgpc4VG6/mvo3CgIMfFsJRRJ9OXvGp/NdabAQ4bEVZId9/utdUNhnw+S7fBxhnAW/Ffdi96gaL5i/c5oGivs57zpqHexRRPaQRwRPiikJrgFgkqCRYZTMEgvso4T9z1Tak4FAXUJZXJgWTJQgsm7Kb3ASK9BWzWG831LGdI/5fQV/Eu6gnrnv8n9gh078mAVKAgxceoMY7PEACnEdPsZ0DZD6qhAf4n4z+eYDDlN940wUP0hbctifZ1/xrt44t7DAPu+ZXFyOdEPkR+KF/2aGpeN42jN8C8cLkSAHBNJEilMBmObWBNhIvOoAAfnNC6hd1X6jnz41g/5zeL0Mrrbt5WXrR/2Hv5SOBYDw+sov13cVEl2/+ub64fM57I2NocjQ8tV2C3b1x/bthNREvMbBFCVgE71izicgvFAQwUQmLOc7VEouWm4oG5iDtEHzW0mPIlfLfCIWlhtjOEb+Yv4R3EaD9OOE6PUC5c8c8QODftapND/DP/4Qe4OUTvxrBY5QOoNU6fHUT6zFcP0xX/Nb38kqJyE+gsYZK0Zvx2npcWYjvwr0vqLaNDaaJVMDjc2pN+VRg+6LbUaAc1hGXDtqKphP1OJrZp6PXPoiRRVuLjTX1M99xLf09Z7q7C37MWG/092bSv7/jbYJYH8gQZBZNc88qboOxugrCDDjUtzo6noc+VbkiaGIDngm3BEJwjsPIeoDSqWFidOIkySVUQafZiFNJdIUenTyNxpiNc7nOwppHL4IIv3zDfYC5k2/++uX/lvAnntdDhgmwnQNsh5dX5rOHf/jy39pZzQP8JzsHOE/Xh+uZ1/xwfI8EyBs2Vg9YJfjwVS9dwFYMvpE4NIrfitGWj0MrC/k9OOzj9f5McAj4HtDllknxwprcwsZ7YBZwW1kMm6lWj24u/DF1L7JPeoBjI71ok5b7U0+ekFHFqlgRb/9jh3a7yc+YuACH5NJzXd83qX4d6bGArsQ5hdsyEzicIsBGFhHseCVMdD0dgDbiVlHoRBYo2X1hWBwad3OlEQsZ1Bn2rwcsElYlotXYzm38j2+9CkzkicT/4u1+zQP8or315y9/bD+cdvNc899GD/Cf7hzgxfQg6+B9X88krVDDnZnvdPxvH7AzJr8yDt5CETqCtpNIvwBiSN8HXBcjp94MXlP11gTToN8rltEw3MeajkE+4O1JD424URsgSk9+gwBH3mxtBPn11W69pyaxcD77vmvbc1jW5mPNO1/r4P/8d1Rih/jMxhW5zrfLyNl3sXhjNMpuDoZ1OlEY2b0bR04XCmaJoIvgDLJI/CehWERICmppZTOqtBVSJAQ5e1IwQ2WzABUM0VZDsFtfRcC1miZ40QmgczILxHZu43+81wP8kz04AU7f/7q/mP6ss3/w6XgHIKJ/POsJkb88XfzpH8xw/vkcoMH7WPbzdOA74PjOjgDMkZ4Qv+sdmhEyS+bxCurDdZsD0XYamsrC94JX4Nnc2/Esmuc/kVuybMzMwuf5F2hMRfAH5BWXcg0whGIOPPhCP8ABTTsRrdgP2B3fzgVtl2QXV7Uv4fNhbVrljXhZjMyfNazqNnxA9kTdaALE4zsWA8GfUMnDETQM1wASRpkxOgimuUFVMnvcQgcSSVdsRf9MUNkLmhK1NIo3ydCaWAW2VBINubIEc2M7t/EhHiDZrJ9N5OlFHFRxlvGvpEPeBkjobpnzOUCDxycPch7Y7VgFLcZTnNvfEeNZw696iArcAS+h3whG40l0VUgvoVR6C1zpPTUBeznTFTen+U9LD3CZLoiv5hqc9726H+AalSXhHOr9lD7tFuwXuobjXYlV73Iryt0mvdL6FhTUCsL1UhQHPxbK/f3FwT4geRH57pPKAjN+EULskEblUmx3zBxnP8BM0SH6CFpJgiGtBF91JePgGkfOAIkx6UTz+vzflQ6JMWVEm0mPsSYjPEPDlR1igWWn1djObbz7SZB/+fIfZR/Qu9PTIMQf/iivjqz4j+kXXg2+/du/IvE358MDxA/eH1wfHmAQ4D/d6xJoNg+Pd3BdJt8ACBx48s/mtHWns45vOIcsADfxjlR577M7pLAGlX09WqVjd0p8F2BbHq7lAGpxfTvPz0+LeeZ8fey512VH0VpIrwAKk6x8Haq2BE+TfRl0iaMeYKwZQxhEUwp2AtzYK/k+BBKUFliz3VjeR33LHwheyQVPs0/t0R/+6K3p3mmWjL1Y+HJrcxrIEY1AWrASAPGEhv+NVhCPrKfsxlNOZHQMqtXKoG3KoE/pI1CzCH0dDsmN7irgJSIJsZ1nfDZM+50O631QGsCTgWEz99OD4gE8vn1vAySeD5RWEInxcQHibUSWlSSEbsBpC3ollm3PYP/947R/uHvkeq8u9dYD4FLfQucX7/Iq+SbG28MxHm/opEprffXd8vOeX9s7trHHPMC+76JmLVjkdf/IYuRM8V9otPrdBfb9JTceP4+PiP8Od3845YuehzQCIwbngyxa7u7erdZcIa4gkkcAcpDpJLjEUCKdq2VmakKfeUo2dQ0CV1pP4aX+CNxHFsJ/dNh1HZxM0YjtPOOzAcc/J8AzfuRv03T4F4d2nd8mZswXnS8CBHve2IOg9c28PCio7BLHDJs5ruXlBta2ewzkFD6+q+e7RowEghL0YEHnxbdhIXVCzUwPoqj9rO+nPI3n8Zc94jtiX91LQBegv5JjvPJY5/FBWvS/oa2VnZRQ+1EJcDUi/GyHuU8UiL2I9X9VdSw8DDwZqFMFQZHc8mc9JVzW0jFN97wDWpI1wImNAsgRdKrEIMFEA4mkiunUdWRuc8waotEOFWil7PANBZwbbTmThWq3HDr3mYyBppGWC4jKje0849NBz0HgQL591m+2bIjHumRaw/IhOPOLZoUoOE+P9iAE2l+iawuOvyoqa0W0gbXtLhE1p/UDKtsQ0wu867d1bVj9E03/1+YcPkwYML4Vmqf5BTBBFCX7ocFIvQLPvAIN+qPLx1czEid5AjVCqOBOCuguZqBtDLelEODT8s5NQB9OiikwwNSNOuLt24PWddl/uVfKYTLgedrziNGKe/72Pk2IN0QcFUpjwVjcEgQTOjBUzTRqltTMV3JBYJE0ir7pWnZpvSaG0kqEaigfJWI7z/hM8PEeBAiQAA+wFj4dF0cuD2EYgRMBsF9k0wKmO+TSfHRWSHjSJFglGmBOIW1DFTtC+zZkzenO6ddAV0F0GrDfY7xv8zZipo8YssC1XMK/1NYTcI/oy+1BFXoIUP2oIC1xAPgnpkm47oMuJU1f0Wboj2LjXdXYhFrNPJYqvYO0EOD6OjDwbDdfNdkYf2mwdXyPAXA/3YHQdhfD9++5Hdr2SBfs+OvItfLEcuiA09vWmSJoBCSitBbjCTmpOlySIeskSE+LwmuMtcRdUU/aWHVfSQmBSKhqQISL0LkwtvOMTwe+sMP2ormQ3t/B2xicq6McVhApAZQXL0Gg4fLUYTNpz38PXNBI3gLVRLWI3oWouXXi8iiCx/Yg+tzmxeqR63uAecpPGLq44wd/hGl/zbeduMEN8HcFlEePEi7ngybAf8cA3ok/X7XRm++vHSuyJyPPVQLcfBUBX5Bq4lRZcvSBm82zCIfd/ODnVnb9FVjEJWfu9QXVAQzogddP5F5LYXVendlEo54GivgXk4xYeXMNlBeuXVEgLJxABi96hmHi6vwZcfJZdtZEl4kMFamJ7TzjM8FH5OEaNs6DVJ9G472yPLDTZiQPRoPDWm/6DfmRHiCbegY92PcTXKBj7QIu0qwEotms/Dpk1S2/5Djm+fHu8olDkFu13F7HMPWc6+aKxqLtZr7t9ZMqbp4unne88e7+IN7U/JceJn5GPNLZ8BFsjOvYW/dtpLlKgMsGnNYLUhGesigPDfaIpz0vwM/UDE/9urvtQOiYp7/rJ5TThEKPL2xXY4pwyEQa5BnpVmGA3bUVUzb26vqQksY6lGF1NIT/KJ2S4x5qK0gn1OdWqiG284zPhbyFWcfxPc3m9jqO7Txe95qeRULQWfuQ/VERWw/tAy7gEy3wObniOFYmAW9D/TltKivU0q768NpzgIacWA6B3lxMxdCBRibF/rmJISgS+i1D+WDwS5gfeQ7w7jFfPIBW6T/SU2xrGFG5TFiRLSsuSHGoxBcFd6g0YuxFbt48PeckXWc0fBhwaq9dW0aAt8C3u6UqeAGdEH1K44MMnVK8DbOEOCVoI1mkQZlBUgoLTw9ozh4jFtXcVZooaIm58e9QMmIBuIFAtFSRVdhMl5gQonoQamznGZ8LeVpHrw4+8DIwf7RhgF+7DzHfkQLLgc6fdpAGmKedz0LkYIvaOthXloJSIX0LNtqY33IOkBYrEuEGx1aOVr22cayCrzdeoH7SaIMYtrDjNWh6gH4jV+IGQyMWwY7Ij1kGFmN2s+I/74BROyTH54FVmt67znmg20p6t2I+ABa74qwAq9lxnk81wQvAj4f9fHhcXVTBoYL14zDCwhodZLy5UaltiDIafWiSKymUnaocIkMsg1gcw3TNslxmsdVHpNRSA7VltQhNbgJdv6YCLAxtZMlIEbGdZ3wuJINprvIMDtAxjuM9L3MwCUKBph38YMTHSol5+ogt4Z/WW0zlOF5X6jVYNLN7fNs5QN/zwc6EjQ79Omm3FQMXvZIB9zz9x/v+Novz3CIvDT/o5CGG62ZxFf1pvFwjcFgXtDhswrg9LO1V6ySoTsFyN4q0dvzoHbvGWQCmx21c+GTIhPS0vt7kdfOGmTYEOsTuXyTAoItOHCGN1CIsikZS6Fldj1heGsXGgoySWbWIQHVfJfOdcpYQYvh+FBCXMFZHgCK284zPB8xQfGzubp998lyTXh29cVaOvsivvhJAJWZtsFq/RamTX0uUiyIn0Czvm7A+swhsv6LuCGjLjDUG3uq0XOGk3RbM4wcyX8WAepQaf6DA0GxCF1ni2srsG7R1cm3zpkPmLlob0zXBwmhD44WmITKNpHculAfs/D0G6a5MyqGaMGe4umCGVQ1ohJ4jzwYMvTuAykPcQhAG2SKikEIcAvhkJLLIMR9hqRiLRaGMEC8UgFmLTUvA0kGyWma65Qf3tbgCzbtc5DGK7TzjUyIshKbFuHh88YY4eB445mO6M/Oc1QNvnZDhYKHAhOVX4uX7+l6Hamdvht7sJYFj4IFoVE9MzxdP/Vz+Uaw+aXRTH+/Yxn7itVaw38MrvogugF74cwT8XUuSUnv6N0B9iIGRAPvJDYANIOLeu1e1TBNY8nIu35TB074sy0xdx8ZxAf+PHVLRhsuv3B86bMYsu4bHAIowcZV5aic5wxSVYJayTUGRmRUcq0zLUYrBmlZkEbjoXlzjygBToevF1VF3Vxopa3QmwE8MHuY+NvPuCbolPlz7eW+bHY9t/JTDZ3H+QHv9n8vfCgsDfCN4G2C0EE/mYvFQ+j9PfAfAyyuZp+UdeitKXGBn1mPrILWNG5QJUO9zHU7/QgF6e5l3in6vLvWoCjKkcZnESIAulrAvCRz2V7mZWF/bsbw4gtWABHV1407rvONPBJrB33Jo6C4iD9K4Vn4PLsQtFKqg2JiEPOREhGAZLFpmpB0sK08xETkNLrbpvCEjqW8gYAjMKDVSZFzUJsMiRX9iO8/4lNCxuuMJ90hOX3Gg0zTK4e3b2OgLXE76kMh9GInsRf8KlL+Rln47YIvyhKFMWQZdLRcKWv6L27O8I45DGT8SGpA1mtfHW1BWRELo7GobV/33YqUGPTPMkeml/0qW+jpd6eLJ/GzfdXxX2Dw8eizwnTZgrqcHHQBtbVx6LcG0PgTE2MiB+5rb2MBe4ZeAv5sjAd5vbmEDOSLJggwU3FaYbgVlb4PUpryIVZ8eZrJTshxSLBvlgxG5jBUTXXRGVmAyc0JOjWJJreuxnWd8NvAgx2HMxT4PWT4LujyAAc2D9NwWjvp5vqGh0A9hXtIgmwsOfB/Q3ilD+WDAsNupO28IlrPv+zUu5xlsMg7FRgeX5k3GIDvo9F3oBpSvCf9drueiAQ6ixrONqzrVSi2IpwNrfpjmdjv2HThr74vJBEiV+VG2QO3Nj7e8vO0A+PFuCDwTmPiquTAYE5VW/eA4XCGSaJWBFjbHIUCO8LxTzJFMQkQyXL8I+gdMXaFgcBMNkXQIpKSYi1C0dCoYx2RYksAoROcUPzGLJiAiiC1jO8/4dNCh7oMzD1Ef2osjGHjaP9IHAA36/VCoqnthg/HCbiS/2wWkiYX4G2B6uNu7v+ix5rD3Dxe7ehshyBDGP2yNnp1ZYOkAhte4F1lsjMVT2coY/KHVGEj1zTGvzLZ7tdElxVvgL1SImD7zsRz6g+IuzZZ536Fxeak3PAhoGMtL3sqT6/N932hrx3OivFoOYOdDBgFyqxAW3zLhVWq+QQfiePjsXibAJUwfZhXDIpbkucgORSsnnfJMjhVWR0ywDqUopggLNaVESNl2xFQh24GIVW2mHMV2nvHJ4CM9bZALnl4KccWAviPMhMBqmDbv/VJ8c6Bb82PB78MMq1yt9bvhmnezhZxPmWFmWu6i0RAsLHfrPaBL676OafN+ilNzI4by8XPSqUQvn8+ARU/yRGXQ1VGsXeh6ieV5RxZkG8BlcewSoDmeU+R/g+56vtT9n/kFQU3cIS+6om3xpfkxgwR4otPBFIVXOutshYaaDDnSqbbWIdKGVJkKR65m8t9Bshw5/1sViCJDbyOJRRaN7Tzjs8GGJQu5CTvRb7sO1jUD8tC/2D/yKp9sE4TlA93tOBCjQ/R6TPO07xdhT5jMR2D/+NAvXeSLVtADC8R+44WwG1hOYC8OeUWB7xWUUDGyRl4AyU/FyeHqgzn417y/bumRjljvs4Vq4xwgC9ADxHwfbS+Qs2dkPTz6ejUSOmQwOEsCZMovgxlvC0LB0VccAYowgwSPEMklW3BeZoudkMgmMktxUpHTETV6BbqWSjEh5J7vdMJirkOsCDhFRU1h4dSZAD8pbGAXF3qKNd4HqEM7fq1X1vRM6ksPECFOcfHfCoQnnb2H8B4Mj7Ge9HQ+APBoygpiFgulYuF1Hdi6wpnbv7ENC1UbZK04f1r47xAKhsPfWfxkpzYyw8VM3OSOTqAD+s0RzQ1PivAKNDrVBoagOB+eUOyGlzuG9c13Op/J46G8PFAAgY6KAeaJHvLEWp9NRujsZrJpJY3MLPSVSpTM0oWlnB64ynC2g9FkNtQjoBXpZRoiGdt5xmcDzereHuC1P06uV/cGAXbjTMxPtsCwyO6shSJSXXgXwKuKoxffC7xcECKQciHA1eZv4/KUbWO4QgosKbGthCXj7spGeSHqnwWeOfrt3pU1Nno889tvFc8jXft6v5rEsLN3kJ/xhwir5QUP3WuoFyHmxmgH8XLHsDFBj/xbbCRLahu2YZYwkrw6k1CTWiJZMEtkKtKZTPpcoCrJii3FuGb2Vbam3WIUFFoqFZmwWl2HGNt5xieDDOzi8MgD/eCb/sw93SjHiQsPbVtBVEW4DxuV8dH/i7x3w27l94euATcOT5MtHPI6Anzpjj9n44dFY7Kihq4IrvTQaUhbhP/4KNElH7VwkTXWvEPd0j8duhvb2FpkE1gZ32xG5a69glBrz4ktK3Ev8ZGQjiDAg94HIw0QLZ/cp5U2WuBioWoh2SlSBT3ZJBdqoekqqQ6pul6yLbOYn5UNFwCyL9U9Ne81RWznGZ8Kmm7xaOcTnTh2dYj6OG02svzhJiPi6Fa9qC4gaoe4VO+/EkICPGUtHwZeDvDtJUSy3W0/e7VBJxt4gf9YgKOjcHG7avOpX3TRR6g0pn3RRDQDoLZTm9hk7NUaqUhd/4V7ineeYo9zldgHsVr8M9Y9AHHSVJMF8FxQdiLWdE0ClEtZsexFBTmieFyE+IOxI6Dkm1eyhEQtC+mwNCNqRji/S6Q7F3N6o4qQRfDvggRJT6lYnxTrFmI7z/hU0K3MCPpgdhhFUE8/rkenQhYWZthCmir+edhH4i0YCe83I0C/ByGQ5JEvggDWVryFFwmQJfgmQAzL5calgHK5YBzZInHBS7TxypkjV9q5r9btDzuQwOjmCC8Y88B2uT3kP5bgav3qG14L5msLNSTKYzND25nCJP2BLxIUVPkliDsY6uw2fK4xkFsQAmPKCJ4UL/mf7fS2nO90SIbS6gDjKB3BrWUGIy6cGwipRcrMErGdZ3wu4ODk8TnDA+QhHUc1ERFRD/K97Hee/n5w1WigJBoZbljicQx2qNNcIX9XwKFSd43sw7zPqwYLdjiCkQS2wUugO4zv5jMlVdeca3arSe6lpsD80WJiE9sdLu/pCkx8Zw+Fse/ZLi/1kgC9pmc5fWj6wPef8ulgNMDFExy9fhsR0AjQnuobIM5oGClpC+aVzG6pGiqYxH+0W4pELBlonlvErSNCJ0EKxc9TqseprvVjO8/4bJB10W54SPOgDROqDNQfjUhfZ2pTNYRdzqQZCEm6me3VqOYiOw/5++Lr+ExEbtycG/wqK17MAo9gvuNmbRNUNqC1mTo0hB5RB/yDXuSbOXvTNyVBhViwuCEF0L0uiIf+6NEeN8x2XIK94BSdX06aDyQ/VuE1YP7CLbY9muOWXrcv8rG/sW3HIa4wf9QAhDxkm1e0tGbBVNka/iM/garr4mPJMW5BVdxsrF/omYg6zJX+F0/Gdp7xueBD/uKej7Yhxn8S3/D5sfhlhwegJBQPOjPo6vAULDj4Oma5PvxWzJfT5cbNc98BdlR02VtJC1dzPj0bitN4jQMIkBWOUGVR7/ioWl5jl8IS/rkeuF+RQhi+UiRs8+uFPlowgOwG5fIKF1plmyA9+KHarVzbBW/MvLpEcfGeKqpFtDFueyRF9b6iRjThBIItFqAqyWbIRsIBCFKC0LQOnahSRWVJsoK9uMZoUSLnwQCztApqUovYwTVDbXZVUK1QC7GdZ3w20JB4DlCTznZoA4MtPU338In6K0vuw0r5D0vR6R6KCi0R8psBT2ewq++FZz4oayoQYq2IDvpO2hE+WeAIqy2hryl/jcQIrwcr16ilm8fxU2SJI+47+FK5wpGPEm+MJoiU7LXseawLS14I0Rp4shFF+TQ0P3lPFURX5KWOOgPONaHhPqivg1lCFCa2SVctRMmMkmIaejIiMVIFq1e02hRa3SFhqdOZ023p2MjMXAsji1ZngdjOMz4X4oiHBeqIxX+7Y2I0jptpuq0vFbnSS1RUnYaRIgLYMR/lejfCeN5mQ+9Ae81dJhXx2T49F/cqApxffu+fgBHUc7QbmOMycIxaMmCkKfHZYVLN5VVX8izDiGP93eBF7vDt3sQa3RYlYJp58ZfTYqbg3PEGQDZSmlAe02gX0XKV0dIxNMYoMZgkREYD7+S1kGCdXqwEl8CC/0xY0coFWrtaGf+Tv3qZhlRm6wEJVrSwQGznGZ8MPC51dikIMLkAx/I4O5ofHsvzBDs6JDYV1M4pm4KtUiIW3wD6nN8b8+P4pmNF4gsuNohjhSM0sgHQwvoLGkJz0TyGblPDpxHEQiUwEVXB1F/cO2o40t+4cDuAvI8QqQ63zXbRh5AoX+JoSAK838eKRgKkizo98MWBDxsPxmx3rSE4I7nDscQWEVKKqQwRkpKmpuKG9UIAE6kIX80MZmXPLl6f0ZIsGzW1JNAGc1arI6JKOK1nAvyciOOdn3bjwV3P6SysY9IH0Dv4K98MJBuK/2673wCemRu78B2w1wu+0oorAUIeToMeQxmx0yDRHkgSa7iN8jMCMtHwKYWFq1FALKX0iCqOOYBbj2DQ/yPzr3MAryHWRbAslnwMCBDV8YfusnwIj1q9N5Uvm2FvF9hQVSRnGJ1iTFG5bIBYUuSyIKEWIhkTacPNlBIEK0apUpRA8dYRCyxgVhsLS25qB6FvSGznGZ8NOtj5AG4QYKgph2BUomAl27Jq2xIlpmSRwruhK7FPz9/XDdSTDTZoJeX1OkUXifELKD7QKSRPpvM0IpUxgHxRPukwkvC24cJFp1yqZVGZ2Gwa2NqO4L/NGtF2b0+FeUDYsbvSeMEfvX0uL7Lm67IexIK10dbBI31LgCJMFjG1HHkEMBcN6oGKQtdQ0lFOGvtshHTVDRSUVmiUR8k6pjulQRNFnRjRJslRILbzjM+FONZpnkGA/UAdzGaaHx9QjHTECvgPPoxUCV3zbdjt7tGhuMLynQCHhRucFDjx7sa4+7nT4inMixcNHEEf1zrCDbxPBcGjpiux4W+zO+iIBSzoy5UgbeIoX9/nB9s7bq7Nf9sMSKDp1lW/8Qdhr5HZa9BQYPws8I1+Iheb13o4qlcQZSCQK4zgQyqTixiHmuUkaqFaqt9CzmUBVynIFjtcxcUTPRVSKhD3orF+ROBGt6F/ZSaQiu0845NBdoSj1gSIA70dqLtqTzis6RDpgNcxrYuV7XYNRyHhv6e/CfoUbbuf7Hug+SuzngnBFA4UryvAzGtjcRyvcwArN20x4J3y26hx4NroZnmO6kFyL+SFcdxfXefsbvsroo1NJoyKQWtIMI068dvHV4i3ahJ6coXjOUIwBQH6KL4VQqSLhqn4j5QXpp1GPhSiqSCmxrDLNQSYRC1xmZI93yTnZPyz0dB4IVhqWQ5nAvyskCnxt5sWh/9+oJYzR7aE+Z63wya93U/6DJATGbDQf8v4Ngw22rCleyfuHttWktDnPT8DGtcMjjNKxxabrTGypL43MGI/3WC9MWS8qjTTnxIDMqJO3WSXspB1/QzB8e6ucy71WyaEBpLWMEI1eQ1ld4kS6AyTnCa4xTZhiFY23gqW7b8EUwYZZUFggJQLUNf1lDobKTSxIWWvpKwGOVHZSKFNd5M2WwmLPSkJi9D0jL6W2M4zPhd40NvJ4HFNEuxHbBfDgHd6DiAu/h5gyA/5LLGDyljGQtVD+07oedTSI2ND9V7M0115mUl6NndWIan4FE6+5DNwsyLJVcNXvKAUgyj+wyA/kfrUBzukLCDiaeX037p/vCfL1XnDTIDWHB1T3pGp7k86/4d6KMglJ/6HfbkxCsVeM2DHIJKoPOIoEiEsdIJT/VpHpzUjp8KZL8GMFhmlhrw/CRFTVH7N6CsDrIhcxZTGvlIT23nGZwPtqL0iGAzQf8O7dei4ng98RIJluEQ1+ChkREgZZMSRoqXQKiC9H7RLtjNgQ/Ve3C/uzIMJ8yZou1WvuB17/S3MNdBK59iAx7BjvotR0whq4u/OZDl+tg3AnijlMmaGaOkIFlk7N1oJ0L80lkdMcWzc6qK8/tUc/5/m/KIeKNofYXLyHRB5AOQKRp2VRD09KZG6POM2cFOG7g4WgJVKOz2vlh1qmMy0CL3rIxG8GmpFUlSUlZ0J8JPCZiR7pJXyHGA7itNuHNNGdNgjHTc63/JJWrdQgyO/KlrG8w2gXbLJAWr5Q3CYHvkisAY4a9NduDXY7AVzrPEKB3CbRRcMOD/Iy9OWwveLDRQdQ4q7+EDL6lCMh0bZ4Cht344t5WJdkcTmtd0jAgx5BEhNGc98NpFPwsUro1n8prp80/Q4vF32jQB5JJENfOKgiPkrf45QYq0x7IsNbVMVTNb1wWmCylRyVYa0WjjhJrIFN8mU/11QQS3Fdp7x2QAjgknwcKbrQYuT3RFJBDJymYit5PCos1MXF7rhi5JSWCg4ZgVqR2zpTgKmGVLBWxs5ivnuIdy9ALcfFEgdyeYFi75fv2ZliW3+W+o1xjl4gJ5Cew6XSiqO+L3exBLFXNRLDPWCURPaCcNHPduKh4Hl3tV6lkgPUAcDq6SriWX/scSxM++PdKHhZK45BAzSvKo1hgxRC4KUuXBwIpxAgMwEKakqJSW4sJxJ1mMNQUqiKg1oFFhE7GeFc9aI7Tzjc0HWhMOY9rXjfa6aAYc56ehOg7GJ+IDXG5B3Fze3D3yTtIyQ1lP+GcrtK83XeNGn+m1xP01/H8yWCWw9fxEsnvTwtm/qKzjoqvImBpeNs1KPmv7BJzzft+e80iqUxXDubnnfsQpyINvAY9egx5QW4E7zRiU68Q67QuW20D4awNIqNBBgvw868KJHfARBE4bYZO1JCUPCUEILcZQrGVS04lmu5XbJFdsiSqXC3l0o1LxyBoSmZbl024AzAX5WwGxEgAQPZx/eIIH9Pa2iGIySkbL6mXerye5siWmRDgXdQcnWPhrvbJdkVx8Uo3XfcO4bp9/q1zQOy2fzUCqkYzhVYKh9R/rKoGH0iJEBdV+gvtPBR4HRB44tdgQjL+QAbo2A9lklQG+V08f71sj0Zn8dAzHrAWlKWQ2jNK88YNQ7xvinYc4I1hBjmDcIsRNRicdFY546emCKnAoFIMlMFjmq68ih8aBkAVLoAlVga4yCcEsWxdZrI7bzjM8F2RKO8Jmn9XR85yE97x/mx8k3niktW2qHPyvp9hlbbIQW85+fhjNgn9/1Y79LM3wD0LVKRCRAuTjPt5d0hp+7C4iV5PYE9pU6N2DqOIqbvuIgwxg8LMholMyDh6Q9Jhi7Ixp4/ssB3FyX91lmsRy2ybUHx3AA2goWu2W3NB4iWE0P8irZxK8qh9zgLm3j2OoE8ceCMwDySwTxFVUoxX+WtkrLyEWckoGUQ+gj0TAkkGrpXGNUUI7WqyzFyghE2aZh6RLOBPhJsbu5uH088BY/GLQ07Tjd7e/SDAkz4JyTHs7QsHiQs4B/hRLHUuDHg1e28qFoc+xXQzdyMH54rH2D6Dne5bznKU5RwE6+HzanzOqBF7bpBf4D+vCyKQ+exi2qcq0u84Tt46sCKcfAurhE3jN4Yl3DWlp9k+MWuKdVJF9/j2qXHJlbJFutmWf9Qq4Yx+i1aKwRftmSx4RCO/hXAZeTaFdOZeyUmcCiEiOlCZVUkZ5AaURClZZoK4wsS9Kxse6NElq3FmcC/LzgYYwDfqfb/JDUkoAbsvfbUpRy1L2eaXrCP4rTWMIW+z+XCbpTx6zt90Jjheu7evUSYmwnGOdqmviKPV/QrhskbJp/x8v8xyaijNrCGjRuu735TFTSfEFgN+mTHVksAxnqxLqyI3H7i6sAeuPXBsh/Ktm2QIcAesgKfaOx75drjZbfAXKEWCT+g5rshuVSilZiga4LyRGWLYiemvsoUNtTQiMyhFYBUfShgcWCcBORHVqXj1qxnWd8MuCQ5WHMI9lHfUaEmIEnmHSsO8MfiJB1wkAwS4Z2sEcaAf9DNHqb3wdv9wA7pvr6Em4nbdxuICJQUzACtmeY8gYB2j1c4TX810sx9gBqnfg90uuemWkGRAqZE5VRsAXvweOI16RiFard0blshDe39Q0gISPA+/dBIKBjIX0ASBgNSR8DuYwQrbCI+QWh6yLZomyoJVUwQpGw8FflItnBZKpQAqIDQSnoMlKOFQWw/tjOMz4bdnQMDjqhF5p+WLdrmLAIsyAO/5Z9QxOZ4qsaNMSwx6BDmebvhGKmr0B9USlmxiZAu8MyczpAsX0FvnjC7dzY0sOLF4gDuhh8c3GtO4o1buadMpEk0dxoLQfetOi11hBkfQx+qLvTWevwkS7a4R2yuQYoMSZlVSLmFbbbfBFgCdGICaTwWCoipDsWoER2C6WITh6cW2jM5ID/EASV7mj6KOrgODAkFkmvtSAUUSi284xPB97q4TtcU9GOYT0Z2xAs6BcmhC8kVpRFxcL/XVgj3ItvcNlexpF3wx+BNqvJ3v7egHJ9TmxAOoD4W7mAu/ry7NMgvZn1sAoErIsn/HgFiddfNFZcFTuAznF1LtjCCw6g2vZC0B3tQt/RI548ArEJ3NPzHrPf6YZnfbMOhyXEj4AoA+ikJDLRohBVkAr9tO6rOfSYKHVGDLQEfusUGVUgD3AFe5pZRJUCWd0qxZmWJhDbecbnAg5nOzw6tMOQ89zQvE83qAPWsycjTPsgMtsB7dD22BcMG2j2dwKvKXMK/pzFqzH/2rwZjAbFgyebAggfG7ns0BzvjNnaTjHWa6GLweIntBM1daFWwyhojJXrNEQXUEjtMTB/5L+g82MnAYVsVa8ju9zxfO8OPmAOE34GH1Y3AX4DQBGmjYjEHVo0hTnIOucFBxolo1MQgqspgL8srdDIj5kq4/KR1L+gvJDcdtYluIaaBmKlZwL8tND7gnFcdzN6jvnXrO+lr6GzYiRBAJag51Pxb3v0IuWO9gkzkxv+0yS3sOKbN+Ad5MkHWYP9sXHghYFU+Do9bO/Q7C4fmu401dDZ5nVg0/Ixn29ZU851NMtxRPpqumWSveq/Lo5fHivUKoQsAowa27tXyG1AWTiit/CpteOmndxS5r5qK19RxDBbJLuIRyQOHBdIFWP8O6BOCImRiJSK7M6JESkwqVJaOwWC2ohT7CUB61vumFTvJZ0J8LPiSbbOjyBePOWrRZp9bHNJamlJZsFmlAhFLOifFk7ze7VtvBHs1WLlL+Px4THYwDf+DsZtNpynX8u7WU+Y/6uYYQDvNsY6xCseQna/URz+Tb/YsEjnP8oMXL0FtH0JP7Ofzm179XjN+9gGl+bH4NC3aT5Ieyvy/9g7O8EToBRxhdnDtNEUzmSyqRg3mL8ojKf9FArhtZgEJoetoBWrITKiBoLjIV/tYC2RJKJ0Q2znGZ8L+D2XVekiH9w0a2919y80xVgqJl75TI9u0qclZYzFLiVVpFsJbDX5cWCf84O2r8Y83YXJT3rmYeSwSD1zQyXVm5gX2F2NdV+F9Kc57tlxxhpHKfQrI2e96SwvurqBIM8Y/3jVjKCPbG6iveqeg2minJ6nJ2pnfSAJ8fo902u8eijIEeKLwkmVPzLBqHmFiMVtUaedo6uNbIKVmrByHSuYyfazCFseyjqjqSwH43JBiZViO8/4XIAF2TxGb0A3CfMk17Z1HWAIqIm52bPucQYFwsqqx5LicbzaNN4KG/jpla+BDfBzXfMlCHDhVbUkJ/wstdNcdQuvuvy7+lU5XE9wQfkrotb1p03QZjDFe51jbzSdwssO4KV/zwJPz3kKkIwewhKN3j2YTqEHl6Tq6PzRnwBBhaLka0C2EEwdDuaR4B9nJrWZtlLf88ew4Q1GxShdsSydyYqusdQ7BFE5lSEzJmI7z/h0wBF+7zsfbi6e0gWkiZAFpV9jr3IwQpoD3ZdfSYHyj5plquDvATmAbybYvBtQFr5klWLspMB5KncODnjan6SFgGmlAoN3xwFE2wD7r5AL4qsuzxSd/8t7uzfRGStQLxAd6WzZXPY0OsuWSmMqtD0KwNGMIyBHxEUFk0gFtZkZPNOAlBRR9QTYarSclRwj9NrLdQN24xQMcCPgkkNWkyywRBJubOcZnwu78OYWFnmTt7wu9A08+HnzxsQj/UAv8NEfmAzLdPj98PaVY1vuNAWljS/p7b6dwQR47+ORT5zPeoC4YmsAoVtosfKHxzueA9Qgmg2n+dYl4YmjOFerWm14d3D/oGoOHRpuc/SAmlz3IMHa6w4ua2BTn3nthF0KFYfk1NegNrb6NJI5gjoWITIaIqM7c6VQy7NkL9LLFkxgEDuL1ezu/TkExGdWrDhRFdxYU9b8MwF+WoizZM/9LJ1uedUNYEcOZE2jaCjKR2lax9/1WG0Yp4r9bnjH6vVQMHjucTqsp4YD3x0e4QFuvShrzTU8Q7AaQtNag5iF6DqVAJtGhn5b9vI9gV07xSl13rcMjBRFsN/rDjSw/GoXayuedK4QFMwbP4OQv9ZRODzokaAjba9bfQGgiEJnQJBJEJSiFetQCmqLXJZb0NAWep2TxdwUFkmIq8KFKDMmvTLq3VBmbOcZnw44UjGRmvEjf9Xfh38z7/zI24oKArAcGxv+7+lF8qCXnfBGi9+b/96FJ8yC77Bl9MRC1VFZ5MmUtDLxDdX1FgEO9CD247m1ttZ8W0viWVQ0z/trFk2IknjmkLdlRgmsDKuDt4a9wlZEZRs3hTOLf5zKZ93by+Rhwu48OnbpXNYiEaq6oFclrjfNQJdDei1EFkLSyBD0HyiElGgzWGt7Xk3XkJmKOouJTQuptVCwcCapkV7igMwXYjv/mfCnL1/+FOJnhg5qHtqD/wA7iljREjtYDhkSpoTwhNqyWtsQeOSHpEBOMjGnn9pbAwoGTuQmgj3AHaEgoNiqtl+/NLTj2QOGevxyEkKc5CMiKm0eUJQxqUu4w16YzIu/+kpU89ZiKWXi7vEBgTk+ZQuQ6Fzm8hIUSEyIDvf6Sp0RW35gXy0SW1vbwN/AtwEUYb4Ix0moMvIWrEd0BT2uIc90RgzNCFkt626VqRqXZ7Go0XNbluPCnkLQ5TECnP/6xfjjWwfMAMcAf/mlHp3fjl/VqvC+bhno3GvuFPi9Ia7Cob2bLssdHGnwR47k3d3DY9ywS3Diq4J6jTvM6tcynX49vmW0PwLq/PzwtGXbhcforTmuL1Ot7NAAPrkqpw9HgMGwOq+MpJucQg7EuHLR5tn3SHF9V8xJcKRRTSsAdaUP91WchsSzPqycPh547el5x6vA8Nmfbp6eL6b+rp+G2Iy+lsx/ut7XX4GpPCuzwrsI0BBhjF5WUhsW4p3MSTaKqWkuGFjOuaGQrrl4hKiKC0RAFDoSApS6OvtlkKAbSj8jFdu5RBLgX946YEajql9C8SG4zl59+fItzIrO/RAESAbks6s0n74bcss3T3XL0lBWZgr7Uxu7ZybS54iSbwHneiH+TuAzcZhEbnW+38ldqO75NocMjpPi18Nj2BwpNqqExhTgwlS4u/cNmugXX8EdAPXCv9wYsOeLA58eyV5ubo2xJ4GOLezbC2cSrcA03/S20PuQNtEvzAQ2+jmg8sUKTb0qEmSW6CkXG0ipozWTjSmuRVOO2MzZCqTAavhnVhdbcLmUYzsXmP/nl38L8V2Ak4WRnf7ysQw4fQxz/cuXL48hfmZc41g96JbYyj9N3jrO6VR8bWQJizlMvIIik5VdH71N5CS+P/+92L6mk9vvLuz3Btdte74F4y90r4GG6R6T2vCj9JkVupkYRAQ60J1DpMOvFH6MeLfi7JfD6MztMfQOnXovw3yNMZ/n5sbewKX1ux3ayvsFIXXQIgS17ydD1uA3NN8GcgQZo9FH+FcOSiompAsnkQvSnBw5L1zR5bSwMgQFZ1DAvx1JZ2wHE15ZRQYiWG6FLBmI7Vzi//o2AoSTpaH+5b1z6E3AA/wIAvxxPMCL+XnmW+0KAbXH4DZISQd/+C62RH2VW2YKy+PV1If8YuxbQFsM8fvh9Bpmnf3fLpPq5QXgdIdfD4ydfj84hEk+9qioNfdgd3hsNb7S8d0U97Eq6k74doWQh2/CLYEm6qi37XAfiJKJ/0yFA/hxOyx5yIQiKN1SSpJSqBnLtCjgkiozZiSC0QyXDgyNd2w3AzUynNeJMZk5monU8XOA30SAcLIUkwjpDf4Bs1aQDl3CL3+Jluf//CNS/xAXTX/rGf8G9V//k/uxS8b05V+/hti8QbPZv/0Z9f/6n9rr//nl13s099d/u5jZ6i88kv/zyx/VmNbQzgHWtX4+8Bj2Q57lzA0lD8jqEO+TPRWwdermXYn2AOECnjhFdAQvmhPyXyhxGq+ojo4fu5c5+GbD2dO8OeQXcY8R0ksUEaNSUg0Z5WZ30BQXOoyeR5b5iuTwHVhLiYvd09adOELQk3GyZwefIPQZ2/KoH1dgtJb4QHBLmilR87V7+VQnCJEFqMJ8kawREjglkkIrIGVjs2AeKYEmskDLMkEh6rLQK/dgrzFcT3chcjIEy1ESOndSFWWsje1c4n9++cdfv4Ec0gMkPeH/HyAauIK+NBLT4ulfnaCLOP235T9DJlcCKNOlwFQ9wD/YufwH82/+p4v+kYfBv335M+kQFf93RX9W4QAT6NC/IBrW+gmBY353jQMUh3wnIEqRKrZEFPsPRpB5QlR8MdP/e5zu7g7tnNmHQcYa8nvxQn10/hZstrkaEtD1QC4GXwtANit1jlLtTB9TtGHOBJd5nDCYJB0+7ruDWxg/J9Jl5JHHmphid1RojZGih8QKJkAz6S3fcSapI18Azp5z6dbwC8foqX096ZthvkiIMio/EUFIkSIaNyFUfefEVoDo9ERESpWH2huIbPQIS1UcanM12TkF5kIgglmPeYD/l7nhvX6gzwHSE/yPe/ANSWqi0/YX7J9f1Cp8zD/+CdEvlv+GWcQf/opykP+Bye7ffr14blJi+o8vzQO8uPizSfIvlNkKV0qyJNn96WImCWIFWBsagA5ZMxKI4J6yzbrWzwge2Le213746/i2pXuZ8E9/QFk2T5kvgu8FxP9jKfdBKLb6Tiy2cgPwAK+v6MKSpxYl5+kJ7LO82vEcJweZFeWPemYs40IkTMaNwUgpSNzT/zSxxX8Lh4mf7kPVRw02f36YXGF8Tnnrnp4CE6BE3QCzLNy9TGfplGB2vlV9Aa8oZLYgU5gwQmrpSAjWhN4L8xFVlRSbGNFm6GRWOQy6nlBuWYdDrEmJWDQ4xVISgNjOJf78v3A4/QlO4KsGcoX0AP/85Y8H8M3/IeUvcU1ZJwbBRa3pX778l2LQ1Azf8w9K0AtNKZBXgf+YqV8vw5kz0DDmu2iF/IZssiK8RvEkc1TiPmbNda2nHh76/TDtnq94jDLkWMnInRqO8WnvOU/oZA2U4+ZnGTjPARL1yZIPAe3tlSZ3AqebmO4eZr15AN6NN6MUn654o91Yu7hbz/P01aMRw7kAGwxtr5VenDRI3OTbp7GsgXdb+kLTjl9j44SYfKiciud4WUuiXL3ewpUug7DIJv+Vn7+QEGE7/CNwciSFl/IbQBGimJFHWjIJqZFOQClmWAwqq4UoouWiWcBVV/lWRIOqfryU4fxaSrVDEdu5DUxT3+cC/suXf8UQf/0Lnb3gG95a48bEjn/98p9KEDmz1RT3z1/+EgdKlwJwIYW4Nwes9pfSihrGofiHL//Kaigsd/HPpF84ijoiUeLh4n/TVWA4mGWtnxF7spc3NY/XOLB1zJf3BuPIDylwhQkSymKbZ0i6Aoxavge3XVr8MNBU9Qzet0BthLwBbwLZQMcEympjQIPa2SDA8Rrxgg9Z2oplN/kimRy9Q6/VipkSkdRpQDHbIviMAwSt9PZS9wZSVTFOf4H59MnY2ytsIn+pnuULLn+zylCFNO+x+tiQkyP5NpAqzBSd68wkG6SnaWXkD9RGvdVZyiwkjfPs5jVnTxwViHS2nEUiFahK6vUZJc/Aoy1XpyqKCLGdR/DvOmn2doBoDJCP+A64/NfCOC0BIN3wbxfzf3z58g/tyC4FllT1X+kMIut/uD7WJD8Sq4vC/xUeoPqAFpKR98NaPyN0GPNWCHVdaAc4l21oqnGFBDYII5hurqcH+YcgAcwf60tHPgo00W+2udNN8BSmhNt224uqmNVn+IBD5Y2LH/QR9ZtQIWLMn1kkQioID/Bidx9zW7bgKBL8JSJBQY6rLpHRgZ+gZX/iRO0xPO9N7boNZ/jN0iiVyinSxQ/x23dGAyhCXEESCdJQlASC2KGDCSmc0ZkwiChg9VEncFmZghO1mSSzdU6DcoN0axEkqY3tPIKcJr4Vcbnjf3HnYAqs37p2Bg9+5VcwUTudhwINYKZrXpv9P5mxp/QPlRFQcbiBD0wW1BX09+U/sOODALkWZv2ZTmKcKrQX6nOAeUWGGGj184APtdlkb8Ke8mCX89eP/H64N7vrt8uAIkKCgccZwOVjrd8GUtfb7zBb4gWr5X0wEp6nxUNspEGxIGCq2GQyqXMovByeokXuZgf4eThTmgpLygjhENcfuItYBPNVlyjY6g88xZOIGsuamBXA165DlQVq/0v2Jpz/UinClJH0YRFYKCE13w0JsQxYx5EX66B/L1bun7SRGdquc7qX0orwH3qGILzoQwW0zvH/CwT45/d7gG10U2538dE3W3iAIwPxYoXX2yUinboEfTg1Dc6jq+g1LTzAuFZiDxCrTQ/wg24q/J6YYM+eWYZB9eOeR71TzbhGAklL941tlufOlQsL/WZ8O/+9gN21P5BEr2iDqnSBGHRGf5BCqJeYr5hNZ1CvEK3NHK1EvciNg2ohprhc7O5RM66uIK3VL0/urd0/4PKFE88+RbjuFGm+fQMJyL3Ox6AtHcVL+VtInnAsh8zzSkEcFF5aU7YpZmhaBmFCClpyzdIeEXmNPznzDZjYKhpnKljTAblmx4rUYCsW23kEcp/eAThZOa+4+N++/D8a+UOeA/wTT9JlgqiyAfcs2KlL2Mf/PXDW37788c9f/p1SRD7z+Icv/831LT1AHbJqDZ37O47W9Vo/Gy4nWBeNTX0HOsXRfbjnXLDf/SfL6KDRycabCUGDNKWNc1SfH3y1YZ4LW7JVe/aMT+1hI+WIDcNBzAdURzYdPxYJNQHtsnTC5TBgvJeS46ax0xDu9IZU1fSQat2L9T5t8l/+Qh2FPm53hP/qGiRro/upgQ+EWcIEYv4Qd5BLqtI5iEaGal5a8ckyZuioWgcuFEkybbV0Ib4BTdtCRWmiZcZ2bsO+0juw5QG2+fR/0anT9dgA5JAS3T2DI9eu844eIGeycak3uMxXlk+dA/z3L38pV4GXa/1s2F9hEuyxk9G12Q5AEf/FuAaL3z0jl7YeFgKQCaGRvMWAa8J4FaLSur334AQPYXP1buhY0chf/HpRVtRZuKBBoAxLiMz6dVxPjssWMosrhozI5Ick2oOfpk5Zg9WBXccrFnmBfoGxA2uwq/EAcIW2oe4pDgOH7dTIGc0lCbxUXhBXNHcJcuOUqvSikR9iBy+WbpuB+q3cRoGugqR1SRPM24FEhqbvXavZEbhQ5H7Fdi7xCx/A+NO/ki/egz/ZCxP+RWfmJPDU3vRnXYTFvPePD9h9v8A/g7PGW5jnP9Dd/AMns3/jecM//AM792/y6ozpX/+jnwOcvti1I5n9+ctfHtWwzwFqfd0D1FVgUiRLMMLqXEBr/f+8z8n9DQDj5bn9xlZzmTXRBq6Go56m0SdfPB0VphtMoavGetQBiBYL6DSF+AbIHhEpfDvonYW4Ad0DGPLAlWS/eLJsN5UvbTR/cJqu/BZnddaa3uHT5NF+MxhQUEOnlL9jtPP9z9SgH1xhpeZZpxDX2HYLC/Sdj3UZrbKMUf6s9ZnAUaibb4WYwtzRvblkEGoldvdMKmLBj8qw37bw3qLgIg9aSSZPKwOuYJW0fVXNzUQIWer4J3phZ8Z2LpA3nHQ/7m3Y9ABJQ4IY51/yKiwyfy2yn+JgmZD6bcogzcSMXLmQirAK4pc/2tvT+vo5QPOkocbgKTKvrvVTgpOpm8tbWxsg801gwgNjiwRB0+gFaOWRikKaJMaJog1b4GuOa/uvRKz0HTU3APdp4/Jtw8w35/VsbGJwnThKFdtngQewk5e+D/LqGpupl0IgtqtG/jiBNsgcNHJSunu8FoGNn+8ijxc2qKnjeHRMh123ieLUVnCNTa+VaR3t+8knsLHXX4SIIngkIgAsEtrOJw2d4LJCr7hAFkTYKhONZ1anQ0bMVD8YmOHMBSrdKpRYiO1c4k9knz++2zdqXh8Axy9lumB6GoS4/hsfRfv/KXX9N5LRP/ieUq+ZU9ouBRoto0VQmh7rv/5/SHAs+pc/XUx/wWr/YJ8RDl4QoKfA/4k1oIjwhz/KO4y1/t9Wfj7Qn8AxDs7yoTvYzDz7RSUN9kcMGMU03yj7Ju2FFkK9Eh1RZZ5uL48+w3ocfZ256m/CdHny4ugOPmA51e/vlbPvjHhj3Wm/at5P054vakaEsWWM8T3KUQGOWLjW2A0mLu4PJrjx0EAkKzKP9660FtG2hTVeQYBH+9WGHIiLXCfW1OCDSMBmh/QSgiYAM4YJpYGy+AShLwKkKDNNc+gyBC0Fw0W0yOwh8iz2tEMkLDbHr4UtcH3u0UsXQX4WgABD+pFA88Rf+6LjeIxjdjx8V7GTUb4jWEaGw171lIiMEa40X8LXfDve/pL1kyh3d2/h8Nhu6hH4iAepQok9yO1UZ7DxV7GtZA5eVBEHzjfz7gT1k1T5vpcAn/gV4SWh5CjHDTOEuevI1Q/jxc+Xn6icVbkV8UGmU47zN8GOle4qJms4Mqs5gYX5S0uLhcKsUGIDWUrZZMktsDHkK5flgOgHEbXUgKQCZEHXgmq1VCC28yfHH957MvN3BaZz5jT9vnNCXEADGTVPz5rT3fOLEjZO5NNaZTAmQFjMOBClhbf7f789+K7mwdYxNEkVh1PTQDLe4mEVcqDgJ2SoGi9fGGo+ajLS2iAoYIE0Vguhv9/q/oEXQk561MNGbACO6rESuZpgcRZ73vhdQ4GIl5D+hfUngiYM00aQB6PkEcSRDKnAbEiQgBbuXYcSJUuFMxgWuiYl87GlDI37OpgoCtQid8Z2/uSAB/jyKZJPB5oAOIxWCStcGv483Sx8Qvkx/EBFK2hJPBni+m6J2urnx0y3begyb+1jTDaQYg194mPcTjlP8AH1p49xwH+bt/zZ5NcE08l/BLP5o8L90YDVLaotcDqX9Te6YjQCZCG3s9y6F/Hq4mIKB5GHFs0BSzYTMo7iNWuQA2SfXsp+XI8XwBpZqnmUA+cNMaAykUYkzk1d59VQxHb+5IAHuPXj/slBp62ZwUiAmuzt8wJvwfx3FZNv4hYAtmOJdv/qg/9TglyWFCBQccVo/dlgY81+Un2dpoe76e4O/7o8QmLdZJ11ZSySAvnyA6sd81ZDYNxbGzidzdqxx1aILsqlnf1lhO21HVtD6E92oMFEITRuInuIgYJGJIRs163CeUlACiMLISvTTZ9hLAmgTHiUcvLYLFP8N0m2QEREdMo0MhXb+ZMDHuDHvwPgu0MmwONdUykf8IYpYG2vKBOcaO8krAgLCJ77LugDORH/KLglXYVMIIHNFgXMi1vwgJ1zKg58rRYdyf3hHgPI3HneP/JTbtsEuFTrxX8cYA1y9MUjHecXZr6cweI2TvqHOz/YvNhPCavn6ZqHxo7+fHmHw4jj6zix9hGgCDOOAhfBg46gEOEp1agvtMFeqUqxoJboiDW0mGCp1n6AydQHK/YqwcSxBmWG5OKpi+084xNCl3Ev8xowDTGO9CSAy9FIyAPLI1uUAEtBM3ES4PHuiGUBsaZvwatN663gU7ASrnntQhI/uGYqCeJfbv7GiIgs2cKyo5wTP46XlQSWByIl1LrhqB2swxgjJoGdviwRtbaRe1mJJTQI2AjvTaX2j6daW0DVLb4GIokFTCgO+R+pjPOfCJXFTkiDWqET7RjS5VPZQbUGM11UBYZSyd1UM0PJ2M4zPiN0XONoFS/p7SCiwH4FcbAjWGn/jE6DSky02WC3E6fX32AYJ/AxraxAAsRGYAs1fYUmHml7Bvtc39xSdV83bYv9RH/y9UJTQWJcnSrGSh64vjrSddhDzuvE+L2BQ0bp+DADpwgwyW27CFrVQRAp/M93cc3rTbDr+yLEFggmrqCvY8is9K/wzxpMp5gILoKqajsaVyVYrExjW3KxEGplZSBo7U4YIcd2nvEZoeM87SD8H5qwBII+YYrSry1Brwq+gsG1rNGYOz7iFTGvMqr3gfwXpzaxBQ+Pt6QmuLNgA43TM08FtiuxpLrLcYPEfo+o0h4pXgLZ/fOWBngVdAnfMJ+hEcoImsrK5Lu5fqcYEA0cy2yP0m1eRMZRUNuldGw9RTuK28W3YbJYweyRjJgp/IcXR5mIWFkpBot2L45CKruwCElqubbEgimzA61jxLJM6onYzjM+IzzdieM1D9tJp78zAd9EhcgDVKxJjPU7TwLr6yC90iLjHXilZ/EOgACf0FN2FpM+zmKJNh/WVsa5tTYcDdTwQRIQ5vH+3fOOmMhmY3wHNZjvq+tZb/RGvHtautyQMgz6Asc/Cde/bZc7fgC7xZGIJJq5zm+RvAlbbW8BFLGmJGo6q0hYcAzAMo5TqmIg2j6O3i5LlrWI6dQRNxHSABRvmRGCdft6YzvP+IyQd5EHe5iMTG2Gm6HY9s8n8Mcjus7kWHHIfrxbnKCPVYR/9VmRnSQwj+eVW7psYKjmfenLRmI/s8gMt5Z8oaJfxZknN3GWf4jhcw204+iOnmMd034Rw/sj+Wz47gcqh7QCipWCHajSOrhBgHy3N0i2ESBiHAKb/uxQuSUgOLwWyRPAyHFmkCGE88UgrtJ/K81/NuECLRCZSKpdEldvJ9vNpDPYrPhQyRqWvR7BvNjOMz4laEBpKrEMB4FGfU174fms8fl74qlwGSfBg13G0wMNnFyG+O0YWvrAdhtiw/LUnB5rs4rgWNyCITB15c19vsmZJ/1Y9uX39s8PfOXMNWtk85hn42+6GyfHjfK48rZTFox3dYwBj14ErhXaKhKkP9bj/nJ9RFa1Yak4so7A6dwEeaIyyosum2glS7CChEpZA7bV1FbmYhr/Khw1MrmQRjgrQuPn5FkuzgT4qSETiINdch7uxHz1sMfc7OHxpTfBwdxGw1qa3wZPvc48AihMml7W+VBiXQJbIW4SR5HbEro0Asajh8gzfnD8+JdO4ZHTfwk4VHdfUVzEGc3v70CIy2vnOegcyxjPNa2tRjpwhAAXBDqucQdOjxOOgFQXeq2rxRXqGrpMCf818yRMJI2NSBlCcIjJbh2iiCMzDZuQxNDqHWlCZWsxwA0YEfc5dUhYZKWBc1l3G7GdZ3xK6EO1ZhYd8zSAeuzOd3RuNkzgZjB0uoshAovLwGKNDYPYUG1jaCxiY7vhj4EIEDxFcgJNNSYU6L3Bl3u4uyP1TY/5BmV+2fcFzPD94jLxvV4/o+ssbPJ23BYPIt1r0xI/X854wBEGXDl3wpLMakqTcg8nRzVandoKDq/aX6pu8ZUARZBNMnABB4ok0xmpsEuKKhpLIatniVJPU9dMlOwSJ3FKlEAvzmg5DT3pvBKa89caiO0841Nippsx+6WXOHDlOAwHMA3z4cV3ocNYCxPBkkICZE0rmhrM9mTrkdnLQGoJNJxn9D8eOUMleJECFPhVf/D94BRjunt4uj88XfD/LRDTxPk+/HLcwcUGBT76PdLlPKBJ7AlLjdb41d+G4eJxw+arEJb8p/f3eGa7uwUto30X6Dtsmh/i5Mf4hPcLQO3Nzm4AFBGcBHSJMJFkbI8rA0oiVqb5zVCey7RkF0pwfQSuFFE0IQVBofKwYEWUQeTssvoCleIitvOMzwmanA9XUMlq4sQzQPBWlrduFLT7RnQ3jO0JdiyZoC0JkQ7oyz5Fd2wFoXdUq2TG9/gGXeBSfp6A/sfZPmK/+ijH2/DUtoIEqKm0vkr8DAp8xLoi7+KawwgaFBMee50sv5a+xtZLb2Y+0Ddgf/+kPXO4Rg84GYh1t93F7gXzvWqcUW27l8dhmsgwiifAXPpYIp9WL6iIUW8g4xGhbcVYnTW5CBVhtTw7a7m0oxepzRB57Ehs5xmfE3uQng/b2zX/QUMP8O6hfCNnCRkGat7KQGmrqNSKk/oCoVljfW5vQGT2JiP+/iAdaa77Ju/nTSDD8A6YhzjjN9/SHczB4jjOV3wJwhH3j0ALIRVsFMc+WpIYvFjuGF7Pcflgu7az6q4sONoXAbmnCwwwWQBbfhTZxI5fdf8kS2zLjiij9ii42dBmW4yAoDFnhuQFVa0YYKF1MfQtG2Ce81nPXVR+bOcZnxO7eDE6psHPq5erz1+niz2fYV1TYwI2hQDeu7SfAmvk27K6CfEFKEZoEsdaHBCFeiTJcSi/I3yybv3wxseBr9bh3Pe6z6IPmgqLrG4w7Br7k18T2CKptWqLJ2cyIGg+zyPUTyII6EpIFade0dhyTnR4gHmih2S6YDlnJxoDhVJLLlq1NTb0Si98zDqRDjC/1GYFJlUuatsXXARnJGI7z/ikwBF+D/djBoHtF5au21lmOIB6FXIol7AHiBkXTzvJdPXMa7g0MDA9YUYwvY0jPqCVkTWUQGMnmvs4YFtOOL8fgL3vpVnw1cwpKTkQo04n7PR7DzYYcP2DpRfaLHE1PfAF/nndxm/4Llh1zDiyL6GUfjPzKEQSC+5hkgwS5OLUIljphZNCY8KkK6vRYskJDcFbVmJGm7lcsLwLuG5JNrFT9AJBjtFGbOcZnxS8DAI7h52Vs0/CXtc+6CIo3rQFgAyoPFIfT5ph+cCLx8qdZ55mMqR4B1BRdbGgw/lMC1RzIt8fGbM8TM6Al4PD/THdckThHi4zl+gPdwTmu4Vik8l4V3fd6XN/Y7e005HbDF/elW/4fRJhRBi8qVgwDrIqEG2pBPNMbWtCcj1ltCzqTHISlshVKadx5qh25BIKQ78RnBNCbOcZnxXTDd8xB0vjcVsQNsP3udsMjjEgoCzRH98EBfH6wY/DwVZuxFaEir4aKL6yI/Ifovc09xkxw/t7eOTDJisKA+ZLXYMBS4XiKLTzKhb+ur79t4LIFZPgSGIvRowsDi9/ybYG+djYU/l2z9wsIQRjVCShMA42CrYRJ+E/Ugkn8yrFkcxAz2oZDG50hPVYmnmDa1nUmQXSWaVlbOcZnxW3Pmj58KjuCjTawY/ZcVqGNFtel+xN9qQpm3R+hRKNZZ6f4QXif131iCkNYAn/m/4Q3Crrvlz9E2DebXeTI3Y9zfTzjrAcfkhIjpE6jhz0xOIumC3vnSu/e3woO2AQOSmYt6/+t9eGVUhjNZab9bZhnogzcJIcRB6mkxAXaG6c5JJwUz2ZmZlu/IVy1FoflQgqFif3hIwNpUKFiMWzSmuLQmznGZ8VzyAtRDSSQ6OoblHMjQN+njhHWtMYMlQDZsx3SfmZ1oMe7aIlzbO+J3eztgqqQ1whMjLfsfkvWpXmB8Ar+sqfjq0yN3t5gNuZFQuKG1LYM6vqes0/M3pOOQPIHiN/+rp5V7c2ZzgK5vXHiVdrPIagCTJHsEnQh3wtM0pEW6REFHkswKgQW83OWNmduCwQEUWJptcyu8qlK7X/RG8rtvOMTwuyF0J1Gjr/IQuZcY/GMzyLrSMbxsKXJ9hXybsGp4drLGlLiXVdKo+jVXCkWw4doj1mnGrgcyD6ehLT37f8PLDQ5d2jTgR+rVy1gZHkamL9PSN+vdNCbbPJiPkujIv7h+2v+MEDXPAfSFpxCa8GyaJxR9IGGalj4LACFVXJRo0VUc0ZarEXqEWrbNgfhb6FAKWg1N7Fnt3Kq5xVZwL89OClRnhsxRgq/xUChPQ82FmCZ4sYAawb1jXBH3x6bldBaDdLDBZYUfoSsWwu/nd+d+kJnMz8jXGirzc7DDvP/mGwLr15HRzU3bSfbmd+epnv6T99M0w/i1j9Qe+aAihabulYnOgVXGThVTas7j3nfU84gCL1RgRNDDwiIJ1eFANop0hOGcFIQhSJ4Jhsxoj/rWZrT1qLPegfiJZZ1uWlyAL4j/qmX4pRw1BebOcZnxcTH2B96i5gtRmYCG3BpsAjP62iWkFwHglQgIxS0yNPLxoiwaXhvIBmfuyAUmjAIUFlKzaiVfr9gU0PqQK0wceMJ51X4AXZxcvC9ODGAT6gnppBGn7bCQ4cdloVuwzwcyVuQbPb0rEU2QtPjacHazYwdhXr0Ep4Bhn12FBv9yWYJ+RPhRfnYH1BT1HCP4vbD8OCweSjZeEhlSjIdNMnCRpZkw2WUBctKmUBpCC0kNmxnWd8Xoiani+u46AebAaijCGSgAwIuu4IpKswkwK/8uEpmgScFlqsQPorxvYKqPDIYFhfhl3L2G7U2jeu8jfGDhNHTHwfHnmDnp2oNqKAL9xiaIsjpslwMtgSZbfV37JaGEX2sQ5TWC+ojx8ZXCdqnbj7cEHVmACgPJXhBW53cBsiCfGFFg1O1dN+TqckSC4KZ5ewIMh02ByFykTVXMJQLlA0FqNsS2ckqK3Iju084xODZvCUc+CB/3gsP8FZqN8CgdVwCtossVVAA/ye0GGn+RrMIt4dQJlwKeJNvhmKRmmRXxpfV2+2tdvpEZRIfRCGy7mdhd8HcB6vcNyZAPndjU4rGFORiQmwrEdfIMZ4ru+aYdmQ2kXgYV8i0RsKAmx3R/d18PETopZeoPdTYH8QWfu2F0O0iyCiD1NGEIcXhkvI5ZOURQJOVk3BUh0kiAXbMrY0nXmV2zW1GGRpcsGw4M/YzjM+MchH+NMBDzOpxgUDuuEx3R0EFiG1YDYm65rbu6BYeAdbOMQbTtAUDNyv+0SFhdmcAhp00D8RSbTh0JElBqjsxxNgnVtG/H7s+YjN3vdAP2OkCnU0LhMBFhIToAFfrretUVbE9eIsmxlI02OYTXdmz4+P8DHII1g4gOyO2gv92z79AopYz0HJIaa6HvTfI0IZWLgKFSKfCClHIlOChCRShEZaTdPghuM/SjKUFrFoDQSYbVVs5xmfGCQK/uHIxdFcj1/du8L/wRpklnxkFTnTXX9hchTi5eCneC30zb1envzwONgr5Jo8iVJWRqZ/X4d8oZmtyy7fiKFBDtk3QMSxj7fN3j0WfurO13yNbdhgItZFqcX6kyqjev9wJoovysZOzqZbblI8amw4mYGoHGDjjKV1pXFdJ0GOIJYO14JQhGBKkg2Kh7yoZlVBJJ0tf43/C8KyuquyN0F3vY1epIvIldwo1ynmYBHbecZnBo7/+eKGbkC3PUGGof/xmEax6ZpPEbB8+wRSTpT38E/4LR2n6Ij9fflKrTG1BHJZoBcKBWysuR/dCnux3xKvW+spkuSLofHbwAJwmitbhRRUNu6ShN9MPVwUuXFN+4+H/GGCI7jdAhBramcA26r7cfCiGx2r867x3xtQ6EJUQiQV2csyGYm6qFMQWDplwXkMhYrSz4sC9s26Iqgu4VRRGH39gAoo6crO6fmAEtbEdp7xmYFj/PmJywX/UYUFpW6UxHwNBnzgvAoW3rKaqejM38PXNIZnXRAZW34ZKo9Fq8e2bFxqN7Ja9m+PV6z6FH2QwACSzy2cZiuDTwLTvLspA7wAxx/o5c2dKv/UziKeGvhw9/MFh60oajnnAh78iU0gxMH33CNR5U1oTIGFg2GhJYmecEFTT8pKLBCEaqZsFBaUNZRfMqETLYy6aDb1KTFz4VkCsZ1nfGroDN2a/2zisr/rsJGAbE9We1Pss0kyTKRsEmwbZU/bUcGyINNsSbw3ehgq+uqG34n3z3XJHsfqzld81/7fNSzwBV1sNw6Th3D4XtwI7Yfu4fmcIdp4ni7vnXts9UKQpMt06oUrGaIe4rF4DMpmO7Fzxh30EkQSA22kS9V0JBYFEI+dwgFBR4Dz1qH990hw7uDdeRVO94ajGATrKKuM9IIdS8HKbCa284xPDd2mDHNZHutiNCmfx8cCYBYxe7PDYRQprNK2sLtffyruJMLs8B+V2E60xaArsG9o79vxvpVxO7ZqmqbIVLoR+kp3wVDfHEEBQ8uNvq2XoNaY+QYKvdFZDQAPX2/RDtnv+Ik8wdevood9Ot1OX/hK0svbrp2ivvL/LTBhcCnCEI9QEilRoUxDctf3EBUgdtYaCCliSViobC8AsJVWoqQjjDrLXqCVUDpCGBo+E+APAXuAo/URUli7yPOXbSkVYiumMs83U3s6gIwVpV+HanUU8M9IzkUxscjS//dDrPxd2GYP3iHE8385JNODT5Euf4Hit6X8xBwBCJUnGXg+Ak3z/hreL/Nyr9U7d7Gs+9B3FXfEy80A2jH59waIJDrxAEUkxDBtfqoFGcYsM3IN4HIlhHcXkQk25Mh1AKIxpVvDFEzNTgshqxBlCCWbha2hMrbzjM8NHuY47BfH+rNNQ/LSDkiA8hnCcLgcLfV+SM13L39bKYByMjuHRnlJf4yhl5b5KvM98eErAF3xGRDMgJ1EgtePVlde9c0q4BVUhhETo/LGI5Hrq2470qsG1XjddYULX8l/uWMsvgUj74gymihHzSohMjN7GfRPRIsN5ldxX0OWDbgFh2U6VJkyl0Y3KCvNKOg0UgDXGNt5xqfGfEXnYXWua6d5b5hGRHGA20huL+8H17DKo1Eh78jD9VtYml1aFeOQ32ho34bXkMAbMD/e8WNUoEAlQVgYmo1HL5KILvleiVeAV4ZJrPh7XY85BdZQD+759GsI4r9XtIR90cIbd4y4onhcnUIGkFpYZjPTcBYLrkKDkqlzbGdtIEdnV6DQSldgIhTUWiS1jO0841ODp/84g1p6IEqHBchJAXSAp5MwP/Bsk0X8L/yOYoa7i8vpa8ivA+qyOllZphURV+Alc1qhHwq8KI7ldKfHbekAbnySD0jV4a48iXMK8Pz0teKHiR9nng8vjcsBLibLDOuep863r+E/7ZYWuGfeADFFkEZ6UI5KwMKFxFOp7fNXBGXYORNYMlhNnNRLWV2KUnK2eE45+F81Hwr8966aloFeOpBSbOcZnxskQN7CPx7uPvrjJok0BR7hxVqHl28OjgTQkmyar4d5DWofUrZZaRk2xkU8jVYr/BCgB+gpK1Mgrf1uOXJC022Q4yZ4bvGOb1l45KsT/o7/X0GE+7k+yliBOTZ268C96Fa7sROpl1eMowP7ooU3ImiiI5nLxGKy0j8ZRRTjnEAU7dw38FYLRjhyXVUzA5l2nOvKgqMn6JUW/8/watgrJGI7z/jcoANIOhmPdxtgGoFTPMbr+XW9Oy6xdGPKJHj3DHN8hT0RKIWwS39UlJdBNhaRy31OnNpUeoD8GNLfOTxinE2G66M3nkw4Cl0K+XrHJVJ8i9Y8X+uMoD9qvJ7Q6n239dQjSvHZxjcM6/2wg7xjXg/yBYnipYBFAuKS5VLf5IZgsMaPrQiajLxYf7QphXKcbtoeD+q2rEoipNjOMz43LkVvOOyHI99mdx+6NNLDdTVX2FQ5eRWtNDSDg13cftV5/9eyYBiUCzuRgXotmZn/b8WbrPytINUcb573PU/86DCHS6ft1mWh6bR3v/1tztVjt2gL01/6l6EQ7g9xhUTAWvd8D7+yyIltLYDLXR/mV7/U4ID9wLZy37wR5AjRTbDRCXSG6SwTCEXk2QNbBC5S6pE9umHdvWxDtme1idN1XCrqW++iLg3Edp7xubGTH8dT8aEQwjRSF8lxtsYrwd2BWT1BWiwXLiA/Am68xIJhTCoVZ/96ALxc9PdNOElR34yTrZNmMGYuIvlySTikJX5tNLDBkAB+BMbxtrtX57AjsEZ9cpPvp6APeskdUQrfuz6Uy/14Cjv+GGmHtN3zapgnIiyIqyQbgmugGrxAKZy1jTZzZqP2B7UQ3IZDpLn0+rUcW3fJIMnkVYcBrBPbecYnB4wQFAWh2o6Z7pBXb50M/ksLEeU1J5DWNFhf3slBzJguP97FK7K42LZTu2YLW3IyAwvg3wW2W3kJpJ/31XwN3tA66IhvUFyUvscPR/keZrvUNCBopwNj+vjweHd5+s5p+4T2CumL0mWcLukV6pZq4IXOj5l+M2SQ4KJDL8JMscJAZkyQZhrlkWhMNqXcSER00/SfIf8ZET2ZGiJqbSDKusmCsXTvRM6oYzvP+OTwTAhHdj24w+rSEZFVNP8vDvV8nDQseGWoS8uW3T2A/uhr/HrM0KCWXxE9YjKDV6wFEPUjegteT1HvwesbBweB7DAqke4oQ3ezcq2FHIUA2pinW+yRdVub4P2I+2m+uuX9M/IKvVteIsAFvKfarnkTRBo1DI5dJhGLXwZEke7SAaUYVfzvqijkqKkhQNNX63jRDSwClELLNWcy/ERh6Gts5xmfHfPEh0fh7+mRKiGtoBkD7Gplp5kOC+ZiNINlBZa8JAvK4PrbBBdAiZajBm1j3c2IS8BcHmniNL4n/b0FD3d3HPK6vYE6cnpz/hIahw5wGSNUWzW1hXvuBHBdu0J8f7BD+PA2B9D/LbwNQRMDZ2wjWGfNNw01j9lRpOmS7Lig0gsG/QeKOPYLjWTmoI6YEotQ0cKZAH8Y6KYxHtpz+zpmmkEzRHpvISbm/v5AOYHVdDiNG0oInC7L2NGaLgRsWCs0Mk7U9GsKqWEz+sdCPOiCnx+nOwnO8XnS5efLF1cnQuigC1vfM5tOOBz2jdJLcF+SAedyvQMe4S1nxccJcFOv/RHhrQBFpLOVxBVuX0+aVBImHypaPkPlpIbqukXBWAgjj0U/JC9C8CcXhTalA3rFHhtIxXae8fnBgxv/8y4tIs2gnYvfeFihmNr9YY8pWDGRsIfBrmFzN3ybVij1pZ8lBTKFVZUXeropz4nTOtPgVFrLz4kXera7e8hfiMXPy8hiXxdzYI6DEOmLOS596PnFlwgQZDnB99ZbbZsHOO/pAWLYj/PfOiN+irw3YkPegCVlbEJFsBhJcSQw6FpeJ7PBIxPIlGJLKiIr+C1AvltA2VEmMh2pNUlulDFDUDgQ23nG5wcPbv3nUZ5CO+rnq9XdEd2/oxtDu3KKsG3A1WgNxHuWDldTM9H5QddDItUxX96CbdUA/tmUV2SbzwvDVknZVvLpcJKeb+7iTTDA8/BTcDXU8pujG7TFhsehPb+hgTjtApJp2R53TV8jE/FrNKy5gGvbgndG7o+3oFFGIY5FUjwCYYRZqwUhKChgWsO/1VleUJwJS8rlCovI0HkN/1724IUERhTGTpwJ8MeCWCx9gjzaM6ZvYKljqeFH4RpsETAzxRe7dHF4wbGbKLSLdxYr4TcxSG5eBiKZvMCEi1K37trnwEvO6W56uAsRKHy0OJE3Upq3OCBF+w1xeig9QD9IXo8IMEpKwzMSw1pHxLoGxE9T7KA3I2jiNERClRvNU0bkldwe9F+ShpUmKkY9R1gkpcAqKY2Fa8rkF2V7OBPgjwQc3fLw8jBPFyTS83RY3+fX7TKcw3m/vgfj8pa2AVtrDc6XpSbE+rbAZtSUI7ah2cSkC040VGPDOD8F0K1TPZunO78SwehEtrySMSRjiw2eFO3VPA7HeIw7gfynBPxAcGC/BLO/ztUfq73WY90OdYe8HuaMJbktQiwGjPkNprVtqG0V74uUiz/ZxeiK0WQLmVSLLEhsrD2284wfBDzC8zBPI9KnkWAjiFYWsDaJfVyMrNANt/0Z+2t96acU4+WQlpJRy5ykoui8tLIgv3Y7oGtsGOdvghfX+0I+yD8kAsMUI3GoaqB+/iM2OIDR6PwXvt/oMAbSBY81oOf4jdvP+f0Q1IkC4zYpT8KgDsRecXgzRBpr+qDYk87HkmGYyhqNhCIUNgu5r6QIFEsiV1hVBlvoIpBdY6o3rdZ60JrPBPgjAce3DvY40PN410cTPWmSeYVaaLx1fxET54mflq1FAJ5sbyX1FiaWKBq/H8WwVY+rYSqtzHbmXC3Zmqv8HihbcQQnC/BdMCEiQcTFn6euFma9OsZQuQ7wX/fM45UT6zdPkFsVZ4+Rup25t2Ls4eFbVJsLULE1xLlXYre8FaaOkTlKaD6YFp0SI7+4aBE1tLLO4FKFqUe1JjNSoodBRSnKKW8oHAuCHBvoEhDbecaPANiMDvE4ztvxTsIKq1naQDN/PhMqsESzsQBfgVw0tDQmi4nPf18woCWFtK4eK9dFFPUavz2+cb28GTm3XM9nzPTTwGflQTijv1BWxeb58OR4HO5obLEH2Kg1bZxv4JHrlpnMQKSW+El5aYwmj2rD+yT3zNsBirAbNrBGotELYc5poVRAyqj5LVhfKlgHlMzEshvMxL/L2KcrcOnIV57l8DgZxXae8UMAtuRIaMf7/PTc7InmU64FbzyhoHOA1eGjjQ2fBOEzXmynztOuuw9oq64I3nPopjYWeju+tf6HQDcfW0xC0+it2KY8DudyBDlzGOskwHEO3MoUruQKrpjhkoomfkt965PySq/3tXdN7pl3gKTReWPpXymCzhkN5J1WSi6aRDthJiXBIvKUmxWEcNicbFkKGQ+rbKmaqxB6AmKuvWljO8/4ITA/VQZMK6CNNIOY55t6pA9mZoSq8xnqj0YqU6M1VSstk2TZn8lYAo3LS1kZ/kNdFm/G+2p9PHY8PeBxIPF40DFeD2VqLDy3NEs90U9DhP86tP3h67LLbtv9m8OA43/PNftHTBdDtA/YLjUByjU9oO8SRm/HwBoJpelukUYKwUBuvJOo2Zm1CAsqC2Usct2lD0V02ajRyG7Z3/T4KGWIxJkAfyzMfr+In7vKpwxgjeXmlm6GXCwe8yDSep5/pXCYpz0rp/myPK3Mj8CllfKE1ST3o4FypB2FkSExrLPWeSPC4f3e6O7zNvRmCG6TOS10mBqP1XaF0iraL43QPt+Xu6H89gxUiYKRNbOKs9QW2qT8OmivDDvkTQie2AyJVBRVLRI+W2Wlgc1aMfJUJBznIkNn16ZhiYqNEogkDzzbehvbecaPgSlYTxawYUJAfXYKWSF0HJ6uQrq4rq5fFj1wLWjFSXkf/Po2C+Q8mWaNpWTblpZchKkxL//fi2+p+ya8yCfNB+zUo1e0tHo+OdiYTql0Akf+6yvTAPOT9O23a64XksF42DVXvPHz/oF5Vj6gNL+R+kpgd8SuiR3zVpglDLFNoRwSTD3tpiwqpVeiZpNzIpeh+IpORynErt3pLeOCpiptsalVWSgLB3LhkOrYzjN+EFyaF7wIO3geXjBXZmL4Z4LnjKQIFIucyvclfFshvxGMAkmAimTflB9FlzxjqIsm8tBsW1qmmbGh/P8mfHMDI7wZ74BejzNU1asTc+Ia5wbhwPmpYa3IpDj+OAG9B6sTD0NB5/k9hNdz7NTnBZuuseS5tm/eieSMtfMVXAMh8vDPZVBQ0JfKRT5FR1tohbiM4gNjbofSphitBa6V/1GKkMDi/A9tbOcZPwj4jnRA7xpOW4IlFdspMzGaERdDfrFBGll5jYkf+kfLqhTNsAUbOOQHvyKG3s/DY1p7WllEXHZ8yyz2/TW3EVvxHsD7fRzPJpCfgr9mT43BZ+0NgaFY81+hOYxjyVucKZwup0s437c6/XfIkrt2QfoIFitj2jvmvSQIitgkLZINKKRxS3P1rFQiCDEyInZmhKAs82tmO8ZaUx7RuyNJDUSoYLKo2tcye/AitvOMHwTz3u/D4pEeRzuMYzjuw3cTbPC0xHL8JwvswZyH+bm5j/5Q8C5u8c1mbpEtW5aO38sFQAfTnXqiyx/h//Wgwqw9IFr53ZCb0fHq/lzzux3YsIaJW2/WUrMEeCram+dn/Wqs+C/XiJzhc1VDgrlXqho+5mX8SkFv4bXgyrxH3okFaSg0thKsNTx3FWoZyKpjRtwkVBVSnRIDrMcwenc1BEyYCrV/S5ruoBLp2M4zfhSEC0g7si2RqCQk6g1qyhTKiUHPgWWuymivdYmHG+JCZdra5Xxxw4JKHG7JfeZAWGV/OyFtzKbWra10y13NVn4nrFbPV6uE+BJuxxeD3Vuev/IFOw2NAFM5rd5dz1ENYuzNDe7fPT+ZCX7kZajYIZlNAjzUPbnAkuhQre2QZd7rYLJINAIxlXVu6TzjOMXieTUwu/JZysTIrVYX1kqxqSS4umq2AkUXULKpRdXMju0840dBfvEIS1sb04vPKiZ1ZRHZotIGEzTWAPgtGvWl39nnBVsrtlnLgF+XTwq0dWHRHwNhkN1dRo1WD4JW9pmgCw0hv4RZn7CMBH8rdnqfIj9h1MAxdb5OvF4/9DOsiekZ6/TMdo6rURh+CwLpj7868vr22rHopnewd9q4s0+BnYl98k6YJjqfOAiIySKNs5AIMcmlFQVAPk29iVhHE8KTy8SpENhQAa3dBUIX23nGj4JDGCGWEpy0LtHtKXJHs6ErQyuTmkCJaS8rUXkZsfXCYJ+0X0OPB3fbsqE5oIrMOFtI4ZPxH3tZ3OUXwO+GejwB3ZoiUJno+URz3Aq4yuYUelyHYtlEDLkiaOLk4v6hUOyrEPvDi3dAJFH5gyzWFMEt8S+tY10CEeNRVU4QBgkyUNvIjsFYC4FoLVGS1Yc0nGYHpFY8EKvUXMR2nvHDIO2FBMaUEv1KhtAYS2eq6GPQbtIIgp3UgmDKUsSanALzvP5XyAJdm4gTcALzNhA+ZDeeBGRrfL+CsgND4rNg+Gjyi+BjwXkb8yV+ULSlGhQPIwBJSgI/KiEldE91yMTqZnM2pR+qbEa7A4s4OTFN11jJiTnwGu5kRm8GeQIAVQxcxUQyUCRTtERRS8V9EcsFVAk5WSQp06ohJNm1gHVjOZQWss2q691rutjOM34YwIoUzxcHMFgY8MKPaclrvUmfBlUMfQZ7yfQStihdEKa1cSLMGVwnB855g/xQmLfBEA/3sKvdxb2Ni0v8O/B1qay9PAP22VBG5RUor4TIWIPYGbA4lGX4BBXT+DbM093ldNtOo6KA7vsDympcwxdgPN+m9Hqo4rsBojAZdQ4JkHcGbrFolbVlSWcs5PDL1qFz1gqdt5bI4p2Sh/YbmqYF03Zs5xk/DmhHxHw/xxQXsqOGbkBPkUVWsnBFAqNZ2GaB5zA7+kOwLzUK9RTnqCCRAZFrPrvhZRBqku7ctrzATD9fkgCl+Ikw/T3HPgfYo4ixYGSOCwy+nnI8rFYIqIbycW4CJa5zvFoptOG7o92uVvP6U4Ad794RIg+jMUf6e4muLTnhl3XmcqkUO1oJFTBRuqwnq/wfQ9fE+mJd1GX1QHJ01xjmSCK284wfCOkCHmBWkiA3N8JIPT/wEWJANup6tlngSbcVEiC5q7RUtY6F3pU1vCxBUzm9Jm/HLzR168qZ8PsN7rPC1M/tltAJMO4BFDUxDjUUIQG3GMLYQXUYZ376POXhbGSry1eiSvDLt7QWpX8rgCLIHzEl7fSy5BwnDSpDhKCU05Wd1rzWYNHNVn3TAaWpKJEFFSMbsVWuRM04ffYitvOMHwj7eCYX5tasYWkWYUKMGhlRiCoyIz+rsHi3SOM6aGnvALLrC1EJfqgWbUddnwO0B4h/C787wPMhfTuwQTxPQFfYPw19yJikxgyYw9T5j9TWO1KG+uaaY2tRo9lw0xJTY1RdB56+1l31anzD7iBPEOSK5I2MgvpS6XwsqBbfRIaKKZOhx0FNAstbjf9OjkQkVif/MrNFqc5Y/XAiKRjIlYYitvOMHwj5YECxQr/jquMp3IlqVgBct6jCjHhhCSHdjWI/5Brsd5n3sR26zyNMsN4w/vhMJ5f5j8U3GN2HoA/NhyA2RzcDAhiYXIHGAOBVHyylzvO0ZL8ccaOP4nzLTEn7xQMevksGIK2mCIFPY0fyt4KZorFHMlXySOSRClsZ65yssiDSVN2W1UJoK0xcXtcCuU7VLeuPWOqmFJoqMtSX2M4zfiSE4VTbWhkGFfDcnAjAnrDUJQ9l2HIFJvnswvPFLayMbqAMnepAe8xLmHxBgGV49ViE1+Ogi98bQ4+/BbzQrVNvV3waGqiDQ1HgLFa/E7s5ru8u2A/oV9ZVhD81sTcLWhr7Ie8k5NPA2WB9rOc7Q8xBpAdG5oiYYnKTCIVhk6zSESMsRcINuI74iPGiTE2Xe1gcRXWJLSfyBSlLJSHWRF1s5xk/FB4fbDjXvnMZWNm6XMDRbbst5ijz5dk/2650kOM7wFOcUxyqD8bMN3XSJLNy8l+Lfm985AT4wpe7AT4Pwk3WIlcgmSA9cZQYO7VE7pDcFfN8tbpZpv/U8HJ9W4sbdtMbA7xe14dANBFnABPJVCIQhciWPnVWJ29GroQG57TguDXOGscIFRmtgkIsWFwtcJE5HV3rfgGxnWf8UKAhwBKmPSZe8VTBygBkaoXBMG1jyZvZJ/SVo2eBn3gukCcE1ep0BfvTaxHQYjl5BVSDvg0Dp92HqvHfz4tnfR1Km07k2yDyVAJ/lEBx88TZ7TB0DR72yzhDcY/xzkY62k7jHmnDS0GfLtCaVjiyvm8lxuYtBW+0RIqBtZc1QplRjWGD25gr7opsKSIORai5qhFSKI9SpiKKoNWFtiO284wfC9Mj38bJD2HK6KBZHeg0o+IBttPzYT2aWsmYADp+j3dxl5meQRWPHfIemkAxsktyAZMfR3jjuj4lQH1yAS89bO2O5H4hiZQ1XPUYoVK5V+b9w36Dtxq9YZeR7iK14+WXm2m6x09VqAq2CHej2JtBjjCBEOYnJvifLCVqiRJNEf9RIvIWnNcyo0hEBYvkiLH5sahSyq+rpDaI2uFMgD8obqcH25IO8hnM1akuAS8jTAXLbiCpc835ls+0kfrk9FGrlsCAfIhk0Sq0sD9KsP7pYfH8yevBaVz0o2Gt+SB84GQYBPjIhzHshq1edEDM+/5xpIK4eW9/1X6J6N5hufG0cPqEZtr2C4PkPfaj/PUV1Nh3ADmC6LSRKKLlmk0h/4M2W3BTymkoLNVK2s+jXIguQ8s05E6WbKkiUmATShdopbGdZ/xYgCfwSDtIY4gJ6QBYRL5/HbkWiLAo2BOshuy3b2cSCVOplrv27fUAtDR8SFjbcOfaW4D6bGVhxyvFB+ED20VLegIwCXCr3fUDcAI/jg7QPZSQ+2v9w5WUyBf1D+vgjemHv/MrI6tn4dCj5RdKAt+66eQIc0iDCUyEk9RSgLQUXaniG6CelZNbk+YCknpyIEnpXYCrUw6TrYj5McoMgKaGMwH+oJhhiBeHi/uLS30khDZAmxqOd97iJ2FFjipM0ML6uSwh36Ylg8K8a8DBNdjCBagztG+HWln0dpH+KLDdLVftHWBTvE0yx22jv8jbIkDQnxgw9gRvmQmfcHUOMBUsSaZ1ikAOrx1vbA33Zv0scVl+I8waQFIGSaMjGUf3/CFEZB2lSFCfRMdQyazBZbOo0ivfr67AYMoaZ/USWjLVW3FGXXts5xk/Gq4wCYYncLiYwh+gvcAQus9Gq2AC2mILMFtRH8/WR3r0KNLk7BYuOc7Ozz1dQ7QRyreCrg0vHETS+D70p+37qJbZFK+C8GEZItQFHJ7NUSH98du/iG5ugwaFwfsGslU1M64DtfhxJjHpkME9vNgZi1bfDXKECcS0oYXcLumSWAJN6FLz63oekexYQ4slC5AGrnSOO8HQSjaxa1jKzmFHo8LWrdjOM344wBLhCux2zxNMAu5EGg7fJyd59pc7YBrhMiT10XyRDPXSkptxShjzADEgXJH9xf7rYHPLgiexegDlO+KVd829pjfoMjxAvknbCHWDHp+Od/etwPvXeQphvESy5Mto1OphDfwdGybQLXd3OV30j7tQW+t9E8wbQBCHWcOLWBqQOy9R6g5fgkWKcsFNRLaA/yzlOFMh8S+q9xy7jUWjpVMMpvElYjvP+OHAB3Jh2mQ4OQXtW2+0MRoIl5yvySAa93XzS/uhIZdHibtB+hpzJFp50ycIED5or7bBBidB+ljVeFsTH4slEQnqZe8nZV0ul3aj/3p9hAZ8BfwwsQHsgjLWxGK9TnqvjXl8Ltg7M77M0nJFjcNaN7vwHpAjTCAFkWqEF9TSy6VUSYoKZw/UxQBFc8kQElSHqDorCissGBkWVDjSC/RTjggsF9t5xg+IB72/CpYBS/CXyTtkqQ+PnLA17hNxlbfApwFB309EVSLg7Fpty4fKmjbCqwvM5Eq1DT54AVvl39rGB6KuGr8eihqktQI/Kg/SrTzL+MDUFpVi9os2uCdC0bFgLqek3D3XMYWcBPhwp2+z5DUoNIv/6nd+0DlPwLQBdNpwSlQj2WhiFRyCpYRUYkE0AqtgFZdzosmZI0kxs9gG/ikm9WWeloXxpCmAIrbzjB8Q8/TVU1+ZlW9PqeAVS7sKPGtnXE9X3XBQg6GaWVqgcL9XmsbO1sItsWe4hx2WGz7GRt6FYJ3fH9ENbnaDVdTtdcckhjRUDfhtiVhRBUfuHj8YW/cH0jNsiLrmOcRKGZDBdKQ27gns2Mf8+ZEDuHnt+dtBlhC7iKpiAd6QBDgz8s0x6cs1MMli1YHLahFqylnWWWDbLSFJmqJYITrkckAIKFkDENt5xo+IKzIfbQXx7n7DIvUBo+FmFTohrWCYNv67M9NzgcPEN5O4GGt6mv2EqTc8wHnizdiJ1dp/aHBrtNkN1lOJnxW/Imzc5Px5GGmLsIdG9suzsRUDX3o9TVWytKP0S4e9fc22eAKEmPlyoEVnoI34GyGSIFUseAMIoUWZ0fUOBgX8N9euZXQ0tgIiezkxLrVEcZnlmH1ITV/WEOCaYm2xnWf8kNA9F+Am3jO2OtlPG72DscJsmv2i1FWnO86Kadu14mi9cPT06AEKzZft043PMGisePge++fH6z1MltPIdLTJPmS+DJZXscmBrcnOfwsymm8vWVS3vYyDG6gnBVUg+A97pZSn+CQCZGPIbWvhz5KeCfoeAEV03giIS6hdk146eXK9RDGFpQqUzrkpK4UYAQvmMkpA9uw3V52LFgWjEbXkgFxlhjMB/uCgLdAQ5rvD4iwgzGS3f/SFYJ6Br7c0J+HBaIVIAk+Hx5ACty6hMr3cPO0mXoYuBgplbeiT4g099GY39FuF5vZm/MKBGMp2Em706S4vzVjEMF6JxmQozEu5lUojhpI658y/crc1BzBI0YkPh2hj5KeEOQ4K040VhJIu6+B0SyY9EVGnkdfQRlZgwtSKf5YIEQuXh+yQDNegpJXLbhqxnWf8mIAdYEF/YHq66YZEPSett7xe6PsjaLatQNjOmgDXlgTz1aOukQyw/cUkcNnSZwP69obu5fsNGuq1W4xqa4rDcPsMf6wwZBtD3vmHUcqJ7zZN0ZkOKL+Mai9P3bUHnE0S0mtPUJeN9MofguCLYRFckg5W8EpnOBUZkNwjNDnLr4JWRMlgsiVSSqV74Rq9GGJkUJs5AWVkYF5s5xk/KC5hCDrmp+n5th38s1jv9lLGss/pkWZi1UAwczYiDTRrbDpbWq1GyLIv6x3Uy5Y+Hd7UN92mWFGnmDwLGCLxzDOCaL2NRr7078AxKqvdHp6n9gzHgYNf+K+XZw/4k0OZr5AB/CNGz3Oa+W5pJT8cC8pQEBznMjgrQK2LKrgQSTCIcFneKCrXVPEQQzDz5pnBwLKYCqm1ltHCCChiO8/4UUHTk52AzORp3JCcaK7P0/PFFZ80sOMgjBxIoxJyTtzND8r0WzZtC+0s3k7sliLxwyMIUM+rWIwMguwfogD/b56+8kuZhgdRt6QrnVgkE+0kIIW6oi7r/ds3Xitc+f5yWu3+Pd/m4/T2Gt6PYIoBI5WkaO2YRxbif2iVE9lWHQtZJIisqQaICGtOmyYTm1WkZkCzLhDbecYPCxz6M50PkhnntqQ4ZXDCNWkWhSxpDJqvKY93py2sO+2IaBNlxwPQxtKcNWsM+ceHRsDPqxihF8aNJ/+Bnnh52MUYgRLHd2gDWwMJtKfh4AAOgx3vRcBu2pNbYzfWVt2PjZ3xUeiUUQIBNysTXIQ2CEvUNDhmASTMUoS5LaOKPGHn6llpERIbOvNiyVBf1CkXkFqI7TzjR8U9+Mw2ASPdXez6g6aM7R3yFtp2ip4IRxDmfeuTXaFv9idlatcMiLmdLq6MQHMhfU+Ew/udsZoCh96Ypsd+4q78vPC3hXNSIj/xW3CEAPO0A4gwPoAemPfYo3LTlVyznLO0VivqOYkPQdAEeUPcwUVzn1K7YCulKlLNjMhMVQY32YhzAWm4pgFRzwih9a1jrMdKUUSL2M4zflgc5ukZVoAJK83hUt4H9fOvWMAumIABL42PHIiyCEJo+eUJYlCSYkdMj2+4BebVBV+Pl5t8B01yg1Ep+Mwj0KEiCT6LESKGbHgtosYVPw+RrNh0pYk4CTiVe1uIePNMOz8x7gZ3FUvx7di/jwMoontyDkBblikoeSa5xgVbWFFQ57iW1TSEqmmR+paI3rQWnGwhFliKTDdCW6ej2M4zflzwE2Q5+eXHPPwp4HvZBK2EZWDaG9ZHY/XLjUMBTcZ0gSzD8haVMdnTx3qWvLCF15R5G17TXt2m14DljWx/4QJK1/F4l1cunjbcMj9/s6p0tEseXZ6tHUqwEWnsS8LtVtwwP+7RJF9pu/qF+jAEZ1SEoumDqrSIMCLU3btziVBnGFQBcVT7vCbRC/ailV+d3xzDmtXgelE7tvOMHxlpbDA9pYkDTYdqqSSozADfzcvqcjPoEEovlPs6Bj1aiofgtqgB2pGitop8K15scbtnR4Eud8TFHzAgSTCI0LoGjpkE3YJOtBOmAJ+/wZgyrlUXb5ftcBvTbizAplQ9tNoJ/D5dQO8Bny95g/q4ez4SS8IgZ3jRk0uEk6aQ5LVkoj53DQxTX4rRimFZlZjlSIgchmggmi4ZVKWMBdFWH9t5xg8MXcugCU6X08VNGIi5kAsbx952trAUUhsgU2PiiCXxRSQhEtN0R6eENVfUsMQrirwVr2jvbWtl6Y5kmEiSA0PTMT36McD8ZXjWCyM0jtRh8Cnt4ktTaIOFjgwu6vFpxXnutzExxVauWTPvMNQe7bcj5kqwONrwtyNoIkDaiH/wjVRiFHJOMowUWTBQ86IstY2WWFQ6sxhFJRWn1BE6118g6q4zAPfKuQpQxHae8UPDDAgLu4UZ2oBtFJwc2zpYIF/2XBAMSLM1Qj8C9aqRTXd+XkQ1iz7ANYVIrAv8Bsh7eF4Hb0hDaJs6kgXxAub2/vtkP246xpynDJA2c92bBZfnESqYA2fOCa5XnKZdgyi02jfcuTOvmqCI/qEvtxoOl7o+AqAMk1IQU5/vShClRMIILiuhZSWoKOrGfgUuwuDcce1CjxBaPosbTRNCMl8FkrGdZ/zYoOkdrq9gG0jQSG5tbbSpsNEwziX8hTPLttNuTg3UdQZkKUvb7AB9xD8GuBUDQg/slq8ZCzw83mEJhnISTXDkJE33GCrJV33IosT26GJEn4PMCEgq9OyftazQVqZVsdDVNN1cPLUntInvdRV4yRwdJYN0uCYZcpi1LXSMquS3TBNd7twGBNUh1wzZ4frUDBUSzKv9jO084wcHbWXa3dB65QHGl2dpHGlzim1FN+XBrvAzBJgWn1xd2ynb6Qb4tTx4tSj4XfGd1iXSqwj9ccx6FCTe/0emCs7itacDR8q/NEllhlzD/fWvmtmGLoDJ736vffLcq8RlqEzmi73RKF9KfbX32HcSBt7m974GpgzClBHEUakqpEJEobFj1rSNkNIroz50VkUiWrLPZjFD+nPWU2iJmsU2nHKILASjCWcC/DkAP8VGJ6PQfMwU100IaRml7UUkGeCV40BarE26fH1H7TAPRvkVedb+xpCtfzzlivMGRMZx6Msg8f4/D5XUvPTEk6OcnDpd6SkLYQWoUipBhZ8dVETGvuwZFcgbOO9j0FHX11go83HHNnEG6m79GCQdiTI6g3W5IGils4skLrrPVXmy6Szlv0JrnsoOp6K57MTAhIwdiCzQkXmm3DMB/jQwd80HnrHfYfYV2rATAAYWBstlMZXyJtVirmGnYaX8GplqHq55j4d0H46y8m28WOB9EOkFfNE3Mo6A4/Kw92t2KPex9D0xNxifHCLvFmF8Gypv2Wzjyx+cWtRQMlVzrIaVJr4BUFlz3rj5vWDKIMwcIjD+W7ay+V5JlKELLdGELBgFRgylHLLxSGERa9fSWtOcE9m/yEIoiSgINCm284wfHjQXnrGiSbUbam0okYjTgWlKDd2GRhsF7KwEFSKy/X38TItrIiJxHN9hzu01c+ASkXEEGgJBwxJa4VIjwx+Krp/zlvENqsK61A6n1GNLBCvkNem8CVDlo6i6vNHqR0IkIUKTBCTrBKCPhKNItwLNW6Nc9bFgcBFnLa9VhKjV9zlxiYygXkkRAqbpAIuNjBrbecYPDpjE9PwkioM46zYVq9sSCNvutqaT5t3it60J/gmnvaQGRA+P7UaR4yCfhPhasPmXuOfbsdUvr7kg9NswBflm57HkTRITokJMT1HuKFU93z4+2KcbQVWqb+MF+Fq1z8DOPOW7+ARdnpv9MIg0vAjGCAyKEkm0EA5XaNPjy7kn4HygZaVk0QUrZfVFto08kR9JtFIdxUgxGvMKYjvP+PFBm7sHOT3NF+01+Da6bnqwzXtY0vj0Vs8/aqPzw6P8nWs+BTt+SH0LL9PICqryvQlwu/lYdUOojwA/Bvw54DenQpMwzz09T7ec30plYOS4lkitcHXF5vpX/QKqEEP9nKSnNZv05t1t+SkjhgsiHwOzROcOkUlVQJSOJDV6aIQzLWlJnrIUmQ6uG6SmZpIcldmglFVYjnkB65nFJnoHCMmtgAg6tvOMnwBkQFrNgY8n7OSmmauK7V3bopqpKMr8EyeUbmnDzzC+B1j3ix7ga4hkCdd5sdIbW11ip2+tGaFqqyb08EeoN8EHdOkGk4hCFfCQor4eLxy5CE7gEXJCSb7Mive0LAqwg3lbyxz3FPKjfjkZhss/ToDBji/75m9EZY3gJy7EUQ4LWDPk1ooCpOQ3C0lTpU4EZKfIkN6jl9kL/A9kCrQswpSajQG5dqRiO8/44YFjnyZEK9KHxkyANqpiWnGZcbTHsKPdwqQDfhKCHiA/iXb6XttolVxSV7CJscSrqvRHz94HVNZ6AqkdEMoj0ANuxEP7KpuhjqkBnyyoV2dZbfN76fP1HkV58hVz88WmlZ48pX+IZi7jHC6LDzW4f0L8ODSicEzm4D8VIUPUNJRSlGvFCOmcVVjJQgupC3Spil4ZoPYhRl66jomYMRPMCjHAus63PrbzjB8HJ0x0OoDL7mEKpD+aSZStp4bCS4i3axpR7EjLtOdneyhTfwvKEWRLgKTjWBWBbxbSCZRXz78L6llDKNHrULzY6wu/6QAYz7eJfJ7UgghQ180LtugJHvWBO4sr53IsUhg0L+pjNZBUap739wsHcEx+DEARmtwmYSimZEXq2rJxoQPrZVZGLW4QJ1GL/2BRSQsxUowklhhgAbLdIosRsxisioxAbOcZPwxgettGyqcW9rxsuOsfqAh7Hsw65f6FdDIk/ZMjFkTzxEpR+uZu8Rro43iZScgSIX4QXtEcV1oQWuv1+ucXgaF4BAc+jr8FQUpCEODYFtKLObPvo9aYY9qtvKESNMGhZY9TElnyxsFhFd/FAQQBVr4YucMYdEyM7lgmGxUipCcowoqQUHG5eJbDvYtWesHw5BCrPhZRBJAmskaEQgWcG9t5xg+D6bIyVwVcO+Qgj2S10/nzeKfweHUw7bCY261OGR6xf9EfqqHBl4zsTRd/wRIhfRDIOyEeAUsMCD2x82nTF4HRAG45LKHhiGMRTV5vEyCSHL3UIp/3n9tRRENuq7Z5FWWhu83ps7LBfdwjeiS4g1+H+XiYLkQYDF1qQUQkKgu+KcUVHCsjOS2EClQ2HzobC4ciKhW8B0SUiDJuo6Gp1LleuSG284wfBTCH4QpjBW3sQMu84Bfi6AXmG4bT7IRm9t1I/UW5TXbDCmXQYcJscIsoVOT3xctdYIkFIucNIPloWK/bHZG+fzJa9HAtCVDJ5LfDfvLlqRufkIA2dpRIUkDXlMfxl4KwCP/zDqvmL1LDcn0fhKAJolGWhE5gI6WU1FDBeiyrwIDMpgUktNQgAiqpGtIH2zXubZCm6iy7NOurJpOxnWf8MLiChxHiGvA/LmELMh8h7Go09J5qzqQmzWmEgjLywz6qwWaDANcUKKMP+RvwJhdygVf0QL2sCP0bgCGY+PYCi2rgWncVRYvzdBUxlQ2RYo1D34NxcfcSUqry8glacLKcTDTL8bNwD7cXV7ftEUYgq38wgjXMFghkmmWi5kdqKOYg4hFGauqJEFSuNaGFAhWGhWgmtSrjkCuiaJ1kx0ATUDC284wfB+PFxwVgIjcyPRgE7SOtcLSPbvg2KZgYIxTuGSgD46tftrDmXvy3YkDZ/LiWt2PLtXwDXly9Ozkgcl6Pxwe970UypqIQ5ivOUNvdNeEBjj8n7Q6jebpuH0FKr4296KWf4R4iYhNQDxNbJ/Cj9HW65wN33x9iiU4pjTqITDRmA6AbygwQByG4fGGnFJKkvCSi7VhD89tSITl1BUtVTzQejCKxnWf8JKBTYrOab8gnefPFwtLLvW40KhakiP90N2DIaGpkJOTHt0A2mMpW/6048vqpj4I6OSAyXkC/9Ly/4/AGc+kpj3D14tXRhQBr27ki3fWXo5clmFl7oj3I/6dJnx5I3Ez84jDvRMReYH7bDexfdxQ/ECaLZIsmDYmmJCvxP5LSVEFwgUwRXY7KXobaUguha4lgQq8hiDSK1bUzE/+UKEcJILbzjJ8FoC2Yxg4mIYuKOdZgX4SNVtB9ZbRYWXLYFPlv9WQwXZ/BI6mQ0S/x1hntBrF+JNjHEZHxAvArEvTCnwVEzYnrAxINzldxyhQKZwjmOjAbnW0nOkOyhaE01sLc8m4sdICv/GEaa9S7aPpUQH37PkNHjki2GFksWCQJKATSjYSeMSILqIVsMiXEveWWO7TEoiFGE/jrs+OOlWpUkAqpie0842eBHDdL/H5Es6slb1V7QwV+ILOXMf2t6WEv0zyK7+KDfCuGjRA3NV8NCP0LALkEv1zaBe4EyPEOyZj2XCrHegEyfUMn5ge+/K+TGwsOpXWBhTuhFXEfqID24Y40azUjMeH3I0AxheiDC8sInX9awILojhiDWEyh3JfSyi5gbWNaRvhvobFhJhtaEa9ca2oSEwJXS+qzTMR2nvHTAAZJa4Ok/zSh8cPAwGCeEx/2bTYVNr2mhwm22+uFoZ8C8l8q8j3BHgqRLprXvPeqoZ/zjKG5yjtQwFtXOVrzfMC/HEDllRFGsXoxAzNnfbQqwIKLvmCei7lyJADm7i74Iv5Z3yNh7exTn59/PBpTBGsAXWooqko32+glLK1mro6gDMnQOqJgri+SCoEuLVBKiQZDju084+cBbPRSFrObOWsK7ZqIinmhmKBKg98xAq3d+YNwAk39aNnfD7vn2Fj1LyAFEMlAKF+Nefq76uSwKsaIUfZjICTAmJuWcYQ6pICu9bI4ZZUbC8TeGAHevJivH5CxbO47+X9xEcTkoUXnqlD0pBJGpLvvx2r8Z+oEXDwjwmKGRrRWVOZNTUqLoJX30oJ4NLbzjJ8HetMmjMfXE5qlLE0m7C7AC4usdor+ADgy/YvosvdXTHvfzjPfhHTX1L0O6UIbk+BQvR6Yg/qqUtyDHDwUg+brwH388hwqd8hyXXouRH04xPigqT6WcMhrDcjcJrR9qdl347/vxXsNIgoujkDE0oCUWW8D1CoHCxUi/wyMGvwUEcviX6lQAY12vTLJsUo216RYZkXXyLKIWy9jO8/4iaBnEWRyMK3Gexv2XjSwxwdTYL25bAUSZGdSWfyLNshC63W/hHdU6VCftN4C5RCRfscK2tabgRoPQe8zDINvRmdQeetfH+4d/tzMB54MlOqx9Ah1VsMKt5I8KvdyxaffDWYJMgdIw5GlSC8zDRMRQwoNncuq3tqokxmoPKi0UqMJDaFhpKIltMZ77ASXsZ1n/EzQ2SPdnTs/3za3Ym00ug2aj8Dq7eygQFjY1eEko41PtL6KRljorQZLpnmvkYMkuAlabYVzhfmd12tar/SEzcB12d1y6RzKr3GxoowZYeX1w169UibZMqo+xVnFxI18Wr7jApumClEwcPIn6xuRPGEuCnT6yLyeCcGyaYdwvjN6zEAM6VYpyHUDbT4dtUyxbR1HoBzXyJW4cGznGT8V+CwC3xwFo+mGPxrhM7NEe3s6Kn7rMy+EiHtgadsn1+f942B+r3h+FuspvRht9xhmPvEc8ttxKe5fwZnfAA6NpSfEhf+AZMC+Gr49caUUmtbNcXEoBHjdzzIIGmKQIMhU78sZV/x9IZJINgoCEcw4XgwxYbkGw9TTWC4Yq6R7GFNmPcSt7BLKZtyczx6wKIya1OmmYjvP+Kkw3z3vMVWa97wsmTqZ3eEJDh8t826aruEpdluC/ACtnSe4hFer68YCCo3muYmBbkg+kXxFVYEv/nxt2UQvL/dOaw3ccxze2t4at/oQktA//JYIsmtaDPOv+Rq/cVtainvCdyo9QcwO+kGQDuwRuoA7/lC198cQ+dsT11y+C8wYWgSDtNevMB26DuZtkRQvYKiei2QpLCKpYDCnJYBsL9w8BxagItP81yoCWcmx9VHeiFqxnWf8VJgfbv3eP5iVzQX2z7co4P9WroZtDLpubJd3j/AC5T0BqtCMsgPKhYFuYuCbXB3xirpEPs/yMrCmVrJWoT4g+ltvypvx0G9l2XgjBQYGa7X6HoN3uM6xHJ3vYcPC8eOvEn+ypBlfNEiQA/fT7kpfDon6LG0pifB7oJGFomSVDrOhI/KPSlhnr83ByhIBlHqKFZFyINTcEGKRYGJQpKatOKJsuyz7hsR2nvFzYboGAcigRHu/Yrm/fpieVueLaH68XYaGd3X3MPFVCjIr6O8PT76iXLlDtBjycRyjm5drJqITL1ZAEZepLEsog4uGyHg3eHNyiBjWEArIgHz/GMlMBed4p2l1FtsH+wIYzyd31nqkFSfk/CG6nTBLZta1vcp+fuJ78h8IMNyqpA7EDhkRGQtDQjCXSWoRJaUsh8Zo3iaw5two2zMaVS6QmmjOUdscRJRiO8/4uUCTu59kJROfOhCWnxAz4m4MmfS8420tMftMw0IuTLs5g/ASX+SSZs7fBjbz/lWp9vwct+cBoX83yux/+b5nA+O017NwkU7Pr1+IgmrVDX3a/OkQr27c8Hy5Iy6xQt/fqTbd4Pe8AzpAshBTNA4jQD5SKZLecaOa7vtRMoKAGDXyYoEQAZZ1+aS0DK09/LlCzSHcpeo2Ak0gVE/J1FET23nGT4bpZndxgEndwGzConxf4Br08IAoxlnb8/ItCEBjwXl8QH8TajDk90OtvNxOK/A8djqqN2xR1lvAr4E0cU1TBBkQOa0fQZPhCAJL/4+I2b43dH0CEI3tLm6p3oNQ9elNKWNzeB/NdwR5opIG6QdiprQ0IzVEnrVORI1aUCopnBlF+P8ykvVa+ag9YChj9vV/2wQmYzvP+NnAz4LoZo3ury0niQkxYH6Y1t/lWPgh+bEOvu6YH8h06jhEOFulXqw5wM28rU4BSb1gxelvRGc9eGFbY+DfiHpJwgm44omNatg+jzZLoQUpE+wz/lUAOdPFLQRvyE5fMYjEdwMoovGNI8uMKeFfQrho+B/oxSUIcp1KKmBhBYNlgglmWh9tRqBv1xpJVU8TpSSCI5eJkgW5ytjOM3423NIfotXDbsLqjhEgeaK7NGGBg49D/rC05/Vji6cgxgm5g5q19jjUylsqjHB1gFe+v326CNfXfeFM9HrRLZHfJUZyMW5cXqVmy/9TmSS4Jf+Z33bKZrmJrxWEKvzC3wDkCBKHKCU5hIkgkIhCv+AZU5E0DiNKQYQo28GkGkyuoirKZNFWBUI4lEsUgoxiVjmcCfCnhUwJVsO42V0TKmi8D41omlBMWTSigvu93kn3IlR+jbVys1jD/XYzr4X67WvAofkG5B2QWvbXwWhY7vQqiXl/WX9KkKOdEF8ijZpLqMgzmA8CXzcrZEHxnLxzbQEf8fkt6S/PAQZIGPhPnkkeicSwDDUi+nGNmZgTDhpLNCHh/FQpu4eExEKu6aFGMYXuPUaOpA2GjO0846eDbR4GmSKxvsOCkNW2Mu2MVfkGrzgEpW7ElaF8F8bK39TUa+COfwhdTH4Rjgflqt0tpI/EafSeLsVm9YeD6fa15U3+MwGy1nTxeKcpc+ssykPme2PgwlKx5/5jNv5Fg98d5AgSSWclp4ek6cU0JFlEU6kNkkIyUGUiykM+q60dQupZphVpsRZZvrYcic6PEBQKPcZ2nvHzwfY264ti+YYSf/xoCRgxz5ZFyt9BFzT3ssQyiKf5ejVNM0Q078C7Kn0oXkklOQBKzJdXHhOMXNbONygWBmSNQ6S6tqINGs8txPnDVpA92+kLInpoOJv4zehPBGgWIVkkcQSCc0p+oJQqIuFkhoWbBizElp8cRjCZ+uhDcK11Y8BCqC0Y7nds5xk/IWwu8cUy2A9NptlWxTxdzrDeSNUyMHFNyhArH00epsd6nj9B/tts/CTeXuPj8Uoumae/wzcOCiLxXWJIypXl8qHezoAUYrbcdCPkJIJKL3OoG/iZTtThicODPPfDHm7n4Z69VZ9/CwokR5hLLJg2rJHSFNO19tCUKk4cszZ8uoSYMPJXRc12oQ+xZZdyTcweBFTamRTUdgtnAvyZIVcteIkuIIRNF1D+nxmOeM4HGIjDnk99hfXKWqe7zYm0GHCr9Yp3cOT78do7REAkr+iWBkHjwMHieyOsT2DT2uXedpqAhTxay+IBtHqpptoYd5iZ6YWjbSSmx7zw+1tQnyHeEMg+yRqV5BSFXknLkFQycwynFJyzzu9x5KUu2g4oQ8lGab18CdlVppqcgCK284yfEaaboCUuYDiV3ALkPhp1M8B+3xqxb6bpIrdf084HqI2Qj+EVRT4QG8+UCcsbIl9HKPPXiW4yGQuLx+WJAA5NvzKSQ4bNfaL0tPq+CnHzRCZVDtuVrkNnLneHx1u2guSt2nBX2eXfhAULmcTCcTpjTWf0lKVID1S2oiGg57eGvczCgxvneLulALOUzbKmSCciJGmeCfCnhkwGDoRY70nW87y+i/ly4tVWmGCkYb8RA/RMkhsd2WPZwMvs9pvyH1zAiBcgc7ydPXS+rxFbvQpMSP9gmZh8XyXGVJu8wX+kvKv946T9IWKVumDHBxdvpxu28Az6A5+j28l9b9+C90C8YaIhXQRrEJFsAkguJPt1AaUTmz4aQ6BRlpeZ3QuIH4FoyHkMx7xAlTEyHhHbecbPCRoV/Lln+nQ3Nhm6RYM58uTVBe8V6VPfdm6L9Ifo+ZYvKL6WicJpaW8rPnZn4XF86+MYgbevuOOd3tN4+bv8WhAapUHn5wlJgFyOvQWl8WcFUhApvERwqx9UzM7xRWMHXolnQT56p0agZPY7+v8+gCLEJIXSQgOQjCjk/wKFuSA4BExjBeH4ZZUydRVadv+PaFEu4gYrsBRzMpYYAlSxnWf8nKDx0CzFbbI1X5SsPGRe0x13zVExFQb9ETcQbaGY/bUb22CcsuOPwyuZ7cPX+zLAUCEResimgcMUDNWw1xODE99IWx8cJvf1061xgpBXVx6y/UZuJLt52l3xVaheBzXO6KW+L8QfAfAFeTAoJ50vpQu7FCcM2kadrtWyFFSSbIRY/4a4yiUY3EDPjpW5wV4sCtR0qAJMRSXBcmznGT8pYDkyNr9JkxJV5U4XGFeZKaZlwiKXX0eag/fgASrNwsQrrzR8KLjeEH8rzNPXemp08PbUmV273y+wn/QVUSDJiuQ3Toa9Gax4HwSbZU1yO77OTB+QixVC7fAbgTzR2USM0pgvoaQVlWA6sgbLbJVoOhZwQ1pK7zRRuZWLlLK+PTuiNwipOXxaLMKZAH92xEko345r4+ONa5xgOTWee2oMuKA/5FzN0+2OrmDL4OXJOW9z+xCgrdc199sT4Pgi2PJ8b3LTwInErV7A+CgCPPD+yXWnqYkL8xxW7pj7+D3SVNjXp/RSn/nihlks4gK/CUgbgUpHKZcv/SalZECORaAT0pBfk9SwgBa9qKUQtuBirSTWFZpgQy4kxLJ0RojtPONnBUzMdievTxIMVTakxNJs05gX9CcL5BkpejRxeZVuGO1TiY/Ckda+5aTfh6C+DBAoU+B869+S/6DhS7YxtdVXBzavyLBOvCwr2y/0RifcNeE7KqeF3wqgCLJJBHEIF1YYIbdJ6RKuxlKtwJGSKiikEDTGZbyJugXqe4vBt8rbgJpJT5Ah5TMB/vSYMJ+1xdDaZGR0KahiYnXxkSbH/0gmwjznOxJgr7S7eRote1nvI/E9234J4DLfEm7K50dBjPwFWTmAF9fgvkc+Jnz0RQy8wRmt8cUuMy+xFHKTAyj+47VgX1Jxdpb4TZD8kSBneNEoREi9Q3BV8pcTjo6FTmCK1AQRUYO7oiWz8O/Q0VTt5f0MsahQI7GdZ/y8oO3IaGi4tCMseEXYuvRrmicH9uN5qkwGupnr45kr2iwYK34Ufm8XEJu8N/sJzd9rvJcD2YCBfHy4w3jZXy5op2DRjsd5h/bvy/f4tHvkbSObjmDoRIu92PcHKMIEEjQC0gi3q/GJWM46giUsRdSynO4lhUi21ohsIskwBPzXgGJcuoUokYS7hvTrifeZAH9+7HgOSkbDe3JpjTzrFFZ0qfs0AFk1wfNWjEeKa+bNWR1JMNNLHNP/6MCo8J0HDTE83e+jAL0TxJW+PIXR8u0tHaxuKU7QYl/gh2j4wJ5UxMWhvSQVOrjbtdT3B2mjI0gDC0YD3aSnZU3olXaOPDqle0g2aiToFhGUMvI0Y6YTTdsyKOi/tYL/WEdkrRHbecZPjG6kN5iN0Zh4l4vvN0vb2tEqIccEmLrKgL0JPQTxgEWkC9zUz0qBM11fjZLg7e+ERwX1kQT2+J34ioFanPxT7SjWzjTs9hP8v8ZtFHbiv+cn7I4b7yw+HPxbAxQhCqFTFjw1wvwS5OISSojNToANhgj0Jgw3UcuoMbNZ47SWaZIc12d2Dn30BimFaIGZsZ1n/MzoLyzhjJc259OCu+c+A5Zh0uNQitrypH/nP8h3osDNNyJ8PH73ix8N8/XD3eOD2IvwiPQ7/DiwQqQ5aLoAsux/KRQCdsXqU3AxAdbF+GBGn2z9jTkQFGGQLBptgE0sVLRcQmSUySyevGNuYkYGIRvNdErpREYywVRvyiUQCrkJKyF4MqLYzjN+Zsx73YlBEQzHmyloeVDBy1ABgGbZZ2uyzM56gxVfcWY33UWq4POQ1XeAxgeeL2OAr2auvwvpANYRIINhTCNlpKctxJOK4DZ+ZLNdKmEZ1yas0jLvkPkNQY4IOmlM0kFO6qwWoNTISvImKp9FE06ooWS2TnBGK9nXh9RYpiNysoAb7YFNxHae8VMDtguT0lXM6+mQpwJJgDQ/g75Gt19KLVUdQKbo2Ix23dDb+xCwFyH+vhBv3T5OdxLmWbdVljHQWDHDSYL0NmG0xmvAtQzqY58g2Rxxgc1fzI8816pbZDz/la959Hry94KIIyG2ayxC5guYsxRC8jJUTUIYHDS1pcqms8xjbv4DyHSO5Vw2HWB5DOZIiCyvaAkoYzvP+Lkx0fWTH8H3eMKTgBXCrrrhgSL5qpNuhxQzNZgnXZNq5wNqCx+Dj27vneDY0EWOCyF68UEdFnHh4AIrF+px8ODdhXRxz+eAdeW3fZGKYPNQHqb5fqZDrke4yYDafb81giYcBijd6czZZscRpqxAyU19q7+qSUgfOcPaEILgTHR9IXRJRSNaBCC284yfHPPzrc/G30I+zL4WIlYkYNokRsIKgsYrQQ7gs7OB6e5R6k18OAFWYOUhvQVvnZlvlb+JTZ+ma8aHi93jwGyjj0wolw8gTvVJ4AK+aJHArtBbFuziaSPd8C5fjtDDbw9QBKlE/0EajTsyCrSUCjRHMUJjxlSJ1kKXyAn14CYKW8zaS1jK0Dua3eA/I6ASIxHbecZPDrh9/mA3bZImRivTDBh2FSf/aHq2PSEKcX4Gw+d5v6/T1wfMzPxtjN8eY/deizdW2S6uoQHsAVJzN7wQazUiLsTlOL3t2PMuaF7XvdHPUNCbz/8hhT+q4l8hivymIEeYPYJAOo9IanlMJeclyyzJprNYyXEVhmXxWImD0FJdt64ViPyC2hyrqURs5xk/O+ZDTHj5z2/s8DwTFLAq3WdG65KNs3BAXypDqQc4fQ+gP537A2qZ3xBj596CN9XbKuxrF/N895gEOA7CkgDDI+Tyfn0jNHA/P/lLxTf3t3AR49EcYMa8l2f6xHcKGfv/N4aYIxCUIhqzzKUJKPlEgDSG9Mm0qAnFjcKsqKFlZhKoxSNahwRTzZ9MvVqIRGznGT89posDJ7p+Zwms+BIcKH77la9tkm3RxBk38EMhupcNZv+bn3//MLyJ/raRBEgPUIqR/9qXfwM5I1YUU90R+xtn7g7bvyfmQO8Wc9/vwH4AOSL5QxzS6KeJNRuBdHMKmY2YDeCf1RxVqHVmOdepxmWha6SmFBcuitxSD+hSa8HZsZ1n/Pzgk1x37QQXHTnMvfCvyyFha7Bx5SbmPR9oXd7L+/vh+UPo7D0IArzzy2D5lqqCBcVlpgdzYw58wzOx1PLkgnMrv90oeJ/0fVNL/GYQZyTEIskeXVzBeoXCWFyU7LXSilqjYUy5J1CUDtUQWi8ptGjBzkjFdp7x8wMWN1/wTl6nNJflB7kNm9fz0spUKuRPgN+FBIwbDh9cQI4G389srbD81ci8fM/Lag7M8twd+vmJdAc5jycAF+F3gWgCPKN/sYiQghlIec52qB5XF1ns+FlAIpUt01nOlbIpqIsOlaYEsBz1bVU9smQhtLGdZ/wT4J4mfJ2mi6ntdEv7ezrs+JDV7mJmnJM9GCfM83Ka9GLj3wQjDRzBqwp9N8z6GNI1mTA0RJVRpiVDWM2BRYz2vjnVXVwlJtf1GbCY7/eiv/QASRaVPIJdFJjkP2koqCizagjHLv+TLfVPFPpsQc113vO6FmiFa4gMLrJ6di40XEgb23nGPwPkAzZ3ZXqANQN8+4Fxe3l7OV/vgwB5uyAfSI3i78ZAWWw3xAWofpHdfismQEe2+/KA8ZDXVoZl3KLOf/mNFX7Qo+I6LrnH0MrhkxTYjfz3W23zJsgRJIpglYZlWpoIZhqgCQt0vZpxtY3CnRRLZuPSFR/WFpTFRZZynGoHIrbzjH8KiAFzSutJsOWjmL+GFb8fI+WRAY+s9KW+/Pbgz8XY2xyz/j5AXdDo0DNyRnuYehrG0BPinP2izILh+HbAEHr4vdBphQyiGWycR0saSdeuILNaqJTVA1tmTqxhyMu1BKxdKFHPU+qyghAAL4lWS/FCH9t5xj8HyIDtpDxs8OvVXK9gLiZjxEP9EsZ7sGCQ4/z3icDfCXdVsFL4O3iLFHfTTwwM+XP7AEhxEvmkb2LnV0On+wdyW9Ib0/n+lwy/G0gU4AlSxcrBKgpyUQnWbGLQq2itpews0jIiT3GjuqbdgshVdOhS+U4tt13rx3ae8U8CmN1Nm6Q9y52Z44Oz6XiMuH7RSXwRiwbMLp8eQX5CqACM2MX1A59UCwULhkDU0WpF6hzY+YX/1gTX5sR98btBJEHaEF005uinAHvo5FW0A1+VEPqKkptZao1A2hQ2ZLhgeoFDKMiUMphorRKxnWf8s+BKFhtmGvOweU8jhqUhrO54+b2e+0ic5MsTWd+IoD4jdMDDBI8YvyD+1rxQxme446VUa2rrMOxH/erku/AAf1/6GzxAL4wUBy6JgqXYAmNpI6bFpLfNxqAMd64jsiKV6NUl5XzbMpEFpE8Gju08458GsFeEsMg9H3KlINOlya2+cjm3z6D/Phj4Z43v1DnxXkdoLy50FRh+YH4JiSVDACr/1VODzedm/tM8+1PM27D/J+Lj4ndmQFMGQbYwaVDqYgYsAun1DefnUtn1ERqq8v/f3rkkOXIjaTibjNyU2SzK2qxv0aZFt3QMnaZ3mrPMDUYnqRPMujaqnayUtUuz8f/hgCP4SDIfVUwSn8CAw+FARLCEPz34CCLawGIrFS279iV+WWJjvfNMpa8QIT7Pyc2ABauCxv23XMHL/edHLLf1itv8cWS1vj2D/Kw42PFSKHoFuwNcAgflhYH+7Czb4a9HedosgJjoy/Lx0/iUlhvEEP0bXEwGOOoGVCUeaxnRpofS9RQ5VypZB409btN35UYl25zC1SpGbnf6PCe3Q6y3e92GDg38t9w9cOnGpfCe73z8ys/+/jiO7f2Njsy6F/AmOPYCXgIH+RoeRc2MX5gZhv2djdgs9xGk21KYcQfWPQrfjxY/EBJB+YhNzdzC0Wx78DDVvyrrYVEStLCLHbliBwLbYDTY5ZIdg2a6RiVvFE4z7MHnObkhQuX4W7NsbO8euVa12jZ7NPBh+/USluJ3BJoE/KFwe8lXJ2/4WjVpuRxv71cYxkHxwqHJyn24uavh2Y1GKxdASERTj8qqyTYyLWnQmqY4ra9oUPhUkuYY3YONXdmUVUUtFFLNejDwoNWupNXp85zcEve4IWAsPjaWu293D1yEequyf0wmwTeIL5mjb5M8B6hSwV4QF68Svo9+llrvp5X+1SvgCItWm6p+M+TbOL9kD5vL0L/yGmDqBgqUw29cyGVs0ceeTMlkt76hAPRlGiePWPnLS4lo9p2n182ANltDx06C6fOc3BS/6p5LXHu8pPsWV8Gx5rzqFv0Od+Pvw2K+fiBVpv2Er8E3QcB2+cTnKJ+ZzedV4KhrCz5wZE/9AxN7sEXi+b+Q1/4SqUQXENFEJGUlHJabVWSJbSErCYJTpdE8K/+IetYpZ+xknfh5j3mEsW1lCuBtgo/+seaD2xBErjq9DzzkgSs9fEVeJXmLKV73+KR9wi7z8NVPRXTgGWr9/H2jyjgSn7i02V8+DNbz85+ACuh/jR8N9MKC1VO+MC0fuW0N1j1nWxWGZIFMcUb6g+xKZ3agiY5MJ3kIRO2sVdrRqjR/FHRFFbR9TgG8UbB6cckbC/DjhvqBL24NmUeEaHkifaHx6uwqzGUQh/WIFwB3RGjJ92+hg3Fdm8/L7l+I8Rk7oH+i7eTS3gEJpBLQD2kG9EMaAmiFHo2q0vs72deVpxPxKqBM0v3uE2q073ZEu006HsGefbEjNq1MAbxVlsflMxYZFjJL5IBedH3tSQNj9foV/xezzviggKPnQqD87bL9PQUQm/Z9jl39GwQQf0HcbkPq9w6r2IVdmz+aFI1eq8rLzN5JGbQYxkOJ3Fi6Z+hL9jrN4E/FTQ/qTA/d5+NLXzteNoT00ec5uTligePXfaBJi356DEse9bAAQwO3X/f8CPDzGcTiQvXvEE3IVLm1R//6aX36jPtq5ycB21dAHvLM69jMwC9HAikSRe5QFS0JEUmfHLaG5CsbHhV0i0SzC1QC527XKm7YTyMjXLegOFTY8cC06vd5Tm4P/Ojir1ibWM1chht/ImP1QZjtn/t+1eKZ7GrFXr6DMD6xgziCnYjI3+TTPV82H6hre/SvJ4DL/RfuaYtPG+GFB4F3f/cMCy7nDRBA2RBDnQ1RWxTELKukTjVEqDktSqQ65VEXGp6pNfpusnYhzdzJKrsVxPQ+z8kNch8rDfkfl6VW42dlH+P34XLVf0cOysOrgemP7GLPRwCDEEB9v02/rBKbbWjgnmk8crMgnj/vu/2M6+AM3Z09nnaVy0IqYdWIBwRFCqJcrElVl6QDNJlTIIDLbg/NIPXIyWBukqHR56VFbWy+IbKQBz8F8KbBKsYyxBrWcsTPxa1Z7t/uXeDDfP89jkiiVoLUroApgJ+wgazRNaCnUffG0kutX3Hj2TwpTO2YNRcmgRALSob0ZY+gNCmpqrOvqKaCwqq5mXxuWmPta3BEcdbx1Qa2fcRRGKDxKg2f5+QmSQVEkoeVTFYL83H7LV/ruir2yk+H+reOiWdHhp40GF/zd+IG0PVZL/cx/8PPyYUC0sG5PUUSsifluzD9y9cAi27QWGnJSvtM8xar9w5YqgAqmbF1qS/8+Vcuu+MYjtoXzFmmAN44XMNYwbEm9akY5CnL9j42XqC478ney7yrZ+ec20uAVC/e8f6+aeIAfvBD7/Ky139d6DjGpclfZoBdwILSsG6xUJPggEBJpOhpljKysIp4Zg+2TeVcAc4XDwVptmSV+GXx7O7Dox+lpDS6YPNopgDeOFjQeGsyVrRucRepIBd5CGAs2Q9+3f4aU8DzWba/28KTgqcEtd/gLUAo+SSGyS1+gOrg6wgH3JcBRcLyMSZ+rVTs6d6VlU2Jj7HTAWo1IXMRaQwpodGU3A6zY5SDhzHRQNvnOblRtHqxYBe+AIh2fk0EQAAjKfz4e67oW6YncXim4gmRptU73oPl6/ZPv42kZ00JIB32jGTid3kJIN8E2dEakiojIUF2V+PkLRbCUdMrXxTMzYns1qTN20nJszDKREFsLa1DJQ9e2efQJXyek1tFC1IKGA1u6yp13tIu/t4Q7vyS6TdyDjXb3j3mczI+N7gq9geJfEIQwHxjfX2OpXmB+hcCKKk4cL2JYq2ClT7YaPZETT0kNSmG0cqutqERDHskWa89XS3bvgUb8kRPEVWa6PB5Tm4WrchYojAe8aHdQQEzcWEGU1brWyD93cvjBVwp4srW5jaOdfMBt9QhXQH5G1OZETbvh3arwMNneIny50vgqikSkSYllLjs7wID7UILlR+g53E5xpUC6sYdSTRbfqi+Nmcv3r+baoXljepaEOHznNwuWpFQOKxdit9y98nrNF/g+tgu4VQ9wWlRK/T1271sLkEe8FauTXwLuPz+Wz5L+fopG00H46+LjeBZz8yPQ6ox6saqqJs2N12ZbGQ9Vi0gNqqlmFaxgB2YraVu9DCY29TTBjsRrAFtB9F0YO8M4PN5Tm4YqY4UkCuYOiQxyqV7dgYIFT2XwwLIBOn8CV+XT1v9IkgQ6XLP+gIqYLp8Etmvp+6dQqFISWvKYdhm36onfB7iinWTqypcNU62ZKsFkGhVR7PDoEKqSlcrbZfYNi8LPMDnOblpuFY/xELdMA0Mx+dYt39uv7Rff2yrGN25tF+bEEBbl8km38sIqSu/dAnwGqoPfsP3kPJrhZbFy7zAfRpoBLSCSuISatcbCkA1+git9HjTemEwt7NKqcNb+MNsJY/Afqke/QLm4GjoaFGNxBTw+zwntw3XLpZqrG/aj/wUTH/RywKozwqexqlx74nt3/l2UejfStHKm0QSwmzy0y9HMtsLR2KxUha2UlGoSfChtjMCrEaZmDkqSCkNB/sUaGVTuOycDNBNukWi6Uh0VJlGyc3gdDE+z8lt4/X5+0MkfWrEJSzWemaAd+0jcAGWtM1b41f+WQjqE7Asv/Zfm79jAuj8z383enr43qhCNYpHadhTfZCkNlJKxh46QDHNbhdGYBKOt5zZjeLMkZ60tGfSjEb3YFZZPs/JjeO0ZbnH3VGXuw3fdf3AxEZLd1zywTtd0QaS9CxVQg643f5eng2/9JceTmo1dNfz9nQRpFBgS/3AZhAvmrFpTomLiqmNYvsqtEkb/eq0R1aaQJkmgVfXwm7KjpLedGQdxV1RJKw+z8nNoyWKlasbIX+Ly11c61kB22d7n+ZyFvuBd2KofcSO01lwTwN8sTeHtkkyBdzGs2eXota/rPmugLJILlRZO9q1JtUojKpKCDBs9bZzQSmU/djKjW2PFS0uNnmFTLN5TRHG9PbO0rfG5zmZcJEyZ1n4qZNNCCGv+Lh+T84ANc3B7u/OzoFAjxr2nQyejz+/br9q4MYpHvnM22bHlJ/4ncJ4KimJB97aPnvPP4aQiNCR0I+qYxV5Y8vimGwmva/3sGlpokt+SCss12JH3YamZFG2TVdM93jwQylZ4BTASQMLVatVCvjwjb/+uPz59Y9IeV7ttvgn8hx5OgFMW7D3ZLb4KMwfW77EF8NRtbeDmSNv8Qt7AV5BRe3n8r1CHYFWWHJSOrCRskRNJZEq4RHNEp1ebBToTpCyN9IDch8ws9huCpkb1oyHZZEDrtqsarvp85xMgliy+I7D3d2nb/jqQhj8ZOCyMBNc3Sh6L1j0HGb7CZgpHtChZwnUk3DWjr0ng6tfSVsb3PQNF8HLwo+Q8w2kI7Ofvd8fRUiE9SNqitmOkoCwssBJA2F4lL7a6G9hVC+daXu0tSx3HmbiI8lOxcHOGNfqiGKtbu0pgJNKLFks4rC+cRv69MB1jdZ5n9I7PfagUJy1v9OAKhXsPYcY9Uekeni3aAf+rYhJKX/al3veLSER0pOVchSP6o5VaYhqZCdxfscQdnBTR6xsBzeLBR43iOp0DMdnT8XnOZkQLlku20d80/X+7tcQQ+R+WO8PJ61nKEAaZ/OcMedAVRIb3gHxfJY/efdYvDjAaewG2wdoYLv43at/b32Gr0tIxCgYRkLmlDBytQhSiYeNpHVlTyvaNBVM58puZqKdJhpOKyOz7cfqcpg5JAv8Ps/JRHQF1B1S8cNx/SMeqg7z0tX90vFPIc0y9p3LF70YEBNQCPmecGjeBzh+xefHF75fjj08T2EvCckG9ULC0eUDJR6jHMFnehAZ4oZGGRPkjNiWwZyq62wtoFuq1Vb6R0dMN7aMz3MyMVbAx7tv0L4Nbw74Jb/4INU4Lh3R28r58FXBNwOqFMTV/J4r2BO53w4/krcsUL3QvY/bBXfC8uFjN7IG9JtK74eQCOkGjRGpSHhVoE50SagaK80szdxUH4XKRT29UeCO2gF4f81Sh4AjHqjsVss+n+dk0sDC5eLFEtY6ftj61k+o9q5sc6TrIqAuHTuBJ9k0javEtMgD/VnAfNrKOyTvFEmGZSmgbAyJWEKzu0LZoGqDFA7CJHvHo3ibaLT5DhY+qhVVk9SO2s3lPfs8J5MO1i4zMa5iLmr9EG5yXEE0nNUF8Vqp5SoBbNK33d5/ZKu+WV7070v1vxugFE02mngU0Emx6d2su7IhYtTMWuIxNKvtOeR2o887gExRhsPNjhD2XFNen+dkUrCEaaOfyuzfdQ2OCGAb9hTnCdKL5AuDQ5kCO14AXuOzGaT4tZkP7+R95oJFPGA0HeuCNgBXSNGOqB0E3VXTxnCPH0VrrabcH6MlxG67S6AHDnVVfJ6TSQWrmJoDIxb4502s/LKyw41W8ezlWP+ZcgRlOWtAwoENO59PKJ6tuwd8K24958v3cFFAI6QdEJO1egSWlZ4m7uAIlype1qfi2WnJsQ8O5gYBSvwY2jesVIJUw+bjKfk8J5ORWMit4CfNgg+RDY55zD5BoWuP/4UcVa+DPRg14o5nE8+D3shYtl974ne1SDMqg4LFNnUFhrOxVcmQFplmZmWELmx6NHrRatnbOhV0qbBpn6o2Qx6efcLnOZmseIzFzfW9uXvYPoaU+M5O2CQHBOUlsvDMa90DwyR65kXHlSy//8Hn4QOy4pN41++DhESEZEj0cmMkInS6qBlYX1Ad0KwojbCbqmaNImR0xdol00pERlxU2MIHGxVxe1DwKYCTwyx43T5EY7n7lr+GFgwq8hqS8mZY9xJ7X8pHJMPB+/+M3ylAOSgUIFVolJBOtmp3+naISdDnFG9EO+oJW6CpUuvGI8DD2CyeoMp2M30yPs/JZJcHfvuN34rb99GP4KKvAS18ib0vhvJ3xmzvPAOkUIRqqMSjiEkAd2Z53ECbgAVGEalYqGxmn2z5VoUP5nI0VnAH3ouvxj1G0TEqDyyiZLCnmWj5PCeTffiyMTZPCMjJgpAXoq9zQXoM656wb3ImFozEZtOP0uWGPa3bbYGGHRK1ppJi1RxxQrhTKHsMcE2GBtDcO3vweU4me1n4UuCyfLk/KiKnS8wQ+La6ROUT9kzORSrRMjjnUk1Iyit88NC7ztc8tDublR09IsrQaPLGrczcd0HB2PQjZVNtHlGW2OQuMJHPczLZzwa3twsFedh+1X0+93KCxrx9yrcDpe8193ryXJv477uf7ltgHemwYQFhsRxlOzZBkRg5gJxoU5Sajimiz2PoQNPB7olqt6xBeJt/zRDv85xMDgFtWz5+e1jKOyE73EqSdcoLeg/v+2W/AWiE0zyqVtCUJRUqyiA2ELoEJvoVJmzIxUYxZfVXFRM0lN4J7LHtVdMrRKXazWyj1WTL5zmZHOTT8onpzI1o3EtA3od7wWxCBa8Cy0WHjSYg2UXFcduPmv1lLS8qbsmgndbYpOmgvazkWpUA+yuT0Zl7Y02PtDVwqM9zMjnCZ1xJxn+jBF7JGj/CORfQ5aqXN47w3SPeOVIJiUwU5lASECN/o6do8qeiKUyeXrXMTUWDW5OtwO4UtyJyQUqco2GkxMlJW45uyw/L5zmZHEOv8T1uVnoQi3ytEKcrxsVzzqkgFhe+y90Dqqv5kKAVw6IDxRCQI0sIm3jIlf7sSgGD4RpUO0ATYah7V4qjoFH0shaSNeh200/V2JRd+Dwnk6MsvC9g5Dg7qvDcGys/k9d9V+MkYodP7JOv+WXY5pMd3/9IXx+pRKhGCkoz7YC84IGmXYlfstPDMSh5YdtKjse2OeWQVJU8UnQBE+UIVCKg2QYWW60Do3yek8kT6HYw+97uPeVnz36Abn0veGJ5dpET41r4agi9oIpBNyQqgY10ZH9WYWS+xZin8MBiUOA0BSZrjdxlFuqej8J4f/T0fVtB6Wheunyek8mTSPv2KOCJ1IEvEcTnj3wDeDBQPJwRkr/rgkqRAoOqZ2tBMyQrlJmqOt6W4uHVbjHFTEd6ycozCFk86tTyZGG72yrG5zmZPI3Sv+XDKRnORanUW6GTHE5V+d/V5IDQCKhFqAtFI5UjRUQ1OtEMTUqHcj845R8pDuiWaGmjCYl0HSU2OWjnEppkHZR5MEaP0g/y14x9npPJSeDHQvCm8C43oXgD5Ywj+ZP2XY3yGYrEIB5hRykK1lhJjNoKP1IU02Sw53GBDO8rO9RVSFcGkD5P8/VmmdHnOZmcRiz15e7DXrW7Ngk8epmurhJCBbw6rBPaZNYUQDtUQkxSUOCg1+rjTWNHNeEocTlKNHN0g/FSGuSRcRfNWwgH+3wM2f+zz3MyOZFNpID73grZ5TsJ4vd6f6XuZ9wj8r/r1D++CWK5kGZIe0jREgvfiC5hdWHrbTWydNUiUWMPHBrFO7Hicd94GPQ60r2tU3Yr6xa2MfInn+dkcjL4NOBpb4Ug0OabEWJ8mh6/jLIHmdbDJovXKH81A0wlAql3UjMFSIkGgUOT232U+Ryd+qUHtkDObLVxzT10AhypPeM+CmrF9n99npPJOSx3j4dviXew4wAvTOGkgC+a4hyGHblxfa/9JRSKphdRyyzKQlbZV0AVgkP+sTgYRRIKsg5klr4AwSi5GY8he7PRHdgXHqMHNfgv/oj9ZHIm+Ej0QdF5LTWKaU6baVn9VsmLeFqPM8Jx1yp+ACIBzUjFgOqsha0oUWqkyi6DaHUyHPWgesE+n45iKDl1F0c50MLD7dioBRkM6zbu6z15ffDF1yMS6PraiPNqpyaD7/9eLxILqQq1w/LhSsgNl0RHW2kMtQs5157CvigI5ZYVHamknRY9eIEH9a4c7Gaw8rSOf/k0J5PzCQXE7VJP4eoE0Sd0dee1JkSCV4xBKNBQ7xEkms3bOmR4WKs7GZ5juAeGUUGbv4FQOZssmjy4hJ29m7Ap7//4NCeTZ/Dp25Ek8NI597gjPgrfA8+x7/XUzwBa0aCaZE0rZcopnjcFt9VdS08KV5JFws0HcI3gVcpYRnI6H0wvLaCLdWzUCv6a7wFPXghk4T3pAI4XZc8x73Um7orLXV/xHom9JqgTEg6JBpuGHb0t/YktnUUTW0SnuNiPkiPZh01P57oVWL8Y24uA0WM1teYN0IFHa/3DZzmZPJeHL8cUsPYcFZiB0yNPJ2Z8/rQeB+3rr/i9/jFeIJSKlBSpWtaSEaBGCh22HoAGTce7opzR1HwZ70YhxdHhreVtofZEGQ4QhtrNy4l/8UlOJi/guATuoQhRH9edUZ813Zl4bu3lpB0xSMHMAN9Cny8ViQVVo4laIzzoKx1Sl0BjMvmyu/VWHJm9UK54sC0P9pMWD8IdDGHp/bXmYZW+gg75r68+ycnkRTwc+UiMUXeTjkHuKq35yhfWMRsn9KZM/tR+xv6eAN4G1AuQuVjL/lTc11s0skOgZU+O5gbmiEbiYVFteysWaLLmOPbQta5JWLtHPS+AJ6/GZnnqp8KzeyesaOFbv5o4TB8Nt5/M6BQahQngTRE6UYUnKGY0QoDsgBQps2ri5SIO5GLZUUMD+ffQNVIqmAXBcAyDWj8fDfr+mhfAk1fk8dScLaOq7JSRxfmkMJ3F3r2tGjtErwOOx10tloxBo1Cnw48mks3bpQhCln14oEdh9BoJWLiKv0W1AjgaLbdF9qNeSbaOJBzw40F+mt8BmbwyZ2dwu/GvoTMxx4FpUlJVH45bcVrUVQKpqHKSqraXjGrRHtnaBm1N1KSzFTM0Au93pXqBAtNbeynC2Y2OfND789S/yetzmgTuCequITM8NwnEi5HCjl12etKxd1C4Dk91A0AvRCZ9sZGspLi0ZBBBtuCD0fRyGNLjdmkhwVoeUzSjxMbbJo1suY6R9K7IiJn/Td6K8+SiCxzvtGoGDUxRc/swjiN2TV5KV5ROtTshRxQdbhzSxu4dkpeqK53jFJJVUbTMGhhgCANV7G9jbLpLVemc+jd5K87XH+vdkd9Woqg9PW1EVO0Ey+bUb+tN9hFi0bVFpdpduUa/G0TjsytG9JCBYT/FrEW1I+0RUlGonI9JBwdqpb7ffHaTyVtwglYFO0GbLoFVx154p5cDo6csnkSKRtOcJiugmyUgkMzktbFKChwIM3VwtxCYw5Qa3rszVoHd37HNShGSyL/97Z8+ucnkzThNA113iqebz7zdHlT06YHrnLFwyilcOVAPAu2IB+XEts1myY4i5bLftE6VZBQ5NEt/i5bE0Z016daqX4fHQ2oVCevn+fnnyffgJAk8xvPH64qZ2PMkq8AjsnhTWDSgIFYRVmy3xCvkxpYULRpO31D1ViGcLUFETGv0fpvD0PCxjT5OmjuAE81e2bRSx9YH+W+f2WTy1pyhP09yhiJJ+QCbO0nglLbToXqkBuV7q73dBIadVBnJTLOGVo3gRhRTMd5BnVIla2lvOlzVJoBZmuCv3+Y//uQ78iVV6DsDuXzUXauX5Zudk/OBaLhIT9J0PtWcK+zZWyFpo8RFW0V1vc5Na6SorbHB+Tyv57EHW0xHKf3lg09rMvlu/AgNlPIty2Yp+V8cRj2SeZV7AlQQIC3ZgyRob6qGMZKe3lKnq72TOiD6FF1Lr4sjdyB/IEOeos7/mi/+TX4IU2reLVXaJCa1rStR9hhJmv19A5oUFaOVYlbLcFYLaDEGE3CU2sVL/vrpPz6lyeR9EUlc5nFK4mo5gc0nJINuiNMGTnoGCEnpcpMWHkzAYNViN63QpFRKXpjScB9nSme1gIK64kZRhUNh5gePHDZFummg95d/zF8/mrxbqID79Q7J5fo/s9nwKjjgi4Dt44QOmBp4CpKR0KWqL+lL252Deg3xlVQthmMixUojUaxt9K53vFLIoHbn1TCCaKHxt1C/+b2PyRUB6crHXvDxvy53y/IYInjkeyaTw0hFJDNOtKwsdoqapaV4MbJ2qIaINWdSzNbIrNGhLKq7EaTmudn72fPzL/+Yf+km10P/v/mgBNLJpLF8tWTyPJqmjLlXeOhsedsBxpE0FGyfBnt8baQhKQN9/+lpvXak8pr//uXf/5kXvpPrJ6VwryTuOCbnEEICTcmUCxrDlAuwViO2LNagMSEbeopL16oA4dHOJoJKjR5E25MyCjspzV9++tcvv/3fP3+f2jeZTF7C3d3/A5rsMoGgBQlgAAAAAElFTkSuQmCC"/>
  <p:tag name="PPTPRODUCTIVITY_GALLERY_NAME" val="pNLsvxuSnmIRJ08BeB3+Td/A9Ev1hr+Q8rttF3scz1o="/>
  <p:tag name="PPTPRODUCTIVITY_GALLERY_TYPE" val="_who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9bm93ut1vf39yFrvQAAACEhIQAQSu/v7wgICKWlpUJCShAICL3FxRkZGTEpKd7W3s7OznN7c1JKSr17SnNra+bm3pSUnMXW7xApADo6Oq2tpSkhKYyUjM7W1lpjY2OUxYSt1mtja6Wtvb21tVq1rRm1rVrme1q1Shm1Shnme1q1exm1e5xC3sUQWpxCnMUQGZwQ3pQQWpwQnJQQGUpjjClrvZzvvWsZY5y95mt75ub39xkpQgAASkpCnO9jGa3e7++la++lIe8hlEqMxTpzxebm75xrY1KEpWulzsV773NC3s5C3sVCWs5CnMVCGXNCnEp75s4Q3pRCWs4QnJRCGXMQnHMQ3px75sV7xUpC3koQnEoQ3s6tjJSEvc6MY3uMnEIZYxlKSu9jzu9jWu9jlMWMISHm72sQIZSMISG174x7jHt7hO/ete+tpcXmjMXmY5S1jBl7zlpaUpSMY857lBmE7xmEaxmEKRkZ7xkZrRmEShmECBkZzhkZjAiEnBkhYxlKKUJzQq17lGPm72O175y91rW95s7mtVKEa+///xlKCBlKa8XmOpTmjJTmOsW1OpS1OsW1Y5S1Y8XmEJTmY5TmEMW1EJS1EDpKa2trGZzFtXul1hlK7xlKrWvmGSnmGWu1GSm1GRlKzhlKjErmGQjmGUq1GQi1GSHm1iG11tbv79bO7+/Fxb21zu8QGWOESu+c9xAIKe8x92NCEMVrEEoQEJRrECmEnGvmrVre1mvmSinmSinmrUrmrUrmSgjmSgjmrWuMGUKMGe/eWu/eEO8QWu8QzhAhKUqEjBkIWu8xGXNznM5ra2NCMcVrMUoQMZRrMe+czkJjGe/ee+/eMe8xWu8xzmNKYzpCGc7e1t7m9yl7vXNzxff3/+//ve//Or3O1ggZGRB7vXOMaykhCPf379bm5gAACCEICM7FtYylpcXv73vW1mtKStZrSvfe987v3gAIY73Frb1jSv/378XW3ikpIQAICAhrvSkZIXut3tbm/3utziEZIQAAAGmRj7s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3a4cR5YmiO6L3FsBcSv5I4ok+ANVknyFbKABqVEFDIjTD6GS7kudN8Tc5xULJ9AvUKjEeYFdqYu86kfQDFL3M0RPHAgobWQpCeTB6d4iB2IW5vtZy8z8LyL2LzdJ/8LDzWzZsmXmFm5fLDP38NiZMWPGjBnvOxZ4zZgxY8Z7iZkAZ8yY8b6C/Dcz4IwZM95PzPw3Y8aMGe8ZZtqfMWPG+4rZ8Z0xY8b7innpc8aMGe8vZv6bMWPGe4uZ/mbMmDFjxowZM2bMmDFjxowZM2bMmDFjxowZM2bMmDFjxowZM2bMmDFjxowZM2bMmDFjxowZM2bMmDFjxowZM2bMmDFjxowZM2bMmDFjxowZM2bMmDFjxowZM2bMmDFjxowZM2bMmDFjxowZM2bMmDFjxowZM2bMmDFjxowZM2bMmDFjxowZM2bMmDFjxtuJo1s/fnnzf968ebz33/14K8rPmDFjxluLH/9y87ub332pbfvw5s3vZgacMWMKiwhnXHL8BmT25RfGb+Lt3Zr0F1+AAW/+PkzMmDGji5n/3hL8ePPmlycist+AAWcfcMaMGW8xjm5+edKp7O/hOUZ0xowZM95CfPGXm7+J6LHxxc3vfjyK+IwZM2a8bfj9ze9O4cV9efMvMwHOmDHjbcUXN2+eYrX29zdv/mYZ8RkzZlxmDAb60WqJd0R3dhwTmui7jf/fzZtfIPjqgw8++BzvD/73X//kjA7+6fMP/imiPXz53c2IzZgx49KgQ3ZIDMhvdTTuuRwtV0fUzpnduz3DO/rx5ne8AvyV2M945KwW//TBB7+OaA9ffDnfCjNjxqXCgOy2R/iDfZzC4uXG0Xc3vyTF0wNMfP6N8xr8+oPPJzzAnflC8IwZlwVjrt5Z4Z0kwVs3fQmYBPjHr/7mqz//FpH/qqwW0x4gLwQfRnTGjBlvF+DwbRy+cgpNf9y/U0T4m5t/0T2Afw/e+56RJRjw88Eh/vqDqTVAXgb5MaIzZsy4xOC4Xh3tHPeq5dHkeuHbjy9jAksP8B8V+3NSYYt/+vyD/xTRAW5+x6soM2bMeMPY1jc70SXed3Jx8NZ3fzF7kQC99Jexxd//8Z/+6Y9xSTg9wG+++uNXDr/643NGgC9vzteBZ8x4i7EcvdLb47aBzlvOfcKPN2/eErOT9j6SiNeD4QE+ggD43Et/8AAVYWaGdhj1KIX/74m+UmbMmHGuWJwzS731HPjFd/FDDq4B2gN07CfRH/FHCtMDJE9mmNeKb3033wgzY8YbxJDnzpv5RoEq3zZGzCVAMZpW/g54GXjFy74f/PbXjH/wBNLiASKdoR1GuMY3b34xe4AzZlwyFDLSDPd4lLicuB/wXYN/BgL8X2C0X38FiPl2drg/2Nn5I0Iu+qUHSPcww3K34PxjkBkz3hWc2Hd825w/4la5gkuX7oPP9aJv9wT7v4d4gZAEOOYBlkvFX9SrIG9jJ8yY8T7jyD8Hbofu6DWRcYAvO4P+7WKA35flO978kvh/7ex8g0CXeyPMX4K0BFg8wN98Vx+LOjPgjHcIl+J0RiPG2zGZcdp2b3/T34i/eMq6LxRffJm+G+e6/3+8MRHmnS8fIZIESE9wrQd4a34y/ox3FG9uNE/XjBxvBjnoZM08hqM3BVU+VfvJWnWR+KI8za/8EsT4viFAe4BeA+RSYYSfP2OEyJ/TzZjxjuEyDWG0xds4RjI2tH7RdfRORqMudZKSlwFflmehdlw6T4Hp+SUB9j3A2wivM0Iczb8FmTHjXLCJwyJMmIyqdOQOZ2Rmvq70rtqfePTtbYGT8eYlwZdftgRYFvW6HiBvBBxZA6we4M53eS15xowZp8IEm/TFTI/JjokjMOSCl0GI6aqntimsz71EqK7biAf4fyFcfe4wnwbTEGD1AOvdhDNmzDg5+qwR6QmxgQTTfZ3t0HH/BgjTp8aZGDkPrMptgFrcazxAen5fIyAR3kb4n3RzoJcK+bxUXjOp6l98+V3EZsyYcSYI1ijkYTZazyVTuUfL497WvFWJyfYMpOub/cZw6y/f5ZOseh7gDn8D8tU3/8yAU13eHv1rzImfIfynf1zoh8JV/Yu/zHdCz5hxMUgyYXg+xOJfgWy6RtzUPWjGIq4M14zzaekp0Vy+JQG2HiBdPaN4fh98jsOQiDdLt2uAX8w/BZkx43SYZAhklLyIdHQnC54QjevHZwf6YYD6o5A2Trjm8fpTetatO1Pcuvndf4koCTAf7yL8V5Ic8Fs99epQcUQ49wV+jXddA/zN/ECsGTNOCFDEqVmCl2JPYGS0kMgNLLhaezv02usmRmae+ujODc3DnDs/7hW+0pMQ8j/i7pDyGCFT/vZR12H8cfYAZ8y4rCge2xh6WSQr+HimQb7tD07tN0Hcd3kJ8B8++OBxRMfw0/cdnzAxlH5tbpwxY8YpsB1THJNPFuCq6Ue7YF47kld8vyHlcY93UORmFN/0RC7qOeMfPvj8w4ieCjMBznjfMPn7r+PD/JCQaALHrxMl1hQaneSa6CIAy6G86a6NE2unyAWdI2Jc6Vb45rDBA9wan8wEOON9w9kMYfhFxUdyssS3xLELtAiyq9BPR47Sx2sprkN3W3Efj8wH1LSwRk/R7LPCV77Jr8F/+f2PJ3iuATzJiM2YMWMrcPzjLRpoWGG9C3gmyFoHaKWmuCBITpO9QWe6gaGdSNUeCa6zcMH45nPd1Zz48e/+503ii7g7+veIO7YBINKIzZgxYzNEAdzhXdlBidNgNfLb32MieC5+JlzfzdTX6RY+AE3g2wNo2Fz5dAgTrd4bw7N44oFw9OXNm9/d/PI77G5+qYvDv0dUWZvwx5kAZ8w4FkQA2HkLgWMbEIQZQYtTs18fJj2aJeetmfcuVoujZL9sltLZwhJD4C0FbxLffPDBnyOqB9uD/778AnuEPOgfwYjO24BfzwQ4Y8ZWCAIIEgiJ0fhHa2ClrVQvEp0GLVZH4r9eW5MR8Zas8uMbwvXGAwTbffmlHux86zfxgNOj3/+X7RYEZw9wxoxjoI57cwHT29NfssjmAtManRwkNtvaiK7J5dHKgiLuV6F0X3ixWMQzrwg4gP+rY0egQMe2xa8/nwlwxozt0eEGU9+WVJC8x/0UB0IOHDFQPMRnipFbC1FRswa5PFouIuW2DmDR1EFcBJbxnGfiu/qrkGPjtx/814jNmDFjEhjqGu8c8nznzzB0+WB7mDPaEvyJ7s4KVuh2RRVLCI/oiYVOwZZVQW1i1a9ze0wBqz3iZRjZ14O2UH+tLKJN7U1ehBeNhgBv1t8FJ259EdeDEd7a+f0XX35hz/ALxDpz488++E8RmzFjxgRGx/tw6A8kY+zQ8ZtIf6sjsqk8sCQd3863OmzLIw+vQktjpluYPIcXl1dj3Aj6DccQe5eAfdVoRKwVvGH8U128G/EAy1Xg7/5y8/df8BoxFwcXulryP/+u/BHczuqDDz6N6IwZM8YQYz0YIBAsUvioB1HVVGbBYueQ9AdjoEB7gMCKAR3ChWQyJjJiSLuUbQkyaZ8CAVTX+ZWxLLPmALJci6tUpIcqHGRdCBoC/PLLm3+pnCb8l7/EfYA3v9TtMV/y8vCtL0GDjNWn4H//eV1KnDFjxgC94R1JEhZTJAiIvBkQJEdtQVbS5prfDvc5C4VDxuuxnIcqixUJzlW0FxidhDExGR7Fsk6R2YQW1XKn3k7iIvHHDz54ElG6e//z7zpT2+IB6gbB32DmKyZ0rPyjMP9A5PP2fuoZM2a0yFGu0FykuSmTXLkrskAvsR5ZWnPglRYBGSfZiRKZPGw5NKLIa4THx4hLCCwkL35h1uCGRHOqGCjRRnZx+Kp5rjPZjZPcur73I5w+RRDqxsAjTn7l+f0eysUFhJXRx8bMmDEjhn1nfIOZ9LS9JUiL2XpZb8AEG4khSi2OlqvlIVOMSoI3PDA6YV0HjhncXHIM0zktBkuDgtkPFuiASmIwrjpD6FgkhDZ+MfhH/+ebsOIt0Niw+9IUWH4KV9YH6QM6D8rlj5B+/cEH1yL6hnH7hz/g9e2/4fXDXtudyHiQ+5Phce9X0zs7N/b3etZOXYsqefztvz108jhQ0dMc4LWn+3t37zl+oibYwL3olWF/GW012yMPbMrqcTD83Po4i1oS5rX+0F4egfqWK94uF5KW/uqkdysnzdd+4f0FmTKOqCAvE3Xw4gTfh550U9qE22B0GXAUq/zD4bwVMIGUBXmwJVaTF4tF/N2vcfQjp7Zc4zPftVPgQonx25CWAH/rx+ZfAjzae/nZy/t7L69+tne/Q4CP9njSe38SrB4MSz6435edspao5Pney2NfU4qiJz/AnZ276LIsfZImwMBnMPDo/r/DyFh/GW0128MHNm31OBh+bl2cTS2BOtRjdIujdIVCxCQ+EsR1uVoXkMjRIUITReBzaa1vxQii4QLSOEu7ClRqYaHcAbtOVpUojR1Ds/In+oUyRD3WZIarQUMVaQ6XQKKTPmf8tvMbDh7fj7/hTPgvbDfnuZLDA/QtMv8FMUV2fnOz/KXwTvxl5iXAvb29l+BA7K7u3W37ERn4Vvf+JLjx78OS/zCwdspaopLre3ufWLA9oujJD3Dno729z67uxdPRTtKEx3vo9L3HbsJYfwmdarZHWD354TUYfm4VGJNHZ1NLjHANb56JOhvrYKdvxOFW2ahklRhljbwLZSoQDpflim+lnLQTwRGfDa3pMCSchffI6RSwqcKPUaMcwO7jqCMnIjoCJYESARhv0+eG0R+x0c/jAl/x94oH+GNSIv8HKdcAv2nm0ZcBD64OT+B7V/mt7v1J8GDEaxnKTm5fCINgn2PPP8fadzyg1o8jerImPH/ZGJhsT6ea4+L0R0mssYJJ4gIO4FnU0oUGendEM3XklUAllWtWK2CZUi6iocedJHL36ARa3hRnNN/KIiFJD2H/+qxh1ROhY4/tOAItDitxC/Pt5ClqPS2+ap8HUxDsVvy97+LxMHVSTJX0AP/sf868NHjwwwgB6lv95A7SmNfw9UB2CgeMiEpO4n6t82q2w729l7XWkzQBB38jomva06nmuDj9URLDz61gtTjcWa3JPwaGwzskIjzQUOaE82RJl/8ICSk3cwgRCRl2Zj+zW0xEbdYXmoG4OYYlvZgXauPo1lXik7BGtoJAfTvozBSW2qgpbUcymQfCV8QvBk8++OB/i2iDL27e/ALc3XiAcc9Lswb4Zf50mL8EvqjmboW6xnPt6d6+F9zb1bnrP/zhKWWf7u3zj+0+evqH1NpZYRTv7z3k4Vzf23+w/PD+D39AzjXM7QCVIq49/eUvHx7B01Q9/Vpg48HOw719iVAJw6pDu/fu7l+53qkYcCU/PCT7PFw+uDvQb4x047WoqqZgc3XE8sOP9//97gMe7kNa2LsSHySa8Ck8pf0rg9rabiFKThhQE67dVQL91a80tJbNUTWN2PkQdh+zcxc71x4qCKy3uvMRP9Kvf/hDbeOIcTa2fm69s2Dn1tNvf4lPfom+ZG+O1bI9XF9nJCt0IvyilutIvCS0RiQwTUaI0pFf9ZiniaawgEMp4lMNfNu5ZEjnVjm87MKrz8wxSvkOxqXbQCXRMi8KhhOo+pDjTL7KQVjWoiidGSZN/faD/z1iDb747i+eAseE98u86a9IwJG5Brhqfk93KfAP38Y3+PVfasGJfsm9vauQeX/9W7k3i4d7d3Hqf/jD3suXn8WU7wZOfZR4ie76Bn7A1z/cv/8So+UWZBgVOSv8SAPxs0/sKVzfv8/V/7YWyLVDJXe1FskSoQO7N+7vQXrv35uKAVby8v59EuDLhw/R9Pt7vLvy8d5967cVtQYBFH25d//+J1nrj9+WAy/F+9UBi6f/vvfZS9He4ad7L1EiKZ4c/PDbPeTpDvdu80u3tDmrp3uQwQCbsNByIHq5Xyn6nCu0T1eoII6qaQS67ts9TECBp9cgwpw6PQdavQUChNmhVbf3qdrLw69d1jHe/dy6Z8HObeTA+NXFc9LsVdge6bBjog46xyIdjIBUKuhmlaO8dpqoLKcduS44oVBDagjQ4C3Pi6wg/S8pQWZl0CXqqaR5toBZNYHXQVQH6tWf0q2Qqq8+JOmIhzqnwrS5/+2DDw4U+eLv8pZo+Xn81W95HuCYB/jdzb/zB/bo8+ahgpcBxTPzgNn7d3yJYwClb6bRwnx4Izj173IwQ+9baCEHMSQRf44ApMLRs4Oh9xKvGAq0CzlNw9qtq5+9JD3WWh5zf3D3JUed63JLrEO7GJ0Pd2iTQlZM3Lr7A7jh24c7zzn0MVAx/mHhOcYg8FAVoSYZkTMUcRV9ef8li9oFbQ+8FO9XB9Adg95V8sNDBC9bD5BNoB10Ub/50S3QzRx02MOX96F/5YhNuHVXTR2p9CEKor6j6+gD9UKnEWw/k2qz9lmOVhdXIeKnMDwUfGdAGZ2gj7Qcc9c4G1s/t+5ZgDzKYR0xmhntsGMhurJGFMZtL5gfMjDHUcZI45QBUcx6CnIvjhEZhk6LIjQNJvGFbfIRV+b6BUcMbcJkkSMcDx+FQCZmazTlLseWxSIcDc4Bk5a/iSdi/ebmdze/0E/hjr6Aw6cnA/4+1wCLB1ivAkMpPMBff/B5oc5LgVzDeSBPECf605U8CPsRkmgZ6im/+8MR+PrqU5znD3Tt8l/vh9bVpwcYeS8/e46csEnATbn7mK6DLrZ4yXxYi6wz93G3JT/u3f/sk53FtWjFv6pi44EcSOq9hCv2PxBcw7cQeOgh9HFYL0tF/5oHgngUpSCq9mFkdS4+Uh2I+qX1XqKNKBr+JEDZ02s710EZYAl3aLX3sbqFh1fbIY4io7gJX6tvkEFRW2msASJHvUAvPRrBjoILzd58CjJGY8CW4iggDkyruyNWae7jW9ne0mU9453PDcJ6FrD/nj7hIaDL3ZeR39ZyDJjZOO5y5DmMj8s3ATICMTe5ZQ2ifKE5hoo6wkIKhkhpzD+DW0FILmX0b9AbxzqddXk2zuYm4rCBplzXRKTaUl2Fc8Lic9/Ep1+B/AXzWt0JmI/Ejwlv8QDLb0NymRAGLtsMuHiAONPZhTifFzuPJPM+BhDnuyBAfMXfKLdx33uKEiAG5NOpwMjYuXL1Bw8QDAoDPoPiV0R9I7VIDisYOZjyIbfV+Wnv/g9gVPp5e7ViAfkoiJrv7/Hv6GEfNV+DHvV3PnlZjVSDYQExtsmXodvqsvhYdTGNfQTPT/tkGzeBpdgJi51PdBC29xP8NnWLgrYmUBsNPNq7Cqtuz0ilUQ0+g6s6KjRCnfl47+WVFUkflnb+B1w9BGC9bJIP7IG+mkasprnnam/pstb4IRrrlD+363G8Ogvg7umoHtLuZNu3Bvukfec+/aBFvTy6xFQRAeaLuou5D8rEfI5JRElHs01Jc7XUtJNYinzix8FCGtmAjQrrVCIn78YGkt+7ZZyKA0vkcSohdAudMf74gf8YiT/y+O7md/olyE0/9goT3iTA/G3Il/U+wKDCr5qHql4O/MMP93miX7vKaRGBr3h7EN5jVDff/Zr7XPkfeULuXPvXq/f53Y8xpRUxaGEY/INcCWGBEhpeX3N4xfURoKmFjhymUg93rn12Faa4nmVc/Yl2dYfiEcYcKm7di3IVmA6gakY9qX/L8zrg7vUnKktQg4iiakA98LXVcXlSA/zoClVQVL0i5MGjd+4ubr3s2svGXd9p2sGDh0+XfWwSIa/0jhHZdDRhRtR5eHePDjagxdIP9+4z994f/k/eK5MfFGCrcZRDq532MqVj7hpfdj43Ksm4DgQflkoIk20/JmSw7iqQFB/wxmXetKxfA2OfblkhBEacqGEkpoAcMl8yLAK6gl33ki6aLPTEZ4loYWloUn/ZEYw4UWNCROuBNnlnjef5Y5Cj3/DXwNi+9FSYBJi/BMEUWEfQrAEmAf7Xz397uWbAeRX41l2u2wH3f3hEfwwy7/Hdru9+r/5w2rS39+9ebbr+lAtc9+nKYIDAJUkPAYOCNoUr9DIAeZq37l7lKjtNPM67Da1L5+/5S9QNqvHKE9yqe7LL0qjYa111iEUlaJ/W4j5x+5DicjYOR8cDD+weV7NoEO8oHd6cnM+FlsqsqeJq7bA6eEI+r2Dtet8DjAQdvYM8xGw+S6lbbnFVTvj2Mer+gWXCV/OhoHPVvbXSmCjDVftYZ9SVvR88NuRSRm5Uj47I36PYqy5WX6o7q9VOe9VG3f/RNY6W1M8NSnJYfRbc4uolU0SphWuBbS1bIskqEfFGhGi5DKufcMAjW+4cxoQ3FRsvrTWIWE30wRxRX0efbJiHpwpkj+QYwq2BYtVyB20TBc/BBeV411NCskravKqYkTb3TPHbZg3v1o+/N9NtjW86P6a7FIg1QLhML+9/dhUj8D6oSTLvMT703f8pv/vRsfAIeKY/Rs4fMMq5lA43BANEa2JP5TdgUNAmAb/C3oJktz77ATwkN7JbC4LPnn8tVfiB/H0KV9Qf0+5TnxqLf6XkPis2ohK0TzX7+iRScm7g1/locDgHV3mRl9EsHMcs55NXU2CZFbK6q/aNBtXFBWqcqXe5zIlWq1YhuwjHevUandxyiLBXO++JLhO8vI+W8OAbDzDv2Fv8K8s2x4hsavGo2AulM1UTcxsCzI4AbDU/hcXXvF6uj8ygOV30hDkSoF3o1jjEd682nxuL1ANBh0YvAaXtX7OXm1o2A/a9NXCKe96LR+erHWFIrngDDCPxygztXS4RQu1Hway8+it+o4CMGG+SLTFpYo3tjeiVBbOHSI+mYf2VFFvdiTpZKLMmVM4Ej06ziLf47QcfcL3qMiG8IXyr15PaHoT3OPU/5kkit4A4enD3s/v09+BkfXzv2iNeT6WWPYT71MKgoU0hy0nWrwVDxyuBIJgfHnAarJbUXz9cg3uSI2Dx4O5LVByf7ioWL0vNqgejWQoHjZGOQSHaJxe3k5vuJNGtrhwHLF894vKbahXQhCs6V6/AjYXv2bFXG9e2CS6kPMBH8r9zHRad+1Wn0ntlDdCibAQa/bKsI4Z3lh0BdPxKYHG7Y5XmOMRpblGPuTEOMXb1c4PSt/UssMLOzr9+4i+7bHu3w9aiUQomix33cPfEPCvegFc9o8hSrJT3Ah8Lc98idaDRzSiwGD3B4vqZCSPx6zjfmaJumigeWJ+7BrLdQLdeyxpCPfemrxGIGtnUDqJs7HuZZ4b/GquAJ8GfL9nP4AhfBNXMjmtcT7mUnXfocY/RwvvL4Njgu/+jG1c4yDD87y6ufSYys5OSo89+YnoFwNGnjq/AGwi7tTDH+52d/2Pv47t2HzC4iw7sijEfu2JeTs0PNty4rNlrlKkP56YaQdVczlJcwKBlUVc9Vt03n3w8Ud3OvR94effD8IgEMBDr3rn+w/2Pd5axlJb2pKbGddp0b+8+c9wE2/5xeIyhdX3vvr83ouG8RAtByU03UR0B3NNn6k9hxCo01SEf6WjzmHvG4yIIGh1nAX1QnwXI4yHiI8UH5lJRy+O9+6WWNZAKx29Pt5M0EVURHaP4Lizc5h0D7BWEqOQxg7ERJJmCicA0SoXzRdeT10V8d3K//LTFUyOXGwH6g0d4RSuLvFt3ry1svgRdrTPFkw8++C3PnhMA3uNvmy+0y4H8BocneEWzKnzFt2uAXCO7t7N4inmv1ou4ysMArg4lH92Vk9JxdWjl4U4sjT7GjPnxzi1k0Fqt5adcAwzv5xEq0OVT6Hz7cbYENcml+AlTw6yYOoAq0Rq+avbqY3FnHsAVTCPtoQlRNJbKmlxMWVWc9+/1qnv+8v4PD452Ht/l2h6LqlYB/PQDTFy7+y1dsQd7TKS9tnEPruaBPSchMcdHL39ywUvGvUrtXuPo7dcq78EhGnGVt33HQmT0fdYF+MB8lCgrqziitArC5vcQ10ZRAuUGxlEA7iU+t4P43Phh39s58FnAQ/z4Or4ErsJkp5aPmlo2YaDH++GS4orvExE4g8l6AK8Lwz/TcE8KUDYTeEU8UWMdhHNJlktPU45XPnRQG2uSWhcTJhMbskfzObVHtXEJmquenhXznc3pvIkMK6Tq3hjJPQv88YMPPvgm4sfC32MCfGLn8dyQ3hqGw8u9b3G639DQgcx7+i17yHh6n9/6D5kAuLSlDICrfxg89EKQTw+BYzxvuoNHFEVojQOJoOvS1uIcr2FxYLIlvMSZC1RkVvCD7ocLqJKPqcFiy/QAYxFPl1zDyBPdru24EEVddXvgOIysztcranUQ3aeWNVA0jamU2gZ1dFE5RNnzlVk7xnlg7CoYYI6b4PYcoQZGusfIeGkWu8GIRkSug+YqsD14oFotR88CgU6XdY2Xj9cPy4iDag6EaGsxmg4bQRmRlaLKbsV5rx0u7Fu/R06QYoYuBR+KFiBlRs5yG+ozEVCkIFH+fHKn/JQEJEcG1HrjYnW40kMASYuUtby7LTaVGM8X/fmRh1ZAo9L9M9gU6VAhjCjuSMJqjjo4Y/waDPjrP/757//8Vbvd/vs/t6Iaw8bXV6C/yzcB5re5PTCcyTzh5QHZg/BeLhy+5R/rZw68jMvznFr3rn52H97TXS4oYUzJ/cA4gNZCFx7DBYwLqhgotAbPh+b4qw2vf3kPoGgsoKsl/j1C8ehcsX/uYfAGG/gb3ZqRsr6MIF+p/2E2ixyyI9u3COeTQxhJWi7FwWIQXW2qI4tBBAUSe88D3LthuvgfTMIsFWkIzdeVWTeu28XyAH30YGu25+AuL9W0laIAtepR7XyqNjgZNsB8DLIuwH3tTwFW0XMv04ck2GU3dC0LTtuU8Z3n8HXRmPjcMB1AJs4CHcgjX+XhkmZ8DAeoDL1sB3oCMXQdqVCcbOQfRQDh9gG8IjtmcQlh3g4dJrmzKqhEZKJ4ZBXEHS8IyW/0I+XmhSna1Y2Bmnsi5fsOlVnRT49hg84wu3ZKcTrRjGUcUw8UsoBe3njYTikWGC19WtAHBD7X5oiDiBBNtOCzkUfJvHHU9brrD/euvvyasXYNEPMajMsPmdLM/8HVq3tPXeLe1ZeffY3B/fIaByG/+pdP9UsQTKMaglg83bv6kD+uUCnUch+lAAwt1RL134uLkAB0aJmx4vuw4pcff9h8JaISjHyOZqa6V4GB65/Cwwmv50fkBs8KLppVo7rQrN7QzgOodKpDCz/+7OrHHzpqr8vgoS0+1a9BnEbz054dRbinymu7WDnRhB+jvx7AV20rjWqaZu3ce7r3WW0EbUQlWRcQVr8pVl/ejyKCNB/s3Xd7kWqNV018bp89vYVsdRLPAv5om72MQk/RZf7cUIsI+MHdH1C202F9cIDWfQsUiysOTiSCCrqeEHwj+IC6dQehAln16I8EA2VF2IBkJ6YTmny4lmyEJp9yCFlJsdTBmOwU4Hy+mNSN2frtC6nZ93730K1+pDHsjIieA/6eTuBx8dtflz8UmTHjDQKcVr6dLhKmJY3MMjgVCUERJjAhjVgLzE6TEoIbojx2aaKRpCjB6W6QLMPUJMTBtOmb/rgGd5g19M2cBGtsRL8YvPyBFqz4JpONkPioqWqChRTkbsaMGYE3SIAcohiQHpMxMhmQZpSsvp6cP8lCT+jErSujyimZilhQZA2WqxVpjrfZ+OYXQqzK6CHyEVFrIWPMLLgBIzXJSmaMtcRgVaFKxxPvFbxPTMMR0dWZlgJbM4qP2aWM9nI3Y8aMRCwaXjw0xMEmGpAxKuvgpM8VUXITg/7IbdJFVdygjJJrutDYH8DleN2D7pVJlHq+DCyPEyRMF3AJKvI1Wd2hx5yNqFooQXhfio9aoRJ3kUwttbTMf2mki1FbCWSW/Nb0jBnvPbQG+EaAgciF/UjlyPTwxIQvUd1AZBXt0CNIjzEPJmU1VgRHuW+EBSyHwuLYyC8UgZohXnEBTnfAIMLVOLdhzNgkgtNcpjLgCJDnbNZUjtwxiOM4ZSTQtzVimyIZNkY0Zsx4T/GmpsAchqQVUBBHdw7KGPP5MJRwEI0mWvgRE1cFTmgP7hgUIqk0woIklsosQCqCnNU8XgeBTPcHcs0weWnM4Diy+mgEggwZdFBlUY1U2bo4qszue4FKcRfiNjfjabzNmzFjxkUDg5cvezl0sYy8mUVz3vgNXEEZtfIJmSJ/yhbM+FZoCjujuyQ60g6Qo3qyFZzrCgx5NyJMs1nTFjbBB8tXAafCbHHDYs6vAv0mJZrFWxNLZxSNbqSkClIimyXR7GfMmHHBqAMQbw5qjPAY287idHTF/+joDFIkIpvzXBJS0iMJ62h5iKBLKILT3PUyClBaN/4lvyBcmHvISGJoXn5II0mTkewC6dFqolXd5jHKAuRBCxDh5hQn9GzTQusEvikxs4pS0SVq7iggboxPKM143zGfGOcPjUN2tFYAzTxcZFOEN31w0CvRgtl2g8JBJPg7EBAWeANvBl04jf0gJxE3D+b02ffaeGUSRTjrZWvx8hUINwBatGmdjQiGs6rLtTxXFCCivGbE/zQR2TsFbqKMDdCa1q5V6tQ8Y0YHPDvm8+P8kH3LpbtgHvMKRMpDhIts5XpnQMn8aJhwvviJvDdGmET9LMc/1SP92o2wwdQy8ahCZMi1lDygH8hlg8Ytt4BGqzh2ipmjrNXNVVeQ/pjhthpJjlYv5duwh9rejvaMGQVjJ+eMs4TGn+9oA2IUw8FJBlv54SsdKBnXO1CeP8rVoh8+LRhCtC4jBkQolVXqp9oyJeaVeb3E0qLlVnJjBtrjHLQL7QYb8fdxqvKw39QRuBkVbLZraOEWY8PhFJ5DHRA1neOygSHrR15VAVCiTSOuZEdnxgxB955GfMY5wETVG7gglNLpHqw1DfjOkyQhaONTwoscak+x8EOCNJFU4VLag62oH9xLGo6Y0dZpnytpupsFcN2QV4X5u+HeYuUIaKrGIhWSCgvYF7oz29C9h6GaJdqSVmwkqdsqtXEjJcOcGe83puZSM84C7l1+yxjZ18lg/tErI4UBQolUxKkuBnb9gHrDWIzEJNJmwERG4S06IgWFFjDeVEno0QMpq6YAiHltBLzMoG3qKJp2lFpl0ZvBDCWwO+LTbQpqkYLWYumyLjplasIx7PuiGTNmnDMKVcQML566gvHMO5GbfKAOS+Y4A1RQps5E6oSMU2Jwa7JDN+gjCadWOZzL2g/jxeWWcQj+ApkeIJscv5SLnDGotN99Q240xY6Eck73CUsd1T7QJCqJN2GT3zZvLDZjxoxzByiDTIWRHcTC/c5K3g7i+RMLofiIzGEmXb8uTBqpivkxiTKnyQEXGhSFtkrBsLLYFETgH4J4FkutL7LUET1Oqg7IUb4fmhw+5xrALuvIt3dNiEhyHxO1rY4wXUQ1Zk+3pGsjKJG0FhoeP9IhYtDPnTFjxtnDTzUhb3DI5YjFINbP0EQoDWJUytEiLXj1roK/9sDAhpo0oWNPrB3tzh8BHckjMO+KDuWCEZUF8dVKkCT3xWJkw80EfT8ROnzZqHcN1KS+kmUZK4BatoFHXEv1jp9dKWR+x0ogZKMBQ0Z70hkzZpw9NJBFcqSS/MGHeYwYjL8Y77rEy0zOmpu7kMPnKfzA1UF6a45bih1DC1sgn/xHLy4W0A57BEdLg2IdeAa81gXM+mNf4GgRIL/JbBWX8Gft3zbKBaXa7JaaN1mmj8haozFjxozTA0NMF0u7QxVjP2afQ1AIjumSQ49r2gkjnbdilxG8M6z+ksAp7crXQ/geXsVNs5PclgStZ1RFFdMQxa3V8YGYCqui/vUz4gRXEJobAesx+TE1NJPFuS9viwqUzMwZM2acM2LEVTbJkbeGPTSW60rgKPqskuosqiwyimQtkVEL9GURSWSwbqi0Zsld4uyBraedbvEhhgQEQb+Q0tCsnK5IvQEw9m2DOjY4mwf6dnsSJcYkw4z3C//0weeff/6OvE+/vY/vM9+atwR+1XgE9dXd4l8mRl5la5OTr4xwi3cr0ta+hrWObsMXt/5bW2PQ21CQceZE7rAd+SpbJDovB2XrKUwbLRncLtFbL25BVDNmvH2Ynkn2wYsL0N6+QIu21KSFfkYvfbKa12NQJabWI/WkCGHc2CP0NEcKDiCdUGxNFWxjZMaMGWeBw8P+YtrRIaV+2EkiqE9A9pazsWZJbIeXZAWYaeVdHLotUVXbAoCNCrTt2R5jJZb85dzOYc3y1eMhlqwdB97kDvWWjaEJkPP0mz1o1l5ui41WP2PGjLMGRr5HYgdLP2GPIxEK3Wz+tmzN1YcGC6J6OB73Gty2PjTCi84uYApA2woX8CJyseVmDLGhXePuFjjtMK52G4iPE/xycdj5FUg0LmqNoHvJerRF8DGXRwse3egiZh51t+yGY5sxY8YxgTHFO/jACxyRTGvHH9nqd2sxlFve0TAcp4cOZI+MVq4TcCXfJqP4CBvp2QmMKK+QH9iiPBZhCoe80QYMldVNYZgPwzjY6lyqfVO18cpP5hU+7djc0M7Eoa6pjDEdDdfGVDQ/FJwxY8bpsRTTLXhDG17LxZKeEHwc7MZck2DEMu7XoLAALTuiO1PgxsUDrkYGMykXSqLiFfyjKAn2G/zUoweoHK7gUvEnJGPcsQ4swK+BelSst+vHVfDnKGwo45XqnC7Y0NrARC8TaVmGGmvHPbYZM2ZMgs7ZcAiGr1Xu90jkIO8N9hG0t56kGfAsUyAaT2RH+QWEAOMiWJfjbpPrB1rgvDQNLuMBgltDLORbevLI1FRHx8AbbNDIYT2WbGyvgb7gGoG/VQa2Bkbcto19P2PGjO3AP/WQa9WSIHyoQgPFewMq7W0cg43zBAuhTg9NC4Jr6ClqY3NMl3z3764eADTSodPefYObYPVOJSTfYbVFwEct0BNUGwuUUDuGBkcOgczH/qcyuqU9ACFsd75t0HXzNHjGjLMBZ78ad4cc0AZ8t3YoHnJRjozVjMPw4KZR53UcxIUl4OzkqJ5Ck21dVD1WpMsB8qBaTNYSM9cufDxgtCaPh2AXdAL6loglzaxeHTVSwQj4ZaAIvyAiNmhce1zNt0b/aGfMmHFsHFUaq/6fHJtIJltpWa0ZmkfrPbLmGiljXF2saONDVNVwi9CcURbqLc/1VSZraVik4lDHowqVJtiSdTSvGszzvIRUSIkSRkda0FjTgwwT6Ob4jQgTLQmmTrY6ley0z5gx4+TgmNPDXziEY2zRH4SkP7y4LMcnPCsB3ergDVHHsscvCHWEDCZQy7oJIIruJDNR9IReDZhUjhWSybFlu1jw5K4cmFZB1xE9W5C18Hk1VOWbMoSR1XHpMl7pzxeF+HPiltLaq9Fubnu4auKYHztjxoxtEXfhajTF+tlh/PtvTIbp/3mc5jiHM6YnwZf0EPWmvxzi9uraETwNXosG9Kg/0MQKfmfW1V3j6wJKbrIxwZmT4AJiIonFFVs+zjX0TZkF5rIHmE1l0DanAa23zt9K/6yibsbRsp48SBw5o0WTeRlot12HzpgxYxL63b5GIHaOOkKUsdeNYH67hl/6hWiLUY3ZzQjPUtr6v8mGy9ZN+0CakcnLqsv1M/QuqOo6vA9iiXrXWBJJuxBafSjHNy4eSWgDQIkALNSmBQuiIU2FPHyF3Ee7Ku/pQ5sxY8YJIPcCA4hjz2MdCYwzDrUyriT36Fwd8mIxL1gibdEIcmyHCynNhsF49bIO4BGED5Wlq0FiuiQoL66k0n0MEtoeKOFQ+wii5mh936LSpXFkQvhvssJFS9mAO800kfNZ6I3PzUWlqgttr0dPOIuwvMkdTuVnzJixBTyeczKrEaYroBpdOYUFtCDPx4pyaFrCAZxDso+QF/oTqrJnl2vZSfSVs1BgqqYRiPp4W8mx0b1IE5U27Ab0yVcLpcFNVmzrhYRc14gO0auHQc1puAFEpc96Tz5EAtxKWo1Di48HCV6tmjHjkoI/pbiswMAxzaCJbCYHFZIeTzEUMYS5Mp8P5RNAhCwRqT4s79JXdgI8Hz0OdS0Oab/l36maxsCyfX35nOvAH7z41ynZ/ERJjbWBBVAZm4ooPDErIe6NvRt0J/D60ZidBPKUbZ3uF4ixOrKPq3iEUF9/dDNmvDHw7rBj/yDrYuBWec1KUYAjyQNLgxHDVVzXRQjG18VUpB28ybDE6oh/YrRpuC67HHYUU1NjhBW6aD3HBpVPx0CHM+qsNTNWGzL2KfL25cr1apofX+2NSf6LCWzI89vkmKpCRuLp0m0vlCgvvkck0XxZzJhxqcCfe13aKQpGvfgPo0u0xYGl5yZzNS2pphmERPFnOrSUwJDVL3crpG4bYABpbID/6C1RPR6C7tZ6EjkZuHqY0QgBNjeiVIlIARqiFT+6tGyUulKta1T55AYSevZb22ujR8IamUHFpi2N7hG+R9grvlbPXft7wxkzLhNwph7nYuSFQaMVbOdxRu8GUY4rEVu0eDisqmSEyei4aGj2IFXRHx2kTYCFQker9kZhtpm8HHmnB//HLmKsptnAV9ix4bV+3pHS+SRxKOwsyKjDAyu6SsZR4Ouk82XR2Oh3BsvL0WQG9ZqSjW2B3xKUUS3VZ8y4bDgfj+X0AJfAKYlRhaEEd6IOMdNUf8h1JB59HZBFemIlQIkiGKB3nWEMCxBGqnHG7JiABvsf3s4avM0a/KYvK9JWqUGHk03gXYYlrpxoJlvkDAqoVBR5KOBzqJcDiX+3I/qHIns2ir3pMeqo5RENmT8/qiHT2jNmzNgMjlhewuSowrhH0BmKTOTAa9CK4NDZp6uQA9gROaFnahndAqNAc8RHdkibYY8scEePMjZjq28gOXwrX8doqqTvXp/AEC4gqY8HyjJA8A8daEAiKHmDCulObMlXoGlS5/iqhhFalnbySkL9JHg9csaMGRvBQXvEcQh3RwOzO3Qg6Aw3oydqBrTgRwd2hBGvq2cjVgdAg8AbQm9xX8uTPcrYiFX12ibhTjhawvghWTwLoLmI1jVc60XbMAWlJ4ae66zAtdGFj5xF5OtB3x3dLAuPkFaYcKB8Naix3ICcTePIPWbPzJjxnkKDETST3oP9rHQlMJZGhpKGX2cM9vy/BWan5ocQFCM10i2xBnxAfI/+2MBm9rgt6G1trpaNFr+STPJnwknc1QfEEVBjGY0LHxBQsvEBGZaOQIh8pXKhoZnHt0cZJSIP5rApP01VdCSctus4h3ozZszoAkMK1OfRohHDAdeOwxGsH4GivXTYMmNQpMeYlwdoF3uD/Eo3EGxC4ql81szEwaf1KHRA4qiSD9BaXrsRz/FNhSjIrm8KFCYEQiOvFLmwVJNBC8zRQFg6WqmuIp4xY8YoME440DlcNKb06Pk6IsfciKGkFYn+wn+k2INfu2KVGLFSsTbz7IBqRmrSEaBj6ESBn+DfFe/Yh9A4gRWHUAwleXR5uzXEHXVWqEpzBqxkUCRQIgWpZutKtdeojEyjauuZxBWdMWPGODBuMFxBejEh5Vy4XJnkQB6Mx4EAoioLwoyBxzjfckeCZhMjdi4L6O6RPRDgQHhItbE8hN6qgK7P8A4/xP39Eeq8tr7gX7wBccEmmMsK1UpbQ0GKShYjhdO6BWqqjTVz6xkzZvShEaW3B4oGT3omGP/9mRYwEAB9WfcC5GKVz0JtaWPMzmUBaOuQfbI65MooBA0/6Rhafw3UB4+Qfl6IgKQ83p3XX+tUyh3U+XpZlJm1hZx+B0pEdiO75wTWZNv5o8Q6Y8YMg8v3GuMNN8WQ4TgaOIAjw6k/cDU2DQ/9vOuvMzQbp3GIdXlnjZG6wCX8R/glmw+HjhwHvTwqxrMQjh1xvOJBfYA7E31Kp1AS3a0NqR/t5wpFbijhyycArdaOE6xO1JgiTqlEBYT5vQOxDPEQul73jBkzKjxC9b87zXBSyGGDUZSyQC8JlOeR1AX3RklZy8XIUtTQ0qUCuA8shkPTrctJfXbysGPouNixHHphm/b5pkCK2Q8hz+zIyqTrcqpebCmRqDV37UO4EctEGqPxnqM4Y8YMIwaG/vK8DBJENOKrY1IxHEn6C++IBQYlwBrdBxgAHXa4hOBVDnq/mNd2fvLma8HtI33o5pEEqROOGr3C6rOpI7kwKBF2QVS+VoHc5nE4qgjTbqca9P+KuBZBQzOBYtmuDMHjaH2v8IwZMxp4IHLUxbipw7uzfNXGEzlYI49jDdEyPkukx3hjpi4N2DhOf3lVd8l7WDoMcggyb5pv+uMKYAiVyCMno5mhahHE1GkKkTW8zgTK8jdGzWgmx5kTmXq4gmLMSLVcx0UMnmy/ghkz3hXk2X98sBzfHDPt4lMlvaOG/8bqWaZn12R1tDjywnIr77HhpUI2DYfGP0NBF/hKRovCdXXHBzagi6oqw6ZTYRBvMmO4yrq5MJGFgFIerNuIES9eJQO8a27GaLqQdYTIoyPrxIwZ7xjIS+042R5RSkNDd816xGjdS2MTpFhHfkY6dUV2WcgHOvmdZL1WMtC6lIATxscwcArMiXBIjS4jMrEi99WPAh3CKL9XuP6pTnaenzimua413HdZsEIXXyIO0E/MJIvUtVcgfmTXov1K4wdalihmzHiXcEr+EzRFwnCCV6JxojyOsFRKT7AtxGHlgV2lA0+jLVBmkm/JjIzLf2A/kIe8uw6aJGmPt8Hwg5CYfYB3paSkIvYOb5ZJ569jsyZSHfPjZvWR/mVRUhXto7SjS1uLGR/mzJjxzkDD4vhnt0t4SZ+pGK3NoEEehr3lE/bJEN15WjMkjU5JsIkjQ3/lUkL8w6aCA+neEdlR7YGB/pb+HEBx7Et1Q6zCYaeQBbO3oxvC045ktVhijKCPnUCqqqAgej7tEM1CZailD+hfM/d82Bkz3g20w+KY8AjhzWJKNu4bxihkMcqn7OtBpe3kcKDYaxv9KJAKf1sWkksFtHXiUCn2sZSWV031kq6BgCTRlbqrEsC+UFKK2FcuaQl2iKRatRkIgfur25mIw1rte0iY3TFREuDvzoWbGTPea/DRxyQ4xzUO+buvMl6VhQEXA28CS877NOzpKtHeULUnoQYvSnYHcxfr8s4eaP3m6qwSiu6lpljGfPWXCUQwbyY74c2AENEhl1PgRNoISTXZCeTtNalEX1ab1F1YZKsOe7ozZry/0PDQeJATweFHqmugUUqN6VHDCXBEoYUEUnp4fUoVamjTy4nJJAkzZ9aXAGzPmmM0tMDH46lH1JYpjOZLEcrh8invcVG3IrscsI3oOghCL/GFGhBWsw+bSmyyxUi765ph5+PMZYqB/owZlw/1e/y8oAGHWliR7pwYjg0OtiE3dFIakI3EPxWTN0i3aiGvEAdTBqUBNsnFq5EhTIyJh205I4iRs8snatD1B6Bdc2s/pRKP/PhisFg3WOp+vy5zWgAmtDiBbHWY1HrHzEdjR1QInQac6bYqXf0ZM2Z4mGLYcL6m8YFdjpMyXvgYvN4NwH3IeazDrxmIXOlDPv0YLr7zPjrCy2QYxGSGJOFtYLUtlY+FoK71pheYP1qx6kVBo/RTdJ/vbEYfND4ywH7H3kpIMM2OYqR2NErIAfSWJgV6lTJoYkStMqldKiq/wnmsEzX0vopmzHgfwfUhjS4OCQroqyknx4sA4tJS1iQ0zPmzrRiMFfzv2xyJvQEpsx7Fx4FH/LGLbQQZWeFa0/KjoNGd80eMKE9IrULE1CW6SoSYFNi9fGhW061ZskpQND4GWWvrUaK0FV2vUrHgl4U614ajeHzC5VOZMeN9hX/jqqHjQTc+Jui3yXOL9AAozDz9y09YCmjGmOW65XndZIkXpEEPEm+DyYacCsGsa43LwYNKswjnRcGCksEw+gKW4+D4RcIQVmio9pbCI10t6ZGWmbZTBxECutCIskVhgsL8Fotr+l0UUwObM2a8V8D40I8I0s9oL0pWYP57yEnrNDekXMO8pxT8R+I4hHVxHcEVKtqkV4SxO1bxGGgOBqdacgqE5Q0MaP7ClwF5iT2H5ncLlPIMoa0jg375+YWcaUh9vYNa8NtsdqQXUK72avslUWtlu1FSlkKehti7DZzQnmrVxIwZ7x9w/mPmVMhn/O4IjPSjlUbvOv7z6KbBzoAjkvJQDw0wn2+uBiLMmWS9A24bTLXkNEgCXG/cncC7GJVYNP/rGahJHmYclfgyuwaTUDGZNXP5jpqIsE8amoNcqWHbmigaEvbyPs4ESDb7lWHUqP2MGe81OFw0vPDi4MiB0gWGN6e/jPbvvWgRw27kYX8x2qTA8kxzwSpmaa3N7tidQlDB2cNHWWf649XYpVLruYQHd07PM62ohKgI1HWktCs3mAmaofsoW3HY1GLU/dKi/YlNratXK9MUoXhjQV9criCqISK62Mmnc8+Y8R4CZz+GoT1AjYTucIhlP97EovTQuRPakl0DgD2lHJRNdsiZH+O1GbZvCGwTjlhNm6LZhjLQMSM9wuvEAR8RfVt0s6hIgviO4PcJNHy/XhjS18Hwmyh+N9hrUZskF0sQk+sCRqOZsqEoFC1qFGfMeL/A4QIfBMMvnDGLAqslBx1oAPQXYhcYhwf90EekZYwyjWnZi3TUyALI4wI+VaasXxB8gKb9Fp1kyfQyYBc4jpY5S8xXN3Docvpi0QFH7UdFK4UAXZBRBwVtVSVWRaqY4JO4lFSKsFJcg4FSjcgxnOL5GTPebeR5j5GToy1DDQsPFPpDMQGeGikWoyzGtj26BpGSZQxvJLXi5UUuSK1eK36jSGojKfjlVA9Vq9IMQeIMpzlRoqsy1UeQHGTS4nJiCPlG1L3Txdhn0OhhkhwU6C4dXP2tv7dRRHYORasdkzNmvCeg0wUPhBdmY0Ri78FQh3CknR8rVqOQ3yHtdjzFmGQeZ9qAcyVXmrQQVnMAD9BaXIukrOOilPOBox2IdE21qeyevL5qn4tFVrwgkmKhlOM174hKVvqLOEJmElRbU4XuIo94ibjHbI5RxpTi+qI/MyC00+Hrgfd1R3TGjPcHPOu1NJWDgnu9B+PBg3MoN7qlOdAUCC0VAEgqMwY7ptZyQcSPdlmKm1LRmNsAam6vXUDOkt+GstgfLXmNFpxf1gX6yDqaHuGNkrxTaND+RgBzUSC+SWpxaOX9ga24gYRllyoRIkiJexOIqXCA2eX5Y82HDqzOkwGnTpoZM94sMALpNPTOz8OBROAtgJP+mdEfbYIj+oGrS3Puixk3lbnmp5uwDd8S1zFzAow1fjPEfWRBxvl4LnZM3Kon9Mzq7h1A/1eUU09R+QiqNFZSfZzkQFXkatIEQ6gNiDSsKKgWm3RfSORPUihwBZwHW1bB3Kb0jBnvATAKcdJzLMa5r2ExNYbpqPXHTSBL8K6WVEkZQl3m9GYpHBNFKKucQWLsPwjgomDfL/mPt2XTC+TjDaPJQ6ScfqOe9cBrsBPK7GPDXawowKIRVSg21CVm3zHd7YxiHBE6y5k2UXbXJhrXz33NnSlVV60jO00gZOfPmPH+AHNQDZny1D96eEfLcvtGIsbV6qg7oWoR44gUUuAoOWVInTQlX6jSn8exhmZX90JQmAsRHOTykDN+Ptt1ujFZBLTHC0TcHfUuiFTUo2RMWl5S8HUJfwASSxOV2sPs2OsYoePJAEVT3tbeNJsa+clYI5ruWgX9j3FOv2fMeA9QfgGcY4WDBGOiN+LJh2axHGdDRE6OMoP6LHUEd49LY8Gz2JMPucAm4hAgVLVvaAS2h4Y+QOP4Gw34s8joHlRFLSMmosMYPwwZQ82ANjs5jxRmvPLZsBHAj4aeWpV2XdGM40OsnmCn9ppQXf3Phh3OpkQ7nNkxMGPGuwyOOp7w/jkWkE7aYBSArch+eE0MkBT3s12CbKe/U5MZXgdFqBtFVvVmYSJnz5N+5vmhOTIykvb0hyPVBfPQeM8sjWz6NIpyLUXDMHWk/98Lv5eEFxqohisFTcsiFPCVoYbpgQduYlxVKpB+YVp+41QFLugKcacMPhdGOlXMmPHuguMCpzy8HabokDEkcsQEONqphTE/4eEUYUYe7wpPr5NTHzgBXFvc3v1RzAeFGzs7X4V8d3fRaN1g8ds7dyNJXNnZufYU4f7Tn6KGswWopoBMwL+phIguEki6T8iiP7zNHMTIL/8GGHSS4VSwlIkQ1bXmipfcawaUQV6QgaWt32PhKCYhP2kIeDAS0izNxVUnT57xbRR0OGPGOw+c6hgi4RQwpgjQGQMc6RElGRzVO2mHKIrXzVvgMYhuR3x39xbj16j1EXhucVRznjRaN1j83s6VSBJXdq7tO/ahKzhrNAx4CNcOfcFD1WNrkOyRgufunNgHbyGqcD2yimqNsSJtPc2osjaKjEtqboCE8uuuswRoQB4zZ2axPCf3TAO0CXGU5efKyfQ2hzJjxtsOnvaa40W8QZvUDIxLeE7RHxogRdIV4MLdg9MGl+3WgtSGhIH4xwyh8PUO/MFOzvWIRnFif/euI6DD5+BNFT57dI6Ya4Ccl3KRjDfH6a6RBiIjBOwKUuDkpfEeajc1cEKkIy8yJ6TNPlB7V8BnxzkwyrCwDXQUmgIMaTy4rbC9I6oxLt5DMPuAM94T4GznCPD4bQa5hoWHD4fI4Souc1o8QIqaLM5hYfDD3d3H8vNuh1x+Hua+O98oaHOgWwgQHmDI93b3bPaXu08VnhMKJwB0gkh7DEFKvBJcVvvYK0Es+EpAiHllU3Q9qpEKxtH/6n0tKsZSoHVaTabaunzjIDiNZfV/6J311EAtAE1ZFtIQA9EimRwJt2DGjHccOv81khXrnPUcVB4qGibYYXSElzM22kMk3YiFC0evbtn38yA7PLQH+GBrD/Dol7ufnePAbA6LxMer1nSJ9AxSX7N2V1QF9hD7j4wxvFNmfE5cK0nk4yXc6UBVUbpTQomyIEgNVAuvT0Up7WgDwdQFnOAWuGq6sWqrU85vvgtnzHhnwfHRHSEGVwU19VNuj/nGChQwU9dJPtJi3eN9unn0AAvN3SMB7i2WXgOE1xc5RyTAx46reMj3dj9zjR+j2DXFzgX1sHCgvPS7IocxyiUzEqJV1CtgnOSS7J3iIgZ8SbWPUGp0e8WAImGkY6TmVBIEQF9Ittrm0kTV7cr9SfFoUI4k6hszaaSneGJ0GzpjxiWBRkuOaaIz0Dge8JIXk2dwBvWEzlhHAflyH+DCCQ+ZIa8PoAriH17ZvXIEBU+BnYOsjPMqR/EAD/d3ryriiyDnNQtuBypjpAZMKjH9RR+EPwQVKfG2RrIjEodQK9POxgQZhPPnAUKlaPZpUygyfA6NQtq3c4lU8dOQIT7OSyBcwXQM7XQkoKItkgLFfPLyrdE5H04KtjgaMmPG5YLOzXJ2dscFM+ABYnCUX4gU1eEJbYlO9pjGAeUqML22pDY6cCRAcNm9sgZYcuQbAlz8a9cAc+Z78AlzHzghDNtyctTOENHwEi8X//hFEGRgOV88TN0oozLhAwLQKE2CsMs9hvOL1gTRBO2RW/sFgCjDpcnocPAXi1S2iy5jAO2GBWtjfc0DQKNhR/tIIxxbTTwBmg6ZMePSwL/NsDvAM3RkqK70wOMcE6I3/pajnM+9EzvGfgyqsgb4YHf3pWiuTIEV5y4JsORAd7gGuNzf/T8ZYAwf7dzinYEoZfRacCrU44o4qYUH0zxNChUqh4uD2EgZ5p+WLOqIb1inQbfRbbVd6GfAagHNQK2hkrYQv6Wg5jXKkgGBWqabN5UuSB14ieXIdC5UHZ0XTZETo23SjBmXB/iSx+DFmPFp3pz8AqZSOnXzhjE5JJBovtSHZDmSi0Iu4j3c3f2xpbm4InyDztyNVWd1EPH2KnDI93bvY6jmaOXM+oliwFkOrxirChwB8fBGmAItA4r70GtskGePyuq0Y22z6pcOsY5lpINdJxwDue9I/9JezWXL85MthdU4Cw9Bk/RhdU8jX4UQlT9Z33Gwti9mzHgj4Cj3GhZ/2RHCFsxBUMY/yQBlRs9lyutpXlTkwmFkgtV+qgQIJzLiXNBbQ4DFA+RVYDoruawF5ixKZ4hoN4/EXm5OLgs830RLmM0vEATou+AZ7QtqfwyhnMjWF8skRLD24ICG3QYA9elfmRZck8xlPnUY1ypVkP4oLcEM6dJ3cjPGtuLY2BRSPE4IX/qZMeNdxdHOEiPFjMJf6A7OdvkFfsqdQI+wTwgCB11EjAzpAd4mlYCwbvEOP67oaaUdNBeLfLs3RIex1qf7AH+MaPc+QI9ITzRRoCjV2o4JlOsV9WHwcMgI7BBGWpD/+KNb+kroChIFqSa6ZeAbj/cXoJl15A1+U9MvA6ucxRJT9oAlVyvQMn5oPIAEGa4F01DwJRz9gLiClKjzgCeEVxR7HTBjxrsBDDuSH19ODn4/hSyM6HL+c+SMrIo3JrRv4DXA1eLaA124tZ/nOZbjCptfgnA0Iu7f+YIWige4iPsAj5aPn8L1u/YDHEJlnC3EDOSHCnZBAyXBXuQJKoLMRRjZA4NWTXjXKhCmOxUQQyNy1RhZc1VCGvzA/HkMau1+vFDxs2dasHBSLaD7fiI+4yKBD3y1OFgc3Hkysi0OmBuaM04Kjkue6rUnl72xz8HbrGsxM9eUolT4G0ZTtHBpvQqMBKgtoN8Cfwjn8nDnyu4N3fsXUA6dO1lo1wD3OEdblV8Gf2P52SLYo9cJtVOcj7OPjMSukf/MpiaVHMkh7KLpowrxmTDMI7pSz1RHWC3BPLeTtWl4tLVyBpwfnVP8+AfWMEOm16fZADYGMjjjYrBYHSye3Hly587BHYCxgzsH3OHdxKHwAm8kD2YmPCE0/jgL4kBp4PlRRHPlKFBGNnQgh166EP0PQWI+QIBXK4C7urW50pzuCfxQI3Lxbw9W9AADyoGP59HarAH+iR4gpI/JgHtfWXoqsNH9huvgO8KSZM/guDUx5AOf0XVeWlO+OgrpFd+DK7+80BTRAggOqTfIoJ2IVGhhDx9IJDvwlxTX8bzEp5mrgEhjSlF9NGw7w349tKAD5rBC5iEjIw2cccYAj5HZSHrkuTtPXjw5ePLizmt6fOH5KdD+tVlQuyDKg/lb6rjgGU4/wDex4WzXiBBwznOo6fLwWL9q/HP5K9JGq6l43bXggFraTVJ5DtlmHJZFs67xi0O3wZznik7yfpcFr/4ixBHonpzSQQjZh3qkH4KQNhC3NpBVvLf6Cgcvhc85Bn8SUJFBaDbLGatayLcyOjluCkIcgAmYhxuNHtWdcSaA0ycWk3fHdzh7T16D2F4weIEYOK/snU/6o0v4QqnXMoCpcVidsQEcIOgtDZzotDJkBC5d2aMwqiuBMUEyaMFUR5IC/9FsC7IqfBW5RLq5DvmtCgYc63xT9NcDr4cyRGvJ+vw1iClvBZ4DU1T+Y8vB6hDx8gHDELfAYTdiFMVh9rpyCqRhdFukxkCCNMWxE9sORFEnvYRrI973KmeTjg7h1lJP3Cds18QZxwQGB1w9OXAH4DPGSGwgsyevOQeGjBLkSwk7JKghdqQf+PqJtCmWnvzE/pCbMYSW8tBP8sQ8ixtQDr/8oyu51KdZL8Bp34DW+mMEKVMn/xi3DiQDPgl9S+bATq2FQKrliA6Gi2vnDc0HRX5Ba2wxmss+QFvdcQlkQ0quYXbeOtQDDz2iLItt0O8TUD+1XVURJpgZXcRGtkC7kMMjgNua6tp3q4cMm3/d4jS1oNM1N+PUWCzguXElz34c2QsBSA0BcyKlUClpMADpqQTKUtlZfkcEwoNtT6v3E/I6fLITGi39U7ydRwVTUajV+J5yPw2kw0hdvZUylOM1LQD1SJpQNY52QbfqgsH2HfLXEaYtOq7hsJH6INO/yBtIuYUgG64MZt8NkZ2hPl3r1JH0WTtBJsYr5C1oRmFmcjUw6kigj3ko6sWYMId2Wz+PkksiOIT4GpIZTvWVmnEmwKQXZBX0RreNjpz2ECASvp5yKJEG3pAxdBmrOFRhv2NT6d45MKOFRhbCeHtQNMBgK5MzjVgOKoVD/68z3Pzk0EbAJMawnCaNxMSSurz5NtINxsZb7461CwHaDr5Y+O/xeBTpwaEp5JT2wKGILlW3gh47zmEf/A5hR8IN7vd7Ap2DrlHPmbHgleVHMISk9ZaV4X9y+vOFLTVdudmbzSfC1ugh2FDJD1nB2qOZcQwsVqI5O2+xphfJEGpyqw0ZSPJ6L3kOOwQMyZcMtEFbdKfSIky6hnxRNH9sY0CveAXLCV7w6M4vubQFb0eDRmMOw5DERgzuHcPYym7mAIWqfonQAPPHmFKhkl7xw8FcceJOt1zHOgE6PHUcyPGKOBoP14iLl5EE4koClfCFohbqCgJZsO3PEdDBZldFskAMCrnIDx9KMUP60++yhwhp4b/h11neR42WLtlAx43SUk7t9fkiqJd3tMfHV4zPODHg+r2Qy0bmImfRTyNphUNH3rKUrxcUeYkws7jUZ6HkepHrKKQNFYE9OovF7vzJDYAu4Twn/oASiZgWJQ+qy8o5T1rj8EaMIzbHS4JkqYhyPdHqD+yYnYnrWF7ZzTDVDxLoO4koB8N3S7D6iHbRb82E2iaQ3f1wiERlQ7pN9JnRP7oUAX7bUIl+dwafMpKIk/jMiiNsz7rxkYwbVVeuamsGammOhpHH7KpSvoLUGK5j8mjyWyt6q29xxjGh+1zk0/HNzcTFKBy6F+HXMQkfTquDdvBe2NVjfqwAyk6+ZCAUJMdmmdWwfyuvi8R5dw6gXds+SnerU1XmpaegAVloD8lw5wSOWRRwEG3GGGYgLRIbmIFDEIOwP6yRWxyQ9RgQwhCl/vXYQmUUIAQemGkKoDcod410Q+8JOVCjY83QqTWAAi+Sy98DEONtgdEbg7LQULCm+fQRA41Xl2jL9azkN5FdSCa06AfGbVvTKTLjeFiFj0d+UoiX1/TkzZHJkrvIckggV0Lt8BKXpYbcRpWPBcA0XvzJ13QRnYkkZG8fB647108FnOG2DI8ipq8xdHS+R14ZF8qLIWLo1/LZOkacDAFcH633eYrN++KSC5y2MfsslGYQiRJ2MHQ8h2jasB5bqvXAKwN81kqWRdfx0A7lHgMgsuRGLtfxbQnf0FCUGaBO9QknwSStYWMg6QtTrVSfaNLNvX31dO/q28MHOtXmLxwlwi7OCuwZ4o2GRu6M40O+H/wxEhKYDc4dKUxLdWIpkhtJDjvk2/2zB1ccvLhP0LsQiRfjJYeRPiAm2cpGEpVImum368rw6MA4C3COBvah8eJ+5QkPxMjhvgyW0XNfq1SmPjY1NegZOSICiGGPdDXGmOdarJlAjBHqpdPRx2DpcQRbdtlWSgPgOMhznR/HMlqSqF3rpEteNmEKe34TUAgRo+h47PHG0YBPxYb1WRMDoLqINdEqE9pUczkpJuqoSWFFtdgWTW0F8VlRxrelOqQZx4d8P7OWnDP7f/balAgnDioIcnlPhejlQcf3BTqbIpaSnXypBLUZ54vuX2hgxzfKMu+tWg/EGXcuzQWT5GM2cWpzgPAUj1W6qDGueioOTJMPya+lBLo2CMh7WuaHf9QOHBlClRmyBcxOPpwCWsg7UDb1x7YdBjrZUhPgAfCzAFHpYPuUEp3DWSOv6vKqNlUOxXwB3hbIdbUOYHHJWfBosyGSmxhlaFeRTnf2wF6PKBKO8ocpE4Cp4ih67TWryB1NNsVTeca2WCzIOtrkj5mG7K6RypxWUlvE6SciC5r0GuXU+YUINvmRSDGgNqM2DpMvfPWYb1bAal01PVDYeFv8QJy/53O+wS1xF+Ccpz+CYckRy/FVHMFwt3KoTzaEAw40FynAo46TPHhKcISiKhnEhtpkmoMqcowYZn1uaYC2wX9qRuMpgEZOHlIf9GjlxbKEgtpwG8k7WdCf7A3O+RGxUIW4J/vRIZQ0IbNysEabI3czc9jVOvoiGQNKqArsJs6f0oXK1WSA0BX/iCPHRal6qIYTo+ZmrMFCfhdf8tpES4qT+eiaYQ8VaZjgpOuIXDeWYl5khZoiZYu0nD5rYAezsGN13TuDzS4iso//SZ4XGb0B4KTGkMPhcP0v+YkBeCzHVtx8seEeXQCsCReh6RtdLAb7YWCXXxwYtOXhn5VCYl+polNiAHpMET0VdKBbf6Ba4KNfF3U3h5uikKA/ydHoAj5GyjLF5QBCqXZ4gN8SLowqFLYQ6VZfFe3Afi3/ASBsBYwVssuQqPXQ0orfVhRRpf0qy4NCyBinBPUEmbEZCxMZdvTS9ALxSRKrdHiTr7RyJ1+NF4KVoWJ0Au3rySP0hjz7c8inLxgmpF5qCrn18GLIUi/sCyJzMI1ZD54D78hHjyPHkfDw6U51Bl0Z2bpeq1BYc+Rgus6UUC4NyU+pwlceiNrHmCxDE3WkqDNMR4Dx3GnvyXGcT9PM1DJvLZuxGuLFwwlnjZDDDRnXW/mV0D3I7Gpg+HWTVJbmdRF6Iwm5vfqISYFqeLnfCYjiMKsYFVQE/V+yEio8oO0Zm7G0Xya6otMF0uHOafKS/EAxol5SCLnntJLZr+NU2FxmG1C1h5frh2ZGKDuXC4YIWZh1pDG8mIkom7ThNOpAJ3bE33rgZCaTYHBpAlxRf5MWxxoDYg0z0c9rO0aeUhEMFr36YLZtbzXEzu5D2N6OvLAeLEHvlUaXYyaV5EOrDV4QAcnwwgeOdXCcjfVlvypzLwKHnGxTI79fpmCf0V8rpEAeQ1uifMrxzUPwMNW92UAEGUXDkcFSCGh6xiYsSFd4k3PkhtH1Iq1JJDcMmxf0vEEnXTakkHAGijAZEgUWKS5aZER758sJxBsh42E6KkBIgXSOdUHkneE/jAS6IohpScpCwVcugXqkHn7QyiHTAyZwA6esIQz+pD6isagYVAoxLNaCNt+yxvFxXp/Q2IUXSzo1lum+rvVGXCB74IDR6/IAe9bWJWtXFv5yY8ZI2XCHN54mnUbQX1viyDkQ9A7NSbQ/P7Y8DlhDVv28ZqwFn+wnV4xsJDLyZVp7cyGIFON04eSqiSL1ihIWI4gQYoqkLxs0l6HMuqDymKQRSRFVUQqsLZ3X3TNgEjzXt1S93ABdcXBwYtQ7pe0NxgDjjuEaTkKH0NNY2ysxjgTQQhl4BOumT6Qfwml3avTbsrZt26JZGa0IQmrlQSvDStHlCxwlud9zya5GT784e0T5zUlDhd6zVYr14O7ssDavo3DqnJJmNtw3ohk2r4bQCLNwTFJGWI64W2RGH1z606obQsbo+gUd2QkE/YCLPM2lSJnaENHPQbzyZ2lkZciYIlouJKU5iBKaCGtfCkrBl5FV1Hs1gDrv11NjdC+GL/zxhI4xC5TLq50xwb4ZPd/JfXT+htTQYqxrU1arZrRJnRADQjircQr6GJKNfyTdbXUcWf+gQXqgHM6CRYG6/NSg70Cj4dCPWHXbFvyNCG8rCokvTA8Pkt8oDPXJlG8VqpWSbIzQ3KRjcB7vBYzMoC0eJUkzZb1CM7oAvcDL0u87gmzw8pOdyVN0vEBJElu1RhA4VtKIhE4rkqDIazFsKiAB2dBVUoYNUeVSWtWY/z59ohgeeNHbK6NDqMNQC1YB9Mxo53DowYk8XsehCvEv4BpQfDD6T4Pz+hzBNeCbSARUV08Y9feaoR7H94uIsL2FJjBsNVy2iNXVVLAWmLhZXxX7jXAgWdYRqncyqc2g1onGtBqxqAk1f0p+52dlISNtmRkt+Ig/buIVxOh9iYBEQfTb4Pvx1j5KkbQaSAmRcApdEAF8NjlvzPVeGynMhahDdZhRAQv5MxOGVsgMmeNPilOqUsqD4L3xAjkC6ILYS6holsg7i1QjLgaNDIfddlAt7fVIAImx3j+bMXYWVuAvaRUtkgFxSd+80z0pWY/UB98P27LcdxeoTl6LuPjRZiKhp8dEEr3pnyb72c0V5a+PkNeqA5koT+Dq1c2kRKqYSyX+cFJ9otiMwEoXHkQqpEAm5GeZsEw35Bt5Ysi1L+aLsiqjmH3FlJvAoiQFJD1mZtEwok01sQmMY5NXyCxzKY1FXTImQkUuE+/HZ4qj5BqRh2AzEIvLJ46KG8kYi7BF+BGngKy7ckR7zJK4VB/Iks8s6LYIqWETJandanDpD7JDOIGaoDb5/CIZ+59RFBIFdp47Q67rdRY+NzasT6JZg803yGNIIcOqkN4lApSLuztZo2tFUvN3bzP6oPcHJgEHgWxILHC6dN8dva0kLNFPYSM7aJ0YPTPtzZXSd1qbdlVcsupOTIioOTRlEDkvWuclRLyUzwXC1xMD8V2CTmGMj9752yYxRDWqnGpyHD01+9kwBzK8oYYK+jhlNWcNsEzvCYejLdR3StfD4yHL6+Nv5BwPuS2gQ4c/1yUWhzvw+CKxDgv950ADdW5ccmom0YxlKsJOMd4hCrhK5JhXS9Oky3NDqRl96GIDGcXM5BAOGCNKeAM7xb19yWF8kRwRapabcqlQnW/zGd8kU2Vy04v2NRdWrOQpm3K9mFJBvFyDhVbQkuW2V4TfXuAAcQbHrbFlbLWHjUEjeYyoJkuDbOBSXF6cdUP5c5COyd4CmyG+6cvJiJ4G00Lpd0TIhnAMB/fGGNDuz7wnQM2OCX7CUVHNQGWZaJVLXBFfpLFMvxApLdDcmilkljIzjPS/0j2jV0VvizFwFhfglCVfiyHpMt9RkiEDcRw3Z0gUcWy0gwDZcufCCpRYRpeXaT7aARH2ejMZMhriK0pRGTEEvdWUdw08azngOp5XO6tiRiQP6Q5gXPFXYBw6cAdGL4duhOwH53bRn89dbvDyQ3vwq8HEU9BxdjL0ozh0LP0/ZJSjtlsIL4+3CJIeRwDvMGKbMP3J1GayAR2e7F7FCrKN61TEIR9rIyKVonYka55EjM8ILMEf8qVMSeIiUZB4TaSDtF050FBxy6QC9fDhsIVzphjNKT+E2uPteTVjmdFowRIDuHRyJ5nwZn1sbBwitI0ANSGm50gj+U47gRwjPplx9uZEjN/xBUyUNO/GOIrrn9jp7y1P2j3NoEqcc0+zrVtXAcUtdEEerRZnnhFtQR+w7VN6cfwRCB1AJBqigxYvR3FlEH08yijbeoBEt3UNmivYh6VTHNi644tQE+VFMynpmUURtrhziO854lcf8qHspZUodiArReRoiWaekNlMWEyrAOnI7Kmy2tEGhUxCVYRGf8/LeZQp4MNUbYWbfcDMyir5IvEpVkTcuxrblq1395PliSwHkIk4TF4SKdDp7ijh+/xAgcsFb3vTnWjHBgpitHRoloAHsW4F8FKCT2aJKOGHuAzBroqoIE8RpELthpQ5J4Yq+5hJ31jYQ2ZuhwkGXDZXsHu/dexYb+P5Cx7vZTfe9Gd5E9W6W+TfLyxWpBG5cXndVulw45AMfsMLGVRThHFsvEPQWSzJF9fjqE95WMoSVFGUMZamGgLX7gR9QAR2KMFuxRd0SURkKjb6gnyJFvlbZJhuz4RLg6mv9+2hwYfzV+d2DInuGO5WQTcg5n3H8EOGiEGkfYJ3IZ7G5jY4dYcN0GOYKXZih0UU4O8wPMs1x9VC9Pp0BQReICklxBV8ps54FRMYVT6KHxALHQovoJB3dVY1NI5IVqZ3WD8v3tFTst53wG2yI8U3CAUR+mlwp0Q7dsPsZMVteBZRpSQzkhTXFIMRBfT8qCE3jnQmKV7ir8jSxgyIqCNurbmMIaIcKqTEIYUoi9hxvnYvCGfQIpnASGxMdayK5RoJV4zQE3idQeV9DH3CNwce3laH2F31Q3yiVOfGFvVhWzCOnD0LFxDEhzQdYkkb8Emox/IA+UGNqeviS6JOhwE3BZncOh9IFGjKiYu9ka97dzO+twBfeBkNHIKNF30VwQsibMFDzpanJc9MrxCiuAiO3lg1hHyyFAtgY8B3edJztZkMpjKs0EIGzmJauZKUOKK++KtaGChfpPkOfrhx+XEpP8THV09vonfMSGr2O7m0dCqcZDZ9vtjiKFedC7+MThTqdJnuUqELle52vblPT0iAEX42g3v8/IU0UcMouvzXmmuudqQ3L4nF4rJeRZ2kE3T8MuZWv+/gr345vyTJgEDENOYbCrDxTa+KAaXkNzFiqCkeeXi7HAmJG/mMImw2ydqsaE1SFQ0iobc2RNgoB1RwjmtW5chwFmzYEANZjqbj1T7i7l2A7sJQwNNWY6DnXGhgVBJEJgYftxC89TjegfD4I1rQceQUnbLZ6qEQXSZfCwmZ3qQ9/scShIx2z7hgvuP1f0uXrDWi+MBrBv/WSSHe0R5d7FKsB87MK6CUTKlf9o0WeZ+w8kP3wmmSAyVXjl4YCafwnFSk5kRoKoKdfbNOSPIDfb5QhCXJs8UYCTE0GfDNVAjdHFXHBjBbFOcX5LHEKHX6ft6cZH2+XfAd+3i1bqMIPjiNtfbcBsyPAVIfxx5e46tGp0dp0AXitIfSXvd1rKWcFq2YOnQB2aUBRrgKyiVAPiSLVNPpj5yQTtjHhzV4kgHRijq30JR/FqHJ1IrrYeSz4hgG8iHfoepMVBlpTIHbqt5LLFakE3MK3yY4CCzmGxtZiKQSHpaVw48LfXGRPUkSFgVMKxUeXtYiToOMGwTc5RY2FWCT3ZJJYbxSzh32SEbFDKypjHfsMTFxutqh4Onc9//qjld+dcJDud7stjVdde8ynAJ9os4V6POG6fyUWNVrn9kt5JMRu40ovCsGHQbE8XMJkH+zjhmlb7cL8KpJ+GlD14zeJO9saTKiVf2WNB9Z+zWG8uh5CopwQGdOl79TKm3zIgAIU4dj2fsJ/9WbmYV+GvhDUQv09h5vb9whJfqKJAP6YMW/k7PnxUDYjCqQEZmsKOQMZMq0KLsKrIiUdZM0KZMcOxtjXdyHaQRVBj1I3qUPOI+lHzbQCPUpzxN+Ke/Peseiqm2oknOontNxkcBRlW0ag8zgMiIjXCZtiC3AJb+KQkwNnUGBLMLbAyHUI8oihzZ1ox0fWdC98wbQ9xN3sNlkeYGj41WDpbqNiAig2ws57U4ZV3sjGogly+KJOuCJQBHn1+d/Hf8Sw//zK7cJBKMlOLtzkeLCHh046iiWNFQURTfJR0wqaCKMWg87mbUQxSmFRHHawaYMbFJRHjUK33GvLOiwXbQVlhxhwEokA1MiQmeyPYPeZsT5q3UhDsI6EJ2FwYTv9o57g1GIIPW2Pte37DH4f7UJp8eAgYbo8EWLY4ibu1Iicggq4l3iThniprY4kskjjYG4NUYdAQOl40Bj4B450rxPujXETEhYpe6uyX+AIzBpXXdltrOah8+fmmXWTT7sFmWtkvSqr18COJKtfP13Eistk4lV7KXR1YqkGceOmn0uKYY/FrnkQpFllqAymKeqSMy0OYwvqGCv1UTrkKSw14adC1PsKtO50465VHA57FQ7W8Eo3pGT6mrhu+EEcujncfjiTjsaNFq5pt0MJgACXq08t+On3/Tmx0/plgg3IgmsFEx/LNI4MOSxQxuR1EosIvShQED4JOB94WspPxN+VnLeTE8dM/hYwMG5dEfu5PcWmxBVtp9gDw2TkifVIlCtBOLg5pwAVDfDMJmlWUofnYiwW+a9gSiEbh3IInwl8pSpir6U/CixiPYUSFoW9lgCLwVgIoWgHuxsh2RoFUqlb7uIMFDcpsSQZDNH9a76qD7yvamFkcHArxSovKNR0cE78JAYDqmMYaRpS+QkF6d5cR8oWCybZfPzAJe/3jSyW7ZH5bES2h3TjJF9KUZi2HHH6Cg6VqkQSuA5FatzURZFUlc4+ENcpRvU0gC8QC3SmgNJgZExhqakJq/NpNdZnY+7KHerF3gW8d5qZK0h3HcY1avSRhcKZJEp0ojZiFqQ0YuTJ8c3lUQwztNeSflbeEUQmW260BctZlarI4/PWSJDbZFP5481qbFy7sKgXlaSENQXedxzd648cCHgEMlY3RO+mOeZsSUGpBhcHZdwBh2e6MjSg3C6DkFfq+A9MZEnxIxLRdCM1dFDMhXvrwzXz0FAX0hkRDmA6P8eq/nqLLLj4wKByhz/tLhl3DGU5vjDLuSay4wlH0DcWxE3wSEdR2Zfhm+xC8eCRGHnCZv8LSUppbNF5yuS9KbAIS5AnRKDIumHXMTiXBukKsoq33oubfePZiyhUE6iKtVWi2ArFsSHkoVVBdpCgqhawQYkv76IXypnWbwP4sjfUnCkOSZHgzOXQM0B1fFU5rjg0jtPbgzKOi4vFqVZU9iQfXKg5oA7p1sRp5+OVbnX5OSJ0cvDKztNJoBgsMwJj43FWIBcmFcrmAbY8VxegwNIZmu+hVgRk4PPpX8X4RhsnIjpNtqgVMpbq9VcPVSD6XBNNzHuu4gVOQrcQI6wH0U6Ef3IXXJuiML7KlLFC9VQihccLtqU3wUhjeZbMkpVnhFbDQGZSi0hTbo5IkympYQdrZve8G6thI5bgZjbSk03mgnnIN0/Cd4y8GSNCH0Rx+PWB5zEcjh4LisLww8ejMbeGzu/S4OnQYWNSseFjepFMovAeQDJyr1XZaHDOwTlhDVes6an6Mq4ViC+UwSqiPOH1hIVH4/ZMMGO93xaHwxcPGe7slDOMtuDXmdEg3CdLtJyWxIEaAKf34poOQlKYQEpfEeqke8TFqQLbHTKtHFHogCpQUYJPTOSkDWYJW+NbpYzJVSgF4UuKWGtIJiJpcN0p6BCT22ta0E0jdW7JZHvbPGj3D4mQXe+l1sv6TPkjr9bpgiWEL7lT8nK1jMs8RhByYcI5Ih4OQoDU/emvRGgAdnKtdhK6RigPbCZCI1bDSK/sE9Ts7IbmiiAVNNe3uxnZuFCoEtyFQ0bJ84qTXhyyw8hPwqq8Y5jFpMt7E7jlPdXFJ3KYwKao5Oemt2WAMzwbBkTEr0/WK1EF/HrN3lMDC2UzE6b3+mSYY8tLgPLr2IBBJHPtJ+eWpwu6ttzs4Ji9OKYkpSGrMYdDSJkNAVMM0k9L+thI/NRmG3h5lp1THwxX8b4ikOhYnTB24g4hRHQu1C8THsyV6cy8vz7Ao5ZXqA8xWgbQ610AzYoluytDW4H+by0absiJ26xA4HEiG/rdWa/p6ivn3loohi58KmWca8Rb4KWFRdn34dRBPS+WTdS/OU2VeBu4V0acDKwqmoA1crHS7+Pp4dDBOV4olVERJ2lstnK9wSHpAVwCBhCfGWvLNwp5QTBBIlQU74bQpeKnCiieJKN1WlGrhgnos6VDcTNtVKBtnLdCtvDWy2wVGrRBEnIsIpKmoeBt0In+JIpWfNqJhuG3YsnT+p58nahPYNjssUBl/A5X77PyYxc6scYHPUAT3HCn/VIOYexR4IiS7SWmSBFSZ6iAvRUV92wPrsT8+LodcLqtKALEdBRcbpmpbPd8yzDGbUi4ire9ScFaI98MtuAhIwGRQqVdq9Vp3sJDTbSOVXBkZW+PJ2PQ3tbh8VJICfJPCHfyXTiN50obXSokMO30uAOpMLFwlvlopQ3U1iI7JhlFl+0EWLnq6RtKC80pSIl7GnVvp0loDwRMbaUQj+iTjg3TEAd+2i2trd3ITDazbOap+vKa3+JnHgJXNSBAjwVrs7nL6wanKoPRAmXHmijtwISBTmodFyTGRPXHoJHmWXCq9C6H4jG97+ox6laieSQ5AfWIeWRX+Kj4Y9DYmEWpY/DO6wgAFusP9osVm3YuZ4anXsCSmnzo5JsMlutazkUvAdY0B0i49A7omOEAPTBRLCIxOQn7cQbxdVSNhWU5ZIiFglJWiGhQCpIs7h1xHMUWi4hVK3NfdTiBugxCo5JhDdoWMaYYSFMOYYInx7jjQJruC1+0xe8c+ft/LKL8xOMplO1N1nzRCxl+rbnEOFDnGPtvotTnO1j5i4f3EmDA217KR0lYnz4+1d+2g0ZgkyKLN7kQrdOVNJWp54/hA6psnGx8OHwtZTfdfLOhGHYZX2sWu5colnzqOK87sMTQ4Ga6zajbQzeC9BHAxeAFhjayZOXBGawz4SdIt5EHV5sk3sXUrlVMkKy4SaKiVxEbde/BG68OrJg+Z2IheKwWMJDFiPIlnmps7TzzW42GSacrXQKubEmtpi5zrGi7Dx5G/88OJqMAcNTtf2+D1AhhpP4jx6CvIyRMQbdsS7Yslu2VHvDIDewpd3WovNKf3RyRCUDSBordnSzGFbwKwYvfRhyw7BvzKD3uVHaeGggv6UuM0Oiz2dr9DlKK3d0OrkdcpESlC5Wx/Q2mooAAm1siPxRnhqC7fFsgr4c2XcfcoxAI/Ss6D8h5WdRgSIkpWOmvcgGAV7wxIJDzHoQp7qypSF1U5BzzW58Y5PDluVShxmoDRwlzdDiCxGq+Ga+1HSFTLEFNCaDEjOHFdKsNPRSbqg7GunojbcIPjs5cnC6D4aNc+MMjsUd73FibzfIovCxEEPocoFXNuEQy+UiDbRNdJ8Q4KG2X8Yvy5K9kOcSQx+Qzrg+D+loIa7R4HUoSphPyrGUH14wX6cBm9GvnBC7yjh2mIaTao0M7Sdyrx+6HPJBuuELqizAyLEm428xRDThC5Hi+EQ+RfmicyR3KXwqyoLvqEohYsxGuhhxtm1oR18tCliDl4WlZR2+yWosw5BiKfvtl01nU177gYKZVDtoPNumCotVVy9elxMY9qRJY7QwdjZdZvAcBXDy8lyXyFBcuzwknOgajojipD7NLGsTPHQuHcQudrnUOnWF4KSi7JmICFWphdiN3pXBZ0JHNLDk70EoRI7ZKDIEulV6JIKcxZDBP4OEbuCxO29Un06d5+Dy/I3uAnGgyCK3TIrRPhY9bnPeOizsRJEORD1kAz3ATwlyBP+3w1yRrhR2znIxiiIA76Aso0xZChn2fomYiusVGXLc0sGTZYo92TWBUUcFxWVSVGgFVQt2SxuyYDMUlC24UQmWhLoCydi26JK3BXHGcpwOT9PMJDAaNctRAt/4x/UzjgNWM2zNG4YdQBKPEiFrA3YIqckpgb0W0Q58y1/VDI5ri0Igxw9UOcxBcU11i2/Iy8ZyAe0Fjla6Fp0KAqyX9pujiPq6zYkwEc21GCXP70S5JFjG79WC8PQiHcihIvHgxX3SDDItgA5XAMO3U+maI+qDHwkyDK+QSblqNlgSYiRK2AyG8Ua2/8/X+SGNOFsbltxaxRVhW5TmXu2QKYu8ZVEKlS0fUO3pnw7rcTztM0dUfwhyi5E0AmaI+4ofguGw/RA7/iGqrohfIsT8Ui2L5jnIhFy/rmeMCWLEutDXSXYnoZ+KdCR0qAhOMkkqBSvI6Y7rOwjREIKftQ6I5nB/FgBPRytJuTowt6PTTCbj6zByeY06UryM/Y7PglfgCNKBKQTuFDlB9GCZflgRCZIRAlIW/a5wrpwZrpdF9KvEqE6HUxgEGyqmzNBWeVnOzYVTV/qxEyuL2ZqmOdBfzGGjhVKpeTu0qQglqSnPCfqayn5SfjG0GTzpI/pmoNp5ii/yftcyfN20Q+uUiZbRrBaeS/vfdLeMQ8ccTJTtY1jaagVFBZLH1MkA362fpbOhKQ7wawnvXu/D+yuShQnXjh/9QCSDjU6NxepQk9rg2M4VlwZqSlsn/yFaxA81HOZZNeeyAkQCUjCVkB3EA0iTNpgGNzCDXKEcvUOfpMFMiSSwbyanLTK4o1NG/ww+ljVgm9dhmUZ2idCKyoW5KEuTKMKEnTUqRDZ21EAEWiKzyHLLck9VqWf9KqNCKuyNqWP4gMMz/oLByg/h/fGE1WmKr3wGBchBE/lY9klsPIALp/lT1ra2eB5LKrUuHmMdIkDPrRv8/TxQHdGyi591EKwb6PIhaAl7O36iHLWwU2AbqECvlG6D5nfdMmuk88mwUeStNzxq03lkMPDHrqvSfcPvEnz7H4a9FsNIMvKU9P+XIAh6U74mQbncKr3pNKIQs0UhmWnFcMOUiLLBS1RgJLnHOq5MRbKc92oOU2HRdoqmNEIsAUKvP1pKK0yksqp0DkMpcOdoJre+GMwz5E2eGnky4xSNhtAZTDB2hPG1WBxO+jEYGBsPwEe5Ue0scYrKNhXNDip6DV+RJmp5Tl4nrTGv59gRXNNrJ81LMSgfrteg/ZCYIo+Khko/r6XdafSaA8NFIhozeFU6ooLaK/ZlgjsIVNDtQeNrF71r4K9/4X3x6gFJAwn6YloLk9+kG/BEDuQSifBmfkQzS9m2QG5jAkTkslZTAvtUwoYdnC9miMdYHfLlezpLMrcGL+6pzhD6bprN8K16IVdSlUOHG4WcTntKLXNhSbrcU8O1qtm9M2kaF0wMY0ADeN1SMymcy90xqzG83o3ZCA+DU+F4xaF9fvWVY4lgpV/HBBArCS3yRXwI/cJjNJ/X2i0nR8IGPpiuJbjjbZKPy2K9+BT5OR3pbsCTXaMPs3HV1//uywh35fovZtk8KSIF+NsxzpH4qgwF7Mr2TmJBSiK55N+6iSfSo8s8uEUUMmVJ6pC7WBAxlYaucqggX8plrSvN51aqBv2SmitAouxZAULm0CDeNGRjpTWUOtN2RHjS0Ja+44tIQLEUwGbWKy6mde9s+2yE8zovtrKbo0qjhcMYI6l8uzvPKmtGU6moRIbgYFiTvRnHK3yqqjaiUJFDuV9NjSUKv7n7TyBdcLZ7NHpPib6FSmTF9TS5lg3IkFUCktRnhq8pXQmhv7XtTZqjyEsoXH7MGJCN0Gyb/RBpz8GzPVmvs9VbXDHO7HcMC/lA5BnNDrkpkW4XCUJekgNyhR0lC5iGIklKWYjzsq2kCuLNl1yw50gi1N17LOCMKEEJrTEMCa0qVxsj5EXmSJHCUoI5bJkS2DGIMm5HtoYBYxIxJl3lsAek9cb/M3OrE06nKE9onLUYkDrDmxkdEjKz3WhaU2M7XE+E4xbv6J+q8ABxFRhQ6ERlxVIYDFfWDbp3BhrU7Mx2G9DzYyiSFAc1f0gl8JpxAR+IBRURF7TxOqEDGECFtB5fiYKDWJ4Mv3DJdjLi08PRZrarTH700o/sSbQH9NZAI19jHk4V4nB9ENdGHlCM2fSX6LUhKndPGulZaWMWQhtzVP4VXb2UQAl4HjawU8gMq+iBLrr/kC6cLOmtoop6Q4y5//TLn9gwlLUdWVBRq3/92SMZJsFSCW9uUpRK6MkfdTFtVrozuWx2EdjuZPIJivNTQwwjNoUZRDxHE4MQIaxnOpDiS4FuY47RtG2Iug5UTjozkd5RyeQsMYEO5r94dBcS6GpnqQFidbC2J671MqY9f56hiMB1WtKQmMb/ox45J4Pq8vVfxoC0Fw6vxYozKv1UrSFjenzaER/atQFZ7C3CMn/rgSEfDpgogfRCx0xBkxOuEt7ci6GCLqgQOsqktyedKK8CeIeSGYa10mVD+vu7u7u7X5uD0xKCiLgpcj1dgn7ewZ0fdn86eLR/RbTs5UC1iIZl/MruIyW1YxChTcAeGqbA3iRTeHtTqdOdhOePPOVyxcfpduCG5xIH0tz7whLdM3Yb7nhDOF7DNmk3z3zprI2Gr5SZzS0j7GC6191bYjRxbDq7i/C1Sr7vBUQ6na7USFDum2D4B5rbMM4a+IqyKsoGZNihRf47glqiQw1prZkCpPifKHq9Y1iQBuw8cbhjL96wM4gwAuTYsaJALKPVMwrrxjLSwIY4REohZHl7eCzEtE05BwqM7IP/du/fOfjq7leWqywr0yb1UFVcov1Xd5482v00b/wrrSXpcgcCRFaRSoa92I4RaTGrho4rzYXCU52EFwCcknGOYpfTNA0wnaz90VkPh6vszdg/JR7z09u9ey+SfdQxTzi62Hm4e3tn58HuDSWPh+lSa0epakRr8sDpMrefMDJEQpFaLm7sxiEt4SmydMc4XcTpuwR3POWtLGoGZQujVnfKw90PGejqMfZQR4BN5dZ0jw+mQMne0auaKskY6ukpkuIoaL8u2TrKHETiHYNv8rMLpt/H5v116TFFtjcm8k96pYxA7KQw8iDG3h4Uk8gO3iOfqFDkKKANku6j3Zd37jz6+s6TK7tfSctZftQMNwhKoUy82Nv9CX4fo3ohAk3VJoUDEGBxDHkMEGkd0tluZOiGAt5sDt/ObcfH6eFT/sxQrPXM5rnbl2ts5RHxqUu9/MSEeBofiQB3PVoHg0toZY6LXW6fiADXl5psvvnMK/4Ef63bUYZzBIFFvMh7Y/dDBLfvXiPXgak6DiMoCpqxCAgdyRrYNPYlTz4g4PluaNyoRIY079qTQy+F4YFaTBRyNjJZFRBna2N20EXvuFVsmX5gGsEeJM4cJN7ByyDw/0Alog66OyI0Sw5EAHTT+JaClKSiUtKSCmiNe0kokJuGl8hE2dKNAsilr0gBghBC6Z93//QRHTlOhHevwHX7msHBV3AMn0L7K4q/Ru137yL67Tef7u7uPYMHuP8v1IP/+PFn0n/9hJoo8foOi+7vPtOVDVfMGN6oLVqHBpgW1VA3xa1n6HJn+5z8cziDaLJnNs/u/klu7sM5rrssuNAuaR8naOTj3afa746X5aCPaLEe4e3df3DkWAAvjLd9i9bH4hwhV6gFKK3IYkEVjd9/dYu+4sPde90elddkc9DpZBFe44Mfub8flz/Ir4o4zBoSNkUK5DxY6HVPv70DdLJtvrmQXXNtaNiHcYDKUFwLxTwOGNtY+9uF5YpjHmSQ99LJFTL12StiJokhUyIFhHKSVJBCvrGxmJVoVSVKtr20lIhlGbNQtcHz273yzZ0XCMhoCm4/echgd+/Ok58U+eTOa2UYEH+7+xMI7wojxNU7d8CMALJEmbu7j9TkeKtStiGdPwvKJrU4LAnEi2/jhx6nar/pORQwvlbLHf1CZAzHP9Gv715h8PHuNxw8w/JId0S3i9Nz76QeoB2vEyB+CCEsSpcENEl1W5O0V4u93Wv8Hc0nu7d7d73QgYxLyntD7qfXKD9yb7f3NZpNuH27W0i+qRzAbNaHne5BxzaNHwXKlu81q7YF6l0xvi2xfgUWLXdATSpHSc6Pi/wdAMe7WcsDXwxAKqS3FEK+mYKYjhs8IqkzQ74SHbpQk9fENGlDZkyDSEVClakwNSADLWptkExz5wbo6sbrJ3d3b0N0l+7cnUe7ex+9hjd4G5UfvH6wu/cCGQ9ff/Qn6Dzaf/UcHuCdg0e7V14/3391+/WHr3YflRKYk91+De3HrA71qzrWL3fV7XEOY8zMJlmPz29QByAe/XX5UE7NPnz+To6VFdeX5AKGoIOm1JSBAewB7sjVWSwe4KO8e10Zwm1+Fe09kLVr9PGf7u8vuGxYp8CDMjsU7O6r0MM9eF+7+48kvwcDe5+gVI7dB7tP+UX5lJrXd+9SlathjcF7e8y/5hqPFg8xN7hLBu5XygU3DPjb9C5XSLiA1zd3by0f7t7GSbrXNnLBsxa2QmeBBqitt+sx60ABNO+IsxLWtzh6rm54tX/LdQD37lPSzKMf80AfqnuioeSmRedgdlhZNoBmlp8wl010p+3d4xdStBKAd6l+g3fa5fIWJj2EDPhWET4YNafI7wL05+f2hBzxiFc03B8ti5ENzBFISD8dQyoUnfhZiE3QiC1gj43WnY8UaY8qznJck258Xo9AXl+h7BXEnhyEF7f76ZPv/w+Ge5HxbewO4AGCJTEF/vZP3x/c2dt9lCX+35JKW40jvatab2y2xHkZWK1QnhqbXYCNRxw9dhkxdRLnqTuuACFP8s23mk2Z7+MjeYCxDBVeenHyQIwSUOXHV4ruXgdVaMgGAQ7LNIU+2dXKyO6PiItYgBtl+piSXZDHYn+PqiCAxmBEb7DG2zsLJ9nSfqUoTZfw3/YW+G64svuNCwSBXUMzjMehDqQtagLXYOJuNCCav1pWAoz67i1Wj50LU1w9bRtZGCYPi1Pg0tBFtD4PBj434QbQTNiFI35j96Wi1xellUB+7aE1vK5NkdGjNnMg91TSjBwKSE1e8nnbADoQ8cjH0eaI6EGTYqStYK9N2kojj/ny9qTiXLAI3yQT0gl5ThZJlJJI4BciTmBHdQZPXny6e4PeG+R3d59BlHT29fcO7yLjT88O7uy/esTLxs+u7e8/f/0hPMA7P/wJtvZffSO3AXhIv5C3wUDbdUdVqpNRxfjCMUT9zEYqjwwHE01vzpPLBJ+iYyhf3aOITN5xsf4L3aNgMxZBEnuihodyxvBJdAtD5frO6gpdxYN/2/0akismwH9AKybKuBCZ5x6J62MJQJiLuzJg3N7dA/U9luVrr3ZfXdtBsjGI71W0a3EFadZ4bXf3uQs+7VeK1l0/ImF9uDr8af8qJCwQa3iH8ABhaLHPZgRQHZ0tYv+V+hIS0GD6cffQ/KPVIfxdpkqbnuBYshtIT+gGN/Lgyq3kdR8o/GXsS8Fb1IN2PZhXeTBphtdbPtlF22Xx4GN8gzSthIsopvOOn1yCP1YxJKOvqRTXI3kRBCkU8v2m7wBWKwxvkRQ5K6axHP92gkQZYA6E3khkdpP0QsRF9KsPsUmUjFwajgzFGM8aneXbZuCDSf76zqePyFdfwWn7FHlw3VASE9pnvG77mteIMend040tT17A1dOOjt/rf/Ya4E+8JvzPLAGH9fXr71/tPuCE+VEuUeoIEHF9aIRfyrJYrck9bwhUJo/kjK+EXAB48taTeww8r1sP8E6EJ0NeBb4Pptjbk6i5uGl8DMGtfbHNdZEIBaCvG8ud5VQZDOsP07PE7HKJtJivXRq7vfuAwQFNY+exXgx+uPPLOvxJEouyWrd/V4ffXE29x8bAqbqyPLqtm1PQxMXRYu/VNT7RIJvxWe1Z5EQirGYDtIZHcrsNKom8epDXSjcsDs1cpZFxTQVSEj2acWOBhvKOwRUKHn27+zg/M5WrS4/sqaz9292PdOis4uqt7vqkotqRy6oTWE+F4ltrys17aYL1Vr5T513AQpxFutL4FiE4Tj9OYl/yJeuBD+gmYUOKAqkwTg6jgkrzTT2UwsY0GZTFaAExvUhDohtZ1A6F7nz0Jw2gO090FeN7eIDM8sznOaa5xiNOal/8CzxA7h6/+Deo/b2uAsMVpE8YJX6iDyk8IlGjjW4A6/OLLdJbB+J8vhXEAUjM9+snp7sp9XyAU3HqbKR8nfvm2225L/jV3wyfbbfGQgtoeQ0Q/srHhQtjziVoEYqCpZ2hj0SAGsG3wWhHcHcCtQwK6ZyA5KHEH+3e3bkWjhZLJWISLXOYE6jNjcHHu3fLgVFlCbfsAT7OXJsDSqXXdu8eXdt9emP3x9VdXdVFgdUCHuABH2iQzaBrGIANL23iwFTLrf1XoA3iGlww2l7srJzX1BfXjNENywXm2lxnzEbyQYHo0Wuv9tnGJZclm4LXd++Wx8qo+9gAn5tM/ohsxj9B3LcXwrD88wflDhcxnUy4XFjjuRAqklgcUwlrUrbtOXHZQefGIz4idoLo7jAtWohc5Nnbs5Y3Uh7SVQCWUDGQReRCRqqzhMJSXOuD/qWwIsx4fQNzh4+/gRqY60/PuXiHGl9zvXr3qycvbiP34aeYHSNDi33yAF8/3H344tHuXSbAeXv7j6LE7TuvX/NOmX0uFrr2rDw31urjQlJhzYVcbaSWW3lJZ8GDVoWA5623KfAn92LBxLNf/PcnLSESa8p3cIShrKvAvN4Zy2FAwytF8HQXszdMI/8V4vQAd3a+CYWmTFuoeICLW68wngF6gNnYe3GnyMfQurX/mRigsvCHcYFaYI1Hq1tXdjmnrDrV7byx+82N3euLP924tq+JLj3AxZJ+3upo+Un6VE2/XLOt4opxGfFwcbQ85FxYtiF2Xu2YD2HX3cCLLh8jXRupp/UdHl6DHV5hZvc0BMh+zsfKsBwqzAbw2L4JM+yw9AD3kGml/B4g1SliO2GOopgRWACQ7tCKQzGjOrbJfIuh6x9y5oKi5AlZyDcD7opHF9mMmhqV6Xxp2MeyjkJYZYx55BrZkRVKmK8yJEU6YEq9PuCNgBC+fvL6NX+te4C5MIRShPT1C0xLEWNpmiXjIveFzFLMSlBUl6tpG0WoiSSb5Dm3fmzMA862c4ccbo4pkw1iCjoIWWWlikuC0RMxhAwyf0xPHmD3n2d/9Ytf/PeTT4PjKjDckOs/RrTBFa1MicaW9sw1+ZQLIw/wo2GZtpBdLzgz9AB1PNMe4F3xYrYHQLHC61ShAwWPdK/VCRzBK3z6BzDflVcPVKUK0ANUpaUZxaMEKRxdu0Enayd0roGhF5wpovmYjarIoRvd1pfdwKkt66iNJL1hGvycnuTRYsUl0seiNTbblQeTqfsAHAwbwCScZNEUqy2tVbt0xAF6mEJUCX7zvdcQlK6yjsgRO9aIt1KUv+WIy7pBThHjDq4P9hj9FIDATAtkBsmxk3Mn1wkx5YthqJ+WzHoUM2WTVKMGl/5UAHsJGKhMNcEyylS91JCw7KKAdlRwknIUYMuyzizHtxUkcEm1gjWwZSjgMmFWajTF341ARNll++DRnqkmcbrDL+9IRdgB13XqijZUnv0CeFaH9vEQHgzX4RZ/alecCLhlrOgTeVq6/vmpmFf+mFbzrg3KdAp5aRDOzCGcKY16kF4ZxnGvsJYXD/ZfigG0IGgg+lFEUSP5jHbB1FUnVXH038rlpLOmdV95gIfwAJlofSrjaEkygq2OB0h/KRrin6s5b/GqtCm64SmY7gjFP2RergHi0zvEtoeaMT9m96ihYCHwFPzKH0Hh+ty0PCqoAezNW1EFVxRd9UeltR/rIroQPp9ojfAN3YzFMkjkA4rhiBCqUqYifGux4IAmB2Fkh9/E4R504AQ5TbyWCnCzxAt0hkA0IgomFForPSdmRCZr8a1/lLkQNlKL1geZo/qkHgIldBteaoiOGMo2d6pM+apXHKxK9WKIt5PcM1sp1q2YBLCJLWxzb7E0rYaGIEBxxE5KDucEnIdTpyIXbTJvVIfsWH9tIJVf/eK/gQF/JcHxYe/m+V06MvA1wBfXHpb+uvZqn6Nbztztz8QlglyY27ooOyjTKdS4Xg81YcUkFn6j9Gjhyi3kvmIT4AHaxCdhUFEWv/YJzLFGDvbVdV4tSB392gvgKP/E/p2uOCuUB6gZe20GEwZc6YUusi737ZPKAwRhwFVl81UEebpM83B37/rO4vpDVHP7JWpervSELHXDDTfyIRT8TB9f7sUMG2bZO4crFFwcQe8RqoSeyxHXdOkjzNx/zkLqKWanB4iG/eknRRIUOwvIr8vsU0D5uvGP3MtLIe3p8jZDa3IgAro+Ig+FHP3iC+1IBSQAvcOhqjlSlUxyXgmOOHbKkMPnN9NIUmi5zIWOReLJSHGjUdv3TrfrUYpiEHCHBMsxGxtt8lBYXPWhSNens3oeq+tMuWQyEFm2jITzrfm7X/zfl+r1i3iPvbxFvMTqi1uj5KTwv5zs9C7raSzu286qw8HRLcBLjHvpdPexFrEwehkMyqQmC4kF6XphNIZiTHuJeyGhqwPHKw6gMRhRlKCXdOiLE/QvIwOkoyIc4Ndt+Lbcp2ii238FQd8DJE0Bd+GShQ4bAL+QvyI26BlHXtb3uPTI3etgW9cRF+1YOxgU+/ZAsyCYseqpXBwMeJTerTxY4jpXLKPTdCMQcLWwm3zU5LOAHeOEeI8b2kfvk3loFX+oooy3GaQRDGuPbPk7doHIDUyDGez8hBo5hW/SBBmERJFLeMgn70Q0iphbZLMI06wj1HfFyKVGBFRQjEYVZOOyYlWnFjDHUYXVi3NbRZFa8ENNkhbjeFuFmmwNM6REKXdWQiBrrA1K/wvo4T/8t//Pf/jFL379f/+HNxzDxtbo/evB3goMFddeZWPv/EZJcOS/P4nT5HjwOv2eHB0Mb5DaXlycFDjeH167C6rhBQgBo8guDPwVBoMyTSGPZXmAVrz7SWcN8CmN0tmjBygZYIPyB28z+hA+F6taPOQNwg813EulHNOincUVZSw+1ihfhpelphyNeIAPyUfwzDCXpc5TN4A+nNIPr7P5UR4klW060u9hiNINtZGoVpXHgbJPj1xQTWwPZnnkBrDNNnOLZPf0Gvz7xgO0ElIB+XusQxfCLOJFsQrfFQgVHEn5ATMCd44SbyvIDXSOGJgPvMdox06ulpyf3KwWpRixLvZZXgEzWEA+loV2s7SXM+YSWU5anLbaUfPeBbVTG7GzFUlVllFq2INlDG9F3fhSXuWop3ZJITMcaud6JcI7ok6g7ZmLjfqYacUs4Vx3sRQ9tUN2AjFJO/sOKGUwlV/w7BecA5/QATwuQIMa9GeCuA9wW4z+lqGMcePo8FBLidvhkPzX+WnyUn/SDBZajpkpVLO4K+dvO4Cmy6/XphpXf6pW6Wx4uDSCN1WPctUv1vkKaEn+Hrw/XqnRZRI+KYLuaav4tkF/AGe3x/ymCPdkD7MAdnKITAQOqeO4iUKB39LRzl6YMqVMqmIWNvlX5bl93rkZpk23AhkqyBRjiLAyR6IsXTqqUYv2ooAoiso2ZlHkpGKaVelSQDkuYx2GyuIumh5VRy9eUvjs14ndP+1zYExCF0H+ZqPaaXFNzwx83P424bTIq8BbgtdWMUuNVAKjug5rKAxpYwqc7+rVpQUQBZiDdNHDitffr93lD5uH3bCGdllNTlN7D9cvKP8+3DzmcPiRWkVHCPVUXNT/KSZW8Rx/mdSB8AnWvh48OKa3B/wDOPszcm5IepBQyL3W1BAo1xlIYSIZOirKhHlCcW4ozcBl+LLn5B3eUvGCXejhzdTXe4/EWeQn63Pf8bxshWTIcmyKVNVe2ZUOY1RD+PW+biHUIWAXNfmNvf7rU7lUZhkrNEdsXZpmOprrJl2aj15PWurDoxaDY+B4bB7PJEA/beBcwckg0UzIjonBR/Bh3Ae4JTCQ4Z91VrwAWA3DGOXgtMIfG5G+H4miBSaPpI5eezGL5Ec30g0rPZxw+k+Y6Ihls6aeY1Dq8yqfMPjoTf7lOTCpyLChaziAxVKR8tpav+feKiw0mINu8M4IXhzn4A0Ne41+ekF2oRhaTUqK4VXjuSRHntJGMWvymh3DNOEyjMH8iyv8wYf9s5L54smj3ac0ge31nUe7n0qTTWXaxW1RbSWTSegSB/r9L0IVVQ4vaWNDQ6UFKkMEAgaQqBjty9OTIFsShxv9heDFSS8FrztpTnJCocxUS7h8U59yFNhcx69+8d/unPDgjoXHXK+72zxP4Njoe2/H9AB5kx5JrtslcXcx3bbedHYDQEvRnr6zZ/GASUEokPW6AdTHn4CImkPUB2ef2eZ+VQXJt/DU+gRXIG60f0fFhPVLOvoHNXERMEHhdBMvP9LFw56Dm2H1gpSlsc4Au1DNHGda7I0SaYo44i1BVERyUUSBnag26R98uC0Qmale//P+FST8t3GPXn2MOIu5fMRZPGyQfyWEq4qAP5bzQTz6Ex+lyhzmh3UEqk8FXU6XOMo9jaHANlKFMZmlmK/oyeNhzcwGDsGoN7cea8rw7Jw8Q6drevbf71Sv4SyRY3IMg5noZtQ522mAQdxrFT8H0x8QshGgwdjQbh6W7thLthw9Tn5Oa6wZmkTTX+TEm9WPfg44h8qPFdf1KQEL05+li8Z6Yv0EwmI6mWQ5bLxFyEdog3pe9boOutQgV2gUc+ibGzDsEdGOLAA5h3wwg8c85IxJrrUyMQg3xsPto5slT8lFSSg0K6+K5ZhmGUikbzl/2CYlxJnHAAZfh3GWYtyVqDCNsOmyBVHNZR3VJrN4KMyVivJ1VBnGgTErNIpibE6zMRlDNdGXZwV87W84m8dQTtsBaCvsDcbAOr7pPPv/LE7w8g8lR5OtfZO/rQff+P+ACK7LQSDfcIpf2VhBc9EFnDX5a5UMOrQgPqNkC7qmxUV+pclBVWwd1lNQO0Me1B95eRd8yc8ypl/sdS8pz872Q7LoBF/ZlwGrdGk4stMHYhg7kpOySB6gB8S1hTqk4A7Jwob9LxUwXag8V/CUQ5k9qvDOmBZNIfGazzvjb3UVga92cOfR3d3dvUd8CNbdAz0K6+OIH/z93u7ut7dhev+pHn0PE3de37371Z92f3j2KR+RH0+A/hqV0Kt8tLv7vYv+4QqMfgxt/evc3t4ztYKNcXvY+DhSvi1gnA1nWlnOUPSslwFxsh7fYv0NB9E5G2ksXIiB3XLTw2acxVGqMv7ebqLWI3DkGt/4fMFu51yXNCXI+RujP1GAgRKIcmPb6QA2rjgtVkAzl9E2AdZaygOzrv2YaLNboo+21oFiZsa98ty1+qZP+oGRrVVLxvOj0oFF/K1C/AJYnhVokFSEBJyq1+AHe1eRL0VyIn0ziRDBHgEjaYdbZFLZxfJFIaxKAVuI8p/k7hx8TcLa3f3mIB9iH0//u/GE//LxWs9/uXLwgPF8MOrHfOAL8ZJm4eoV7N05+EY/Pn/4+s7dV4/If2TEK6+f/9L5T5655F2WLMfvA0DLkAZvQ8xGQ1z+2UQajJAMfURnvFKG0+n4U8/yIw6hbRDPzOmzM0utp53uSD4h4Ce4tumj4yOmzmfavQ14lKI8eILcj1wahpJYj9nU9698j1hAi3Uw0PhCXbZD7pYOLuvgpQZG6QuuL0RFzqvXKHX4s8fobHRCWalb3WGyq6USoQQc5Cx1tNLv5npW3w7If7Gjw00RemwI6bHJV0PSzlvo2A+SD1eogMX4Zjw9JU1CVYKM4kLpFVIus9KRpSevv9/f/erg9V0/we/J6yu7tw/2d+HjffXoBcjvyp0HYD8a4bNevt9FLr26R0++RalH8BtZ2ZXdh3dohuT2PdpBouQzo199vf/qG1RFMyhw+w4LfIXE659cUi3E8ePtA8jfsiiLLc49mhqHSgk1mRX9eWY4JaO2p7tO7/XuAbAp/xRoRkaOmVrZ4O6NDYP9fAEXzl7c6mixPBxtCOmClMTrs+V4gPEvkB4Dgt3X0VQFKUZ+Jd7oENa1DmKntQTY0lNfr50eK5rpRo5mMOB9z5CWTR/kElUj0mi/LaAbRtLCUJc342U0DGt6bx782KwhlsK4l5okLEW+MHf4LTOIRVrZogwXUgkuD5L5RH7SlxNIdoIepqvh3fEZzp9J54ny7ny6u/c19Bl/xP8L5v+E3OafgPDJz/yvN13uvbP/J1Dav0Hw7Cl9vM+uyTH87BbqQ1E+PBpG9189imcR/em5W8ctAhiUS1rkEqmVSDnhfB0ptaNH3xg6g7EDyttp2TjyEuAEps1vwpvz504Acs3aBntazAngw879equH9fEKDbrdRjcRLuB2HYKKdCVEjuUm99zPppz+iLo5nQZght/JZWL4ZciFAcdYU1JtePT8dl3R0NsGDHwwHf0wrfSJ4cRh9G7w4o5DnG6P4soQkTHERgdIW74jQEQp72gLgSxGWbMIY2RC5ZKd0JqGAG/AFXxua/8Mr+/g9fcPX2k178oL/WcwlW+/iCc/P6JhFH5ywEcDHny7++ijMjkGAd7l6h+5k48O/N6PDoSvuLv79BmbRI/Ob7ZTgfw8/REA5GyigzguOcVI8qVC0aeXDzxZOa7XOxFnT1P1kXX+8WrgCv+nowQnwe32l7cVW1lc2wcbQU6iewhP8dqrXT6DPsFkRDvoum7yLDvO2FpIeRteyd+jTR5d15lNixTyvBis3+XJUMVSVVJMqKTeUl0dwUS59v3WYIHBi6Erb4ev9HDk2IgBxE0a7x7k1IH8hR7MQrrAptkg1PSnaXbsoGKp1gFtkRmwE/mW0VjUDTmnrbfvwKn75t4u/8cNE9iPXu3++c6T24/ugPDgAULt4e4NxqX7gtdKHsHXe/76+R9ePeaC3V3yIL3B7/f3n9FLfP3oFf81BI7h/u6f7Ug+h8sopWv7f7rtJwWyKXgVv0+BDk45biKFlKCpPjgKY9kQ703n6dkzTIujSU8rzlrynx40MoHS/PJVf1rkP/gQ9Udu1/yz2Wuvml/PbofrD/0wAjCdH/DUxfN47N86oFjtpusPR39zxm4a7wFOR3mzIJw4dOcnu8+pmd31yfjvWDqW8BnQnRu3fjrQZ0PrnBigew0560dIJ/MoH23eXCezpJwt2WSW4MIgwqhKGcgeXS297CAhYUx7ugsy8ibq47C3UCNd7g4SGvcS8oVIbn7jpUypY9OO02mUUwYkkUH6MEumDJG4hPHP8U+/P+lP4QBQmJ7xLI/uK7pxdw5ieD080JOfX/+glTy6j/IA77zGrjw0n2L4l7vfkzuZ9b2UfvIDep+S3KNZaIQcOrdIabx5QD4m7HWsEWeSHUalTU8OrQstG8fpiTB1/vG01jDV6Nt4lvKkP8MG6rF0LeIpgT+OO0zrkH/tARNjBNg+5XkazTBtngnYgqQ2QlKY9NL3s5+j3OglzCDXfLGQIVtAe3xp8SyA5kWsi55rVhvLy9KgwGhj3idthiMcNHNknEWkWaTRj1JnYZ1bdIul89YgvRsTnskt+E0+jzLJCpKURJXRmcuFPKsol2XhLWGTt+RMpiyiZrs5zcgB//yDj6x/cgdTXT7E/uA1/zX1/jNdvXj9Ee9a+Zo/5+Ba4Yf3ofxnRLwG+CfNZO8y0GUN/kscC/Oh+boP8PWnKPZhrAHSA3x0YHrdvYG61QvqCOyR1HFZZpdWEnVPHI7lXr1U3raT4GP8pnR7TN/Nwju0cArzrI0JyzosMSJiHJwJ4qHIFbfjOSfHfvIBfMZo/bVXY086iOc1rwM7ovTAuA/q4Qwnr/ch8aJvXBrGyNcxLRuHixd3ucw67LohlZ4fJupqr3EQ2UhNxvX9yFl9RVF3H2AerlAg1+lcYwHJKQmTb9Vy786KhKGHssi5qR6NiIzDnOOfo90TXGxIUNFU6R+FuYCWy1iCufqtLTPzIX5ht0j1pqhI5QxKjHnva81+ecsyK+SVXLWJdjOB7QUmryyDDMggl5QB4miPNaH0miucMf1Wo/l8/QM9vevZU5h5yJVH6OJYMlTAXXSJekMvZ6KoDhcbowyp0J5EF43JlSLdwQW/hSdzOZOnZ8K0c4an8UE8jPQx/7lbT6sKl9CB/+J757EW9ejT67EI1kZ09fTfDriSSCV/WcnJ+/g+W1jVDVrEcel/h/RowSt7+o8jPbdUj5r6+sqV+sMJP1pQ9krjru3uXruBL97nd/duU3aD/0POpwDCzSHBHV7ZfcwuvLa/92B39+pixf/nUCsQ7JEcn2ftRx//QbXzX9BZx4UAPmrEiELhfb8wkjgbEBP1wb1tdShmaEJrc7Sa6Nlu5In/FHnLLoMs6LqImPCSfyZCoj8jsshMeGfeM+RwBxuEPBw3votASQZOsg4yW6mCXKJ8SiPhOwmdF+WwMa1iTLFJKeRLCWwuSCnfqcVUZEBFe7VE0igG6s+/3fkzjkvisKv2ho18M5AOs5TI7qIcce6ia98Ips49Xb6T31JO5fp3ryMo7FfO+9O4hDHTjbUNENlRuIQO8rF3fHiVdaDCf+shruws9vdBNAC0SvbONf2NRk0bNIyG5v8O4Zj3X5XCsV7S+IjLUv6IJOfoR7v6B3M+7rnFj+g9MuDO4qFJ/O7uPRDdx+hJl71BOmWr8k+boJ1Nv72eFfBRrPs0jodF55PNT7JxVAlfhvZ9zICZj64tgtpWSf2tyVgDLgOAGuEQA0erwwXvQHTW2R3JBUA/AdEdeL7QSfrgG3wBOZlI3o/cHXKI4hDS89GgR8AMFlSB4AtnB9VEnMp+W0G2mgRe3phGSBFzyUu2wBv0aEElsakVyqpS7ixmhpodLVN+um2F3J74lyB3NXeWSNmuXlVEmhtkDCBgblYnp5iK2DMj+vbiMX2XC+c58Ax0ZpMLhf5JPYqqNGV7M/xHRVf0H2U3SBkH/ou2+Ke2+OdbPlb5I/55+M4NpK/wKfH8O17+ccZTPeWTPOdHQCfgXYV6YOH/hvsliWjx793CYEXSW1lEFNJe0zj6cdd3fjpaoOji6GAfBpbX9vkXIOHl+L+L9Xd3N2jyuv6jna1QcvmDat/fvXF4+O3uU4hR+5oFQgCUc/LeJeqnhHhvDmo660xvKdQ9e1kuI1zaA4M5lTKULIoJEB44MK558L51V6Dv2VMey0WCPwEBFWCv0S6/x14NBrMdqxKhjElGuSkFNvGPICSDiFtGWIAJbbIueUqw8eUqqIFcso1C1od6EbhyXab1H4IwJwwpwp3apj1ktGhFyagmDlObaBsvmqU2YmqjlRGDHDtadnHvIFWGzOOtwqpWYstd7uCNTYLxlRwxoHMScuqGUxhbvUuhf0qPoRLqqY5JLMM/79UsFGQYf93m4NqrcAdBI7flQgE/7u4y4CKh/wgXRqjcpa+invDzXx5afBtEFcZv7P4D/DMtGnYvyIQ9P1PajfuEj0qGV/PTPsLV0R/0178opc4gE/i/e2kHYnmWJDyaUTJq/xAEqb+q44PnbwxmoGeKjm3djtzHkMFyQiDkl6IuzZQP3avFILReYdin76c4NWCIVUqAj2rzNbbLgqV8F4xh7D2sFfFbJGCRuAppicEo0uVOI5/0RyaxTGJriA+iIAQwpnzsIGIe4zBdE1aQISVV3kolEPcwDB26ZSpGMwzJ0RKJw+g1SkNFKUCDlctdKPrNTRwqqRvAd0bYSpd0lZaE8xw62nrny0UhzldzVeck5FU+5Ptru3t6Fn9wFM2lv1NAnJP/5MH/YPST7E2MeeFW/3B2a19/eRlUwr+zoMMlP1GSg/37FCdQxuoJGw6X8kMQ4PXdqzxe/k+a/2EDNVz3zYl84tTB/lV1Vz6F7yXiH2PCyvXSx7tXMMgP9l8e7RyufvDfv7E3+K8epOobhztwEtmvr7jgR0dJyW9dO2nxuv546OjK7u0hA50buh5g/CRvUDvPhIgC5YK3ZrZVm53TUSzAeSMxNPDl6hqx5+nU80AvMeCzYNCGJ4NBnG95SqQCkqP4xg4XBQxYiOPdv/9N7wg7ibWYJzbgDkWs60zFbEa/A1ExbKETEbWIDps0oBBlEdhiKVDkNuYC2JjjC85MmMj18uElYyGM6hHNZmQPqAGRVspFoYQki8hq1BWK0HiD10EKt/VbwBUfz3nGTuZJ1IW/U53TWurDVPIV6E+8Fl6Yg3AHf5SHeACe3Ltmxw0v/o8GHTlAvlrf5eMfXfAP3BKyCHdO800ajgL8J7YbJNrHf6JAq4HsrMhetY2DLn/Su6I3eYRmUcMXi9V5eN/e/VcfU9zOqFY8P1ooidrVaSx+G1UeLha/5M2Ck8sTAAqc2TnTvZJhjIk67eGPWqSjWxwlIiYe88y2Ql0leOU73Vu4flqFObNjOWfoCnCO4BzLCrHJyZHIaYsxvPkX5KAUsYCWx6DiqFLQDB7gZV0XUabtUZObYqU+KTT7yFID6F8pTuZxuTCEnfLllcoZc0nubcrqpE9mOdtkaoMIU5sF2azMbPeqREnpcWdHOA5KUu2l8oZcQDuARsTadSf+mIA/WG/Pe4A8M42izF85Gcc/NrhZGEd7Jj0h/ir3BwXhDj60I7jz5Onu3iFdJ5SJdTZewl3ov3pDtwHVa5NkOO8FpM+oVTkXzv+nq9q0d1v3ujSNu7X/2S0M6MXhw93bUPWkWiZVkJdYF/tXOTenc+qadhYf07PV/5S3tX+yewM9eLC//0TMIvlxQJLhd1bb5E1YjjlsfRHXhFuIw3x8dA1LJly7ke9MnhVQhyrpj9lWoSMIO9NL0ZcL/AlI+kbYKeQI5lvcgFEt0olsxJWnBKQiBTlwpBHGmc2X3C75UxRp406clRtMQJUeVeZLU5EoLClb4BVAJShXERRHwJd5jKIwAznKc6esqEGmZUCbj+ZJWMZOzcpcarot3tc3LFMaVVbz+fZhvJnvQNY6WTPGX7vq08d0DkEHUpH1auOQE7Xcr9wFJ4lDBAFT9gOvvcp/MFr8Yf/wMfnkaHXFF4ZZ0MrhOnawv1+YBUqIe0/CW3QKP+a14e4T92VvddRtHB1ODHvX5b9QgzPphTBN9njxGIe0CHYU6BEqibqo+SOvArt2+LZHnFtu3XfkIjGfHzKD/dYkOEpYPQmv/Xa/B5HPGnHuHPJHIY0+Wz2smaynV3tGMcaVxc5S9GUGXRgMYvlGGLfgBm5MiQwYA8c5Gxt9G7655mY/xzsIEdHIpyS21mXKNynTIqbyOYCQk0IoRJwFXbfaxGybt643KTJkqxGqjLIiP9/YMeDLGaVUUcNLNliVKoy+oAh24VoywR7w5WRkqzv4CGoWCDMqSCM4FmZGH18gys0LE5cbcX7274Ulimgkr6K9M2KtYg/SNU3c0P0nC5JKOEkR/CDa2Oe9Iju3MZ29vftyeZ3K18Azt3d2/k1ExGsK9NRgo055rS7CEWxx8YrFYBG6beGde/s3el4Y7S1gpDbuEK0VOSx/eHUNhj+WgU92P1RJX/WEPUqX4ZC6FZ9pTXN1dKBGY6p9bxGLkZwIw3iHWNYDtKNfnIj9uGdRkc5o7/OeFi7vYraNAvWzKugUInv1zFiASkxeqsugm9drNn81IilU3SYgnb6VRd0SlxNwADl2uZe/BMdFMYm9cXRTSBl1yA1ycpiBka7RLi8SOZUanIZSlSkG3zFiQRNMuUp5c5HhurVTQtxnXZVSjsKIawaeBq0gbRdXDXIGaV+alqky5mW6lnCod4lQJD0neJmZUW5ZmzJl+cnFXwnLX4E0516elaREiPsX81psOGPzzohxTOcpx37QE99WxyivQYAZIuBdw/CouOoXd+pBxzfo8c7kuI7rlUKJSSpCVQ+ExbjeggLXXvGCbRTeQQvu3o2fEgtHae/Jn1TiHtjBLp/X9+Ap7b8iJYTnmXPDx7JH//KbthXSOvLx0He9ttvWzqllx++aBLkSOxDNoXxvPT5G6SG70EU0T0qNCv1Tr0NgsK1AiQATlLJa/Y6FppRD/Z4yWkL2cyUiU8fwRhxEfOFn/gmhNSwMVXMg3nVxzCK8StQqRepC9OEoMkOSKiAINek0stAoezltEkoGKbmGUTJnxqRnt4oCX/ClQlYQDcC+JFjEllnQyiiPXAqR6S0SNCnupBbeaSUMxgYlRbBrYyjAmAqpTG3WxV8IKTOPZgDUxRyeyPlz93F0zvIBcuROfLmvLfzvwR5kG94WR1ds9wCkqkCstnd7sf/Zwn8IxPv2dhZPIXzA6x/X41/PxUv893TeH2h8VNQTsMim6J/DnyOCwhTn3X6L62CrUhwo9qJxy8Xhx/HjYC3oLXRj4XL1w67++bkcph4Bs9j54dWto6YVXNNEJ6t2Gr2+q2vMWTs9tLAw4LEueGNdZyENFKc7mfCCCbzFhnT3GEfI9TimuITXZ9m2omhA90ygzJIkNnIh4WaSVgtYXWuyHpKwYvX9FlxGwGGR32LfiR4YWUYJeVTI0YB2QgLmp++FBNlCQq8KypiC4k9xJ67Rxue0ZMnMhTWzm1VKSTZCrWGe8kNHjZMySyKLSReW/0UFqaq9pSrKJYx9Gmc6+sH2w2S7KaBYRTkjpiSKMA/lWNB1olmKX/QkGOecTkF5DwTO5HIeIo7v9uasHWBdHrCWOk+IwSi5kGFjd3QKhQDYZWiRuyU6p6UBQp2S+gZYCuQ11ZsgDvpqZhZujIwB7BOxFuI7PXL6EDwHTjwE6WGCfEj3kKTE1wD1ksZhPYKOnhKWcHnQEa0+0i6fb1AMswl4OwEgxuOIlDib/HimPyQ/J3AAlzeDNpUyLRMyIRfI/iJVNOyVxlg3O1AYUYYIkEkXiyxhPZS0kLmgECpyS+OxSdONQVYqUd0SJtkseaDc6DFGG1SlqifxQg0iSSxEksoywb0ssKgDaboEi6sfIo09NpaViloaEug4m5mO83XB50AZiDwBPTYVI5CSh0CZJWuwWeOM0FslOG/6u82bXG7d6HqAPdCTyuhRrhyUHukvrkpem41po0ubjcawPOTXE7O5Sa2wR4vuP5G3WIL77PzpqTSa/E5UlvCcl/1d6+qUUCJO11oxLMsRpX3WwsmtCLg/xdahIMyHQCB+2h+2XABIRqIheT8M5EDRAVNKbozjTIR/hfENoXVSmnkiACesosJSTD2J+Y4NccpEQZEVSqUWWg2nSnvlo9262dCKlNB+mAiblsvPQymaUDo3JUWGOnJ3hChSMdlT1OmUYFMRyyTiHq2TqDQD+5P+UfAJEZdpj7QKjdPPC+j5VYyvcp3aPlXXYEP2KE5Spo4XAU7McurqzRnBS5DtiuEA7iMBXgzj2JUeGz/MnKn2O7ZZfWgQq3R6wyAio1btAYJ9BtNZApbBRiv+L+UkURZkBTDZ2GqKhUJK2gbhnOL1Fa0u4mwy30ZeA8goTdbbMNe4HFhy+NrL4binY4QQRIE0uUaUhDhUIkkJ7ywWTUSWSitiJymkiHnvneRMREmntKlmkWFRktHSIgmrPsWuys0o7arVWc8B86jOLaTe6zBVL2OqQCkVcrm2U6jnWK1TjZMd5EI3BJkPbr3QsyCHG4ctuIR187zMe/T59c+YBt56vJmTl4O6N508Y2iVby9utRmFVtkCYB7Hi2TYL+Y4yHkBVpIOxnsan0JrcuIDIRWzS/hnuydCMeqWgbmUCoxUWQ5gmBdeoL5Eu0uTARNgDdz4Sw05K6IC7hQL7wV7bcznQKcMSb5FAlSXJ8aSQQtlYSwTctiQppwpkh/dJ5WUWSRpGzGZD0+NDCLHLKQMGCFHKaUidue0UztVsX/BotpyH9kuLhGrUdvCtoJIZ7LIHbAehtxj+k05bHqTLjNQNTVVBHIJX7yOvr4g+BTH6ekIxxVO2HJRTmM7HA7tRs/ROIcvHKz3TY+Z1htDVN1YKLFLIILyyCzDLKOxN41xpUOI/behoz7gRtCo5q1xMow0P5D1J9GO+HiQ8NsTRoYfEluHAq4lbdDEiZp9YYADKBbSmJXLVDa6cDGYNZAljLQTjIdfxZU2UhL3nWyFjoR2Iw5NtCCvI/ttMdlK/poL2c/iRqaDIOTeoIt9mKctBIjLIEIG5DcdqF+IeSsxlA4dUqdE1IS4q4odE5RLFfvI5sIjXyUXMYSDM+nMUWuIL2Y5JRqSGrm8Jtib+ej81mm84RStti8GY67FRYLDPKLuKJIBhrSFI73B2Sw1RrISnWnnBIazYKS50kd2xQw0WeV4YL28IEPby8GTaJoqM1aIVs/J6oLfBhPNSEKkGZxyYQ3ByZp9QTjiGLULY2KRa8QVMVKAE9rojYUA2vSELPYol8CBTDHVpiOVe7IMvSMpWBbWU0YRXiysHKs1thEL/nELIbdVvbnR/3I0jFvM0C/ls1LVwZcyoxL2ia0yiEY4xgqj3jDJGDOcTC2XlvC8fZpmnclXHn3+KcbxgyB9ACPO0EYyhS1U3i10Oooxuz3h+g27A+pxx8m6rqILHtEpoJ7WAviQVx8g4w3NKLyp/CQ0Y4WdERKuFZZYvX2v0xyCgikm1xPW4rRCdeitTHB3WbECX5hIHCF9gBc0Rw3vSVLRSuw5tPWmAIE2vJHEmLeExCRyajw2ulRWR4TKFNsON1pmUMQsySqch2i0JQs4P1uIvW1EG/j2fNza1OQ7i1LPdUuEMnGdWVp+c6N1JdSQ3F5kt7AGvriLQhHWgNVEf58b2rOS8Tj5AK4eMb7kRMgiIKdC0N244lZLbQNo18rfQoSzFGC0pHlo3SPDkUKi6xlApY4xZJdPg6Yyys8FtCoeofvH77gTUglNoPLp6pVRcpubRPslaAJNGjcUUgWgez8qWufX5cWKY1RUINbRkLXrFG4eBNUZ8oBWjNlSRuBkpCRgAAkZRFqMKQ96NGYPyVZSwpjCFPuFSDHImv1WnB6bC2RTyiG4BO0wVFPyKMFHqiiMW1lRJFKLb8mkkVa0Q6B9tttNQaBH2rAGJpSWppIX+HBonG44BX0y6kyF6+cv7Y5j4ylZrNhPrS5pPNZClxlnNsrQMw3PqAMdZVanM3jTnb26cABDdYoFuQixgcJYg0HGgnV+eJDrOvl6ep0Cb+KT98/FxAHaY8tU7crkdSUIpcXJY4DUG3Y+2ag6rntJwMegmh44iMNbCZKQm6RFLcjSDbI7pR2VIaQS3nlt1QKJcpOAgTLwojEI0yZJwqQGLT/MhWK/1BDxkskUoUrKMhIqIjUGajTVFHeoKkLsPBW3QJ4cD4oVPAH5Rz53sqkjLp2iHwHHZhmVWZKqrFJxZqkUNgikFD1+7sAoWXA6Us5afvUH9dWxzQHW3qMaZ+nIyQrRcU9hDpDjljklDneWI1dfTwI0vQ54pDrDvcR4JzHcs0iVGxnFg03xHg5BaOs7RtTHF6CfcizNmvIBp76n1oOGyGQ2C9eMZwNlPBq1hjktaspl2tPGQV4Q6sJC7dFehiLuOPkuI5bwTsJD0U7xdMi4J/1QoH1oMh9TXhLAC2hAkVqSpAPEmBPamOB9I/y79VDHS1EryyirVA2va13YUR5R7ShyI8A/tsIMvCNwI564MpGQi7hsPTA1TIGEbIgsiLEyWjojpLAgSW58sSJqFK9ZxxtWI//gwlxAjBOd0CRCDRie+3EKY0rCwLKjo1wR1zI70BucOvsjLhzjRL7gc553yRU2OhXQVREj2E3NsUQeu7N3gEFNfmreNNqbCUehfLaBe7huWkyDcV4DXm96ErInB1CNliUYhXG6pKorVgj1MjHGfYfSqE3OiDh0BDifrK1fp5D7eIaNql4OLDA85b1ggNKbETfE245MjHwSCUd0ZksVbo0YwFGX9l5JS5l0jqKOu0ZGyXm1uKKhJy+LOUyyGSI18pUybIFvFcJeTaXMSRthJJqbB+mCLlGORSK4mDBMh1BVUBZ52rKAQzU62uLyapmqsF6WYg5e0efnDJ62ukOfp1/wGt/+zs4zmKcpxkFZ7RknDxVsz98mOgkXumBwnTM4qAdePo3oVugcr6/AFgHz2HORbJEyDPyp3jTo141aCLgO4GjJZ8DwKsikB1U90LUg0fGy7Gr4B8QS8NkZC/79KfRUJw6xkqM3aUM/I9SLaINoD6kWPqeeEViKXkasOJY58DFcOUblhpFbEJLxlEt3JuOIRrYK2PFBpstCLFZgIYnDooo34nCUVMBSWKKbxC3UJOVLUvmPkJFxXVoa2qKgW2brWW9WzZ8eRyMkl0WZ4FvVK1MJKcabcln3poLqHNSQvcAS6jVUogZGJZBEKR4cJNHp5w/fvYB3PfdwPjr0WYtz+5BeQJzD4xTBEioVZqq1y4jRQ+hgu/Zj8EZM/hqRBbmkDzIa1oT+Sx0W3tAUEto2bSEV8RdoU3+itB37Abz+3HHkKsqhRWjUFCeyTcmiTnsjDmnwXTIumqik8i4jDuij6EqpRzzHrMezX6IdDmgn8LaeIuGdQSXcJQx1h6RIBnLXTALkAflG1HVKFSJKbSWxo8iUU3w6bHK1wC0Ixa94K5Oa1A+XL6Q2oMoQV5qvrFKKUcKtxg5yxJRQEm+oScevOGq9qcN28DDSonPvXPPjcGjXSmFCVi/GBeSwiDHcGYg+h8Ob4Hc9V5d6s6rBwOyevpHd0zkVztLWeqCm7SorNIHvEUXVmaIQMtfEsC9stEUlvLQx6OoRyItCI0BgIemAH+92JIiW8wqIt1FMNkYUVlsb5ReYW4DluqUaZ5kt59nFH1FT1FW8NFiRITiGSUjYMILt+HkjtWjPEY0dcyKXWk7LBSoZZAUKsW+i8H/oAqkqvpWUV4YYqlCkbPKW4l23F9gjZEPw5i9M2OjMxw5vW3SbKCPnYYPYOT5KmkCuvFfXoaVEFmBhHBrjLMuKwhRCZiLOzcWctDIjELx48lzaFKmIe4FVIze6fQ0mJzvbg8OC4wVDo2MsTGuk4tTVCs1a+KTHu5pRrCZPj7O0tRFbVUZPyaD35Qi/NnK0mxO74O0pRbxNLSTSHnv0QQJBpQgRjH9U+JQ3+JoFqIxOf/+cyFTvtGuTdHlrr2Sjj0T6/YkDm3noRVAU4/dr3/IlAweyfRRG7PgoEr4QohSULGzBC0opSR5wnl+2F9Lcyb6FjQpKY8ZoWViWGDtsbIN5iZTkNHLDnPZuFu1JReWpI4O2EjvmpIB6pChdtsaGKPPwdtoWFcGO9rJpYZ4BWwaJy2KT+pM7z1HWR8F33FiYC5nbMGCcLxtGxzrg/Ivx0qO45hTWAFSyC3NeAyS9BRTr6bwlYKu3aXkyHYcvY5rLYaRnb458cdDTqaa3qYTdD4obV80szzO5TfGcuGYr0KA/3U6lsY43wbAE24GATitTLsy5LUqieWpoQJ1Q7j5Ao+Un8pJK1blU0Aogh3gulmGgh6+DAYyNMsYkx5inPiWhzFEuLuByGENu9IQyiDT0EEQUm0iFReHXpTKNqjIVdA0KFEObmNdsETaeYJFaFpKs2bb9lhYiEHtTWhsdPisrqVRkRc9ENkLsaYIybXrrT4aplW9Jw/D2z4aePiE3gadfvLunnV0XXwbG7DdO03FYVcElPXdPgu0OxX6Nh7uZKHojMObTwBuq/bldNTTeJSNCNdoC80iBeT31VJCxrK2p1NHBDLvR0CVhgI5o0c+N7qFFBP+CqXwTsMl0XaNj1p5ubwoLey14i5UQkitASBz1HsBydvgLC7o6L6RnbyZ9GmzUq9GyUUd5shQyqpjU5CbVTAYSKxAJInAe60YokUlW7WLTmKO5eGtDyoiIBJlhucsEZyHg3i8dpyxzg5rv9pO4Y7gkFUEuU6EKgXKlZRmTlobC5CrgYCScGMtyc1rfpEduGQXrxxS0qEDl9hx/W7HGxelDPMFjRqgD17dWXA4hxnujyd+6LtZQP/moMxKK4cME8aD+/nLbcaFDOczn1BRjXgIe/uK3OQIymrPRkiiJIzRlgh2bh9/A+UN2/mcgNfkbPi0Fbv3Nf5GgA4iBKd+Emwa2hi8IKN4e9BjKpg1yYHGbRFbI1wYrjld/xxkkCQQqHhJtTEqvaMOm9LCXgAyiqrD3nXTgYmpwbx2qgSZhQsStLQwi6DXRYexSTa9QUIwNU0o1uQWw6z0rciVmaClK1w2TkFqSRqPI36oFku3H4QmBk9C3NzerUgGnfV7287pITYQD1fUlT4dN7ToOOpaOM/w8znWR3AIO/9ZhHuei5pM9xkHAVnaztkDETHuqur/cdjwEzTYVNEHD7YHm60LfmlYgFyvKN5oTxeol6ljxc2krYvqeepcPcgA1wsNV4QYB9xq1jEqq8euE3S2+JA7vR0wjUhBPaTNlMUSAfU53qao6JcyyyILMEflKjIg0EItcycx+lCFFiW0oE41muxurUkOab5XmzpnYsTTfSERe2Wwfb2bAaE1gx0pCj0digaqVsOo6HgeoRPT9OYJrVwq1b+DTP87RxvMYQZ61Ea5TPQnO2t4oepVs6QPie6MM2Qwg6xTuXTo3yi3mxz481KetomkBKnbdeRniREiD1UakuRvpmVpVJTogfkvHXb4ZlPLxnH3LudcyKk7I5mdJlwfLGKh4mxG0icWSYyTB264NOQQbxzFfcsdYXM6OvR4pUJmvGmOOAumokMuYoEwekJiNqButiLVJZWJDghlQ8aRd5WgCuaGkVypb5Nap/Sxa1ZCPHGmIpOWEiscc4Pilm2+5nmEfr2yjm5J/f0xpdhWjltKc2jw82c4WecIueFN+F3FeQgODqa7eeD8CZvjGtzNHNdkaZ4vOrLLxW+c2gl8MbkMZ14NGte5gAr1UJpLHOAbYVoWdbig05SaUVITHR7HYfO0xokSX3I3aeZ67Zin6gE403wGZSaEt4h0rzvo5yaZfx7wh8DEwGK0a0CQDXvh0HAMVGWQjjmAGogSNYwSmKZWJ4npDq6T8imxF42l/ZeN9fpZ6Y60lM8qoFUgw8JaZrAsGilE1TFytjbYhz3JSYgOjOtXBo8CmzLDiI1BHIGS6d8jZLTacKlRStKQUtVKqSgnvg3M/F/J8HJzXzuCEBwNudYhhbEkWaOChzHFJKyMKp4JaUFHjI0PxosE7TyIWIb4C+oQ35IxDjvhjuYDofXOfUYtUjkoWURxoco4J1OOyR3W+i4Pomm9Qj4+5DT8zot7gLqWlXSjGuN4x09AhsAMvwWfbg8akRmaOWv2lm8XhG2mHJN0ZbVZQFG9RDhJ489KrBjvdppC97qyYRWgqleGQIqRx84cymKY6YpQihNga0WC3osYZRAyRMIidyrGN4kRXisCaao0OgNpStl0pSuhYvhkoHhm062LYeGB8Z/XOYwmXj78UOecTAYNQp2MZxxWWHOHE52DlLQrEUK9Fc+4bA8HxMW2At5O8UfCWk4xGyOWCiBWMMBHKVZ6cPkKCbMS7+yIZCJut6VApkhP3vZhWFyvaewplbnhwQPMxRHbzuVgiKyGtJrwKSMN5OPwd4sLPs75kgAOIgYkxi3EMdrBjw6RdM+wQ55AmSXDYU1FjmaOZCiQDjXETSrtJD28WZBS79MsYZ2UuYhuhQg1Oa9UoqzvTJRFHxC2WDWwsb32bkFFGVUeUI4taCYfCNKlPoV7YkOYKpbZUdAU6ZLfa+9hknLIs1mThnTWrUVKgJi3Xs+V8wBMQ7/ZBL4EyxHR6YiQMzt8uNEBKkOglT4Rq4/S2zhThsRClZWNNHJF1mGSsjIAjZ/+PgvJO78bdKa1k0vAmiHL5RJmmenLhwLsViopvCTLfRWt0YrlYnmNtqxjHUeQXiQm3Vbgs4AjFwIxhyj3IzBHJ9Q+3TOPlQCEIQRsHtZVzkwHsZcWbiqgsEyn2C1wg18mFxDvWjoKswQ1BABHelkRDvNkKd7pSLOaChtqsOlQWCeooA1IWpBpVGM8oA6UUKZk8WNkyiapB0GHUCm3JkLoAHWCZw8vWYKpMlNZj9Kt5I+yu8EvX6RY2CAW8miX1PIvH0BmPBIoNZMfGacufFBtb3pBT0RzlnBFZRzTM54NNRUKRHkVDTsDoZ7i2/BRUis8mYNAcGqoYt1fOCdEX2iEilNQF2n23UUxEVUxxnu3nylw2FGclt0jKdVLkyQvJsYkCQuxNcROCfBut6ZkW8nktjJqWkIPknTt/+4//8T8++xWAnTa8/uM/PkOOvClWJNuRUDXOEbHSq8JLeYho55Zag3U4l/VJakdMXi1SkcmCELLZrjG1nZGRaAD3uqGxyUAYyuRbe7B8q/m6KxxFskdpnbGsoj1b1mJrxRYqhK9fhV0LmeIwq2d+rgSOYcQIktP6J8HZWluHjTU1E+CiPME4Q3FX0Emhy8YfRtqDuCPiRMS7JTebmYB++s0aij0mItpDESuSPhxpLHLiW7y56lHARCV6rQzwHFv3PfsmIM+JrgrHLV2a8HIg0o7DlxKPYgxpuT3MRJyZ1LGa8xnnGzsM/pQh/Jc7z8B2P//1b37+3d/8/Neff/7VzwW/w/uvP//1P//udz//6tnfkiN1vx/fbJeNy0g8l6+4i2RV/5o4m63DIeG5ybKDMC2UH6vQqkUsgJ1iUSMtymA+xqEcZyhjJ30fq+WlC3Xw2NQUbRHKEFuJ8IwfDd0593CuOj3maBQRb3ArfxJcV+7HUNhuGHkbsb7xujIeyAjC0SJDYcfLAcdQQw+YivhGmJca7fFShb6OgSgDB5SfdtbAR8TwXBiid0ePdqEXtcfBIjiELISBzvEqccwHkl0INHwxdEkyQRJ2WrRDBr0ZuS6I04FCTN5M+HQuoz129rC082aa+Fs4fD//Z5Dez3/93V9/xvbX3/1Oe78KlMvw2a/+4/fkQRamGdZnMgruko9F+1kjXtiYgXw1Vgp+ggwPA0mzmRqrTGSUw5YdSyOPSpHDDNpAKE+RIY6eUkmQx1cpi83uYF6QZhnZUyZzkOqeLqdF35pOtRB28uo3P8d5mV8VD7Cj/EZxkjG+BTYQEeenZZxmn0z6x4MLwe3NgaiJlaHHx76JxlFalxEUVkhJB8fvniwQfn8YwKycBDZmrfRDPUqrFUsZBKW20LEnGAfLbt8PFwS6JfRGwlnhGFUsnouCvXnFedLzi9oUQknemkY4SyBurtD+zh04fSY7URsh9ou9035RTwKA+n+VN6gqWKHe2jMSXhQ2Np1szFw2V9l+ke+sEIeFiEKJ2Opsc16mhgCbjcmSjrUUtYblVcIUfUZnUugekCKSoUb7Frht2/1HcOWrtegpxb0Y5QSu4JkY4lHDnQHd12hP6XPA4CDOC2ss4xBLbsQUTBQZLNBVD1APy++wwEZ0P+xevX07x7AbKCVcjWtbHJqV6rS/oDwm10epuwJrjChnC8U9dmt7kikq93vrjcNDUV6SNrs1GqVyVcKV8SZ3h0wXThFyoQFRKIhmPNiZ+y9/++xXf7WfZyTTYRPZaaekc8WRSktCb/CvP//H7/9F3plrVC2qLERuU2RxtVHkpUzs2FQelSSOhDeGt9XSnHQjX9nuiYhJ3YeVbxais6zCfEcRanFTBjZZVZRKNGfFF3e2Ohtw4nRGxbbQqenzs5ylBs57eymjdru+zklqPhVc4eiE7EKAqWowQT10xiYb1H+AAPw1PfeEQGri6sIE+mwJG81lqr4p1XAcFPW4yK3q6rMgB+bKjDXulVInUKkoZkRre/1j7dhDAtbykQqXBSuMY41Lvk0dfiuFEIMVY9Yell+ISJEsYfXkBbk3eoEM7jzjPFeOX1CaguQ4vS2KnYJ2w04q//nnn5/97b/I41Nr0AiGrJJxRlFhtJDZsRxIJTeM9yYiIrZSK7U516Uk0JRemd75QENFB1wsszGKUWZ9Ua9KQYsF2VpqIotqYTrMyWTcgbcW3a/R7aFTt/4+vQVMmmDGDHfaNFQ4z9OXw9H2R5yRCwKnv+wbLY0GS6grJ1vUzm55qZNXecsiYns5RVg3BRzlMz0J1dHO6qLRFsjOm0bNj0azxjrD7pojKjX6fFI+ZFUvm+Scfvn2gNw8/kTd6csBjEcOeo7k8OrCX5GTgizxmTW0nKZsFQo5dtioTCMe9Hfg+cUSn8EweY1bIcXkQwaWZYren17S/d3PXBREdW4lqxYbqnUHbC4bocZRCzs3lM1CoIiu/qqQTFCjbbayaE4FETLAxhodpbgaDgHfeXdMFJKaQj4+BxvfUZX1YUNm41NYj80n9hgmGQ6gV8FhPZZdhpt44GI9MbXHjTrJIZ8eeqhJrdozQLt4Tdu6gDNFCiGTACjdUWr+L84Yklhg/GOGe1YZakShSzGb0CorzkrbYj0KLpTbXrzFERWt7ld4XTsd+eJVvzJ/sgfeAFZ0nryEp8FJF4ibGYLuinYY6ow9YZ7UuCkQaUCdQZQB+/G6LlkrOazQmliNWy+loCTL5p3imErDEYx6wChe9OOG2jWjdJ7ymUFPy5QWbzpiKgHl8OSU5S3KyJwcNma7NxDEgWoLFy5sckMskypBW1G1J+TMUVoF2PTQ6w2OUYwPjI0YL+QTkw8XgW+ydnamM/s0X9bHbbWO80SHembgldpwUDhK9XiTpIQF//zXNND4MLqrj//73XxKvWPY7pBkYgT6qOL6xNgl1KbezWhm67zyq7BfvJPOI4VQcmc2y541xqwmYwi1lI71Nif9RYE/A8arODViA/ktGKFIc9IIJjAjBlFAztHNgEnGLYXsxZ3vf8VpryFOy7cpLbduytmthJtINHxF468//+qZ1ujcYLtRQT70AxEhs7DNWvqTBDqSSE17RiSPw4ktzDkXL0mxrwpRNalLDCZupIupfGqwhFSl4Tf8y1It31GLRPE5nBd8wrYo45le4LpTcXjZc2hsPY6rLxxrQJ8x5L4180y1JJrDYFVv46ATxB48JGO2TmMpUDEQjMGfy5iqFmzBzIxa0sWAwqbB+XlExayELTfo/PFSqKeKw8bt655CNVU1CvzJsv96Fb5JaEi+0BSteFSQOPTolQJGq+NMlkyxRGxyrv722e/+M/mu+H3ee6ssZ5UqjrCkHcGmtyV+8WbBX935F9aLF9pgn84NUAvDO9MOb0iwWT9ITSl7ZjwiWlBZOcJpL8xATckwoXgJrOm6au0QwUjRYb4Trgg5zmJw58nIiXI28Hf34FSrY5Wr8+vOxBFyPB45Hfc0p/VemeNVeFqgtiQFHTzjhR0Q8j7eI97Kga7zMp/YENFuK7upYXoI1juh1TRgSqfPYJPo8LQqZdBlPKDRymi3hmkP0FFgZLkS36jo1q6lN4zlCl4JKUIDODaMSq0HhoPEocyhiiwnvKYWWdisikEO9hNMVaQtz4PNZbm1/OYN7xKp2YoE9XFzNkDZr6Jub/LC7FBxp4Z7ww4Ns0DuG5U5BUaEbzZc7CZtRqloPbqQjDUdxEzp2HIcOpSQUoQvcZx2US9IFFIlmAqLyGUj1jphp8K4YY3djHfP2QE6WdPj78wg800tF7v+yLW2wmRmNmylCbxXGN8eWjzt/7x6w4c4QgY9+KDLgbdohF1Hs+AYn0xXLYrxmJQuGDBqOQAXaM6t7pEPCraAKrKpsU7rYsHxiUHLYc0oJ7wINE6ZlFyDWd4Mh629QbswsZZlhngGYhI9FbJSJBnPe4ri3co6mSNpbRL6xUvLmAqbuOR1yUPV0dQW0fujIFQiEQdVRXE0EcUexSBQmjEoWpf7XL6TfVVT6mAbXDQ2tkAb28l8vllZ/EEAZGDF8zoZYgj3zPOaZDAgRvHagVlKZoTDr2furNFrL52tiJ47ePG3e0OLDrd4fNxPHn5n7WvAAv37ZHrw5zFhusut7fy8wVreadBfooty9Zp1QaYj7N8ZUCmwKSj5GtT8tefdRWKVToqGPuIYyIgcyKexy4MhjTwObClgo4pHPktGxj/ykq/ICSjLdk47kZvDIfdp66a4WVL2DLz3FRE1k01mU0pz/SKJ0Y3TaqAz1H7m5JsH6Y1l8aYQr9IvTCmuI5eA3MiIFaLrbEUvfYkwUy9GbFVsiLRklPB9Z9uT97jQGcqHXSlVwEHc0Az5MKLT4LrXUg+ogu45NVfo275IF5Brojkwj3QfH1/0jlb8H4tyRzAxaNbg9o8u1h5HfgLjJro/z4Du8CuBgurWr0W/HVGKf93bKx/JaDl7xp0DObOy0T2s/TEJqqCH7eKXAwuMQK186SIHOYKDmG8Maw58eS7aRBIKfCkV7lAE2D/7Wbcsm5oQFHct9s50JGLYagxblI/3mo3sGglSIGonudHRQnPdKGzRbEp9NMzQwVmXOYw6T8eh42Wah6a+sFYtKCWvHmrzjnWkBFlhXGIxnNsVZSlUGRpG5vM7G9yDE0PnGF0XpQIaqM3Jrv8Zi/gUtNKF8e97H0J7YgCcGl2ry3qL7jmDfcKHFnOGKypEt3SOccPhtp/i8Nr69BQZday13CsJ3fjVRgFSvaYW9A4Ar+SiAI9WER5uNy/KRvWIB8f7383bq8MFiLfJguwaZNIItsnuuGis5DLx5SuTWq3C5jGrCEKNbw7kfFYLXiFG6dd3flUvXwQzgcWC6yrjVYaLmIOSVsShZcP8CMoWFBjemUMSDb05No6+GqTeSFuhi73IjsWUSQH2jLhHpM8D9mFKldr8FjDl6cgR2ByEoSHjKoMd8pXJNGIKsLmMNkh6J+WZgsO6npSoyYki0vKPRsG6ZSxkef2/lKw2zxvlrsT1OG2D4OByBbAll6CAwKYKWm4Z6k6V7nw8o+hmO5W0FRgV9rHUpz/8OslSKN7LVIavjzTnRvTQKj+WtlIczTpqg6rvE++WeoNYaaxio1PCAHvt5E/hTZ/PP2LQNUvumGsFDWz93qMyVCEupRHz3rklom1MlqKOzJsVy14RRn09hC1MZsomYie3C0LTIYUUOE8+WRwG3qYmafjwpZeKaQgxZUkrzDGJF8rCjGlWBWzVaRWNLJVB6NSdF/FhnDV8/nJpq5zYGAQ63/V2Pn0AOTuit1F4vWe11I0fLizp9jiObgdwANeNqMSJ7RfIU3Y/JPynwIlNk/GWOUfaM965W9BfLz+TLVMj1n4wFZQWIabx9RGvFXUGMFxeZIbPnaZcRrOUg0QvaSRVMhP9iAp7V53fGNpHQcuL4WavxRv4TcOdOdTCm9r2YJT1LNb+vDVRbnh739/GSE6UZoJrZT1J2fRm5s8//woclFyDPVhLMSVqU5XkYZAjpc8DkQ/GfGtJKXZ23pIY6ba1B443UgzYI5Q4l+azjA0yL7JpLvscKVZ+cN4Phu6c2BxycRs/h7ymNUuO/oYmR8EZkopFa4/b6OPqJ+B3rm/Y2YCEgn5i9wTncBasSGDjATTOz1C3w48E0qwsUtPoaZQkuKxmMYZ3Nr2gTa7IPb18gp++Y/wqdCyhHiGaciVaSaycX/Cix5le0BcKzsYlS17Eh7oZGI0YqNzFEwSCB0wJjFiqsYyQ/o9yOJCRhckvaSgoCWyUzFRYizvHypZ5CIta1S/piJV0m8wNOyrSC1TT0UA2m23DUWlDxMeD5rLF8Z8mkcq4QpV3OZmpexsVV7K3im1rM8dv2vdeEW3O5wu9CIl/ZKI8/0xky0fCHBc+UXXOKRagy6eRjQjGOPNwlm9ztRWFjvjL4o5jdO7oXHtYh43tXwf1CSzIiHgEPdNZgNxovvWuRpT7IvLXRpsjDFkFyCuJjKxRhy89/iHX3yoPakOOReUjryrhmitdumliBtyo0uIoEb8RaNByx5ADUhsFxZPB+Kx5DOTmIHJw51/+lt6f1u1MUIWVmg07vkOhJbIaazbsJsiOm7Owr0HU8PMzszJbLe+KTdXeR5R+GXinHIYOiQf4Ioox4WIIaIOp3LhznEffy1E/yYwqDTH36fhFLzq/7CHFftsxfjyUk7GcbRLwdwuUYJjXCyRlMXzy3AQZ6Foo6O/YzZ0weYmA74KlXM3wYHTlF8O+HuoWx1DJYUy5L4P2NjYjTHTTYQK7NFbbMACObDyTP2V2bOBCRpH6RdA02pHuydB+CwwQJ6RnJBf6LTqFBV0R+SLwSOSgcEDiTS+FIxT+icasQgxj5lPFRUxKfJuOIt0QFJP1AomSTpSN4lI0CpYtctp9dysFUMnP36ONbJg3td9xNpzHw2PRIfANYT4hhnl8RRm8SH4oQt7ShphcORYIm3ipgFKS6h4iWJM+ZOwrq6IG8i17MS2oLARyrNedNSdH/daOMKGzHAMeLmA9DTkHBKbmm/4zL16QaMpcHpyuB/lVwEBx7uj78OpQPdZtKqg6I9pdagGPbGVxoNT7fKDQVZk2yyXcicz47NWs/qcrQSmHSIlL81DtKf20dh6hPOz4i+rLMQUmD2AgyqcLT8ZxvCRRYGeJQ1oZ4dHc+RWpp3JRBs2F3EwFd7XSiAxFA0FsNeaMMNmKf/6VeIeEjZaGQweRmh/Hw0Ngkr91ZjwPCvvsBZZSX0BQNmkhZExWkcKbdEaeYzbfuuGQMelLRL+QyWJFQrXP3c/C8XmcLcp38+CkpEDT3/a6n0fH5L3RZD/k4tzd6rLE2wUzgPuJ+3hIROsQ1dgkqvszptzISH9b2AMGWoOvnz4DrqHAEXOB1gXsfbqgTX7ukegYYKLXnrWHRS7lGsrRSvdUXQJ4hJooGMU7I/JoOEThs2icy3/RS+E/+spvw0YZ6t0JHClbBFYuWwaNxVbFYa9MUym3n3/HeTBoiO/aWgfBVcX70juP0Ct1CNUT5C7IFcMeG104CrRrTCjqvepsZBFTAXjVsBIdyR1lfMseCp7H2VC/y3snpc9Znurd01krg4cTX804Y5coSBLsD8G3Hwvf6xHdwbt18yALIawb2Al4jREb1S7CAWdNYYROxkr21KZJaDKjXgjpX8XgOVKuBnW9QXFYz+RkDQDz9H9QsIn9JTiN+CAY+yXYc3hiGHtPAgCNaJzT70HAESu3ii7LnfTzmiCifa7CLmLcCls50hBaN1U3CPNdZGMxJ/6qB+ibVvBy832NNuLB6OIiHIkOEQcUHeG04uwMdgXmtO4R5DKgssqEvgLpx9MI0750U4M/fytxhoq5Ba/P59dwxWjHOs7aHNLNGiCBiSD2U2MYrh+nwRN/nfNWg6uiCpVC2FkI5RXyYXeMI9ljVLuYl8GtMNQ7HO39nsFJ89P11llw92tRPJVXSRTUL0gme81Zd2S6z1DXlfr3XL8pwBGR39L6OBze2ClgjDJkBGNAgOBfniXLYRMxlRS2hqtIXAgpbPmrjZeklFtBd+sJ+LZau2fwK7c/iQ4HQOZRhBk6JBwQVCTgLjIoVY/EkXpzPiPqFYoahtNGATOkpVgtq6r4zjh9QXcmS1r9zrlcB+b5prO1f0bHKUwXsMlatvPhgZsHAWfHl+XUPUuUbojO4ATVsUT1CDcgu7BX3pBwe/KjbkQaTF2Cb3WnqqhT9CHygYOIdDhN6x2+ehzFmwZA0DXZI09A632Cbmj34evG0lEmv1ho0Z5j0J4d4wi1C08F4xv0wdzI4luz3y75tAnsmk2iSJVIu3WLtSqOR6IRZInI8ZbBz3/9+ZkajjeZjwyV3h2PA1GJmVYsmFJ8JF5Snggudcx9FFOigHqIpDUZUi5LWooNgrCtPRMqHV2soiTEF+exCKh1LJ5lhdfqjVuAT0SckLzcaUk7tpYDV4OuH2XjPkiLwSg4X5y2Orh4PiQb4iAemFzwyvnmisCUCsc1aWEbKwUjqtP+d2t5ggKH/FRRbvlB2fZEwUkRPRKFu/cldegQHcmibfG62KcFAptZkW3D3BsEnwWN0S/PRESgCx0KkeGnnsA9qZ6NOMK3/uXqX9mQjFikQhDCsrXFHI9EBIOtRGsMW1i3hdYmdz//i46ILebL7cfLQh0qDwV0ZCkzuXeA45W2+4HU5ZiKRL5uj8xNlbEAvi2UYjepHGTuPeYXRXVz+IOshaLJ0/oUyNM9z7TmjCunLU/aBGa4ZeAM73XB9zcfh7D5tjyYaGo6bxyLUEZR5nz28vg10P8XDx+RusjJScSXyHib2NkR3Qajyms4DPolc7Ts2tpxdBHpOIqM+53SDuXV08QHl0oFeSc1clEwWn/6D+1MsPL/1nKk2luJn31oRGITE2TC7Pfizp384UflnJoOWsqtRCFvScoSR7oBNud4z0C7ql5i7cZ3Zmj3t2AhHJNYKP6khBt9QFKZDpbsI2GkfJR1w0sumva6xQURxmUIGjRG1pOEDh4LeS8ytc38WUq8oap/CVFLVEr2DjaNrJMgT72MderITJ6MeK3ovOi/LXyCl5lLPVWRs8K3e8ePHEMtcUEYqxCyLduh59kTuuuXbornapIFsjfwDTE9jxQXOHdUB8Y7ciQmbQmjueu6nwcQaKIVa6sr1LqK/38TIPRjgOpN4Y2V4izqNAKOtAjQnGjVFHs2Z9HtHeZvDhitxaMJf0Q7BowomU6Qc548a6a4fJt2GlZqU4xhi1TJabRj68+b2w07vttCbbzGysYqn9VjctPF5jwgbSVOf40chISONDYVIenRhBNMUxNpCMlhftkINkXFaFFI/59SrLsoN+wyiCg8zPhMzhQ62+oMt/3uTvAPYQ2e//qTEM3iggYRiRDgpYEmOYIYGhFcBEbH+XGwyn/G0KgUCYimSgcIzcST/TXWk2QCaKn3RhrFUsdrapctExtssJqIRdjAooF3GyjUXpYDCURFV2h99EFLXeBG7Gul0u/cSaUbB6RCnVgj1VfNWCdeLOSf6IXR6LEaW3on2PNlz4dqfuwLGGaSgwaxKuht5CkH2NdYibT7Vt5NjuYjymshajJ32OIA8miRiONzHj278gLbuSf4dl9EkWKFgYtRWUapqAxyHaxAGWmKZFyq1rPjJ11alvQ8zgbbLL5cM4gjbEE1+oFa7WJUJzyk5eSmnZKYxhYqZ4tTVUjGjyi+KsQBTrsbAr0q+G3RExHsIJNHkkUB9fEaKTQOao4rbzSRlbS0FMicCHr5dgGxczcYOCZ9hUJi764UF6jd2mmLGpw0EJLnMrNOrjftBC452LW6hbedGNEh3BvHmBuujSngjh77MkY4PVFNd+fBZd8TNlrH3fhubSqu6N+yxWYl8RGOw8d6EFNbHV9szQvHHwSFjMy1zxea9ubCsO6TQR6iyraKI41Ib5dSBzMU+WGjpfhQzhQ+F+Oc29FEpo84XTPg70V9pnJiiDO3rmFvhzB0gRivkdJt2lIugACxhF+6qSk/MAXH+bDrJOZ4Fh30elrUt22TAGmP67atm7KWjNTLb4kKGJQOJw1bmQ3zBJDEAu+bg+Pd9O2xwkSf1qKk1ErjcZINV5kvGKuVn+skH4YRvBSkY8ONTMFhLpVnJBaTSwbYCvs0NOSUBZHIrNgg6aRDpZRq9+1WFDLZRGtcb0yDeVzawhPjceDN4+FLQbi72CCQm4e3chiKKhG6cNNFCvGiRRkNkyJPb9o1tqUKWVSAYizBQtziYzlL5FkbZ9rmE44FvAiIva7ajbLmFFzfWwX6vBHN9jfp7LHxKz/9C8MrcyBFnWkmnOhMtmImOukWoswxNJNxY1QtCaubOVmbUZ193a5soCGoMSuVPBN0mHtreaDOQQMl8Fy5EusCfXWMM+tcQNdDHojdlHBo4I7Im8GwVX56LOA/UUwlmS4RdeI1vW51b3stKxb1Nt7JS6l2P8ctgaIpbY7ozSNzABKKHdJUEefp2M2MdvX4Zm9QwGyV8sad485TYOV0qxFjISYQK+42G4EYy5yHC6hT0X4KdtVhiYXriljU0untc58DsHsml3P3rUdDCxiwdUw61hxn4cZG1gU8npoX/UtB6WoO+jK1LPtNILFOaPZX8KYMql3dzCnVRJ30NzN8maklYzaMHXqO9wS0Jwk6oznwwFJfC6ZF7fUe0OQbAIcd/8lCNBdOSXF47CpxbGYM5EJiEcsk0fS3DgHFFsLePjKLqMa22RrNIisbrTPkHydxGmwywj43HxU2PoeABxx7iNrnYYebJ4FiliiubwkYi4C/mmEtyjOBWlmMqE1GJUOoFqlpVHWr4lM5S8i9qada+bIeOfmcR9I7EicwUk97Yc0p29O89CjtxaFmHDEdYedY4ktgZFxXdEgQiO6LRPeSQtf6GkwSYM9votaEptrRadqUyYKijUhR7l3yUU5eDO/mcdoQ0QZmPam3HuD0EV4QDjUS4YRg3Cqmwcg9duGrOEJf8G/JKSKYQjTYTERD4moTTbSzdUs10Y7VojWsxJIaazYJEPvd7/4RpASfToeJQ4kdj82Lmzo8u25istzy8KnhmEI5biWIfOWEAGU7WiI6mgvKS6eTOWqBlaC+hl9OCi3p6ZTUlzAjwuDMC5dQp72+2BnLq6PGmvP1Yk7k8xgwPNoS9Wy/W0n8X+6mz4Y80zABvkfC7qDRWx/DlGLLIW0wBmbV7HKo06gqyZwIFvnwCwfss6LW+c1gl+pbYHKtws6Pbp5Svigs7ceEo4M9CYAyToK5cTRLhNx/JJkAYJZgmSEheYM8J7RWqbGyZ9BuVWSV9VurU2PY2gyb/Otf//qM5EKmIeuIaXSEJjsdXogZMMKNCeRJOXoCKQWRcgGVcQdiy56kMmLSUg52UUI7b1FU/auskS/PUwLnajzxatMITuDchtcI4sQXfGd5rPNN/86gDmVGGK/8EmCGro1sADvavQzyI21g866LfnoCrHYcvY8SemtMuiGKrdVLNNXqIBCuelc5OmbKzyqJmOuPADwpI53LRpvuqTpv2AXRrz00sDHyNWKxUw4kGKgW/uN/pkOVfloE3sw62Hd4qSQmVvdKqZS0pbG1+SULkVG1EZE3NuRnMGD+qIVkk8fk43WaXlgRc4usiOVbyZCT5BBNMuXbEitn73kPUa3Cqoi6NXix9JM7m39icWzgZI2f+XcwHJUBZtB74ROQFA85wUfBvEn023MGaAazQuyGPgwPe7t6l6QMdJ2+Phb8+WxDJwXb2ZpW6y9MbLLoY+ShblNzVWIBJJr7vkOCSDlT9WyriK+tIJcStBcQfbMn1A79EA9FxuS9ZAyRdGv4ev0s735pyAVbj40aSSuLwFlhp92cUWNpIwNvRVqSPe1WocS48x2BevFYRDZ5rExgAxXJr9OKqB0/RiM79Fiayu4fppzWznLuybQWsLI0DbV0Cmle1hFKSOtUOPPzAecYTrzjmeVtgDzncTZ7RWfNWd1gO61T4RzchRjQOlruRytZLvTL1e1A5uP8V4VGS5mQNmENmRx7osCPUoe6xmhB6RI1FAl/gcpA5tSZAcOMj317FMQthM09MjgtR76bLxD+IXCM47gqqtmbfCVGNH45Op8VstGu7kUwYxvfyUgtM3lrTWSuc3pbPz21lSpKJBLYxIBydeW5cYsbnO0XKsWNnCgFRq3JTtE+31IXRdpW+nXW15sx6TAmPb7V1Vb0XvIQanvx5Nhn9ibo/KqO5WYXTuczBjBaAgeGK4HH5c8TgANtHJDXLLhVZ0yBpISMOCyxDrQoGvEtAG0tI0wdVyWSNZhWOYEjLvbisW2uWJPYVJMbi+rA6B2/E6wYjWC3lK6pjuEA2YFN25cXcGqtBZcAMRLllbzWxU+6NhydHOTyZzhQEerJz5VXOgkzTuEdb820VwzUKETQ20LLsUiXWNl7Q7wkq7TdWm0zK31A+WHB9jhahnm46gbt2AWKFJ4iKVKQ78wnv7HnECcrqhsp5G9FGpPWjzKOSSpjUEc5GZBGfDJni8N6mk0ybHd887znoFke2pvZZuCcEudewRjECY4YEwfKL4LtG+ifFnr+m6/WLsUbra3T2L4pBa6T7QrBNMDcOE1ST0fimUAD5MZqn/ZVOSIjSP3mRMN5Oc2YFwA4HRh2uSEubwYvxcJlYurnePhB2UAwNVFj5h3v24RzS9Zwr62J1g3CTqLEy8Z3yWg1Shzvn3/3Mw/QRwqyF82VY4yICMykRiYToymTu/pEA5dwSB/OprCnRBrqNAWwwPU9WuM7NlbATOmoNDbVHJ/MmUEnXTl3j6a/cQcnIv82CeMeJ79G/5oz+7QIhngDyOOqRzfeDndCJKbBu4jxgjYDgNeRVod4sR4KuNcBU2M9pvNHbjTeAlH5hmp5JVvuK2cAFvEgBqDIPqB2obHWTY4LKY0xdunkCXkR8HVJDDs9m4SkoIEvt1AvjEmk7/yqJZSklSbay/HWRNtYV6mz8V0sVXGRDuPjGa1QG3bc62BJQw4U8wGTDhGIzZCLpCMgKfWC9bTnv4CIq5gjFWlFRL8VQWAFdp91/PYLAqkwzi5nWjG2Ij6ZM4BPNO3rOTd5leWwPTEBnMkrEh9Oaf2B3OYBewrQ9HgFkm1f83Fbmfq11ATN0Q1ecxlY3jKwFHOA9BDnfJ2k0wXSVPXWgdkpX0xNgR/IaC6FrsCv2AKMKWXlCXDtAwerhx/EN2fcHI1Tp3yTGlzA6/7sbZ3x4UWQEZMXCwxyjEMORHEBhyeGr5wZDnbGODpNKOaSukXQY5uarrL07VrVXjFtA0HXWK9ISSLSF7VxZmtC/ru/CReNR8cD5WE6jUOXlDv3giLQBj1Z4l6JLnK/kOUgwrtcOzGvIV8K1IyCmXJMiZQqnYn4ZP4f9v5lt64jSxtF2SAFosyqlJ1IW7Az8ZOufAURqA013JAE+S0Ku7v/1s53kHH4BgYId05TiWpkS4/gBPIJDBYBI/dP5K5S4wAHrJJAcWN/lzHiNudcXJRIilT6WzEjRowYEfOyZnxrRMzLen/gXA+pOeeG+1lbjOd2jPr0CJf7znWBLV9V64vttIcjwd1SWouWdpP3Us5wI1rgTB+PTimUs6iD12p7sGgAbVWjhhFo0wGtlxf4tIg6TtwiPgHra34WvA8SrMQhr+iJpwt/CC1hyXte3AysOlZbfbN4lwiQXf8DgV2YXVHdlS4KfRD5IujGUEGCFuTRsknhlFC1BW2+KBEm5g5WlrixL+rZ4KJONRuyCUSMz85+JkthF+l1OSjvfWaebhsElovMWKpjRDYM8xJUQ/yGT9HCRNd1I2dX0NwIhb3JNORKePxZTkJ9cWX/Dpznvk7JptHFH1ye8e3pizrsMehndgDa8/aq4fbn13CF6500xR1E3OoXVqfLDnUoqLEu4GelW5hi5DPLg15ob2k9FTMG2Ab+ItEBBCWtcV9iC+2rtzo0s4jLElpDAUi+OXG0x1F6nNdjnB9+I/pNHIbA2g7t0gfDtiezIjCiJ0QXhlm5N4jPTR9iKNFJDWPeIQxrLhmo1SyGtB+CKw1VSxZC1TrfClgsH4LLQDrcb+4mSYd7bSbyjvPDcu07UrKgXb04OsoFKdLKx04Z/5xYigpIkFcAX9JCcpRiRWqMVRiePrjkab0InexINaKxCrjovtOOHnGGogef6IaH1b3m/cDmQ7w25OFoEVzQqZc2xHr0b1bSz8KMqZwzSfSbt3kPzMAIFUv6wMrjLf8y5BUYTLzlF604ThCuAbty7L8D4V4gdZihsYIud5JPjwSiTIk2BSIit/dBgJ7nrhsOit0g+ySO4Kv4ny8dnDaKUc5s0V0YXKNthplO0colW7WzxX2ALqRzcQ0Zhz6YX4WjnTUJxZ5HuXLJdFJHouNUaNNExzhZlUYKSkx8EMoaolQSSyVGiO/mvYGTi+cfT+P2ZS6rT7fhjOXdvOgJ6u7tqX3FYNMX98z3w1zrWmdXsLAVVOODIzF3PSDQl3LmlAdtscJyQ8LK4oNV85EBNlAb0bbETqz1VR6c0Afk2cJFbOgQaJtukr7pak5UQ55VziIaaPImAU+E/RcdUMEfznshpHqvJZRcHJYoCCFUkZsaTmsgNMpBYWF1JQidRVegFrWc0QfkTpJ3FCzT6YsrwNx5M1t7dMhWSNJU+ZCgxYLYermJyEZJ4chXbFdUGW2lMyrBrubV/TVcnGE63yQI1i1gOBPNfWyIc06hvB5gs1Zu2VVgXIGYoCeDPGaC9tywLOXCFIKNKqKOpVksqI2lSokLioXGBpuCXO7KytZP+YYqnAgav4cONezJcufjJMlzis0x1VB4aHj4OY1C1kDbpFRVfpcr2lcEuR/om+6tzNCxgZjqFw/2GhqZTAW2YeAbhk5dQms4Le0ThKkJwqidZkdtyufne3zdFf01BOwqk3JlV6PUnOtj4GFgUVSRuflMJjKTwDQuAFMtybxnq65Ibem+c+TdLktcGN/NVYFnXX9arkD/i4167DCnnAREB1jo+leDtTfxCkEy6NdrDT6mCopZkIDzElIDWXaPxDY1Ss8fMK8NrCy8sBigRWy/dsY5fFLFZB6xGwe6+k8gxhkgkadI+74I3R0oWbWGZmdzSMB+2/FHIfWG6g8A9rhwXsoTEeyo8mOofboXDmBQSiMWdinCJLQlkJcMre9Lp7ZTq6kNwkQaahyene/RL+MeIoX/5Q93G4rccblnzkiEnY2qTnSIlH4bSs2MPJBqVomtLfplDLHGKIynRCKvz5W/EpBnHc7dd/qVNQvwNjD+Xud090cC7VyI/IDj0eM5ODud7mnTk8cxLatqrHiQL0IAuge8hgqBea0x8MgUF5Xj+/beceuk0N5aJ21IE+jt395/DVR95sAcQwCKSfKxqzpUcg9VZ6FRIcv0ZB2awUET93llHwTocOy36H/qeoqKl8LC52c5GnViuYSBgpgvKpJNkSyU0NqVwMUFCDVTykuo2qHYWcSdtg+IzuADYv+0x9hV+71FIeeMC7mMlMZjU02cF6EFY7maCyPrO4ukCa3ZMp8tpsI1ZEIeRKkmEF88WHUOvQvQHsI7nmUndAD5TBdO+NP6314fA8zuAR8leDkLR79Ttxm1YRH0V45yz5LFpMOsMjAWjX/DvKKqYbcqt477xw+DFq58af2qqWEwfvo8DQjyExmS4R3cSptwKk/3Di7CtjjIvIauLUQVnFls7oNgOxwRejAhsW/SpbHfwtc/V+JAmGEkazJpdSVUaal6V3sIKLugeJIt6rawNHJ+9px0hP17K6+XYrhz/EvfPBaenEsPzzXSzMdKZjZnVJQU2LJekBrFpEGVKY5yrZ3mMIzmIMe3czXgSRcn6aVB1uP/pck3eudWbimCEVosH6teW5iD1FmK+FxrcY+GZiarqpgrGKnp+GQcJy42V+B7cIodpRKY56eUDgAjeU9gQ9m3eZ9Ih+3QpkTdSMiMUC+2SMT0KccSnPhDFZ5gpYkPgLfu/uGoxDyXu6LifxFzmDvmyKTJtrk2sKYT57vM0MrqkIkrDVWRbTVVinxbCPnwuRw67GXr2uUlYWUVMfDjUit8sHzYkhVD4uEkXdogFjXF4+rw4HNRIOz9YSE2gynWQP0VPw3MnrPqZ3kV8MOvKS8+38BuoTP/Y8G0s1Ix3xtHrSbE0ECnR4+mWpBBg1lmmF8XMCnAl9g3uFi1AMP55sUsWn8soVVuBWN5lbTg107W6txay0XDaRJaR3YOvOrBxL+lPngkztrITYN9E/3Z3RDjMPKBXRY5Qnr/c+GOQiAlzFNOlYYg80Hn4Iba5qbZ1Ay6peDaNR9JNnr2HXcd+8z9TK9Pka7FVj7TERrsXNOHTTWK5ASW5LTQi98gRLMPHry6T6Zla/QxqXrF2cZoBUJ8O1cD/si+zwnGR+F4eoNDb4z+BmK5Hkz7vvLzax61mhW1/zIFfiyirzcAfYRUgVZn1znZMlJrX320GEDvr/VC2aJalc4FZqzINMBOtUxuA3z9aDCa1KthQ1RM8A+PRse3hwo5qJbkBMwu9YcBeieDXRhI1Rlib30A2gjeyMX80VJTym0O8dQQQUvRzZpMlZZrwVgytS0h8p1hLufieuxkeG+IsffabflpPg7QQkkrHBtWiGsdqiA7uW3kraiSGcpuETwXpjJ+dd9r0BFnqczZSjDuFV8FYWeczulfAiIKeYDv7Ei+A26gV4x937Qzu+LxAB7wObSQZzFzswyqhFSx0MaMepx/Xb12Dn4pJD3ZWjGjrGx5sifYWe+v3TOVqyVfu2WdwntNXYxp+3/HHCGvWE/O6GoRhQ/rAG6wt7HP0XmBjO5PBlBXxnJe3S2nJcswEE/NV6Jp8ylPdbMaZ6dmeXl41rzIfbaIGRzJRSt+l0R5ZBalleSDQforTp19QR0uJ1Ai4QHUwmAuY9PUSaICNSEG00Ej54+EynW73tUOgd/7DOMEYJy8N4QZr+QaMPEAnZ1ddafkAQGZrdjKg1kegC8dUoFamDQzw62Te4UX1839Oh3e3u8Gh6ikKE1Fi7JGFOaG8z25UjjUAoHPTIY4BS+jIPGt4l4Qx6zKcrXrRfh8/LD7qVMyj0744CnvfyGVaKmc0pJLCXP51jCaiZIhDC1OV9CpqoQwtS2aquolGCjSK6K5v3S+dBC09/LO4LrJ0fNhoQbLTw/uK2tFJJFxNVKbM/T92lL4epB0WF2Ri4oghlK2qnelXMOByfudYJwFnOmT14qLV/feLBkNlFZCmG21cegwtNS0KAZvyxsAg5kvMUeQDebXFukqLNlw88aL9fHltXGglDRa1mYDhdtAqCWPXYAs6xolVh0RgqU+dlohI23r6lrXiGP5HnA61K8V2ZNh+Be6TkkdTgu5kERKvmirVMJUhajopvZtGEoz24gRnJ02NqnRKBCdPX9L34zTdcWTExGJEfFB4PGAoMc1oNehobvmxNa0sl/nA/dK98CoyKY+otQxQSSJJbz9mo8i2/uDnpWePuDpdmXghFSII9Y88fir33fdaz5j12meNu+1GXCU3Ea0ko3NNVrKDlipeFdzpsLSQHD0zOZXtthsizkjXqWY49hQKbGMdbRKHgylBLY96DsH/uSs5PO4EIJIhS3Nz628A0vZlt+Mr02Ip04+DA6O0Rd95TNntTwy4+eBeCIYI5MSljMtD80NeEdVS02IW1OHTgW5yxS51VTJQkglhBUHwXLYwgW0T0ZfDXlIfKyDsp05fO4z4eIq4dWhhDSWh1BHUO3IkomrRWWUs7Levi0zMSHVqKvw9GpvBORP7NLfNKzX18h+a1peFdZY28o3b/aYb00dkJGL02jOWEyAYe84xbV0VOTlzGFCEbMtLLTaYcaGntqK5tqkMUtx4EDvKPiJHhr2B3mcSYx5wMjj2semIZS0uREwR7keLfELZHTgNRfYtXKTYGdTr42RGwT1a+b9AuhkjEIbI7EMWgdn28Wh6leH0txcu3O6MYx5G/WmjPyKZ3ld4Zn5KNBnK36cNPpEeXhsuUQGiWydozvpjII5LrxGF+QHohtKNYbAV+kC4hRbOL9wLq48ZQtoGD1C+HBnbAX60HRKbQ6Lm6p9L4cgzWbNoaTzN31of9Z61VGd/BRNTFsiWoHeiHeqo94M79bmnGZc6jdCEYmyszh/Ymir481Hglgmrm1rkH9nNiCByliDZwAR0ZYya7St3CSOj7NfyxuRYHfnxYPnYghQhlnDnBFhnnQGpZOaLcW98PBPzyKbBaFxLspKnqrIFYWzQ9zq2wBNTc72RPb226qkQ2DnTUdE7EUdDg4NmZDGrLF9raEjqJqI2RqZFEqZqpAFLlWAIuqn8mrvg8GZtzA0wYm4Vm/DWUsnoOJKzlg08n7trOhtI2ZX5H13v4/joF46BRy37XmHc/b4rfRNhxpz9ddBV+9ke/EJjPIrERVi9Q3b1Q1KsuQ0IlOeOUyPO8cy/mNaDWClxRO/aADM9mUiEoTEVM/CXVTv2qCOjT4XHg9nwthj0Qm/C6LIMGUShMHm8Pzb3249hHJ360/xBq1KQdWoo6XdR1vP9lIjlTWZy6KmCqIit3qFZ1uP6LqWSpGUuAlSfJe+mGhJQsg8InLkkKGD6CJI8vRkITbkUZNP99b/hUmZWbuJNNNzxGUdWujtRTECm6FUNfH9XAl48s7NSfFsr+5Bi1HH/4drOswHPGE7rGKZdYCdrzsS0gGGuQOT8Cit+KfHmdHu9jjT12G4Fjy2PP+VTFGs9C0uOcPNmD0rOO1W0rZlcivtIUUg+0vFndUGQqCesQ8ANiLrLEIP1sE0SE+rVYtalL1ZwPNo7lFDQs8Eirc/f5sMESGSCYs4TYo5e7T18PD8fPf1j7uhLOVValVne492nnX3qUgDKRRn5w9/RJO13IHaks21Iz77y+svm+aqVAIXV7DiG9ANWUmRBbuBiHEwoKBHVtXKKIljpYpKodf7DpBBgJqs5hqsy+MKA4o24hrUGHOwpBDj7vh+rgY8L2duS4vzbp3Tjqd2Zzjt9LcZS7vY9LkioD93/Vh/7Ltyd6dHcMW9IMQwVTYar65cEGYgrFXbd1xnU7KCk341NcPGTnAI0CSirIzhP48KsjqZuAM2wRIzLOsQmC/H6UZAmmu77T8qS+Fmwc5GNwZdLjoj3A90zwdn+RfoSReFNooQLFLtGB5t/Rn5Zzv34i/kSh2ELpMBNegBFg0Waco6Dn/LJmt2qm3Dt2eApFoYtSbBabwgWqyEBPtuJ0zeGHmMAsuh43GCLR09ciFz4iuXuJ6U0RQUbJWCymRDUQrpdHkZ+ae8YAxRa7viO6FxnsXvesBnm7vhGmedzvcPcn5eM6qzpR200LATM3IIV+/66PnEhNkyeBNhRW/drH41aIfNW0m2driMIoXQ1WvsUOcAPwL9Dya2WBeGRVYwD9Ji8PtcuClMVuOYc4SaBiwVD+LM1Bkp6SZhZwQx+7XntuS7+C/gEJlFligEBW3u8HwPHiDrvf4ThsFbf9raevTs8Gz3x62trR//9Ozsx63vodl9iOzW97A6o7Sz9Rd4eRAe7TYatCX5EegQ+C14sql7jizwIxxBJI926zqQ/y1afobszrO6XbkjVeIuSdKfBdNLcxCxJUW5AEzlrHw9LYx47LBAEn0iQcz5QiVRZF8Qiw4rtYqQ1QyifnVUg6ZKVOlqCVBj4O7kUs+2avak65U+MxcM3+O0RcV3rntFyG5bN4U3TRo8SMEDF2wm2aHBhVNhXG8IRG9+cWVjm+vpLk1NwGfTCkq7IQzrabL0Ke3ggaWS9nSkxFjUavtPbOJbZobzYGEOgI+K0MeELSqoeuI9TqR3xjG6I3ukvBO5JHJHXnznV2BxyVBoowguycQK0NXDvTN6gOfPdshRW1vIKP3xHONj4M97oEbg+7NzUBrxbO8Tpb/99iw19B+fUXpkqns01rU2Kt47t3rrxz0Q4KOzaAZrGDa0ZBScnp0/17DTzCYfLW4MjOACqaRGpMk6fCTrmDHPNjACttJZFCliLdQmSzJWOdvS2wBVA4vVMHj14EV3arwv5KHUs40dm2ebzreuJwYGFaxdZQKp0O5s4V1Abnez+eihjLnTfvcJcOHedT7ghQ4g0PX21n7dI5lf4kp0DJO2pU5fuV2xmBXwXjmGqmT953iaGOYBY7LeKQDm45PlGvX2W8+rI+u0cMWww4FFfkp4H0/5H3CVIRzmpBLK7X7nX9ID3Nt9/ePh4eutZ+eHO1sPH4LFznbh1sE9fCQO2juDd7dzuPt66+HZ+aOdZ8+2/rR7RuexaEjAqIeB+B71Zyx9dM6h8h49wz/J1TzbKxX/B0uxjn+FCmvDWuFVYvVlCwvdVUVJzux7yWWjNyYySgoza8UR4geiZvJ06Ghju5Bg5QaUsFnXVlC5K6k6BNCdBd5M4zbVxJWeCzpd8wxFzFOtnLBrrIlV5q/w4VzGOCaavCwuX+PqgcPAzWg3Rfmhd0a6jPYx3wtmAAMNYTTiOuuCCb+Oiw07Wm5WN6SJNu/28QPAWcAc43Ifg1J12OIv9vkzkadHtlFnHntwxlJ/lULTNDbajb0pbMvhQEjnxj4PfDi5fC1dZMoQ+jYO6fDHrT8f7p3/+86P8ABfn3Ns+z14iXj9LZkNY+vzXfltP579BS7c+flvt3b/hwzgsv1raDwr+MnWjw939zitCCXrYg27n/wNhj9yDPznPQ2Sie93qd3a+tuuGn0GVxA7gEa4WbFlsaHOKS7iuXwv0Rioj4fCl20R2bsrMrP8SOKh05FzzCNHnZ7+CE3WFsdRlihJCvrfNFcIleT4gq4GvIR3gnO2jOfqmbdON2J/wzI5QTEG42TRxtMXosFLI1b9e311X37l3A3Dx6I7CHyNyvCHkyz/eusLZ0acfo0xSHMV1o96XYjuW4h0eSUVv9v6jOQUI9RZwATx8NWWXK9uMNrXuwqPtXf6d0DmqIIx9rNsQ5xbRbNwOvgN+17ROAD+EPCDIHJuEOB4qP89EDdgITckSSgtHDIJkdIbQ3L+eufw8G87u3Tjvvew9ctdFO48Ayf+u054kJicNQxmOXEnfJ+av4iBz3Y/2YEXCadSDf+FrqUN/3Robal4fkgGxDrOnm19ScdQm5Nb1eyMQ+xS5vlWBHEPR6PmKjqDTHRsrKKDFj6iecq+Gg9d0WSaGQjRIt1AM6RbVpZ2aSFRTChNfENXAvzg8m8XDnwnWzkDARQorAS7G07c7nwV+PpPNPng6CkcgCy+9Jn8j/4O2WkvUbflj0vgiy/vhxQQt7upL758Cm+WULZC3f6zra/muzV/37/khFxWW3fD6npOcrM+u4AAwUBfbH3mesurgQliX11NNNZFHFvIDfLvpHw1Uhm+ZjXF31A5ejwMsi0/innMLvwh5PSADmdT+cPhYJvdzu6IO7lEXgFJDgyuKNlGU2MES+dnn2zd2z3c/e3W/773bGcLzt4OHDUuZ5yP8+Vd+GdnZ892fjxkIS/nYgj8I6jrTINYal5rDvAcqu+3vj/7LTj08PyRlH9B3fNnr++dw9X8fu8cWVY8Oz//W6yDrMpmMBB/9tBbXbZxKQAiJ7BPTPGF48cjYo9O3h2ojqVpK2+QCYQwj4MYKfQgSfMoa7pR27JN1bEOixRkYklTtnkP4KzjtAv4D6cfg89WwKdxo5gApzZqzTo1dkMOTh9sHv2c3LDc0CJ+v/UHxVsrtuKqsL3zulmJdpwf53Zef85/vpsO3rLK7GMOX2w9+smSzYYLIvOQaVmzN+siPsBXyC/ji63/Q9msOwOZDPc9VfPm24+0wIqyIcnpiBF4GpyUGw555Arb5T0GfF5uevgSenoO1dxomWA1rvSEXxsH4ZXIG/F9ai8efJe0UBjiwiCmQTg8i7Ho1l84B0iA5yw8otdG1+5fld3a+ld4dQTGtl9KkJ8n6M7AMzX1Z1/R2OXEIOnNeGbtt7bfJeURjw45BD7f80UQTzj2odVY5safPcd+h8dGgaRFGoKPR8/NhcwyEkuBtMBhPnqUy0FUkBsHvdphvWzYLBdupWgwPUJXhBIGFOIbuhrwnNMpbMFnoMA80ep66KIAf61nHjUAI4BYf9rcfPM8NMBiSwv4dOsTJp9sfarseuAGX3ZFxL2tthb3mwE6+C73Xt9n4bTZL+yW6XHYCX4DzzDAdhDPWY3wSlwBwKo9lTZf94svePVA2xnuHTDdzsQ/wCQoqaCxLuK0Ba5B33LOANjxlweIIt5ORRPp+AXEGZHDA/wgXrDz9VvrLNc5ZNcBOB7p67A/eokrvmaI4IoSppTi4ARVd8lJP+6e0fn7EWODs73zuLT7/Tk9QNhx4Pr9J7xO8QlGs6/pFsrk4fkZL+tC869c8+492u2dn/MOl90v5T1q0Iu6fz48/y2kQ7f9sFkHhsBwCGn2p93/PKvbO2z4mCWp+SDQN8NhAbWJykRaPCx0+1gceap0vOi/heAQjl48IhxFOTEo3xGqKGNAcXwJuS6Eq/1XEHt+cDIo1G6nkxq54IBZcOLHpeyA7VnL5vg85/GDzc39zUN1gXp+rw97gBs7O1rJ7/DNfWkq/IonwB8wNtz+mgKU25988v9n+e8/Q/w7mrf2Caq2dn7XbIka+PKLmG4EB366dY+6L071a3zvd0+3t0vZthpwm/f50/yHrR2VigbLRhmuJQaPjdw+uB+Nz+/NF6xwT1t3/DV8g2azmIJNv1b1P0E6jg2Ab1qeT/li638qLU2rwf/1P727X8H+3tcgQGSLRd0goj0ukVbg+43v2O4dvU7QHM8Q5Lb5JHOcKjgX8JWbCks7C9c+XI6TL2ZhgFqHmK927TjmbTB2S+h7KHrrWwA7hpglD8dMSjGW8709DEX3OJzd2tnVTcl7z74Ec33P6T0UwYgJwTEubPdAbFSdcwTLRFZoSaXgMERodE8jc6TUshWAw2Su66ysA9Wpph3KvFkleEPL5iLkXpyfxd7LAyNDIXWcrpyPlBTMWyFlCHbrKLFqlqC6XbzMkt3sKTpLTa0rn5BtxFd0RaAXp2tvOO9akmKW2k7Z44C857cXcVaoMeO5zAuB8ADhAz6OkqV2FmEPkFNsgO9rUl8NEf7OP1n6fdEZ9IQa+woPB8RKxq+l+AqrEu5jzPklmeX3p2m7nVOROBC1zbCHb0qJG1g3ynCtX0NyQ1ufbm987sZBPc3W1Yp166wrm5Us+9kWq2t//8Ojp63/CNoAvvLKm6ab3RUZAv2hebFzLzZIqN/QzHdFVRAbvlp+7eY3mUrAOcBvXmcSCRP5+ruIkiJPoDkYNcRMpB8U6HrFsXE3ffUzR58NRZTQ8kYbqiQLfZiHB2h9XLjY+rMe8KV/eQ5oNRLopvnV06pvIoxSW1FJwRKUWBNlfESaWFmug41IjY9FGi9te4bzw8dv1IsZAUdOMhspktS8nBQSFNuqTVHIoXnZllQ71oWs7Jsr/jBoiVWEtuRDMf0k0krK+mGgB7i/eSTSrj31YrA3HIf/cw/dnV7UH9Ax4Lps06GCahvU9PUWLxGAFg7QqeEtopcj/nrrV539ALSaHX7j/uutmKbb2Hmt/gkNaPAn98Ltr2y7s6OBn9vESra9uvv/tPV/Qf2JnLOyUQUxBPZGfg1fKxpXbmZvBG3d/Z3XWK00npo8OM2VfEUa/sPGwSdbv0Z7O+H0CV/I9UXTWIE2UvDuIgb1bX/JGBb4Qn4H75UN7GiDhKhBNGIBdS2Hwf3jW8CcUcInRRhT5uigPietL7/kRhywoZBdW1i0vwGQ8oofggBHJGmjhJY8imyh5kNC7Cwv2O5s7Sqzp1Hxb5+VWlwIWQOZ19h7UozsaJimyivKdZBjobBhiiVwQb1pfHh4tO9+3AE0p3jfUiSOX8oWlGWdsJ8yqziqiCamCLuoS1nLyx+wiv03DyG+t8QW66pzFSgWXCizmcpA7lYxRKHMmTVgcvRdnFXrA+f+SXGzfovcvXvSf7b1D3D7gsA+f21pZ+s/4MpR/F9b/0a3Bixz75763NzF0183ujrzFxIqY7DK58jo34LcvkDKiTh00/+VbX4F4qD1v8nDgw190dioCruuahC4B57bDrnuzVeTip9gD7EfaF7TZ/e2PqdolnWLHKVjA+6DbGKW1PAc4P96pP0IvxlQzU/MlLoIcu+/5ZfRomyQoZpGIxaQmw7oynE8a8Iy5VHQEs+y8djRD6yTw7JuBwmBMIAveZyj3caopdsbBp9DyCkpUuHbp89BCSAF84IJojAFQpdpQiO6GJEHrSjbi6BgCYEAAOMYSURBVKGuCuTTMQrjEJRYiFxVNwZOKTlJ3WG7DulZ0m5pbFbJ9wEj9+dPXzy9/+IFwtOnDz7XVNzb+Ks2Baqt4Bj1bZTJ6BWqNuWc53MG8udo0W2qfa5CRk9/ijQrKbn/AmuGVVwE0anx/hHGqQOoY0HJhFSqZBTqvgUVVmgIvPnysvcuujMdHP9e3fv+l6AZO4PEV7+nwydAkmfGrqwrJQd/okMH/+mgsadFdqrtz3T9LLlBnpGnBLd3dtTq5zuvT3jz8unx/d9olElbuGEH26e1zX84oWO2feINJMPUjar4WnX/IzYS/uDB/dd2JfP+nm5vuHUas6LWP2uzyCE7O+ISe4D2KVFle/uf5LD+o2dJDc0BdjtedheHhObb5MjWIjfIaJyvloYqqrK482WaDxpSHnPcbnJh8+Yb7CMsm3V1UAWeSxILlu6ZvglsawisWSqy34sHD0gUHXG0gUspqxKrUBF6F/hjBUWTnfOMmjItUQlgc1wm5WrAOZuqTjGFTkYusAmCjGYE2zggOjz7WW/Chx+MxTN9upTBo+JsLirBj4acZuaxtOVZ8ZXfJuPK1PLd21yHC20caYicPdQ/Zl7xHCA9LZyXJ6cbByfl/DxBplzuq0ILjnDyZEXljVq5wQM6sU9KZ+nRnOkToAzMmv7Nva0X6QyCfEILkyynW5ge4H+gBO5ZtSdlQAccn9zvdALn9TgcTQ/w89dfIsXgjcNVAv5YlP2bFcAXB7/e+mT7BENg+Fzgpn8AE3lTEuzL3CxylEtAXtuf7/xKffo/op26N8TnqYPszdo+PdAFaPhZv+ZGw5893ga5YzTNDeCe0ukLaA6w7vgXG09D+ofcK5m0Fi92/nuBZHQwJkgtd0+Ux1ZNdBrD+qVWGhkftHfb6BTgQFe5Bj43RJ6RaU20mg8DuX7wPvhhF3zxPOhgGgp9ZHDasIrTLBAyH3LJ13UgqjVLgSI1ragv9yoltgJFKUqBIsvNZobgkI0x2uMxwMHIQyLqEnMhZnAeQf4yFVz0p242VyHNJCBCnNqgOhizAj9cj4qor2b2Nq/2URBAP8zxkFaccQeclS6UNvvDrXsdXOnk5GDjpHvKC+TFV6SfPoD/tzt/Fre/9BOgjG8H+T1HmCec//r0P6qrAwcomoSklK6WPMDjndf/xWk8XpttXCOtjRT4ia592jMr2P5s67fYZV9rhq/0JTo06F2223oAI8q6Nn01ArSi0Smc1V9xBVyNLo+iqx97Pf8WLh5zP/3NG/xvc3uDdjyjGZT92dYjNIVVn4A4sDlfqUVsiHc7NkC2hsa37UbWBuEB6tviNGFrgb0NmuIOdt9JK1dAG9c1GMeFW9XjDfV8lO30gPvPKdwGMD4+pU8Y+R44Zk6jqcDQxs1C1z/UBd0LH5gOsJgY2rgVKIXIXK/k4qGt7RmlXOJixdAXpSLK09iBOSWIGjVzXEuITt3WUugkCd/EUfAhiYOCSN4x88jZYeMDIi6niTw3SSqHYKs4tKxMFT3soEF91LYiJSxgoqav3gPUO9iC+twbeCIelNkdTuVkeQP29ZDkDVq23QE+vFCIIfDepKLavwhY5amcJ/SxF/Dotv9mBw1A9t+K9DnTe1v/GB7gvfQAt18Xe/UiOlMn93fucUMn84K/Rv30AF/ABjsA2//+HBvqQafLPq9tgmg4WoWPBpFzip/HZBpfCQ/yx9q2T0Gex3ATd7buY93bP279HnyDxvFz0rSEfdBFHg6+f8tfmt/IAyR+vfUfmn7kewfxI/AFL5hwyz/d+m/U/kduwNd1g2IOEDue1zQ+33nEg68G77G6TZpDAxPuLaGkba2VGxQ1z448RfQYG+cGcbTzasbke+d5Vk6THmgnCuwjBvFd9PDIdQI9TremIUXy9MFzccaUOOaopNVV6dHWlh/AaIqdlqyDy7tME6SA1Ga7wIiJS6IxJExL4y6JnDOtkDEiLXukKgS7gAikKh0XO3IiPStYRCXNIZjD/PpA6XRQUcA/fIvXHNAECSuoFsqp1LGPlP8mBxk2r67cA9R1PJ/KPnnpveFErOcquLDMZidwKqfBCV/joUyesGQvPiX6YBPMMqK2uwQ2zWcr6AEebHz6Jf2cr7fuoWPf/xrFv9EY9v7Xn4LKHv20cR+ODr0dENDBzt/CA0QR7T/9H75LjntwvP3TzutPsfbBA+S1WdSNC6rwiZhs/wTlwfaJfK7TKGu24YtHpBlPUml67rPYqH/Mef3iy/1m61c/HXMjtw/uYyTKn4sDtPTp9vanX4OXeWV3e/u/vv79T6+xdSco+oIj8FNs7dan8AC3/i95VFqJtxwe4MHGF9yUHl/wEjN3nPOg2EhfS/ZmxDH7NZ3E3/jQfA26/el160J2X83s16TXW/C1YKQ6nTgQ8K3j4GIIEC9/sWkPPqyCYfEco2HUHFVwNCzZrN5C8wGQfo4DHwJONhAz1LgEZEMVOakz1bur/iKxBJSpuKhqdSyRUXT27G+PKEBXtEgoWeuM8zRKDxIhSy06cclsKPbKMKJ5um5kMITmnX2iMAceKEbMQWINpsF7YSEjiW7Dx1mpFGHCWwHRQPUHmcoOHiCGGvE1XQ141vnMU4zWD3hfX66E3gzO0X6dOFXjbAV4DteTGwIHsKfHB+/xL57sTGW2iiuKm9fg4aUIf+f/tgSaTQ8QMT3GYvR7uRPRs3iXNFHn60A/wK8gqewTuI90rzJPFbJRdhJtYh0gFEJ3E/9aPpuHpFuflaf+0bY9zbhZEabbdEGli5b4+5AV263zZj3CUfWq7QEe/CY8wHun3QYEQJbcktp00+BBrIUHrRzKA3Dkr7w9Riv3GcIDWO4AvmEE5suXziPs8pjoy6OQIPPPsqPeoMWrTjjPom5ibOMGgd4mb0YdMP8HKVihSA4tYygUMQiHy+7Wa938PJYhtHIGqi3wBffnh395/YnvgQ4ta6XkMGyFo1bppJVTshXi1lxyKeSrUX0kulk+HyNN2SnhPwlT7cNG0f4cDVVRplEsOmMb8gjlEFLBY045zBmBL4sJ34nfkNNVwSeeSQwyfq9xRkpH6NwNOQBVuchHQxWT7kR5nAQEBa47hpm2rjZ9vfIe724DeIn03u/U/O8ofo3h7wvygJ6+kAd4uvM3xJ/73jnb+/Zbbi3SbVLC1z99KbIkTr4mMdClM118fQonTbmNbTb9NdxPOo0qg5fsNqH4PAkFspwzOGDaqPuFE7Ay6Tc+J51pI9W4dvU0tw5wRfyw1a3zZuFH4FSbjKF2eoAYbcID3PaDIISaM+Bmco2/UdNUlAa5C9B++Ru7srHy4+2yt0LTFNDnlNcXnh5ulmMftBvhyOkyyAl+RdvfPlEf9FmnBakTi+4FjHJXnZwVNwl1YLgdGHOx+4EGggq4DGEkjkxTR/HhzqNz39PclzHTKkNCEiq+3e8wHu5IA4ViyBBJ03CmDFK7zJrUjSGSUlby52QkemX8yDNjLH+Qjp49NQdnayjFWOgQ4nCW//31HCJ4Dy5lsWerLpVAA5pTVG2eWyc65a4SOtd01lLCuYgTMglOZ3XOVAcwPPQ5HWdrIozIOxwGr+erzuzNWvXWBjcfGByMVWg6cApTOv88uK8FXwOxGpf49cImY/B4sDEZPOoqPWgQjuEap8Lsbh9P1Z1iUsoNIWL7UY5AVWxbzIP4KJMCmQvg4KuCLHrQHj9P2A2cc6FLzJjfEND30OnodLDjPq8slWmNESLJMJALFjndYLJnf9raes3/LPI78P307yPepMKSPz0787O/34PuXMLnerceQX50frj1CDmkZ7vU/ulH3ty8CwHKXb47xi3yNdM7mm3MJs+//5vq6TngR9kyt2zY0CHkziIcnpGx7M5p4XEh9YmxrGAChXScsssMIpSyajrUUiiv8kzdPC34CSEqSLQVT5nGO7sa+ExTsxTJFe0/uXKSmrM8FZr18bnOiX+pGAHqJlChB9RRcoOJ7vp/6rkG7pIcW23nBWssE1OMw7bt0Pe//Aq7+fu4E/tC9BfS199bbDXA+YixDjYA8Vc7W5/6x6lhyEnz8+vTjF2HId9nmYt18E+QuUEIPJg4EDoB6MHpBNLGNvyn7UNtUm7fKJCTtIzyhHN6/afFCsArQdfjoIzdnBSQy5TdGKCtJZFkAGX5zQT5lr5HfFcz8PDMsxF/yvf3fQ8nUbdufh+vvY8X3P8PMtY5+AzQf4pYQNP5jpldW9ZVlCbjtQgwjzfpR8u5fbHlJV+0iIv2/NxHQseEAUT09qk1oXABjxhfnhNOHmmQWclpLmpsa5o7Rap0M/3xhCD0bA05JbTn13PlZ0acrkjctPlCIpwNOnSgu+aPFHnKal47cuwbOJF1Oz9E2uHEzhP6Ylzzqc6XlQSNkLfZJYkonUF5ilU2Niz9E+DgkvDo+SKMnk25wH4B8G1wY9vjnIg5wHJLi/eJbySYHMtJXSL/fLxDrxiLT45xADTFifPAhTpGPCwS+EoD6DmZR7kcLu4CHWOUjW0CPqlUMJTObOGNAd4GPA70yVcIz0EESQ2ZjozRlCBwsQFiJGCjR3t8aaneVr/1DAT4aO8MXMS39mGUe84Hgs8e/ivWc8YXu/x4/j9YYW8PhX9GzDe5HL5+/ecz+HfP+Jb7s92d1/AAD//9NZJdvizQLWoVMN96du633/8r3zK4q3bY5NnemZPeT41ksk8MWg73TFUZyymjI8clmIo8FkNifez0aR5Pzhsn+2gtnexdnTnEUMiWZlxSYHDOTBnf0NXCZxpH1uqbOGVPs5fGSc7reLrSZ4Ahtu0Tok4qmeq0vwz3AXW4ed0Q+YkC529vDFR2VDLTD3/P3+4v4w6WizCp3/6SrMA2DjO3xa+c6LGwAdwv+rncQ61kZtsFzdX1GDRjrnEy5fkflxf3xZdNJe8q5W8jVm5zbAyOeCmVrgX/WTowFIJH1ztM1wF2Rngz6nZvTQGIzGaVJyjVjEuqInRUkwDP+JZSiHuPdh7qP3/P+UdFwvd+U/PZLlw6OYV/otP44/ew/pKEpnf5ne28/vfDMxCgncStLdQ4/3Zn63AP7Xyvl0qfn/0r/3hdb4lGk3xnwrcgPON7Nxkt120cQrtLClKcn/0RTlkJoCK5Y+HHQUW2InuZrPy2QCq88Ci6WArU54ENB09zrZBsYC7NxkNlyTbxDV0tooex21igx2TRpzdPRajqxCDv1OCsT9MrFMtQUlN0W8AnFXhHLvZvllUSMIpCHwTFM713PcxMBKzTlP1GfxOXoQJWw9ajksgn2HAAyi7ciL7ck5ucJTnGYZRK7iC2jBvH48WU5wRXrIhvxcX205tGDYbJOmNOQvqxsPW5bxh0X9Dj1BfzIRDxQsMMNaikpQ3IIUXykC/jgy8GBXy1Px/qJX45XuVffvxIu7OzGN4iByp8DbL7Ld/pBy/u0d756x2MkPmSQL3k9Mtd1ni283p3D+2IAOERYhVcKZzKaNL/p0l8D/+QTWYCs7qZCO32t1kth+d7ZC0eE0aMcWzsu/EggbYk510xVKQxKgZ/2Yo5SVHHAhlUfwUsCydZJxp0Nr6hK4RPTyOE8JIkKhbUo+gIILEPKDX7hE5+dREAMrOX9AOvCNqQBaB38rkKuBbY9mVDuDFly2XVHIMEPaL5G9smmGPai/t2oU2mcrnWRGsqWTO4BLzDg1N8sO7y5TWYaPp82QtumYqavafojSQ78izhCihh97WvvDN+bJLbUc6asaz+Ct08DtAB5bewx/EGlEoHlhCHooQhj6hU4ntI+edsGJ8ecgj8l7Pf7jxDMfw1DIExIFXJ4bOHcBL/hEEy/zgEbMjX3j/i33rwH93Ozv+0BeMduI4c3AJYx97u651dvl/r/0Onz38N8vAcrWw9k4QmwYn3np1hzMvXZe2hSb5PUElsXN3KSSh7CR7V34OQk2IqDh86gr57L/kKGllJg8MXV3eRjYhqJpS4iBydSQ0scOixEibQ8A2DkWPmmjxAnsCauglo2mmGI8SBPDe3DzjWgSZ/+kUGWErPhjCt/4EB7iP1mQdDNwH3LwuDqJjt7fULsF4PnZAd3ajCb0so5ebPi8wrGsuZSrysrOsm4kSKsIIdTQdzlofYQaSlSgRNwiw1oD8+voIGOPHqwTDKkOiM6QCFw/SQYOtCunmgJ9LjYKf8LpkiqKCGwoWKWx1CLaXAOUC/tdm+mP4E5FCvquKL6899oYJ/2yb87dm5xrl/9v/7gsQ0B4j2Xv/tX8NL/JLr+Hc6g3y9/uGj18/4n3W5ir18+z3/PI6AtZs8VBW9H9Bb6q2MpOQtOCh6LheMdAQWAhmJ6KDBUZLzpim80HD6j6n4jRrkWU0unhpgFRamFeWoiwr8eELQ6siprfiGrhb6kW6uC+Lknfu9hkZDHHaNOJd5kmp2EDAdkBVmO86lUTrZVUGd/+QY244uuth26wDGFjDu7JHB1q3TQyczWQd0j5jwUC010GydpeXNHVEMV1YBOeF7Ojng3C4BRS7cM1nUpipgz1mQICvFPFg+YMxC0vUmniCiPz0URDVtxhZhVOA2Ktr7EG4a9nLkgvDtySQAk0JITIaQC8LIH2e88gDyPPvLj7xHBZ4Y/DVkg6Wo+DPS/+cZ0tdgr+/hD/JWF7hpurq76zlAOHtwA58FtdE1PD9/vXWPXOg/lsPatIp/QovnZ25Sbh/w8Fx3z3y/5wTb1W1ikYZtl0bpmbwzHZc8OkFJmUOxhDRDCVNLJMciahDMZvIvf8PXIy9GFSpT4DxhKYhv6GrhN1mV0xOp+/Z4vpLk0EvQcbszF7zCczVO8jiTU/XOyJ54xRDrYOOWmma/9eEgwgpJZ8/MZOv8MzBg6mlqdAjQwVp45VNbJ7lmrvE5pN1qe7jAdScDrOGDHpR4wtQAlcnl1c16ujcxdowHUwFZatQqKmOz6WfjqHD2kGyr5l2pQDrZTMrwDamtDwK7OOh1T7/p2aERh9gpk5nAt9crocC30zO2WpdkDw/1QnsILKCKWTiN+aGocSyU//q/Y0Sqt9wf6j+GAb63T+88pZlCNom1ogqboJ2aVIJyLJFgvY5LiMRaL8/BQnLycFyQ0ofD8eECBWMrk7hU4JSMyAyCtQpiPDZHe7chO2rNhVkXWnMjeTC+oasF73Bgotjw2Ticr4Ke0+BUT57tJxz0RE6avDXQuXdFPmJ8taDDI6cn8hP0RSEj6Sos1p5g0ovlQ0viJaTZI9S1ngdheYt70IwD9JXHng8rjhjax/qqRttsDpR3hx9ADaR1LB144DJPY820sip/TLk2b1gHvzM6BsnDb8G1fPvrQo4Hu9wfdQmk0kOmrc4h05ZPajVSpz5gIib0K6GLrAPt2MyZnhkhZUnNqmrIuXLvH/8UePc13y5NvY0kst3U8aOnSJTR6qJlFYdVF9iMk1RJPNuTyyZqYsABEmGRrniwUBhHzUXkK6Y0QAKZ/IUPJwbJZSySJasUGRUtIZYCKdu3ElF8Q1cMn2t5xjGNDjJ3EtJ3QFeQzLNWXaN0qKZncZAV4jvA95NdKeIeGHXRpabZd0ME6iFp7cX362E6j1abwuZMSoF+0+q6lra4gxxvfCEDnQyYpcehfR6lEanCWnLTD/gdo7ko0QCZlT29qBwvwxjjUVfWV8vGTeJYY+7o3AjozaC7wSsJOkhGQBrZSWgYYz4YjaEBwRosXgHzBS5goJaWGsT+dpf38v37zmvXUY2yeSFKIlq5SFK6xMFb0cqOQ3cGQgqmEhNZbqfn4qiR6OirMcMUn4zpJEYJdXT1mJHWo2A9GcJ2pZbk2kwgXO2/wiV8WubJqTOxnLKRVkhDB5BdwN2NVIda7hMQdFV4Osa6JPqLDO7Z7we4LfRgOBE43S+DnkuIRBI4fJuQiKXKUyzyrBDD2x6DrtjYzb4IHKKSeVYerdmWJtsyJdE8NHzG0R6aW0pDNcEMyQ8HWkePDiCtWDiswz81chCnX8jyDOn1g51NffybOY6YMgWTUReqYpxOYOYpyzdzkCjjKMtPGxAh4WBWbiI9umrCwshRVFteabYbuZAlOnHcCiVgQQz94XO7YBnk1TnI+5PoQichIyK3IdBMzMcMAmrQgJZhDYYkKfIWdNOoqFGmbITtxDd0xeDZp8lqImnMmDoL7Bi66Z8lTSnrITvpNleESQ+5PNApOViTd7HU3DD0KplWu1R3igssZ3h4cryLiTZ9NQ7itroLfnzm25loR4U8Mn69MccxoVkZaNUncN80XyiUhoY98L56Pnbq7i3+SF0/1AvpnuyJAbrQUkbGLrGiZhAisd1qoUsd1dZsxUj5ICX9E1yxwRIVpm2mrDhT2CGahlK9z56J4Tx+FS/Bo8NRch4MBmLTR6JIDA6fX+aiY1lrRTP2CF2xi17REdQgGAZUROuU4htajcueObL3TA2gXB2cTRrDkAWOVNfFnPHpjDjq8k7ZyWl9WfSDz/cD5/VPuIHLQ8SBGUu3bPvn2s7oimvNgdEHnFZoL61c1BrZW6P81ZhyDTBTa9BENr54HUWkaIuuut31UgM/NHxdRoDrm7mvIBiOrcxt81X4/O+IcEle/XEkgZmQS811inWCWk9RaZVqwMLYm5KJlQgyl1QCFsQ2LO0iq0wxKQYhlNBnUYeUBB4SFWkIS6eNd4uDB1kCBd00SEhgIR+PWhmSFOO4+hNiW4mBrdEcId+qDzUFrnStITA4Y+Z8WgFZI9K5HVVrC+P0tDjOEzRc4jx1DFNWhAE6BJtTk++BK+0Ep5XPlo4Q3JHOsSlmrWe2UHeKiw1NAlihTWcqNI6QLquuAv2uNdY5/6VMK/aaJhebEeSMMyBaRN5FvA0w54mjJkxGz9TVOUXoi2pGsZnfzJuAfA10Tr8JWsvADr3GuUZhsY2nQsk6MK+US4moHOopNGmoI+eMYkSUHaSzzFzRlxCJ65dQslh8K6AYjSncOTEcM3TofMwcGCGpCiXkMgWSmX1CuHi2Tgn0FzcbihTVNPV2Hl/U02QZ9JnWsatI65bpmhaGxnSuakYKQVXgLupkLQ7fSJnvjlPdNXc10G3Qqy+BmBmbnlcMG+5ZrDwA6wtpBbQpscLZzWp1F4wKvXvN1s9hiSJntFAVbd027FR88bwBSibaT4sC3dC4CsycYtgM+5dZVmyO1NWdPO8MdUX4Hb5a2nKC5ZYWmGlynWIa2rbabPX3pFKUGoauIuQuRcDCnDPOt9lozI0oGtsrmaLqNdSJkp7q1hQscsmC1PCRG8cxMSSrS6FoDAlrQGeHkYUqTl0kkdLdK4YStIJ1PMDLEKDtGPMUVNepZ2VBPy8VdfwcO0/cKJWedFUCl8uezn0nudp7YXj3xgHvbtM1ylmMK0y2aElz7S1awxsD2DB+TnCgZs27RuLCwgJ04fzCdS4YzFSURpHvf27h3zyPDni+8evWfgCgRc8AuknFLHG2ILOwXe9I3Rhyjgq9PkmDBFDpYAgDmzS0WeJiUoQhZDLRKDSiQ6bT5ooKEcQmqXpmrHcmVEPeWcSuf/4zj4qYKvw5JFJBgVSEBpmvkVUZAqcBbRj2acVEhZAKSbIkjBzCLYRBKNaik7X5L82Y8szlSVzOykiFZhSc/SRmARUV9CoIZWJxbXSbTjbqFO8F+H6+Ow0UuHQgR2Ysm183ZO0NupiLDLIHjuaCee9Gzt85k9iug/xFLO36zNrJTLJuJyK7U4O/d3nxjFsmO+5I8KP0jFhp3MHIwm/tfnTcfLOSm4eckhcP2hdh1VBooWb6Iiqc1MzZ7mPiyZGA5Inyu6WFtKZtiE678pppl6xgoYiWSmFT0ugYQlvyQ7ECorM9HxYGS/lgLxX4FI8NH+XoRVOh44m8KE4ZE6UkV6TIhVc/0s6MGKVc14Onwym0gPWsKmCv84318pfeN6kmqg+Yas21sxYWhL7jkfqoWKKZdXG1BEjwkiM+yzcK952xHAYSQYi9wQqsveW6q3jRvNev8pXwJVy8zjpjN2BaldMP/J2bNOs2+A1ju/kjh3I1Kjt+9XYJnWWkdoZWghDxU9rtve0dfyCoOz94oAcmzABVakMyBaLQlMBFxbugvqOjzc39TeBoX9jc34dGuqMj0aAr9euLVHERHZKY5wi6SDU7FRGy6apBqNJQLIk+WFBXOGVyzKjiRzocOPhteowjCsVxJDPqSWaRYNFhjipRAGPVz3xqYAhOjC/oioGTr5x/hch68oryOGcJijpLGUlgDSx9xfc6ka+c/y4Ep664t7kT6d6Q9bwpa4/WmmN1EcC6i9ZDwSJ1exhpv3wFllzE2fWDxjg2X7nLzasCkcLSPxB2HSm68unBZMuj1YsvW9842OtePcAIOFmkhFnWcKhckRm4feA5Ud3m5kvFoDwyoTNKmH2z+aSyYGlkyGbi9ZTUBcjk+jMNjWWEObJE4OIqbTwE1z37zu8BtKsHamMCZsKHHGdvz+6b1I6hjhrkMyTgMamhTHeQIf/8kqUMTLGURFFPLleAvFe1nKp5Mo49iU8A956AzltuEBfdRagBL70G5Km9ZXfBrINjTt/zn0Fz92P1ykteOQZtcfFotGCbV01DnmAoWLiJO+YuF8f2ifF7LZhrFTp8h/M7AqXXCKGuFHxJrSo6jXMA0mTbVD98cikaXLQf1wo7H89JMySEwgyVEZwfhCIz3sV4F/Rm+pP7B8cPlLcP1hMNSmc19ZskQRFN11Qf5sRh9VVnVZR3JW2MdBpaKwcte+IiHpzw2DRzR25CAHlV/w2R/TjZK0IRAiQqzXkQ3JaaYyXau1G2xCqyianB63kUmLchlPOvnojjKQknpdf5h5v9iXNFlCuQZU9DuJoTeWj++gAegb+DPutuWw6DEkdrbstl/JrVr6eJNDE7gZmseNFKly+izNbEAPcgXpXRwzc5CXG4gufSzyvbEwJ4rm2HWu4yh7/zjP4hwVmnp2/5fqnKAKtDyxWotMtBL5Bun0nPOYnAyyDEoqe3+OTxtLXQMMmUopMhYKlyFRX6HIMWr6yNSwhVas/PcFhEciQpinLQMijxhF0ucvc0CkaWOnCancEwx0dNuWI0oOLSDBPJXG98QVcGdCWcljzN6Qt2DDc5K7tSnu44gZMmpEDg+HFgq2ryzkATN+cQoD+iExdGb5lFJDU5LvMYbhW/AKtYYEKNMzey8OKOhIu2brl8toRj4O36oPcEKkFN7Kt3lw+ASBV778Og4m4PNeTXKxWOT2Z/UuZ0NwZ2PI6AKyG0/FC1RdXKGPiKz4LW6PGZA9Pvg8Yun6nQdFhp8In9QLeHUFeR+lyRM9aV0FuPlpCYFN0cLY51Sjg85GiWx6bhJyzFlyNF2dWTE6eBcbhukcoFtFcHty8Epa5VmNLmUQiRJkiugE1mQCKrczaBcVWTWSoPumDGc7Xr7g1bXcl5rBVYvH6gV7IbRy6PiBPEw0FYxGXcGo8xF2fnIq2YWFYKuWCty8UTmhXwo8frHUtuo1fb8XHSZWzicbqr/fCBOXz4csSF3V44GDcDTVN903X+EqqUFNIGT/sBorUY5+Zwd/+vD6sbCEBEgT1BWjAjR/CxXngfoREHQqLCSctZVRtJl+FSuQ1SVQxhzNMDfK67AHFwEHCMeGWWJCcO5DHj/XvkOFv4zS7+wLFL3y4KURGJ4lBTyySaJReiUWhynW+v61Fg9HeecONJ2gOlncrDNvSB5Dvdy6aWEFTEWwVL33xnHPsujHF7rgm6gY33TEfeqX8fmFlzM+YJZRZJX0tVpurhx6h5su+Cta4oni3CwTide3dWharVutgw7A3yodKW+rWH3TZDjzw9QGTK1jcNLQ7VbwLqsnyX3pQGgjycTGLN+5nkQGtMSHKR7UqUT0fQshcAyieP3SrXFYsUmUZsIaQ2RHmnywb60DY0xBYioXS4BzoSdYmsOIwlYTEm7cGns1PHw8cUEfJUmc9EaSxBpGm/dCbZoBKHUls2meLTnkJXB03b2OdpVlA7lQBGQGEtp3m87sOVaR49RU215/V7gu1h6bzM64I6JhAXFUpHzqQegZVYecNyh8YDmh0L9sQRaFXtnOAFW7eieG4t0PK9B827whdQynl8eD4UVQ7NVdJBposN14PyIaBuyXfn1c5vAbFCphGiXLe7GEFtQWzOysuLEjmDkXeBxsWkRWmPNvcfq1Gvoaw6ksg0W0S5SimU3NhAo4gUoeimWSfnZzgu9uU4t1fduUzt84HgaKFApUsQo1CWaqG6hOntBUlSRSPVCkFvhYb7GV/QFaMMU/xq50B3cupUxRLswIj29X4RgfpWQda6Kho8PuCbiK8fdfhrKrQvmDQ1zxNTLAzsZtA2OH/BdW6VQdP0lNqZ2FnbivW3ygBJYQSMSqVee4I0KIdHgROo+gHA6ZHbOcwBAsvsBww/vzcMOh0PyACFANoAYmBScxYem8/CuSOzmese/jXYsEDFosQwSRWAbMpHpkCujmmspglFLNtQpcjH0gaZNIpGjDA04qyWQzpn/JCX6MuJtDgsdsIngJnBAeRF4KAvfVTLoZjDVvQHbZirAsuYwEoXmmXN8qeXPH/XBAcivMeFkznNedeen+Gb0AaLjJDSdYzbajFM0sY5y0GTslcGz6p7K1pou68S4Lt6DOil2HUpB2NVr61Y1wEcnwGbqzdlLW5g1utLV2/dqtI5Zkfbnh4ux13Xyuag2v7B8NfEzUJV5NxwzGMAJZ1+m7cF7JY/q8cXLrCQWesctJw9liMn7iKlkdqMwn0PxXaysS8YCKJEpDIWOwIef+uVlJWV7aHUK5w4pNZpsbHApM0WqRUi6cP52XMemvyTDrpxcuLCk7MzhxKpXIKFRMciVmUCOc1phVY0HA4VK1mb7p9qsPztNQ2B1Yf4gOxBM/lfT1QiZCa8SJCdLu3FQrUqcsggkA6bFt8Hulkn11sBT+GKDwr3r8L05z0nVrotFb4WejGmezRDRANTgPOpsOH4mtSVm3fJQq5Bd3/W+z+RmfkSCDKlTyR9/0y2wZYQXRe/YNkIQHGuocbkQ4JdcOVNMA2VSAH6E6eZ90yEQXaZf/lGInjt5Q/I2g7jYFNdaKrIHBEDYa8IcSRaa6YRnO1UTdIbh9KBy9AWApdWC/lQ/w8sZwxRJIwli8Xkr6WDZ6KkDQ0UbOhqqRM56poKqZI1ZKYSGTiLT3w/V4vs4zgju9FUpa7SKa1RToZ+55tEFsn9sw8YkF94FWe1Hb0JrXQruxJsN6/3J5DnKnIfysFaiRkWm8Mcm864tL0Vy2nCP6+brGd5vbxXc9Jyg0lNt42dB8VmRaRLxzuuZ1CSlyg776DEnFMVcBTLGP42gp1N49+eBSw02Uh3OfUnJ45AXLjPhJjEVhw/ZpkBKUonFzDJUxq3QLvN9hGRIWHUbtQkRjqE1gSBUsk4IDujkgDONSeBqOSZaa6POQXO6SEjAkOga6diqaUtsSuJ80h7VCJiBWXcHq1KJT13HN/P1aI+9au7UssZXonABvRqLPncFS8MfbghKP3VgztDb/OOWHAAq3dyRRh75oEevUjd7FZM0L88YBHzg8AJM4wKH1Sqp6tZWjFJbPWYc7LWTMqrwplhNjID6vCBNWmFempEUf898SC3+VsGejDR45MD2lDoQUnc9gfuIms99HUQ0qHoi1RGwdyH2NSobLBkiUolaZQwf1RXWlaeOS4rQt1UZorkMJa1eWdHLRa+EUauHnip+HOc8EMwm8lAg1qWcW5PXJaBM3ylohzBtAs9eVEflasGrVUc38/Voo6i2NNOSjbdrex/cR4T8iVYrP/QRXdk3t6YegGj6A5r0MWamPf21hxrro2Rbbjf9WlVphODCcqlz5WYrikwUuzMFjmZNrDUJElsiblNRUPNbo9blFucB+C388RfhWroLIjKjPXCg5KDvLj3twHob5oCLJ0fguWWDsxHedezSYsD3ZT3f/CsnmSG/c24EdBunrgOIEX+oEphDJX9v8w//hZr4trKmruAjeoyg5AyotnCIYx5BC6uffacbAVGk1dGl48pdcyQp5QR5cn7I6dRpSBjFmUtNRA+JBZOLspCERu0BU2ouuqLwHF+Nt1V52q6dXGK1jMVUmTKkwfJDW2XbygpnJUJapvrQ7cZXjv4WoK+i2tbwy9kNFy3mMFanXuFJ1nIwhj8yawHZyy3FCp/AW2jbS05gJ1mRLfKxrSOCIjmP+NH1MEAU25IuX2GyTBXO39adOjsbxboas+TJBBXJijBZXzmjQRl7hJdmbPsCYY3hw8k8p6TYhMlkqUj5UFD2XqrkZSnQ9qQG+HEOYdZOZe20KFoBgFx5CM5P+QkoPy9xq0jfWk0S3cPavpujCjqI62dwijiXF/UUw0wnYpdh05ilJZGmbuWUwKnapzVpXl2QJyhyjentbuYMiVt2JO+WPH/5lC7Vaa3ENih4VlbbSxdFrAI5QvHt+vsXbxobwF10EnMMq4IK/mumFfLnl+PTyaXSxL8VlCtX0fTTqQG2ujarUAjcSo0NUKEnsfPmQY38YP2TkCPO6udfxoiOePFD1IV/Tl7bCIsRHHJQ9ogs+AyAHnfB8hIRgiQ4TLCE6RBNOOmqTp6sus11ji3oYjTcJEhyovJVFBoFcrwBaciJDGbyCkYjosv99pC3CYeCx/PU34sQlAzNogWlY0o2NMEy7xsFs699wBaRPfyqemJJYlIwQKat66nLUdRTR4nNM94uUbTeSH2Nps2RbmmWw29MjpkQXxODZxDc0hXPN2lNd5KOk9qFf0roqa2+msnoG6qD3Nj2dOdZgBXbVa3vtUrL+CtmSGeHMM5jNlkxpLK+jhunmmn38RbBHQ/dn13+xJMBI6lkvsn9kqSI7VhefhGnlyoacGUNwQy5xpyHRmxjkmOtz+rDGANS8bL+oiwQ09LltotnIY+WbIaQiSylkhSAjWJoEBL6dJF0EzdC93JB4mGZLEgNAqNvVpgJG9QsR09G4YpMghwA5G/6l9MnoDFwxu7B4mxY6zoQFUjSSY+kzVJ59eEZFutM6jWmvauC+vegrIEvQwhZIKbXJwbZuohi2PQw/8VsBLjtaMp2lvSp3y6Xd5Qn+14gnSxVW44H+mYg3eqVk3665M54IyIJmN/GDfNlartNGqHhU360EC3Y28vPX9kC1HRWTz1m4yljzMiMuvo1DlDjnM5FmVC80Y3wwSOYC4NarK+PjYs90WX7VCY3cISmtKSG0JRDoLitoZUP8tBK3etgJ3gw9lR46DWlIWPaUwCk1dO6TSyKoN9Rbh2YelFRnD61KoyylO+eg8w/DT3Jp+hzXm6zTeB1DMU/Xo4iZUd+gvRbWeTuRH+E95lPYWUuNttA5SdBxVxd+2+FZMiBDr6nMVYYw4NY4wNthQvs3KMlxtuv8lZlKpDG8tN8vSJDUkjpPVe6VqTTHnlJ+814sGL79zlCxMEBRQ6ODz/9gl4TBN2WMBQDvb7LFr1hFlxo0sfHlEPKBbJ2ZFkFSzKIGKJbGxNHJXVF0Gb0mbKFrcmDpGgYKawaIaiqgoH9F88mUeuIl3FHB0/ctlAVSIx5SDTo+PCcbBi+nP5iQdAWENZJ6zhxpzJkhfX8jbA2s8s1LNWZRxjhSrvaU4LOB30TdpHUQ/iSi0inu+yrP3u5vjvnVA2DkP/hn080Jeky5zcaWfn96atOo+LLYRiNriL/Qidry8sB3m54eWSQBpMDRerbqcDVz1m2Pq7Hyp5KwfwFLnQWf4g4N+BuP87cCnEEAl4LLw5gmRoyVTmrFVy6AqN/VVxlCgmsrjWCiiDCAYIw2ujtU19rgvJXM4ulc9qsqpzDtI8JyuJ4/yeUyz00hxxAdPRZ3PgfX3Wi+cg2xX0By0x2NtDPp1IVchJQjXERp5ey22APDE1ZsszNH+/CXGbWFCdzmO7MNQ5T/UpTn//vkc38EmdfaJBruJ6cQW+Bl/QXDeWknLpRPFomM3n9ih1c2XA+j8D5d7hlvEmk2kHLT8uNr1YkEiDsq5SY/lwJtE1Hum2fhOtLy0MG9ni/b+r68DTB/xH4IEeOinu/RMzkaN09SL8QenpzKEg3EDrbAo8/KumCTkpGPcNsobsXDNSm6gZ6474kpjkpro1XRi32wHKSJyvEoTZGg6RyELinn0ycJWu5Iq5HMvZk/dGBhPvKaTHiGAfEOYx42e3kYXVVk4hyjS0hkqR6PFaXoXAE7PjqnIuo6wpEAc6353L6M/DG+BoxUbU0O04wRd63yI4Y1Xr6HqQBGUJ0URk+8aDQJYHnL35SqRpU0Xv5OkPa+NcLba9WJCIzY6kw2Ld5OJJpVArNuYcQGLxKH1YPHjauD5VAguYCXjzn4jJ03uMzVO6iCtRaVAfQFlaxtRqkAu8YWIlouBPqpgqNqtmo0/K1mRoCawIJTSaOd28bEFxq3ZGTpmcMzBXXMB1zOk8+mt27rjwY3YslMaCKGorS+kGUNLIrBsW13K26KeZ/amcos25OtDXtm6Sq5f+RHFUQoh3pMc26tYa/i/ICh5Y6BPXgcuvivsZIsnMt760zdgLnEGjnCm/3G5zJUB9Vsd3z2Bpj2tzgWGp8YtXKovW7MI24/sfDLwtjBo1zpFyNO8CHvAv0aPXo/sXBkgSibtfREltRL5SLDZzLpjLEVUdUtG2UoLyCbWK5Qm2JjbDm1YzFhDGvOWadxjzs6G2k78JdtjksZGgYgoQMYIZzjf50SO0Q0cT8BzMJPOjh0eCGVEZ9ViHLVjJwvLGaFe+nudAdL6yN9XTtbJe7VgNeJFUb48pNfNSCd8Bo/NcTqBDdpIFoI25dTS4oHg9XL4R7mSIrC3O7xxihLlWZ5UNLiieQPbJHmBPbsLoXdYLDAutL40/G3g91Y5S5JanFLQh41tekGCo0H7taDZt7gj4Lix1+ez8ziAWD+i6hujJ73iGhCX5ziVUBoWpTPf9MZdKRhQVQJicKDx6qBZ9FVgGAEpLs0yO+Lroht4yjdCUdHJ/ubiNHYrcK4uIwOhsl1xEwqpOXZ3zgwKeWzzQK48QNunQUcVKr1ibRVA48EXSKkRkO7deZda4lmsgSVLtGVrl5fMW/HcKHtT1AL3Tib0EbSEZuucS1u0V61mtwLs1MDAg5c6LkSI8tBZFMcv8F/HjFKwRBFbmBCfI7Vgsj3QFYNJb1dzq2nV0SwELA08D3mLAs4Hb1v523AE8+DlZoGUDhfPDXb71Wc6Y+Ojl5g9lGo/g5F6ItDLRUWGCfPhXCiyXOwghbg+Uoa6QQNKV4hz7WpVG+/tHM5cmmthCSEUbqmLSyhZmVKHNvMSzn+XRma/soJm87NiBtkrxU0Z0BOkaOtAoHEHbqD4NHeIf5NyWE0VqJ76dqwNOU3Xq4ezMLE7c2V6sEmN7m7cNs2POnuHlIZNEqdhIK7Gm2TLetYFTPhIScnB111ShnDktgOMx7PtouyZ4iUn1lh7lIIbHdHrUEfQyYNJZtfmV1cl1RGwcbHHYuDmu5Z+RNLoAK1d0k3jxL+lYRVIzh2dPRFVyyiSZnTJP6rI3CHeOuigCOEEo20polI50wx/BWg2glJ7OpE2dwgfkliRHFa5aHca8w0h0bUjSqzaUzvbIaHDNwn2LBIEfKcBz8vL8aK8t/Akju4MS7dzRL+TQlwwpRXUYFbtyfDtXCo1i8g6/vAAcpytGsuNoK0HzhhztgbCa7pZmJghgrN+c4yk2quvAu9EODgb6bhwQNIAwHIuy+d0KVnb1d9sQviaa61jdtHysBZN11quvsPJ3t0+RzqHcXsgvPmhYb9BypWiwafdOQBeBo9ebAUQCjMrDv45CqNQW2H/5wxGfhpOKRVjCUbRSzhwWgHo4hkRoGFPUZWJ7lCJJBKVH7R/HVanEtWDQOpRsVSHUGq15lfI3gZeBQVNPNUXnKbukrnDbwmvLRZGKwsY0lxeC6Q5qQpC15BmykXAblXWda5gCxLnrM3O4tyLOWi3zXQraWoDOx2nBjuxmHEvixjtC3ZVLY/skH9g1xY2NlDx2PeRVHT2HqZcHmm/c0XmccAJ2sonCBTWNwYbZolrhedZHmg90L4zrkBW1OdnEihZuJeIPkUYiAM7MYiCncPBifg5gQqV0wVSwYyYslOasoZVRArvSTi0kD24eUZQEwfI+fcCyaYjaDZ1mS2j1kBtpuUYjWjrbs+8GxkLIuT18kGgETK+PvGWV6E6MhwwYrRSoBVaXpkoqSpNsXpn4cq4WOkVjpFopTZ6PO0F7W2AD1YvpccjkAM6aHZdznZeAbwUKO10adRpQbUyaqQruvvITm4oVRS3mNnf7dOFJsgZ6g8y80TprnrbfKJYbqHN7OBcgO4t9IAXWahdtvYsvMLpB6CKwSaHlhvPD3aN9eGZiJ87XiZfEXZToxb2J0hJpEb+phFnVyvsAmaNSWpqogm0SUkGTpsCR6YisVDYvQtngZssjcBm0XaatarlTR0pCIifJdwvSEp3Zj4sZP2SrV4hPWDqJvGL7d+FOyi2sJpFDLSzx5VwhkqImN9eK2ER9lRR75C+//xtzY1t3zjGgAkdF6glLlT8A3qVzHaffZVKaNNEqeBTo402MAjpKa4CHrJBKgEQsH5uRNmauMV6KmtOPa56xucg5ZemcRf8fTrAoT0Fv44RodkOVb9HZcBH0KgSGJkHvPzz3Hx+1DJXD34hUnk/3hndo3gpJVgA8SYrUqo5Ti7ZpKjROIZvkp/iA3kKHZKouWKnNb0LoSn62KpZS21lqwEgkLM/PxRXgvChsj60QWHBfBqdRGaKdRQSkslcVKmMOMbNc1fVcBPYpHGd3Ocnpxqlg/NOeiji/82eeM/UgQV0ajl5Ag6XadwTcH6Xg+zLYq+j3juS0yCRT/TxdnWJQOWEKOddM/fGKCK0z2zmeu0qCPVCiDNDYV0Ax0bVYKp+cHBwSaDKwf51EnCXTrQvMbNKHhV8Hzc4eaeQ4/gX7iKD8EEcyk9gpXD3oo4TspTk8eodiQ2ltTMiefl+4h0jYeKwj7NQCI+ej6DE2iZuVy8BgLXG1ylE7WIz5IbCBeCk0ySlpjp6fuKrGbSCZ1RCOn8mODp4dSeYcZQOhcZWn1/AuLEIn5bTjlFN++czk9pgfKPFpEDiSfFEqzv0pV9xNoCOr73JEN3MkBhXZaLaTk6ommDfmhacQBVix2Xz9VQfdixnOIbYQgfn4CGRO3qfXrL6UJawYlD3o18/cDagfz7hAw23husTVOC06Fvfu352T4vibJIKm4yOG/5euH7hIr/zjXXsQy4Vcwtcz7LbFHB4YkQkWNuG7B6nWjGCBVbSC5DWxlqYd1cBLv0HQlkfeqoGxhqwDlDOqQa5Gs204cPmmOGr2zpjyTj74afIKSVh2CM15snSAneoUR1EBluEQMqRvaSpERlYPrvxdWIZa9X36bS/F6bsw+VfBjsnT3PTpyugO7AHoLe/7UqrbgeMTuVD0aucootPhcATfrAPTRmQq6D9VrmOTWsmsbcAFvO1OXEk4Rso30WtoPP0wCEpXbTXJFbulTwQCP3YW8IXj22ZxbjmLQhSUmTJoglVvFfguGPd4RIUOyvO/MXuHkHf1kafs/pGaCpXZ+9PkIFUIrmBOczVkURMy9eWir0CV6gosdxLFj7lR2rKBsUZCW6Wdhkhg6Bolm/JzXaslz2myz/N2SVhw1ezP0TuUjEDJQbcGkt5UUypXA82pBec4gUgqjDLIr67nD5F8yups5VlYz8Psb8tnJjtCiOyDTa+1Y0IWvPuga4P9QN+e2xscgwbacZDC4K3hUITUAbwR0hL8jdAqlwswtsivgdufTMW8lNwmR4FWnoC15Wb6HRH88Pvu/kRaKKvXa4Iq7Or2R+U244B/COLuHgnDLkmHbh0oKMhIPCZUf820Fv6fTW0mBUUJim1UIi5wGINF7esFVUoTTSNjiQxYt68nLIQ5aQhtjTFfQlFa8PtgQElI8kPqog8HvirXbS3jU6YJaTTx/UCDjYKBtZC4CQfWjC/niuFzltfs4sQOlE489KkG6AsCznWe7rxjxpXQ4egCoMsoe7chBuDOze5Mp8w5ODpHEoylo9Ad7wnINVwyt9xORbVPoI3y7lSAq3SrjBSXkmWE99fjeG5QngD/tfZrUP3twnPQgbt77fziPxOQII9NkAPHVMxErkqeKqCYWVZ0SMT/h0SLjCmm64dGpSqVvA6Ku0FJubWRaeMxj3jIjnnEIRVVH56TyeTR8aMEEVw58SJ4Tu4dVHTx6P+RwCQhlu8nRpPvR2WYq74qIQ5bU6QyiyOg94PYS91G/ktBcXi6n/IG7kcA+wEXZvRXmCxDIWmQmXfAtLt9QIDNSOULW9SoG5HsH6IP0gxW8AcpI7xyQ40stlTArRyMFjY8lKV0ZdP9mRGY2Zqi4Wi8afKiDb+g+APgOTq+u3skyNIVAxd50k8sJEVO9YV3pjk6G6XeYFo5jHBLqJ7/H0KoNOuwLEW9bgtCtGsTPRZct7INY34pBMXNMl0NLSGe7YVbRqoCE8rBA1lZ60Es6Y0Li/QGQLKZGc1mrGl1pKS/0LimpxE5NPaTwktE9J7AyYeeKKbq+gp6fQizHVX3XPQnLnOoY3OUcW5oZSdfiWva3XcBRoCaYZtFPQjjsE+Hszum64OOW9u2W7mwqekKL6hSiptVzWDGBdRDMsOXVC0oNfb9kZli5co/BPaaG4Cj82NoGmREJsISbh8RxFY0MqRZensP/0ph/+UPQV7+2E4KivGHSKoTBspSiBwSGlbNE7+1xltKcsqtbsOgRHaqbcQI06ZSs0cfji4biQq+mWM+GCInTzlFJkZ5dCWwyJZ29OQC8vPTg3idFiuiSDIWtYW1xVdzLQh3r3HYML6JHj/rxnmKW38KrHfACBwTsRLcQPb+k4tv3l3CO9LGO2Cd9fDy5vIgrhRMrlJw999hP+hvspr+jz1h8YLWVKE7disreDXGRS3ze21tCqU1vwuV5SQV81jN0kNFtxF77vENCewmATEx0s/TldkoBsIjJJLglGYh03I1V/VLbX9e/mAuDB6k5CZRxS3mK6YRHhdCa4O3e6Cwkq2qSGZacGjbqa2dgZPok4GfTFOM+XwwP0xJXxwIh0W8FRoiDTUNiI9cRdoysODV/WgSbOdqiO3/IbrgDH13sGFfvmsvPwJ5js+subiHcvGwnPIO2DBkEXohrwW8MwPOrvWacOGa4O3yHpPITRD1x0sfBPb/kvtxoNlTSV3NQiKrEBvQGK10wdvGVjfMct4JWY4Bp0UnqG3YXS755pHqOwIOgdHXo8Oj83MCMNgIoAtmPmO0rwsV4qx4vbPsGlIz4pJw+omqi8jBZl6BZGbrFWB5fuWfNpmRCGAQ3N8K08olW5QlG/kMVg7xbDg73BORYQHJ1SvAcuaqDyeGs4MnFT6kvbfy6Oj/Uc9xcGRoTCv5jFSTBuU08k2B1+cA8qSMmbvW2aN66bTlK/ATLS3AUN4gStXzL9/9Cy6upxWEfM3QhN7yuqJkjiF5DMYfgRmzAtoHywwMkytZucvhMlajVdZ9UyvbBfifcuXC2IF+70Y0Z4/tos1Y0Y19XVeBPRNE9nm/Acasg0RUFS5c1ZOZRFFW2D/MYlThhQ5TWzwnko4dVTKr+RQtxKxjVM/1WXm0/y03UMQUW+uwgsIUELVcZ+VMraIpmfM9+21gKRIVY4tVGddxWUCCZBkyKI8BL3Qyb02VlEwwKTXgRuTjm7l6oL/lcLd5eZVO1sj1XRFl7emfZzWNmjMcZz3nAK/xrF9FJGtjva3jK7+wO+SyuQrU0d91rkEYdxwIq6mhwFuJC/2ZTqtbnU2svK6UqykrbNY7ot0mYIWlgN3DDsbK57/X5gBEocx55JS7S8g5QHR49fl8A6oZCBF9syAicxJiBKqYb5hKBWQ3Zoh0IwUb2qOjRGoMF1Hun6SjNzCQpVJpIShwGtDbWhmqhhXZTtVMeTa6UZOZc3lt4Ca5d6QqsFzSFahNXhtKuECBIA5zjn6fuS2ytpQqIrWQ5VxgcE13AaJH4ezM9xaMPdMn7jD9Nddzgowgqwn2D4Tm3flXD3ZBfq4CF7WjGUAZBQl25t5bTYd2gDJR6BFGCwwGfqkHOoTm+6hFKw7pUJ8bsLC2ZtuEMT8Btz8ZbsG40dbzoVpfdJBvFfai17vLYwAMphHrhBdWKKyV6ayZmmRoJRStdWG/0k6Ymgn5LoUABBtLEJhooF00xJH/LtibGqElr4XsoBvzDlZWyYH/CkKCQuwZPzhpr+T8cb7ONGiTMGOJ3ToYybuTUpJnAq1iJHZkCyJCZPlSwQfXdRcggC6CMzP6Z+lyPlnb2KhPhKUbyPzBqbIqikejcOLnbP51oeGH9wK3ceV2nvheutKVtXO1Cp95AcP1XNOUE2iC+TjMilvwbS+F/+hgTZAqTxDOoxb5TYbKz/wIDdtGrGjVgNufDynzl211CyHzdGrXdVVf2PWj/iOIEs3sJTVlCtADAxVx5s+zf9W7M0PRwA/xIi9/LUsIStQzQVl4dLC1nydIYF5lLzXdGE+fSEul6AvbaZIqVLU6G0kGp4NxkbvM+SGpiTNzdNnsDSIhY1nFj2kMCgQ+1OEhLz6a5IvHPJi4DXuTtvAwOUukup5/BDaaPlm7cJ7Bipue3VzYLWczNCHTnI8NMGEv8bWVa8EJVus30F0Fah+dRWGkhpnoC5IGJWNPmyJh0iTG0Tw+PqQdULnxsstbWDvU5hvTEbVEvjezM6tr7RLLbQZwpHmvPMAtmbzoG2iaKF8LD0vq79JFYHuACuzzfAQuiEqzd2Kd4DrKeiY4ZET7L3+gMyiPENBDvGXK0Lxl7rIEZdz/QtA2xHQSladFljGi7EvF+5tPuJVli9cMiFqWq1LRVpVDKTiztyZ/Tk4cHTeIdOWa+T4EOXY0VqGtZUiOK4/F6YIxBRIfreQHkhxVT6r4Yq4DeqfRwFT1rAXa3hlpC+iyQ9APyjEaOjUrXhFFTcBtHi5bvyuwlXP7VQEqT4MJzwEnx/1zD8RoJ/gJkcmhbucP5x85Bqp6+cpuUxWcvciUc9u2ZFtQnvOhZb8FukeyY7fM4FwoDR9c/HD5xVtxU0Avjy6PZNfuF2nn5RskIZuEksSI4KrNfSa65lsu/DpysdKsA1k85yQKSpNRUfWsbOJ9eIOqWd8P3ZBUH7dZC1WSNtMuzKgUQFVw0+SaxXwdZXluSLmIy0IJObJy8SCK2+jdUceE7EgduFDPhCCDivYcqbiGvwMpcD/peaqciD7T83yf7dWyjoL2AQj5RdcIeYAhXzNOmxdNzRyDYzp326cYJhfPZ2nPyaTtocZRymMnLN441OqXGu9cx+1T5GA5OsnVJWux1GRFWMzUPtbIuNVXuTG/qS/rSoBOnn3/PP4DBEREHhIXiX4oRgll+3v08Gyil8CAomRiFeFLw2lLZ5Ei8khZkyVOtQLGPxzRo4wMrfXaaUkyhAJbiu31Bi+x1hAGRZ9DmG0lVkKfjLRn4pPDFq4cHTZoY0oPibVy70hkMEMBeRIajYDl5DEUb1GWSqME2uvyowjxVPcD3kAnsM/i+mrAYQYoyAHaxpWBhd8xE5lrwM29dYvj+rIPcwzCp/5IgnQIsber9teumQxl2douOm00LejvEGzQfYkLHuB83bl96pFTiRNDznPgW2/15cfi+J1+A9+lzhUjCEFL3gKoJJnPU3IUNPkXLBYOn7MRw+KvqufavrOPFBgt8mNLKCBE8xTDu/TEH22w6DU0ulQSzSL43YATThuCGQ2xhY7h5EFaqLHDnCY8N/tp5ix7cLqeS79Nwc5cGsMo3cao6VpgUnOk60QFPStiW+SvcwRs/irERYzdQdnmImV59iPgAvTs5tyFlM10bd9NkE3Kvk3ZojqI3HG+gGUVCdJP5i0vY0MNyU7QOY5TM/3wtNXR/km7VcbiVi2vOKHLQLOXZ+JVkA1shB+FFTtUsIbJzQP9PPs7X4Iq8mmZSeRFvW79U44RvT6ZJaepoqTUlIZQt/77L1T2BZFFQUwYGtFgmJILBwmL/yau0lTLWi13IXSZoWwILq1GKZyHV6cgVy6cN42A5fg52LsziYVCVpoplCL9Qeqx2N7tMa8ZRUjXOAJWr1gxQa3zk1Hlv2PO+vTeBoI6V+mlNE6XccFPK+3dDqyiLADsVPl9pCrUrccD5MaZPPp4uiLUmoaLfKLDNa5v9fpbihmqguh4jNsRML1EbvGApVWsXLXBtmanH3UydA3QFOOB6czonYE6u8NjEowYBwSllDFlPdlL1iIPxnv+SgrIuEaI/UkFnyCBLWuHDiEqIyEpMmKWklRRZokCqJJWjwtLRTKEUoww5otsoS1y6DIstmPHCEHOHN04UlZ4duG9UbCDFw+MvKWsOkyT9ujxqQ5iGkHpSmqSn/hargfsk/2Z2uWYYW9tzv3+pZ043fmkmCoVLXONzzgFiWFF8SpERV55mfTwd8VAVBPQpWsNOmOWpKLf52NePwGoxbYitvest4l2PwwwCmkefWmfI9PwW2gYEK23NxYKy6u4YN0E/1t41kqvxepKmNEeL1+uue2o/f3QvBNERO+tTtuZrQoXlVTG/tM4FaoevUaU0oBFzZVfFtDSBohVCdHRD7JiTeR/UDFrpSmTfFiueS1My2Mtm0GumRJaixLCdKid8hkoCtTlQDdORAZvzezl/0KCWnfwsQiBAu2Zh1ZOHu1cSTOIkKCV90e+ZEWy31NYx9dyPcBIBedqewp3pzM7bP3zQwH01z0LpfcFG10ajc7z1DvzX66EvesKe9hF2yNvrgKZkpUQGzXfSPAg6mCL+ZYDtMYJsmo9X6+iW/lgTnd8YCG4X5yWbFSr9m+5pAIcO15QEeR9dg1wN33j5Nz3fidQLque8xYY806ymbnq4Rte65UuZv5cqpTk5Lv16J0pR6gCs7yWHOYQXM5Yui6PcS6VWEU6ikxsoZaRU1t6O/Tk9maHKY/VfAkuaE2rVLQhgJlIYiYtM1VQHFLn8s+AJbNIkeRX9gHp8aVWejIkJcVUhOP44EXHNleOOE2bztKdzupd/ZlcbokQ5P1lNqq6qwydtgU7Sb+ey+CdKy6C27O6VXB8b5E57D9ie1sXdXkcKtEgzFGBV018CfWCdQO9gddWoSnCqiMNw03nZanQjA0MWFlozM//EdiDPEE1+clbQJm5eKeItYxuGvW2ErGLwsv6j76AZgYlaxzrnAVoYxKP5arLoaqKTV0ypmFogg4hNm1YVoFWAQka18vnjFWMFGFX9NQRVctmCFUqxYNFCVWaaeNsD14aSUz+GRcnFvzyv1joHsK7YwJ284weIpiQPGmP1A2pMv1BLGpLrqDjC3rVe4L9hKehohlAP/Y3eDS5TTjlOQYq10VsSRWKZvyholla3cVAvViL4qvBGpsj7mrhPAazziFMLjv04IgYG32CI3pCj1KvfukcwUXwK2hXP2wKD0VbGpxUm17JRqvKClYYlbMBK83ZEFRoJyXvFkqP19+AiHq8EMUXk0gaKopIkZixxE2iKg9VoSLZ0cymisO/oz0GvcGGahhSOIRAEQhl2DKNafZ4eHolQ8tghfgczxcUTWdhlYU9kFsJvGDr+bpwCum3KTBDJlPsZ4aZs2sXKVV0Iu3pIWurmDIMh/B6R8DNe+zUXabdUcoOOOF9ytOR8WmePd+WivkmZeUqmvxa3X4B2d9W082VA5s8bDN3IlWQcrvmIcYL2eA83fFJXDRefTjG+bTpcLS66c12eIMvbDzSZXQvJ5wgy/CTd4AfAWb78fddQ+nudPTkcNmnC1JCghBMZTAT7pnJyWIxcVG+yE9Gqs9y/2+c5Scq9tqi2MBw2LcDKrKGkDMI+EIwQiRDaMnNIZKZgqmq05zF22Ay2NEDU1FALN6C32b2cizBPp2JLnw/FXCxRB+RKfNuTR5hfCvXBE9i62xVMpy3Pp8n3Y8KuI6cGzcgsN85r/gYPfGGKeqaMfEB6ZgVurlgzn+GEMB8gO+IMaid2gGTm/+m3nVVtEVqc2LbY2bTRqzi0FrCyzHZ2IL9xau6BcjODgfQ7ILFtFYdsnTRsKQjmPkCFNWbmE16VkfWt/VRU5soZdIiwzsNVaityEvPas0XSVwcF4JLXITYFwdrh8ClmBetgzWt6vy5b9IDxdGzE3/5Eq5iz+1Bx0Kynby7JEsVOJRZQGbl+VFM7xCFwarX+i5ooPdb6glssJ8hdDYBPsCvNHJKBIucgurauvMQUYUcyEutvEQyd5CM5LYOQX0cM25XNxB2c0Q64buJS1by/arY+mg64IJitbHKKkuwpmZscGGrtxjJCWYscxQRbKWPAHYLVivv/5OCrBf3+amUPBVC4wXKXGVMAbfqXPE580IvChFydZlUtCRVA5clcnNYZL0SQsWFyXNTHmIEuXVUiLA8cvVkn16XEKUiSwRoUcFPEbOShrqv4p0y8g2t5QVkvQqaIb6Ua4PO1HK6qgtWROHM2YyO2/XUyNGydM6ZijMt3SFgh4YdoAZ9nhMJSy4gp/km4J0wvBLM6UDeseLnSMSCcxe9JnzHFkIIZDam3pKOL3BMiZnN60GDC41gwYG51ze7z3cGu55Qe7wvSiMhcbFDxhiBvls++SH/zPDdgQSYii6bSkPlxMa1iiBnzmwKK4cw0TY0asrQuALz8SoaPg4S1BXEVXgskhJcUIpL6DIo7i1S/R09NLlzYjsxHUiM1MVFzhxNwHh0FK1loiCapM786DcFkiVdR76fLMLquh1An9lNJ0G/Kudu6WPjfLbfdGCUnpZxPffFDR8TeHDK3hHMYX+lmyEpekL9478E74oh4fUVDkCHJySROcayg9hhOLRZGmk0wg2e4dMOM5vdIjzIRSsX2Kps09IXf8G6bgnIf2eHe3oPqikno2QlJZ68o6fWvP/lKJzBgO01Ela57GqDf31Ij5BSkJkrxFqoo4gSJC+zAcgSWAEq/asc2kyqqrwVCUJLeS2ttZpOVQLzXfnhNxyYypsLv06EBTJLb5C8JlYDT5LocmFZ0CMtZF7/M45JXFGxId1EqOM7uT7E6V26CfJ27uqt/JPOx/6bFUp/tQ2rSyA4MvwYUA8AGSXFog4qm0zUwXrKZnT72vf/tYB2m4+WjeB/hags8kJ/bPOia1X6z56hmWPUBhd8R0HIi0YsOK6sLbv3cQDfveaVwX19V2+yoq8nxiFt0edLpiJIS2/CA1QURVGhEpVDREo1tUe+zHpegwRGUnvOTwUMQOidqzKzefeiearw2EBoznaU5gDVXJ1MGZzIAwRZlcDFrmC82MrXgalFkVy8zIjdkuOUo91bPjGirBxAepacA3Q78Z1cH3TCoWfFKewTmHd0tB2jPSs51zPrVbhq+0jC+MBDh7bN98KVNbQErSB5wIcFHg8OQ4hYeBG2XoglaBBiBT1CjnzLv+4NgAs4raSrJVjaf2MhOktnknhw1HkhVvazlNpgZoUVlcrGUUCAxQ3f6fueZ/e7A/VzvgcQDBMk48SUKE+vpR8sVqlMogvFXMFrrMX2kFCy22Zwvk8yCtIUcO1sO9qSgR4mQcoyaxHHzdBBU2NoOC1CJC6YFiPkgqByRme7ZK109uSmmfro0dGdo5bunAvCxZOafMeMHMiScw1Vt+hsFsdXco3wuTr2x+YVUAC7fTIZuu9Ch5KeD8KKUAV0hfmeLlxdN7n2Dod98wEgg8n308sPJYbei8EDFmKDrNr9rcoAmEyOmMfLchxDY7RfhEuKE8qrESnPtNgCZn2zLcoqpi/9N1C1+5Gj2dy+3yW414NTAmKZ9MkU5xugaUONKMhKG2Qhnw4uOrdYfMOE/1cOCVdRTWkhK1Kf5xu10MLvzmcWAhIpC1UhtLxVQ5tt5SoVrYXySIyCkjOyGtmJFAWXTQNhu24uCffNWnt2fvOVyigpVppaBES0zawWSPGVvDdKR51CBYWxIqXX0bhy9FoszL+y2KAJZ6saPr3rfUHwwauHSDwmp6z9mYBN7CxLLVXAHu4wr3SsPiKoW/ynaAdVzLT1V8hoiK2sOQAHvilc5ltgxfa02zpv5k2s5EirZbe/a2O+wdsA9vPz/02+F8nFFESYnSDr0ix1KnHY/KunAu20QWKONagE66E05vuiKnQiQ7VaadH/GszKCLlm+J66fBzPEFPJUhvJJN+KVZhqOQwsF5kSQtsnLmIQU9kHFK8hx1lBcpof+gCNMYVeRgz6MKU5SyVAwUlCq+RHsoYmDmnLmcOFn913ADvQPKSfeHXWptpdkGZ5cs9umStJTJQmEssb8o644uYWQDoxpZCPOLnJQ8L5PCkJkZTKx02iPT3Gym3LUPOW1CJXxCvFosE61hSa5iTVY92vaLJBLdYsWzCjeruO/rHl/gm8y2BH15vwyTZmHMSmGVEQuUdeF3VBXYjoyMmKmpc/SJJGgREsSGlWGRLYAsVo0vm4SxDmyuqqsmrCq2Qb1iqB+uXmk71kNkQQnWsFFc6EYtBpFYoYRvxbYPOZWIx+IHkLWeawIMhANsqK7WgXnp/ydvYoKyjyxF/o8EEa38h7I/rmCvRz6KXH2Meh54Ii3rAW+oL+ZhhU69ezoustl7wXrqnZFvqPI+zZyQEoqeV3cl+snwY4bBy5EjyCfFLChavAits64kwZ2BJTsmgYBerKtday6+Ogd9VEhDZ49qBx/RUzJtO3YPB3sat1J4FufnhOdiGzhNtWBZINFoJkFjTkxSpagQ5RJh0saJSVAGugSFtGhcoSIDyVU50xiyEVKwo0YRqvBYxlKQxsWASEWYlRY332XP4ZaEqRBbJZzP/5qi5EunZw8DRSJu9ZzZKU7eMpw8h+IVVyKFVyhZdA1JdmIXX+O3rYNKYcC3NBd0AayiWgXrcajhJDTLBHXy+uu30cLf9VsOfm2vVJZJGOFl03Fkuc+NhLgJfH2qooEdEpSFeqYd9KXq1Xz1FpA9ZdwmJJXzA1425JAK/nvIhe9BDyFG0bi6v98EBX53tggt58P18Rgn3oCvqev6QuCQBkZiXbeYPonDJhyxCm8XZnqYNAwywMZAxATgHlMJSiWDzeA0P1fBVCldrQKqtpySgOTQmHz8Fm6c2Bq8KhI2X1IVw6eXNIikgytDtI5msmCamVMoqYiS/kCjDTKQpc0pRPuhk07JaR7TD4NIMVHJmQVmM9q3WwakevDJ7Nw1EhBTIIXHfAItmfuXjrC9C+R2cRB5pdFOFpdyQe88HDqSOX1ya409M7YSrGr7RiqWBSo89zA0N3rJdvCVSl3Rp7ekvBnq43oZpXgN7l03RcPrgbJrRANgyVCUI0qWVOVUIVMIGBB6nzn73VQrUlkqMOS1onlNe04f6RGKqlK4cqNcw2KrtMCSVbhG+Cueix5QyeHTmSFhbGyovFtMiZi4VOoKzk9iF4ohBaxpQVMXOl/4fen74T5NkqM0a9PXohRmFzbUxOc3bZAnqOIRLqzm15xazyHXGVbc2C1AZG4pgUu3PMoSA+PEBMLB/wvzv5GX8j1oBbMk7Ck9yGoBdM9HsXXwpjS2TmOSyol/Tjevps7FnoMDAoPFybu/xu3xawn5NVPAsXjKPLuQD5qJIQxaC6ICioyjRhTuPRhHVMgq6tWu1Fjc0jvhbGV4Rlw8rxiAjglVJkKyxRUP7hG08QFq6qlFWIq0oOQ7bVLFlCODwke9lTizk7kVlQmHTS2LPTCBgenSxhQCtVpi25U7aujIUaWmTl5bHElSLGLDpzeVaXU7iCXkw/27cENhAi0PdGy5PmhxVOyi+FSce9DuBw0EfjXxNjD/VuK/ATez9wBZuApurB5nPCalTsp7j9JrwuxBLqX1GNWNqmef3MSZCrYMLdBPLEKdfCSfqBGzp5rwPo6yRAsZDIJ2LyTdARy5J+IEnHJ0DkGyJXjJrnQpBQEZOJcvU4o8hSNKAiZawC6NZZLo4lBIhaueES5rDEdeDgq5ppGW2W3QblrAYBy7n+7M3en5ksXUFIJDCRl706WojSoHGWTmD1BVnEmsyzcliwgs3j+7huaCrHJy5P5HIKV5we6563mZKK7AOl+7MHoLP2cOmgnbQ7Udw24GjklVlmGXHPrmW74WryMjCvvPgYY62Td08gYppvJ5zDwtc3p53dE6o41EVhNJUriz9Np1RvVVzekFuP3TNPAZpadNWVCFoK6inEE4I9tLgS3I1xUVCM42GSyFpoDdWMStRetiZde58hVE07gX2+EoYktcxfEWaLEQb9jNnZU45TxV1YYuqOGeuCE2OhMlK7dNKD+dyGs/YLw0sMI6mf3tQY4sQ3LzPiOzulayEH5BQuTn371QziMkrhAfWEdtaqlih7t6ELs9v1zbDXBxw0X3JpSE8uZ8g6nFiUrGKdWqPFrHZeiS8Yo4CZnS7vw+WZMosF9S3F+dnhs6AURmQY35zHRzCoEveYgLD0XFfiFvTwVKWaOCvPDxk7hek/tk1Qspv3pmj118DQqlbB/iYnAc2BDCGZxWa4rFcWeUlw/JweIMgJAc6br90iQyYLdQl07sRp4EgYQCNn7+kL1mO5TGyrZtwyNfxjkRt4D0ICp6fO3AP8bM9cwxNvscOH2UrQQG1p9OsbRlQQcLZT3UlwSmCxv18pNPU3fUdC9QNBezjax9wk5Rcxt7mzezCr5Cbg66wzIVMrHJGQRizpbyXQ08UnJBwTTCElPsEWTppLKcA5o1qSUk7OkeIUVcipK4kr07qWyMcrzOrG3YKVahFaPoD8Q6ycCdXMgfLAUoW5hgB9JCVuhdkwlOoisOboPAFoIXS+mhshDeTRMZJlXPbV+JdZ2ZojORamjnOGqnP9zkUBz2mcojx/p2equo1u5FCO0SzUMVisPoJa+IAi+N53ljDr2nMrabCycAml8ZvDDa2Qzh4P/nRl9APJi/hiTuG6L5JPwdz84Eyz87SOH8DxrsdIC+IUmWJxyxYLPigOz/h36DG7Zv5JgGYaQjInYfHglLpiAJjVxIR55bhCZm7DFVwPdRggOy9BlZG3IcCWtU7NE1Jt48ftfStcBrJbCoMZhKFKyX4DaiI9kbcgaQpP7htymdKXC1eOiSORHG8TtFYkKkFK2acLGDXj27gJ6DzUjS7TM9LdAeOfwmOrIGt4JuqyarDvvLmGC1qJ9JJ4x2q3GrryK/KZ2Ts6ftQzXucma3nlPWY0kQ4AwYJmm+cgGzvf3YPvdqHuHftm/G9wJBRG9q9EZo6hJi05y0VaPa3rchmYkTRxB63n75APOsTHuQgNVNEPksR1aAiunpUz0sLaShA9Fu1NaavIiDtVa3FhYOWfwXwkKXp14jB96LghTeEVJCR05egVwpiLWQ4hSa4qZQ6B75OhijVv0AHUv/sjoB+N52o9pTkFRKx2NFyIzgIzkx36podvlftWtvBuuJZGbwFAfSA5/jalIz2A3HdCblpr/6dGo2bpQPrnTF9koBIuhsY6L5b4j+qFoluJw/MnZph6BTc4Ryl8MU0IQm7cOlAUDeCnxcO8fgcgx8wAEjBUuGvJeYiQYy01zqqUPLPHB0myVVlTiLqu4gpEbg9vhAFRrUFtS6VDRcuN5ox36cHtk6dmT0/DWXKh3+ycMgktXUFaK4XaPiPtQmUiZBJzg1RDc1OXQAScnjpDx9O0dAcmWajzfLQMWI1eqb/SDqMyqOIbSsJCcY+lvrcmWP29GvhwWP6xo4vnPRtuqeyw4CDOYGI2yc+3ow3I30ChsdPP5zbvWAzFBEsbt6T/sDg8J7Hke1xITnTvpErKcYE8s3Izn1UFLI4QnqOHrZShDZ/QV4WzvDaiiAgFEhMfI0i1hjTaDgjpARbGYigENuGzReVUE1nzGhlLPh+9PD3VwcBJPQkoJs0hsisoSUqlUihvhzBURVLTN8p/5URE2g6lKqPox7+xWoBK2B31hELa2T1hY/wf7TWdlUuhbugdBA5LuY46oCUcXgueB71DjoYX+adiNBrfLzN3HKGElvN/bWHTDgzoni5vX6QtbvM35rsA/fI/gFxDb04C6Sb0kS8E5djFcuVc4qKsIzATruGRvTdEoMFomhWiASHW4zsHq8+JYgT5maEpdwKuE1ZQXltUZGWek8LIfvLTCqVpIYdR8pygSmQZ3h3dP8QspCmV5E/XdVtqReEG3gTdA7/fTMh+9czuHt5ve8riqc6zGiH6aplyyvSY9IeGePaHqsV7dorb3KdWAtSyDnctHXaQH5+eg4e2xhE46S8V93y48ltp7z2kNqEWlJ2pHBhLuC/L1h8a/j/g4JVkIQtgJWjpHFayQkrRCnh0QUeys5JxeG0kNjmS0IcTSO8tSSy8SVaCwDr+r2BWCxOWYi1sDTpaEsixud3mGrCFNm6FNjsop8EGWL6xzye+gqOWvh/9QdKZlfLhyGZINC0oE6XmQ9eRSpN+tGdTkbC9BY/g2uCzsbvFq5sxlxh5nvELZy/UrBWvUy3uhkdvdADZ1bs+12ChzfWwRt+/reAL5XtHbBYkuRBb6HjzKrDkYZw6g554ujsHp8eQRBUiMw1yJdhw3/E0NNxCBX3psvEtwF6+CsusoxFqEI20zqJAzptElbNQfxSChYlGvPTtcoqumhGcH7QcGlUTZYrvtCBq/jhYm0JrLmxVNeWeerrRV0HmGa1VrqA8F7VxBkRgLflw5LfivNG9sxwCRft2YWz30Bd5qSYP0hg5/XcIJUQUWROG8VXcJHBKN//twHw9SSGpgznH3jp/BpvpYCtvRLcOChbYPPonxnsLdDWrXB8XV3/PFVwP6ADOktapr37E/N6p0tGQDh2vOcmzjiOPKiqbR/lSiM5yPDod/fXFReZvWowUxuorMLR8y1DehAB6sRAOHDNWZAKQg1TuLDLQ6JV9AAtjkR8XVmK5CWhIvco8OSjGo0beYluJsiqEgZdn/Tuc52isZtvSWUuHovTroOmfKYitwtmDL4eAIsvy71Dg8nTu0hJ6aiCTCJW3Tnq1sYZDcMXw+VhHRJW8AuM0lYt7o9O8GUM3CfO2Ccg08SQVZ/+wBl00/ADILf4wa1+Fha8bx1BvholXvmzzdS+tx0aVE3KlJIH00s5eDGi9vnos+JPVgsdp1FQ0t8OgPZ0bK14VPsXctzDVfCAcviS1xLRf97gFBLtbacAl2MzTeCqx72epQtnw1hhUD3lJqt0obOkWaB3eIgso2RZQXKroVuiBttowq1wKrTEzCM/JVOHK8aPEET+c5dMg1zb0DFXEMpto5i/VWFRVE4QuYG2q45u4QeiMxM950JycjwrKjQsoZIdpzuVCktucMYLrgrEdHRIo0B7zzKm32O7D4IOu/DLA8QIJ5tUPu9cdscWebPMfkPLYAzz2PN6RHcDXNiSaQ9GIaqHJ20Gd5U3J+kYXX8NAdI0rO2huEw750lPxCiPyjtnKzpb5JkoF5IIEG8i4qiU5o5hRNAdAImXGXX+lRFUUyd4upMvSgppNvZlQFpvnA3MVeYbOBu2saZGVfPNHuXPy1egGitTsEdoHDP8OiTmO1vLrlIeAqlj4xIhMc7YQi3gSFmxs4cy9AcRpedD0EYI5neXKJUh9/jhbOZOCepDuUIOERXftot1inxiy14vJ2q8MXbvIXMF6+JPhl8Ewg+MnbUK/LBI4Dh38L94/3c3iNqhfbjHoD8v8QWrWXrmuuJNLdDuLsum3EroIDOZpfT/THDWa0AtmQwRHTbcDipHsiGWOpTIIZ65UZz6YTYWsBKiSCwzXkx3AKASLLA6VLCnprdAOLY+VAOWoQphyX098GchTnNUj8/mhYEhUiOwU29ejQycpjVhoNkRqPZSuiIWeIErSvYwv4kbBkx7nsH/s6buNmGrUTVgveuhxT5vM0OXjw6xommYHdGdUwyaBPnd9iPVc0+quvlm9eRrtumU4091Vqrq+6REV+G6WWaqpd9SUtLHSF9TBfFffhVGLY+qRlWbOj0XMbO5E8eGwC1YhX9ErCyYLv8tPZEgGMTE1FUktUOec/UQZOIF/V6vrQjIkOW/mTUIq102asyJWZ7UVgG9MzMos3p3SHjRTJQKUkbTaNrioWnAKUFxGF+8F3wsDj01/+RYBReRGsVrx6BjJHuawfQqB5Ee2U7n4lFaUVPUyv6VXC7gRPKEnM0g8O7lV42R90z8tBoqdhm1N54CvMttXbxAfdu2Xgo6VPGii8bB5TGtG0sJuoQVYjmdUuTyfSam94tspjdT5xuL2cXp3GZOyZuNvIfgksNjE2H9xerqx/cfHfgeLkF7ay83n27vFMN4VQyAlSymPhUlaCcyEgi0QkaXpz6e7bmDz5+NnUR3If53DYk1UUTZWnv8ObNIayG1QRuJQWW6sZh1jTQGa38hzZqt0AZlhlL4f2K6KWEh9IYZjqIeAQ5ba1Z9e/5+hz8LnpE7u8fxUVmOs8Xce/YUOHt9Hoku8iSKp14oGBc4SznslHxe4g2vu5CozHCldCXbmuBlmtrX8Xy3L7eiAd8U5DegvohaOdj2KVaTNfQLNN7qyicDFFh8SjzWKJeRwvYx7Mo6KR6jYJj+bLu2gvQEVseg/X+yaouChIe9ARGL6YgqJLdifi9iqPfLiy2OsFfB2NCYvNw8/14p5o6B9Tb+08Mk5yIqEVfgrQk9qXbbIFkZt1dmFC4eObGXHjnQYBcohYrFEZ1Hop9/oIcYrY+z6tVYMlHy4bxz0+nhi9pc/Ktz5BteQpzs6E+qguPECinTAYVvTPTSn1XeA+dX9feACttAEalyQx09J/vrMHMB4p+MC2M5p8z/P+VUpzq/tIubK0kyb86R+waubCEyM1qp1UzgFAR75oq7xYGP3zeOnG3uRtR8mvPzhGw2YMyth/w0qMGVGqBLlqA9K03SiWmCOyiAzQLy4ub3xpFlhpKLenz1VCdTWUVXvgzFxmcFapithoLw2jPm8r4aWYCdyFKmLnhrZyizGR948qvXLoDmmpSUK6B46pt4V2UYUIdLVXzQDDZar/C/gS0Ld66Rx1wqksHZSxv+sIAtCbO4ibER0YU4CcqI+EHfOfiR4710ZnOoWfJcYL2ZQhlB+ffp1Qo82pl9bDziTzYXhU105Jufh26BC8moM5e3mNEUXt9PhUsY3g/ogCBwuMNJbUtTexs+PT7f/awOjU0Qa+O7paO4enZ4+ebl/n0b/jC/ip6P/gvZ07+V/nW6cPKbnti+Dp6e7L/94enqC1v+TZiS6c335pNDPUbr5z9/8sPn49OkDqPQyqL2j440HpxsP+GIENMqVHqOpTTTFcqyDmyf2lI+IFp+Aq5K7IkFYQXgOgz7yjlN3vkeGs6fmN5bm3B5CLiQ3LGA4FJHvUMdDZZaL99RIVKQJeZBqtQYO5J5/EMQtMDOz2c1JOhZiGJSPKJw2M4TNbWnwPsa+GYR5CVyyV90Y3neruF+jU22gRF4bfkp0rJhRgXirg7PN0V8A2ip1D05JrWxVirV+kWwTlu03WGvznuhLfrW3D/q7twZPQVH0AB/zmzo+8oj48Q/PlaLshG4ajfwKu6OfGe+pmDN4m/Ljjh5sfLtH1ZNNVzw+CoEEeLS78fPm5vHxY+j2QAG7auOfUZM4BudJeLJ57KZcTp+UK7CLSCbcP6oeIELLa0UehDbb5RGqdH549u13oClSFifu+LHzZgmCSAyR+I4CPo0WIUtNjHb6ojgs0dyHO31iEm/mfi5tU574ThIgujLE7fpEpEQ3O+i21upwdwXvsy84HLPfOI4Q5xWYWMFLukonqytXNNbaDrSop3r57DD4UPOKa34brVX70FD767TqWccZrLfiG4Y8QHKgX/Syb157e/T4GJTz5nDjxREGoD//n8xxeAw37Uik9Hjj4Gzz8YMY1e5t7PmFB/ucydvfB0P+C2u8fLzxFmv448be/jbz/4UWwIDHb48OSWlPQYwwffPgYPfN5tHGxvnm4fHxk8ONp1opCBDGL1jOdZD+7PmJAh/+dfPJXk9hCEN2dSjGIVUdRsDiKDl6pCvzFUet9PI0C6h331Mteksvjyq+F8sVKFsVDCluVELrD3lGcN3wCiYdsrsmPCnV/X2ScttpMpqV/XLvmHEzV4Fd7EMemevD0nGQA6jnQCKfdyZNfefLHhh+Xydo/oT3Cp5wRVFwEWRn4+77axrg1zTZwAtx2T24ZoT/Z15BLO/rwdHm4+NtsA+IbXNzd+MBwubmG07VHXPWEKS1u/Gda34np+4tbEyk6baBuR48Rl3jZ7VgttxnQw+2Xzx4fAxPkKZQY2WaA0Q2V4p1PdmH4lutWK1razWdyOslL4O/ZlkPyqK30MZRUPIKjcEeWAskRe6SGyfPzcEf+YElSC0iREbOH5KhXAI4MeiRtpc/e64MWjVGRNM+KU2+DXg8W9Uj1QeiJDqq4oIhG+7MdeDaGp7HNa3ulH4aRr8nSTV2BbfbKxmBpMSV/1k1gLTnO6Uv8UXIskYFQwvTLbxjOCLteXKN7PLSztYmCRB6jFErAe6Dh46OD0A9Tw/g4P1sn49KlJ3Lw6MHeMyJO7ZyDrcxBr4b36EFtG8m20dmY4/R7iYG2btWs2lehd7NlR5tbxwd7cMD3ISHaC+VK+BKFW3u7xXuIm21BNYVtNkSpnpHlr8zZ8HRs1+nST1zH+mM8iswnrw/FetvP2imMi10Eu0qKpbAaiqC9YO8r/RDgL/e6kzRoQp8gqc2Tvc4zeFFWGDtBg9GGh36zMUzVhuffr0F/OG+MrX611tfhDSH7S+2PkOy2uj98TutZW1sY1fubV9mqzAA5hGCF+iseWp2wrAcmv4Qr4aozxfoL1PN6Gs0FMrGLv5iL7elNw++fiW4RRB1Iff4+Bjq3Y3tI1DUN48xYH0pZ20by+EBhsBYNh///BLeG4kPpgf31chxGIAVd4/fYggsQn3DFuzucXVPOSv4gBE9vB/cBhw+Zv+3b7nStxgCcxWHx6Wc9OdEeLm/2ZJYlWZDS46znIilZs+q22Z3DQ4fPLq3r9IfFPMV7w4Z5tMvpLHqsYWMXaSq8g7hJ8ZX8EFwil4Ht0OXFDsUimuTQHUYS09SHz0/G0/yLg/3YywfcPwZ6Q/4h1AkPtv6KqRZmAAvMBK++NLcuhYGY69lbexgP77cjq1ab72mvLhGwYMLYf5noxxIze2tCV675wyjmZCoX+AStAlMnTWGp8Y54XvXkbNqYCV5gm9FXS9BgE9BR0f+Dvbhowm7GNxa4FgZe0/vbWPj/mMeiG/ES2kJxoPj90ZD6tMj0p3A1jm0/u4N3Mvv3miF/yfLnm6ehMMXK+U8oOALLk9RzQ+DFArcnPwp3Mhws1Q3DZNaGAHb+YsnNpgBdUFBwmNiH46UVnS2c7CJEteDtQPz/HzIZ0AIkBnOZXxvg5sRJ3hlOkFnenvuF5kFh292h52ppqp40UAJPtPvkGxf1pP7Yuv/COkCbO+8brd+NUbjtdcifLH16KcQ111v8FL+TpCgFvitztB2L7BdDbR3oNfzuH2xX6xyJQ/iO40tCmALu1F5niSXwYr1fRCAT3w/HlgFMbhGHlvMAW4+Bvcc80LJN7DlLTK8LvyCbuCb76D5I2ygeMXz/4GaOXoCx+bp241vd7GnD444cQj8s2YQuffR+gnZdfsJ1qoVoo0Hmj3cZ/aJV+qm6FGy/CdU4xbpXdHYZLJgoa9grja03DeVp7GD5LNd05bcPHtuVAR1OSdnTs/CwUAfWXihSj6eF+S0hBUWfj4s/6kb6BwfzuI4QXPrmvO16wzsPyFunB5u6jtrkYNlIdyPyE3x+62tT0O8HP5hbd/s3tby6icYjNdfC/Gbzh91Uyt5BgdbR4cMyBwft+kdrYrmjqNGHDA5s3SJ2Sup0CrNgoKyDeju91txun2gd0wvbNsKqMblq90EfpBHRoBR0rUqLpbAv4ALhPEbSZ4DNFo5IBWqMn3jJq0izx6JbbkkXqKU1FZWYrxxpdL+yyiG3T4IsGcuhqpyKAUtz5UwX6pXAZqpUqBjF4ldPH10ix9zmt4rtayUj+gWohk9F+IKH3YALOQJ2feX0GZhGeTkFcoAc0UDAnyJsUHXIztzdq/sZTP4eut/hkT8jmPhnd/BEsRINvn6HqfVdv45yo2vvtzauseKYXR/S1bwIbfZwJdm1K/uQf7DfdoAzcqjYOOElbb+QGtJX36hBoFqjCEw188taltvN6toXfmTjf9A/FVtaptjfLQ9Dx2a8kIXydL3oK7R23iKGTWbP+H/yUW+h6mvfEXMAAfwMHt7beGguxiXtb9pgE7ATRr9KgWx/PWhXsAM+IngfbtbDdqsSQwaUZIaMKqRn50zKHTVXZNoKwDZlFKXFUNkqTFfjSyGuAjWl2DNYrHD2eHzmPOjOxc+XEzpkfVyPi8i0p3ojRViYVaFvEs6bZnUOpOf6ZuGz2Uss6doGV9l6XAvi9TZB/Xf+m/ygpfRt6puhQ+DV9zin3oHkJNoJJGNT5GAND7bAtkB/xHlxBfSbME3C6P7r7+kFRr6RAW6BBHiZ7QB6nRcFmyc/mjp9xsbv5bwlRoEqnGu6x63u7b+m2azitaV/7Dxj00OTbl8aapSx6McXx2fzoM2aNWqx6NYMZbw4Rwf+ZXgam0H6KJxFBhUhK8amnVxWfubBE7dyk9BPPSxrPmrBWdGqbAaUoldM4z5auekNaaSEYVdA9cvxkDVUIlcUWg1jFgA1/DKgyMJTXqUSgkE0tQFarbGpR6RmQwf7pPb4KT9MKSuljlUWUvN8ds47zpte9aza9EJ8VBYiBIC3DUZzsF3Iil+Ig+Q1LH9ydavXUSgGMPS7S81dSij+6DN+xtgra+3/oDG4ZHxQiyJbfsT5Hdet6uoBV9vffmTuOzg/uutnLvrjUGAvJLx+x1uQNP6b+pmNVrI5jltVTSFtjuKXwUcG1RZGAO32jWurRvyLccR8ErwnRcaNAfQgm5T5JcXJiswa7L2um8Wp2IRgs+XkV0iS5hy+AJAqOmqCfYUI1e01AHIO2WE3o5UdEUtZSYycJ56rVhIg8hmnWiaKKWKGUFz5QFRCrFyrY6CXh+rEuiQlkLF2jWX0jD2rLNxKQ0V9vf5fgcd4xuVuBnehlhUwkevGRNQZZElhSobkWOrm5ucs20wPeVP4EfyiVcUsVuFduPznXtyOEFL8tuEX4cLBxbx9dRPtx7VFj/xoNnXZ2X0Yic45t49JZ9t/UPrWfbTemlLZpJf+Sck1WSYA/zKc4Bw57Zr61+1m9VoQ50E6KZOhxZXAnSjZPC5hbaVta8Dy210m4zWAq/3ev36D2ARKKcS/eWpYG1c0vxmgc74Q3RUdtJw4iRqiYGoojj7dcarPDIOrilT6nNhbJ8t80yjftQpIg2c0ZoiC2utGib57yHSH+3tnfPzn2dK6uc/z9rcpT/PXzx9+hMWDGPfPn16HxIn+5hi+ZwFyOry71NmYCNLZJ8+QDEtPuftfixgkW2QwgaFyL89Pt04BTzu+RCR18+4bkiUtKhZlIZUq4RKr6p4uXmo+hVz5z07jxwLSkmB8ACVwqUSaWx/9rccMIpF7FP9futXNBLuv95R3S/EgzK6v/NaFyhj2g346vfw66gCDnZ2moumteAft76UH8UrF6j5O2W2O+Nci9bTtN5sVqvtPcBcb2l7DeTtgDME1z+ms3AdeKiWR5nJtMUFkO8O+ussfJiEt7R/BM//NjjFqUtGsVNAYsGp7KTxxqRwTmRJrRJxEexiztCOgENOIEpujKCQEKxrg2A/aqz3y6TDNFpgpD8w5mbwWvCzQ4L3wkxm8RC9M87/ixcv8vKuHtzQxN0rzf5JhagqgbwSDJ3nCCGzGEIkFjgFyGTtE/HGMZCYcTLRtorTU84Bburh7w7Vx0tAkzPxIsFwJu5tfS6dvaf7lUzgByL+TM7gp1u/clXw3Oc7j7QFX4maZPRix6QW027AP3zKecRA54LVgpToL3I4q6Hs6AHmfYC/ZpMJeoC8axGbdVK12FBvrawRZ1Ol7QuBY5JHd3IA+yu/cy7iDM81ubU2AGb8YjDs7W6RkgdIH3D+HKlYcyW3BKIXUI+urQajSRGcxADRf/CbOaZKEPF1zyQmqLIQKmrfoDnkk+kA5ZDVyizKrePfyrlFmXpVzEYSfxQnOK+VHYHnzHiR9OFdP3sgL162NYdZMB0yD4qLKPJy6agJQ4QqOdBjRJI3Ar748FeAhXoiV2nGqZh96qq7s493t/OuqEQ2N3TEGIqlNigQa/xEU3mAvKdPNOX2tfij8QDhrHGlqnB/Z0cb0HmAnkj8/dYfmBBw9HJLTnfsMhq1AJL04bZtf6b85D5Ab94nW582rdfNOmi1ciYJbVXTFNrmQLlreRY+TsL4tu6+8vSqLh/NYBX/dRvBeTtD6cVr19eCJvg9tXzLgTk+K/2/i1tfY/03C3qAoBSyCueIKIXzJTJC8l98PsMKUBMjUJXem0AD6i1QevnDg1M/tEa+klaQZ6hsVAnJopqQiJapLmRnIxaJZYN1Q7u5/2SkPIYiFc0lw9nPvGnPXBfXbp/yr98yJ4X4LmR8fFlY98kgBxEKMqZje32q5SgO/q1Ac44ThTEiBSV2XBfoO+b5/lH/NFyWdue7Mry3rGg5H8j/f4QH9W9S0KmCd3cCExOgZgJzsu2/VVG98p9UGnfoyejzHV2k3dh+Xdy3Fztb/xhi79TVAkjS/5iTgiC5iQcYc4Cfw7ZpvXiA9zptbO3oARJ/4JUXoGt8iuYAYWc74+Ha8JAF+ApaVOdrWkJR6ku4YNUwgAWPMJ8Ual4VxMvICCDB6QtqGlzY/O2DKYUwA7UiJ9z0dpdCROAhiIX6il4Zwg/7ClDBMPy/YpI19PIZZwSI5jeZKQq+S6OH4YLCGWR1hCd7E/aqYaJYMxzuwWfjzXp03UBYb+22hQo5U598OyT26vgpStjwLmk2YIfvKd8VgyxLSJAdedwKVI4rUtnItj8W9M9AHT6efW6rrUm/gmAHbWzpVqBTYXyo+/5egzzu77wGB53YkWo8wJi4s3PzGz01d9/XQuwBxkQiCOgeHMj7X0PUdVqIn24c7MQ8nhEFv/kUEqzRjh1BXkuWcXikxhdbv+JV4C/ZRNN62Sy2V7TpTHqrjpv13t/6W31EZBl5pIzey+syOBYDH4L4oDkFg+Eg6RtqOEwYGhigNXtgze/uNL9kjoah7zZsBhcU306IU8Q+AflgzmrCTa9/IRPZQv4hROXkECaSJgkxV8mzScmiNK9AOSqygE5lRRSwTfIkZNZU6psuCL0ReilMFGuGc/poYjOQF2/rKz6cPsjprsCgOHEaAoX0CZlGMBeqAZYggeEtGQAnRHmF90qXypMfZ/WMC9if6z/TKCsQpWemXRlGnx6cHHeDar1BGmwR+GdyjMHZObFIzgHaxXPXzgqkF3qAB+kBlqLm9jw4cGq0TgnWAt4QDYBzeRF6a+tXoIzBOO8DfMRM1IQH2W5WaOlG5hzgJ/IAo6lom1ve7Pss9JPQoCXEse6QB2cVD/BYP2HNNKFtxxYaaD28/xnA94ftiG9RBafHB5z/W4kVjd9akEjELaYa/XEb8fCvvMP9p6P98p7mn7H3yL88foCjCmFzD/t7cvo8XvrMcSv/UWT36JRPOdDg5eZL/Gqcbvzx5Wa8YPrlH3Eg+ebo52jsATju8HTjlI3+Ecf88f5/wb/GEJpKPliHGid0KLFxD4P26JQCpMT9/Fe4uLu5IbHMd4o1w5n4SlwlDhTPvQXxkbwKiaUsh9DmhROpVpFLEcsR5CKlD/ztAL4GnfA5Z1RHTHnyl6jDzKkuN2GEnMB2MHWsP9fpHEgOgjd+/4hEYeogaXz905ekk94DVGngs52trS9/03mASdQsuvc7rfILil/zEgsbbWbqXEC3jdee9Raar3lfs5y4wfiLX8H7Q4veaLeOw9NtlrU8LP0coHfmpLQdh3UVJo5WyY8FvYIZUBSPLUSuqB3EhumkiYC+qPr9I3FAZNpDe7FhS7sQVe8WTkEvoBQHgWwI+Y2f7Xxy5N06PXqpV/s95eteiGPnOQHuJwC2n6EJVNotBmwz5H29GuH4yP+B9ixec/Bk0083nR759dFqKN8+fbqvVF5fOKPcOAo5S9n8L3CVEMSIrWLNwOXbn+GqFdcO/p6Zjp4cUlGcvTyHkjjm5V9XhYbuH0pVny6iCj74M8A9soOUS3vlLA5BSe1GiZmTne7HVA3/pXuw1b2zqz+4PMO4bj24gel23ka0OzsHzrQ1QKbcEjhW7bmSf9aHQTAjuoIobo5lWo5NCEF/xedjFoEzf7ExEMvsXyQB5azqC+4GSCucUSOj2K+y4vHxxvmbxw829w/8nma+NmvzMTjsCAV8WRbo6uc3YLw9v/T5wcYZDPh2Pxgcbj7ZOH6CGvunb/lu1eM9vWB6c5cE+vPGd6BDtPEA7bnqnl4BCCble6Ufb7xolUnNwYRivojAV+A60hYSSvYFqxohcs7MBpdmvMcXPdNPk2tHupMLJxbjogk/Cih6xRv7SGpaaBeXgxUxkfOogmj0FjwCN4FO2+SOwiHqctHxovs1qKd6KcOOHZ9OBknoQp0qK7Z9hc8ZhIiOO7e6NXDSu5UfBlfBAN0cII8n9itYaNp8o+HfiWDoS2uoKXdHPiynTXCNoe4KmSnvqCaT+uetZ+cWiwW3GbwKHJynILeNivLGZ7+n+fhw87Hmrp7ki5u/TQ+wvPSZlfkyF73Xj+8VRDvH25D3QHl6uUx9v6obj6rH38Ccb5R+uvHTbio3rOQ2cTAtcMMywWaawQZ6y2zLa33JvCYyP4O45LcxEpU95Z+/cYbPOmjoB3JmECTpKUJHTOwiui4C7RHg/Kk6X6ofe3dbkH0kmav0GVFSntOTc7udFkzyotH0gXv055bzWSyTzq556gEc+m4vitUFgI8AdIjrwaE/B07zS7W7Yya0x9Y+mlhQmXmq6p1GoCpqCSUtqWLqO2rU9kcEcgtZL5aI98FVP2u6Tf/Wy/c0axDLN/tB8ZJ/+qE7X7d3PXwFvoP3ptcJHh8cveRLo9Huy+MX4r2fHx+/QGskwCMQ4F68Tjofn0dVv1G6e4k0lPIbBfCdNswXQqR6ZsqqHNYGRdWgUJ0FxEVTlBTONXZN101Om5mLxEatPD4pObEnn05Ooa7zhpPHvwWmeTRg7mNd2MfO3R4Mr0QtJzeJqJ7p44tT5/qAdSfdG+N492znFdJIhl0L6YIQwwMIa+OdKt1GgGeSeOzPac/wE6GxbY/mdqRjTeSess4BjuD4Rq0+l2i4tko25oNvWUuJG2TbLaQMs7sIUosXwQIIBmPW3c3H/3VU/qnj+caDzSfHG4/3U7F5DI7zkJVXKiCBpKgPA/2V7/H/j+9W3dh7cnwKJuQLpuHXfROvkz6Kqqi5/wa8COHxxoMnG9t8AaHweOMnblKMzEvC5eXmUUNhQ8BS5FmmGzSROTz8hnTlQO/PU3fM2xkMr05Tg3T1MAyOGT8Eu3nF2WMSr5KxPRW3z0nJ0znO4bKBvjqbGM7wlSd8YTMwKFpvO5Zruh93+qYjRof/O4aeufAXccyjYXHbjxAOaBT8pTmBA0gfEFw5mJZsox85LyFZhaFVohaxPR/ynxyuHiAT39asKUAKZhnwFE9Ezugd7R893Xj8re2LIlzC4yN4gwD/wheV/UJn12BT/u5ekOrQOIqIqAISdNWjTb1R+me1+LNeOn26wSvHzL7hRjlwqY+k7D+utwGaxqb0NhuWzc4P5cDJwQOR2X8jjYHOnGGBHDs5dM5J8n+CyO2THSKa2EINML6Fpw5O5zjLhSL3U/H9U1GNWYOiC0+l/BdSa0w5Jut8MgT4ioS/D7Te7gLAgDEnoEGtRRyimQvttS1IvPsPB5dMOBn/lnwK3Xb0zIpM+92BVSVK1d8Cf+eRzwIjihvxxDXI5xuf86/ZeOX2AQazxSXEQjyNlz5jrIpaHBqnAXlKEzMP9BcjvE8mXjB99MM3+Cb5vmg9QPV8U2+UPoqXSPsacSq5aRHYILfvr35nya5oq9DZILQ0N9W0oVb89jsQFgev9Pt02VccRnqTL+cAQmMJPuLAV+Hd0Rapyl3ZQe4fy1/dQv8PyD7lM76OXyd9okGfSzRaVG4YLSR2HR6C7JxO3BGP61/HQXErD9RVIfdzBfjmZR0PHLJ0uOCRdz9KGJ/2r44W9eHr5JxhfQIu0GQlonxUVWjoax3jKI0mhyHwXQeJRY6VY3GMZA1qBWUC0klxtPnzGQe1nOSzJV01gERHCcvL/e23zLrZaNt38qkKpFiJky4DhMDW9FRKNuH3SZOzOgIb5Gm2DSiaVDzPy73hCHJgKwEKU54+LIEd/D1zHWSxnqohQpAJJClpJiKNY367gNO64ZsibsfvfmBu5qed7COioxgtibkyYzp/x6cYpRHZeeVUIKMepvQyf/r4UQKHIMiuHHe4f/yL3wQveQQJWkG3D9pjpuMzxEA9oqS+7vgOBxurocZanAVZbPezOytGDC3dAZyKSkhViLhgPGyHUAUunAEK4motr+eqovSJYKpN/bdcyQnOhErrBVpl6pDXK2QaLW8ADPCF+IsEN9UXDYS2tJUPv9EFXDlu4kGQFvy34Dh/qMhJvXTwrKFCjqJ1YU6JtWm68tz5cMjuoLic7fXEN7pcZIaO1HQOOhhNWd6Q60aL26KhMtYkgkSH30Yfh5/DRw62Y5x8Z4F96w/OJQESGx1hvqEq3TAcHgx4kYFROVLIchDMMfB4rjXbwu8mRKPPwdMUzYa2Gk9G1WvgHarcMEQlohhE5Q3O4cwRkCKHmAIVyp+/xQ76Kq0MoI1yxWz25fFTJKyRU4yq7rRrtoTUZYYepN84o9UWo/ZJ4BnCQ7Bylu0Ge2cP98BWYjsSHt07eG8iL04B0scLMpNBlNjbs0QNLEB6rOwKr6IdqCc/yrcE3UmaLsZ45sYjUoG2hzRITfTSxiD7aHTMYsjIlzpZC14PKFAvXRo7/7po1vlhwevm7/ON62CEbDhnJY4Yr/fy2OndLQSOGNxCzgPOUFVqyGddab8ScCoqq358AWUgkK8pfGdMN+oWQHOAGlqSvjzktPNHwpKWtAMVE0leEiIkW1XPTRq30oD5NHENLFak2lXbXMRSOScR0eOkr0gQppTnMNXMhLNdUJW4jE6cXDbe7YdEMYewLmR48EJpIToNgqM435yFxPXtCr5jj74B1M5RTnuK/QnbdSrLvHzSGTkDJX0TZJpbANMuTQIUYJP5E05zsT6IsNhcEu9a76rBW/IGXIpD5Ad3bnDsGQ5QOID4OeGRTndPPySisHFyIuryLTsQ2iM0HC0dfP4i1ZJiMb0CM2JobEZx+2BWQcQUtGLuQvTwr/LQkJNCop04T8apXiKtXEQxsopQSRJkVo/FBYh1WVeN4wNIGe1EvS6rdWMEbOLKt6HOOnWt8iKD8+d8toP8RfoiZZnH7NOJ8VKHDxIFGCNrrXUlUpayXMM43rcR6hUBS4qH873Nulwj1w7seGTKUlD8i+DPrNISY315HSD+Q5h5qu4CqEK7Kx8cw+EBLV2K1fUe+pAJyjpSYCJ5gCa/lmjFXTMTgK6czdVGy9djKMtrzWwgbDXXSHBNt+rwXg1IJcEssXjWjQyFFAkDbOL522pKhCLsm5Yk2EolfON0vEVQi/6hQrUZR9sqDgMuViEY9DCVZ/3Nl2IvctcqmpuGqQEXaM/kwcFn4+tbfAMf8qI9TvCFxpeBc4zLUhnZEmUqVtAdgnHB+JY9ATyiOat1tp94Uo5ig8YqxMEF1NDrhI6CC1SUk/TuRtk3ay1K0cUEVOP1TvT+1d7SzD1xtx18tDbEtVCuBRtVEhXxGRF5fX2rZMUZwGjSUl8R356yedztRR6UMXC9TP9OeK/K1wgyi16xInbJtALZXKh2YgfNdqIk5h7+tRSFzklWUkoze3C6OmxXEIjELiFi2USN0AYoUIERMJhr4L4qrYinSmm/g7+mCTs6e/LpOKtnGiTncSLQPp14T66fyU6JSbEU8xN+IAn1VvMfTk5TEE5Snf3uA+Mp2+QlagjWQvdpsCr5k3PzGkrFzWvxJClrYHW1rXYtB6fbHgRrHBfKWcCbKpc/C1hjZa0PC16auNzmcSagHmLUjV8K8R+dQHLgwEuzNNVTXWR6ZbnqFIl//2gRVlxVV+OjgOYAQTZBaYWIFB/BbYursKH3PJ9LlWCJXJBUGlrt4jo5WASjy7Yeo2BFVJYHyg2iinlPAYq6ksoic2EoPJiB0RkJyz4cWAscyFQahJjNowpiSMo1dpKVR3jlt0SrIiqMffWWoZ+ry3HqiHr2l55AoVifHsv9Yx+iexL3Q7Mf185k4+6Sin05tAQcoxbnvibzXxPQJMS7ggtIfQ76G6JAU5nDVM4D6jbbgcgibcADPKiZ7VT80bHgxIJ/qKzy11ROlI8FlW+CceyTIYJH94YyFnNQpMVLC3tY2psDaLAf9+zl3N7LH6S0Y6jWwsGjCSwlS+saagECykzKiLIqN8jr2DzcS+rqQ+fdOUw1JViJ5Bz8FT4br/TatTPJ+TYWjX+VURHFDO1lYJtwIEyPkK+CRpHfAnaLkb3M53tk+h4C1JO/m2QvXEbukg2fF6UHWJw09x0QFvN6UKGSl3onyS+YVBeD0cNXdzX+WWOIgXFrPwrgZyB3s9k/Pr1DxxpHkc/9NgeifHcBHVkLDXjIW0XYCKUxqEzYUcZMNftYUK8C8/XOQTiO85YYQG4gXTEEUpHcMQAywxu7aZrJUxXFNJSdXo1qqLSClakSk7qGRJnrBVztZGHA9LlvAqtUxmXKcSs0wX2R2aO7Js4rH07iFY9QAWSGGD6dBI16IwEj0t1Tic3t/OGDRuJg315UD2HlWV5K0Esst50PPSR6ErR+MUkOq9iTUSXmpzRDGBU12O0u+XJQd8ChcOQXUDf5Y8ZBnQSsu4ujiuPKO6XpZJ8edC/YjpTgIYp8qwZaxmMuBKLIWEVXWfcl1t+tjwWFVfy/Q3bCKuGYhEKDyNOFyilWuQBJjmCtS136huQ1NRPeXcOu1mcWUm1BLqCaiNJgSgiP9yqPReJ8KxchpNaoBGn36ODFiFYs5wvCCNaS6SApK/qTJBsZKEkTW0QMVRzq24zuEYNE2y+EVPSjU3tzYDHlBLt+oMCmy6Ayepp4z/wpvoSKQRYBje+kGQr+ruDjxtkAHsryiyNg5MvXH/KGFdj5WBEtr3GCsKnS+uw66CF3dYCSaa7YOMV2TGZdPwLQBTOtOA5m0p/60jvTAjk4CG6ZUusoZvVKW0JVyV+jIGfPyjdMlUXU6CEpAyBfm6Qyt4a+6j4fBE4CK1SGMKU4aEYVQkOISA8Pv5HT9pQDXAZkRHlBY+kAqlQ+IX1FOXhhQDn8xQjMoBxV4kjfapTp+ZZzqpRIDTpC4/oJpb4iPt3Bztl6iFAHS+rKJXw833AG7dgY575SivQ2o8x2XinUpoa626Ae+l8FPLbIggHlVE+PFQ91u03dUWShEkZdSeOyt19wWF7LXn5okFBINPTnTDiONf1nBCWlIlPyUTiDMQsIWbwprWuxmFKlO8bRBJizSoyYk2XV+9pyw5ZIjt7sv9wTczU8FjHpzJmSr1qHmQI+AwKu0owdPTo7dyCwCOQ4uYi0oBG9QlYIA079oYithBcov1HKONC3GznXXohwHlE4salT9cWCk1MH/mcewLf6wQrlvBgKabF/AjEolvntxzXwgvY7fx14zKCJnwsAfrV/YXQlKOm3fHczV5ubPAk1p2AH+otVCq1nKOkdLuHcAZyKVcwrJaX7R62cO03jwfMiLalY9/Q5Eajl8FntiDejRdUpgjjMHhwt+NHKqIqVqKBt2LoQcuIR2N9/PNJYCXP8VlRtmWXfR03KMmPBceMiEW5deIHMYpGC/PZUb8NXQViI/FJ23nIc6NuOfAK0ew3B9IwPzVBALyWhorgGgj7pAk5asQC9iuTHUV07Yp40CHoMB8b1bje4J9dAggbIytwnt9o6HFpeR7cTiONjrgqnmaNmCS2KJq6/23ZqWHcDP0HdlwoX1NaTOncboBO7V2QkzfABQWOI+RRuencq4wweFMjKpv6bJQvEdNlY1IEgS5qwea9NOmu1DufDc+QKKXpzsOR2sViGL0FslcrEY122yzjAYlQ5YPmGpMUQVzPk+9F7S4dPTiAYDgNgXSMmwbksoldPX6GC3UEmccP0rXsD/jLCl7jA6VLhOBTKnlLVnC4iBR6E7uBYU1JsvDTfzyf1a4UZG0Wf761uLTo2vxLkweRF8Y3jY3wxZMFcDyiQvy04ahqYQvSPEI/x3CHLw5vDWHwdrYuXqBo5ntmS1Pzpai06LKjvAMgnYBcESJzho59FuhHRmPyU14tZQguYkZj6kzRJPT3I4LmoEJ4fMiEwQRRWVhabiKqsmUcXA6j3RNSVPlwwGclshggHVVspkuc5h0cnEGwHJ7D4enosRDrYKKE+ElKcbMScYkOxZV0qJ9x64ASn20WPIyfgZk5rq7qCePQq62iX6ayAvtBJ1WXplbBHwaZU7doYsujtuqUa6Wh3O3GNPC3iwWGQB5jr4fwqpxV46PnkDKmPl88Xzrc4hvQWje4CSUWj1PoS0kPD9KKKdwwgFDpVwTgCZbBNUk6WVgJSjCzpi5mwsJ6xLiizlK6b2wkbiHHXYNecihBJWaPBilkrdk1mlcmKZAEh8m2MEEkJXPZMdBq/grRIg3q7qVSVzegWwutjBlrbu1xVGCOj4BTRHeI/nN8iMv3udzPuHXimlwsUQL1NIyHG03wV6I+kR1CEhrZpP9Zr89iI8FXa54T/HoHjx1kJzfN1D1/zt+XYR4ffAQ90d3dmDx3cMqbl3YVzx7V+BeS6E3+VBApwcvCrriYdFtS3H34ShKyCJamIsrOmHUBMl2X23SSFwkiys0z473zl52UBXzmD+jGTqKvNBC10yx8Et03JVWMrtFa4oajc3wEd/NbphsClsGARfCHF13Ud5MshS68OWcdwByHAAaSBRshh6zLGypMUNe6FBOFO+X+APQ0RFaAR0sx5TVV0DCaNJxGSE7mSup0vbtTV5JPK1AJ0tabR5OUBlu73zhjXQM1Ud8vBuyLJfeTA8XJzHqLt49WvkGUhHHvJdhRbLi2obUDq5h903PxdV6MKnSwTzOluHTzBxqk88g0XUk0VTWo5CdeUIHYZAlmMJbqJEB4e5JwcdLtpXqpDzZnEH47eIE8blRTfUA2FqdadD5tAhOXjPbFYy2QmsyFkOR3GQRUClp/tzMFlo4uHtE78UQ+lVK/gFaYPqEJSXRCmc/b+IkG4E/e/NIBb4FM2T9zZs5oIPX2C2kdK1+QEIPmLvaL2V0ruddn3xtaRT36iOBZfDmxJDXZ4vzYvxpXzq3YDrHfMR3VH+mtwwWp5JOKbSq6aqVFapwm+u4YjZY0m5rcA2zjT3J0APEA9cbGPSOQCKpLIuUDSG7nMnpw/tmFwiULeMyOW8g3Vsg013zIdl3ClZisGSTCzqWWlIxGyi7h9elOhV0+03l4k5ENGA8E5IPIfiLTBFmfPxWZw15iAx5RjRhrmRIKgOZAj+dH+HgqY0bVjBuaoQJGrP7i1L0BdRAyCm54AEpu4CuocAqf5GtgQvRQDaNZDW+XGDSMG1pkobgAFRnFUY+GU4ftipoUrp6gWselXCx5KsqDvKp9vfpl/XFAOpq4tWYq0QSnj93N60I2o+Z2BifkQzwyu9aheL8Q3Ipbwugg7ZFhe/pA6ZpAEr/larMsQK0iHxZkopvoHUWwUMZZE6wBcSDGhWrYqHL5iBTW2L3LPem8vqQ5RaIYgD9BWiCOhHsuefTf5caA1ciBSenfyCMllUMrvs13eK80CFkUIZflL4Lev4gDfJUQ/EXcJTMfhDXJWTF9XQE+AnOlyjH0Hg8xG1+rbBbYPglO5jvcdAmdDLSZrvGpc8QpELByx0pfmzS/lp6kFvqD59aY2vggSaflVHn6biCjz5MPw3XE7sPK574Rrb8+R+W25rTClgFlELvL/OnISJTU0VIpoJy8xQhRYKv4btUlmyEEDxJ1+4WPSKv79yEWxfm2JoGpuH+LLfAokiS9CyULoZaSuQcGJAqIz8RgHrr7Ey4wCZeZEa1jk58mOPl5YkyeZeKAMB9C1VBzH924hHb48+6O/9Y5gGUQ1vZH3pUEPs3LvszpsiIEyYI4GFLdg12PPhJ0ubb47UFlkOjbyXo1ehJn1vT/ELjqwnKKtX0MF17lqvdv6r3o65s4bkxqp8M9fO30BoLBM9458y/Oh14zZWwyxirgF8FQfs8FUSr3kPB91mjZUAWIHVVB9SYZrIlSdK5IToXNVy2hfPqjpUhXUrO4SdD7wZO+ssFhhukjaUMuITlESTgCCxTztJ9cN7EUas+DU04JkO2VCB61EKJBXpaiHcFfuXxvgBzBIXXEGT2mPl0r0yXNct7h0FBklfidMi6ySUl9KsBVoNetVrYEusxZ0Ifry1W4Iyxs27DaP9Al+XuiW8+aiCXScmrnYAaity/b94QQmWxCKoMm+mHSY5WqqbY7ZEO8cfBU4CYZjVUv0tCCJnkxTObVHWVOC5RZogJW4qJqdOLKearqKXDeKNCNK7bB48zJdRa94f/PoBxpB6RZcAnUd0JbQZYaAZRwyK0J89hyURfaS6xaeHX0+5JGkXydyYyya433OpEqUupbJj1W4KMycp3cDvgUQvSnO6G5HyHQoYRKjZHYGypwbb/yLQoW9x9LOoKv9ttuEbMeDqxnnAIfsOniHKjeGCSEJJLzJduMI+4dhdgrQx31pV1WquwgnGNcSafyQNd+VvHLzHsCTgEEZQOLQfp+71QCzyEEjR5Fj6IUlRyF1xosm6n54+YN5ypQkAxTXCTqoGoOozURmdhGLKeSmFCittmYuF1FCx3+DSyabibuyEvpMavbIY3TtxGhvn77iv5fLswOxmRHNdHIBRYLkRVZyni4jSkF5Koipwqd31P8j4va7PIcnZzJPfV7j5fOmBC04M8UXGxTjFIanEro+RZtcEGeP8urZCbs+1XS498WVNXR1iE2KnURUtpEqHmYwEH5nugNo5FEqNTq4dP7dimMN55txbgNkYuM0ACjflqDCOwtySnn6IwlInla4bL6hBYIn6vx6KvlxMBBJOSTUjmuK3Wwcoi6H2NjNR9MulWyLuGoc5tqezO+eD+TWBi5t8ZiXLBH+3x6Izk6c5+/IbXLrFJzywwQcV1w+JaxD2X8XRzsXkgvj2N5JqM/QCfBFiCmVwzUjStcLpFNIsL+ZyDrS6y9roLon4tkOmgvPQze0samuk10prqvd90HZJgiUu22kC6i7ASNfkUetEldFHMATfllz6LXxRZkrEbWl0kUrbBWfWiyxb+suQbySpCTs69JvKEhNyMm9Y2otUXKpg2FQmiDehIJ5SVFCc83sRW1o2VQxKWToAk9LWk15/+XeAq1VzYK2kyDs0YnjeNbum9jLziDU0FWV4mA4WUdQuQzk/bnSi7bP3z146EkC0n5M+xydxK4HCNDUMSvdQfaJYc6+r4Icx3VlLJ1dkPkZD/Djh4hFabu70vLY0u0eD4MrEEmEDdSWjuL8Gdk1FgSqyyX6XWpL1YYVaI9CLZVUs3cN+TYYwv4cBcXF76IHZ7PgJ7t0zNlC5apVJFk457ikIjitwQ1RFUVM9jHGzhUzOoo7EgVWK/zmUFgNoeYd18LWKv5H8/xMThwHvCA3EBn5DX4edBIpcEKPvMZhrm34Z2/kwnD6NGEI7lMSjuHd5j+e4tgD7sRC38FIjK/yU8cMFVF8EUJshtJuLmDmHfYcI5/yAucwgOYmwOkJxd3E+luflkzjoPbHFnkTD49JU3AqvjJ6e9ZgI9aOZYFWHV/UrKW/2GxLSWQASTV75xCMVPgpfD1TkJlMijDDwsRv6ZOxZ/9kTwJ1RV3PZYjxsy8hq23TGIsUKzBigvjl5hPmVYio1JAVEv8XUktzs2HMOzTJ2SHYSg4bqIvMRRH0JbdOIWRGJD36hcF5JkjGKXmSUPZxXO8weDbrnJ87raHjfc4H8g/pCs4DVgejV9L0VgM0yal9PtjfES0aPYHH4QFyxV3qZJffVjGbq42VUVSPtKYfDP8FX6CvRJvCleNxD3Q1nKmqtlDfjecv8MuHddYTw1JrfMcQV4Hpg8nvMg2ZesQ51uaMHFTUmpBcTr0e4rWcMbSqZLt8VKQ4fYZcTqyIllxfqaqltXT70ASHtWGODYtY1EWI5Bv5cmAt8hcCcpzj83VclJQJP5fzf9FfQe+JP3qK6fW5GHb83OnpvwSdMZ/TRQhoOh0dSw+6WTU/w0QXkM8NtJjayfeb2LHNY7bbV2BublUfD7R3QYSFvQwNggvogPOLaH8hutsm2URrH+mAVm16k2hMqptt9dXXxmMz24p3DKAWuWukG7NR8o9n8QgndNkohRIWKcV1X9X0PB1yuahdFbFZKVBOE7qHcUk5m5KJa0VdtWWJaX0NzGwoXDjwYQQpLf6cHp48P83nyc8zj5HRmLCQKjIiOQ4LInmH4fKJK2XE22PGnnw3Ub2NcvOXEJSEyJclpQTsFkhyAmZj+copQEI3O/N2wRHqYqP9VHOrcbmN9c41fDJUxzEOSTgmB3ZnW73HiF9TS39jUwWNXuJCHYj8NfL66YtqksS5KC3mTbW7AXiAwT1BOIpIfaQcklYQV1hJzaRepc0yy37/S+ZUJpEVEOobVKk9alaAOPxQidKED4mNoYSSJ+KvQnND3IRBV2QIZMdvv5PzRkeOn5KY5BAj0N+ThyhXEQpXYZomYkkKNnhw577+BbD7aF800xdne5IhSMsz8u0LSGTYwhW7ly6lQftMf+lKA1C9b29o/rbj3bZWtXQkx/p80CbEBC8Nd25hTQfTsWZBLZDU2jXk6q82vqn+Pao6UWK5ozDTOA7iC84yLSETeVqZmZSj6yY/jhmb+aGNsHAVBlazFcukQkQz5SyQGsNICWxYoEIqILxsXwQdSRtaLpxROSY3nh8+zzv2wFu6hMGHeJ3VjX1y+5RhSHfPCsoopj39PpKkl49i+GsUXsp5ON32Z1EJb0mjl9egGADRZ3jBxAqglB5vnJT+1fs1Behl05ve2GhdxUeG2LnYvyol4HX1B4TlvDum/Jq4AloZak6aKqj0SaH/Lcpm8cV7CtG2nbcea5pb5d0BCYYwRwVTISq8ZbUXASXmQUbQ0q4UB2GRrmTX6lXmUjt0rOy6SqCnztowBpBXKRK/CBohkkp2yW4XB1iePdfVXF3RTd6DH2f3DmQGSW4fnTpTHQNySOgNRg07hqpDEv0ILn9UgJjcA5JzirvHCUIwHzvCKV/U3oFDJQlw/jAs1hRfQWmBhSEXZQ+sdcKM85bXiRtfI1bI462EoQG5LkShut95zOkRzlPRnE4oBfyueyvn+BrC0A8t++uRDiV92Z0CeSU8O3IOBTKQCIeJnDwsvNir+1OiKKH79DyLCDAxeYWCtS03FiGrDItbtBlkZ1PRavhXcKaxlu8gd5kSt5ouPCfLwXnjEgE0JnePf/XBFBwn3oOCzCgrfTz+lSkX14H4kUz/BTBKrb4fs9U94LmOjPJ8a/AEmi1ivxEF1sOSnQQpQtfegEKjA262o93UumI93jlnqlRQPXCiu/6LQviHNOhd8kQ51BO0U7fD+sRqTYPDN8KKoYLZUPdOIbhFSL8LxEP2URIoBZHC1O900dv6qLPXFnODtgxOoy6alnG2Yivq8zIy8lT5aWIq6BnKiPX3vy3eXiSIk9TmmG6WBw/P/4UjVvl39Orkw4nMtDDhdeBkPl79NQWK+FSTFUSPGi3bJg7nRwOwmE9rdCyd4dkXqCXDOdcMoxqwP9KQbuSU6VjQ9qxJB2XnW+61U8xtwtVgrZZJFZcGK0XFWpuSldMWcZyam/7K4SvgMZ/WIhbUQDriMBhsOL3Ia/QFM23k5iNdXMOtx6l5J0ekivWUBtT061gal2plQHpDue/ziyu4AisrzrlBvxg69JTs6jFPb9I5t5NOYFQwWcaUoMqNx5XGzGVtqJJtpnSIIOV39ObAXP6Q2eTf6eEOuXgusB8o5iPNifRC5SJ6jlaCLuNwfjyoc+4HZDOSmWBmQqQURo2P1wCdAv2HF3gr00XKqg0vtgUGe5TSScks1jK6PrzT6kslCCF7b5UpQguU55Ge8g1ddLrNYMFJ2bSpChfhKxpseLOL/0AzviefA+VLg8CNYOB2r1jDrYf45eUbck4OfuNCrkmJoiVZ/DVzBuUsTeYKRbw9JjxCAC2FQSFO5vjyZ4toQJ6g1k4VW2R9CftP9gqHJaGNZDewXiSt0eHhN3LvOAVIhw6DX3h1Zj2RnR0/i1pYFKUKJEnP/kmJ5NWNPPzR/hzfBOj4Weo8CPkeVFgJp0RdbrJxfLiDd6uZH3kFuW2lsCKAkjbLPlVM5/oWNIPyA/fAS69e5qw12RUpJlqj3AhjZmpBL5r/neS6MOwuGc81FnCRqrVAfbp/+FLLN2OL+kVxdlAVxYB3GGQa8otRuMeJbloRcalAEkG2ChOAtAZ9VSBnO/2Th/VpHxwoSguFU1nUfwWxmteVZc8rwHvJaJM5QMejCqEzVBCZFYKj+0aJHiAEJgyc6EMRktQh9sAZC71BFpEaUXQjV3/xkzw/wXN9SMbFimuH6+eeABrNdgD6DMd8bwx6iF6mFPoJUNDRZzFdt1+ta3dNeJfVex+xOBj1GBVVA54BFspPocxwfJliwS9R+H+aENw+iQvp3dHtIXMwnasZ2Aw4lOG859ddf5MMepqhG4vuFk71YmYAjhgYR95XMJTAxLpCVAk7d0GQzOsaCZWM5LnFi56D9PgXcNkGFLkaN900Lp2L6yD76N8Li5HrIi26EqysUqvF0FkXLMhj4dFRpkMIvjPnKVYR3DxkaMoLxmRDFdLYTSCi/ma+f/0k3yzi74Gx4rrm8EJYEPtNBcS5qyF8GITCAfpI9NMZsJt1RcWSjLBQ6VbhktsYO4VoWnHFLpdbkZvzAK6ardUYxeYoH5+e4lA2D1nPQFUUB5Bh+3yJPsjPawRaC5SfcERs2uxa7zJ3A+QWco48NFNPZE1boiaxE3LUhoEggxKRrR6+MWfJigjBDCd/rviADC5mjEUlDrT2qkJ43LwGWnOARZ4PYx7hjP+A+QIenNhMXly6ePiI1ZAtCrOcOVAlKnQmshwwx3G8XnBGpvuZvhHkCV5XHNugOChPjmm1qDj2e4yd0ebPWQFQt+TeEWXpgR0WGro78LHgNMH0a20ORYs4fC3B8bqHRSrDoLlgL9AZ5DcR2R5aeZ2BKNeRjzHAZTPZVFmrHHpw4Emsrvuy7iREPuSc/f+vH9IQVQX1pGwnjSHU8PXkLEqrq8FmOJFgVI5KlJColQRq012UC2mjXIwmx1aQ0WvwB0JDGJzA6v61ecRW74XfJ9cOfl1x8egDmvNIalzg2nGIKz1DmffjDdOsQ28QJTf2/c/Nbl87eHqj6+QFYSiaNLuUOkluXeem8oGREN1b/bchoSlg1dqROI+f7uT0KeEbQdmW60EwFQ4HDg+Pxnrr85Erh6+9MVACIh+3k56VmMGxJ3N1egGa0mJbzc//FEV+vbzYguGxSDZUTaVOviswySjma1jshPECLNwuZaSUoKvD+FQiA3gfoJw+aIOzqiCdCMx5tak7B0PBpmTklZXmGZV6vGjMlwCKyoLNTG0O1pasNUUuKr7/j0wm748LI7txiDjChfOHhAYa3yqmtQqQwSJ7RZTf5rlzA5j3ha4XvI0FJ3Xdy+4Mzy2ycubk79kwh2LTnigzqeBYzHXTGwY3AMv1bIda5U5SgMPFGdI14KOWHMUfkvrbYKX/+kPIVCiZ+KvmsdD5bDkw5DJLFxHN5O9Sw8F3FfE2GNOUIyDoB2BCPw2AUhN7EGGuW/Ug+2YXzfypDEFCrZ9EWiYAOVWoNphRxGKD1eVRykzNUCUe6whNnFblki3KFEq6B/Kjm2dSg2hXLhw9fSwhqJwjZdWR9yfJ3mOWv/gg/slNAj/3JrGhl0hb6K0t7A5JcS5worUFoFVYl87jiuCBA7sqUn5AXPMGlD3ntC7ENdzcY8665Yi38mDAORzroubhTdTvQGBtNJRa3ZF50D7WLWhFlZmjmK9uZG3KVC38S/CdAogpHTigXvZlEjcC/pV5EVWY0T9z6BD58BDZQIiC/9s8FCjMomRDrdDOITYoVmccBYdFaImvlRG6DAKKIznn/7+R0OC+yffjGBiyImT1Ic0xkSmFV0GHJD1ODaYfiOXtHX/z81qIoU+e5v3pXnPRUya9oenZOVvVAF1JNZTwUot6V8xCXQ/IPZOtvGF4n70hPCpruIC8nwgHSQeK9boKsT+cyWt2rbzDos7wNdjWOw3YGl8z3XnqRqfx18SzAfXaWwLaFd5ViJg4SYdATgo+agGVZusCbSFlkGTUlWlNpDpiTTt/EqmVDUVWlVfpewHrYyUsCycTbcU7sFYQn0MkbVlKZ7r5D0QG6uJV3XDjQgAxUuC8niyolKfHMhbknB/qyg8ED34E3/06yN3UeV/22UI9BCG1Hp/iajHTyQT1Q0RoH8Z0AKPgAqxpdivBa6h6C+w2Lw71TvMsQFK8MwUHCsK455HX8W3KykzgYvM+8rMHXLpakBK/nvglQ6wd6DHX1i2H6Uak1Ae92oV+mn01RPINrZKEyCoDyjCqtlj4LlTfFG1XEku0UKtSVDUbSKjJ7l68xX4MZrppbKFmDs+f+/YXUpvoS1IukbGzVxWa/ZOevp+CHUKWfkRvflmN0hXQwSq/uRM0nBZidTfc7Up2+jroCnRCdXD1xuPpW2DmgC16h86mLr9exXdofYL5jeQdxGAR/pU8U1LgBdjePqGnhjHwSXNEjfxONIhtfoAA/yffyh0hoYbYoVtLYVJ9UZbRNL6poe2Vq7ql4Byg2Id0Y+qyTPbhQkIypFc27gCMIirFZmpBcFJVLM7GXObmTYJq1WpCUkwYch275rDktUJrF4Uinn37nWbsQGdMQGqa/6OvZzU4jW5duHZZKq0KRHvivfQE4+j9PUCcxl5yyhtkpUq+a0er8Q+YtU/YpGRXdQ6OwnjF9/SA/s3YxefB9t6lw71rvffASLp8RY5ukeStxsdMVgMHHoeVrrJeyN3DDct/htjv2ekwLB5x6ou6Mxb9asLg9PjkGEwcMre93/J+L+8KxEXxSC5QIwICKYxs5VzJW8XpQ2qLghdMKIHZkEQ7Ij/ITNP7cyEycjQlvMlyGmJcHrV36cyRxpLPEGp+KUaI5OxwT8/syrEziXGBMydSIylqDEwe5OiXIilQ7h4sYz4QxKdnghk+zM0ZHwo843mma8I+YKnrACEPc3ilysq+odvU1BlDcRFot65ti3et9x7I1ZXV8g47cQW4D0ewJ5E5HNMzpvM1Ha769wbeNa9q4MgPE37DCw16mE7RwAwDUpMVS7GmAGN7PWEhMREzuncMugoMGpM7l66YUix+rMOiLVxumKaol8qJLqiQyfRgSF4qFsOVil6BVyK9S8KjjPlGZGTB+b/CaQ5jfhpkEOK5r/7KpQunT84fMvLu+uCUVrDxg8KlNJjx7d8V/QE4r9UZ1LvcoeJUbztX9rQ6ShIys9g5VMDrH7w0PPgUc4iGQJnLfbti6pUgv7gtLd6/O2tNbIVx25o2nHS1AeZaY8hP3uHTuUvzf2jvmNSEIzhpbGk3yKUKLG/vqRG6SiXDx0NiDfyiOqNJ9q5A9CTkg7u6FIs0S5hKBiFJzpfDJKdBqavH4c3ltVyqw5J29DLl/7GNAV5hKatWL3f1BgQEkZnimnewdkqKQYPfgLY8led5PBKanEG5e2a10HquTywnC30kqI4yH+Xk3ziZ0wOF9NDaMzzErlohr8EJdI9ZXgNKgh840rsAxYDPKoR4u5Hc13Gg2Oqgc6qXgZEsnC/Unxwe5U/oPbNFTilO2utWm/B13yhQ0ruOzZHFmkOCUTkL2OqwNcj1ijsCsY+4Jh7cJf+IwFRgXiqREuqUMKI6FwKFfJtMZgm1wQiL9IziCi+1KdRCA62AxMxmhd+6/JT1BruzvT+Szeza0QvkkDYe6gjSs0NIvdxESvb/ZASTKLXfePHP9V0EJ4OWzl6c9ChSh9HOd7TTVSqZdqpK95kBSweO5erclBc3YhZLTTZgR71Um2tjvVZz7ZE2lTgJuM74lwDz6RIRl1AJkYH7rCfq+JMwuaYBm/Go0h6JtOXwxN19BjYr1DwzLAFiSWTlvKZForR0xwCi8WCUUfXOrGFWd+dRqs9w2JVTGUCtB7qltjNSJpsGkPU9L0dsCwVZ5Dby4rOzvP85Ca1w2oQLSygFlRe/421+b+XR6QoIKa14dJAYKPKGv/D5wIwY+iorH1HFvv77ap1bFu4g6FossglOepzwPvXLKT5/rpc2WkfE4jA5VQGylAWjtg/ebszv/4A4Xn2SkP+67v5i/Lsd7NM0Upvl0JTfFKhtPM6iOmjzxAVT2sQNIbaAtFZNFb4d+YqGvx6s8JRSU0AMu3dnEE+CyAczI4GdINAtcwlAFVkLA1rey2fOMkVBOApTqVmVaRgFCsVaGxkxIdtWcDXnpd/X/c+Fz+QLVmrLkIWd0pqz52Q3EFo4cvTlRHfy9OjPpedXR7mIXz0F2UXGSj8J8hHf+Iyzd+XpK35sLYrcV6u5SXsLvxx8y4OqcYlXm4xVBXaw2YIPhDW3JsxK8m6Qa6wj2Ky2/FxoKpFuHb+k4SQ1IZZrIaC/+CIq3WWDJ/WWmLwyzavEEoT4WQMZ8zerbIex+gS6xSDTiHvs5FFILpIfFnIkvqWPfAaFdI2ttUo14RcfXdOIF0THgyaqFFVo60YglxTLs5HTqlRYr6ocSHtF/tlD1/DlTGYIYDz7euY4a8yGus4Lh1Eeoa0RqY23H/Ol39W9mf2KBrTJ/rBgX9V1hkjC2DEJTWwVQLzkEPhdgZW853rWqz6S3zuvFMey1M5DFMfXel4/wuGjHMWJzIrvwHDD98ek1kh3j2/xafNGfIW8In3S1hKG7B1CUE6QD1w6SYjo3fXsFnm5fYEQzZlY5CiWekgQdCEkZhizpahQ2owVu2lx5P7jwmQZCu2V2GGqge2334Hb5P3R6xPThftn5pMqSxDg5LGIpWJD+4hkUJm3Z8JHiDr6mQHvWsMJrnM8TvRyvq848bOrOmnXoF7Lh1sjL8igq9KjIYHbgDU3Jba58BQzl4Yf6si6/tmoLfH+SXIfCepknAQsZiTR+h3k71HfEmRn7DfC/WvvXo9L0PAmKfEhFuXvOkA4YiP6bHH9F1wkVuJLYVI2Y4m8AN//Fw5fU1C8yGCxBETmvISNix0TVrua/wG48Bm4DSHFonYY8w588wsJjU6caC1iUZsYTiwXDiKXvAgs30+GykrzkdPfxeAToG1HKZlOCbR5+g88ctRxaean4PxVF9HgW1fV/5YO9mB/65F83XDgu1GGD1Xd/SbnRuOVzvLbqplQstsHjRNetJNjrRuRNOORk7OJcM9BvxS6orsMzgGawQA+igsURgPNSTZp6aY+u2p8fDjKWCLPrTCeH/lViURaosh1Vcf2waA0oChBgFz+ALgQHhYLbSilFmpW7pz8N7IgXT/7gWJBpflML/0925HyQlRBxB/z3N/agLsW3SF+90sHGHtCmz+wz8Hj19+zopm/EajZ3nMxg6SUDitrLOLdal0W3GCtSbyCA8JoLaBW2cSYKaib3NwviRSHUg4gjjO11QwIDw4+G4qqx90JPc+dMEtN91XwurHstEf4Qrs6dxpJOcFMZiI7gxAdUIZc0JNzgMsCzNise3sMHwQ2ai2XOM7Uc4YsxBa83Nzl6/9AZMFns2EgvxLOePFD3hw/ShiBykRtJDj6fmI4BPmAYjra82IvtSBIRW8fDP/H//eK2ud8PJY7QFeCDLguO4z7P1hu9vlXmPSTTgOWV3lb4S02B2KXp5do10JyqDJGIacDNMq7oMltfEkz0NoFuaXvFxeAG2pjftgo3lEDp7IZL/uLswfIx5I14G7QZe4aTkE6+S4WxuHn+dKuKEkPZpimYEDfjYJf2oeaJC5ExUpN2VDVa1ARUrVLGf5hrCXaiw3Z3+3ob8p0A+X1AfQX7h9TC8iT3qjXY3FcdNmDBlEYxVxcwjSecP0F6IV5niutJ/3k9O8U6HvoLtGHCYjoWtBODyxs6sugiUnT81jT7PrB3Rw2JhS68fkdb6IKB7BpmbNwzuFQko3goJUbmboNYKZ8cUC6dwF9CdPHS2DVvvUqWk4yjb1c8VN1pxCsRIIi5OeJhpw2IkGzYLaYBoT3pjv6BFlZqwwN1YhqeO5QJcy83Iz/DxGiKsLjvRjt9sQWYeLvdcLZ2Xe67iFHztQHR46EJscuXT8SHEfBMnAhHUONf6kK47+vZ35XAyc9jkZxC6p/MHafQaNb2Iqq3Fc23326l7lTnDZ+W1H2sdsDZYIvLjUFWFuZNkwhZySOT8iqx6d8q4wUTU2gHnkDzGk3NGorHjZre/LIHQ18ySoeR+6Ke9s7h6QduHDtW//MXlqQkYUi5xpDOYsqKFbkNyp6v5Bazh0GPzLSP9HFRCBB3bN4+R8CSW0guDYMGql+Jv2lt0f2A6nB3dMlXlKdhsHQQaYX2NiaF2kTf/z24hf666Fzn11GZ/yq074vQyf0xDlGUTN+XwNQRNf1IK9aze1Av8Ha5ImKzFPvRb4c0gGsrUrIlzj7iRLwWvlJKXYazoZUwfEwGE0b47HxYJMcmcjN1u+YavRbQjTrvGsA54CayEFc6JIF9zEJEUBCBrPvBtCY/hxTTuEpkQGBmH4hEuVZJxdANwPqieKyOpbQ9OXjvTley8wsHUJ2VvRnEkMi0TnF9v4cONWXjh+9PhuW5OnfxdueLwl0saZr1+Nz4bnPHqzP9kU/KRjGtVNP6/eqZsNuFrna2ENJGRGR29444Aj4XVB3LdLkw/ABT9Buf0NR2sFy+nsDS94MGPORNm0r06LnP+XIsWRw7UNvf8eRT4L0KLTFSKQXzKf7/OjqEbrYQYi6bEVJSj4QHKCWrmBWTb6z7EUFL5+A8CqtIY5MGwbuK/LeN/DvPKfHIe8rcxvY7y18PRZQLXrDYieQ1nIO9Zwvk8j8Qn8zOJEHqM4BofaCmf5Qey3AOUDe87zGQWWn7fps19AiZLOO4QTrtb8WykYMbXq/133sd4rSnJPa9gGGqkwrkxnbx3QOt0+w3okDqI0hxbnA28QfqGI43PxSwYdCZD/jVd5liIhiWEqKigwCC6RgDCgHn62YEvHwbrFySzZxYpm+nkTxXi1XlteAkTsCi3Wc1j0IV0t6Ewd4f/Lt4qouJCZe5PHp4Q495GtXkH/z5mJZOIPwdriT9BcU8EJmTjVN/kVnAIvZdbfhqMCtQ3fkCPoiEjhA/2tsLlhHxcA5a+Nd61W4vttRnIoG8VzFOyEmDySWKNC4y62a1BeVWjURNzajVF9jeORd5aGK/T8uLCjCRwRTEdnLnlu87ZmzcwYFBN/dZzl0iEyJUcJxLQhN13Nlg5g2MTCOhkJ0deVd+iSu/SKY4ZiEooQq2Sbi55zck0MHRlMQn0HS+DYIzlE6gfD9VK5/+qWM3Iu/mzfdvxM8Oc4eUK45EnM9Qh2Xngb6GGfeMRpjHffnxS4Ehh0cxUXTKS5hGiBjjT3+sqjVKXlB/J6tNigtVQe8IN3qdm3cpcz3x7Kxs4UJVEeBAuW2pYD+vUQlrsToIwJpy+ylhWRk3hKdiaA0F8hb+piDwydl0ptklqfjGH8TbKS1oRpxJThYMYuf7O6dz9z819KcQ5Uy7Int7OZBomuHwMRK5ukZcsKPLzqAVt6fzZhq0Pzi7S+3/F0AdD/1QPaB2g/CDznlE1kc6hIobjoKnD8U5ITUWNoCVfsuvoh+BU0W6ULjUyxux+WQq8/F0VVAxzKAs7O7SYiI0rwCzK+I8w2RGTajNsWfGjTHLwTfSlW3FgXsFfzlc9mcxV1GzAHKO6vXdk1lTuLmvGAqymJCkZmzSFk1ZULVoga9QpaCIdmUHgo2/aUTufnscM8XPwrVhZQ5J9BZXWLO/MmZ00XdmMmDhv98KfeO3iBdO3mFLEunkLEnAF38C/tdDHh0MZor/QFgh2NHRdo8O9rN+XFaCpWzigjDnDGAfwtyk1+EtmNdlC1G0tdizqUqCuFKUNuZvg8a8H90xDHjDdHgs/Il9Pb9FRHecSTa5P05aTiugA68jHjtxKWNyZo/Vbccvl4LMhJ/idVSCJ9OkVw52URxiYngMdWF0MqW+FgxJORzoR4JVr7/+PCcf/xBoivshtQhczbow/l3HtbKjZNX57k/UqBm/MLB08BX6VsoVJ5B/uEvFz3WBM7+nALnmNZY4hD3HIngPz2s0BmyYu17Bh2YtTrWWPG9sF5TtFq0dEExWbS7HHR4E+X3owPvsvTqTnk3IFHsugqTHxYdQnj05bmOhe+RVVGi0nYbgk/vOA2eYsAKV010RYitGHdCe1G30KIVdP0shVp6LKpctc7mYh1w9OQxuOzsLCivsBuXIMVYSggq5BMfnrojh4UrR5rDgqxcQYt5gVdOX2OFgqe/vOjgUuD57z7QXq1YuCLCqXZ5jOw7IE6Ikz7GS8RQFjUfcrj5b2RNOl02QonacEMSrgTthi0dF+jxVdD/zjkGJwM1TbdIQ2V8LekZzh4FrpQjbH9zjUFsTedW3kWIhpKtGtqyQFctVExSRRcOgYnvAJSFJ/zk4lnDCjR3ThIFXvRFhtT5GGNf0lmSW7Bb/z/A038FPnv+zR8f8IE2O3KM7AVC5nSeCU6Pd7hUiQSyJW+R4aSgrvje+W/wJtH0gpbLFo4hSQ8Dr5yTcuXIdL0TXQ96quoE1kqwr65luA68XRJXojGZWlNjbZXeG60DuLjD8K6HsuCmVjeZPQRcC0fd30X7hQr8idN3wkiv8qpzjVmpUdxRBEFpoi6oLq74yrELT81WNDj6oZ8UpAEkqXIm0HVDi2aj5eBDW2Atj3nbiznNxNYwXaaRq87g2eHzb/TCZt/Swsk8UB9nAElxnM2LK7p070ID8xByeXD8y7D3naBOIr5rnzJY6gZ88O1Ug18hzMaOFjjghRKOgRfKO6xjsz7em03ZgJpQcmUbV7cLvnS+2mWCpUvnjbL5riq4pTJ14dxW85vWTxJt503uOsYHNiTlLc4qi1v9XALeEuH5jhdrXaBy3+738gfEqskQgBQt0OLJLh95KwRnaiupGLHINXO297PfVk93j7N5ljXMlXMn6qN/R1EOoif5GMvtgwZ+3y9e37tCXUDdqZIecnP9i0DnyZtugRDiBt6CplsdTP6gcQkLnPUOvdT2l601QcOB799YoPwY8CDO+cZYJUwGtzlyjW7+oPIbpFHc3DT+ikUdbYK/8KbFjwdkKC/2AR2RrApjMbYJyihktlJaqAXpYesHgRGzXtSU8ISu3zndPZPbNA3iK/R3Dup7/i8/k87sydnzg4SgS7nFv+ODHzaAihq7gyLE7V/ucn5vuBMgRp/IDqHh0Rx8Z0y9/JhmS3f78bbpJW+yh2osrPXSWCDTS6HswtVtFlBa5fEa2iX55SWQ0+6w2fCgeIzNdG0Dz/2xATFhfEvli+HMIudt1Rgj3/v50XUgUpZ4qYGz5r1w/BhbgoIcCQubyRdkKgMUqEyQHk6hK8Lk2dHjXZJf+HqOhqUmDmd73z3nX1jyJj56dozJZ5Dgz2nKD1mX6TkQSZLp8DH39sXxL3c4XxHcQdAh3MsuwDGHZ+3MUaKZkxL9MKAPgv96alzGWusX1rd8L3A/uKqrW11xAJ00DfM40fWjrKTzAQfzufk/IMt9/DNXvisJvH09G/ddOOt+PXcFp+IyMpecs4ik3C+zfWI0KOJdgcFvYQZBTCgPL0CFslK+fPLk6Nnjxxj0nu8l+YncFKWzpwyDkrO9vb3n3z33XX6gMhEb3DpfzqVXR42cPy4e4drdEz1ypPuCF8Z+cfmuGO4ppfMFitCD7ynh6C2yrVnpcgA6m5xCjPRadY/FghFTw7Wrvj+uclU4yGou2ozEz9MUxstvIvOAfnHKL8ngbRdkBfSSrrZQKqspifYjLdfaHwNin3QXkSOG1Fo+jXuMpE8FxU6ttH5c8l5Y+PJ+wYdDnPp9sgT0U77kKnI9ynwEL3/oi0ZjiwTIshD/btDxH1J8Tvt3vJDm7OA1B6414NWTeWTP5LRDdrPa3VytHXq3R/89e/Uv+AV3GO4Jw7iq7R4N6NiBAUvH6sxyKjCfEaGPEQ7NPFYU3R1gJ9bcD7t5aUy3T89Wt2gaKwNm+2p2EcFuTOYQvzl8hDFtCq95LbyLqbTftbNEqr/gF3z8MPXFbTDsF8v+ALoWXIm273T9SFPv5fFfpUtj4JXE2GA9q7sBHRntEKcGsEwm81hY97hIVT1//YMAu/pvPvLnpwVq8SIIy/0bte7h/wW/4OOH+gI6hlJGdAhmOwjvgwZRNqTm/lTQXvXwqGv+iS9hrV74YbrqAm0b77hBcs3op9H14x1Ck3aoaA6oCQ1AYuIrvt0EdSQ93ERjuFUWqPAX/vsFv6CCvQHE1TskM74Gx7joSryfIpHdzoCLU7qfpwTRz5su3eFu9sF332ryGXgqG5geX5W07eexRKKDmL51BzbKxV8EqrQtGOE3sjkWHsRbgBosfUe/4Bf8HUBdhvTX9h11FYsF1OkVMrUrNlXQD1nBlBddDP19ttuuj3abrgBX3NxlMPhm45Y432vtA+J4Mh0rUBN+ZD7Hw0Ndf3Larw9fLyz5JdONH5p6v2/oF/yCOw72h+IEZOeAou8Y7mt0IFBYOlfUy392JCBGDn2+UevzQfEhV18mRwPDtig7XuT1AfPwtrfXIa6qaBpfRhkMVy/P+W3+3wgbG5v6Bb/g7x3oIu4Uis1pEtuuUqb3mJbuFfX6zl3qlakpom3sCoFm1275A1LwODk3m5tsnRS+aKI8QfIbDJ1VTFvlClwVjqHdwPpF/oJf8AuI2mPUQSwmoq8t9V8IY3eELsZh9TVbNJmdobpJfMi1j6TV5ZSZezyXfh6v8ObRp0s9tTLcCP8mbgbbGycx9H2P/zT5Bb/g44Re9vf/tnc2O3FkyR6vTdEpU3QXIAoBbY2EeYXZjbd+jNbt9fTGoh+g5ZVVLGflZ+DKGvkpLKt1N7Nps6iVQd1srexmNbr/f0Scj/yooj4ooKj4AVknz3dGEZGRJzPPsbBpkjh5oiumMDW9i0NNDfOnWRFNg5dGpMq2l+iWTbNvD0VdTPlukH26bE3o/NsszW27CEXI8fuQPHF6H2kHl7/Y1yYn3Jh3nDUl3dqN6iEmUZSJm6aZU4PWYv5CFfB5kgWUG8iwiO0a/PRpOG5B3iCktD3mAhkOy4JzcGcF6sgXocExM9DKVyGhmifvOA7VEXqRjJMoidgs+ibin0S9ibnEvOGjoXEhq5i/+DhbK5PS7obltzAdeglMOUMmkGiaeDtOMdbuAJbw/Noeb85A+ZhOB7D6jQxxror2N30bYlInVus4awM1wS7EglKIOgZdSnoT1VSuy0BdbWNW3pFEnokWcLk8XMt1KAf86MVuHF0gaVK3Zm8h4ite+Y5x62qfRHJm34i0JFaUe/GrSN+i4zhA3JCoZ6Ie0BZ8ytVxun+BGA2VnO1FQrGUkC7koHkodov3UlHfpwzMGMwfDA9FySXfNDobGWVMlLMip5By2LZOS4pCKO7UzjbmvHMgUT4lErj5c5wKohvUi5EMk4tRS/YwaI48Bs0A/JKobSFRyMfpZfS+GLYP3VdKPX1gfdJkYmV8FiWTDQXC2Ch1RLFImwMotixK8Co4kSOpLrqUUhdOQPj6EMgepWnU5zjrTpjNBYhxw2dQyUzXxEaqQyHIZ0plmgUIF1HnGJbttjAhaX6WUunCiC1D3/gzGtqqy5m00Gu4g2LaIhQeRGh7FWI2uz8imXg9nX8BiESr0m72TCaz5rkcxxnK2LwSLqT4wdjMquHiDX5G5mRUqSkrF/fOLOv6Qh+MDjHFU6qhY2xm7Bgc5d4boelC3rq4K1YyOXa1wQbx+zrF1Yi/2VfGUPVrchwH12VJgRCCjqiXkt+yBPBIcovGpEq5HHUAW7WtWu6OWVrF84MucURPXqamAOtdlH0OrGbSYpjZa3llN8ZpgF9J/TkaeVKp9T7U2BOY46wtI7n2FfAp3gg1kHcRLRpAl67ykXtVwKxcBX34YxyT0uZnObUuBv04Dp/CBEKkHAlkLys9tZ3cNMmUgWLDdD+RIvQrk++jeqJR/68e6zjOOKBLZrCgeeKJ6Awv+FAtgt4iwIWRaj5g2A0Xa8glvxMulu+L6qDaTMxTcEyZER05nEkgPxo/bO0qONBSTh1tnn3GDAOC8H4NxVwbapAGJKoaL7REOc66A41RRaQ+6fQhorfmmNhDzdDebLwQQAclAd6I3LTUu7+yHU3UNG3sCTHmgGjxxPJBgGbLiooX3VYyG/kbfxvJ/Dx8S9V3QBCffUMN89mIeFL0D7vd7uG27bVx3tvIRVrZraXtd/ctVE9pIcu8RMb1Q1tfUh8qjW52+xZq47h7YqEWWjp/u1yNyQc4dTXjYflg5KBV0FHRFIkqR/FKrD57Ksppkpg/7vHW5ZBPwDz8BdgCHqAK5C6gPYKzRg86TMdX9ddaGrIo+RjnSCMxlKw5icFpp90dU/ipcnID+wd2bL+F/h+HuVB09+jwVdqJ7HePLFRPaSHLPAfWAaWyU2VcP7T1SX0YW+mE1oxcRsXmTcs/bOS4O+Hk09L5ccfT6NSYA7R8t389t8PDEs1U7VT9Mv8j2TKNrsI4s36SPwxBrTCNY1wEGD96gJBNFG1OQ1jBPlru9vMIha4hnHo0kEOb2PIvMfZ6+mlQfhTTt9+d5Ie0UH5odWtmcqgW8r4qHRjTm4kE+zC2D2MrnbY15Bvwc7c7STl2JhnA6Wl2qv0A5xHVWHhcdPjs+HjXUm95cMHZCII1AXCFM/H6ar6hI0A84k2XwSWu+6U1cULyZqU0f/s1cIyk5235azQM69PnuPuTfO53T+Vzar7ttf3zTnKoGsyUuc5V3oHKzpQE+zC2D2Mrnbq1b9X12+y1/kMaEz3A6Wl2qv0A5xHVeKhH2WMu4tTxQYxqE01t46pk48fqH5hJ39Y9AQcQF8Fh5O82+5fMmXpw9QdhBMZJvPrcY2h8JU/cJg4vg3fy3+65DlaVm91X+DvZCU7hcbe7CS3eOdno0krKbl8unDctDf4jkqjHR1HdqqVYIWM58MRBxx7dEsnclnC8cYRSh+yCXprHlNiL0AEh7OhgG9oqjrs7UkPoR6fPutDFvKtZH8Qpsg82trGTWohFTCpHIYEZ/6tDByfSSLFJYcLkVGQED3AbOcMYQ+qBstP9glSJSEnWh1rnSVWuE3qbH2CKDflCzShdFexscOycL6raP1HJyzZsRA/zy6mmGtWV2qkgZxXeFsIHBDVZVsMg3nBKaTFxEoMNvO7WyjhS22LsHuk56s7o/35ooT04IptdnLmHsB8IQTPMNu51u7u0DsIOFBa7gx53dnWn05c9Zk/+Rq3UlhiAk+5z/FmUZj4RF5QJqptMQNkE8qSUWJ82SR0GurNrrfdvdmMNR9YPqyFYpdRV2Vo51f9CKvtnZyA5U9mCkqFUtq3pK8tIhj06e1IP7a80GmSUOi2kHigwRUK0TkgKfah1nmhUrHJ8b/MDTLFBVPrFpe+i2sfpgYKYjgr0AOm3wAuEMvIRDj7KywF9e7VL7viOeL8jCuC+mLLBe+/XeHSortGhWkT21m5IaQo3pmT+epOnbu6anPfMhshQlA5WcbtLhTzXlE4Bi4IYmIf97nf4p+ZuZ0Py2g4Dm2pK6E4Ieanvy85HlJSqe9QyaF5hmT9+h4rU6KICWJdC+sIsyLhDvU8pm1rfBspZBxTb+ZZH8wyld0SVoeXQudiPzo46UaGrtAzah1gOnPf+4gfIWkAR5AtS0YSUERx1r9lP1HPeQ3sVGe0yGqJL/dXqlB3YfkbYTVlJilU3O1+T67je1g6QIPYZPiyfVJO+CxNs1scp0cokSGjdyhHndJEfsX34gU2sjq+3XqXNQ60etjqeu2r0jhnbLb1PJAHZV2rZM4vWsIQB3Udl+dhshfWzfUK/R90i4gHKYBW3okGB/g0ybd5QdHR0ZBchEZnukGsqkyqdkJfqDZGyjaif4ApKgR1kDBp6gW7QAYQh0Bp0WGyzi7L97mGZpWgP/2CtvWwsa2g7e/TDNr+jWyXmYlMaPcVfcHSFrKu6ZbmS5UD5IeTNW7immQpSsYReVin72O8doj0ejzQa821SVGVPRGFc29AryLoqsKXyo1Xd0vmKXEcxZ623tQMUJDbkYzXZd6GCFT92RqREKlbQ1bPwBKbJMwX1Wrh/NzXfG6G7csKwcIAx1RMHqGbKXx1MZ5Xq+8Bh/pdJ38wwN6Trw6D3vanNLhQw9wBNHYm4iZpG96EQrzE4ErJzIldQUK80BlgvNcAufaxtVf195NbMmrCFBINX2Wz9VMpe/qPIUlJ9oQOK7WwjS7/3hTot/T+Cz8MeMt6odVW3TD/vWZ7BoT0WGVqIRYJULKEIGcnuxminW1xuIoD/SHEDQ77QabklnFWnxK6iIzEp9IH1ZJ0ndbmO7W1+gBZL0YfOJ7Hwu8gEOytaXSxIF7CxmGyTO7oErhuNphFZDUKvq/2XySEYyCOrB9j+zF/VwTbTVticMk7G5o2qsAxi6QNrmzdXw+iPEHETNY3ug7gg8LlErLIjQ+wyHJb5G3kpbmEeGHMSlO6fIfNOb6AJxnPxRlFWtBFuVkz5p9aHtovOVe8mffVXH270u908RK1/qj8L2AJ7uE//Tah31fqweVjSRTVODukaoRlpwYqg2yYVyMr+pTSjgIrgxu7fnIi72qcBRD6pIHRaC6UeKOYBsiN5klbNelLnhbpc23tbO0CLhQEMnaJY3mtTbCB8vdzOipRJBYsrvtBxm4s3cSxq7YCwaPpqMuPs9irIccKsSjnbqQTVR5x8bkh+pPJYb9HfNTLGBo44Jq5uwC5clYoHONBRJ6bRRQjejQwRcqfoUcnEncjGAGulOsXNMcegttkQ2w2XwMh4HMsruQe48Rc8wJhicdxGj4qEm9n73a1dDjaaW0WLpU6UHmWzq/syLoaP96ccWAywe9oM72VIEdiKmgdIdsIB827Etm15sCojyWdC+F36G6qrHSwyvT+vJrEPrCd2XqnLFbT0tnqAec1WiGK5Dt/Fs1qFM8JCmb5wRhGCjwlW7o5cwKcAJKG/3ORiabsLnKePf0O4Id1a1kms1bmpL+PgvBV5QXuBq8e97k2ZRqSI+hx0DuB28UYi1UZUSl0U8QLhp8FR2e/G8aqs1AcZdtrs8t2DoRSER8KbIN9LTiRA5HBhkFAco0AYA0RwBA9w2Ps9pATPZ2iRBioVO0aHEX4YDwLbV8fdQ+tur8vSO88aXcWWNYZyATHJWmkoAjEFqdixE8koyG0EGBOpTwtZvuBdRc/LqlOOu89HfNDlsBSJpSRWzdw4OHZ+zxpqyLW1t9UDHFjNPMTsi1OxyXchFYprPdxLJ7Hp4YtvQW9gC+3CbMzztsLjeQh6sms0veFYAGlD+5FbHzVjckcpkgVra3VkKWnHTkLFmAXgWpCvrlLXkyYMsFErjjTYO4++jmD3HSkTugjq3fDRtO617mxIMd6b5aMf9kpJVkr9s23VPGsQ4eAubav10sdLmJB7gJf/KEIKcmWOinTA2tIdFpIbv7avUdIPq2Gz1tVt23Y6X7QckdEyRlqlqUiQiiXEjILeRH6lI4nqJUu+rdhp9Vi/lVJmd0HW1Y8a+i71QeqJnRdqch3f2/wAtYYuhycln31x6bvIBNub/V4wfQb8BnVE8aCaZXNypsBjcgEnd2W5HVXzZkauYuuubIUUPk4UyJLrrpqedIw8Hx9Ob5yMKhkyprWTT4YBVegY/h/Y73U3jnjTsuoB0qvYpRsjA03qZIgiqYvCgfju4ZH4ISe8ESrkpcQF0seEJUt3QyyXZS4t4ZxP2R33bQRPnkdEWboxhaTAgJgfyq11wAg72zood9w9vkGf+GCzdvecR3nab3bV+vA+Dub190LJcIgs8mIPoSgVSZCMm5KRDNVAncqxqJdsFVTdtawHwvEppM6uZUmxD1pP6LxQketVe28bB0gBhkYtn4gFifpdJNe60zkMopgeFGZ5U0HOCZMGkca6HizxGHjYfrB17UHF+AnhHJGJMBNmXbAVCxeqRKQEK5llpoUx1Oyks1ps6fWbDaxNz7V6oQ7YnEMUQc9Ur+ThDVpDtYjVa7iIjwIakEObA4jdcJMjiipPrmSFlCs2LZSwG/L128Lj7N9Yu+isBCddHWmzu8BTc3Lze+3faX3Zn90BBKY5wX+g/weJJn1qefN3ghuyNtDiQU7852ueJYo4Thqf4EtZGqePmjCRjEJBxPmDgWxojJ83JtpZEXAtqXcQZvQAUS6/BbLWbM9l/6hWatBE41Q5RZ2iXg6rz2yAB3gfbm7Q06V1VipOm0TyAM2FS+m1nKAWUw4h/yD86sIs40CezE46q8fHQxtZm9ED/PjdCws5cxN0zMweP6CTFZ+iZvCaTuHaoW5f2NaJ17EQlDzFHLM089Zuqo8KPkVtOxW5Nz1Nw78Nx1kAWEB5/IV/0DHaQ1G1ivORe33RwVkWY3X9USF9bOtqXFBZzi2V9JbjqkVVhNuSvebroQn3/hxnEUawf8HaBZWTz4oJTP7IvVwC30MTiyCGb0wfo3jElg2TjWyTWzWqgANowfhgeoWau+fGz3EWRmfBqkLla1xcqXty96vA1TR9NTzAhntncHZFC6mcwqMsbZnzVY3kkjmbJDCdf+JFcQ4iLUdbquM400LV5B80CR+qqKZ0deWCDRz7hOCctBmGtrgVIXlutlqePcvcetrIxMt7vChghTP3L1rCFRaK4zxmRLVo2ERJVeHGji61XZotyrRVPibnUN7TbXYnzV6lli+stNfa8RTJEP94DYyjjC65rDTSUjZYRaeBzVYQ6Pf+UT+Nz4BWtlgdoFYB396bdMN3zvb6Ok3ARGwaF1JpZeFDXHnggEDVqFgqiKB1NbFMelP4CSF2aCJcBr3lHJGWLtI7vKilHF2NuXFksWrXxaYhiN8k4/yxmIz1+BLmI5vbhRQb39Xutc+CVnZ+Oa6Ok/h2bDsnhzL9TLUT72H/5C3WBlbdnH2WN2VvYae7ZSEeFVqzBSd1Z23hsYs60wMJap0NQyW4FrAF75/H5QFCPs1ngtLSetJVboYwaq39tpyaZluYyiINDaJ+rsVne0prVU6k5gEuxi2VFZzxfgJIbzlXyawvbQxvqe4W9E3ZyWQeoNLzt0kIhUBtlpUvoYW8kmvTWkS5vAQYppaL0/QeiKZxU9Kp406dmAOozeNcqumNDy5KoM9mOtMzjQHsT/sKhU1NPJbb5qLb6LasRq6TmLQx59R2Bqepvo3G2yazN9mPk2I9JfQCjFvZQLvxAc+FLol5KoTCekAX8DHRfm06iu+vpdRxjitNm6WoKxmWZQm0NOAQWVYRF6c6KUrB8asQpQYwJpzKjEzZ+okSOOQEzEQmHU5rOsY1L9KClKgsW41RWkBt30ttumxZtDqSQea0Y2G0ENK1AkvWqaI5sSBgLqRIa3/2GROzV9oLvQepy1n8kCvKfZEJ9Eiq+3jjCH3VxTpp9Y+7z1Etk6SVag9Tk4fVFSzD+eKFCq8/PJS1NrdjgbDCJv+N79QFvz9E7bihX8PjiCtncj1gOoSWXpvR2MlJJwd5Hpp/FFebxDgwGOL1U043XH++HalMg2uOWoruTkenC+aKHTYDPXZlZdmYADXdhamIqWIaZJY+gRPPgXN5sza8k4sGxC5AqWUMUOvQNRyZJdZ2LoWiAQxVWKUDSw/LOVqyTmfH+T4lMEBrGtrVmJB9SyIr7QlWDv8NWbwEf49dSXWjrgSOOuxfaytZD2HtkhBT1ZLBmjbhwb7t6gqkqYDMnqgjppttXu+qQAWmAoqiVbQNNpH6KepMVXTasMkADRlFlYimyPLBVAsg4ireAG4UcAJXstDZSe/3ouwdjrimbQk9hRZCH+lZIXHU4+0EJuhcxN1jqufhqJSphY9pYCKyHmNlFTM0gPxc0/EZs4c6pNEbTudptcE86DwuQqUKXeQxrmbW28VfSO7dWMByxdY633KNY2svX/1R20v/Elk5id/vftdnkC5bQPPscdJs1ALf9pj2UcYf+7td+sziMGbrrbU0OcoPqviDNUo1MJDbnVdXudTRfZlfepqRyEdJ0MJSbodgjxH5BRmgcsqimbrr1MiekuSlMHbiHd2ayEZFeqLcRFyOror0JLR9Ok3OuYQaZzM+wt9J5xV2G+tWcqpjWWotm4v4j+653Sj9+H3+dYi7uPFX+k8/7/1lQ7laGdc0s/XXOCiYTZZcGUEToxuorGUhzXKaaCErxFyD3j/CwLGlsD2bJJVHpO1VbpBI7SleZ6+WpdcSkkfH/CRn0fsu7COCEzcze+hhtUmd2BoCy+Viwtv4i+Upl6xAAfEMZIVNW6l4BdED1UV99Aq4TojJ9HzZ0AI3O/JouYoGjyeJQs4lSmXRyyHPIg0ZZkfavL9SM6DrzLVeePHSi+7GfrffeZ/WrTSnDcrKBHVIdOrgj70Cbhi/B90Szi4sy5H1N9NykbKerqAGkL5S1qhMllxywbQyzJgsnIfFHnU5Ry5elq1mFpNHtoxZyLWlfQdhETa2d5KOSNpj7xkRyiE1HZU6XerSCbEHtlYdc17xqLPl3MwDTD3MmxQDyCYzuZg3yGp0mulYgJ057BzfFPB0baXi1UUG/OiCiD7qr5ICvAPa+obWcogN18l79xhQ0QnStbRrtzkEPbWEpJQlO63k1lJoRKwx8hwdgd7tdAcbcGR0+WyoItet5EAUEgomwM+JHiD9pF2m7sXBMhvVksIwGmZAaAIUvQtM98iG5Nho8ACLzlBdr4hWkVWae4CxBY2MucR+KFl29SBhzsPyt6GpVHuMN9dPlzsmKY96fOrQ0e81D5BnCe1UxQOMTUoBO7okFxGeLMmnC41kBdDk0X+/dI5uXoSVilcREQU+5C4IFVYjgvJFBS1DyApMwwxZa8xf8t4piricCm+eV3oejWHFF0x57JURpeEdOonkMnE9H1kzonEJDP9GF5OQBSpkNYqRrA6ntzJ0NRHunVCPrT4WJ7YKJjAPEO5RzGS16ZohPVvaN4Iq8krN2TMXTVvQxXD7Pc31HMY7tIbqYnY7Ih6E+G/Se0nTcvDuxDNEfGnDi7GVLE+2Vh1ct7AvHpxklzXVQL1JFgiuapRLEl7wAGMBHk/3T25vTLYrSbBrPG5VWD6Lxoc7JJob0hzSXyJo6z6bW4wiOzekB/oUHkV8Uy58xkMrs/c/nMnInYxiT2S3y7XEOp0PdE7g+BRw2iQiJIifk3w2cY4Og44OepuwRe+5sCYJayuWH7qn+Bp3aE03EBAvMjWa1bZhJSJ73WdwplCp+qSWruutAWlBSsJrQy5ZTvJj9xRmdEdSUvYew3JE2brC0mVspVzqB44VBukoOLZZntwD3MCx7HSf4z9zh2uoqcM4RZNRLiK8TVZoS80lqTOKx7gji7itLnrAop4WFKsIxyYboIIryIOMmj4t0+dcXUbhrQ/IywQUKbLl9vS/JOXI3T/nFrbVExG3ZEs/bIiOrggSqZ2WIH6O+FDieR1XR6hsucdsTUfhWhvYhCmRp91oHVKjOvYmt0/lqRIrFKvQZ1BkgVs+nhcq0OQ/WRLly9T09e8SQj/z7Gn1x9B7/RcJK1SWMX4UXDN1yLI85vHpWnVX6gEqOAWow2hHUG+yi39NEVgul72/5APYUnNJ6rSDPK30KysVry7U4tKufcsRr3mvZHZjJbgvThP6gLyFUff/QG4RVYIhi7l/LtYpKaiWf9MlF215yi1EfS+aeG3aqQniASaHZldVNmgpl9fkyovPBnswW7pSI5EGuKbjCSvT0bLYaKiNr/nSfph7FKtgRlbKeKY/kwrOYwvqWGnTO8ylrfG55ZRdmu7KrPeZxwlil2M8+sEaNn6KY4Ahzz4qpCy0x7wNvZPWszS3tLXJKLCKXJLwwmLDsQDYlX9vXWFzhbH+lzJNqiooouSpaLWHpH4NvOoHfZfAWR7CBmJrEQZklK5y1RRGsUXT6IJcMubHqdPizMbWeghPtVRHq6LPgkBS33sdA3wI6MDNe4ywfZAd3+q1CGIP/cUoCQR5mjgh8ChhZ0lsi/OzIwN0zoysifDM6FErw6v4CHNMSz5I5RpYwnnEqjCmz9H2zXlMkFNxlc8cmxnTEKBYLT3cF5GZD5wlg0s2Yc7vdr0Jwnvq/6f2hJ/8j9irCdhSUe3fJk16t8K0q4DG8kjnVBGZSQfuX5pMLK8oCDAFw+wJczbnzMg+n3w+XeG3VR8SEd6xjQg+ZUR5zQbIhgZPrAJf2C87w/oA1/0xt2WaEjnKGJoD3gaGkMKDz7U6ZJfitfgwmoCo1tZaIx3HWSq0b+GSLHh7OjMnn4jJVi9bFuMaWGrD0eTNafsIrR9/dcyvUY1EYCOfMh+CivcJuNSO83SAZtL8iV6aP8gd0VvELHWeTm3EmmqwgHGaBlYvDczbjpi/8Y+1MEXHGHi3pDnhs+M4jwIqJm0fVw7WID5FW6m/cd6Su0ZaeBCjkEzevMYvQM+u6f0JMpIK2V1Z+hJPJI7jLAA1VN/5EC3VpzSyh2Hsc/ncZ0v6I8H5sRvmNhxoj0YbFCN24/mj9spwYJHmHcdZHNFBvdsh6jqSj8ojME+J3PAteIy594dqOWzKP9pD3vZNk8akO+uO4zwy5OU39fiopsGNiSpb210m99IIm2FDizbWdo+ILxTKfST8RCc6Tim2rPEEx3EWgJqsNzyi0tbtw6LW4hGhh7LwAcHDs1CVEVdXyV2+9Kyg4ziPF14Hi7Kq8taughe2GI+BOzyI6sIgAsweCIsGjxn2cxznsUFVVXWVbRbMqO/Py+z1LN4yaribC98Al/bNoenLXgwBE1q6q044jnN3yJMwopz6EHRFx2dQ2tuyzlCVkV9Szkxm+RaopU7lNRkYPws5jrPq8A4mVLqUhwOzcUFyq6bfluF+TYW2xq3YwYUsaQbkE+RC18+CGTWpOY7zuOH1m6gtN2IxoOX4aDwMfTcmpI0JNU9qFGljkhl9p4YvYU+53H3FjuM8CCMxdnD6sM3VuuLNLE3fl1Kx2iep+m5NVcnZsK5mrHQph+g4zt0AS1fxAdtZGTUO1onbu++0DBM82QfGHWcd0fdAxATWlgJcTWgDYaP013Ec5xZoKfQO5y02Y6YH3SrXivdkjLI276lFx3FWHV4A49JueNsrDKtgVNQDdPPnOM6UiOXj361Pt01nWB7M/Nxqwudl5nrdAjvOyiATY92uszqDoHMrbv4cZ6UY8QFo+oC27ziOsz7ABxxyE1b9WWtmPQ0gv/46jrOawPLpQFebHjfiXNkjFVG4XBxnRRHlxaVwqxI/jGY/RKtuwxxnLbkK17+L2IC7th8Pao9mbNxtp+OsMvKiV77Wz+I8daOA44u/juOsNo/RCVwt3BA6zuqik2HFdX0cx3HWihHN35hpT9bAv3EXznHWGZo/NwMJF4XjrB9TLntxz+bhvuc6mNyW20bHebJM+/IvzMD9WoLHYXfc+jnOk2bi/Mfz6P8d2Ax1AN34OI6zZLhQnAXbuEsrNFNdSzB/qNKNquM4de7PLrgFchznMUGb5HZJcTk4zlriqq8sSQ5XP/ztl5cf8GObdxbvOM6j4ClYwPZjmPbIlieB4od3L19+epnhBtBxHhtTW4CnYCzvkT7M3zeVHzeAjvO4mO/h49vL+AJuL355+c1vf74qy478iDX8zdIcx3k83P5qSMwQAqlEZurc6kVGr+DyfXr16sV+UWz/sP/D/jteDKsHeL219dV+t4sQ2jq5GGxtRfnl4WJ720ISuL7Y3r7gpuiUKYhaB5Kn2NoaXMQGtk4k0nGcCdxuuBo5xhVJ8Q9jDx+izSbF319++vBrAaNXFPu8+qUDaB7g2UHkzbUFAMMXkgFstYWLg4Oj4tSyHxy87mxb6OANa919HTJ9sWgiJescHR6qUd2PrTjOOjO93Yg5syLV0vne9PXeN0vt2fsPMHm/7sPovRq9oPH79CF6gP85ODizn9NrWEMJXh68uciM3ttqWK1VCdt2ZCXx+7zzmh/8/dzpfMbHHvIx088wfJrtrNUA9p93To55/BdmBx1n7ZnHIKQyj9fQtbLs7v5Ko/fjL9gMxAOEJYwe4KuiHOwfXL4tB4MreH2DAQLYlAyH6Rqz8CiGi4Ozo38ffL4YXAzwe1F2Tg/eMAR7d9H5TJv35qhzhUxXV6jz4PI1K5Y6mpzvQgSjvd2+7TvO2rMcqzD/lTBLzlg2ZV/OwUzLu5efYPV46fuqfPHy08sP3E13gcuvn9Wr2z47uB70aQAvXuVeX+4NxjCdu+dnBzB/BDbxPwc/c46zztnlaxjAn/8Nx+/fA2SS3HQRx3Oyg83+iRtAx0ksZDUmG59ZqlbLN1tnkHtyBwKzVTsnn775QJfvv58+cAyQQV4Ep8dgvsKr4+eWjNMJHANs8wARPlMDSOeOV7cHl9z8h0OAW5Lwf2enuAR+3vl6eXaJy141gJcHMibYzjHt3/ZOsRvNrOM4c5iHiuHJqEZyb2qjFjOVKzt/649i8Hjv49XohYwA0gb+3VLFAIrpeXvwOYzW/V+r1wfeHlyKtzikB1ieSQny9cisaOfLwRk8wC8oJrc/zAOEWzie/mbR2emfuwfoOFUWMTlTlJ3SBCJbddLCWT3Ch+WdjvphEzxAeoT/tFT1AOnhwdP7en1x/Xb7evsCnl7w+sro9YGTEOYYIJLeXm8jPy+HD+jwfT7g/Q8YQFzxluXr/xycfZVaeJt4Arsn/UNwfGX7juMY05qaW/JVk7m3oA1bsPgdVDAtvAlCF/Cbl/3RC/n8BpsfLFUMnxi17bODIx3SGwzg9T0b9PnTR/jytQQkfPC8AFewmkfFVTFCuLw+O3j+L3h7cu8DqAEEcQwQpeSzhe39jvp+fgnsOG3MbykqJe/M4ExbUcp3Z03PBR+DER/w5aB4oQOAMIFhVK/TOTrTq9eCxkt5gyvcQB4+Le2Sl6ZuwBsdytn184PPr1+/Pnp9tHd2UH4++1lqRsmvEkCifLbx/PBQRg+LTb8Edpx27saELFzL1EOHE7lne1j8SqfvJczer2Xn13e/vYMpfPk/lgi2Di7V9/qXDemdXb7p/It3MOQH4Tg4+Kbz89klPvn7vPNFPhl/ijz6lF8J11DHAMkUHqDjOLdz50Zjxgqj6cPmng3YwvTtCvibd2UxGv3JV4E3s0m4B2+vLSQDgBdvr6/hi13YcKCGGY8NDOX21+vrr/hB8EIC+BmUnf7WW61j8PVr5+JCb4iU1xZ4u50cTsdx5uBR3HmwLqyYFTyBzYMJBL+9+5EXwb+9txTHcVaHh7U60vptdvhR2sb3f6cDKCYQ17+ffvpfi3ccZ6V4YD/w8dm2Kfnht2/k6RfYv7+9sDjHcZz1YLT/6y+/fPrx3U9+9es4zmLoPZGKO/oor30dx3HukKIzKofZPU03eo7jrBejzmhY8tf2HcdxHMdxHMdxHMdxZqLT+X9D+m4cL9FgNAAAAABJRU5ErkJggg=="/>
  <p:tag name="PPTPRODUCTIVITY_GALLERY_NAME" val="9pz7t+WlP4rxYrh8cTzABQT7EUMd9r7t4Akvr8dyB48PH3sLlbVJyEZDdCWHMbAo8KAzbVosITCp0Z1zoITnQw=="/>
  <p:tag name="PPTPRODUCTIVITY_GALLERY_TYPE" val="_who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wAQSvf39wAAAEJKe73F1nuMpSEhIe/v5gAIAEpCSnt7exAIEKWcpd7e3hkZGc7OznNzc0pSUpyclMW9xTExMd7e5jpCQiEpKd7m787O1rW9vcV7SmNaY3t7nEpShDFCaxkxALW9xTo6Oq2lrZyltWtra/f3/4yMlBAhUs7O3oSEhBkxYwAQUjohazFKe70Z5r0ZhL0Ztb0ZUhkZ5rVS5rVSrUoZpRAhY+9zxe9zUu9zjO9zGQgQShlSrRlS5kpSpaWtzjoZUkoZ5rWE5rWErXutWnvmWnvmEHutEHtzQkpza0Lva0Kca0LvIYR7EBDvaxDvIYRSQkLFa0LFIYRSEBDFaxDFIUJ7IRB7axB7IVJaUgAAQq3e5r2le+/m9717c0pS5hmErRmE5jq15jq1rRC15hC1rb2tWr3mWr3mEGPmrb2tEGO15rXWxb17Gb1SGXule3vme3vmMXutMYSlrd6tlISEtUKcIRCcaxCcIXtSvUp7pXuE5kqE5jrm5jrmrb1ScxDm5hDmrWOtra3mpWPm5mt7nObOvb3me73mMYTmrb2tMYS15r0pGVopGYwZ5owZhIwpGYwZtYwZUhkppb0IGVoIGWsZ5msZhIwIGWsZtWsZUhkIpc7e3uatvXtS7xBSc+/eEO+tEO/elO86xe86Uu86jO86GRlSSu/ea+8Qxe8QUu8QjO8QGRBSGbWtrTFKGYxac4Tm5r1aSsWl3sW91u/eQu+tQu+ta+///0pSIXtalAAZte9S7+8Z7++M7+/mve+97zoZGc7erWtSe7WlnAgpIebm3q29pe//ve//OkpSayEIKWuEa6297yEICPf35gghAM69pbWESvfm5pyllAgIKWuEhEpCaykZCOb370JCawgAIc7ezjo6GWtzhGuMnP/39wApQqWtnFJaSikhKc69xaW91kpCUnuEhBkhMVpKUhkZCGNza1JCSnuMlO/e5gAIEKWclHNzY97v3ggAABAIAHt7hEJCewAQQnuUpZycpb291hkhIQAAALLNG18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TY9cx5UtDCeQouqoqlwsiyg2CcqiQFJM86PAqdAXDVjj/gksdGp4R5pJntzJO5J/hfoveNBooBPPpCcPYMAG/KBva6C6ELvTFik1DVtSW7BdVxbetdbeOz7OOZmVVaykSPGsjIzv2LEjTsQ++0Scj9GAAQMGDHjR0eA3YMCAAS8kpvgNGDBgwIuIQ/wGFXDAgAEvJubzifsGDBgwYMALgUHtHTBgwIuKZlj6HDBgwAsKyr9D9w8YMGDACwWIv7l7BwwYMOBFwyD/BgwYMGDAgAEDBgwYMGDAgAEDBgwYMGDAgAEDBgwYMGDAgAEDBgwYMGDAgAEDBgwYMGDAgAEDBgwYMGDAgAEDBgwYMGDAgAEDBgwYMGDAgAEDBgwYMGDAgAEDBgwYMGDAgAEDBgwYMGDAgAEDBgwYMGDAgAEDBgwYMGDAgAEDBgwYMGDAgAEDBgwYMGDA84l//bd3Xjsx/uH9xosPGDBgwHOLf4T4e+c0v391AgMGDGhj0A+eE/wbxd/7JwaUwH/6mZMYMGBAjUH+PSeg/DuVKvePkJtfun/AgAEDnkP8+zvv/O0pFbmfQXS6d8CAAQOeQ+BS9tQXsij7b+4dMGDAgOcO1OIm7j853nnttbl7BwwYMOB5w/tPtJf7s9feed+9AwYMeIZxOJqMZu4X5qOZGQtUiVXG7zO+fO2df4Hz8sH+0cHB/sHBrat/tYQK9w4O7rm3xuH/eO019w4YMOBZway8qmOgc5UHydeLORIa5I/k77ko/LfXXtuF89OjfcCsNy2lxF/2j15ybwvv/+93hlthBgx4ZgCBBfl16oWp/pt3vre39Mz+9p3XeG54GcIP4k/WwWeWVuClo/1+DXA0GjaCBwx4VjA9qehD7lULgPb3Dz977bV/pAsN8OiDl997+ad3IQHfUFKJews1QG4En/psM2DAgGceuno+lKSkEPxeaYP/9s5r2gL5AqrfNXpmkIAHl+krAQ1wkQD82TvDnTADBjwHmEvfW7T2txjz76fyJ7zjF7BcAzwXviPzFXhpsQY4f+21YR94wIBnASvKttPocAtIP+fq4L+H9HoZYk8a4Oj/ui7YvHn13r2XfUs41gA/e/3l1+W+/PoXt+kB/vadYR94wIDnGKfb+Pg+XAr/WzwFQg3QBOCP96UBvs39YFwN/0SRsQb44/2DfbqvH+wfxe0y/za8FGbAgGcRvNw9dP9a8NxfGr//ju9gcBfYBCB0QfhuQ/jBAxn4ASNjDZCKIt2fpuy8k9D2UQYMGPCdYNoWc7N5J+opACrh86YVvvO3fg9LWvlr3oJsm46uQva99dJdxB5dRGysAb6MaLpfJIVxWAQcMODZxnymfYyTCafv775Hidf+Nx8DAbgLfPWnL7/88j2ItjdGIwTvosM+gBL4HpLbGmBWGIF3hkXAAQOePZx4u5doIPpOVfB5lJhfvvaOX71yDfA3Rwf7B7zy/Wy0A+eniG7cvbd/dJXZQgOkmx6Z+5fX3oke+z6siw4Y8CIB+iGFVzl1T/D0WzOfVZP++RKDP0tvwvq/FHyQavy/Phpdg/My4xHzBRxcAmsXmFfKcgsNcPaPr+XXog4ScMD3CM/EcG5Jp4yFCVDhTqXEBVYvPJvM2yzwnQvPC95/7Z1/Nx81QMnAo6tcCrwGLzW/EWLoFpfA2gUu1wDT0yTA89P0AQNWwHen0CyuGRKnEn1a3TuNwFsgPU+C+Ry1L5r1Z0B/zfh/02NsXNwrbn8+BwFHzW8EiUj33i3bBPkpwuYWa4D/PjwLMuD7iae/k7oYJvQWykV7h0uFYwRQm9Rp5FUzm88muop+LvEv/xQvMqBqVwhAXgJLAzzY3+elcGiA0PxsFxjpKfuwDTxgwHqwWA8kKJ87sqcpJVlXqCEmIs09LLTHbvbjgNpQ/DT657OAd/QuQIKqXVLppAHaGqC7cRtMaIDVLvBoEIADBpwNuhJPwqUl5pLAmdhqXzzfu1xedqGrZ7uChSLXX9okZq9ZhK4y+ozitdf+wX1U7VoaIAXf7MAFYNYAtQZIhTG/ODUeKB4wYMAToC02oOGFeEvbGvEO59lo7mtvvMsPOPX6uxPuYrmUWx3PrDT893eS6pYfhTMc7R/wERBuhpgGuH+X0dQA34b7eqUw/stwI+CAAWeLEEsu3ijzIA9dE3RxCMuzKWKhoDn5UiZKHC9QO1ffgQ4jJ9VMnxKKh9h4I3T5Lvy7lHzX3ubbAfl6VGiARx98MRpdOTraf+Pa9M1bVfb3Bw1wwIAzhl/WJgnnzmGhC4brn/U4K6wmL8EfdVDV3JZ4h1PEQOrl+JPL4PVjDgEY27e8s7nUAKkR4vIX9i0G34MA3D9Ag3SvIH9Fdt4I6N4BAwacCouVpHihAaRNyDz36Bm3M5B9oJ8oC14VecK/1ygLMk2Wq4oLtdJnAf/6TvoicGsXeDR6Q1Ju/+jWDkPTWxR88HxA0be//xKsnH3QAAcMOC1MV3pCnO6tL33PB8+XC7QaEL5JIW0h3xrz7MpAaIAhAFu7wMD/lcy76m/9+5BvR6CHkvLWm+9V2f9t0AAHDHhWMVm2KVt9PQ6QSKM5Rmz5dXe/8EuQEHxy8b4u/D9H+zfc24cPz1U6YeBcLSiBO7w6HjBgwJNglduJ55PjZE4LEy4aLhFBLQWuDFK+6RobUV1DuLMYkwkFKZVTMP7saYIQXMsE4Mr4f0w5HDDghUFzdnqNBMysaZrp4bxZJiV65c1ysdnYWt0C9BeFyDO1MJdDxrY5VvgRuJ5GozwAsHVq4bMhDO/s7//cvU+ELS0PDhjwAmE1CXAcZqNpAxEW8qCZnfS1fRQySzk5WSJaBekmyaUwMsioEveZdTymkOaHc+iffFYkkFv3DMjAO/tHP3Cv42eAe08A0HHfgAEDVgLmPx/jaPhCFY9iTCP5s1ag5n711fiQhNOfl64FO0ouH5xro5XCp4TpUKwWz+dNz+jccQa4tn/Au5oD//Yv//Taa6+989q/+M2BP0PIfMfg5UEADhhwAkgaQAwcUhRxj8IlUhNPd5wKIPJkahWkXVc2iU39Q3B1Npwl3iaHVPlKBooLerZvOod+S5CMN/i7xWf7B3zds2H+DoWfrNfe0e2BP4NXScfh9WETZMCAEwF6EAUBb2x2JStJweWAyki1kVLzyaTdEujbwRRT/K+ikvKdWOBKDYCco3M4abhOCh5JjOKTsczi8rO9//wd4NrR/pvu1QO9kHz/8g7s1177W3L7jwhb2jG4ag8IDxgw4BhQaM3mE3ueQxKsMUFIFYrB5aCIUfblex9PH5Uw5qrffNJMSh7RTEl7cM8NYbT1u98Yvu3vvALmkHb/+3/o85Y/e/+1d7QQOF91QfCDo+ESeMCA1cAbWcqJP+W+w2zULHyvaAVIEL6CD9Zkcqz4WJyhkrUInIEkqkjM8tVwxKfmUdjTobuS0rs2NAf7+ugl8T+h/YXA/vKEb7e6OuwCDxiwKuK+PE43SoeZ9KXVLgipQUlzkgZZC50EKJjTppnhkhRSqPXNjjODi7GMGZ//LXQ+CGhu76BdzoA5RTlK4WIL/Olj5m/5I3Dle+qv+961V8UMGDBgGTjV+efMb0ZQ41zqnWQ5TyIQV9F6FXNAy2+H82ZKZY4Wb0GeoB7eVdMWrUxeAcjWEXIOv1emBTKBdtg+sVWqZcBAiH1JReZJ5It98KeL/X196oh4za97C/zr+++bKvj++//w77gyfieC//A/3q/y3rVPxg0YMGAxKABMCBTz3QVFIaQ6srATAa2Jd9AEGW0l44pyou0GCkI5ZkMmFbXN5lDTJk3abD5OFpqc0yplhgW6RW1hjz7JaAKMHc5heSu9KcYmohl00p1GPhXcO9K7XghogO0L30evvfZP8rwG7fB97o1QSP77O++89r//9z/9Q+a4OdofBOCAActQTHDu4jow+2Ek/sxbAQKDD4eY0FwIFLa9ZEodZiZ5+CGN+MWO+UwaIYhN580cMagNIlBFV0a/oKQymlP8Fm6JZoK2pUInNNlHecro1FA2jeKwT6F8GriXF+/+9p3X3tEeSEa6DQbuP+DP/eF3/vUf/hY2fO+nk9Zt+3TmgAED+tGSNy7SJKgQ8mtHIk2qZn5ouaRXLQOFkK/12SVvyBNKOlyEcj+24cfbIA8VL/WPC3YKmFPCFLRTwdjPra0pgRtG8B9tUtaoMJd7Wnh9/+iieynt/ukfqkvbn0HOyQP3b3H9+z5l4L8g0/vvM3PKem6/uJtmwIABNXxia9JDG6K8AjyWexVMKmY/1LgcOkb/Q87JCOIN6h090AQh9rgYCDEHVxIJcYUQ1SIcpU5SLZnTvY5WsA/963ZUCoHQ6KwZsesTdwqWcOG39IUN68MXxYdAIOXegXL32jtJCKb7AOG+Qz51r7Q+o0Rxma6Y3zvQW6MHDBjQA21DTELNkUiCYJA7mTW6Ow4KGXdulaWWBLNYrlsIu+SEwEMNXK3Dda4lkJy8cVGqOvG3dD6oK08PVrwk7S+vBrCOUo4zZkLhC9JWLyz4kSNRefoy8LP9A337jfj/oOBBrMGK7ZCkASZpB83vn3blw4VwfE9pdHX/SG9NfSbQvHf34ODg3pm85aYHLfKf/dg9PXjv4GDFlYGdje1Xy6FyJrhw/vwd9y7BlV9/u71x/vzG9v0fdznoJ9F8s3n+/Pn79hqN1Wp5KljMytb2RqSgvTfduxRn1q5mys1a20ZIgkiiAdOd0dOtjY0LiHKNikchLxKuMiq46wtCszlVOlvvQ9iVLVmQM6LIv3gIYXwS1DcvLsOhsY9aWw97IBqGdTcTLlGKZiX1CkX1qaA5KLcv/j9e5EoC2pvyf4aAEhBhy4P56WDk/B/mG41uPUt3wfzlgO9xPdq/u+rhOhkq8tMvDl636D68ebS/JLVEs7fx6Zmf/W7YvDoGn1x6/ODSxgbMxuedHusncR95iU3mX62Wp4LFrNy5lATgzqWN++5dijNqV0O5ZMoeYHqV9gPicCPqzoa4074Ev6WBi+RIxRVsuYdbYwJCTJ/hP+HddCDAS+n5lO+UMUigmA5J1YuQw7qm7VuvTyMWE5y6MBFhiNoJ229xjinln6X6MmTso7jsQ5qinxLu2ic/Cvzr+/+DaiDZTuIOYbtHMD8d/P5rr/1P841G+8/OXTDNVXtlP8w6eGqR/+BAn8xbgDf908rHY2dvtVl5Iqw2hR9tbDx++PDBY5hu9j4SzY82NvbwA6hKPR8CcONBpFzZeLjl3j40/iDrWbQL8xj6DTUdTibe+TZHwOnrShCxSIIARFXQFJWApHghDHRHrpq5ZKgBcacLTCp9DDMjw3CDjjgoHcgWyR+Lwb970lXqKSAhT7lmSAJcdtkA+G0NkoJRDzUjjxdU5caBM7h+/Mf+Ue4vx4x3vPwjGMm7wOmiOHRCaoDxnPC1Z2gT+OKt/Vu8PH0ZWpq/zP8s0SL/xcoibjmgAXbVr6eDTx5ufEp352aPCviLx0lzSgCvG1fg/hgS01ZDnn3cebwRSxW7JrcXwjcozhzUz0wQ+GxP+6Gun9rzGlwMpBtoJhO/q4+smciD1wQMH72Y2YMe0gHplkKNMZnaRPcA0mPlu9IP6AiD1aBi+QKf1YqrLBITbDGAtlYCJ3oEJgrSPSULp8TL+wc9G7jv21bHP8YaINzWqmBkId6zTwU/E4DWZZrf1bUwVZL/7DgNcHWsRQNcDdAAreqLUOs+lC+jTw16c2PDVChITArC5wGmYwnLBaBeaXI2kHzR9q6UM0x1anvF1mmDgDLd2di7oARUPWvKZTNmtngqfAVrEqWke4hrYPAcQqMUakke6SLUL5D5lIZFL22nyS+B17BOaDGQoZUHnNgWiMcHPbZOfrLKaiAK7f02qEhrmdZdZUvWiYtH+z9xbwGogFTvijXArgaYfHwXzNLefJp482j/lvoOHqil5w4O/sLQSwcH+pDJzr2Dg6Orxm3b/9Y38l67d9TrFyryF+0Toaxg+ubdg4NbL4sY6nz9zf2Du7dhaQ1wAfFbB+kWpLYGuHN/e2OPmub9jW1tt7ib4kfnPj5/58al7c3d0SGk1PbGTW/H/fPnN3e2NrahUiAe9u63v76DLOfPq1idg/hwY2PTxigEmjS6jza//fi67Yj8fIOa0+75X0lGgglkuPFwY0OJoI9Eq+UG+LuCdLABVZKOo+LuS+Qwf2a/qm/0iDmshZUfQEh+cwu6u+dBa2/7b3aMlbKX6Ac38x+LVUEC8M7G9qYy1E0b7XJ582/0jmAj1u29XvZarKp5oxuPN769Yet/DeheZzL43bmP5krpaCZf39/4+Pfk7g5SQORXyFULEnULFDcMOj3+ZuEkCpv5nM/9eshyyyIVSkUlKSbdg6er8FgQFIJajSJ2daWMktn2eMG0UaioW+QMfEHYJVFfbnSrLgl4E6BnhIWk7uZnQTJwfctd3/I+wI4G+E7sAk+foSXA0V8hk45+kvakzx2Jt9lLR7d4QfzmwZGEFnuj9F+DH7+f4Mh9c0CfNan0GyryF29pNRCph39hvv2juxxvqPMnSLk1hZCkfriAePOWy1KgpQFesU0JKFo3Ni5RdWmub+xhTDz6NuIxMze29jYuPZhSu2HsY7YDBRF4cFOlMIVh7377+AKzuHCochBJA4QAfIA+au7/6tLG42qHY/fjS7+3DHufILRx6eHGVuphywI+jY/7O+ZEy7YUNO4ufCv/HvyZ/aq+jyyHdLTST9RdUdCFSNu6tHFprzFWRtesnNRUNvfSBpr72JsrAQhRjxwUiY++LZt24VfIDuS1zW7vBellrPJAXbjzMaMkd68Z3S0KQySxuSAxHV1B/OONvT+KuzfPt4joMQ7YNnehGs6hBFq/Hqb3wIRLTJrpYTOFNugbD7IA5YkDQlUTCdAcl+O49IWYcDOa17eUchE1o/ylQJtAD/Z1yBKKKNtSS+gnR0W7wgdHR5fl+Yf3/10uQD1PArDQAG0TJL8hEBqg7wJfOaPrwLOBdimOju7a9e/t/f2/V6w+enxRH/pEBgiglp+lbh3hJH1XUhF/nKRLv6Mk36gYK+BXkuXn3vDto/3fSMjZJggrQmKHOALe86BUaYBf7m081NbsDSZQMtzWvPja46mOYB5zvtyk5/EDRCMzcz+89PDhY0wwTLxfyN7dgMaGLBBKIATSyL3x+GFa3Nu95FUzCR6Ixkskt/Eqhu8vLonEY5uVriLeRCKwade/lgV1kTdWBbbgUN0BUHvJHSk/Pg9iZB8NhM/rMy42RcVaWPqJqitKuqQF301vMDshyllPbjxGXm+ucgPIwMZ8cunjommbly5d0vYOivb1Xkl6Gasgy+Yxinc3XXyAJoLyx0i2Y8gOgga0t/FA/oc4GPPr7BCUiK5zWSd7wpsBKfSoGVEozmfThtu/SaxlTGLbGNkBlPBMVLMo1rQxG+uKAct8IiwsMtUrXrnhw+op9sqL6CjmMS7nFMsHV9aFnp4y+Euh+TrA197XvS7zf+OdMOQPArCtAZa3wbgGeDU/TfIM4LJJJcgoqnzn/Cnll36z/6GW7O7tUC7t3679UtWQ997smt0X9MHRvbehumV/oCb/um2C3D4KArwhnM7VUXMRxBm7gHiFWgO0+8IwUxEH+QBl687GQ4gbW8myeNgPbo6aHSYhcktKxA+gXj0aNTcfPmDIdRhkvP8lAw9B6M2PHz+4hhyYeUgjjJxYoAcKCukhlgt8iQSlxORHG3ts9M4lSDEKkU0oTZ4F6hlFDDQt7rFCnEiviqYYd39GBWLk8SeZ/d3zRX3nPn78RxT684Nf/mK0u30p+Q3drjC6KPvwj6RlrPw5CN4/ZIw6BNQRJ7Cm+6gXzTVBzKbNf/kQ2i94YeDOxv2y6UXvbSXSM/QT9cAFrCLLJSv24PYcxYzU4/tzdoKTmPBwXbpC7i49vDB991foEBJh5YAv63F5DBrTvGkm+CEsD9f9prO+LYYsYOopD2FEeRRyyF4YcxyWiaOFAoUQ8UPoggoBWZ3LYhM+fwUYU23pkwuA5sm8rhnNgd0I8z//fxR7fCP0P9Ejhe9n/5R2gZMALG6DMV0QelB6o8yzgAYCWUKKF7e3/foVcZi70Lk4g69ehTB0/9/zetYXMSHOGqiMv2EyUfoTKvL/aRe5JuNGo7ePjt5oqAEeqdSbust8AfEK1G7yiML1GEtgkjecQ9AIbj5+gJibGw9TPKbQY/KPmUrd5BcPOXdvShsjNWll2vqMjJuXqOPc3IscoRIhXTgPofbzkCy62NuUFDASnJuUa9QAJVCoWGktEBlZF1RPBG5sPCCLxo3w88zd5sZDSsybW1+CJLRQsR/1/fzSxub8E5CMi2topsWFNlF2RUl3F6yIljUYncAMPyZ3YJTNHW0Wu8DQuZh75yHzRdP+yKZBRH2cqrR2tXrvoS7leQDYbTcXskrFkV2Fenfns5sPotjlkgQ4ffhjPgqyCQ1wToJ/VDMEZgKmDd8dbTvTEHsSO7zPr5AjQHmrIHIgDdqeSThcjDJsb58yUcOivDnxGFAOHZNpsRC0gsWbCBOlgnE+ueK3KJLNyILGmbf4Vp67a8EHvl0KlQ7SjUIQ0H3Qo92/dX0P0Qt3gV8uHiZ5RnAOEgk/U7xMA6Sit4ML0Thmpd/X8vi7PaKGFxfQpb9AJg+pxjdq4yLXxNqt/b+bsk7fKGEeErdfi3iJnb3HWQPcwXwSHu59yEum3492eIFHHU2K18beY2gwSE2DaufPuI5Cjj2tZElSQapAYEjZeCjSkKofUvDtaaZaDsIu8jDPTSQig4TcaO/B4zlIcN0tpMSPNh7ENN+FVvP4IfUhqwU2laAb0HKY6gUMzh2atWcnfAA5jP29x1x4pOcSpP51cmLbE5VfKLpCIN2HCJCWZohYQS9Zg9DS6XXn2NRkAbnVH9Prl8BBcArVFRnRZlRpalyn9zB+HjjpPaiDe/QuYtUrOcQp65PJjh01aIOPP/ny0kOcOLgkuHd7jivg26N5M9liLzd7zOZE8oTn9igH0zQeDmEXhr8PkHvIkgVcen6DEWnE8KUw7l0TvNa8620RbEuuOngyYZ2V0qSfpi3xxQ1+YuD6TTJiNKcIpAz823/EOZoo7gNMN0J3doHv7t+KpaxnCBevHu2/Ma01QFy+vhG6eMtP+US17sbotpbsDrRKZ/6jnhuFLr+0v393gpOH7oC8G9vgdylCoefdFem3qRiSuJMP4l2CEEy/S4e42XvIVTRoKFTJbj582NzeeAwf4ql2ceL9HFPs0h9slGjnUmtg1LFEBfoFtbKH0mGoWiHO1DeoJEUOYnfjwSXUd2nzR7r02jRtxZQXXwiDYmZSorrxr/kRKEtQIAv0JWb50JwQK/SCO65z4Xr3+iXfbgYS+5umEZF3EN/ZM+FPMbAjEZOWxABqwNYVRpddhHpQ2+dKl9LW7KExSvvVL0DUqN95EEuemTdVmAXgQzSNywAEq/Q1wLL3nLQtEuKcpbXQHlalWOp43qQiiONmyVCxcaAh5y6x6C/m1vaGB+MOyly3u8t/kCZ7M+cLDYRSY8MVcZy6u2A2lQ8ifNk+AnlPYcIvEWtBEcgyZ0WI4V509mwzxwX8yj7VizL+QHIru56LhuKaX5KwoN4nBy4G0xrelz/72c/aD68sx7Vyk/Q7R/OWbetKqt1qsgb4G0imixB6SgNafpN/R1zCu/y61DWpxfBLewudrSRPDRJZoQdOUJUdJXhuo84jWxN482D/p64B0rSJF6jWABHQgxmYbFqLenD7jnQn6TaPH+D38AqnmJXYhTqBCaZ9CmhRmjCm8IQOI91sdF+q3d7DPXGaVSIuTZmPmEEDFAnMWqgniQSlxFxrgNBboBoqy4PH0LxMSURGrvp5Tnfo26bAhnYJDbBsY7B/uPfAGDrE9IcO1qCp3AygMIb/UviFG8hiXWGtpjaFeoKWcXvRe+8B19fQGm9uLHkm3uaq0EPz+9oBZ5WPKazU763e22ELSJsiEBmYlxpjm1WMjymKaREUOjMUR+116Ihegajk2YbbUOCOOijkBgTgBWh4aBtpRHttREnXOww9CpoRfUvEVkgJF5wUIOEloA+KFhcW+xEEToMWTb/8Buy90PGvUbCX1UWBmyfR1EXsngVuFK+FPjEaaD955eK7B1Q9Fy7QxhpqgJJzWvGDTNS+6+tX6T/ap/8D+CGjqg5oXoacO3pDfT99mUpbeq64IE+t7wO7/Pf1REnSy9QA31B+XAJ/wUqTpCWceD3OoBjkXWAG3AsgdGdTsxS+QoK4ajK6fmnj1Rtf2mrYdVt5or5iWhl1GJ/wUkaYQxfJP1QagXTocQnSiwCqm00mobpQFdJAyDSdmTQY05QgLliLVxZ1QuDuiTtqamBf2uef/wgiUCqNfSiaYqi57rppcwEKsCc2F65DkOkGGQXRFdeNslq98wuJfdRmnQcmqAEWvbfpzdWddoZozAwtlaqm1kvfJVA9+Owsf6K/pAEWB6afVU7nGRf0bnL2SnGEAPw8Zjm4e1X5gbn6GqPsDtqlq9rmx9cfgCClhZ7tRYwy0iK8Iw7n/P5uL0xOwOYqoTZjuaLGvQaYZsLPhBi7yrcIy1OXIHHqwOV7rAPyOZjyKZv6Ojji2zUz7MorvO3Us8K9o4NTv83qp/tH6bNKzwI+wJWvOuzcAcU6NECKn52/0yodrlthzyCmPuPeBPxTyMErM4gkCrC/XL08unb1Hr+SgqvX/Yn7bxTLhZn8EckjyDVAUwQl8VjnwdE9DXjbBYYANeJfl8TrM9rOpUINm16/JHXkvi2s39zYlMYxmkgp8/jdjYefMnXngaSiCSBf2cOMc63MdBhN4ZvSsCIHJi5dAOm5aupKlgDFDtFBgn5pMugyKDuqmRvGKcsNrcZFZVEni5TccRMZGiRaE2trub6PkfPaDz9nOYjdvebcH+X/+QbVTEfqiqrVzh6DbLavKrKX5vcvmaILTVAuAN64mTx69DFLeetBD71zZWszVe/EoiXaJZ7+jemJJP3o9/eZ8IuNhw+m7/5Q5X6ucpqlUexHG5cgV31d9f4Pd3gX4wP5eQxxFX+Hggk9cmF0xdqOJu01en4YYkx6k0kKrgTGghgu0UwmdOD60lxZYVB0potdaX7cYOVOSleSdC5fzw6z+cTHOl86iEv5LPmizqpufi65BBJtxbOeMWeKi0e8cjsVPvu7o7fc+2yAW7BXcUV/DZLtC10IH7ypFTvqaF9A9bo9+gYXoc3oi6MD+CGj4H99/+juh3yi7+j2h0iEgnOOeaA+mj+W+Ery0v0g8V7CIWLs64pk/tv7B2+4AGSel404stwOgujv6qBzXuQ1wNGPH29s6qYOaSVwbV9zdKGIxxST2nPxukJ7Wg37ua7Cdm7ishPaS2sBT9RuPGCO5ke4CEMaAUJF1aNPcFF3pxmdw6T8eZCg7nZj1Nx/KDXpE1wDcv/zEWKRaEqidLw08WP+qyS5k34KWfeHT8j+Q2leprXBs3Fnzvoec2FT62i7uGTUNqv8sUgIsCu0yhmtVj1o4R80O4zbC1DgopfAHJuLtkdzVQfSv7Yei6ah1erTVL23K3pPu8TFgfkk8uJiNrH62FccVYmKmdptHP0AuXahi36buLvx4OHDX4y+1OFyIrh4fvj4axdkRozaHnU3CAKIDpMe/TfARCoKcuvDlg35dV6oglTApnoYZMolwB70RmYckxyyt4UZOE8vgODluBb8tM9Lccx1Pibx8EUFrqMCLglRWOkKHsfG6QDBcEtPip0U70GZ6u4QfKf4AEJGC3emZUEmHQH3pONpse8A//fgt4T9I/qZi/FXpSUyQTdIv8R4/vIqp5FnJLVCyM+jo7u4MkYEHyzRpTS1TheA3CMWcdSaCDrx0a2DJFd3tEp+/ttff/stZF1jt9lt2MMMl/cu+ftLoE8Z/sgp5mqPr8XztjoEvKQUH8yyQoe5bzvE17XGRZnqKhHSjZADwgJZPjbyRsJ2PDc2tKJFQWbBDS5heRbYXCvzyqJOKLOe9xLCFDYElbFcK4XTRtRnAeCH9HNBzBtm+Bo6qIX2rBkPmTHRMlZSL7HTtD/7K9QZzWVuBxVBKHXCj0I/Fh6jkrr37B7EdGDEnoEMlX7Bis15vyV6LHGEuOgE+XHZL+BwTSSlFbhJ3Q36moQ65v0E819KUFxBmkaUkYLpRTBWiM+LcPWNy4BSB+eIliS0XCfAcSVCZtVA5eBV6qXxCKE3r55BmR5SMQVPiIw6bNsbiB0g8J0onIL3VcB7267++L2ffvPT92DsR4+Fu8Z+r78BoaFrv2cJuLYljuzOFAghBK7iMpZzlwILP8mnG5bP/cx1dI/9TCEJP5cAuWgof9Hr7CpC9LiSKPXwnqJsrRD6YKwBao8YV7zIVRK0fHdtFZJoIMY4GS6ZvnODm41QG0SF2oc2PqHimLCj7gQ9zFSoX0Av29h4dU9rWbcpEzbu/1mbnvYgrz054atYpr+lHATmanELIvDLB6j9kqmFpgZBVSE/N1EVSYz+aPusl7hx6moXMrIWKER0os7gePO6uLti25z0otbQO2+yAb6UBvGgLGxas0dGQlM03Lz0K9si+MXDDRAm3QlrM1rO7RVjT733CWX3pUuQZsUa4JYJIVH6hfLeRCvQmKie5Kxd0RJIJzb25/kAcEsYR0v+L69z08XiNWmz3FQxq8S4/IUJPbXqQzQR7H2jg8EdcP7Atx6c4HUuH/iQbIFQkNJEdAWYxSN6Qn2LTw7zUTQV9MeH9cgw91shjXh97SUyXHIuRadQja4QnOYX8YfWKeU0BFsJttMeG/FXG3INc8q7vht+Nhm+KHUMG6fDF5y+MNCDDo6gzOAvBYmqS/wY5X7mQGh//+/4FMkzhnMvoR13g7FzULreoxCSPDxHSfWedeU5qIVH4ecjbh+Y/2VIqbseb355A8ya4v4K6vqy8ptvINKUYV93RJwvDZ57CRp2SVz5pneLuxIx77hz+fihbYruQuPYiyl7Qw+/Crs/ivhdLWERP8es3cJUe0wFD9epmEx3Nh4/YrnOKhbwZZGDQLoTCtz4dOPhp6YwmRqEi/u9h3s3EDISYAMypsoCm7V4ZVEn8PO9x2DYNCHeu7K39xGjy1p/C47uGzFcZaI1cUed/NUFRu6Kgm6iFdyilx489t5r4P8lry+jAnqhbT2+D41OYVTyAxTlkx5epTg0YtES7QIDu798mA7Mj6Fv/+GC3vc8u7P3OLdhxPpYbOpHhcdzY++/6BuNHhXHtvmlccc96sn8zt6Djd+hchd59u0QWweEFIAo0HCBEpfESo0UXYgIPpaL4IwydUKxqEx8NLcFRLTl6hOCDy+7lzXqxTisxNvURi2CuzlQLFYT14H3qNlQO5GGkt2IUhAWM6WkW1dtQgx4NnDnpulHdzY24qGsFo7PMeCEoHpSipM0SXs1laTHtBG5/YWsCCqGV6wGBCkZqcV1dC1KFdtcAHm+GDBR0/IbtStuPvi64BS2dEHLY+jQXA0VjRrF14eZjxUoSGUQamqnIzIHBVFote6TXqvmLK11wAsMaC1UZHYfPtRDuz1IOeIBjAFPBmhmVKo0S2EVs5ozVcKriIPXVLCF0PzWtz3g4l+J03RHSR/4AThc6eLSF3LCi1Gm8C8mJQpN7PGOlFXQU5Ot6XmCuO0FlFduW2uBjz8UgtwFE6jYPvNUqoHWRQva5S6KSX+FJEfJ/rwDXmzECvslu7mtB5HjQb41bcATgbMbupXuN44uTVO7p49X6XZteEpEJTllmqPEV3vu26ugGc83Btp9LrKytjSnyEE6ZBJs6IIIrroXUlTH79bx0WR+cyR97KOXChftuHftwaIhIOgibe7rmwVS/qLSBIuzMr3vwRnwwuOO7Y1eSs/sdsBHFvRoxsIcA04CqWquzFBGYZZyrttktX2IErj2bMeFRGQRK4YYya5CWfTVNEYvmvmIt7upLcjXK5tHNm86YRJ1MTFhbLgQWw383Ka/Mnsyn8HnkrcLfpVYpMmUGihLHKF4uobPWmCbDyddRnvb7Kr+OE16wIuJ3Zvcj7Q7qPuxe5Pvo1uWY8Dq0LNanJb80E9IlYSQEPEuFsIvYwVKuuRLCDJFRvebtrkAZXYiwq4TQnPShjAfD4FwypKvXW4xuL1MN75w3PCTxlxZ7JJIcXTYOAXp8WXBEF/cszZYfMrn0aWMReXSdg+9h6LkgAEDvhPo9mSbhxR2EniQdja7TfDoef4CtQBTWVEwZWjqt//N7ZHdQFKUfCu1B6BhFBRCOLZbVAUZA2VEeayj5mY5JDWhZPI1f15Or6Dmzc6JQVSnCmUVsObMi5ypIbksYaGCyziLWIpVHdTbtQwYMOCpgbcXczcVPupEIUxsVvJKE9qNbkLJUJwAx5Qhm+tSyvTIxqxpoBcpMsGEACKz4tZCLAQGQNVX2LhuOEFVur1OsbwbRkkAK2pVxmwV0w7I6UO9iKZQ+SDFjFQTqtyEn6orPkzsbCCR+9cV3diKSX2kMpHFVcUCyk0Flq5la7M+YIBQDbQB6wEFATvapJJb6fYOzNRDV3wSQn5p3oZQo3044eIa5CUoTttSzj/6Bsu1zQ6492sek4MuF5QbYoNy2j62VqhqLIV4iTATRMvBl0irbaxiCl0QdMtre8huEQdVNKC6ywV8WL0u6nKh1D8lX4aiF6xV3njWrEdeOgJywABHg/OwewesD7qmdC2GcxT/mPi8XHQVLINhPZdLSCrJR6mgRziKXdMKHo3cCzNUulWSZxwE0KSgeyGKD1QopdChGCarvne8FCDEcsEzLmc7DNlLalgN+KmSVIprA5BeLqUNKeB0Ae+3Wl1MMlKCEawEy61cAwZgqCxSFQacEfhYbdacbMZC5GmSQgbyvjvfMkjwkIlIlISI4MMSelceD1fPIdNKoBFlat5AKVUvqmaeYE5OonTh/q8ULUgMYyHSETvR21n4PxYUbsrmdfEx3u4TJWodRWX1xRK/+qasIwneH5Nr9CVTnj7CdqHoNRHIHp2toqgajucbMKDGoW4YG7A2qHdbXRwvPSE8qXsQ8sMRkH8z6nwso3x640sJPdcbLzhQsZChxeSv9SmirJTKVPpMXAaL4CpW26mQfnzf9LEjhtcUVhfXGykyUbars1oMLHKvGAFel4hWYkJ9NEPCLUfEvlHNedQljRW5KbpFs8PEgBcdnVkx4AyhCZffqWyzNClYCLuQs1vgDCrDowLBN9FbUgJxV5zHSBIhStTi22+WZnZBlFGFlCH5KhUovv/WvixgJZAilIIpz0KosBMo7nBWq1Np8s4kpdtbDR1JSc1Auwv51kq2YNG2KodKiv1Ah/qAAQPWgpiVPr1d4pgyxBldzMV6WvqFJh+ikMeg7QTAFCRcOuqbv6E9JYURSNSCg/nEs1mKKrc6MuJrIvaamBJU/VAGFuK1btfit0YuXSwY+nayEYeNXNAUcQZQjsy89Y4Fk1RjNxQ1Wn8yT8qR+oxAW4MeCsIwG8oXuQcMGLBm2IzEVJTH56cpPkClSuU9YJMHUKPas5X6E5UrkxjcCxatmOkkx4d8ActRwqjlGmfpgTm+ZW/GZO4tc51xqr3lUu6yoCpjE0AnsdoLZGM9zKemRjOCTz7nm/Va1OfKr6vJZDSKlGClRbPkFSMhGmF5+9A1sINLuua3NvURHzBgwFmDD1L4lKXjXkgaPZ3qwQTXmjg9qRw1+f14Dn4yg2tloSshv7//2MKc5n7B2ZnjULZ4/8tkPp8gB1+dJ+GJOkJMgBY0M9C3uwRTdAIJS+8rmrUAtniZ1vW8IYlkgyZk+YpQpDBjOj1YI9oVQaMs6BhCsoaLFOUJjdDzWc8m7/ImDBgw4InACcYZqGmZZpt2fHsR8xqKUMpRXNQhAUIDepjPYapskGMSJBAaIS1YtFsBykDhQt15DzdLCwGkFNOKruDyLLPaBipmHhOTwSig/K7xEXzZi3uBkt2k/qXILClz/UlbTrmijKWUFAPkBonsRDoWOWDAgLUAOtCk+J5keCiAIGPy0xUZum9lNj88zKWQsfAT1Wvz4HN1yJ64BQFuv/pbAkvMdUOhSppwaIkI1EkC+PcwVkBrf7wbpv0wSQvSMAuourJI3ODIfZniNlRGZrlpRfo50tfrAIp2eaJFdAuKSow0AtzTWc7/gAEDngQQSHrXXsw9n9VQfTpPfCQgK9+hsgy4fK1mrr0KUKtqvNkQBCZ2f3EFidRiN8Jussvwh4l5UcxNiUWw7VQUXZZJmEk6lZnAQJsvKnszrTp6hCS6WYQV18pjRsm4tbhMd28lfFVCCYylh672czz8guLe0cHBwffgf6am/zeYUxj/6ZMQ6bfPT0j4r2vsY1v6xoRF4Z/8VojkklFWZrASns5PbimDOfopPZdFFsamH4uYm0j1Gs9meWjaf6X2/VAi8cUgLOsLMhU/5ah/MK3YZOLnzQovAkUJNymmrI4m+uQZ+tsPveOCasCAAc87apWzD8fnWBlnSGrAgAEnBi6vWpOQQe6eLgJSVpu2NY281rWkePuhkRrLU0+Hma7UC8JNrPm1wdrZWTm1h50VrlNVyov2Zu8hO2DAgHWAr5Ryb0Iz9b0NzsTWFFVULH0tBd+ebBu+gtPpIVkgbhS0HNNyZ5nk3At0pPZK6C2DunhXoYeAnjVAg24ILNrel6vY01iMZgRCs/yITQvlztKAAQPWBu4k8PmNar/C37KSpncpNhiZ93aXQKX5IsDYKEUVU7uxxWRIj4p5yM/QqaDS0qYpWGw/7dGF3Xh4XK4eUNqwHxJIY5EI4u2Hy8VTuTG8DNxDWpS3N75Xeg8YMOC0mM31VTXu9lIj0dtX9HiFSaE2+IQZsIqMSXlszxawB2v56MZC4RJ336GWie+aEnwd33KZgyx8JAS1Qgoek7UDXthSIyvkC0gUqmcbs5DduSOKsquDb51xbxvprNHCKl0/YMCAlcDnWLtT0JWo4h4+g33zEVhBwuQsSSWTq1vzFOwVGY3u2NONIXPYdldJ90m5DiqlbFUNLKDq6s9pSlSbtw98IoU1FpVaN7bl4nIczqWxMntXG14kGgcMGHA2kHRpT7Ti5r0maW9Afor32Pld7FRArnixwwkv+Rjw1JZ4JQrK0uMkh+KVMovR1FsjKwjMEhOJsfI1hOqU4LsHei4PTi1pVauILC6ZIW2bGi+LUSdut9IbUbTMXsVTCN0BAwacHphKdhNupQZWit+MKgoTC5nSs3RXo8gLUiGOMMmb40RTntzkDQ7K11KmF22ZsFBG5EfrChyqIt03ncD7s61vShQN9xcH6umZFE1CamFPLTXSsyfQh33TpLMeODHClu+4Ph8wYMCJwJlq04q2T7D0vj9OzZAj9YrgMRpZcQMJfBArRdHFkslQFQVLzcS3S1porfKVNRCL1s+QsW/NTVfPLFNUj+6YLhE6zBkNK9fxgtk2R0AZBf5zC8p3C1Y7USghelESSVZTD/UBAwacCJiBPtmSpsO3vRfTK6IlCUIG8sVTS3SyQn3kFGcNq0/XJBS8COXfCvvN7dtOep6uS+iRf7ZGqWq8Q7wZyxhHslZESW8+nzQMkARZQTnnKNGrwFfdEKZzUvxNrEvFAy6vCxW75Fd+qbD9dAcMGLAqMI/8os8n67x+jDVfkKU5yCeDEejVyQxZaXJSC+9z68MhM9NMyBNm+iTdcrdE5Ka6HJV2tQqsuNneVpP2SxrKdO8he98Nt9J7kPqOkOwq3mLN9/WTjI5DpZp6u1PDkidw7CrEgAEDFoPzx+/lwHykk14papMtzf0095CMCQvRUE3qCpKPRBTC1HaqqyBKSX7hOltvE3S4jtQLflzEoGXGxRl74QWswc7t3JTK1PYWmFc6IptLQe0ao60wUnjnoiWNSfsmRSncahoLIo1kDDwPWCCLc5E35IwDBgw4ITiRXOMzzQM+GE4qn25QaHBB7LIErh6U0JtQ8nxswS/s/D5mgPM6/EvKJVjeokQhyvLUb0N3L7IQnFl+PenKcD3PK3AezFmwZcOs/oFjZICQh9dyso+ULh3WEHczctujV03U/q9usMSxqDPk5jiRqDQqHDBgwEnBuaapxlnFiYRpFfNVM0zQpy7mvD04zTUpMH1zmHD1pHx1aDFN/VXOVWILEypIhcbY9xLCRZihJAXM8VK2BehqVk00SxTSqqL4T40ogNokOZERLJc54IfqWnYD+9rv9uujhZoVayVc0hlAnc/kIC46I3fPgAHPLqCVuO+ZBK7VOE/hMSfBxcBEGaqnYxlJBaaKKmCKVCG/kDE0KK7l9So/JZinJF5XfgykBrp/ZVAng9ZoftmOrPn10USius9FFcrLlyUXn19u8uVqu2FtICPLouvgm/dlRVwsEQbVrGcPGPDsAZdAJ9dGngowMWE0j8Cg8ZjEFqO5ygeloz2/4t6X/nk3xSTHJXMWAvJ5Xt5KuOBqsoA+IZLl50nPILnqBG/mEtjHRohcnPVmbus7rBOQHhIu6XpsvZOZNLbcx0/b4XJ6+fuoWRf/oKNqyyoVQUAVN05TDHzP5ggbMIDXO8dpPN8RMIvmmGM2UzGb4MM8ksbHDVhFYwbHrA5E2FfMarCxrUfqEPAlPD5XrJqWAzQmxTmjrIeLlceWPwUoY9MKnTnEtFQ+e+95FHPsIhoThOKcPpNeoMBPyaVOKXut3RSlyQIRFi/anmUhOnNGWepBYqlYHTDgO8TSzdLvEDb5/LEre+EfGa0FTBZDgUo8dKDGVvFSeaQP+j1v7UnfBVjIV8nQBYuZjsIIlVP/CRH1UEvjRjX3cam/QvGDHOaiZ95+RqDVZNd0od25DKoONfwK8gtQinD09FuA+eoOyqGStOCLiSJ3sk32AQOeHtJcfuZAdc2mKNfmOJNiEtkc7XJeTM6mWNsKcEbWipL0R0iOSazL1dO7D9Q+01V2JTowx0HveAqromjffI6q9MpCqGtZ/EIRLTRg1JxSkBHB4AV5LJvEPXNFRn47GJfBLRm4CBLtlpN774oIeVkQCP14lpnTsuGAAQNWAicXZxHmKVW29uzk9O2ZsTEXiWn3hXtQmCazJCIIS+c+qTy9RDuAvOQlHrLCkkgImJ5TcrEC/L1dy9Hw9YTyVcuFuts7r8RJTVR7qB36RjXPA7lZWQck59wB4yem2FFFLxeqZN0hZQiErPFOsWp26mWexISKiwEDBhwLznVcvfGOtWqqMVTJMUNrfkFfSpOdgALV3uP1OZt3ZVeZosg9mU91K18l/ViaV+wriLMSYLJisw/Uf7n2CQcSK+eHH7WVOiAvja2hfG4XDHoiWujtTuxBV3WZR2FuLY/2L2qDdZTnAmUzXVW7gNYp7cnF1OEDBgxYBu3/8pY0F3yaYWlWzmrJZtCsrCduTGcBAoQ330EDas/yXGilN8QL4KD6ynDANxpOhKQkLQF1O75yhSuOfCGsItkQ+vLzJbpDcQYN0J4Z0WWwYAXUm9ISeQpJ+jHbAamufnBRGBKRne2eAt5wy6Ka6I0SQmtLhpXy9nQPDhgwYCE4E6Xz0MVfM6uYO33TqCuMyvmobU5fFAx9rytFV1sH+w4AGQPWoA5PoNRBBErNdN1OPOfW8+681DDtHSmzpJTHM26eZaYS1dVOpfjqvFDouUs6KLT0gF+xJ+i559OcHwYMeLGAOWIvY7aLQ2gmmHd55mTlJKNnYpbaXENhZ/MTsTO7ClaZaj6W+7ldqNDaYbKug7k+UQIGkainNyAFSzHVVPu7DmiCiqVlyWqhvds5IBHpleZY+HKeLulIkuuki9JCOsEkUcgHsNtyccCAARUwj6jjmA+Al7qD/FLSyokv9IimvKznL8GLMP28sLa76iqFpCjTwdORfoswgegABxKO4hsngbzyR97aF+9c4Du0+xoN7EupeTMuDyoKsF5QP1tW63KCn2BJXvek5CTF6EllcmHCd/CBHM+r4LLLBwwYUIHzkJrfYVqTUoQDoc6zCj1XVd0rrWrGcq+gOzm/YyF3DMAw1TdeSGqPtrgVkXIqf8+O64R6qINaNMNaT1UuOIdzKnbcSWEES+Jf9rG/14XwZ4gzird3pW5TsRRK6UR+8Dilo7byGZoBAwZUwGzFpNM9ZppaNlnsRg/NnElbg8iTK8F0PiIEYZ6vJifa+7dED6ESPSXWg96KIDimvHaNbiGz6dtwiEq7HXpmGCE+8Vf0lF07T0JvVB08zzBoHxoRSSB1A5KgiVvQI/MpIjOppEQh5zBOXSImwcjjm3gdMGBADa4SaeJpZtminGsSnET01NOnM5nsnXcecKT55zO3977fItOzCDBM8cet8Vl8WC4W+Sb2PIj8TPWnQygfEWcG5aw7CYQLUeVe3m5kbulYZ3rn5F5r9Z9IiHyRgEIsS5B1ujgj4QC54B4wYEAJnzwSgjA2T6C08LIvJmw181rTkKD6I0SB6s4/8yNHWwdctgD4LGCihTswjhZQ/IUMmVGpw0+NZuTEb3aUsicdkSeQcjmQXevSyvpZYcVYp7S7Qnp00YlC7j9lZ9A6nj3rFIEopr1ouloG9EM0YMCABYi7OWTnCVOt9rdnKsCnIIi4+EX5PBuBFCg2Qon2/H6G4CuafGpDdy433AZWioMXvH6ywJ9bvNRw/e5AaonqNLUQEpFCkbnVwSoWPUGiJtdy33gX601/QO7xzhkky8T0quuyU4Mk71IcdMAB31/03aayGlgOM0xqi800n+eZYKE75JW+AqHoRD7MyZobhHyelu9yei5UEil23AfXIl+F2HHNPYKO4DM0fH64009xTvDnc0mLf546ImsWdK65WRdV1ZIT9wLo1VRPNQTateuQPBcdPmDAyTHDrDjd6A7ZJZvKAyKosWSC9tCqoWeqQttxnaPIxfRiDpZTtmDzdBw/FVD/swboXdK0uRComIQ6jEbqujdtkwjIkmkR8iFL6hMjYmUywSgwgSwt6NlDKQZmKQ8O31ZDqGiU8VTGnfRrUAMGPC/Auf10g7vvegnkFG0UMaVjMh2aGuf3NAd8k7Nc76rSgUwZnEa+8pMezyJyq6HRqQlmZ5SSjo8B6+UxuHBlrhBguVcQYx0lv1FShyJL5K6zO6rVOz5o59p0p5vLp/UCQdDyPuNdPmDAKQEtLL+jbmXEJLN54a8BzLOEEwmTbeIrT3FVl6em0OirIOWka2WoE5HfK8j7o8820Bz2Aly+7MUjhfLRNsg/qIm6YRD9xQRcIvv1Ll0ISxgeI6bxk5dJwsr2DYssVBNteHzHGUB6td3e1Me94Mh9OQIw3XzAgO8ZoBZ0pM4K0OSwGZKkUkEIkyW/tK+aSCW44FWqf52Mbe2UegoyFc9GPEsgZ+5tgeeBaIvL7twwu6Nv1szmjV7IF41Dt7ovt5alpMelFHW+hWr1mnB27C4c0y8DKNJabBQfzpbJ0iRRpX13qA8Y8H3AKbSpmL3h2swqZwhiQFcxkakLe84Bfy5+UUbkGRdozTqpUVBdunM947RrmqcCLl9r1a4XyiJ11xU7NCwXcx+/XIKzEfqgMVXNc5rjAWSFQQCE2GMWG/BMPVKWaxAemYFOrAjk/s+1ucP+TtQHDHjhwZ1NzJf0TL2v8gWo70jjqGZYhca2SQW9EQ+qDYogymPLokGd95agagYXzcenOk+pVsV3UBaCyh2dUgQVIjyuXdF6+qzZULngsTtqYKmrDZJqZSDli7JwLOxBAUeqfYg6bLMx7jVEDsXWSQMGPJtYQSN5UmDycobFLESF7bnE/Udqdh50tIIol2O4yMTQZMLNUylWmN28Q0431kHfMTnBOQoFiRXmp1cr9EVTnKylX8hMelS5I1EMfmdftfBXLseleC9vm7dc7JOjhsMb7Q8wtaBiYLLeRNjTQS1lVS/dqXOATXEaqB9kNAYGDHim0ZkTZw2bNtJQQnmJWZTrRgy0tazm9CC0FwXKi9p0xxrUSkpR3h3XNHBn3Czld3pRBlVNovoanQ4w7tpvwDsL2AomH+dVsB8SvsqYhYuFHemiPXWjPBL1CtIKoCBEIqLYB7GtHg9uAEz31b2WysdFP9tA9wq9RyyX520dMePI75JZ0N8DBrxQwBwpJhxQTubAlPfAFY+zEu35g2kFISkto5p3nPfx8ESbNvJPWEiB1XeD9VpmJ3mmsJ3UUrfrgnnU9vxESP0W0/S8TCYTPnYjHS4eqte1lCiIWFAs2nZI1ZEyTr1Tcqb7LrMa6N3oYadg6wsJrf4vqQ0Y8AKCU4CrdUma5TlRTEKKHC5jLb5lz4s1M8nSatLxTcrubWkkUgB50xz8ud7jAM2FOtHqBVYGmigdrCUmaqhevqvK+CbyZ50E0/gAdoN3BTvPfMUN0khDVup/qa8RbteOY6Pkqg4iCjUzvkYLxVxzZZVpm7dTilCkLTwMGPBCg1+65cWXT7zqcYME3uBCTY0bmwvB8lo/a70zi2XpcMLWKdQpcVEcl8id5H6AEEwfm08Oe+o2aWW9MJ1rym0edp8WDStu0jWw3Hj/CnU9yzaXHggBheay5Ww1D0CSvVIQM5y86XJBGsj9POeth3CNo6ow4ooiAauG3Cs4YMCLCYx/7vxi+mnSINgzI7ipyx1dzBvXMTpIpTCzyvW/DJv7NXVXiyKyvhJfCN5X7PyeMSgryEy1pNeBN0+OL2K2lufSDShlNLO5F/ASiqk6pbfz1FhnquCtKqjd67I7HR4bqFKH+6EHvMjA6Lfd2PxcaRfU/uYTWxzTnX4LECndHIrBHGYd8qNKPhLhAm/i8oL2amJtbQqgrd6lh5p72kJ4LB0qxbNOr6RrY8sa15qH03KVU3pjJtVqeet4QF6mmJxUV6ttYEtslY7VyqLTQhttExkw4AUCr7W4yaj5wVnTvvhrpnwANV1FtSdWgMmuS3TnU6VkcC0/q5vEod4DjxibpN8ppObGSme+Mq8RTwQC2jDu8F082pIpwIdYSKLi8tYfFrFsVK5pwELKUECVthkqwtxSJ8/+MeKCBNvkIlnnjeBegUVHdMCA7z8w+qVMxTYsUKgoppo1/CJaqDjutFHMw+o6T/ApJjUIJvImZYh6C4wrJAtqeFoQd1zVEx9ZilRshYI3gcLY5hfifZZ3dqOgNVF+rdUlsTP3vi1eMegdUR4IIm+5FHyV4ss71k9WnbUKk9pZBWW68VLtYA8Y8KKAE4VPn2IWhFaS1Rm+0kQeTKj0ArxlM4UzTvOxlcmKpplqlVJKMATL9S3Ix6j6O4Q/lDeFVsqtZpci3vqEkBjz9DoHQ9zhmDXEhBn6J2SSkUMgroCZ4PvakH6mkHveAkZVFSaGilzw6oZKSk6lp0zOTQpbhIJ8o/Wy5Y8BA76/iJe+YCqYh7bN7azC2NqfaYBUU1w/qWASTJOP3jzT0uQzSP1AKnJK49EaYIgFYYGELSkuRbpWPyGSJheyCypga6u5ZC26J3Ir24RnCn4QpGai8FtfgpTpYbBSIk8zdNkZrT1lB46WLU16JxrkMaGIQtHB5J+2w/22UezHOgOx7agBA77/4LSxL1w4OO04V7pvZ0kPKPTColnS7sso1xHNi3mpLy0RirF8cPkEMYMQg0WpGgukYg+Ys094HANc7zYzaG9ghet7UsH4XhtrdQ9C8KWOYhu4HohCbemVuI+8RMNsqMTpyMm3LBerhBlihvGV1un9i/jcfcFcdWoRJGRZnEylAtOkm64ByzfUBwz4DoFhb0PfBim9mHs9EkT36sVmbRs+kTjt3JvkQgx+hBUllQ+R0k+oYOn6K3JravbXsSpmp7qQnqJ5YEk3OXL1zx5cITdBrMVV6Fe22OfiA+U8ukaOpK4Vt1lKG7M1uKgFSaak+apoBQ+LWNnVtPJd7IaocRLbNYxQTui1dGro5f3uHzDgxQBGPAc95oMrFAr5S53bmB7O+QLipUByyLs0naTZhV7jUqSYbJA6lggWuOYGX2/1q+NUV3Na+JtAWkzB4Vz39YnN6oN2FUJXo8oHmdJwHRPlLLKNQjjRmxiMzWZBBJk0A20wQE4YlRDEqZ6Wh8KoQ39One/EHHqCziKYVT3ulKMEU4vSAwa8EOC4ry5+umtPNnEAiIN2WkKaOyUps2fcEaDEk2AyQ2VSQnBqCpCBaTn0VKHHMgy8MuW1OB96tg9rFKKmRN4VRytmlH2Qg6m3Wsg0vIXelahYj+Eggv2DRMs5gRRkztzj1A3da5kQgkNt0oq0Dk5ihe1AFmXyyGA9w1IHETjgxQHGvA34kHmmdPh0qgF9w6dQHyKhzgLiEH58ekQLYxAQMUWb2ZwCA+qW6VeVygl/GXwqKBQxyCPuilPy8eu53HbwlBZyY9mLlF3IvLCLsmhhFkk6gVuw9CtciDBSq9/3jLhCW3R6YA8lPVsW4kQRIPFaOeUSr2qLk58lLtJ2Bwz4XgKjP+tgMUHaEx7qAxQcmL5bO4Q0cfM0J0CYIgH/CfRAPkjSQBXUWwEhPaD7FB9UopgBH8ZKIQieEvItePycEVUmNJYnBt7k0haB/mbDUqB0Vao2Uobw2EogKmFfMMxI9Ed+NBcuZFqmnH0AAt5NzCZPaoPD8iPWMlbimdVajdY6HFrmqqoYMOD7C+pjGu4mg6inydOZBNSCeLMMRFcs17WQCrRKziZNEnDU9lgF1BoQhIaV5nZsDdv9MAy0J/LaUa6dkak5eAQz0NOgqLLlFajP8sre5Q9Q3MG8ECl3rouljLZpZ0HFe8RLcCtaaF2gmu6mDvYNp9YKhWW3CmTzce/UFvV+Ur0nzByBAQNeCFAFcQmV5gVQC7kmPRMrpa1PBEaUVJoS7SWxQ+gdabcS4jBfs1mkXRm2qTwNFO0/5JuqcHKAjVjd1FcDKdwwppJoEe0N2H5EFak7gULbSzTQBe7PTE3Zk2VBQenZKvIHJNJStB2MFHT2Tex5bD4NDhjwfQYnAxUd+etTf5ohgLSPOS6BmZ+6SM/8iPz5WTqVgqVlrEo4RA5umprag8qly/jH0OAyhKSSjTUjdCwCgg0saPGPShQuiFv7wKG4su+4dFju4y5Dr2QpGkkvm04l2KKrs0d5LQzo7aspRn0cNxQG0K3W94qH5dnTaYcHICSe4upXuj4reOmD11//YjCDOVPzsln8fRGuOR6ILPh/AC+A6C8sE+IKE0XMMQsJLzs9lVS2nJXJyGmhnATyFsWfRTwNY9XHH9YXH3jl4o2GATMW4dnZBjST/u6vZaV2ln+YSEat9Dkxhq3P6YOlqIiIyBRRESXjwa4lW7wdG/54RBXiYTBCRkuNsZKnMPdcZJ0t7h4d7e/v4z+YwZydOaAFn7tw8Kdrf7M8gJ/yMjbi3cI/iuTCilSCykYgZxXhKGGWSsmxWJQRa/qv2+Af9THk9SsAv/ERhonMxBzi3HPaz4rmfzvGTMRnm6BP9Dwq0i0q57c/TcSolEUxaDEykR8mB/jPtrnmh2WcuHUSz8HRLRdZZ4uXSB30BzOYszMtS0M4guaRP4csbKZleWw25ig1+UuTUywcTpViEU/HwJIdAQunYPJbsHIrE/8cKk3yuT/9LU5JbgqHVhXpwVacGXNT0Ey27N+OCJNyulO4q8Ts79cCkLv+7n0i3CPpXNdgBnMGRn/3KKaIUzgiwmSrCJTBHoN/+FMcjDmlZfEwuUyKTmnrNtmbomA64TLQZzoRyYSV/OFawJ0ipu11g788ZZwZ/FsxMPibbZ7IUvpTTPizZW7ym+mNOdq/6yJL4JJwtf57Wrxk5K2KwQzmTIxbMbTquIWmcmktzN2yrETXhGNu+aMxjwfWb5I3R8Ec3aqDVahljgnpn73h8ZzumJs8OTYZWPK5vzCMpF3FR2TlKSKSYdAD2aKbC7nBP/xh0X7LRZZh0qSPKz8RqAF2OBjMYJ7E4E+7DtZxDGWfu7eKsBxPaBuzLIcKWfRvGIqAU3Afjf60UcILmb1+gzqzt4oPy00VaJnCi5biL78a7S1R63N/mCc5tHOYPvtbgIZFQQKUZadExbIFjGOURWeDvzyU5iQS4WzV3tKCY95kckyy6LQ0wOrO69PjpT4OBjOYJzGwNBXhcppqYmDuaFYx1gyHnWSREmPiWgGRoasMSkvlgq50J8uoUATMYTLpehJj+HMfjWhF9vUac8VHagaZI3eRICOGzZsyMq8nFmFYivY0/NjgCBhN5lQhxSkJUaggEtQ5TpNxZvSnzZxw1NFmnIoHkUijsDPuKSoOQ7rZG03LFlEU8jjGyOsWHHBaCcBResTyCUEN0Du26LPBP/ifzO8GFoJpJCvsruSYTLhuYn4awTLFDP5hI2MrBcZKwpMi3aP4SLKisJF9zSa3lAGrPrnuR8bMNNtdGaZaA7LBL/cPMliUQrm+ZEQ/QuYavQgVhpZHx88NraBkPFkkwuaXQciMBZPXw+Z6QAXNmwxjspchOS0BeEbgGmBUk72DGcyZGPxpV5ExrHO4DtUxhdcTGGk2rVJIZh1DgeTSwSSMRI9JfnnWaGiFUPMYc8zUPLsviY9k7JdN8nm0LBM8kdI2yZUTNx95pJmCGRr9YSlklFNcMgynYEkgd7g1Rxa8iOdpIZng241ilMdjjM56boOxNUAxF77BDObJDcYtR7nmRnt0JR8zyYr8TKOoiAzycfwzUgWRz1WZ+Pn8ULp75A9vJflkjK+wInZNpq5AjrdVMRYdZjE36gBXIIvylBby4Z/7Qd2Vcll3wYRXWVUkfsqoKsyYwx9KsIagrcxulUaECwILjMgkKm7qYCtAY866NEDvHvakNfeDy6PR7OXUhzRP6H9ZVV1+8xbjoivX5D9649zsLgPH88bcn5Gzw3NXLW4p/Q9HV1ei+R8XQZIUV+GhVRYG1UTI6jUeiS+q+NP5Qb43/jg/2EyHsT+P9Q+bk9L4t1+aU59dvooSZjwK1suz0eiDFPLpTpclWGtz7h78RlfEQAchBC1j2e3WRHIiMsrFiPDI9Qy5/DqMuc6H7Ihxg7jkp6kCYjAKe1zRtznWfq3I0pgbJWHJxjEweulQmLGOZu9avrBoIqu5sM3kDF0T1TIbXTqWkonnGCEH5Fi+9QhAaYD5yIDNDy3hnEd49z+R32YO5k5ERJ+cvX9//+poZDO0jO763YRw+c8UtajAveP7ROb/JoJH/2sH8xFRHZJK6CkLw2pajN4wiiEi3Czic4HfebFWnLCs+4vDWMZXlD0hDCxNGhjkhbk39303N3ag1GeiirBi3Ef/26q0aD2v3VCbpFzMkeh2ZDJGrCzrdD9DxgODVq9Hr8u4q3rc4JBHE8kKHPMooTDOYMuUlKw8XcoxNctMaloyRRDJHvSOsF9YbjxISuZV0A+Oq6FmspdMm0G24D5HmoHlTpB1rxzzpbiwCHC7Jg1QdXrtNLdHozdvHV3Nwiq35hR+I4KZ89bR/puQCilhXeboNxCAd1uRvca4vDG6iNZC/zi2zNE5qmbRWcWAy356bk1H524d3f3wrf39NzhJdZRb5o05E+TNfeVUjm5bNYV52w6GYst6T2KsyiBfJa1s0mH8oox3yvvRP8mwaZpECnnsG4fUEy2U2o4+e9P2Z2nwz35YN9B8DMh0iDSoSEdBpx/djjxHu0xCJZ6dDooEIxaRXZJbl8mqVHmk3TmR0dBKYdCmJ1rgLk0aH8yiJtOqJaQEm/nomJd/xiufBRWPWPMaAfPzb9nN6/zQ5HqKSMtrhyARQFYyhkjkpFEuYxUGWUjLEvhb3xpgYhAGA+0Dxrz3poJhcrNO7IeFmcPx+OHonyOS5gloLvTDSAOs4umJo1H6aT6DAFSZ13McTJmFfrgcZwzklF4m7s3UgdJS5rOX4nRZ1QsdBQkRKuq6+iaKwYVfh8SOi3hMeSrT5nOR36tkULER74b1plAMhbY/H0YpWGFI+UiDFCFQdcbNhKsmMazc7o80RM5wvvAACZjf6ZSHiGmKzF3IvoXap25XAfW9+ZXs/uRN5GVZ1BpMVbtV6RUXtS5jgLmZWgyz2oWFdB4Si3Ty5rGfJyWD/Iz0cKaNeHkt3lMRVB+Z34z5o1hdoGC0NsGYeWmi3U7Akwu/3ORX0XWtAVpdMmDqQ5tsR3f/gog3eIF4mRvFt0cfXIT3Kq/GXkZ4NjpnSRqKKdPLyHSIyNujD0nws9GHYh0zh2fvZkSpegsqBCgdcT4xlrmQ2WNvoewXRoXMsMDL1AC8mNhFSJ2hSj8cve6VRp5Cm4ue75o4WFQv0FCK/Q9HV9BeBG/dgEYYHDIXOUQWcBN9Qi2K3LFtKPEGWJiyX9Bx89Ft61EqLcj61tGHoxsk/BJvXCLPnsCBIIbvsUXvwXeIizc4Ove8h3Y4SalAcGGsdi6HOVFwG/2JDCzUoBDEAeLYPeQMMVGlteJDHajmnoogBvWiTnWW90vp97FaH8Z01IMyI8j4XXFoR8aHA7hQHh6jN6bSQONoirRd44K0t05l7ViQj3SI/nM/D0h0M/TOGCDTW7nbrYno9GLEqgGWbL7aXYsxZ3GlaDq6OYLq8MJEn1eGuZRRfpGij655k0kxWVSVJujLKrxOhHUoJuzETbZAGRZtcdQWftYe2kXZ8GVTOVUGpxAh/Na2BliOeV6M0FWlGuQALlx9YdDw+v6tuAkbZ3P3Q3bh6ln4e0oOXCwh5QOdjX+qZTlMNZykY43xPw9AnhIEDiYCBivxAce+AVdKJmJ+qmkexaxLwCehPIarv0l5qKe0D8iCGNOuKB+u8uIfeP0oVyUONX1f4soSA9EnYpSJ74GARbpehDl6kVPUhQ7IG73XU0clARg1fUE+hNtWTeoPzRDjkbRT7fve2R8U3JaFvKrfBGfBi5GPA4U+i3q9gkWGgwMHwg/j6+i4ujEXb3F4gvHgsBgzvB71w6UFupduZaYPcBDYY8CtVBbdYenoZFSeD5HkKPCfNmriEOgcxG6n6PQDlWoXUIATMc1FeDR/u2Pi7Iy5KWgOGpKYUBScYAJuMilPNijqXhM98ucIRaZaWUmKYYB+oxvUs1SjicgI44C7BCpqAwsoHVloyVcUk6kIJ9Mb65YFE2X55aqQeFmfBpgrgnlj5teCtDBP/nJ09zaGF7zNvQOItbdv3W1G5zj839bSWaOZwawYc+eQ6ejubPQ207+QcnBXTfnCK8No5ekeQhcKwF1b3IF9roo9N/ry3j6oIDOpHu1/QS2qyOD8cTkLyVYpaR8gz8v7B6hMiiVz0fCA+7G0g18eCWpXb5FRtZGqwtF+quotUz7IIS+rpPkgE6pDn7wF79ug8fqoAYeUBLyMJMkdtJS7keSK3csy6A2Sdp7Ry1cZzo36pS7woK3cYteqPz44OvjgPZZhtPdecUSgKr5c06gLsaq3eciu4gLXqkTsgciDgPeZ1Zu7tcfEhNlnM4MR+6Ext3hi1iCq+6chh35kVDyarrW7zDS77Oglni+P9ne9dRd1LHTBy2QdBByiixT6Iv4ldG7RIUlTwo/U7bfBCZsoRooRC+WQxGT88KewYs7coNdkrBa6MQhlIYe8lmym8LphCctZ5VeSpcfhSYUVG3TNkj8dxWTKAKiZl4xGXW6UU0nmsmqlVHmSt6jICMFkK0UpAg4i0AraErXgvewmWEFvjRqg6LvB6fMDuArQDy9PvTzVHiBihrMuFTKc0ZEEL9dufsKhBymG0zqH49ujawcQIjhrfza6RlK6lCRez0T3SQAt+oARUq8YS7JWFahg0BrBl0GLGRDr9cL8h87wULqUR1IUiW8eHHGqcGAw00LjnQzjGhDUCUyvc3x5WebwdV5KwmIqCFImOx+o4yXk54oduHsLwfdYJ4vBXKV2hAu0KPjh6K8H5Mg7CglztFlaTNSEHgIBdjVbwRR0gtELDclrR5wfEXBrB8xofJAKsaqvWUKaHzhD1BsT8aJOYp/Bzy6WUsd6kWijUJ2TxmHuKPyKw7h/FDX4vq5TRqDgkEdGBzLnpjato4lIO5ooe3U0Bxdl63AsmKLUOERX702i86/yQvclu0Tg8KKKePATdTsaQUaYFCNW6WqEJriZsDx4xiZ71aUKR4wZS/FUFy72M+MpNM48LIWzlXObD2UK+eOpWYIkg3wK172Rj7UZL6pE/i2XQsZc2akhvjxnGMbg2BgPVh2iZHIL7Rd+GGZkqviMyPXtAnvV4vKuBo845HmZyzU4ob5sp1qcSjGtoZBRTcEJ+jfKccUIIfIcVSLMqeYt6oFXkYlKB0hg5rwFFeQ2KKOI4wal3OVbUq+KWD+rU8zCawQv38oZmGgrhgAqlV6BGpq3UCe3HzA/TANkFxbjod+YdrWL8wDYl66Sq0LlVBApXJmXuhMSpe6wT9RczS6JhnNxoBGJy0SoQFqnQthaFIocE6xnikaBaTQDU/0uSL/JFPS0SMFop5ohRXvt1u6y5zwVv3RM3jLO3vI1MxQleWeIB5L1Hu0jO1Qxq6zXoF2ADuPU1Kl01E23ZCbvn3LMgBfp74mfg3tcA8xMsweP9v9eh8z5h/xiWaZY9dZv5+4VxF+nQEdmy8ZzEEbj0RG6nRq7a4BpxOoS2WgFzSJw7BA5lYkaUlgcuITgyPRod+VlrAU8X8egYBYK7oRFkwN2xMq2mcuqZcAPI4NiijfjPCZOalGZnZ4aZBDtRVJmmuyzSFK3cMS7ZaEUVmhtu8BFG6jF+eWCqTmsl2qZBjNO0X4+VZyUrZeod1AC4CSrk655/w7+n9Ij7jFzblHZwAkeRRwQVjiNvzkjzTLWzupfsLBqVYVFBh4bVuoDmwPdmMoaRHv88GB6K1OSez4bXYTAoF8KLNyiKqgQUPvs4lGKhfoElNR+a65WKPfvcvlNGyZqsF16sr+Y2VhMHfVWJJStxkUh8aYpUqyGlFAMvKc1QI+O2ple0GCqlYGqhBp1II7E2VtSY9kFIp/7LNQriipVUcy9ck7ox8PI9Vz0clEDdUtQzv2DrOKQtVgeSL0YI1pPLZhWvQijgSyLAFeOvW+ZFocIAWYAUyR+JI2WPatDwP5hVnW7mmhtZKt5zcKO8PbAErdyvYa1mORL/RiVKyD5INfCbIFncctYND898jOkQ4T8iGAMx4YftWzJzX4YI5XDbsljARn1lIcsitWkLOGmRplJfQsTwjJZkeBuFbBcnRw5iB+Ik/6aNECvy7tHM1cx73Gs/ie6A8Puqs6nR7rjC+P48lu44uItfZgMd3FaxmUwI+2ky3R04Ouj5kOensk9oniG36UNolr+smqpyFEvLGLtrK5aEkFod1Ux8gSCrMnygG1UqjM/ZSUkUXlEWgZNtdbS3OAyph0mUcq8qLoDqh9QUZmX5MEHH8dIfUImNLuo8zLoRqt8fq+aqYrUX6yjoAGiOHKVrYauArynat5mip76MHLUAOX1aK+dRMv+BFWtYaqq6B6EoPyBot83d+syAklxkjLKelXPAmMu/jyMXMqDrRrUGN+PRQ72D9jhlmseM6oFwdR0dYwzLcZRloesbp1p13YY/RCprZGBjUWtUNoRAcLQAJHzQN0uAWi1syJXQknAjP3CosGURQefrcnUw8CqA1LHyiiVU2TE0eTBSis8/rOeMWNjHlAJo25RQQJRKkOHrVa05Yx082TXHHeRbn3FYMGXGVpMMz9/rEJsmGsZGKBx1zvfMpjPElTQ/zQ45GsAr/2MMxq0CRMCQ/jeDkaO1pzvHXL6Sd/AcMK5nudTjrGD/f+YjXY5HF86utcwk414O98ih86+oquVJl8Pvz26/Jf9o5+YyoEztDIx9p7FkgpsUcG5/97RBxNjoChmE8wqNb1NYgj8gnXpKYhCD9JJ/aneTf4IUr2AC59TEofiRZG8oUR6ic0rZGKfNJz5uIC/d/QT7fNe+wtXv8j30a2X30S9UKxuUU36BiRssdAUHOMZzf6GxHNf7O+wQ7mox2rIA5Wj/3WFFMmjmsICdkRQuxEtaaAeFvqPz/yYTIMzXvXi2DF/0gBNcXor6lVS9FDtsR6kZQuGEDKuolaNObqlM4A4RBYkaMxIPatzv0TmcxfDIB2EUWCmvrWyOig0aj48JM4MIo6+xVj8LB+C3O2Q8TpQoG7aqY1IEvPBgL/o5QhaZ2uSUEVINkMplZZ8/Fk0Yy0RfpaIQDa05BNBD3qq1VSINXNzlTKwZDuBHEfuLGgxlG6WKSJNqnr5sGBSDVX5+Dsx+Vxmel251bJyqchAD6wkZ9cjAHX/XFRBH07RQnPXtQOdRCXbeA9XWgOMpOx1xULp2uiTS/OF9AVGXU1yXHrmwZu+2J1iXRHTAhX1DOHiW0UGZi/qD20GWkLqIagT6kg6ZlIvto22GOV3jaXkBUGogFRR8ZPoOMCU8sTEnfRTQgWgHAuv47QJaYBYb1G6dejq/gGUYSakmriJIeASWNM3jgJ0WS1EGo/Un4TUTVXPpUK5ezJnxovJVyurPvOcIYr6DH8yOoxay+T6rgGanFNGFKhUHOLIUDd/q8jtuSIswnp4h03JfWtH1eaIFGAxUvTXUcNF5F96BPonut0PlLURBVCFxlLMPhJFgEF5aLnnjE0Z4vGTlz9wIJEQfxlOeve7a6UsxjxZIMTPknvEXGklIwvlw6uCibVkUrUwmbJZypvDuU/lmqnd5Cnd8BWNMV8Eekwc/bOF1gBVQzTiDV6XNrgogvrDlakdKok6m+cVFYwxLi1duwfd2G61vZgWbvyaEIPaFnhgXh5NOIQx+DFS714jfZ6vkXJvahfcdg8sY33FzKhAmxvtaEd5/w3ywgwYDQhBE7NKkd0qBRmtd2E+kjaa420qjqf6uzJJu9KCknx2uy2qUo57U6mooEXJhAtNsg/FFOTFnQhEPyHnrf+4rAD3Y8XP1Vu8UEMKQ+IZRJTgxNQXpEW8qc1m9Kqa+zp7zVQgUkA3lUfEurfoz1QojsnrmTOvUq1QWXYxrJC8olX0UHhgRZR0a7i8+ykag8rucnM7rjyNcXGoI2MHMvODs2DzVmbaCJsG6GU/9NaZWorKQwNkI1hMxHlW0GU1wleYIXV7UtXBDfVEvyZh8WiKxkaESFuhszbmFv1IYwcSRlGcejZGlYHJdGj5rJSVTfaxmPIUY9q70ygzTK+1j0neizSKC6twjUIVpUiYIqXIRSNHDTNeLL9lCklvIRhzwymDoGC5IzYbtWE9AlBrgEUv4o8xxGsxVCnQo4uko6MDhhiFMSbppjIHTFYGjVmPfuNQ6oI1XB8pLH92uwZ8IGadB9qigSgmWTJJIsGi3WU8fyBBsjk7QRo5W2WiieIIPWrDweo0Ix+OQfCSo1lGPlmsQ2nMZxTcVTISnWd6K25YFkyTmCI9io44/wzqpujBbzzol3qL5ZwgyYQRS/JGITsm8KUY6xprk1hQpDmql8EFxvtKBFnEhge5SiwqHj9n0OJk+4+HC47HWnkG7Sefl1WkJ8obPgDRUaUsdHuwZTmZy+pVPsUkqnYgmcVCCnsMfGdrSN6JhykjJS0SH+aTP1xZaZzC0NPKE+XbJuLlDasoS/bgwbxjBBhJldg0SenmurFEE+GYJsaPiHky7Qi5UZyHjFwqZ1mVkP0irFTLWJBbmwaYqkic2d+hGI928FE47gIrTvFFQY97s37wN5wiymO8uQb3kIpHW0zKIK/Ht3ypakB9vdBEqsnEIsJICB7CT0fcUvyfTI6SHZE5JVlmwk+v03Rz9TKOBBQlrQgoKvKGcTZStEdaQIaRhNxsyfZ/rtItq3eH9Rbjzsiah/4oYZ70LxxYHnLbfHRk7EejSPcq6Barl8fSbOyLEQXJSaSUjvtzRMS5bT5PkUVXpDj/FcmaPOXsjLrOAqwtpEwedbCj3uRxlQlZPOhWNF0UESgOihxGWbo8HivXSSoqDXjkjDh3GeFpMpYeZd2Yk/0eEU5haBmTzpAZJ4cYsYIA6zGfbCVbUTeJhTVpgKwiM+iOW/ajMSfF4GLWbtTPVumx59m4UoNQ0RZGFIHUCTIp0T0RcDvi4bXDaMYcRVcOPaqZmSsWuqYMKehRsFDaPBZj/sKUFpyiRX74w3Jv8tDxMUbD3SDBbqXJVmlgmR2hlqHl8aVlieGmoMwbXq0tNi7oKFj4F+2xX2kqb9dHk9grIznPivkhX0qrvEW55MtWjuB0cb+lmM9nnJqYW6k8pf+sTTuU5Un8aMSa9YSnwuSOqY6Kx8Giw/EZLXPDHwnBIEEkFZdz5TjzJ5MOsZnsygl2UiwtlYdFt+TDk1PQE8sYC9rPfB5rJqgxWvTXfB+g7OgPet2Sx6Nj6HCZRa88KaIsZD4u5H32dx4Dg+Jp1KXIHM6l3XismRTrodJxk1xFe0Cm8MK0j5JMMR8Yyq6yO8XCSxsGdNJcS8Zc/+cYVqFalISSHu0uvbYoxpVXhCMSVsmckVC8aFSMwzjFKibizWee0tT1limpo6Kh6L/MQySGqZkxF/+itxXrIXdkskVT+uUt2LADmDMEOy2Df/hjajI2RZpxUnByDZF2dibXL6bc8V5U41R7ZAlvxJRxxmYmJ1mKf85txgt5z4Tlsak+BrwLIiWiUxVOAlqnx+Cv4gyaP8haugwSYYxb88MXidmVYxSMZo7Nxqi4WdcaYLSBxvx5Ystj3mTItEVHFNtoncW+UkJaBAsjh2nWWoSscbR5KWKu5W3Rti5045SSKysKw7WoRI1/M4yqTH1kLB2x7sc/0t1GJIowyfJ6tDGo2gpG6YWHudW8SAnXvIlr+rmOatGRTRYNcokvJjDevW5YvswhPhAJQ84sfxGJlnleGC2jlSSZVDTEouEoT8SQbqZBkxMUokO/xcKEK4MUJpJxK1mxb7SdD4UtvwdYytMVhjFi5qq00aabc9D1SrKJdFGMis7KqAJzwhQxt4rLgSKSFv3mk2tpHmkBhuW431x1qA9cN/jTUxa0WNI3v9VaFzNG3Ojn/W1h96cE+WnskHqWZDxWVapmmxJKq/IiiW7nMMmsaw2QdVpzczf5iBTHzg3ZtsTMcsEpLDUzUQCKMWmxllSbbNEYDZJlwehOUZJBrBzjDelewlI9JQWtWGI7TM6AA5HqUCjx446q9vgUKYcm+SMChvkZoySzIxerMmbgIxMWbU4RsqbFuCkYjGORTKtpDOIfQfkQFoUcbTUmsgryV5QME70pvuUaZ8kbWVizZZUx4vhbJpjI6yxHxvDKsiRmjrTK6DB0E1UXXLNlEtEcVRkVEdORwRzzn5lhc+WWB8rrLgytFGuOWx5l5S0Ag7x+DJhozddRiAw5r1ISccta+OgnZwzJypx6ahgFxYQFCg5kyhbCFN4iBMty6WeHM4UZke1sWKnFrXUN0I1XmH7uVI3zeJrsS5ll7MjD52l2DMojBBNWeCK+VZkbRntKPo7J9UDbhJNjYiwkj1HwXs9krUwEIsqcMq4mE8ZirBfMzsYslWjVGqEqmE00G67VGnW3DCz3ExFW0KIZkGNd6gH9c9/XxMPlsKfBP6JqLw2Kmg+WR3XyZC9Iej/QWNkULJLsF1bb4E/bC0RkeLwxRqyoLRocRN05cyMLTIgPG8fGEv+5eotTH/OfDkbbpSFMgpvJFk1UISGTY7OlWBGQ150woqt+ykxbQZmCd+/MghEz5lpGhUxgWjRM9vkRM06yYdE4UrSQvsZdYBlW5xWq0hRZGvLpzHqjGQC38DPJAkr3qEzXHcugQ2PHx3qg0wW1aUXgH/5sFW6qVh1vrWi3RWkilQyzGB+0Co5EzWNpp0Z6DFpSHDJYKuB8Kt3zJss8rCKaLgtZPeDBtmkliHDJDS358JNPXmfHE1Ke0rhbMOtkfRYZqxZjBN2EWxhY6o46FkYWok2WIlSlZlN0phPBP+h5YubU6Iqs/GJcYfyLQoWxLBYo2nLGxlks44qgcUY7RdHAIusWKgpruEYzjmzwRgpj+FNTlCTDn3tFMpIUa9UrUrGpMxPdMIkdZXF/dGwuZxGwSdBjI5PR5F+1ZctMuDJeNBl317UGiOpSE9xNDc4mN0RpRfMijr6SdRGxYhZDq2qz/WSUuTAkFFUm7jxsgSQxLYgATc6hWBrzFdFB102V5gFYxmnwK6tFKtHJlhsF4cYgVaxlxy88ZvyHRkbn4c8slm6RkaTodowZcEpmUTLRopWYjAwqb7aMZ4Zl8X3GEukxJ3tVnTwybiXq7oRB/c6DGXJnvsTcAoOMrKYnl7mW6n7zhW2RYcRsaYxho3/mJtUTfMot/CaQypwwlglAYys6ZRYForvNFOmlKXJYuKrOXYujlQ5jZdJ0szGdE5Jxt4wyE4cMBNLRw99sowo7XK/Gjfhwqb2+NUCrBIBlH9eKTx/SpL4wD6Mt/N5F3vkfiXXTRS4CZSvM8GeTqmyvd0/R+YrxEPMjiako5CMHNvLkEtGHJOu0ZRU0acrgrf/V8OXzXoZxtRhlBXCObr19ma+jVuQtfbvy1mdfXw0/c3ha33FWkE1QJZZoJtVKU7SXDbQGJINUxkawk+4m+VJMYYw72K0U/M1umVYVPnlgWZdaIPWn0VWcrJhr1iEpIZl2GKanVeXhbRumWa2wEKDfiNDmb6HJRynHrcOwnjSkrNLcH/FXTGop21Hy7vEpwgPJhkHDfYrJcgOyGs65C2mKcNXZVTXGoxt1cQTx85xRGkHL0Zo6Cwx/5mZT1wdTswyzLg0wV0ErHsmyF4nkdlqeYFKWPa+ZjqYyF2zjCObsEelGXS0vrShDK7q0MLREqYosAlVKDoSVy5J48JRi9CjraPQhQvy1azILB3afb7mGn51xb8qvneCIXIU9o/83P7l41WkXzCE3yjIux8gw2hpO4rJzHjPJK6pOJEVaUCa6L4znYgkar8dMuDSgm85KRh62laJdd5RoKBe9jPAfTeRxP8nQm7IrFaHIH9XQpHRaKmHxCqbEZOoQTBHlTi6iqU9fZsHsqL6oeo0mW6U3iStFKIoWWVMS/4Uxlr2wlWUUHYuTBaOjk6ggvkiiVxZMRJbGYnMH1rQjvsVbMWOSxwrmIZRJ0nA2RQCWE4gYGGtsK2Zd9wEWteBnz3u+bZ9RyKbwRhfaS04qvvlP3FvALEUUnWIpzChP1Ykeii6zwWABi2l728adsiBMPhhmnD70N76r7id6XBThzJkZj8DPHv/zuA9HLx3FO/ZucyeJb8pRYiJB2/wFvWxlo38Ko5wVjYhsYPEfvVP3mRlLi7C3MZs6VETgLw+topSq8MMUkfoZi8GJJUVi8nj20uVfRFWQxuI9idE5LVK8sGf1Sq0swimSrky45i2DPQYlq8JnaMAfefZQVMS4yME/G6oYF1g0tORLMTRqtZygGX0Awikmue6PKCsmixEiFvFkMzGnWAvQyrQ9XlWymJWXoeXtShTCrYxqkW5UdQ5N9rmxKlIta9IAvSbVAUAA8qGA2/FwKJP0S3zIsLF6GZuH42xDEhaTAmpycXALWvIXCYuMaOVjZqLNejyxZYkM2pFklipgjkxRJ9/ZAOfoZQnzdEhgkZoqsAi+RsA+0kbrgOeNN+KV1/jZuxKZTenZCtvIMRhjjYb86oc0JhdG5apwWKVXhbzhycDKVbgx6iki0tVD1qHBXo9RkgWQPbye6OVhSfQiL3/sNziJD3NqPmnkWDd4ybZRjUYnUTNjjo+tsomkJ2oKW3yLhEeGAbtIOVsTtK2yIpgCysTKc1py1AYE4Hp6nSO1lo75YLwzFIZDDypJ3FiFOk6RLxm3LEg6KcRSqRPNlaWweTxWDfVIS/FDQX8rr7lOEFlkmTG/pST/utYArQ4xih8E4FsI8KVJaA5fDKPPFOpRLT42inzvNfC+rG9o7IxGjS2AOZ+5OfIy3mLCSTFWX4Q8wsp5TO0xr5kc5h/JKatM9Fgq5HX58Q+jCvUJHtB5A61MjbxlX/3UV8ZyJC574eWb7xn39hGfI4uvxUGOApehT57jKPhMH8JI1QYjiAresiHkKyLJZ5qSKmIh+FMuc7JVNi7ciCMnqlwRFqKBZTatiOw1MQHkV5S1LqWHYxbt8FhWDofUIWayBQP6cFUgeqjkM2dMBj/l8Ag56CYPMibqLEktMr1VPLmJfquI5wCsIqSgHTL8y3w02aIrp5Rk0UTzKcVnY2lgFbZ1uhlGsPsi6HFmsp9WWYwGFbJOj7VIm/4RStzBuDes8BZuv1nbGqAYYhX8UQPUNy0+ANOc8MAXiLc3ul1FPr5WCbgbi2fVFoA7HgAJo0pL1ejo5gzWS2mMdEzRbWWvS0LUpEqTvEVxM7JU0OvU6+noEylvZPm6waLlEXmXL/xksbt8/zAPy9tUJIHmlinQyOr7JSa3UgMtUl7EWTRvaEiHwJjT33kKIyvT8rEtX+SXISmN/mTK2lsGf9q0El0nEeU8nn8FLI+xCRNdHEEjaMkekmEwV2YU6LOAefDP8sKMBXPBMEWPhQkypc/tjhFZkAjumQuO+8/SdGmq4VE3/rRhWV/ZhIDR8fVkWhwkdKNLija6VRr7tWNpRCZsixBFq8/LibjzYEbhiDevuaWph50MJWo7zl02h30AbxyPnEURhWHN69IAyYKaoyOCGSxQAfxMCiK0QOiE/GnRD5EfHOgNxHyB78EbU+g86pjondxLsgDvrLCUQV45fSYPTDdxfKKsm9Zh8GKFF8b6EjZ73OOSuTfLby00jvhWQCrAt45+MufrCxGnSGnFaPhcL2zRu+/uTST8+cJlKoK6p5zfkqM+aF0WlhsP5wgz+MNObRGfjLYIj6XloWgbOsN8FiwMrU4f1iGmW9fEL8K9BhYZrCNhYOmY+FFHMNz6kFmcJ7kPKZZYG1o185pZ5mUBnynWYeotMp4zuGNhGXeNaqdjgmDKdzYGTFmXkTvjR3auBj8yExH6hx+2lSsj1dhkFAJJ5mFeaxk7wNJTlHusrkhRMT88lkfeqMIyiix/OgSVseyl4a+MNNKJAxjnIOpUHEKeKitnR91mLLi2+wBJXhXQw2+CEC8j6u7c3nnF3c/f/ETa4G2udVE2UmzaJoi+CyEaIsA/neg5sywuWdYsG3beQPYJ257amzzRW4lQSokIMxZNO/do1zgpGdSHToXAighr5IfS4BD8gnquR96mVEyRFHr7B7gE5m0wev+mf+jt6Ar3z+0KWLyJsixwBsZsCORh4kPCcnnLcoT5LLdFeGQYd1FQZfPoCTdCNs68gqhVRmWKmktjNYtteizWkmgSGVj6yyEti7MEi4KPCfj31eWH33gp4syLHyPrmZICKc6KFwkyqtXdbKKSiFdERJ2JMTcFs0m9jTrloqFqK9unFKS7Dxbzye9B/O2wmMlWYUSikFkiCANLtloffzrueghZcmFWrqiI8cPgYZASNWc+RZqHJiKMicQ7/skTfuezKp7MujRA0o46+P2E0S1MbH7Q1y7riDf5GnRC31GE1qPM1JVcAFp5WvLZD03NncWmMZ/ltEgPFVEydfPxNxsJ3bz48QD1GcSbSRRhkaeyCBS3/C5k/3ijffQO2dHWlyDMPJLvQESkVD0TevwiLgjOQgMkGRwlvi9e75llZXTro25WcGNxCvGfU8RlBHMLPK40dcibzQDJ01PMhNy7OaQCFqsoWIlfM7TsxxQ65mOSYs3+jWwzni3a4FlyhuxLpu3SVKyJiBmyQZ+YcE48CcZcRFtKQTIiwqR+pVFfwWWmJ/bDpbFYGfPEz0y4bvAPfyn1wkcviVcRySoKlC458s5hgA6TcrbaayHZFoZllEWIXkXLRJNoYJG3CBYGucxbxGqA8+9p0ayUJbfTKlmfBuhVyZaC89b+6/q6UBaAr6Put2/p02sUgM4mBSAXDe2WQf+Z34nJdhkYJppDKxw7RhGbDKLzAXNPaaLe5D3GmBNBFTnate1uBu7ORjduHeiTJrqQZQdcxckAkZLy/Bzt0b4+jCIBeKRdYGqDb+voaBeYvaJvGjvbIp0rpeW8uoM49pZyeThZpJGysTvoMIId5ofNY+S3jG55pP08yYzF0K6N0/FwUKVR3kioCpKpirwf7jjq7qAM6RXh7I3CES6irCqF5FeUESq4MKeIqFprpgp5emphRET4TExJrqKvf4zt2oCn3PiItuNOZq2zzVhG5lXIY5kNLscHjdz6BxOTCsbLMSZKigfFeqqXylXjl+qjSbFmeWJpW4r9WgaW7Miamt8xa9MAizrim2q3IQb9o6pKhyhALD/vgMgPoLrx+JkG6B9ciL+b7MJpN4qHRfnZ14jwBB1PC3i3pQTldb9Sy6AbskQPk+QJozw4sF5Ghz9lQHulud167wCN1FcmoAHaC6/fQ6uLSLsPUNscpgFyFxgl4YcGaNqgTgg76hhST/y5E6YOucGfLRNz8COmGKlmqnZZRrhlFEzLMZeWd0DiKTpRxmgxrYxNDUDeVF58mp9u+NzA8kLOrdOkz7I7gSBtRm1lDhgLwy7aa96IEMUwtECM9KxwkaYSVaKZsvYce1ZGLLSrVA/AeDIjgrMUdo+aWZRuWS3TiigDDHotomYRjBJ15qnrl2W9nWrnX5nt51YuV3BrxzHlS4b1809/pgtDC+VhWz6LN9piO3vWpAFalWoDDec3dBsoQ1zka6Ag8uOF1IXsY5BH53Tj3H985k+ClJfA5D/RMjs3DQYtrxovk5PdWpCl4NFMEewW6TGFz1wLNKPR/8XZ5eLoqhoJBQ/t4cdzb12djG7nlvPTZpBrCJ9DKWawXeBYD/TPAtuuMaODP7GXGh/dYvMdJndeLsCf+cKSa5EtYxlsiOCnupRg5FCPalAAfksmJ57N+coRnokmOEoRMuZGGH8r36aSszBKJOTBvzAWTLxHGU9NXlh1SLmtSlnZiOlI6zO5PzxkWWmzbDD4BH449Fm8G8ZFVLcxVgAkPMUMLFK1009ZyOtxo5AyZsvz0GuZCpdeC7RSVFJBC9NvfEeYMozti7DXmyo1C8ayKDY1O+cLm2FP8BxFXW2zdg1QdesDbvbpQz7wJeiLX+6l2iO8ZV/uknLkBEgj+RggbfgUqlIKk3rKY1K0eywhc9kxCwiDopmIocW8QcoT+eFf4vLd3Mj0BcuX9m8dhjeSIR95oyDabnqgbH+ijlfEn2nBMGrlX56IgKWDbl4Z9BP73gL0WJyHLLUcczSphjIhxahliou0iLFQxFZuBGhYfWnwp0e1mg9Wpxbr3mRgWf9HlDyR1DLuyqraxN4ywt4nrUGWvdlkztrGGCJN/IxsmWzGMj2BP0K0nFsFLBrtUFT8c79FAkybDiIstj40qShNinWDX5XbuhLe6DRjHP/MpXWvAgrZXzHOkod0PCyT5YExejLh0lQ8F978j8YpWrmdoYLk+jRAY08Wd4F5I9s+FaGju/59yP39ux/C89MPuTR2lxsi0y/2j3ZbGmB9MMx4n5Ud4H40OXd6cnV4quzqm+gNSyq6ucoJw6ScORlkS6Hks7iDu/oMKL+3qUa+/OHoC7Sedzvu8kZofvSRLX95v7nN7rimwdOw7ThNNL4jbIW5DMjPBfsjc+IEHMlnMXLkgQWuSv49IVyN3YLxcBFVdABM0WCNo8iq3nC/x+QkFgJTXr9TVO8pJldn5OFGrVUGWAxbJhnRRUKKoAm+kNeiWMoMQmZnSy4cVQg32eah5bzYz6ts1Zm4Ul7WEYVg+DOSFi7Tnty4m/uX3jLFDbsFFSsUVuqVFOmlIjLcMmPb9ZZ7rUW34A8FkLbH6NcanfxZKTtgCBX8k2FzYHt02yixiKAFemLEowrele6hJWZNGiAoi3wwZx8hNJ7svfbxHUL/8iOj7ZOG9s1B/aJb5C97XC0tQjJWV8RbV0Qhi4MBRevkbCq6lWnnLIwlpfFirqYx4pUF7dDb6OnVjxu+ai0zqLF69M0/uxhl4OKvkEfJAxW5Gu5FFvIP1yLahiCvzOTcKTrKI14NYD660RlMMyuSzGsx9HgxSSH4YSyi15UPlvPqHRuVmUEkHHjMkdctN4VX1eJfHYeUGsZcttECKaoV8rZ40NmS5Zxmw4ozlcrAsnqCnvKJQoqoG30Sf4pwV3Tl5kNhkZbAOEuw1DCMpK1gmVJWKkoWK6tMygSjQgTUQs/NkGItUB4kubIs3WPkmB+uMegH1MqmHrSgHYTS1CFyDCdHW2nZ0RYnvCYN0CvxJsDyoMWYSX+PNdtM/COqxbWMu2iVdZUM49XGHGWNL0sWxhLDqJo6Z5mhzkzjtYQVjsIWDD/+evGLJ0S0u0ZJhZMTafK8l7+x65Yx4yxZJytoEXGcXdom4xacZJvlsTJGBT4MI/WGzXtlpGP53LUAXeMlwtaN0Znyyhdy3IxF5ZANXEZ4ExjnaT69YPNnFp0imFxrPmx69JMH5JkAriJkDPLPXJGfJluKTEzm6BzOIctIX7ilKYmc0A8veI3+NANLf+MwGYu2siwXVJRJaUpJh6Rr3Kprc4IMtHstWVaJe2kKEpbLqCBa3CjZMuSs+NsoiYiuUWZvNC14PQQTRL2BiW6Y6A+ada0Bso6icXKNkYixoV5YRVpyI1SHZVCD/gqVCR5RNdNMiqGV+wumnResVt1WZU4GlnxKtQgSipLBnJtb/t13E0pmwjU6ybZIt1A5L4S5rEDKxqr9koHlTFpAljWCUIxHqeORFQ5I6ceCSDTbJ4X8bhkJ1uwHzQqmZndcVWthGVbrhj8zbEiOTwaWoi1grVWkRZg/hSzssVZNuGEUlQPuszanaDHjYVjsBPe7hybJC7WfjbQ+YH1VH6Y56PlhkK68MEhLHK7oN9oeTsOVSfJli6b0WzAba1jZWlIP5pLfkswxtp35lMTS5gv+mCPSYIxWhJXHA25ZAox6szSR6s1M7TXj1YVVT3S1TN6CqoLm7VBa3xqgV2KOtV8m3NLAUs4UFa44tlnnLYDJPRCl2Fo2jSlqYrz5MReqTPRDzVYRqozHF12oGKtTcW4FgWyFYSFogK8bw8UoSobkjTRZN9pMUdptLhJmkkxWklUIm5H0yiIlRckor6hHTOHC8cLKaIzRgs8qgXFpYPki0h0EnbSFkdfriZiWoVWEo9PKrkscM7dFJ7qW0fL5YfT6zZBepAbNMgKOCslYisWoWm9z/I1UebTMSX7zhCEXVoWCsEQUbsHJ6YzxbKGqWUW8Owjy6CuXOsajvY88rDQlWGo2bmV/7YXlDES/yLKKIkodat5ckl4xIauoVyH2NQ2JFz0erow3AcZceqyDzYixFOEOfeZaJ7bMujTAqMDYyfUlg58YoqVGw1W0pTHGAh6isZ5nRO58xIXXjf5lDEirqjDR1xGiXYeSaQULnlKMuWQj4hhrk5PF7XA7N8nJpq4ClnwKoaiR14qheeRYJvN6vEWBmsdHCo05ZTBCIK/eMC481i1Gy2shbyhaprxupQzeMxGmMcfL0TBPdImiQSwlim6iaHHI5DVVRjR64ryYxVh0ffRzLC2PThFmq0787LhZZKJhXqbQH1bLMB0eq0AUssmNcSor+2kKr9g04syFoEjLioyyGDDmI0pspVwpyYy5nF8k6xzwOMF14smYW/jllCwwOSoXPY9UBkuArSizw/KWe9OS7cZcRllEZKdXTqoL3FhcpFtaprauNUAfSDTOjB96hMQBA+JDsW6Z3Cg4TF1u+WHZfC0ivaz+FlTN8CrZq4Wpgh5nXtLMc7koko3z0zGwLH/8glBkSKHwiztxYyb5lYy/KrOQjMVaPfQyK38lm6zVWUyR2TXqqRK41vVlHpoIqn55IgZp7oF+StuCFmVhmNyHtEDFWZKpKzQTv2Rgmcf7VBHutoz3e1kFTNArp6xHwMbf8+MvD4KWx2MUy8IW9k71zLLMRSFZICvKuSL9PJfsYmS1TdG/x/vJSoqXhZgcsJRkwfGKM7HIDwOy7rgFo7ZWNPWnP8IpyhsMWx6P59+MRcoPK/VOqstaE7HiwiesefEPwrURkx4yKvR4hLzmodeqZYwPh6g9+UHPRdbZwt4G41UFuzCpIzwuAkWE/cKiyYcETkSmtsN4n6hxqMETvdQik49JuF7AQjAFs2a8RsW7n5b7/C9TW2DMjKdG4a4phWdYwYasGNOwLdqpyiq8ZYUeY45VbQGMCo/Vn34ke4RHmVF0US0t+xlHkTO5ZUPYAg/nOBrVL7eMdQOr3bb6gBReN6zEaDK1TAnjLtoBWmWs+Cvop/EbZfAHacsRkTnVjRiWl+SLNqtK9t6TGFhBIlqZY7waWqnv6UTfppLu8lf2u8UrbIeZXotUZdEYJ+AB84odxhcdSG/qsJZh55hXyfbLjuqDz0L0+0CwqlVV4kKJCnkmJ1p1g/16DKy1rgG2Oc+m9PpxsI6Rx5yUISLk96iIDFNWYa6TXWRooVA6sIojFQtVLPcexm5xZPMjam0RtUQo3NpbGGeYJRkgbY0FRQfhMCDrKTAs4h6k5GJGU0WdNZqUW6UjCgErZgz7KEtprXbI8cKwkMiqPVGdEklhzGHdBVf4Od2CP6vLki0v3EhVTRabDOKMiltWPB+anD1lM8eC+icTxbxepSKfIpOjWDoKt0y0jMlOhX5a1grYZRtW8IMB8cBAtCExzzzOIb2WjGOp5GSya3RzdNTHENP8lwcRrUgzUxSBoUVHtlMwE64MCuVy2bLy8uBvxVW3RdKfEtxYfHgq472i0uZRUVpWO+nQE924HgHIGlSNseB1hUGTUL048JbCnyYQ3/7Bot6TSPIxHwQQUKSVj9jShOWDGbmTsSJeHkGzZdyXLeWNGsSOCNRGDjMlAkbdwxYDY66o4Z9bUxl3wwqvJ8gKQyvGiQeZQ14PWpx760Dw4T2kZHcZEY32oDwyZNuGEP2eKsfyiF5EMZDaqbBci6mc6kCZv+ghlWOU3IilCT7NZG/kpfE8IJcoyJOCLYO/yngRr9y5iVh4LQ+NtcvqCY4Yo5+Z7KtNZF/ij9bT6G/+iKsoh+U97WU9ZE2QFW41DNUwGoAHhAHyoUh3gkakmYGVbJpIwR+2qm9VzhwavaqJOaJ2t+Q44ykc/Fig8Dr9xFFmTWRzttI4fRdZZ4t7fPf7gAGngD9EeCxWzfe9xEkbvyA/oyNp1slzmOPmsypvBmKQzQNnDidtlS8Hc1gu2If4p0Cy+zBdzxrgX3bdM2DASvAhOpsfzuM56WWYNci1yrz4nmLepA4zV2Bc6pKqb+Ix9Boiwp5UYN7JhKhZQ0KH86aZwB+1CvQjYTbHMSsSdFTKfKfGbDJvSLppRs0UwhA+sDOlZz4Dt1OMFvgnioA5HMHAUjtgMz85Q3jhmLq8pttgBg1wwAkQ0/hwPmvKGZ0BFcQxbZr5xMb4fF7Enz0wzdz3zAGCAMiWcMiui+6ru3GacxWYSlZEEpobL+4IQOpZUUiTCY7MtKQ6R4VTREK45MOGI4mjcqj/CXuvP3szQx0TnBbnk4lHIdJ4rtpYDBylgqVUYFL3RoFmTbvAgwY44ARwrQ+TbLJo2vg0pUYy1UznaZ2agLzrwBzMhHB4htCMMK/BG7zWVakLNN9D16k4p+bUB8RP0UoPQYYcIlAdAOh9c6hfULamUMMqRaqZUl1HAXQTclgkDoj4Yc4zOjSQrjoQrCVgvoqdNpoJGZmAbwZkenBxPRrgX665Z8CA4+Gnamgb5Xk84BNSAxkaCa7LkpCEorFGgBv3PUOYSOCxqwDjz7vDmTVn0hJj7mmhmU+hTRdZodKhf+vc0MCo6kFaVkcHko4HA1IIkX4Gg/CDBgjlbwJbuuEZgAogxDTZpMZp3Ip0dfR5tDzCu8C1V2U9zMKzQvOWe84W9+LjlgOeB/h0+s6gAdtwSadnpnJQY9AzoTEdIE3YbuazxOF33i+90CR3XczZq65kS9Fo8G7rAxfO0oWiYXo4CRU7wLU0qGHSOhOokDUzVx8hCuWGAjgPzxlgMpmD3ATKnBrNy3KeB+ilVaKqUqqty2Dm7O2Ei+sRgIMG+DzBLha+O5i2In3LLlh8iUuQj6tP0D9qtabEwoSMBVeBzylcF/P5jV7K01txpayaTpa2vXPsm/kcKpcHBK7/QRBVcVQAM8xPbZBaoKTfWUlAiHfRjUoA6KlyFHAgxoz52QV0wDkcyMLoqhrNmjZBumuAN7fcM+CZQ5y/vyPoQpYcYIaJETvJZ2AG4LpsyRXpCpfCFBHfaSvPFKHTpXYX2xNUfHJLuXW7uHvQ4W11D+CiW3XNaAekViTrUCwPIp+EH+2F67nL0ZKbrCdiinHR4JRYZoSKmCWiXKQqO4+8uGGgjaelAe7sjcfjvSQWN+W7OR5v8EXQN8fH7plceRzlL4z9Y5qO3sIXxnwhcwd1tafGbMGmWsaV8enF/YXxN+4jZjejqouvbLrvjLBzxz1Sr74zXMCRHf/q/g6EHEY4GYG+kfYjzeVC1TImoXG4r4MroM7DPoEKMF1FUzwrsLrVYKP18sePy1F1c5zupOgZzbx0FaII7/8IIC4pgOjL1tmkApf2end6mvnO2MfbzfGVRpp5fZ5seHtKVjRVC4NciYO8sdXApVP78q+rFgdaxxI1m64pq5h5h/Od7Y0U7BfytjmD8YRkLml08OWaNMDWGuAOB/n4q+BR3TLdViRE0e+PE4ANxSfAGdsWgFv9ArBPwrWqPTUwYo65ntptCcAre8vzl6h5v56k1M72ffcZ+mmepKbNYLJzdbCQyknIrwgJQECHkZOxmUAiHxY1+e4jR8/P++vvHfwC5d+YZajULMnXixt1bb1VL8GqtdkR3zm/Z0FDITp6RnPapzAhK/0vsTfJfEN1azWiwgznlVl/hubDsY23Q3AynekItJS+Uu1EGqlQUHLDWPIGYmepAPy6bnEbzhXouM9qD2YRjy6DWu/8ay8nEkOG2nlBs3UO8dw9/z0lDXDLO9OAIY9u+YhnmI/GG/N+GVbi/vjhJ3D0ifFvxh/RSejt4m/Gv3VfgaLaC+NL0VWnADo932LUi7YGeF5zcDV8Uw73C7ng19u1BthP8yQ17S7s9+1FVH59AvJ5OC6FpnezNR7z8HKlnaUO579STZp3uHyBjek0Gn07/pIxC9HRBLd01iR4zE7CPOr9+KuTFShBNci9x6F3tG6NH7mvL30aap2du8wO7Wj28ZgfnyGg/n277JCBzPzb8Y6HKuxsb9r+8M3xo0Pecolxb/UkSAlMmFn9PExacYMYPH5qLwXpNXP0YzXbvJlxgT3b8NZKGruITpJ5rrFj6x9oa4oPtNYACwXzidBeA6yklF+UbG+zOzfhXXqaAC6MizNF+3S4sgYY1UoP3Rw/yT71sVc3j2oB2Jw/wUwqeZ9sJwVwtPNKpQH20zxRTc32q+5rY3u7n8psAfl8NX1yeHsvjP8AO9bp5s35V6KP40Y12NG8mBBtZrrMbY7dcwpMtk/QmR3US1mtha0KndHKzMWk6BnNh0kkSGd2fwxLG+ME9LI4ZDOTGForS+AddgsONsabdTwEoCKU232Gqe9ZGfjMhj+OYULwOA3wGBht2sFfahWt0AvJv1RThSNrcqWlcv2DpLpHoaUBtiT8qdHVAPMh3NneY7d8vf0pQx8hBWdpXOPeZ1dtbl3ZgJcpGRSSCb4gwkXFjQvw3MyFdTElX1tNBFK1mvRv9p10zw7nKABTW3Z01U39bWfTud4cX4HOs5ubm3m/UPAeQx95x3e2f1dkSzRzQaCnppy+dekGKtu7JmLMDbIxTgzq1Dujna+cinOZK/2TJ2TyIzXg+viTTaPlzgnANnLcUVPJNb3iNWX2kado3vXx+Dzqn+T032+oeeQ4aX26ACZHF2O4WJOuqAEkAFIsAAqZkrphK9dmYekbV1T76HM2Uou17SNa9AyxOb4s+8tiZFvOc+UhwlG+WTYX87mYFD6aM8uY1zH9iwlDNpn+ZRw+ZJulRmyOr/0RDd+Uuke21Ko/N90+BdSH23+wveCt8ZZzgsKImNGxDgDEoXMxadBSyj7kgPSDuCmn9vhr2U0MM2tx0QCudG2TAT8AyaUU1MA6JOObW9eshAg4/7NGmf8rJJ9JT0CXvw2vf3FZ0VXK13QjdHsNEAMxJODh9h4430WURukFiAo0RFAXC5X+tFMqgDZafGSP/2zHikBhm7jsqO458/DXnWrXCGmAqS3GFwSvLYVaGg7XGONFQDP6eXfR79lIIbJlmqkg0FNTTo9uFlRHq5ua80wBv5JzoOJcXmSwrlQRJK9JQHJGa8eG8gkwtYITKQuJ2d0kfKrmhVhM9U/c19s8HgdiOnpXbu74edE/5vs812SrxP/ltaG1Cm/Z1Np+BY6xrLnMpIJwkyOI+Sazj2jnkV3nxLEXud9rTnePFgZAdK0gymmbHKImYn1KbI0+icOHzp3vxiGzWiFExRBsb9XtTp+OYljet6v4zAmUj3nT7ELSTSlXvERDkShsKccITUNTuAdStiLVPPOaMXPFl4Bqb4ev8QNgLlKouHnxVw5TiQbEX3UB+CnUdUUiM7I5smKoyweatgr4tHaBr2zHafFTSDNetvo+AR2t0zR/GD/mMPnRaHRj/NC4NjS2+MXBjCK2ILJNLw55gy62wpdM5jefc7TYkCnx6t6sXe0a8S7Jv8q2/GC8gfCGjh5aB7bOcYHtVY4JnMyY5b/HG3ZZYrx/U+z52frNhfEGTtsXOEoJyxY0CcT8wL2dmgiMaAS1WIA+A2tbRms3SBqa7Uvucyri0hZY6koz+W2jDDrnSesC6zgZLoxD67CiYPab0eSwbN5mb/MwpmzxytK7zSOswK8Zi7SvrUk7RQM2xzeRYSvV/Sa6IU64G7p6/NrCdnV+g7Vskv7XX8HKdNIRRcS70fGIpedV6i02Gi55zi/hRFE74j7MxQR6RJPi8u84rkPeGmUuguZ7kjfH9xsbZNHGndE09R33ii0A3Yl67/xVKXH3x83XdrChG21INSuaksebFD1wMuMM25jhGB9OoXRfa+YTXy2DRIUeDC5Y4OFs+vF1RHIUIBmV/16zc3O8gWarM9EhqX+1qq1Z8t82942BLy97hmb7oUkz3oVoPQnG4VNlKGHL4tbAZpsTjTJfjss9sAC5AKMsUAMtOuPp3Qd44asxZNDoAjeuTRXD8RqNruEUyCCwOf5E58rRbHu7VFV3vpJWwbM4img0vMs+4KG5EVvILCzo6rPaSCDa1T7JfSorwDRAnf21wmLLLDuvuPZ5ww42s/Diz1ZDAfFeCG/Tfae2pOPdAEi8Vut053C+NHRqEkTYullnUleqr+iQJEzTrpwfAOdSEIkOed+a5oj9PQlvBoXVYUzyTOaDhientDKlmW51Eys3z3v08Ndfwb5mw+WHyG9NKhrwSsUxKc22o/T2n3RW1Xz0W41ZcueVv0FdnOUFI23CdHiAWWrzlXlxqD3n+A6PKnNa7qw8n6NaWEwKpZeU824sdC8G0C3exq3xhRn6jhfezDdnDzQNPKh13kwbm2Cb0Iq3Kaq4j3F++0sc7Uwf04+skp8JF/18DZBXI39E7zY6xvHQTqOZtPkKDxMPzk2IuenmHhlk+g+jFbfxZwTsJAB3/gSWN8fWL3Nn4CPokDEOt6/HlT5Ytp4EEVvWRWVTdZmzO7P28I5RuRrA8vM+agPPYanrDE/zSRBedl6jnkpsug7GA+rn/t/iPE4Jn87zjpDtprZpDdA3GUjRC3MtcXRF2rEy1WuAvdWuERJRRVtMldh1JpD4qnFdZCl4T8uT0D1wvHyv4utt7hKkbE6zjCE6NeV066lPlWFDu+C7tao9+hrXSeLLD4BzWVaqHbdM/rIdm28fTBH5Z2hFwceKwDCN9drPq15oNrR61rSbp9hc/+G81Tzv0dQutSQd9Oj4TMCTiFx3qxua6wz7bWT3L023xg3U3c8hJjtHtOx45RaF+9Cx8qG2nNDVDLxu5BG/zDXe9tHSuFYPlZSLhzDuSwsG2dzGCfrua+lBulsQI2I6OmxeHV/hw7zIjyFFZqxVoyly7yB3pt/Y6vxlqFcTqoBb4yukRk5YydfbrEh3FyZmc+MoD5nDT6wuALnkbnleHV+c7fyN9S9rSEW/Tgz8cfS1sRYsquMt332Mv0+lBIPrwx1xGkdpzzKj2dROqTVy9wOcKFmCD5YzFnhK9wEatvdiyQIX737C41nZlTgKJZ6aRnM/+zua85aOzsU5QsqdK3AXsvrIaF+PgjLUlm+91a4RvgbI/tb5yVSJYsynxb04c2beC+11R+dK3/6VsuXZ2HpXT4oYwBWnVNOfi/RCRTKlBtn8VJuAIY0rQjDNTDhafmCCBFjl2bRoyKucnDe14gTN4MRXwGi+HyupYrmm6Xnpz9O6eX62r4SHe1Lz0CvNt6ld2si9QpWK1KPjMwEOIUNR0/zKnoaJ1QagW3QMgAvjX5y/A/vKnzAYO0e0iCCgapECD7MY06Hu5LQjrsPcbg4iXEMs8h/mh3Kh0UGt4fHipRSANs658csctjmKtBmCqHU+PWx0mkGAckCtggYIFbGk75ca0s9IBxogc4uLzUtwyRhJZ2Z9UKG75imHcFM3N6msHRnkhFqKmnHhqxanKZCUFHZddDgOBMYjm2FVbI7nzed+ldhMNJmztIhCEH1TfzQFKuBExSX38tsCE56mBhii2s9uFmK7/GTHgXFfwz5lNGyNteum8w/6EqfLXd0zgYSkPqLw11qPUqZyHS2jVe0aIQFYtMUqLbSNtgZ4OfNeaK9ffvUAh/Hy9kOOES54FNmcZtFooV1TkW499QfTAHWV11oDFH7P6o2Kc1lW0WmILVQrH8a9XfucDL6tv4kJvFPWRD5xjl/evCLdmmc9mh+qUIFiuISiFgRSF7Rq0n0L3g3EVixDfokG7/JAkFCm0yFsCL2lyYfac/pFDGFHnGuAxfH1cf05HPVQQbl4KHdCsock6w3BJTDXAHd406PunGQaH+X9dHzlcD6afPrVRRQ2ZqxV1ADhzfSbGG+fQ5Ag3x9NiJETHuPPqV1DB+UGM5iVLuKXFaR6YfzuZiwhsIJHVMU2cRXNOqdQRHf07kD2b8MaUr+0uk4HAGKLLsnZuGVuaoFW2Y6tASpFSEcJ0DPA+KMyeLQlo3A9Qtf1QlQdvIyd++jj3yd9Q2e3zfHvuC8Bma19jItbSD7cZGNMAbnpi+PAtpTbnU120YXxQzRHfY8zkG+CqLApdzogF8a4JmONiQSRq/2jnSrWBlsY4WlW56eZ2HWuGz7cZloAHPgPf/3V4ZfS8pz3pL64Jvbq+AE06gvgeedPVLWkCR/+WoJj5yteBbhGDFhNEEte046un69QtXQViWsp3BNXNIsVHQ3cREljNLgsSKDSmvxodAfib882I7b3itsWVwIH5Y9Ja2dv/Mo8NQa6jKoA+94vTtcZs/p3bu6kY4700ADR6bO0mGl3wRXDxZqUG4BD8yNw8fsbrZrYDYcfqzaBYQFKHTP+UUfJCO+AjmvLxSEmECvOVDEY46F2Fg632e3KaUecDMTxxWHRuP6a49pGs3W98jc3/WnJeTPV4YTefzjJbWy+Hf83FCC7BQ7XT99MmskEMoh3FIuhHzIXwVZNVbA8pptpvOEiekpOQMxnrx9j0i7mW1zskLnt68UoQNlmqlag3/6LVHjTHgQza3YNEIXYL9aA1HXqcPjpsh2a/OjJqZXQvCIBbiqTf8GPkkhAR4XLe/94Pze8nI3cBYGbcXFNr8RvaYCuLAejOrtBsSDAWXEni58PXrnMZxp8YxfcW1YR4Ln3XZyvIlwU3jDfBgp8xRutRr8eV0/5tKpdI3Q2S+c2Z3J39InVDa5ftYVlV8eQ5VdKIe9soE65wH1yHCzzFP+t+bjw5jR/rYixTto5NtekW1tUolSRvlXH2NXnr7mhJthKAXKJyruuqxQkuuS3YuMYQKITWhUciz42NljVx+6H11mIfrHzd9Rvd8mMbzTFMS+b96t03Ks1UXW8mpQb4L7Nudf0MO6zQL7f0z3n4Xg0901RaGy10xm5MJv7Ec2EBW8cmMijocMCj/gjHOXfpeML9tVSAHl5Y1/Z57M4Yui+TNbb+A1iVfaaL/6rEY8ON/lEb8lQfbBL+sV448VxcSsLM6tDcVXNWgXwUgx1kuMaHb1OGziXFnmQx2p+hHZDMc/KY2bAMrybOp45PpKfxW07mSW0cT53/lN7iFBB+fjH1J5TlhilR4HAunaBW2uAzRaOoYa4YCfrnb9BHHWHm5sXkEwlEa2A0IN0ZwOu8wRjuLz1J+S9I9avXGdp2OMNyomiMG+FvH7jj+zCKzrNzjZ5Qk3walHysaksa4OfFsEvTotsCw8ShxbqHkNxQZo2rWOj+FApe1d0BrMGCiahRl+ysXe4BkifZ3Oal9GLEUN4TXp8mjXRY50SKhJPK7YG+ENyOBr9jXf0zs1XkFddY1RMV9EduHWlmbwNO9ObzkklOAEwJH1i7Bn7l1PzDjWuf1D2i+D1fx3185hbupoHDQdNOvzYxfKUe6D0pOHiTcoN4M6Pxk+qqWE3mFKr2r6+icFn3ULMdak5ui+6iREIGLsNIR1iw5t/Gm/cIFNirFgDtGNpOXXEpf7m41uMax/N7Bzlh95HTVkLdEkDjDZqmotvPyVO/ojAR+iYXS0J3kAmMDT9+ibkTdHKoksmdgPy9qvQ1Sajw5KTdIz56K/NNzLrFztQb7nh+ClljL3AHmVB9P4uPxsCKhs/wCVeGmauAWo8UnnkzCQDOzdRHzKkjOrqb9STktwIH0oD1GqltVaZ/VLECpimp9OArQMSVAHDTzy9NcCtrBeviM0Y9KfHGZD4bqEdt7Xh13Z+eJJechWIE2j0SPYJoHHaj+ohq4VYKdP3D4c6YnkrpEDuUt3DR0ADkhywJcEuukcBl4l8Mz7Up3n71uF8jP1GwM7ztbvjb8BZw3dLgwVl0nrkExyr6qJ1OfxZD1Wm/gGbXA0kk/jzyeCqG9a1C2znuBInfh/ghb93z+lx4YQaybOHj6SprQnXxh/SeaKOviLNYIsa75VXpM+uDozShbOClI6jhnSqHN85TvfpkBPM6hYaG9fHSJRIhhCiuraIxfRS5wLN1L6HMsO1I+RYwemVV+yiAeB32YD6S3HIgavUKShA3vJ5kalSJxSTjPbCSTgvRXRrt3tT0/0cUGQoGqNYvfHa3yfECKSX5J7qLvCJcIVr00+GR790z3OMz6ttnLPFfZ3MH91/ko7+gymAmBZQBU+o5C+RXjOcycu3zfUAw/j0MuTsAPGha6wTw3YpT4Mrv2TJqvcSqSwV00udp3yhfQQ6aH0URIgPbwjTom04xlt8Z6NqIVFSroYPc0z4shCqj5CfdjseMSXHiSdz2qhHRLDckzluhAzq6f2IoQKm5tr6H1JTTOVd1y5w732AA06BrQVj5cnxJK9wybhwCeLv5sXR6PzeLzxqddQDvoBdt/jU6xXQ6BZkSpPzSYT4E4EXll0dagUsbPux0EVnMYkJHyU5NqtNOJVAn1s4jPgFoxamrt0R8dlg4vDjS1dUvUkZZOLngpUU2N67ggzaI2mDl+xQCentS+5g4iwn2VaCPJOJRGheaHkOlreWS5+d8k04ylOI96e0CzxgQAel/GqDw5XvkyNKdaQGvz1mWGVCrQm8w+x04nehTDoG1O3aZY2Dsqe6it0C8E3cFOPFS94g1+KV+PocSIlDZfb60nsJa7TFouXWha8lLFRIC+QsPZkZ1Ro+dZAZIO00iGb8qB3jvCkFd0/vWeABLxAWCrYSWhjqh49eg4/Wau2asRjbkWel+taFFeXM2QHN7nSc9U4RDRm2cq/wgytc98stocZk/d6WZTrrpLfLl9/qLdGKFWFJbc+fDm7ydJHqbTFAiBbLwvG6cDleZ2Q8YhCdG2Ofgi/Gy7O7BjjgOUbPkO0AeRZm48c7bOcuoz3nZ0XMKvV9f9DUH2QzIKb8+gfX5to9thDNjAt0emAkgV9hoR7YVjZBtfMlzR60CskGdzNfXnSVrAdp6TKL45oWwRiIP5LNn3Ti50/cS1A8khSqQjP0RDCGzIxvcS2EerOeS+BhDfCFRnfE9qB3Etmox/DsfFEsDdlAz9stT7kf+7SxROtZCdRjut9yg5aTOmTC97+4/3jMp9QpuW9RHjgpgZM5Kqr5hfiLRUDiuMNUAKItiZ5F+ShfNTImWYFlS+pqnCPLkdjj5rN7hbkLSpxKUfMUwldaIvMn2oMGOOA7Qlu1MGhkcnZ0ZsgqUvVJRctTAZrYkV4nAj/ze9jRoTD9QwOipDlBX8SWBeVgCUgMUmqv1GrRsxVn4C0z/snePvATTJHY5j4ABdA0V1y4RieJq26Fpq/CKvMVZOe+NYyusI/DWYC3QudsT+k+QHsIYQHsnSdPgKUE+HChPYVzn33onOyUrwHYWevdxivAH/h4phGj7KywRJ5xdHbu8nUVwFcCF83u3nn5jAET+4nYnHBPE5pUqw/0MbYRFDZ+CJiP264KKIvGz7wtl53NOtbu+2kDQhT12mbrAtlGfTIlLfmsjvJQl6u0vpIJp2IUWg/32l6wYNkavtSwYAle7QcbnpIGWHziqoum/iDqyWEEruz1fjCM337MjyGCEz1nW39iLX0f8juCvwBm2Tcn1/A9ypNhkcgBqG+cGL3TyMCBvYhi34VvwpJtlSfC4jkNVWhJxyxAe3XzdJB6VgLiC5erWuHSC1f6gf4rikFeFSuK/WrZktYHqLdRA0XduIJNy3gdZE2MHyldBh7maEOHmkeYvM4nE88f2dEHOg3gXGGLA0XO1D9P6W0wSzXAs8F8u/c5hAt81FAaVqM38SYNsHxI5N31s7cUpgE2Sz5CtiztuwZH9YmZqzWUSqiRls+TYl/SsOhxLkchHWOmPQGiUYurnEF7WsrQGgGxFfuekCW4KuXzttCxep7sILgUxldDI9P0kB4+qcZPexSriZCe7gOoZSKnh5YD0ozPDRshMHL8eMi6YC86B75EYtJowDbRFiTt6gG5dA+MdNKiTxB/mG+LfEr3AW6ld2msD8VrwQps813x9sZJ6Vn+mrX0AQZDHXrq8Heg2ts0+rEs7TvGIddYToxKAaimLIl5YztLTate2Z3gCnAZnI0lE/qwb0f2KaGZczUQkmwOnUsWAu0eA0wrRBo3e+FHr+ISeZJCqQGg4T6AZzVcUq/SOpCozkxQi5eNCOVd/GwKUWqwnUHgTJIIXSYrexaaJK1c8OjmZztFJ0KQr177U3obzE37Oh5j7R0ptPXOiZ6v4ymeT4B5huQCKih7lkqIgH2hCoSKzIDpVrIvaqUwNEC+iCJn5bcOzhQ7fIcQvwaYGnM9NTCqvc5K52yQ+Est0AV7+bXBIq1u3TMCKEGVOFsF1aCuOp+BZed/4RgFAhPixBwZCrppDhekWtWCjeM4WSP0wAY0Pt7cBl1u0iuLuR/MK2M4yM59DjhU7liWe+1F6+ryIMpXKK+ABvLFi0K5omZZyK8OIP6QvPQS2J4gdrQaVS4gyBfBQsubFNckjfazdUq0DHbMvIantgZoeMQXstmXUvXwKB8tRNqrjBC2MMft/SLweYbkEhKAslMJEeA71USozMyMFCS2Bsivf4UGqA8w5Kw3/A2TZwVvwyYfDSdQSW5gVGsvUePXrvTRB2sBhZwVRmIqYy9E7LTuGcGx4qoLyMw8XGtQ7rRu6eriuCrZs08MPpDcRpswpIT7nj6ou03RVdJC+esB+YO4o4q2IEeJWis7xGFa7XkSSF9u/1Kw4hqcmqUn9AKSGESR1cNdVEltBsouF7+wNFxK5k0T9q0WJJgRJtA+4VhwXfcBSspk6PW2zeb4EjUeNm7zlenOV753q/U4fYtCr8bVUt2V7XETGVJGwt6gRzuXsAU9+0bGzp+KzHxrGE80vgnClw8WGmCxeXxlrBesnRUO07cW8+c7E7vpO2T2Gl3apqeOzutzV4IWLJFmZTAErCGtb5g9v6hW4isw/hBj1EILMO/cJtjGcvl5auSp90zgGJkGjW/Ge1w6UppbED0dWJPTgiKVpRWArBOoolwJ1A71MvAKGDKgfPCkhbp8JSdxXKu2MLCsJdwA5lsNiegGtclvM3xqGqDEzqfjd6H38Cuk1H42LlnTGr4Y1j77eR5i7xUpOL+FAIgMH7tL2Otg+RpZK/Ht+Et7s+xowzZBNvxbokJzXkW1xtZs8eukvh+tzxF8nL5dsJteinwmaLb10TXSlWC1j1EwCg0cbfCFx0D+0qkLwHKdT++Uzk2MtCj7vKMa1BXYTIxaXEj5Jl4fSv1xYabnHyvobMtEPUUflUQS4u15leTo7TVqbwm4ZkbxlRYBBSqZs3m5j7IAfvQWykmuThaIbHChkDbc7PYYRzQl0RNlI8+s2qciSS/Hyws+Hkc8pa/Cud7FiW5fgeLXsnau2xtc86cB+A2v4uNQkeGyu4CWzCy3fBNqRvp+FcqqfVFI8O/fuoDh10nLXeDLe+Prpqp2P4/2REhflnCPfY7MG8gXLItDvcxXtvEXby/mC4DV/qKJ/pLsVHbtME7WBbtHvw8apxif/KzX4ltektBrqAy6/3sH9sVi8WaY8jle99fgKh/3OrjYpsW92fyQC4GW2o96T5tLewsPVB+OYzagobyA7ZBcCZENLrTZiRb0iMJxb+QMyoiGOirXc6isbleMGwGfrgb4zfi/oQWSCVv/su/YXaY2lj4NkL9PivC78XU8dyMf34x9P0qMvtZXezb+xDCQM0MVk5LnHx4jF74fbUVS1vYHcp8QFHiCf+mK4eLDWV6t9QFt/zSu72P7BTtKWg6VcQ2wat1a4dUds5xzaiyiyusizEJqH9BaVqjb33D0/cTkOPVWO/B9993Z7X3c5fVD6VmoQ0ExXEA2ngkJTHhL4api7aRYeLvggmi9ZRANCh4XZOP7Ch1a/vS3F/qFMurkGxB5Aazop3sfILckTKsxPZBfbLlhCpyip+f5eVAXHob4GgQzAloys9zySWvS1xSS/gTosyBEWwPcBT0XSS5F9PU9aGpnKlQeBbkr3NSwRohdNlAJbE58M3YW/OnDCGgN79WW6IwmIp+lCd4VTwnrULDQngWKCJeHeK8adN6FGkIBjmb3fv/ATjimdVSHoARrT8GjCMx6bvhSfUNXu0ZV9BTX6qBf95yFVun0M0Ma0RWKRzmEyGXKHFsaOqABAWPaY0uBzfGRnhRha2e6TEdOBNT6p3Yf4B3Iqa3xw9noc87sLW1yKuG3po3l76PpW4TNljfHBBRdKUmjP1hx5LYFMmpNjb6pv5F3ciNzKE7f8FvCl7fGD/Qt/wsQTF+FELmpr/K7pnZm2B7/CPVu/ffoW+i8qB5cFNocwHa/mnriG36LjAuEbEGzvYlDo88qFWW+7Wvd00B3kpwFFlHlZKUQpP8wLtesyxZhPQw+BRy/unbcTg/0OSiADe8CLNf4bC+WX+Ew9d3f6dzS7qiBdXRB6I3uWz8yw0LIrbbQ90x8+zRsa1DVdchgTMtuNYj9wxgWgFaMNiud1w1q6lO7D9DwSbrAg25jN3ns+i4wF8Rm29vT0blXFA8BFRnCJcri7Bru/dousD7/1/o6HkL0RSG7D1Hg5kTO6irYmWHX2vA55S2hxqC/D9nAqDa4mkAHFhvWgql/hRK6q8qY8tfbuucWC6cZl5142SW/YpaKv2milHJVd+Q+03hyWTODBKOmPJ/xHkA+5IEegQsdCS5ODdYrSWPq7rsim/J7sHwspA9n2rmVqpdYaOuglgkNNVct8BvTc04VVlw0NaDvO8HmWukI3aSlFRRApNrytNYAP7+wPR7/SGLxxvZ44wJ0m+b3iLqOKD2V4coOd3IbzvL7O6MvleETc9PSfxQf3deuL9UjfcNeytT4ozrz6CNJNhM1/mE/crJxB+ebIuuWaj9DRBu4ZDe+RB5cYR03X6dqU1NG50xQswU39J1Gfm3wQqHk9rfueQXnZr/mxs9JzCe6q2s+idXw1pTox0qZvgcoLvDYaOhC1GqaBsqgPtIRC3+81876r3zvQAiSGigQTxavtO56elTV91fVugKWFE+SO4aEPWrip5DYFkbX1PvHAE+naJldB8/ZSFJA5/hlxlO6D/A7w6T4Sv1iNPzk7oDvArUaxJsTuPzHqR1zJYb0somZqax1+i5AcLp+SAMrmmj3QEM+YO5D7UPHaekPaCZ5N1V5AouYnVGf5JrhogwAK38iHbAST7Wu54TbCiAjCvYjWdfJiRVLb3KLM9ArWb/1J5tpszqWf0oa4HeHG6vcOLf7/F9UPk9w4ZbGZQafJ8DAxr+zRbj41mkhX7otzbYeZGm9PmDGVsofAXUN3WSGYB/ZU7gMJ57qm47aHZsxQS8uf4q3Ols9KXiu66DLHHjKDYcstwNtqmzKLU9H/pHd9D0QmLh9nvRIB039/n8TZJWvfj/3309/HqGx6GIrSS96eJbvTo6UpQ954fxMp+hqaE+79QC1oJEwqWOa2fyQa3/c8fUom9umJ2W24Kt6s3rSliKCNtRHCpp5WjDsw9KDcEL0PWTS3gFGTJ2Ld2Yrj13XBtT+LjkJOlz9KoWvSPQdYoT50QW25nuvAY5GW51ObeNsvg85YEWk3V3AfdWM5HCFbmNjNWHJGzTL8rlUdz6sDXGr2XrRPilMGt7rxxv78ldxBWt5ZgnhWnLVQoUbA/Ok+EGytHr+WFBznGof+kR9XojthLaELccKgQp4/w7Ap5TLJmo5tA98Who5jTn+0TzzkvbwTZAB3w1sqJe2A4OzXLNqY0kSgMlhGZZnewJwqtXTFOE6Yh2IjyQn4TSF0KEQhLyqL/18DbAQHMjX7o5C+PBW50LkQZau3He4LNfeM/QyCGc9B3zMoyYJetinjdYWDci17kJFERxgSroJt7qLhkO+8ZXYNZhD0VwbtShvKaJIa/YiaIADni1AtdOoTkvYBRjFgVlMyEDK3R7lNVLqydblFi+M1SB5TPt6kq84558Qkyz8CO1oClQCzUe4KlfmpXrY6TWqjaDAx31rAU59acXe0O2GetUMLemBUCZNE+wjgY4ypZW3IMLj0Rkll6QMMlWj0RIW0lY1jDZ4DXoepmwGYMuj0o7RK/kgsRZEHoLEZPgu8ICnDhun5XVYXMFhkEJ1KedzG8fImiDUj8V0l5WrSnH3sO8RivWjrhWajfNMSZ8Eh3dqrV2xXLfp/LSI3wFYd+oJLmWp/lGZgiyDFonjNkV4BrUUEXoKJUPaIlPx51PesNqnuYprbmkDVUMYY9KLL/kD18gTGbgLVrFNvpDRz7PIadVFHj5PMpsMGuCApw8fg8XY9rmgmYqJXo36Gse+6dSJt7U0xxLKC0A6uRSfH6Ae48HvDNS03KvFUWfIey4/DSswsdsbULA6C60Gu3WOQGP1EbVFoJJWdTTfsmWfB5kcUi/Uoxf+hyyCXKQDTZGJXiahOLKUpe7NKK7Uk7aHjgBpiD+SK1VX1VUokKV+qIqQFYlrWgO8de/evTcK83/u3fvLG/f+0vNbbsocIKM/TY7NpvwpZ646xXayZoO8Z/WDaVVztr83YJ7jX19f43jxZwf4jZf84PX9/s+yxqM8eh4+enJ0/P5y76UymH/q1QW/ktT/oVcjKmKe1s9MCnHAghkOhb+QoSKBvIlPephieekPpNwsbwRk2G2iQPeNlAtW+OsfjbFAGuGmaDqMZpSYtergvGSZg47/dOg8YE1UZIrz0qIkksrFn+VChCrxn6VaP6gX3Ln3F0UyP5q87yLrbHHvm3OPdm+7gXXuzH6Fd+nv9jVWXFV9rfB3fo92/9lYDZZP78IqCK/ndxvsPo8/9PO5R+fQRbevPbp2TQcJ/2s8NEhEu+C/dg65rvGAML+1lK75z13DGHAqXpx/5bG+kZ8DxSvMliXfvqaQO+bLBTvWuXNMNC9y6qfMmdLuLrlrFzxTS83U4OIPnXRt96/iGryjv9Cd7FFNj3NwmSImWQr9DC876REN8iGAIAuw65nMP2yUkIdHR7WYSy8oWVeXfx256sfYXR1dL0eYq1rrAhUtVA0f/PA+Yiq8ZEyR8Is1K888qgnBa1fOGXW0ke5fd//KpsGICH//zI7xPCqCIHLsnvvrtTXtAg+XwAOOQ+ym4uIlX9zwBXZ0Jie/WF0X8qXTMwJu26YO8y2M4lO3nTWClBfXp9NZymdo7bMG+Kk/HCC+OGrKT2wUNZbwpxa7dTp6C/UjDni1N1IyV9Nqj48JeDkEw7j0xSU8OfaEDDalAEpMRhefzssQBgxI0JpRw/tQNW243MM9RAOXh+Dw3i2LWIRjktcE3vHXLwqeItA5STCgs0z4xKMwPW8zsBh0MySDvDVaN584DkHJScHR3m4P7GgtEn8ngR/v+vWDZZ35JmZDlx+MIo4lun1bzFxeVqwnTbgz8uV6NkH+z/q/gjngOYWrHBjOGIh2O9ghxmwa95xNGMg9A7jEAsVl3UCtvHviu8SM+67uhzieabc091dXOmu/FcpP331HQjr7LENRaQFtivN79LHJekLY6620k6zg4UIqLcVVhVrgqRSjB8Qmi4aH1yI/TraH69IAh13gAQUKvcMeQLLTuV4KI41l6opfhvbzOkM8Y5U5uw4smFhPEZV2g97jCQTqk2/oFnudDt5P18yRcUmXrfL0Bzdbu+D9fPM5t51P3TPcxJ1IJnWYL2qMpPpMWQGN6NF/DU7J9My0+43z7/AkyIC1Q0pKgH47nVO+MYRByzu7iky6RQtYZVL1XdV9j8E76dyr/tHCF7ym1pQd7eCDGjqT9KRlHC8BUVF1QuJLWKGxcSWXSvFS6ktB/R8jpO/bJjkmJeq+ZqHDMtXJHiIGxvvDhFARqTerH4f7AAc8ZdhI5ODjaMQoNoVmWjzaGc8i6Hy9XMBN42T+goBPteYWs5fihjqu2LVnPzsSfxcaS3uqrYJ3ATXSfQTJUrnUSu6ctMvUk2COY9ivXhaHvm8UtItoIPFzCothl8a8CZFviUH+dW2C7LpnwIAWMD5t5GosTtMTnTFNAV8CdFVn4XKfpvuixIXoPjK6dnTWr06NenEUXlsCJNoXuXxKQxWnIlVyB8i2vGP06Iiy2fMfkDdgB5IJB+iUS4AcDbwzGpRbr6gRNCJ0SzuFvh3p4mqiza+dGXLWChxMMy/Nx1EsrnlK3wQBbp7tVzeeN+xsX3HfCw0bnBNXAwEpezam0wrQTCuAaUZphQlozRAEoX1wFf5EINnT6iqnBB9+7pctaEOrVcvBV56kfmGQT10Eyo1zPnzhXsDzWNGifI3ppG/rtIR260EZNitggCqgNPXqeeLVwRVN6GK0aUk5k1pPNm2EQL6amt+pgUcfelzEu2eBLotIvgNVfUTGSXk0uryeS+DOGuDO3ng83vvEPXfE4eHN8XiDb+Lzb8YtQXNlw8t3Pt/RW/jC+M3u8XARnKotfMSPUcN4fJ+DJX08WN90OwWKVjp2tsn8E+D0zLSxs33JfWdIdEVAV8CsNb+mZXOo7xVs3N/Jd0Dg9MxztDQ/MOtTi+tEBSZz0xh7jvOS4cQ9mIrMyriQv0rVi53x51XXFgCjXS4Fm+erwCjzqx8ZN14Zjz/MUs83N3kzSItqCHz2eM1JxTCV8SxPe0Dtj0KKXxGB6ga/qVJSAU8kyRMoU2+Oz/EBYesOMMAn27jCSAGP6wKm4WijLt4kyhMemsesKMpYY5nHxzsnffS3BvKBT+ZBE0iGFTwlDXCHg5zfP3OPpt22vBf4uYvjtKPryqpPt11giQK9hS/oW281Nv3Lb1YtP6yWfUR8o+hyorljHw8+BYxWKVy+3n7kvmW4svh7Hzt/qplZkvUYXN7Yi2m0cguv7F10XwsLExYiXj0XszL6/VG81kkLV/ArdPnjvSZy1sAIvrL3ZUrL7+Q7djitKnQq9A2pEl/zyzbNt6lraxTK2ek60w4ausbDwBX2WtZ2uK5KZWrJbYoFb15Vs1F9EJtKWKk6tnE4tR1f5tRBkgK/AD189DQQB/r34ysQc370EzDAxQkHur5lhNqo7kH3hCMXF+XURDUGIABD7mMg9TGFbOg9lRH70r6f0jdBbqbv7t6ExnVlm+dofZr3Aj9+dpwG2GyONzjbNa5X1ADrTCiLwSIB6NU+LH2CyqAq2KEBvnLqT4XcROmvQGVnfANy8JCidgUNsOE37hZAHz/OWJa1H77uUWHVFjbFZ4krLEzoB0acXWZhaMc8Y78ffrk1Hu/6AObSFU/O7fZVE4qbeM128S2rfAm2dDgtmd3L0R1SNXa+WtyVtXrUbH/V4UJvazq+M6uJfXPMF/lGr6DHDvtln59KAKg9vmKA4dNfVTOhjnc8cIQgK+t38pXo56SngRBIN8eP+HY/jwh4XpYpe68EVyXjfIrj49lAqdoqT7AovmNa6XyP42xdmyAtDXCrHpMKntfo/Ryn61ZqBx+NH7sP+Gb8pvsMvYW/aX86d+dPY/8kulV7f3zOfb8bv8voGOEf8UTvNC/zpH568Pu99rmlzTvwrKIBxmeDeyANo8CSrL3gqbtTYuUWLqxtQcLOf7mnBocg83OoRjn0OxQJdPwmrocYwRM7r4Jail97HQ20NsYXgwwujWKaHDecVkbVsgutcddG+/hkdF44vjH+2n0BtIVds6gzM4GsbzXzTeW2WQ3xh0DPKU6NSB2X0+1Tgz3Ape3OnxekFcBg4rc6oH8tPg93hWBfAxtI8ivQ/6j3e5SwMbZLnHADFQVUDnHGKFwZ+gmUJ0/qsgqU8AFFpRWjSwvIoy/XdAncWgO8WZ8+f49+sI/5SuxANO2Nx/cxbJvNLa72tc6lm6X25JciXGXb4MUwzoNeGEmA+1qn652b9qnxXO1vd+xTcBfGP6DjZS5uQyMFTU2hnT8hhyrqn87H4Ob4NvSCX4DE9if6e+wWWrhX8Xu4Ob4CFegGw5ADNrIR6cf68IeI3iK7qYQtJWDK5TYTmfjMSEIHtY6aXR9fwYBtti/dtGvzKb+zKaKjnevWlyhzTWUSVPhOqi0yWKU4xomNRAO6Ng/g3vi2sT9NrQhwlGKkp1j1O0Lbr+Ba17iF/POajVlry6NoC8CFxNuqnF9ETfHScosRUZTYASnruoi6uXFDncUEiZicmah71ti0PL/i2VVLxuyDoiud2zyGvS9sBov8f+XOxBFhZxqh3dG06MzESBDwg/bhTVxLsNJJc025m+noE2Q+z8zpiKdDsUPGQDrx2ohyPqBdhh+qvtt+dHb4Oeq+Trty809c5G5mxXCOhhSz+Ho1BvoaCDTpgE3nifnIW5RhCk5CoLYLtljjHLVfYu0YUzaP7aDtQChubv0iGkWIAX/4EtfTpnDisvopaYC7+jZ4wvnfMerP9F6AWOJhItAm+/C3r9Y5drYfFucSa6jWP5SvKLxji3poWt/peldUc7UWhrLolX2jwrh2TTqEvjcsmhU/K+LdbZRqtjkgYF3e9i7RF84BHuTE7x/GGAHjTxR+FcxxbOhzycIfGK1RkEpc9qwRc9lyFsQ3RbJJHYXm4ioRNjqMC3/e0yT6lXzg9vPxA3iKZRoR3/LaNueRocVGRUNDkIfbdg2ar6IVAFoaRzK/sk4qPVLQ6Y0T3ppGzcasteXrrz3VC1oQ5PNgEGJEoMMzW055s2fkCOA1KncyHgz1wy4qMkFnhsmpK4NbAXm8L/wMqwKpM3ntwVZ9mQjhih5gZ1pMScAo8wP6wCb0G2/HxaI9fsQ9EyJMeCC7E0Qny7PlzL/K8dLH8AW/Me/YTqP2ZsCI84agXCLoY+AVGwOp5a0DxvM7sTs63HlFvsxhHmFGHWVeVTt1XIrx/g00wJQLQzg3yoFUGEE7zRiKCK9rE6T9LDCanPdbL1C+mEImsaTFDC70kW1IoAtpXU6QIma9hiI6E8+36UUMj0AqTNgiXkcDBKxCr/baeOuRiUKPSAefq43FGuDOV1QJTw6MZsrSHROAN+DJGiBsjCM7GsYvjtbu6EucGV7RBYX0MvUScUE8acWSsBKRlfAYoCAukhcx4hHDjppsP5jOcNkELYv9eWF8KYiq9BWup22Ov9pNowTYeSUaf96umJRBQ6/FRqIx3aZvi/PKW9Fa++Rlzry8WNOxAhF0utG88ifMYmnigDR2tWWnYBSqHkrMz+vb+LmNJl5jROyN0NwooYE12totMusow4fwzfGnZT8k5J41Ni3Pu2BQcZZcHB/n1sdw0RdA7sztbSkiapUR2rF6fHEwMVIQcMq/RIatXRaaNzomGGfgH9cOfsTLXkptZn7xusMld8FX2L7kIrAzvJcY/nwEFelwgiLtToO2Fp0GLyQxRhwIdYazE4wxEBeE3vJ8DAhqgPMZuuDBtGA+OiMOsqWg51FF9FvzQxJi7RdRSezSszNnyP/L+fzC+LGIcIBxnPqU4V43l1jg7KznNpg3ui9D+Gh7/Nga/DVVI1fIKInQAE31V+G8qk6pF0l8oQpaJIt8w0vgcxywbPmNKPzp2KsU3c4aIGAVerVwziUfHR4m9HCzNd5oQFPqmnSwjUvehScE9G9Q+poCcNTwpCw2ybM8n0dY9b/KugFfI9mi8/lDX7OwtcqdpBAax+VySmpDQdxI7uaO+gaR6nr1pxUn0ct/UuHfIkuwkbCx50PGa9ModJRsNK84jTcb21f+GOcjtWIzKAh+CwwalnX6CzxWiEan73wlMtQJo9t1DIyvL62SjzjSmXiIyqn5pjZSb5ZHnbA5fvR1Ymtn+5Jqzpm/8Xy/I5fN9sb8omW+kSYSkXrWhseO5flBKHVK/jZ1ZXDLMHjzvoiN1o34RLV3ZtnbZWdebnfmxsYcB+13OBk/4DIZv4YE/WzK3JN3Ka3YnjdFr0EmlUYzmq9iS1ratqpo86CxYAxjmHl951mumfAsZAR2Iepmc5wmrNN8+XFnGwMcApHK/O+sz72WRBDZ4dvc85HstRbHAJhMKFRxRsSoxfhk1hvsGeewsdVKH2E3vJ2GiW/43x9fmXIXmH5Y7+JihzxAi3UiAn02qNgf7EnuJEMDzFnODC/1vQ3mgq20oD9oX7EQx9XvrffoVc9Oz1ebRenU+Yidq4Ho2huvn3VK8ugrODlkNbGFSgNEBlErsrpnE6crp6mz7s718eluOPnyure3htP+qOLXVzlnfoY8h+btvOKlfdXSdhlTicNf+1ZiiiEK4kbySu6ona/+ABfpvKEmiEIBeMTyxBbKqHgGGn9dZ9uktFiGkg2OJpzNDVumMc/Ow2bdqRWGmAjlmFO/T7m+OM9kUrdrn9racs4TWS8/BDnRpuJhbqOc1Amgm0s8imNRZLZ8m1Rhp+C3qNxQ9ayx+a4yACASyUVXBrdoHQ+lDdwmKbNQStmkeVKnW53phz8fEOtMEbAj9efpIUXFoTqSrZ+kUWxHb1b04W4af02qYudvjIfJ9rakoq4GbIlu+6vG6jv8tTE8SRdH9KBan26QvZRwDTttyrmrpHo4gyCqaKTf7CQ+fNAWgxLgLjDG2PQQNMpjsC3Nr5nZ7Q45BdI3LipMH9Wxmf94/FueVG84D/PNV1BVse0MhZa2/Lr+wMkYzpqeBe7RAIGNDbLol3a+xFUocVQFXtXYKOU2sGHpkgvW1ZDxjGAXpsK/xV9QpkVrgM32Hxj44fi3vm33Q9IjfHuZ9JzmZSnwo3c3bYifFM1X0Ok7SPy+GfyCLSq/RDT88wfT33oUtLbf0RHjuURkLWKAsifltUYjAg7OxmrQ1zjPU6EASLSQK8FGAW+81+YZOmxQOxe2oIpDEePVEU7MG8hZU4zjWnSM+n0G7eNSKQCj5ststlVbSGq/kN54hZO5bCPhnYCrgFTivz6KxCKz5TNt5du9pmiDUPcsgmhXwUJKTl35uVufpjF8n2XiEhiAhFihM5OU9c4UAVIG04dz23WNGtBlvARlktE7zCymDimraPEgDdAZhp3rI0iA28usJMLQuSA5/4C8zWwDWrU6cTLjrMy1FLP4/sb8TWsnYbXWB8zXIkYT0CiPgTQ/mCjj2JqnUTpB7Y84EjjebeE88TD9VMXsGsHBCP7Ngo3T7tNaAyQaKXZ+wsQR1emOJwuX4zyDxdnTWHRgOknbkdIoAfjIlGhuLufCO19RIVbvfhNSrYAdxaktKbCezIAgwsaFLaUhRkPb6jk5+pcPC37HiV9WCsxd0ULNu6YnA06GKkDRQue+jAGqnqT3yljyXg3Y2bZ27Gx/CmqJqOsQhLNRg4UO/YhYhpoNJiRdgdQ1BJmvbAUBhUVXvvXDGOp3LljdcTIYmDrcqtl1KpLzs54Bc7+xAYVSaTAIuRN8lQPY9VFXZrZ80gDnULKKNhDF0RHEZs6DZnryzp/0MIUYdW7BFfQfrramvnD8HlSgB/V35twWVIsDkjuTlK/ptCKgH7UG2DyyOLZH9EJYAbvaIQduj8c/j6bMeSWbecga4PT8n3j9HPURV8abMz7yAU8aRbnTpiN0mutgDeouGhKzGK3hGHjAwkKMlvKATQsaxTEw5W2GQ/MVB3pOObR+A0xyIBev2rQGaAeNeQ//QB7QRzaUmFlPG7N+O/0yGSWejga4w93xrfFDsOA9zwt3iDWdbbbGd+ajy1vjvWlx9kQsRbpwfryB8s0f2AnfjLmac56J33AZFYWb0UUWhk6J1qqnLijTYUEiBgCqfXVq1b46/h2Lx/lZ99eAiweHyMqC0Ed8SvGOvhPhCh+D20rHrAT4RVNujvcOwS/GsfiNk9rG+L/lQiOxpRziU7X+Bhd7cguRlW0rY4BMPEh+mzqKtWgF6GsqVfedKFp/ns1sbiLHq+NHVb8L1NFRm9RjI1qzoYWcjxMN9OM4Fg02ilYIdreyb1Y41O+8LwLTmY2a7tzc4V1axomY9bZoid4qsUGMxpFSHgzCTY6Ir7fGl+ZF0349/iXsrf+uRg6p3lexDQxNb4OxTt2o7FkU2UBGy/NDLu6m5PvjS+pKnC3RM6YesWNgF31h8M5Un1mrCkJI0DjLXGcCul7ZHt9H5NYFm8aq4fA8iSFbY0cPcz6V3h7T3vpvqPzoLW8K25154NVAMEyb9f0N2TrkE7VW3w8vpFG0M7upStBpOEIbe9NJjLjHTdGQYhZzDOiCV/jWai0P2IxizKbw46Y4Bofk0MhowTWNsMmnNho4BLbG/4Wr2Js81Do+O+JBZ5D7zkPufXvWBD3h9whqX0QaIOPPFu01QPYrgCbEtnk626DyiEO7TB/bBvPT7XF+ZNVOhCJA/y5OhhEuCnsuKB2WCRHFk44+AJwW+snPz9F651E7VlpIsLuIzOtdviq8vM40LfTxO4+Tmrb16f3hOD/oEa0HN7mFnhXDXXBFq+pJkfQrInQU/XK0mhhEIV4e2a0HSOPqSlN02iQ13mpzPstKneNzicbN4qb1m+PW8wZ6BNPPwAHv90vs9yvG1UfcDiR2Sw1wtJsq0ZCdWnN3cxuNenTCJ2XTztnB/pwnN4KciurmGLPh8GO0JbeBmBd9TfCeErTTBi3y5OToSogSda3rlFBgyr5gTUS7MydFPd6ed41XspgI7GzfnzfvWl5T7KbQAKdcBBSQ2dbGprm099fnBa8tHux6TAxLyVd9evZWVexawXQbzA3eeWedhqoPt6/rcXoBmlgeFTGLqbpVY6B9wIDJfJpozGfXrMYbh6OJ5+2MMGqKIgbk2nUUdptvLawphWqra0m+yYYbwLYayDD4e0prgM0W2KPKkS7lyQuOhh5x2/r8ApLv01ueOzaTwu/l70iav6sO4ILr418gWBQmwes3pFlbppJEaICjr6Pa0eXkI3BGAkQIs1L1wfPl7+GrTuKrQMvBP/JAja0xb2YVxeCXC3b+OApvs+KN3rtJMQXE5xZVgFzCst5QGmNMayuImz5QdBSwqSNvy6Dq/S1t+9GrhptOkjutaDxrS3yWlTIBp3XR+Htk/RQuwL6rWwFwnlH4cWIkqN/3xD/OitcRuP/hfIftuL6L6yPTAK0tiVGCRFg5dGa28RLlnx6U2Ho1jYjMVi6bR45uHHANkFcMluVDBIm6ZyEfNaQSmUjGYGOcHR9XrkURtt/Aqb4Y7XQ7k72t0uUxRXtUSd2Z0K/47Ktq/1CHkTVQ4qf2eC9NdqK0M/vJ6Gv0Kqv4bYuH/8ZYgDQNhr+cVQwDQWB0BRr6BsQSipHp+1Ksvn1AdTJGnOq1Dit0YIwBvxAXWCt6zA+Y0Ix+v6kD9gkfBeHsZP/iWoF5qTDS5a2inpJGA0ZAMd455a9NWHxPPGx2NECwCLl+OE9PHTfzyai5pZPmWaNnDXDLxM8JsOk99AQ4AxJnDTuFHocrHCYnx2rEj8GTddoj05HEf90K27ucj9rvKilgb4CZzHueY2qhI0cBLlcx/pmBq2CnO5ZE2ZlSYAypA1NMgfxQdMLiDk/g48qzuWvMqzOsHVxHHzMrjGQeMdROHosvIjULyBXVwHPC8c7dX25fWwhyEFfeb3WG0VmgZxf49ycVgB9BOX9CnAGJM4fvUS5HfTvu6liJ+DFYpdOWjJldqV5a/2y3wmamD+16mkY+vtujeJ/bYjk450RvTfXG35D1zKDoi9MhE9BsdSRPr7TveZdB1U/dZL7TxXxLGLb3pwSS/4/FiOtSXmEk27IF3wYIOZ1frQCGlpeTWK9f/NMj+kGlHEOgihpikPBhkMu31vJK8d77AE+Ga7wJ/clwpf8i9LvFKictqPXpKuREOAMN8Ek7jRcqBJfQ61bM7fzuc62SbXkMcrzmkd83oh2HnDotCeBvxHtmkPviWPCejC4ygWaaXnIXGQuRWKEbW8f4Hjsw02v4iooXMezvCczRSYb4PbyGbs3Hj2Q/Z02l/aV3wsz4/qu+HsnNZ20+3p0bL5tCzFlfbhxOKAAD1Kkv3l02yE6N/vsABwCrKGkfx6LdSXEWGuCT4gKf1PzR5dFoI1Z5WtAIrM/W+RWenJ154C8VaInC0lxnjJPNFvXFzYUv+TseQQDCLtXsHpwq8lyu0ImuhMCsmXEbFBQLWRBQfdwvr5Ay6glhIDNTj7hSSRQ2Hh43kqPERDRDF+XyHKpb1tvM4Bqgta9fXmZWCdRSdAZKcBd4aTWnQ+99gAO+L4jz9MnA74cBVra+uPVH5IB+YbZ8hFbze81Yk7CFxrOsjYX+Fz1Fp3/Kd6PLJVW+CAVH4gRHsMkqI6CCmZsW10tb0YtgllwBuBamEyK3h804AkWSKk3LH84CyDGm7gyq0u61EoMGOODkwGVTz8g8FqXwaI26UC1aJ2xHtSfS3iCZ9S79nCHqKbQuLGsEdTb3RvPrS7sW2gcnSmsdr8mLYKtg2u5vvigmsdNOPPnASPl50QtIBcxUFpMrdbkqVwTUyvaKaMXffD778uncBzjg+4RVdmkXo1ee8N0j8vSmVhO2o2Q8CTPHgrujVsHZz5JVAaXF5jpsW+ZsL8m1kBVqAx975Xc11A5bbSuxTB72fGWST+MF/R5N8oT9lA4439QM8GNzJUdtcqlGL6ggGtTO5+gwmEjPIRyndh9g76B7Igwa4PcZvJNlwXhbCkmuBbMNMlUn5/7kQuatW9+rAG4msFRlfoPhUwa1Nrra9S5ZYWwvU+lLHVD2uK/eOkVUl7TAkh7tU8hBkJ/VWIRK5yr9vSjW35zpuV4IntHmNlAtgZb7YeEzDbHDaFGKN47qhagLBuXpMawBfq9x8pUeQUOvpX0AjKGOMtEnwCyuHyTQ/8WvdQHKLuWJh74LcJ82z1nd1BFaDeZ208PcbI6rXHQo5En0VatXCxmwDKy6D3qfstHoy3Gyk2PODF2T0oof+rAIRz3aQqBFOXOLm10yRyyXE1p9QKDGNb0MYdAAT4T2l+6+z+iOw7xChYuz4ydPSaBnUC9De0HoOEjnAnsnrOYsAR0uvrrBqSx1yFuhaH5z2EA5IY0PwgnKVCUX2+0OKbIUrkX2gJv2M/saUe/pqNhoOA5lHXEbZ1oQdlSHLeRbrACaU6iJmSMWywOqc6JghqZ5Sx2Yi58NhjXAE8FfRHNjwTcViWVpzwlMd+s0I+kZ8aWGhWgvbfFDSGc9ciuQPuZNWevT1Qanh6EPGQ/sqdRHCEy1kwkuoTxzmc8nMjRpuYGOPKqTewE5OoMw6RFwSbyxlv4D1h/bh4o1P/+BbovjHnoRZW7RoHpE5JItvZKYjKYX76psTwVPhEEDPBH89YX28GQ/lqWdLdY3w/uF1QQqjrfNlpZWFWqcfvy0lwfXAOp+/PZZBmTNGuvroJnb7XGUabRh5dU3feNS38qF3GiJtOp2t+78Pr4NvIhW8z1cIAunxF0Ls9U3g+t8LgF5LaBwQm61J1QrsuwH95YUmWUpI0jDJTCb0BK4T4xhDfBEMA3QPvLQj2VpZ4r5cWrY6aG5Atr1YGN9+pibwDy9c4pIk9w9k/ms57R+loAWBIGX+4Ma59M5DgR0uvpkgKopf7m+x0T/rEUvai7bJ7UFi3sJoM/N797ObV1c96iIOCixqX8cWuxD37XLBN8SLtDiJQVJQZl7KkSm5WzM9D7AniY8KV54DTA+SKgX3dlHC9O3B/VNwC0+d8QHL/naHn3nxN6qtElx6GVzmZQWZdeGaXpXxplDdDFzW0O5oSIRD6Miwwq3qdnCF2TBfA5NZ138EqiiFh7rrKyGOqWsDkqZnpTm4tvxV+KVZOpw3ToGNVCD3P5M9a4sJXFHgLC6FXXA9rGO58Cb9kZz6IReG0MWA3aYM1WXPPLmgdUDDEVugmRaZ4YXfQ0wfZDQX6TGbxSEz75+SAGY3k0tDdC+CKiXytGD6FkqY1FIi7JrA7ccl42ZJ0UzqzUIG31ZkUP9x2p1tlhO7WyWJ9AZj2BHWwnC7Ftn7xTQhhDbiB6bHlLdm6KxReXHNLhMrq7ihSWFm9lkqdCoD5+ORH3EUBkj+nZCqow8fB0+QuZTBaxrqk/MIO6N8k1y6qxd9J/NgzMk+huh23L4SfGia4Cb47+HXXxP8PLoVb4f8L/Hl6bpIzn25QTa3TXAZpOvQttkmQt6j7OlfR1l14da6zhLaNhxVStXEPIkL/nMXc3R6FwAzSKU04Jc0gD7L9jOGpi0T6Uera/NqI9n4QVd2X3E4v4RKg2qm3dR6a6G3kLrtjzjrrVviwBMd88dRYu4fu09kcI4yU0XlGCpElie7PmD76LZSOpWUABZL/N9gMjUqupJ8YKvAabPrz7SNe/oj9Dw+EVeaHDbh/yUgmDvzd0cT30NEIn54Nm3FaQj6q229mrbyfoFYO+J9OyAFtYXZ5omvNPDNIaGC4ITiLbcFR24qEPBvCdRC4f1Yb5gZeys0XCZT4/tJrRU8yUdJJRsso9r9Jee9zz4UaO95xSUi/MmzhE4wrhM76w0ak89wMPXvXqGkqhvdwDdSwEybYzncknH8xtE66YuWM8xwlRmL94FV6B5xgf1BdcA4+XTI/8qzzdw4itVOCn9zXiPK3z29mu+jldrgEi0T0Drfbm60M3vFrYvNuCYXbeyzyPUAE6BUl2AjgNVxSKgGlJtmcz4sGn78YU2MLkwnzBu47qwIHoskNcKnRio8RgRQUygJ3bn9knAPtFdzjhBWMt4BVzg2OZWvexugXZ5SLbJrLV53IdWuVwgy2fT7MhtrRhGSgD521wQ6WbQ4sWQDogsl11ZYKVa3S1hn0NfBNbT3PJT2rKMJ8cLvgaYPkhYfbWVQ8W+5QYJB80wNMCZa4D+WViEBJTU9yr0bYX5tj4YBljZ5xFJoKVhzYGHC525PkHBN57Y3t+ceuGCc3cGH9LIe7JPJm5OgL551sFKmZZBijEFBChN7LY+/Evt8/gJW6zW9fRlOwpducL+f2dhryhR7+UL7ZNY2S+g1HkqWcjXrdPOVXSwmMVu7hJLqUssuEnK2GLWi2/BOXut/sXWAOfn7DOC/JKjvq/B73AV2pzH2JcTGM/vmgKWuKOPn0mJLDVA1w4BfdXrOUQaZK1J5M9+Qv0olpJCAC586R2vfaX8TdZ5J+AT4Im4anhZRrHnqs60QXvjPmdB58qlgHLtvl5p2Y5rreMtQLvaen/FacxA3BgvF3yFolYetz7G+FCwC87uadBEaj7khUppnFjJ4GrpaZSVN7dIE+SO78+T4AVfA5zbBwn/eAMeCCuodPzuLWIOf60vZfFVtlwV/DM9WgPk0p5lhgDkl4T0DTuuD6LMdgPtMEs9/57q84askLTGmq31NBOodMVw9eviNNJb4P6o7oZZNsK/O8yzvnsa2A2AmsXRvmbK7jkR1dw1PbO7VnogaSpJtgDdnd1297fvIVi+o7zg4M39dsAYBCXEQvDKAZP4VlZbN0xtW1CBgb3Ct8GsYf34Rd8F/sQ+TbgJRU6AxIrvlFIUErujj+RSOF7eHvMLZbx3EPH+ecGHk9AAWdLTrKx/Qu45QxplneGmDctmDhFZTBdTJhbf6ovztq3Hnfno/c7hNwCqA3TisCcjdCOg4jDRLXE5klDr66Li8nI+WfBIRxvdS8XWpjCztDTyRVKOWHRsk+IIZbCTB0lRA+/yy+TZWtN603liqVZLKhfv9orZJ8UL/yzwRUoqfmHmyvXxeIPv7ZY2xzXAL2++4l/y++ZP440bm1z4u2Jf8aSUu6GPGO5dMR1RZSQ6lbZzE5L1Oss+h0ijrD3cNJyp9FQJzfL3viAvLod4BbRoFj23mDe2A+TdAb0vJNksiZN2H/YiZerLnS6QJ7zJ0P3LwVfpt9FVLvlkj3uF2NXtokcxNUxiB7mzKU2xnS6MW81isBW1sAZAovU23wajdZbVumBFvPBPggzoIgmq1iCNMG/+L5KmdpNEjMt2IcboQZDvH+JpnOgwaGdF662XVpP6cS9gt/MAj5yvvojao3b2Fq0+IIdgb/XEwgSkeFp3KzgXk7uYBrDsbiqV3IEGeKjnvReK6dNgeBZ4QAccbxpl9aAM5Yb3/PIqOKEc2Z1rL6qHfBIYF8LLzvLPIw7j7j9vGK7Q2mK+pWMtRHRhrxhQIrW/VeVf92o019BGmbevnLCoMJAeBp7XFwJa45vowrtLFkVqkt1+ysIYlxywbvNJEEWu2gsrYdAAB3RAtYCDOcm4arBq/E15dRPRyJ8GJa692sOdCqDdCXgcqnrWjyetDiqZeXzmo+HlUx2CXvzn/mXwPP1ZEYuqTjDx+041C7kon+lesA64bOPlMN0PXd+ciJ7AMeeVcIyj3DfwFR2FC9uJPzRZIuVg9JS7wIiCv5/FU2J4H+CADkJWxUgrxipgsRiy05ledKI74dJJvu+9TBPeCnP821mQXte0Vjz5kiRab201ZYU6cXebUpXwaZHl8O/5Lugj9HSl/R1Drbe2JWVwLNO5rncdcOkOcdLV6i0K+vnP9yz2UeYZk+/F7jY85bbWNPomSEvLPAMMGuCALvyEj0G5eORLB9TjIczGd0SbHpHmUh7S1P+6I7yLpdNsHeirEHyuwCowgeB31YnfQmKfsSfqwknvRfxCsuptI9XbBZQsJ+mbfmV7Wav8G5dE3/5Jr0aZkJpsT0uWsCtg81ccpMeHNIyA7qplfGCA/cxNZn0TZIUnYE6GYQ1wQBc2JOPKrrj4ytOQL4PRp0Fw7YJYnMTtLsE0VfI04rfpeqdkho/+pfPsbLHaNfkS8EFo7w5wb/fDKextMRTrnvzIW5VWw5I6PQAFSu+XKcCeXcZ7FmYlesRaiby/bMexghMs130LhKTilrB5CMQpPxS4inuD1YGmKUSIRpHTmYB6iJ5Fx9k3QXQaOUsZOGiAA7qwEZbuOOvTCQx8zzMz88a3SWMD3l5Sh2ifFhQ2Pr6XY4UsZwny7t7ToHyZMlVhORYququuAZeaLQ0RQO+wD004dlJt67filMsJi44IN6g6epghx/YLkMTapCPo/FLfb3quXl9DWEFYpQqIPBPwrhdCe2xOtNyxhAqwZ9wb8O/H2ZeW57MvpQEqV92pT4Y3vjl37QXGX89dW9/vr6Dv9TxfMK7/mW5rdCjojVLfXbt222JzSmpz8jxC4l9zsAdI+2u7rvUDLehgGZcdWA/89TN56VNDa3jTPCvtz65YSgUVE0M1Acu8yypWR7cR4qIPSgBz53SU4O/PZtGP5LWcCRZoN13tVf7oZZFmFneAf6bF+ChZEY6QJb4tDRDabf/7BE+Lt96499ILjHt/QfP/Uhn+zsYQf7l3FQSfLwu2WoCugefe1Zf+wmilqLfQaYhTLhq39JNPMcpgFNXLohQxbUuURByEF+Q5e0vHnw0qfmB1IZelZe1lYRD5P+6XjbYwiwy9zIAkVQWwJP+iI1LKaAkkQMuLKwZgHDJE7FUSXtRR+ilQGJIXWYXVTiuBBLKsXiCL93igmDcyOCkedMYbPTXIvKTA/PjRoavYiGAxZVdxq83iPc2gQcO64HX2mA0h5jN7XwKLWuRZaoB/eV5f2TTgWYKGpI3LOSDP9xtlK7vtPaMeKMisTvEJ6z5V8VSoLL2QEhJaaSuMGd0GwyvrzjLpE+HesAY4oANbcjp2TGYc4sRsj8FO+DyYRX6fwTfiuDc2OsqJGT2wbLJ2t4XZie4F6leeLqNUouCrhZUPJ9mqqBxbMrOaHwdpvROHDWAQQ4t56+XXWVOHC1gCbFsDVLjdb0+CYRd4QA/4lOiiiVTBxu2ck1kffdQtXf2L7N8rFBu6fu9fPYNX3GKutxvYfVGwZy92NSyUDq3jueTw8gxWbiUvJJmQc8+iY6DT1eXmvGU0GmVi0NG/bW3wAnO9DUY4npuTYNgFHtAFV5pXe+uIg7ubelug3bJWjdGzHbDPBir5Z13VaqZ2Ro8Xg7x/MEpOJw0US99S7ZxEWvQXor2ZuhhLKHIjOBM6vmp/Jprw9hziqqCU7jpFuh+oOmbZszKWAvuyaYBAc5b3wbw0rAEO6IDq3/+/vb/bkePIsoXBALx50pkZFUwxQRaJRHWXRCq9ijrquu2bvpi5mJt6BAqINyBwLgb1COct6hlO3/RFdF/2DCCgqqGvBhDwKQrSjEMSoZZAHaaUYFWBnzBr7b3t183jJzMymSRtRWaEu7n9bjPbtuzHzUKRDhgrp1wUCLWH/wW+4HjzWnj5oEbeMcLaNnlNAf8FEkNTu1wDXQ0HhgQZQvTc9EXME4zJPsO4tfzJai2CBEkkinEZIlLYXLeIn4RComDAQsgH+hmEs6Kzoa+B0KWuA4RJ7M/FUccAKwbo0f3asL4pULjRvsuKNdSbpHvzJqLz4wMqJdyU6iQU2sZSnJP8kQm5NyMG2KzW73D8VVgds9Nv+7wK0UvEC7gAkzWVqMMiCi8PKj9vOpJghT6DhPVNEClromB3hD9XBViRQ2r3ymKZg5pPtwWBs1Ze/7w2SnDX84ZIqhugMxGNpBaUbpuQpZMI+hxenk2xHDFPsMLKBq4zgIry5D9GbC1kZ2xTTO0CXWgWiS59CRremE+Jh6vGjMOryX4McLcoMMATOyeo4m1FViDHa7EVeEOr2/62HYr/nMcKm/ml4dIDKMOTNBd+NujpAGvbyIDeLnodBYSPQsIjAUOeg5clhlhhYzMKmcKzUrsfB7cJF+pPq30PRS7JSEBlFgTiH64SkpE92LBZYLle4WBbDNYBzu40tg3y8Z5ulTw5kU2QV8AszOQUtKPTptlzDg4GLmfcgfkDuwH0ZDU5Pi3x5oogJ3qcE3ZIsKE/cYrifAmYXepJwrNI5GshhW5YyKxljJKXvyPXTxbdYfM9qArJzEaUZVMMhEq/H6LoXHDX7e3FDlonJTWQm5EWggowbSKK+FXzg7xDRpHxzVfwJ2qS+ZL8CTJcTlqexUXauUqeMx7rtcLCNmTUgeO63OZinR6nJBBfJtYSHOV9KCN8JkLTZ042qzw3b6BVPQPMtOoF8Zv37MJwNhWFhGCfygWvDtYpQLNwNkUWyJEYXqvQJIUqvGBsR0tG4Yg3VwV/MLDh+M6q7EhhR8QZ9r1HbZaAzfxs9+5tHrRim8iG6K2H+BrKmVukag1UyJ98izruL9DOpvsLIYPt5KE0pLvBsFR0aL204JwLJrx2b2+VDwURg9ueNE95orBHwYfjO8+h1PygFzD0CioPdO+oOYJXc/IsuuiinVkUHUrakVjw44RwKrQTfy6fznhE1/hoHQikRma80Ej26QfR4jY/koL1RFZeTe5J+WlPy0SJFasJvjXOzsJgD8UI9oi7CflZ4J0iXwd44hrapR2ThnqzMQOcPkY7FFs+asIZkQ4nsHgzWBIa1e7zO/LmypAzwOkwwqNIGOBRqIk5WZmeu5KuRr9NZJ+sy0RCG3FFYAwukINmjz+z05C8VAHitu0OT79Cue2XYA56RspukJeKdtL1J3FXYkv0G+VKIQnQCvMfm8NoIL5EzFrmDfWGf+YDJL0DtePwmLzWymIkPI+cEv1I2QA5hVYSnq5nWHADMnhPB/CIf49e3CZfg8+iiLIPbOGHW+8hGuSV3MpHGSad6z96sR3Znn/blr4hFfjo/QikIVx6NcnhP0RXdBdKURCUajM8ThK4ktdaKYQVNwvM6xUac1vk6wA922vlzMcJackB2ruVMAtspNuknKK7G+mIgOjA3JdyKWQq8ubKkDNAOdhtQ2jUDbf+YheTyf3pd3al2MbPrbCVx5+slyo3cKGPeZNs5fVEmX07tbOUUXbxJNWB8/5s+j24g4wA7jXPzXhDrOioZ6WiYz36ZlSHbSCXVcKzeEDhuOOhA7hf3kFzHCe7VB/3bhr78w/3mrsypZqPjr5sPpVBNvR9leANJzlfNu/zZ2WqzqbfwGfLqjkJKhWsfKDVOjwid2S6HS1P1FAZULAyC2JpGQVjDJVMay7yS6e8CDV0Bm6JqXm6Sp2ZzodNngoHDY8veBN5fUHk6wD9UbbH2rruNzT7rztN8/gRbw9kZJBPIjjqhgczOTjXMLv5UNVojohTSuN2VwZiIm9kKHLv/O37xtBTfV2qwF8B1jQOVe4d4WK/OXwGVgsrX2vCpc8uY6MxA3TXUBLNAdpiswaZeT+9icAncMZBg8eP4FDC5dl0Em6QtNmIHgoKkQ1BnOw9vNc0dw7pVMX4bLqmEKO0SQ2hdokrm193CsLFHFKCG+IiKZGrhUt9z4WBUfy8DWKfOmXB75PmAGm8I7kuqb3TzPD4GJE+jKUl3krLGnzqtQNMv7yhOY3jJqI7jARjcneRE7EvImH7eAALPTQ1SUI7n/eUBO41dmniMu8t4MN5r8euilc/jx1wgO9n/NVId+gMPWWzMv1iHuerlC5kjvmHm1AiSR2Qy5C7qrQZ5eUTzZQEQbuILSUXmBfIiRsqNReaYvYjXR/OF4dMEhVwkJKlUrOypycnex8jNnfeeweOpLy5PMDTY8RH8tjpRqfxNLr52zAJ7BYuoACFVO50GfRwDBD5pDX5/gtm1uSr5oaIlwA/g4yIlDXBgvBIYT6Pmz0ttcBBszwQOWd4Mg0eSC416Bd7b4REylBkFsxlQBigT5WOgEJ9Pb9pJpPbDTK2QbF0BjM/ShqPAeppmc4n+OCteT+DQ0Ju4N3zUzHdh5CDnThOLi77k5meYQwjgfe4FeM0bi7PBJKjP1MWsQokDYweW+iolLlL9A4OvmWCUDLu+rjMvKhcnMkAwRk0MrCrmsrHe7+5L9/tBC2LAPVEiwFjut+gdjXmWqRl3sKnIB4wA/EWNO49MaOhc6oiZdzkgqLzvslFyGnICf4GYVs8RCW58CBin4SFLKpxEUeNCIEJzHt0NIH9bmGPzyxApiFx0C7mR5IxFsN32CT3bX+j+cuk9ZK1kgbuGRIS4uwFRGF5n763IGmXuow4CtH43kTbgkd/AaP2fshHwnzZ70PuhRDlmZgwK2+D6CflDfkZyqpmijQoGj+mQ6+0YKV8OIM9w8/zfwL35i2HabZ6TWklBrPASO8eK0x/i0L/oGmkvUOQ+809qnOoqqOY5RGOut1k6wAx2dj3Eprs0PRphH6q+k5hJW4PTmIiealTohGUAYZUTV9I8yRjkscctUFyPp/cja0AOmYZMcDl9AXz5qi5h3QcWbts1pyfhJlQVuaVeMzZ8tkLuIrDtQDRQpuN8NAwiCyhQZwg1sxLpO6E5Z2DgL7nOopofa8PBKb2y/z5BOyGDVQcUXd11Hwxm7S/gsLoUbG7dn7rpjTuU8YCcVEv+/2b9HD/5nzyDh+w7rSwA1/eMWV0CIETTswsHCLUOKU9CpL0YoP35jSOm4mOEN+83CdTZcRSaL2w5xKPA+o8oJt001NJvQ9Dxgjad3yNgNMvfZRcti76+VL6zjp9BGoFT3nSNO+iNLRCabQY0Xhx/KJp59M7ixZ+LyObbrBFA1Gx+DibgCh3QutokmjkHKLfQtAIz0UD8tdvSO3R5L6FxgjwMX1BK3bwBKr8oOV0O+NkIYbCy6xEhpLMIzyWN15+o8lp6Ru9P7SIi88Ak85fHXFOBxidHYUbDoXp7/8JDBDO5jJomFq7AHIGCHz6ovkaMvpUNdMdjgGKML9qnkDZM+Z72doDG7yz2c8nSDIKxWTyA0V6S8xiLD6DvhMBEJK3yBtQC/PmPr3ZuyfCuXQIA3Spes4vXp7dZM1Etj/EM8TPWfmjfAPizEZmiHZ6j1mlrmd+uEpHGONxJD/muCcTCmiR3dwvk91quF/CYw3wp+a5t9Ge2kOJELEnkyCzEFmBBKF59h09Qdwoy6fNF6be1oKlq1DC6Odh8zMZ6nURfThzsXp/Mj2FABezm/scyUK7rkoATr6ijYPmJX/YRziTb1+wHjdPZQoThQVRNIELJCm3xJfnp4l4UO8WKljvPWVGp/dfmK2X7Wky4ym+mdx9rkihVWEjIBv5nnp3WRKOkDCkzCJ+GxGHn7BxhMA4bdrufcsxPgh673Tmu3Y606ZeWeweNj8sfoXqhZsj1haWONAa1oaH8HyGPtJzlSzzVUmizxRJSCi0P5nHWupmp0k+h9Iwh6DxY+mm/NUTldpzle1L0jdgNt2jJuy7Y/BY2ETSF75IeiFqVtJcJfJ9M1vMzyA9iIXdiZfI8yg/43hJUiQmGZtLC6nYEMO7v+aNyHSXW6IWd4P5lXTj0fY0MilszIwtFZX9BC172g0XusGaCMvE8QtpmtmK4UscJ7j/wMalAKNRtOa8IRWaPXA88nIhQ52SKjT2+Nb20ZYAsXz6vi2lf4sWj6HgreT6rFXGatO/Ok3qrbk2NzIBQAuYQBtqpQGkZ705CVfjNG3fczbQvirMh8nyj8KwdHQJgLkPQvNMmvnF9AFtHzdf82cTpGXQQ/zEF5IXIhpEpfO07aMXj3nGYT/vWyVZx+jNAbKgAACjRekBw5hbJCnH2alwCsZ0X0uBT4pNOmfiIeA/YmoSpPfqNMToMBQzLxiTO6SiuWIMkBFFATBu4/sf/SAJMkjgI/5+nikotw/4rNcuAZw+sKcW4BOxDRzAuTyQYhSVuNnN72B2GOe3L2nLkBBXFdHjVwFZv+OpxpVIS8NSvFl+ppM/jgGSojHCPl5wvezb4+a/+LuEd3BPdn/QiZQYoheiZCW+XVbCu75tb91JCrLKijCtIeHrVDEwX3XQm2OH/WTxiJMgvR6f6TslF0f5XWDfTL7D2Ft79xIt1VciPWtEPPz0rZv9POAgig1BUIA52ikIn8IaN4Zh4ZxNQaGFSGqOXiqkgYxSpUm7oTFn3G9rpLTBZOGxPjucRWOAbPVI4kQAMk0arDlxRSYCFM/HYMnunq4iXebj5G3Eik6hHicVxS5MlsYShEIeNneMQKwFixec5KVM/dy7l0Q0iMrmacF/uXSsXbQL7SmIiJl8i/djmRuOGCBpz1dkHs/YBTaB+6RYqbqfikcg6Y+8V6dBxfggE9mL3J3wNM9CAXjMePxovUlAbYUwOA7Vde80x5ywPWqOIsVlOHxg3kv77QKGL+pV7mAOK9BuUYmDWO7fAouObLLqCbqQEC2Re6etCcj1O0qJFkFzOSFCstlvdc6Eq9RCaHwXRX0BN+vBXtnK4h5t1l0mQ9yrENUTzUqqAHg3n8z3vo7jfhsdR4Ktnlwo+dO3lnm5ajzPDiNBaeyf/xp+6AQ5mteRNnp7lN8Fds3XEbvzrr2jKremMptQlCEG2nblRiTNuSjinhlGmL1wTaxaVc+9N6b4/Iz0JcLGAF2qrJmWZk/hGaBwqWl797Q5Zo1AA+lGZgBlDsYfSCpmU7UGf5afnLIIzcyh95kV/uENl1hxlYSLOCHAxXHzvVIy7UhFMHoSHEVBuBYZse6Vzxz7kNYCvpZ0pfoJLfQYnjluFYWu4TAdPB4MSvCW0ScZfHS5iXrE5DBqUcGyqQHcq8BDUmYvpACxX5BLQNIfea9OQ4wOpfgCmewhdyc8ia4Ke87ohngIlloejrULfIIeHZlLHyI+yBSAi7yQ6fR+1riAW+sI0IEE7CE1IPZn9oKJWUZGVkkmk89f+IRIiaQI7srI9PJzIeBUpZbPLmyUVImvcT1L937DQsmEq9RcaL2SrvfQFsFeyy4wFM+cIgO/W7RG61WIWnHolYQgU/uLFuXAfMNTZDeecLRP3u0jrP/KnjUkomOOI5CCzwVCk/nsv8uQKk8hpF+7Qs4AZ5xiP2juSCTBLRjng+aDdnL3oPliPvneN5Uw1dECAHUC18enzKYT/D89ZaKtiX3MbAiWj+EXbpErCmnczhDiMvGGOHDt3iVCakuUqr3mBxrfYhzaExjcVnbr29t2ug/pSwYfyVipQhP7WF4CfNh8B97ireEZEx85dGACp80v4PLgSyW+Gu4zmIQ4/dQ8RiP57OHkMx8pw08qVR/ZKAglVxZryDaq/mvBEskVfjmMsB2wSvyRcpKIauikOLcl9UfNPsfAOFR2qzlibZJovtSyBNzW+OEWBYsR5zgznNnkmdbHKCmPm3siVIgnk4CSkVscXIRzchnJq5B5U47kTw6OMtlLwdrTMUk8csKWzqGPh0LzDh7BMpIwgzcAIg4Nj0LbtvAGgo8yxVS9en9/ug8JSMCwSZHBK/joHUDOWow+iYxv63CtTMiIZI84RE7cjcVCIxYQKXXdD8wWwkrUESihC1sEPYOg4e1Pmm7LBSTZKDdT2s5OZtY33UOpm8wPjjRiJt7nkw60XqNygP7PvnoC8wPheRanr1uVG3xre2aKemmtqmd8GhJTOgoqSbpAQu7+esFmVYzd8sAdIB8DNNoMycv17/nrqNwjlE5SCjSLkM00UDtofgGaSVt4AHkfGUngbzuVVoowq5YQH6BkQvDGLiVnLhU2BohUkd7ZAofDyROdxYcYbEhKGsx+enO+sI490sOVAi6GWm1t7QCZcLBmfrY/iYEThEvgoV/kwhb8RghXyRvixLFYYH9yQ61K3ggsst5RFDflKEK2lp9IkJ5FrAVfiSoVS+M9y08Q0ac+LkFULvX7MvnZcz4Q8INZLnjLcWGACnh74gcoTQEGaTlvKR7lZ+aTsSzrGMPQ8irEzYT7TZQbvmCZ8JQBSgG4Be9CPBRmy4VhYoki/p567RKXed/fknsGLIskoQyepA6QPiQKmRhl7lP9sYzH9V1cUSooEGKkCUGJRFWcxwIiComO4usyxdU7xwBdaLYAyN1+E4v3Jtgap97nLpUuK2UWuNOBXVR2NGjm/GjRqvciuLxQcTp39QvO+oxbErZ3wQDZKnMd4ConWyJ/E6Q9QMxtL4P9X+iKvoNvjmAoKyo9EcL3vrU4BC3sfUC1/Cmv2GqaXCEPDij+3FmWgdk/2A2gMhTPI2+eP8PVA7+g8PIgvChOFRc0oaW+z2gyVskYIFs/5Gjz4KG08k9cGr16OcPDvQ9IKmjtDqyxQNHPh5P2gTqkcCYzJlCYBi0ypPtcPi0eNL+FeQhQVqhKXMQqHzrQYxJoZ+7i9imekAypJz/JnGZxRWYRSxn8sZsIxgAnz3+LLxftSFQ+9ego9XKCqwmTeX5P5CN4OEUJYdQOmhMnBfoBoDUygTtpQX4Mau9AhrhSCWiOifeydMsYYGRLY/m5/IpgpGApw2PkXirxDsL+BoaAtt2E5p0Lw9jLO7elRnxOTsOI+ihl3n8aMh2MmCbv52kAnu4z3pLLZmwr+lquoBPJ+pLW/twVIhvf5VQIfTQBES7RzA61GwnaRYy58Nn7pL4iNbRZXKCtoRGdFCreHnPVM8VLKS0hpVkovMzKT7+DJ3F527uHbrRE4g+zHuRIxwA1SYC/AGTrmxWQh3L09Lz9NUf+yAr8g13g74ZjgAdQCZtg/2O72AT7ofy/mZj6Tv31xNyGiDbDYmW7vBbtAnRgvQ9GKQmjLdqMnA8l0ro1VscjH69akcT8UdutJi6bbvJ5rnyJBF0E3whOxzzGgtGle2vnIILzlt1V9inkGkgmfdft1SjylpLUcjcYGQCEX1k2XASFM0GebaYAj7apUJ9uY/m1xMO9QQkGW9zdbNVFcbimDkRgebtYEevIAMfqUICjlMChUI8D8vFXipXxIAGKYUIqJjQWoN8a2g9/DVF+tIEQiXXWRNDjdvh6cwode1Mn8uVt6IM1vdB450K+/EwlCAei+tJ0+h0UyuBDld28ZReYl/CgNEJ9Tvz1xnierMSNbVTa09/Gav/NxJDjLrodtlQXxTYUHE32BRU3B4vWJz4iJuwwESurwwrkO3OdFyvjIYddcLsVu7cgiwn1VbR1SzmI0eSNVemBfijqunVSE0GXQ5gvC9Owzkh/5DsEoVe6/3eCUMeTgT19eUav3JdhUQg7AM9oWcTdyn6AvG2REGjUXanAeircznAwUBqS9dcDs1/ZxQZgLR/TJ5smaKPTgSMGODnieNcv+GrppcHPIa6CxONEX8XL4bZxMbbmfCuJyqwI9Yvr6hgHHB8Kyx8UqARfulgJEXQhZFCqYuQtxlqgrVgH6Wlg3PRRLjzglYtckhzhg3xCh10cf8hzdUtLl4wiCtP9/44IMAMY493tiFAYA6x424FSVq5Rsn+cXa8EWva0cb8go7wWWLRcIwdGF41oAaOaHtIaJrss2BUjgPmpbIUMSN+mHUPujjsPFoP13ulTHfaLYuEuuyiLvedqxN0NAfVAVCfv6TCOBeS5OuZIq+yOSEYp+wHCNffLRgaMC2w7VAZYkUMa9mHVJVrd820tqBRiH3bVXl8IFz+tU9NuxN55VqyKfBu6LMKy/Mp2FRlLGyZikxzJbEEpDUf+DD4AdWHDIbZVGhH65e7ANzzqmAYfU24pSXcShBsSdKXAHMHHdWoMwmLqKbPn/x1f9IdufAQujMoAK3JIE1somhyxIf+x2xVgDUnOwyh59/qB2zXjRwVgdZA8Sq8iIO3LUaWv/DHBalod9I1gIP/NCGDQX4y7H8ccIBxiaRf2EzsI8XWjeKHACD92g4BqGN3hAh6JXyCQq9S+QrfHpj03BtihAII48r2SoeC3R2WAFQOg0S2tz9J3mYqjRhl4xHdKdTbQmq8BooPZXDsAaaTVuCf7W/mmQkG0a6py6iJ3vqEecNHkW8wr8jD45q4svCTYkD5OzUL9mTy8LCAD+RVJmK6CD+zz2hCC/awBBwd6Fid2gWXUkd1fNNHwcr3+XI9zzwJXvLlgq5sULnZWHNUJFWQcbPGXl6H0rqqwjoQjzE7gyUuYGyDkhA7+6u0YssfLdQQ5neNOXW9AoxT0AlyMm+SPI5rYcME460mwEetsefgdZ2adkQzQQRJmgBuZPpcFgPBEFV/XBqo5DkmbiHR+/9c2gaLp7SG0XfQrKgOsGIDFNe13cRMUG9RartdrckIj1wIWsNykC31t4XiNVHG9ii489VubxKzur1UFKSFPNNjGWqClqspnbjPEeeZDsaAzvRlFSCaTee9cMxBZ4UfNLTfQV3RC6eiaQHgXexj5lgIpZ7lbTtp/SjsfZJ6b6v4VqGOAFQOQwEVDW+B/skVSyxMVNxhwah81j7X856DHHWrsBV80eXXgrKT8RnpEkgJqFc2prk1eqkyCqEdh06qK2PflhpKEvuFmAquR+OW0i391I1U3sV0UFhMI2J9dZdSYnnDkDpCvdiPl1YM7srDAK38qnAKG66W2ASoDrBhAToXjIbUEr/kqA25lQ+wSscuMZtN9cKFh+YQJ68CCbzSdo/QWxs6uHEaDk5jMuUCwXXNOcAZPJYGNOHF8OHkiu00ESQIvHGwNYr98cD6mmfskO3rhqC4lOvAXLxiQp25DLAQDqizXwcYIKFqJFxmgGjmsT88G+Ls6BliRgwpKT0OUO8fX2ls3QQXlciXaz6e3kyOGA1r61oMqbeDNtYS+ABHHfgHNklM4vV1ds7wfMkC2HnGDEsLfgDyStXLYbZ3Is0nZ4LFzmHuQvNULMUiO49/tJaTMzcoBIroImj68AuJ+yx0LFa3Y4SxwhHWp2RSVAVYMoSVX32TmmLWUQN11aZ+n6PD0yWPZv+SWbPwTHZbKvUYOXuxPWjk6MXml1mYK4SnIwUa0Zw02UhwOO6kxqMNsFlytha+OoMTQoNAHXBlBf/rypjEbLFAB1s6k8nQWEXUeyTWIIuVd5hG19HU25gkSqCN+UGZ8MuekOdwwjgvJdj85LsemALmPQ8CeWr2fdoF3hToGWDGAtbrtnBoQ7blOfer5l7e56xvPUext68cDnjFrV7oJEnC7170JEwVIz2QcvI/eNV5fBcaxAf3x2LL+lwFlAl7sBgB5WZxTFSOqgJVK3lHkTSQgdsIOA9xsR/xeqWLBVuNlm17kReQ8NCQruBskNYu6DFQic9HSwTNct2EFIJeFzkUogLxSI1ilwPkIFs3GLGaAuzsWqTLAigJQ1FlyWd1R/l0535MdkanvQP9ABB9OuL1nO/mK7O+H5h6Pktg7nMyPmv1WtsXMIFSSPDB+MqhVlwLW4kF8tgXHrcDbKBXAcauht6IyQBZlPcg4FkLp+qDXVkDteA7YciQBv8k4XAKO+S3d1ATh2VcZWUxjxeTDGKpQYbFMpkuqMD64QPwQNtSvbAZDIO5uBUDnX0GW10dWAW2MBZ9NguwKdQywYghWbO66wQaYE5xmPJ3iAc+HfQgbM901lDvB6uFgPPOCJ+u1i8ObjyfzW1CASdUWWrCUWeDwYLQC7xwS0jaccQC+CE1hwJMW9dpMC0mQKgWVsIreCBibDabVPRaqehlm14MGjkivX3Y67BfD52IJA7lElqPB3GF6pM9LtaaqjT7REtQzfZDTi2xocS4e8WEYMkVRKKZeQ+fbKoFh/56nwu0elQFWFMCKJvOO8xaMzZVBYYAcA3wC4+gwOr+hMo/VBS+SA8raO82dp0pyFCj7uBG9wGWzDmsoQIbtbAc4/nNe94TMdM75Mkgy5ZvrDkfLSjt0OaLkQD45tLUCjvLBFeUZRQNQjcuVc0HqHqnVDIOHcaKCZwVvuW+QpcB+dDWkWKUJGgyZv0HM1bksKDAwwuasADY2djnpL40B2kVFRQDLnQzUoAH31GExnd5nx0q2Z28jBeiPzJvdfMxRMjui9viOO6ZCIJ0ivjaFIh/00Bb8B467reynWKkBNgErrrwRs+CAlsdAp44rWUQhiwXIml1tCG62Dch7YCl5ZLAc9SspXmAFA3TJCRGP7UbscKDrAbEqX65Z40QRDBA5MbaVA7qSEbKDBJN4y9MSuLpQZ1VgaX7XMcBR++dCZYAVJaCUofeB7y5qr/duzvjkKyrAzp+xFh2pwfOeoST0iFq4PtBj4awvCM2HOxJA/BYr6WqgKthSsvKhTZcN0j8OSUHFo46jF8xbS1uElZQOz7LHXrobQtndkuORuVO+5Tuq5kvKS+GSQI1lkRuLVMlcZ7OZs/iR4NE9t9BoH50G9gMkviCHIIjOFxFGYQzU+HW3IOXWGPWL55fTBa7vAleUgIrEJhtdGVA6M2unPEyHXWBur4m7hzDjQY52ZN4pTxj7+lG71JOdoaN4kK6BmmsudQ1KTA933RJwZpN/rE5iNICrWpthZSSy7iVAcjVfdFwh6eqszIhQF+KZdtjmHH+zpwMM6xrbC7vcEDKCJlGIw0HYUMh2U4RNQAzhncm0iiBZ4Rd7WwrB6KN825eXEL7Rfsqy9x5MEAKMyTNjBEIdDBzUhG2NXEgcfBe4FIfzozLAiiJaVge21foCp4Br/Jonem7bfHIoC114bJsxQCjAMzXju8C6IOZY1IzryLB3xnebnBoroGyqgHPEipWK3phhCpLWjQHdRUIivbKhesgqJjxmk0CNFSom4V3OOy57IzvUTiB1GyxmMcq0LhqFbRsDxoB8yr2rw1Sv36ZxjJhG7sDMJTFBEwoi0ZSj6toKESLdir4Tj/nVTbolmByiLLw1AFbRqiEH7D6HLjCUpxC9ZwdqG2AAAKM/SURBVIDbymsl6hhgRRH6XoC0tq6GsktLhadHNC77Mx4IeYJe8T4VoJzS28ny5w+mtydnPH/2AS160BuWZhT6sSK/YqBKnC6p+1CXRmYPN4R7tYWkRAndqnANEAXHpPAn0yBmCmRO6RnscvoStZYhkCLylQZwQ01/6DULUVofdoZ2wZFWhgMFQb/HNx+MIHk5QBS4Lt8DAvnl0yR6xbgiO6wBkZZOnauQufQPrRaXFCCtg9cjaTrWAHA+2ZJFMfk3QbzwdoLKACuK0JFqLZtaDFEIQTl88Uvaco9gKI6UduBLx73lW7SHehkh0gqjoA38I1Lkgmp2HtCpah45l5aL+4qJGUAX18lrDL4q57u6g5eVkoIAkHqSNx0GY7eZnIgPGDzjQoaEC3zJH72hAkEAaRhwSF1KmkkvNhNFUc2UTxMJvVR5GsumZB2mtAJNp3eukAgrXSJ+UIglAeukCfRfWfoUDi20ZJD4cV3gDQrKFqjrAN8c7DQnpf3WmqD0iF/CO3gDCM/JATNXmKWORxUGFZlKTh7zXIftQUoldIEEsNBn3RgyFc1f0DmyNB/ndQCJgzBkGMvrE5VOANcK2mVAWW9II2Ld5DlYHTkdhxBBFyE8mdF1XzLMyD9YgPoj+SN17QpbToygJPE87rAEk8w0CWEs3+gEOYLH6lrscSSAqpu+qp+5FmaCR8YAlN7ySvm5Y4D2QuWuUBngG4N4vnYXoGfqofAPXJKehLE3jnX591kd4uZ8zgrA4u/oHThCB92DG++Jw8CgAHqkNi9GAJkQqXNO80GTbFipIAFROXDnkpm79MlP4N9+SdWJvyu7KoM0kmR0zre1ZQhNBmzXoFQ4BouwYUdmLBLEDge+CE8FvLlN6tqaGL4ezEcjY5TIATxHqRhAnkDXMY+klPkxwLDr2C5QxwDfFKCxLRWk88CXMC202oyjEJLQhXJMjsIiGgOUJG7OlSSald7pPlT7QZuP+jLQQTF/FPA1Etq6IAH0CeTELYLgcN2GohPmxZiJPAQZXwoCiuppNHIQpzzSJuUBhRG0Cx28NPkiLlyVg9S4wc0SougYShSeWZ35kUwJ51li7/2KOTPYOXah2R4xnuUlEeQ+Ony5paTSQHQhbCHo6tYzwBHGeE5UBvimgD2jbWrRJuh0gIvestChKOr+vAbOPWZBstebGaF08080lsze6tDOesTvixicwWYeJCjUdr6pShqLz6bkWcbs1DNzkfkb3hGJVTRMC+En+bVhBAhkdC87rXTZXDiaFnaUmai4qRIM2F6hDYEy64ZdzMSjXPlIk0YXlu3SJpoXYgIOyDt5iyYLU2bLkYIiOZUs4QMOjNLAxgClFd0d6hjgmwJlM7uFFkx5/cI0YVr62HqnhVdG5nU1rpV1X+RZU/AHRlBswgflkJpyVyjUMBiCXIAzkWGQTZE+rZGgkF5CmgO5yup0OaQRZKKz3/XQsULGOVdqhg6a0QYTqXXELPMeXthVDMhjMKcS+umC5OmCBNAEQJmIp7SBfyeXBaSGJ6LlwOF9lFF4aB3GhWSonMU7eXk8YYCbS2o9KgN8c7DTllFgHUOOxugFqIWVPive1IBx+RWNCPseuMSfJ32I48Zq7Vyvi6zAMGCuS+NQJhU56yPnY3NOG2Nprz1oxNRinFhgi8qZU+X8fgwLKmvy/cXa4TDuu8I0MYEynexQWvjIyMPDwXhoKrc0kiSAcKPy0IEJLvTEj48aHEjK2FtAljpzlhRYF6Y6THmnQ4kStD70Y4DDQcqLoI4BVowA1cXKpbbTLO1tJ8sDASnIeICGHWxEzaQ4czbTVZqkKrFa+FqxCXY837cCTIN0H0EGV9QuP8GrfTaVThrHbermQCGno21jQBPUQaUxMpY/6zGHWlpCt9tIIVNiTzIg7/IkZIGkjyMGCJsiHmm3aIYgeE8HWiTmKDSWaBG2T+8wHXGzok/DjtAbp3oT/Ppvf/vbR/qpf6/7n8vFHf3/7aMPeYWLv/2NV7j+0C7sw8LzYShBNMEXTPDNPzHTv/jjvtb9O2vRX/iNDJO/kf/gxP0zovjiB4mSVNDAR3745+3rVbh1F/h4y4O/sY//2/TDcDUbVNLJJ7p0H/7h/8OPPvwQTvEXP8w+aW7KJ8lxDSD+04/+uDv3kT8JWx/FpnHcGQT/on/9yBcizu+/qcbqwwswu8BvHtlFRcV6lHtOaO+DcXz92oBzFIg2476Kw72GKVsDpJhZ6hO2Ov0XggajxYPBqqnChz+O+44BjpHX8+E3tQtcMQrX1Lry2fMEjEJpRa+Xc32cVJ2rndcLiDGX08lg2Xhd5CCWwSzxJ00s1Ee7GPRtiyhKae2CRK+fxPlwJ5VRRMHlrdiSA3lyTIssKsxbucz2YiSOnP8uPjIzmfTgeGsrrwdqIPps+GJ3lC6Tph8D5GrU3eHPVQFWjEPKZ1jFttQ3DwoFEIVbJlU5k+AxwhevITgUzw8nV81oAFsBo9BLfidJBK/hzsebJHu4cRUH54rCjRCeqvPN18QFlbIiBHgHgtXLLLOOF8rEdzw4OTb0qIbUojm8fciX6xfho0iZVvHLp7mPTFXmkRsDTErYxVEZYMU43CywfEco8I45GQTa9+jdEDT2o9rkIiBNuQRIJ9iv5B0CnCWkza5gObGPm0U+LzyCQTitHf1LblQQMBETLBPC1ovfBy/vJLBNXBJw7kImk+UfOSwxhT38+Qhx6lc4YCHx3hJcSRspo3hsV526zOPExabwSJ5ahMKbIJxd2Rn+muzXUVERwwZqXPHUYkuUeIc09Nq2C1DKZY3DroEQtt1GeQMI3+EqYrsfQN8BcbDLrkvrblm5lPwcmnlhUYZRUBFK3m8qYbNX9tih5FmW14gdTRAVRJhva0Bu7h/f9k5K8s8fvsYMIik3QigXbpkBE5WHK7G0noc987PAm899b4LKACtWYFjWrA6WCqE8sj6ZXO+4t2IgjVhdjbcHaBE7f93S1p8VkCpzx8XSJA7HskZRCIcNhoBvpuhVgugdHMBTtc34sLyhEr+pXUQx3MwJWKBdBZg7BCKMlHfOJ6TJXZJeLzvbFLATzogLsZyGoVRYQ3aCcjtCcxXkWB6dA3UMsGIcWg5dZRfa5Qr/sAzqCBbNvf20WO8Madg7CIRMhiuLe5CYErkldITOQ4SBH1dXt8TKqczyK725mY/oWIwTiJfryJPkXo6hG6fQPDwj59LNIYkOwcpGNi7xNtwgxSYVh9qXyHj5egbYjQ/TngMFBniSnGZd8RbD3luy0qnF1ZX+YbUTEyFBoYTCdvHvekHGtVAJORFsRgOkk9ueBSUvim0+5rnO5jAaA5XprWykgxlNJHK16MtPB1oxDy8Qcn3jR3bPwIXbCFx9kGt5i9lHWMx5kyXOWYCpt+vHAFcM054Df87HALmlb3NnZhdy9OuJ7AC8Gh9/a87koNgYRde5JYFq3iN4BNhzvZPDxcwjO3JsR4iO9tkaaSKWJ/1kNr1jd+dAUSaXCBHkTHJ4DFLSdDMYgpmx53OzVIVFjRD6OhSLsAxo8XM4/dpdboLFneHJ6jFSQlbC5iWF41rCK4R7FXMxekXi4c2mmbm4Je3AQFWMoUi1YgzmiIeyCF4MNWBelrjfA7qfSNoXK0Ie6FgiY75EZs16CIGY2Rgm+sMusyElfcxBwhBdMWKEskipBXHs4xTeBFmf81sgZ4B2qIM/3YHHex2sV4BUlgCVyRFPzolQdJ1bIvZVF5kCtOd2xz3XzaMzOXJsVzjMFODx6lqXIE3EPjxq9+5t7jzHQCbbxEWwzoFssOGhgmS0RyHl0r1NjxaIEPsS0jCwFg9mXFVm93FN6e9/FqK3Op6Cfv/bEVvHd86kdrDeHd+5q4YF3M9Kyrh4ZLpaqjFIEnKxFDJ0iF4cUgr3fZVlms36kBSPIBCx0ThlSq2gm6LxugFvHZSlh3fu0gskLbgaoExL06FHQRJcYR5a4sNiQKf8Dx7ri9d6HVKQxV+f81yukDJ/LKbl1I7wm0w7nfhW8wRtyPELKp31DHC/+Zrk75jX52SAPGbWFGD8SO7afX47Bji9TAY4vZmXpXEkMT2Sg4Euglwm/TZxIdY5kA1EAlSQT1Zlriu38nt4+sJZ7acvWEaz0OB7N33BeoYSKpvDictQ+HcDhIHA4Ts8bqfT8STPXiQlpZve9Forg0xW9qBldupuAf49YJRDsmaXKvSMeRyeYOOUek0T3A4geWVbZ7sXsBMkOjHzJStLfYuiMZZ4jxELwwgyUj5GYWkOTN25zfI0OqnE+aGzxO5Wf2A3i5vzMg4mVoC7xF/fswtDxtfk9qB5YrcjOGru2RXwMqvHRde5JRLOE9VF6SO9kwbNPLpcBsijzTZFEtPpf9nFuTGQyTZxEaxzkG4SZ4L8ZIU4WRLpQgrkbHpbzPi1p+o+DY6leO9UOodWwf3P7CBUEz1tZGuEsCRwW7BmESnibPqNXSnG7UIhtfCPy9zGBue4d6Be3RZvwmTJ3Ps7HpUU0dusI3GSkQkGKMNo5cnlQI6A5IZl6X27UrR7DRnKahRjgigMs8sN8gHZhjSO/dMv7org/NRuBCkf59utMIjao+9ZyM5PJAqEUa/DmSC7xZABJrXwGfMHTd6DpnnMt4b3D473bEgugh4TZrDGR44HO8JF5Fr6s3aVVfbZCbiIjEelj+TurgzKxGOAevgYby8IYYA+VTNGULr9s32LPtL2rGkOQ8I1Eflop1yjjwi3kYxmPEaNCQ7S2Ht4r2nuHD57oQOs0PqwfIcpM+9mkBatRnExkxhxIOZ3cEDISW3y7WUlF3pQL3uzB0qln63RmiysUiBnjRsa8yHtN8dI4aGKBGmI4uwS3Es877x4pMJZqEhgF6U/Srz5FAkK1vjAZ4QTpoUh+qcQniEk0HkQ2XXytECRJ4zGe+8wT+Z0yqTlAjYpsafCERmR73y/OXsEV+qiuQ9dBXOYZokxuOLg60Ep/g+/xbM71FfODB2gQ6ZHchSeW0xcMrT2tdNvI1+0LInVBb5/b+Fo0iKPQyKVbKXaTGHBxYA6swYgMDRAXQvzZw/eqT+qPbki0VMNKbdqve8HA56ucZHXUhzCGOBOkTPAQz/9IPjpO3wx24inFKkgZU1n03uR4HT4QcsJLUauZ26A0SyleKreHjXMHhcJHQM84eUBvYDsWKzFozQW54MwQJ8qHfgE0Xl+00zQ3n+Ni7OQ8HIipBQiqXAbrJov3xekIUAi3T0abPVudir3UVwsQDiOEALxfnsHgtusjsJWxJgRl5oq/phrVobJwyTDUyCR0gKzvLaTxzoDMreQ4FqF03qR6AUezLz8NAMRxo/y4LneSsg+8VKLketNmwoKod33Bnf1ar/VMPjayeS+XCPJwZ0iJLDVqwMe6w4k8rRAkzw5GuSis68k6ymv0WaoHrrdPPdpxrWYtPgXf0NACovKfm8PWos/5eWtenn5NM17FfMHcsp8e1NlF0T8REK4ge8ghaPmS5hpGfiquave32bSvoqFFRIJQJ6ZIlJk5JLwG5XlfDnaxLuVouP6xGKfqlFnx6RUqZqDV8nIDGBqT0cL3TM3C5yFeFEMdoOBdLz2gRxZ4mXQA83QvUm/T10EFaWPDTbbRrmK7Ol8ykuYtJFrgY7nxeTJwYbjQgmI7vbQIEYM8EKzrQmUAYZU6eAWTBD+8RTRRxn5fPI8tgIMErGY3mR2iiS8VbS91NwHh4k0Ppcr3J+w5Gu/HwWztS5wCHli41uRSYAPpA9+OwdEv38TJQV8ZD47tUgHf46ae5Dnkcs2q1EJtIDDO+8jCiVkcWcmBXh6KuUQBuA5vCLRYvSnLzjZiHLCsF6ADU15JUmdnTrhUCRElHjx6fkiSgyewlaIdHA5vYkLe2l3OpVqFLsDogRG0jO7sZcI4q4G5PIEveY0F4N9yAS+LNSbfRlQ3L8JUxvHw7X47v2NgibA3TQFUt+1CA3iNL/Fq2eUF9PEFqGFVZQatGTMr6Pm93RAJ2g36KT7hFXrwYsWKt5JQcoScgEy6kRVW9GQpAVrlsiv+Sg/3tPDop+A2g1+Dx4xTyRf2E6ipNAC7kH7cEW9hispWvYAkO24U0gRw/M2Hvu8IgYIfPqisVmw56eQFEuolNevmifSvnHgQgu94f6UPFFmx2Bfhh8O2dLQ5cPgWn6Mc+VjFIQNx73H7uVBc0/TLjmJNhoxMo9kbm8v5pwXgQTqUoUWXMdkzm5KVEiObjMCzsof5RvIE9FO77D8tNPvndWfmudgxmp9II3vaOVsemfpEvU9fkSfnr3wIadx+VLj4eDic3aoaox+JwNKauExvk1W950/709uybOZjgEeNojGACpe1HFpD/AlPj9BVfyBti0kCkeDbC379kA6unamBef95v0zHTi89cUCwtlHmuNpckv8bfyomCNB6dOZE8fPIpd7zRk4iFYkjYh3ZxkSEng35KTZ9fJ83wK1aEie3GeeRLkIj2Zq/6h5ya2vEah64+Q7683Am5AB0t82BCTwKdBvJy/eWd4gliavvTutZCxbzKMQT9j9xqaNLVosFg8R/7MpCaAvCtqbeAxB8fuuC0fyIBKyRlmr89jgp5aADHS2jN+NDmC2iHnqoRUhEEAxpg0tdqg3YR5F4WbAqQh9EFc0Big40tG4xf4XcmvUixVUWrn5rZtJazG7aRxDOrFSj4+bv9DgCAaR68kxKlBEE1Mca6gKMgnCLLKH6Rgg5/ZmD3TR4YUhgbpUzSfLT06ZGdLPIQ4kZEB7PLdosZQIE8HsJuImvnVoct9zCbKUBWkIfehIYy1Rn8Ir8e49CRaA/9NTFpEoLgFo3BHIAhnhebN3IFALEheTVfDH5tElsoyc5V4EV3TpnevtKI5fkO4YC1LhzJfdxw/EY5jwQQs/DQcQDEvxTxygQnghj+lrXLDIjGNB6VPv0X899S6Xn0x9rUB+Ma5RcSOEa2qAsmaFOGCkKZIkbxlonCf9LQhDc1HkB3IXcoSvIPS9TTwb38M3/GVPEy4YLX67xBg0Uj7tC8jHFaH+lsQ/zhvmBouGZOx88SuJp8jpPVzObpoYIt9J69hXi4qCFk0ywA78EX1bxwAhmUjIWookM5VQl+DLVAxOaiTT0A7wxvkkITr3LBbyY+XJVpdySDCZA6YtUsKulY38A66OAQKfCQU8anSRoDXUL5svJ18J27fmxGNPLUxusBzK8IOxOQrZXB+hIbT+LB6VxgDNjeKxDc3TGUBPzCOb2wMZkVJ+QUigUao0aTc0oowq6QkgVhaf4buYCLA5urvPuHnffnAJGkjDWl5QMy+dh5AvvIsq7GRPGoEoLhFc2/088tsiryATcXERWT0xb5oDk2DriPvXwVUG9HRkbT8KrbNzwJ6XC0mF0wWRyIN5H9XO72n/xwacaobwJJoKeGuJZ8LVpzgx8tSL4y+Ryz3RPQqNSOJOQwKYwFgLqd1h3mo0VGC3kI/Sx/C5GHKEm6Gg9upc+2MZXwO7EgZIk5gBamIMFnFXHOIiZHEKeQO3Ii8SNTzve6bJ4jl5vAdZ6WXi+0Hz/Bai7KXwF+uccFSy7SRhezdFSZ+B3EbCigp+zsICaGWA5WQJ9TSqNHUIhX46Jdk5vujVo11khxD0XHbI6V85pSWCGwMsRuf8KO4IvbjF9kLGCwhrqNkOWbuozYnHSbMvqZG2RRqfY6XZnFMOrmdNc8xs+i/r2WawBkyALqVeaFMmYdsyGRu6Us8vDBsD1FRB9I4l+KhY6+sJwd3TUiJsUFLYqWtWF++5mNowW5CG0oeIATIUE5wPeaFjS1FcAnrlK4iy9Xvot2vmiUXgIwQeB39cZB0DtFjmgEtxjKwNyxkQy59JwGIgwulRF0Uk8H/JJoIjVz7OZzqpA0rE8J6qJIxUJAWLl5Gg9GnwyLr6RER0259ERlFxIxwfB92x2i5AluB7mLeWJw2eLj+By5CLc1QEz+PbObeh8QxQCgS/wULJYdrACV1iQtCEFYduPrMihMfLQXmzqarPJV/mkwXSBA4n8YTsD/clZUDs++xUUh5JzxigLP5jHJXlwSbI/zFbI7UmiWBnJSiqAbQA5dBRPRusy+Gyh6zS2dCBPnzJL7wVt/I0rCiikPnKCrchzF+IviIGOOMKhYPmaxQG5KuaHTQftJO7B80X88n31mSgOVEqoLgl84Pt98yUl83XSNCUU1YvOdDqXN9ZttN9iFly7kgsJX64snqoY4C2hIu0c3J20IAsoZ7B9vGplXLY4UzXBSFFz6UK33saIxmKbk9gYK2vWTltkQjkWpwIgbbksrQu+PZJ8wtcvvOlemfSoHfW8oJtQDoMiAJ/2exB6iFkeAFdk5gEeSlf0UBgJn7jVhe5EF8xhjK/QFBW6s87MPhKsuuhyjhWETnYELPLgv4Kck6Wxk9ZeSc/aUginOVsug9PtUb+xNjMexGjxpl05wGbWRLPxWfNH+DZwZEU/R8t8XeWpjMQRyRZE6Oi+swn/hO6nByAJe81P9AusJz8USUSiptA56sfUiEk8hS7waTAAH+6w0luCEZzkfr8E8YJ9rUT1y40q2+bfFFY98BgURDMBC7M3xB3BYoDtMmzH1BKXBFK4/SMVikvGd6Z8hHu7jvhwPYdHfkj4HLufP9KpxjhgvMfiJ8WTXm3SmKEuIjMpIBKHom1wABHRwARLftNADJMpVl8RujyvWgCeenmc51CJWtmg5SFLVO/tt9gArcQuqyQz418DNDYObLjmV5BOLIGCUApFuIhAy/tNFr9bLP44o5NmO+74N65RkBmi40sLg9TP6xEOPsmFIuPlAAZOJGJfLvM4n4eSKCSKm0kJdWHkyfaDiP6VvikeZ/fkmk6gU+EQq3pRKcjZ5NDZT/szghEGrCnE3PCNpx0yJDEu2CVC0fSuCy9vBaaEayfQwcCExxyysnqhvfHZZfQJuPYRbAQspDK0lRdtKZ8SMXUM9VSFAQkJ5KewxZ6koDPJ3u0T8jQo0VCm7eoaJiYbTBMYiSiuqGLPWAQXFoeCew6EgIRJTB6Mpa3UZ4IK5+dwp2WiVsQsAX8MxuramkW5ItrScbTpSuqjgFGcVeYR99F9WAYp5Nv1XIc8333LsFJEzh+EDHJpfwEF3fxkH0KBeJt4UivLghZOghSVCVpRSQjdB4oD7K2edydwFNEbUiDViPPc0iWAYL4ce43PHW4IgbYHkB0bD5NmMzPg2+OYChrfwPxgPSEcCvU2Qe0Mrkh+c9x3m8/xm3kmvP5Dx4KXX+ihST2w6gILal1QvPQbunR3gdoW54/w5XQiotCAo1ThUadjeV9F4vbuvrwtraV+OaSwDQRxJEu0uL8YeSbT0uQhrhQevGTzAKfICk6oaPeiZvfioHFJTLx8rJA6I/3Wx0IowAeTpu9I1ibUVYSgCxmFFHyau+/yAbohj6VwWEbHR0n1RXxI9m0z5A4cveEd/TuDkTCoPngYSvLjyWsb/ALQG3qrLOKRCYfYNcn3sScJoaiCon3wpQwXDLtmu7uIW6GKIFDeeZ5eyBj3UbcZRb4dpKLZr+zFzL2mrus9u+rfH18ekr8s/fpjSsWUdACTcHv5ZdFiD0YuiXDdFa/wi8AefU+TV81xxr0oV/mCbSceTLfScEButBFbChLT9uFKwMwYDgvkTSOjnqP3Ujy+DawALM+B3eHxk/0aKQ37DwG7cel04Hghwu+dU2AGeZOi1753WB2i8Is8IHoofXYD+Xt3NiFH9cDU2FGW0PHnzbGvuqGHaLTKeEieAq6lGBUEC2tQ4yUe9+ou4a0lNGrEx9al/Uox2K38C8DA1KL9dIhpjEXwFPtNTQ/pP4pYTouinEEieJaw9RWoOQSkYExo+QC4fnAdplCyw89wXNakXTpEKIgGl82lNRxd4WzwM82U4CfjlecjbELP64J3h/b1mM1lOZsiqPdy+twRQRk3m4ub6/H+i9OqD1wTbtDGPyRIV0kMy9U9Hpl4sH9N5Gof1PlsrFIjsvo9FyLEPSKQbQYsR9FjMmLBIrLnu1WkPnFJSVQSTqnkMVntXpeGanhQ2neaKwjfQTCLHuCBNsbJngubhhFCNM5WCabYzPu0W2Ey1oHeN5+5Htc1X5BHO/Aj+uC/nxkdisGeOMXdrFDrIi2b6TZgsf1KWhDZ0OexpttuZEj6doR0TMFnKxIPJ3J2r618CvLMgwCvCD6bKEI7ikHV1vDO1srkdCyEkblNXk+tQFYj8zO0nynce48nmkdYHQLHGIQEc3aBRe2+J1QZdvHEci8LtDJuyYqL42OXPstimjEjblHFuRc6TrAinPgYG3hLmA7Brh7rNwQ1dMVnsMQKoKr8+5qDiKgT6MTx7z1I74XexIGwgzUWisV4INNGxQSnxCug7y0sUtEGxkb5GwLZ7ZqHiFgA56o8irscrj4zAZHPYYrkcX7YUztwQiGthPk6bJ7JCW0PD1V4YgAQmzkFxZdd1kqTNIFnjPugVfGuLoxwIoKIlJ5bKSjauJqkzcJqt8ZJa9xBvgaEzy7KEhECrpO+4M7xECr8N4RXcEGDeAmSnJzZL71vVG5gkYblffC9sIugBtXDVz6FCfmyIJRjsmDhQXyQ1uO9DG2/SKWISJTfL8EqAyw4sqgCsUO75eKJoXUMcL0R3/djVikuyHZ4VYhnjaUx8zPp7R2rOrKGPIquZWXQ/R6fTRWdkQ9smAiFGMQQWPAY3tzLRIpmRTC3sshqm/phtDhLjleZFVzs1zMLTaMhNrT6JA24s+8NB9G9J8/FW6VfM6Bc48BVrzBkLIYWuZQBdz4DxHqlFAIdwuFwDLcyuqutJIY5KJczrc4V/LK0XbZvnWS4qXKhJUyHgMtYq0FIoi1gFQDxtzJQ6OTizfSYmkk2vRYpwgLndlNQwz++vE/QaIlE/Sge/pUwhHvXEOAm0U/pHzFslEZYMXVAuU1KvzukgvAeo7S+GesJrDr64M7tZeDRHlZNvpHt1H9WYwfRnmNwAVrkUBMAkxG6065GFElDoWu6RBrJBF7kepjhT13q+wcEm2VAi7K8ZbXwBNdmrD6VYlxo3wAV1DZqB6TlgSFBJReQilG9n4dA6y4KrBsa/EnspKOauxrvEBLeyjyOvynFNAM8dCee1sBUCtrNMf1wLLLKBfujNS1OpO6SidIOtdiSIcy6Du0iqGHIYIZlx4LGlo92sQ0B30LSbZhXWd7RWqg9MyWuRG7wYG/gsV8O2hFKmji7uUsg6kMsGIEKKVx2QyvRH7Lo/mNqBzJKxnyHVUI6VV5vuTX0EhVg58zvqRLD07kxWI6TWmAvP9z54PIRxdSBFrao/t2upfY3DW8512/SBbpMgmqsBw7TOKR67J4vdsI1uo/IFpKmAQHxON1as0Nzo0HbS+pjSKE4WZnzfrq1FhMXLbCF10qwP/gEldDAugdJaizwBVXCpIJKfFWXBdeAd5BPZU3NvGEbxIven2fOJRrWYwrXMXxFamIco0vedmWsHUw4chdg3uJNS6c+TvLGhuuF55NH6jRZcHHrk1nF1CZVclLKudLWw3kvizpDusJYHnmfAB/dN08XcAXv1+L4BAdUVbUV+Mer42Us+DPB3bJiqhohsDo/Zo+GMAjxIgGkUNuqjWAc5SgjgFWXCmkFLKousrT6UbNhGMXy7ljgHwS1zJ2gWTHkKS4W6XxB/u5VZB5/RT/ZrIPuIftDOkwm26/gnLVXOVmQNWOooRarTXdcSjWfM6OFio10l40jbDxDJBXGumYXLZ+Lj4EdcUyZfsdhbOQHf8GrEiPSTqKkiwRhQuax9k9NgUzCC3MAu8UdRa4ogStPVLEXVHsZQMIhS/CUFUtty2WJ3GNAIG0mQ10fPVP7uC1brhHjK2ENraXvA2cMUDb9XkrFJnFdmgXEQdk+iSNPuHzHlrMna6RBufUUaqlImT6axWcBowEvhye6RGNWI6yzzFzDzfIWdBTI6oLbnpdmjnPJQ4X8C7WbSV/y6gMsOJK4ZrmUEUiBRidv0heBh7IwTGa3oKp7szZ7vMQDaGI3Bvmj0fUgT13JTkIDPADOOEWlPtyfAV+5JURO22FBNGHJDtDwgLjs9/cb6dylA+AvjC8e6ZnW/I8Sv8erfSk6TtiQHM5udNfPGiaKT2WEODE/a4EVE/ggKjJqrWCjHANWlas1W413GBqXBFTy/VQxRG56RAs4pN4zYPzFKNqZr3+kSCiYULb216uxmATaAmlDX3dKKHdCk8y1FngiquEjN6kY0w2BojyaxvNQ1soL5PvuTftp9w98ah5iZ4XNZbtJAjr7tVg29XJjSradti6XZ04lb1uwQBts3gfklOA3HOKJ78BP4p376hFhSlqCxcu7Gp/cOGOy2Sk9XcN5sugDOAxY5NoEShI244ghZ89getYLzi4x5tC7Pv8cb5nPnt+NaJmNliYKD5EPC0uEaV0BHjWqb9sUJfSqgb5jS3BLuGSZoF/UxlgRREsmizhoYjKppqiT+LzF6mqlAfCVM5Dmi1+aI4X0FD783Z2E8ppn5aecCuTIzng9EgYIqD7YX/P7Yt5qAUeaHss++6DNn4x/yQKiSew6A52X+G7vw3CJ9bvcxdGGU6ERVg/cN4TULkvGQN2mA+49T43lJALaMkbiJM7faE91SPA1qHvwkwwLnjt7wm5Gbw1ErRkUWt0frZgY5D9WShh0iH3xXHAEVUVEbtRIIg4LVwD6u5j8wK81qTSNG+giV1XXyaUklHMlbikWeC/1jHAigFQVLX0Wm9Ob95xzMqO4NDzF2km30/0zAt2lGfTg8lh86B5uqBKs5PMYGmh5wnnp81wC/kTarZ9bniNwNws8KMbyhVDSLpRM3cy7ifH6MTSbPYCltQrIYiz5KBPnhgOE73xBxjGcVKjxfTBRkoIbMgPA86Vg6l4HOQOtTup2jHXGtKxZG55UyzQ5xVf89MzYhh3G7Ew7s4DkY1tUYEFBme/RXhSqqugGA8lfGrOE1Zgupnep+NLGgOsDLCiDJZTFM+otkYK8IBFkueKqVoSHijHq3DQDz+Pv24PmvbW7f6br/2m/WBnPJYWyGeB0ePtqad4uK0EKApw7xdn7rQgDUkPOmO8Hsv5Q8YqwQChj9Ur28fZnRrNrY9JCg/dPlL+AJQQJ+4eLUyyfWCMch2W/jUL8FCGlGo0N/I152igw5ARBgRKtR3mXA+jWy2PQzXviBXVjivRy2lukf5GmoP+XwH/EArTXMPIdg2Ts9+IkYgVcEmzwH/Vky8rKlJI04wKHHGTE+mEAnZ6i56/SAVoDBCmvSgrGvz0Ab9BtNzYIJSNHUTnZ3CNAdJ5D/bnesBiIHiimoshqZkdvcYT3AiZlxFfHQNkvTNOBycaLC5M79mJ19JZVvAB9KREyP2uQe/nAeQ9ikEl9vdho5MVHA32VyqSVehJR1e7ppURPbPRspvMexSHiNqO87cwTGAv1PlruvGerol8jEtigL+sCrCiBGnm+7DlJXDAkTmg5+GWKNHUPno2signO/JSdNL9aYP+L88merrsTV8C9/X4ZD0dBDAG+A1/vmwOv3EHKPkDR81PdoF1tFFP7lCiB/xAi3LQRcIAdXduBI+nJH2H7pDBQzc86Kmgwi1xDEsdV6HvbPp10XPxicUlIKrVuhZy5WaBA+dlICy7CuCU9LgScgDZKge/Sci5nT7mu+MeJAHiRmPZLbgyMKKs63RwFMAlzQJXBlhRhBY9Yy5aTKHapBwvJ1OqPfCrJb7Ito54Wl0v+uZXMksCKnYb9p41d9pF306bo669yxMc0dt8NOmPdAyRPoKQzQ50hG76wJ+r4hkgQsIVQuL8ybcI4zb3iT7hvR3SCbUnQ4qOASKGblpD+aao32lzgnp7cGQXPz5cisezA6thorWj39Xg7KXU8H7JBmKgXcxTAdoQvjcz+trEphwIAcXeCniI7hIUD0FwHNC/n5gCwZdDz/wraNJ58UWNAD4shRkTXvSh8WXKG5FNyLBcr1GCFrNLmgWuDLCiCK2XSaU4aD61shrOXyTVO5TvG5HpZPKpHGTWTg/4luwNWWHCBYFneuV4mFu7IjzwQFUnEd76CH5yuYo/6fG0fa6HB5HHyZBigQFO/ihWeObyoR47uR+dVKoxkRligvPChB1AuRrdwsay+O0iHSExIk2LZo4zlFwXuJ5MPQx0JfriXFjCDVfYG8dN27YgnTy+pPVqD0psGIoNZAb1hVBzW+RnK/UzHoLQ2U2EwVvPrWg5TqmljFWZdGIUw0mZuKRZ4L+rCrCiBKk86dCV0SOacQJWNiLgFTSP/zbTSfuNlPjH4kHPNcbNySMYcfnx3gc8d5I42T+CQpJjgPwsMhEY4CCk9180ew852UuXegSkHDgsDFAP93XzupMzuL1zrH1yqjcGpOdPPsKFxGk2mdnRnPL7QKOyFqBckjLyt4KKyIxIGNMllQ4F/gc1NHzrjH5kHoD+8Y3sIbmDvaUMP7YtD7RCHuKapxBx6NJ0DUmpqi8Hhpoqoq4wwZOBbx/HgyQGmfzh2z8MWz7zJTSz8lW1otDIDz0ooY4BVlwltOBLcbV3egUbrNvql3HD7S/BSEZpkOBp0HrXH0gNpUI1WFIRaUIpkEIPFvW/wH36jiew2E2M5E3mOTq9ertSpgD3p2UOLknxOupE/DOTOJcjRkwMtKHc0jtTyrpJ45j3VJ1LYZr8IG9pn8cF45/7OzIcmnKji6DlO24kFLBu+WMsoEubBd5M/1a8jRDegioQFdNoQcQI0MibThBnwW3bofCzvhQhq51fH4BaQTjKo4ZI17dB7SwKbE3ft84BAWVcbwA5cEXcsknZRGpZSAvoPZIxHtjWzcEWcS0fDvrhh2yto2aE5kbkYUu/TH0K0IXmwXhIFW3hD0kkpYPWG8TftxEIJ5aBRms0AQm5rAyw4iqhpRLEBaQgHh3y79yPN5yOMJqNqHwvUefAAUolHv1PNwXymgBKgGypPJEZM2UvPeFLAUU5wHg4GJcAtKn3bql+V9oWkK/apSEb8UObhWA5ssnvliQUCWBWiy1xnBwCIuDYpl0GFGarvSw4Gx67iE4RLCOyfEmzwHUM8JpDmuFXAA2UBRBKK67j7npY9A2on+LY1ZdgkSxosuxKr8ouP7mng4evDRagSOw3xrKJEIknuuSErV2eK1vhHO645Yy7x9f61ymGq6UZ9yJ05M+v9cucpZBBvsyfwhEfgQBSWJF9L4sRJOOmszoL/HYChaSgMK4IUlp9l5ZY2wXm4JJUH3wJGYAf/l0ADg/x8OthJdkMrl5eC5DQlYb2BJFxmlqjgelha5th0XN8FR76oTHVazHdLIKOUr45EmuDblog8BcliPrLAqfPmVG4ZcRD0IPJ4hyxP5c2C7xOeBWvFGipVxfWSwICLbIbv9fTyLQmTSONSR9sK0B5Muf86eou3gpwozm7vAaQkf/ROuzSONT2QgO3FwHcSGhGsAXGodZ4JkJLFmOPxloQebcumsjoZTzM6ze1jhIdVL1kvLdtkV8Rl7iRqGOAbyc4P7euFF4GpJga04hGdXDlSmUpVs7M1JS9+ORueLmcoxaMjH6tRTIRernYICgZWYvraAJPlQtpPUeWUmiSDWnrYSRqjXf6OLI0Gmsi9mzdiyZi109WdKF9iqSXC9L57weD4wBHcUmzwHUM8LpjMMpyNWChdqN1UQRYVq1A58QGD4NFKdNWeXDt7IIgkP2cm8etrLiGXYiLmn9N1QdaWU43ApstKnb3wcYGQwkFax5kmiaz1JnThquHAc1SyJ7RSCNqaYrWCZOq3K8u5OjGMGejzFav9bt3Z6FukqfAZTHAf/hv//u//f3/xqf+Xce///b3yB98DR5c8h+D1G+JgVy7++wXF/qNr/CQH17zP7qE57j/+/+Jb/uEP/kxv9K/8Ch34/6iD52EW+d+7Dv+owk+SVyHX3wkX/zw7+//f/ok/NszXPOP1/4pbmiqz81QLTnLajX5k3BUuokFveYj71fpX51LwPLrftKP2k5u3bf+6hfv5Cv+yNf/drmqPpkDeGm34WMPfkex81ZsDf+8Zf7+z8uZBPnv/1/EgqLVn4prBq2aVw2pbPz7ndMSLhowCpf/jc/FgL8spQ567f7dhZRnveCfOJUgfodvfOxaC6P9a8EU2xK2XpiJM4+AmxAR8y9Ec/W1/NKtuHc39p198RsVU378J3om3840AgxgIklVGwPQSGJiQN1Xa8527Mauxc3Iv/vmr1y52wxm3z+1+xhyG770V//8tf+PLy09iTG+aeztDBE/+vu/v6RzgWsXuOKcSDptgzN5onu75CsB3WLO1War+nvXB2tjqSNw/JYu85wrveN0L9ZOdHaAXRbRcXGeQ8Ev73qVL5EPYm3c7uDJKm8FkYXVKckQp2sj3L+cLnA9E6SijLh8+pJtF/oTl/fh2A+fxtY7GSpq+Too3xm4LPDl/C2r1iiKL/pHmLvzQcKw2YKvVjiHbdfxdZEE1JEJ4IBWSiHBedRUpLMfhiDJ0tMh6B9tloLzxzYFrM+o1uk9DoeWVGCUXv8YEgoJ21Bv3r2kV+HqjtAVZched1nhdLfyG08OF6pfqGeoRp1sW0JwUW60kGP32JnfnAjO0p/Bb/IyT5bD8DULvibLdzoyDVJcsgf7CCcPqoPjWMLFqESCL2SBIX7CsMSnoXcFD9ZnFDxTnzZg9d5GsjB7w8awvaRDkSoDrChDimhaqj0h0F9fdOOqE1x0XkXyDRAD+r+Xqf2AfjGgXefEOv5D8uaSXlggzhXhslGfj02RxAFkelmU033zRtVL5GPug0dCOsFakaqhVbBNu4oxEt8IZqOLdLVBVWMcdgghLgMbFodLYoC/+b/soqIiw7D0RyXYf6Gku9qZdRkd2+ni7WS46KHdcOXDubC4wsWCXNDo629pcSMP0ICSJJeDPhCiNwajgcL6+P51srBlnF5F6mPshZDMeB4TS4+ybi4aJjC/is4ZcBy4swNZbF8C2ssZA6yTIBUjkKqVVp5QyqXYa9kPVCUnEVo543Es8dA3/4V6+JohXdM44LY8tUgAfgUxtB26lIlic2DTQRuwAE8yf0bf2wUSnjhizb+dQaDTXliFqW8ADzEesIPkeal/Di8RUKLo1BLobspuN0N9E6TiikHiNlpS5QG/oh09wL3SikAC1LJyeG9kUGndSRDXCqtYGxLGTZjtGsgUAXRZSCqSToXA7aSE50VWITixxzHDRb5XxFi/WZFMXAz0kEQ+kTbkn8RYMDoouzJoBa0Uuae8tpg8kBv0BzbxdoDL2g9wOAZ4khwX89ZhNq3DogIW17ReJOWWVQuPY7MhufDvhjrew1v/+kReXQWD0bCN4VaUZHG4EMDKVtMVJDASEkf8Anjt7lMWBx0ARcg9nWnMQztsOpnb7smVw8jkh0eqLTO3OhqQRImvU2dDpE5uQ6TZXwZ8T0M1MPD4tWUxgTzxtYLRjuOSGODgXGDZvfzO4eQ5fgT77hwGORLsxO1DPg451n8E9z/5tiStg6d2sQYjzlPE0V2LGXdI/yD29Gy6YWTGMHMnXlwYUXK39fSIJ3BcDEL/EkrXzZD97vBcUTP5cFKf3odhMaeU5HfVNnAkTeYHj64sNEZmXHjqR/+yWK3BKtlG0RmB7H5s10R0w3QKfztpjl3TcP+Te3PkDs88uf/Z1+1S9k6GJ7PpHlQi9Bk32QsDgHS+stSn5GugyugwdswNSXsJzAwYROIFIvfSrlKnMaIoIY0j2QkbiXpGOvV95o303yAlV8MAZyhWQDeZ6ekxPI/GNAr0Hg+m0asViA50CPhfdlLhnh3XkGDuzohYh7LzDCG6G0At26GJgtn0c7taBUtPCXJERYQVVtdg9pNPbu7pOhQzYTuwmKI/FtV/O0xXpcWqmRXSdHs8WSPikm6/+m593rOOJYQOoN1IaHk18MaFp9Lnegi/vPrYTPQrZQuNlOqHAZLdwgDwOr3QsClGO/+YkDzV3NHs/fgBJ1La2RS/3DcaRlBJSpJUN81urSj1cyY4IOKLSLxqmqBvkGeyfcPMnZoCo8HoX1R0RqUXlcywOWEB/hGXNM4XKql1GyyUcUUM8KD5zq4EZ9O96JTWyftsK4+a1TTspT/SK8IfT5/bVQGf7nQ39BDdTXCC5oyHK86mD5k4avhNGOCt8fTIIWUR9poVSd8UuafrsJ0QyrDtyz0FWv6Rxxa1+6F+ZMNTtO4rIPpuLOjuXmuhTpMkjAn4Kcp+VHmrsAflLaLNuPAU8Wwh7buh3k1XlTqPlbLt3GLncUAMaYqs22pm+PkxK1NHcsax4o8sHkuR1aLvedRI288RKrzcZL3kcg/Ci6yF9uoWpconUdyCRbOWbgwtiBTgJm9rrJKP97tjQ+IF4tXiNri0M0HswhC1VcQ7FIaXSD99wcTu512PFHHuOixvyYn+I0A39OLV1WN78vMjXCgN2D/AxQYMcH7r5mjZyAhFe0vO8r4gXgEDZEOtMTdaIaf4AnZyGqtOJgQQQC3caO9daecd/pUliWGfDQKlEnJ9xW6/0YsUzrj0FC6RMaF6dbdebFCDt5ZtDggiij8BHofqbmHPJ/NnWY2JcqdHzeD5RrFS4AaKkBfPcvN8eAztdJowKk8B53ggF2HET5TdTDJRW7Xi+GYUuTVhE5EPs8HkgQ8Z6Vu6xaBp5m+My2KAmQJMj8YXAhgkYk3ll7g/2Hu41zR3nh6AMWVNcRgDlP7lY+T9XTmWdZ8jiPBh/+AYbkOhu3vz4S3xeOApR+j+yMGs/eYYhl+L88lzPoe33vsU29d9nil7NoWrs+khSpS11ifNXyQ2uAwhaUQeylDAPu6EYdgPwJgdUErexcysZrE9aQ6c5+rlUxl9ZWL3lS5M91Rakae5PBytcC4jyR7x6PJ9siH/sy10PElKK+nIZP5JRNQsyN7lGaMjeWYJO6ZrF68e8ULeIV5zScLeEaq3j6uXkIBubsGNdrd9gC7lT9XYfkIQJpGHVtDUzU13420J4pxwsvVCn0d5HcrpjPYkO10OKO6qeeTIpR+8yBkuEcoHiAGfa54KP5fLuxZHy2uVDpQEY7x3wPnirlxpJEkfBOFZifAR0ROYxc8HKlHI9B6ePWg+h4/foIFy9YiwaLM/+JJFJxJSCNlfxVH6A/NIzOXY0hiejS5INE1P56dvOnhlOYJLOhPkz5kCRLmL1IcQQMiCuYGrY1VLR80BRRAQuQCCArJxxNay6TEPwr7NvBL49uKkWR5IUc89tQFJWNxnFBo8Z4VR0++C9yl8dDeFJEuIH788A3SxYUR8SBqRQym2ty2pM1cuwU4EjKRPulwg1WlsI8/Vy/Y9NTiYPBHJIFIon1+lnuqVl4f5pbpCjd2VxCyL3pZI2UE7+fw0+OODXOZ5FiWsEK/eJaFfeDMVDKtq7LFXcQKfcn3e3tCfJAjJmNgvLXUQfbCl5j4ngmy90MNTOUEYwAMLfj/KAYHdfgPZyAW8dOn/su3sadv1zvBw8kwyUjIG2XvbfLhNZywjctdA8UnUD/g+yByP9hd9iIygvaV3Po1WIu66iDiPoyj/Sq8eWjW0M+d1RDfKNis1PkUhZH+V12PRluI4gS9AQv5Mw513DdTdS3oVLl8HeDyVJkixRwKIJsGSd8jEUnIHyD1oexQsGBy4AmdIh59QjHjLkQpAOOR+84vJ5GfNntP5f3wML2kp91ScPpnC6W0WnufO+Qntamtz/7vBdK9Fl83YRpgyOpP7svrl1s8m7am1YweSWhRTzUeE9HKiEYGBpUeY6xGjTRw1e+geHjl5pEknQmwjz8XL+5NPaILEt5Mph7W/w8XZFKUz8jSTx331KnLpJEshcCA2jd62EPLn494dR8PDUx9knmdIGHphkjBnaYZ4Sa3fa5cuCTPUaMT1h+ZrlIJIQsHj2DRKuTPWn5D0LGMUdhNsebTfMCci2YrQH5sV5Bye3tYY7vWhyEXxILw5XyQDe0MB8Rk7E6YDn44mrQxYtt+zyLcswkqyUJrhz572/++/kAxG1UMNvDubfst+Nc/mWILJ7vcQnIjwawu5nX6rFy6NUYlARFjK7ME+R6RuMMpTRl4yyeoRGzSrR1F51Clq4kxS5DLKipdkmavHLbqDeBB8LkJHSDXmhUFHwVq1eEWzwMDRaWNTPEfK+I55ov6z5ov5E7uHsKTcQwRIzcxZN2gL4nFDRDudCvGdTcFp9mU80A1RiP1e5oF1ANJ7OtPg+FxVCUweozgkwT1p/mJXDhbdNFLj6NGG3mPMGLa0eyYSGw71I55CEiwiiL0Maj1jXPctqG56kz+BcbmkW0IBJRpA5Ll6+URdcQji0+aRpl2kNT1l2ZiBfs1u5vIQHAeXQbKaCUn0tgZTGI3XHIcCfkxqKkG2aZ71SJic7oaEWbx+bB4uv2q6Sb/45LSdnVoSXi4tri/wHSQUpWURyc1Kwg9MlElent4gEdEx3CxjFHpjttLRHckbky0DfYh0WDCAPN1v6BoB+SIX5YDchkLWt+2C9SIpNRwKlDpjhrcZxk0EJh60j14wsVMdp+RAJL1v5z2k04ZZVolfD0Uq4tJqhHz5zCxwDJC/aYlgnVC7sxf/RSOE+HsJrucE8AyXhzfvRL3OKNoudYCkyBWqZVS86IHedri9K4Ooy0+iOBMSL/zwF1GR0PzY8Na4qnWABPu4hMwjOdw6bZ+qOSWkAvtKWq+9e0miZPhJcSwsmY6sOZKWw1w5zyVrWTZQRBNPjaPTA3lMmvado6FE8H4ImQ3cDChcJT80NlBHKA8+JIuIi/0hitrZqbmWxp0/LA5R0m2IP4mt9/xTrSvo8skTip7+fEpDMsAzXSJ0Nv0egRm8PAQmELq87SWrM1FJ9LaGNMpBncxO912ZjiKrCVHqhDxbnOhg2lHzg8XrZXOwIJ2dI16zkITenDDGTkJJWiafedM45U7y8mPxQBAmRf9YoTdRbBUuJ6Q0aqmS65+JHz6fLIYNCqK5jOMhtwemj4Ijy1hZh+kNTb2w4pwxsJfND8u5BW8R5g1IqgJl4IFbb6mP2tvNGRRlWFFwH31eWljs3bzLPcZciQilTD0OUZ5NwWUnk59AddvTb5ioSFJRYX+pk5hDMUQV9z6jfluqGG51qiDXA9p4BsInF6PzypEyLuOKZoEVukzImmPDfjOX1ktHBlVg1iylmj+0IDY0ACG65lwm3FxjpqLRoWqxpeXEexqVByvejMCRp3zB+wL2m7Wk2iPnsIqo1IaQLCJIj2oG0CvfxTTxCKEILnpr4tPYRp6rl358Fal79qK9Ra/Yzkpbq5dDeQi0vYdLGqtkOQAvmRBHb2to/ni01Eiy6clSmIEG6fKMaUQ3sgsJU/4b4sXJ3pAEtDpwsqBwlqCGtAlEHrPFFTMgSrmVJJ05NkKtQUi48CtUpaXatY6LeKoXgr9oaXT5BrYst3Fe06vpaeuLXBQPgj7qkH5wBAbct/NlWmqi3CaVlwuEK4Oq01MpSbMXt1PvoYAkdvposn/6fMk57tAgiYUODPD+siNDtCC8B5r4pNCgb3tCX8k92b3zAo5jqJGLxYAkitgty1D0WRzbfenwQD6RzxEkm6JFlBSmOwdkiLW19UrfBUZbje+4llG/q/KfTL7Bt07sfy9ldC9dbqrDT8BMhga0+VSX2uilDPBAJd3AE9Wq5um93je8nniRGx26nthZ5P0QWaRW4kwGgHJYo/hNcxiFlDFAlJMb33EYizibytV9kLX7cdKl4xALAwiem5eWLOmntacnMopzHwyw1Xabl0N5CCKXQbKWCXH0toY21nqyG6HjRIv2EJzKgnyJ1pBdXmEJ6LcxD6VEIWFPm+/V0peovXi8AH0JSehuiwRFjjEDFDcy+eZEDEQpd5blxwfxcJAxAr3xsYWnQMgJ5DvrozL3dnpC8yjnIgYoHqTxAG40+3yvwnkp2vud5gm3W9lvbsxOvU8HOi7A3L77Yn8y12G2FgUF/nMQgAuh93tT/w4uwsx7ROZ526epg4VP5y3qKt8m0fTHdULt+ij3k/syRU6GjsDwABHxvkXlUSInKVLqG6h64IJkgHNESW7vO59DmSRQbOLIioZL10tuhUuaBf67NNKT2eNHHFMhI/IjH4ePkVDR7/ucM/qRV+9IaqVJaGWh+ol/90pbEGB2ypEiydVeMoZG4os0JFqQWx2HEW0bsQl62oqj9gT2TBdLWz1taPLOz2bSOdRC80705tdTH90NcPwBAnML3FKI6d0TGYykZxKSRcSlB7F5oONCxH7zBaR3BNvSaMPFfzGhYtXF1iwHz3v1Un1Eu0upoHtDS5Lc/eaeDNRLyjN5CFRM4tI10ewCf4HLNHojEHtFSGstuUSgA9D8oZ907zScpHRBIs8kPgu09uwKSMJmTNjyVogX2wBZseaT0NuAEvmPGAoij5EMH7OoJDhCLT/qnSVdJRL88rkU2SKiYgk5O9k6obucA+cT3gpKOYenv0AhffZQPZR4ELh9jP7kwZFySHjJOVsQq9lvmy9a5e4Mp4VhPzk7YCN/yHKguSOuELmXfEni8ObjPkomIQoZEI8QmfnSDfgBzBs2k+0tFP2+XWj6XeyRtqUm3vlJRsNpYCS4la7c/Fbz236OyONBXB41ciKkuQkJYYrYhQv2ygARjuTg8hNGiT4/YBABsvVNeClHCaFerkOxxb6sWeBsDBDFhKDofJfBpsgRe11cxCttMaxJuIeUTps7UjC9F83e4hO7gKHwvKfIDjR6oUkBHloon+I38RSuPtfgEJnbOrIk06KH2tzsT2QlQCPziLfCnDLIqUB8XwsZ6ChbdtQUcdrTq3u9i4g+ZGxl4swA9iAAX/hJr8jezKrFVvhc4rl5aYM1UuZ1UhzSgk+Rp4e5PBTBZWiin58Oo1fGirW2GtVQHB9qQKjGugyFQXLSY46AOelJ1h0lLI6XjRYlSWCFEZoibp5IEJEUlMEoQklwxvoTrCcZI3zL3RzGnhKhWFp5VoJnQg85Z3wa1dyC34/jQXjzP8pvs8cGQfHeXFeqoNTMveENzuwjsFZyRwbSeo1wT1IWSUfLpcpEnIAwI6O00nSTFl1e4ph9MeA91wV2pQzWXOLVT+i5H9GHA/CojeoRrgCxDMATLTqf6f3XC9cjg7wDaW9PGSWTz8z5nKCTwYHer/qjdlhBAOMnWu4yXNYscNYFfn6A5O+JLD3LeE5hc2oVLcyDpvmWV0bW+D7EQscAfy4Tg4BTgHcm92H7zrE2ZJTwQ+VS1pBoS+5CuQtfIk91YJEeNGy89htZnKeDNvctPu0dNDsPOQU4mdzhA0UU3fWQoV6uZRjihOsOhSLIqlMNySLi0sNqE0KWGO19wEg+HyT9LDJxnrPRBBVSL49hYU+rbsv1EQhWiIV5SvHSj1geBu/SJEtWhYRRmDa5PI55Pzoso4XSlUz+irSEUfogT5qnLVeptXNwDmGAJ6hYygZCvJTtcdyUqbEkwAz8gaGrhOQ9Oe9Gxpo8vDP0HGjsnkZBZBkjsBtvS3D/5z4nQobh2oQOuy6vpSCS4Zwx4b9A8D4HFGL+20OfuT9bWsaiJzAPOX6wz0ohy4qZp+3k+A6Is1y2rcRxqXntvJ+dQG05SqXdppvcl4bTkvJWrW5LMeNCQXHvFOBdFyYibYlngkziAjJ0LVg0sIoSyiOkRb+k7n7MsQir5BC7ZJl0MA6FAYo+5G3w2WD7WS/k9WyP870EbLiiN0GAg5CObRBeEX0V+G73oduwyBocs4xtj808vziero0e3/aXpmgIMy42yALuXjdZJq+CjSVsEISnBgGRwnttoWOifd+XdpHpubdpCyLUT7oFLUCVbTEstphPeEpcC6e2tK7n5nqSCWIhhhOvPJEb44JZiVCftiuPaWYuvM+2jQzf4FMrTKJcMLvzV8cjJKIqlAzgkmaB/zxM9/n2Azz6rV28Ehz9wS52CJsYW43jF9qT3xYbeX5xHDcyxL4KKKwrFY8rwvG3B99UICEJBXg0YejAxQV7IRulphhqjN3iXDm1HbguEqxuvoSW6sDZ+HY0xxi4z98c5mwu5guRGi6WYzsxj6BvW9mgkFwZApwv0PQsug5Xw5d6nYEEIF9PhILqVFYEyf1Sto1uE5iXl/aG8EjzWTd8FjtR5wJGLsN1R4xtcZXrAM+Bp4/Plaod4fAyQt+kUUTLd67mYssW97xA9NyaoXGsEN1orYqAmg4SYjerEob2PwrKb/riwPnUSy1DUL8DGrpzdGSAZHngd0L1lpwTFhl1y24B5ka+hqZA9kbZPsHwJVDGJXzm1lkkgQwihd3zRy+toyod1wjCy0rZNrZrS26+mHwf+Yz4gak6Kz6bkeIs3BgbyOGSZoHrmSCj2ISkTe/4kaXtcDUM8NzRM0jh1WMs5LJQhHnsGSiN3a1KGNr/yD3oj10puJv0sOsTnah2cZS7VrtFf9I8BePjGfBIIZQdtBOJHru++DZb50fSiyQX5AdMsAPxyiRqqgcO1E3bHX0NJXUyeEEAcStmm6muHINEQI0ffWs+I5FSFsQSCKBne/FQcxbPzXBV7wJXVHiAWEgB5hdK7XAQe4F+0pLH39r9KoABxFUqeSm+g8+6pC4FHBSG0s6LgfeXgE5omSdk1IQIFzcj6uQi4EgihM8QJWnoC8cZoRKGZBn0Kv41opGKpmCzdhXgLSKHVc85O2EShETYLs+HS5oFLowBVlQY2Ftj8UYp5tnmZhrQt0JrUO1WVS8Da4bWDlqWcSwHaD557T9ikq8reh3f2wHZWwuQSvR/QTKjnJkjdK+hVM76IwYjGI7GEuUklAyRe/IbWjifj+5idK3VyojFuOZjgBVvJFA85WWmBa6Ks5owm4PwyIjWGvTQb/SiE8KYHxZM1RjmDF9jQBTgzauOPdkdwC/B/bKguKO0iZFy5tdgfDBDkcEXU1DUlToPHeVnwbs+Ob4uwpBQltFeThe4jgFWrAKLpwwwpafLKsD80PijcaeOXFfjWXWEVHAuVEbElnJqiAAesO/kicMINq0srxjdWmHsBMsen8FgKsGBR/7ii6yszPBiqPUUQ2+L1gCZ4o7zbmCtFEnB6CDvQIde3TrAigoPLYcopmjj86Kqh34A1vYPymwC1ZKwIxQJt+y5GS0Ai+HT6NyIEazTkEVwXz27fJPQyxywjACaSQwQMo7W8XlZa2UY+qHjijFGZpGYmcmTRNnxZkUOoHG1qzW4onOB9TWOxyyXNjG07YGMFW8SWBBQN2RyLy2pnNgkovG/lcrLqiGqJVyI3uNCOPGT1Qe9KK0L5Up2fjBSG9ey1whgXRQkPvEYYAxZoclBQrtfieHcRoHG2UUGWY8Yq8CopRTpc26kHAm+12KX63BFY4DuPTZE3LawsA3pKt5OWN2SUaS4AvhhJRq6B86sBKEFi34h75348SKhGR1qM6op3xtN1gpGGKl7G4Gr0kZ6YK8zZOyVo6pzCNXMMizQTIVxhpXoBlo0F1lh+pdYQv317CB4JMquk0HIaA1MjpEngxRd0TpA2cqlle1lHQOUTS0q3lJQW/E3qx7xFCEqhivF43pKagX6vbpOorV3R0Ae8M1H0H7CMaOXSgI2qsIjQJQQYsnX1wDj6yAjSXMi2C4zCAXkkMMGyR/4kd2Xpz84dJENAEYO4WdPf8e4I1KRuBREXYoYl7QOMN8PUA/0kE2dbXH4Xe5FUfHWwnQbi3BorLswy5lyNk8Mc/AB6hCH7QFhLgIdacL3kr1g4YFiniOEvSXo55inrwE2iTlfN7HLFMgbPiILHBm/i5Blnc8hRUn/+VDj8/CDapYQtaCM5h4fpCns+CJJAVd0JogwQO7MEhggd46QU/rOt0lCxeuNUgUcjI9b9SITGNGA9sQWyC0d3xAKSNedaCrVgQOUiMLmGPH0NQCncNcqLljTradykHdZwjuZqJXLcaQztUmPt6BgY9qXSNf5QkPNuLEpYEMSd8SyXIKudAxQ9ocyBih7h8luD+d767XiNYc173GxjOoDroRi2S1QXgIHCkJzXS/Wewa5EGVKZohHeCjd4CFW16B1GPH0NcBihAGSMLOraON789I4nxjxLWHtRnfdgrMmvBxDMgyYNHIDZ8jESG/FjyNnHNOlal7JYvNnfhFjhis6E8QmQXhaYMQAZ7rlX8XbCCmhEcfw7M0DNoZVIC3YfB+Wv4u+65d8f4R3dCQtfg/TlqNVNEsIwdXAGGK55r1SpFL0AP1qFzrAJ7fsd6Z9VGNdkG00johcWMUDkwUz0XXuZuStY0HyxDJzRZiD9IF4Dls7ur+idYAyBtgeNN9yb1/ZY1fOzPpMDk+oeBshtAEqwpfVpHMkz/Abl3Ftw9NVfc41TGDMkUAO9uBO9jdped0voQizenyVQBJCfK85+LZJJ7vM2F2mS9y6O67VTKcoRNp2ncNGaAWRnVR/pQxNHETKIc4+Un2EnQ0uZshGJ1DOyiXgkmaB83eB7UAP7gkbjwHev9M8yGxWvC2QAumH0bLmnHdpESaEkqA2md2IMsAzHY3i3CFHAPlKCOxBzSIEbp+n9hRDny8HfE0PP5dEPhMFsMmM7AZoweXcW8BcDIifKPZuyoK5MFQ/c+4laNcpguWgtRJ16VTuGKLsc0GsHHwcSNySNMSVnQkip4lx/M/O95IxQNknuy6HeTuhekz7wMW3dfkkM2a3Fo25vQMP7eKe6z0vODrF1xS4X55MVnIkK5xBB6AyDSrIJYLkYzfaKUciHKQqE9Y5AJFBNG4oNdvTex6mbGmhFBrEXlQ1nt45ScRrDFEQyjEPPgUu6F4TWk0Ah8OzI0Fc1ZkgCQOUWY+jxg77cKf0VbyFQHXTYbukpolqkyrNKpUA/WTQCWEU3KwplGpnT94C6aPuNOokqIzdCOCFXV0JSEAvHbtK0Rw5AemqXOOuK7Ik3MjjskZZkDdmmQZ4oq8/nksiG2VJXxE+UeHC9cHhwTZJzpYUCjSSVzYG+OVEDvBb8iwtnm4vp5sSJ1wcWPEWguUe5RI/Ax0hvFDqRa48UL/Q9rPwsk0PNc3bk+k+28lOoZubvNnYhtIO1VMA2bNnZNYHVsQiVNPwLAVIGvrC2Qo/76X8eD62eoMbb8t+vR6lRz7JayahBdrRKOCKzgRxr8LR2LbQJgHUyzoK+DYDJXO4qUdUonPV1XGUHjWBVkJ9CNa4kUk8PgSvaWR3gtzLNwKjVTwFRWeXJXAAEPxZlFe8vCUVIG+4/f44wBfTQTrLYfHQv0dcoIox3Lims4W42VU0grjR4GdUnhTe4ErXAdpZeUdTLn9GvNtnuJIDIiveQnSykpjlwAwCpFCrcf4Q2gwkTwlARFBCtUafl8OAdieYuz2o3wT4UbBzYnWXXGbPtVPK/RgVbl2MAx4zh1b5Q42MfAoZxByDz/RT+6Mcn10Ds+CyLrI/98OqTM5qPQrEIktDrWeCVLwy9LpMuVAPIqNBde+oA/UyshYPV+WDfqhso+NMY9Bu9vUDFf1FdPn4gkjwPTBxmTCS8TXuC61PBsJT0ayXKVRTkLxQS3aqxYDhrIMN8znyGDKEqzvtEt5keb0d6pkgFa8OUrTlfIsSzDivZn1HDSeXscO4PsEcFpIatp5uDLC+hr4qXIgDpiuCPMCquQcgF056E/2NhtsMTiXpz2oopeQVfjvZVppUcKMkxAEkDiI+z4UBW+RUXtau6F3giooCpDeWvPKuiLq2ZHw5qP/ENLaW1caw8kQr32a11YO98wupmcsCUrNFdS9gpLWhhLgHoJ9Ab+1Y5gGbDqLedHVPz9Oa+bq2jk645ms9xJ5aTmIRkUFcnSOngoMrGgOsqBhCuzijtcF1anMLqAv40DR+MmjaUz0xshnIODZ/03c0Aa8VbMoX36ZqrPNaSJ2X5BYDq7Im09ZlmtF6SEASneQ9jlTj+ZUxWyD4dkXvAldUDNEvbRFYXiXs3oqpq29m6iyHUTpVpE5fOqSekoBshdy7MVw1T9w0XtuiB0nDjyNXnEqPbhN4SW4j0nnPJeq9DDNuCspWbKc95vglEopjAw3orehFcHFJDDDfD7CiogSZFRyqENN8VkzTKh/WjaFDZVeCwcueSd0d2w3kotBQL8fvK4VRv87myxeidMrpCqZbpBudXyGBCIajgvhZru26OoaZBpPOT220IHo8oEuaBf67OgZYsR4o2PjLFZcv8K7cx0U8rgtpsY6fCDLFmSrEigxoTkD63JtsXMQ33M7eEAS5hUjhMc9o1sWFPW5lW32e30KFNsJr0TpyysvuBPAlidYm+i+3FN3OruZd4IqKArQsozhmNS1TidHTdCw8GU/KKgYQ7hEEX3ONVvbuDhdch3FlWJf4dsG3Muz9XworW/znEbc7ox3ygV6iZiUHjMdiO/iFPgDJoQ4QcobfnhHwvU+ZPZ7TwVaq18CoDjnnJc0Cf/i3v320zaf+vYV/f/vow799qL9q4P9CkZCv6LHatw9uPvT2/vY3vfEf8Vv//CcPaCd//PDvmv9/iA8vR/5UPpCiXvBLRTiwib+BwfAvM0DokpHmv//wS4zxJVoDkaSxPbKP/2OZoUW48Cb8W/fv/uwr3H74oams3eI3j+yiouK6YMGXKEABllnfuaKA3YtIhL+JtzLJy0zCz8B+2fT8aC+nC1xngSs2wWKzPqkVeHRhE+hteClgiLSm9G3PQacO3/Bq+07UWwR5PTuXtyEW6uaqaAmpc2RxowxHlnJ9gLyaskDf2Z3eIsOUK7ef3hZ3L6cLXGeBKzZCsSi7WuVrl5V++Y7gnrsHm9WLvl/OuehtgQo5OoR1pbiSNdfbBcLROP7ITYbEcCN9BtC/jq8xb6O8OGrIEVaqwbbl3LEM43LDml1JrL2cZTB1FrhiI/TFzTyGI+j2n8KbGAksqLNC/QSz4K6qbQc2smZ14MqHO8Qgva8csq2i/MpPgkSFbSgiW8hHTzdudNr5ou2y0Do2XR204q5EdkX7AVZUFKHvW2TNuatUSSEfMofYRCpYqVIMKigqFTfM56VMQK5YH/gWd5PDlPFAPKkC20xCbpiCnpVavAL4urDEIs5VTiVze8diVp8LV7QjdEXFCFifWCdKeiiYxYv/i+CateJoYFpD0YuC3d5vEMwqNjak1OquKG8jFpFMBpJPhVLOt1SkfkEhjTfZukCGIFEs5vE+1HQu+YWrjWnkOtQ3QSpePbIqURitKumobIy+LW90l5jpqwW06NwuQAN5sm0JWteKGH3whiCerMg4cpb0Yc7ohoWx8FZ6MAQzlmqy7XuvOgnZqhoxGxaP8+Oy3gUejgGevN0HoM+mdVh0NQqcwxsVy/yASaSvDBgiFucGtIRV+EBkm5KS6szGnyKUdyFm5RzE6fUEtFcs8URlZUIZSI7903TXQe9c6dxq/SV7MNiMjUx5ODB3l120E2AZSVzX46rGAM/uNE1zBzrANseXA0FOmmZPTwYJV+M4/FplPapJ2ltmYw0iVWw7VdOZHdf5/OY+fy6IM272/0GcF2cXVYCznUSMOAty2tbTo8s4wOUhZLV3HFWlgd6BIAsqUN8Kbqd7XvGVuqzRyXHy9MHemb5vEOcOx5Y2wTGiethOvx5SxlkDSW64h5YVtavB/U++DZF1N+OxlBpx5y9t3JgcNS+j9CKbJMeYBhSlTBQy2wvvIWvHIsPb25Y9zkUUtfsUH6Czz5pT854bbpkNoaEwGH0/xbD66RCXNAb4yyyHZxRrcxOJCwpwOR1ercKRFpsno/Zm0zt2tRL7eiydwGLzAtLlkZ3A7HQXx3Sqv7ftjtiMAR7fcSVigNk0jdgKq2sw+8TLKfd0Hex0v50CjR/wAa66h5omrwkthe3k4YMCu9PqNLsV5XpxOM82ONZH7YM79Ao3idV2vvxfQaAtIlLSEdR/zfwsDtFhNr3NMciNNtF6VlKAlvbzYUVh0Nia7yasFbG0GtHE77Iy14P/veUYaxH9S0Uuh5b2XdQURDlnnjgXkSBnL1gQ1VFnzxFHOJAbc4gfzZdVg7OljBvHJTHAv2bvAh8039lVqEJfUukfNfdavfq02fMFv4hnqrjsWM3zgmU4ePCSsWm/4bc1y2fT7+XJBXGCRm0KH8+mD0myqOE3UYDTJhS0DGdTbSMdPhm3ujlyT9dB5LVbzCgmQd/vaZp8jbGyPJ/cOi0M0xXSjxJUMOXRFLFCQ+1hUUttLv94Ggx+ap4PFS6LMfV0EZQk9MpGFNDa2hSW9vMhLjdFbxLfV0VR6ufspNl7bgbAy+aImzjrTdud+RwTJCnueSeaq7fDOuKWy2wW6jnFZ/vQ6Ddgmdn6c4rlTp8WE0lsuzvgJS2Ezl+FC6Q/KMDpKeO63/y+m04pEh4avAr7jbQX+wmx2hazF6exBtXYyLc1y7ObOzuo/Ud4qxRr/wAXq1OnmE5HczYjawvoBLu8AK4BA4wE3k41TT5hWiFQbSiXgUZqJ7NcH9HOkLuhIiajdo6BxAJs21s3/X07kg/7jV0MIckobG5dQqkL3F4oP+P4utTFWH5yGhuviKXlcFIZ1czmnDp059JCE8ebJHguOtFt2h0LXldXpy4Us9OvLIOTZ4y0n4/hfoXKDhH/UirPgytjgK7ieA5x/4UosofND+1Uzkh/iCcH9x7uNc2dJwdgTHnh/qRpnrLKNtKYzfabZu+I93u83W9aEHPSmZZuHyP7ZnfURoK7J/1hrgDv7+0hw6xZvj91XPXCoI9ggGzeDlGnrESByN7T4VCEblFF9JnkL09psM/E0Kb9AEzSAcmadzF7oVYjP4iT5gPKT708hrNDLwYr0tM9k1PwVEYsRVIaDecZx23V+OAYUWaplzHA/eY+H9vPRcERNb0Cs9A0adTfs6Shxt20B5PZz5vmluTpMdL5+E7ze0vNjKmBGFi10cJRCMe4VJ+OW18W2Hs7RHP7nAYysqUuH7FcmWCkjJm3sKbhAdIBbli+GMcDiYE8oA8fiCTBABGGFmKGLIU4zmbJkwMpyKcsuCzGDGBmWa+IouvzM7oMz9XDh86xlhh+++iJfJxknbAsUPUn7VC9bN7nz7PmOIRy1BxBCe03PL8R3+10j1YA9S9O7wEbAQjhpPmLmIk7yQPvHQoitVepIN59YCHS7ieIGIlROAsd/9zRxy6L8PRxU1zSGOBvXCUyoOyY3jtqKAfcHKuGO2r+cqP5i14dUKIB5sIwO308hUiOGmk/dVCRquxT+kNF9kwy3B58N7mhF+J1guNEARLorzIztWztjAFKAmfTz/VLLgiXRKROSz0LLdgtLg6lnN6W1DAlLiacUQGYOudCL9CEBD+Id+RGPFcv2/fU4GDyRJKNSKG8semJPNUrPDY34hXzzBu7K4mZRW9XgkKgj0Rx+TRpNHqLFxLrFFKIqWYcIgJxUgp6+73UjCDhpSUoJIXPDvvII+dSdYS0yRYRhBfcEaYANcQgE3fpxeHCFxSyGT4cgpOx2+PjoQ2aBh8FizItgC/RZZwz9PDQOTYFCCrro4fcfmwCvI0+CW35QOe3+PtfGqhBM7ffb55aKKhAYja/3bTt3Dzf07NstSgl6f0Z+ZkbJmygOS2OvY80C2KPNLAgUmYWVZAgi9hfbFIA1YebBjptJz9KKKFAqRo9yPnXzQ6P4IoY4OR4qqrdldwvJ0bEbjQHT/WKBkLDICoYHGjz4HHYPLz9xWLyzRfHzI59ft2QoY+D5ssbYrdlK7Iv6uzgcDKlJ/DKxBcQM8CXGhvOaBkDFE92gWnzC2TWfSF+t342aU/Fe4bD4JH5GrH2eza5t1GKmcM2VHOLcbBJH16wvB256qFDlvGojpkAkefi5X3wZhXD88kemdZjPJGBv8jTIEtxc1e98i5p/AsSdLT7yg/S6F0YCFWJjUsTqgSYq5iAnKJK6QPWPI3p88mt5gemExGxXP8DbCHXCQgBtkUIXwn1SMoC8pkegck+mYLT+PKCMGa+DllEnDuNizMW+e1TJp82kKmTJIUiKBXidt9n812Y3oB7RjYqxlF+BslH+ekvQ55ahgXHt6UbDU2lWfZD83WnsXUW7mvULdB2eo+GCY5QNSn1e61L/F2YHUHFsOgs+tsUxmOXYzJinqVXxkHBwiHMUBAlD6j2kHeffdu2SUF8ZOKLIuZmRxhrPXvJTmDKFiUqzqf7BJe0DrCwHdbRqYzhHfN09GfN15AFM3QC7fdUuSANfrRigVTOdMjPA83m0enh7PSDu7A+uylOPqXEFtPmhVglZZrdNFdPtEUOfW8Po54CadvQqYEjxwBDS34h9GjEvpij7aWv0ocT7304fpAFLYBlPaCjoZAPfvYtJXMdLA0RUy4XD/tYE5J4rl5GYjhqHoFoCCuFWfDUZElRuGgQx8HlPqPTM0DlB884WuaitwMco+cjraMl30cDjEOLiT6Yac4hEiKMdsJ6QiY60wIAcKxPhQCV44TApCDG78gNns5Dkg9deRGB+klkFW5ehmywWuRHJkR7i27KxQ1xudHws0Isza4l7KR5qleR6BfwitfAsTZ1DDbKz3AZRctJyguOkdq/CaLGLBNjnV81C7yRQPsedWdRWDZhBKU5RCy4Ik9LzkPomP0G0oFUKaRjtFGaAHieppfjoGSAh9CWUR4cao7Ru5cwlKzkwF87vclgufgiZC8jBt/sfRR9X1u+dICX88xyF+OcSvCqGCDBPq4BDZIRMbQ4ogK0GCgN+0oasr17mmYD2rW70wPyDjw4tGwSl7iRssHhO0/vTCdEYTrEDJBhAiD8CPopL892NgbY/nwYNmBMU3Q3y5Gk4bYauoaaUWxPzXU7lfqgg5PexWTPBs2DCeA9PzIvIzGQKrHsScNrI7D30YJHsnTRIHz+HIBHSX7gW/iBPLp/04LcCdBBcEEALhpRYuUB+IPi4Gz6bd8tJnuobkzWYWjTUA9MCBy52gcBTJIiT5chyb4w9Iu95vnSvVyyd/M5atqgDGk0hLhYGW1aWzYg3EqRFGIuP8mz+aD5QpMVF2NLu5j6YKPCEi6jaGXlhrRKv/WKxven3wQLjGUUaPvAcW8P6RPt/eKMiefKboZCSSqxnLS3m7uiSjXHhH5rzbH0ghJz+vegOeZbHO83Ly2OxnfoHRx10n+YvUBBVLm1uAzZKxG70fMIfIJqUKKPNkh/7W4HuKQzQfIxQEVocNBcWJP5DM25VkY20FFjEtkmhBXv3znh94v5ExOVSBWNlqgxNkdHbtAvEngGeyIwBcgZYGthd7MOUFBel2jhMGRrbREdtpTA8pNTpQGgV76LaYNt8hNcTKYvpHmMTIDIc/UyjLQilS9amfSdTb+Sf16CEUTlzqIhOFZJUoCSH0JRXIMRRW83OKHHSL604w9cKixaJDAsEVFMv2++7PoTFiGWoyiXYS8IQRiI5XgHA6YIT7un5k+DBlVcoqK101MQC30JFddgg31ehoQEU34I1srotLUCo0RLoOGLhTlXug2y+aRp3pfLKEHmNxHlWZSf4VJ7ABIt8xB5I6pCSJp86xX91OITMcAoUJDcB+wrR7Acln7Gol30jIWa0ctFu881swTXOEweMdUnzQ1km6SXtXTBvVoYW9zTpcZRtDr1KQviTSmIc6F9KjeSwZArMECvAA+M1oV3iz1H3xXuXtKGqCUGGDVye3c6u/sO33pFCWoz9701nqr/FcKDUJQgHFiyRlBwf7r3c3GmXMAa4sNGGmbffQnwjT5gc16P4V7HWBCEb8kvivvT0psp1pJ/0xyeTRk5RqfPWvLJD81736ADLUD6WA5aMI373oWzGvwQBM+t4TV5iBjaU1EzwmBsJu8M9CCSh4sGEbl87NiOk9enzdPHEqmdQUnG3k0ZbftKohEnTelulOs6ZwHq0TE1PtcFXgjHqRA09eArvakQwLlEYpg+7jU3bydggzNcHUfCE2g0UgbYTu9REmKoSArx3mI2yGZ6CGetJU7hsj6RvE/KjXCJwu+fZ+VGeR+p2mPpoVOeylDNwhlqURwocJC+3OMVIELhaxcUmua6er5/OlMW9hI5tmhPEZVnzVOUc0vvvVZmwn9snnK0jl0rjeMT1EfYElm205PmZdtL1FC66dsMl9YTVPRiVUKCA7eC0M+IjGOoId3QQhGXNQucjQHOHsPgGQdE3vsFyvgJtdN+A27+jHpelvYd8Moaz5tIxVLeVziRigFIs3j3Jp8fNw/BFSjIE4pjenM2e8HMkbZu2tDw4AgXsAGNibtnHDH3GDDAs3cYMTSMCOr4BU0ujOMPUAhOQscsgpjOThCkcmCJjrXkGmm5eDB1s3OoNnc+Z1TZXJIriygWapUvIJgfhHh+l5736mUfiQGhyKC3cBZcy9C9iAxWRJYuGkQbXErjbmOAqpanD05LaTsXThAMhM+QLfkajVlzG3XpmLOUS32gP5rrpFV3qC6FhCDXUbvoE2pIkPCSFdAJ4VcqBBSxZfdJ837f0iOI8XE/ad85mrS3aIkvBrdzpP3Teb+MRCBAqeOVMUAIAsyL0nHZY4gKcQ9GpBQszmaxwNULXUiQ5ScRBevzk6NqLmtVDJYz4uHyE3Hc7VNYz5pmgQfwU+Irpcz5LnwrBEpIs3CiDRvgFSCsfdm1EormurxBBfKKWD1csqI8mvTi+QmaFIia6ZVuG18+DHlQLojfstGQ2Nxuvng0QTi3zQojxqPiWkZMChtgcQ3bymwBhjSOKxoDRMIJpO9HvUJCrBFPrrSZswEMjgH+xDdF1AdmzOOv8cXG9nN1Ih7iSxpNGe3QJQG4taEOuvpjc89JEohbQIuXhCoDNX4pwsVgfmnUUxzoIwa5p1dgELd1AFIfMjIyf2Yw8TCJP+kV2ZdZtWe2Mivy3LyMxIBr+ZGBm8hTXX3DZy4aguDSs53J89Nh9C4IXeSneSLRfwLpMQwnHibNEhti+o4l2GY57QGuUGecEJAWJIjDerEQDjgsGDwKLsUZnvG8WruO3RERA7QyCoNIkoofm2PkjyvEfZLNkjAt5UxlKMYuiUQI1iUF5tFllDOQFmGOXXFuHR+7eVfVtbNwf7q/6EPitZgewo6PvXF8wIUyR9ch8fy+/nIxy2y638HvJ2h9QqVlXXOLdhDbQUFs0Ro8pGUZ/3PiAyUyafxsCaVJ3HDKa64zwEBxEng13OprIlIDhsuaBdac9Hh+ABnK69N3mTbOBKPo/xxmesUFkLyyxlMHMMgAJ3eYfYA+eUpa1E0fqOPmZIZsEY3F9+R0OOG+C4Bzi3zHHiJ4YJ4IUgZIkJTyhnHcDbGRYW9ZXjjAScM1UkJeuNzzwUNq8P3GVgmyoLI63AiEAiUG9vY+YEF+jjTdOXZ9OVptIQdn4jx/AM/7/ZvqZRDDpN2X4qPMM3g6OYMVyjJEQ+BdGts5RTFHwpgPNhG5Exyh2HNhKHsqmiYNo6N40sTqnhoaUwFySxig7j6hxWrhJbxQ9oFER0LQguQ94rxm0/wB6ZYV9CLGtm9ZgX/WtscUkroD0jFAyETfGDFJ+pZTQljsg4dNlp+hEMfZzLBdFNj5o1uNh896wEc35Gd8GeeMeOgdP4T5Q5kFVj7GMUAdo1QL7EJAZVugsxOIXnyUnqkgMEANBWQPCktGZd9/0ewd3WY/QHNs0S/IbnsywL79hiHqvPKii2KLgqhxtEhzHrdDQcSPcmOp/Co+J43ZCVpFOkaJA8KegEvpBEcabQOs7AFf4SzwwflUy77Pjwvg9i482RFsLGcNnoZyuA028/ziOGf0VmHQtA8MYhiLaT4ddHDY/TIhcE85ee684u9Xws9WA3VMZiCpRF4povzcVdYuY0a0Cdr4JN8AvrlLQYow0zeg+757ZyS2IVNdJmSxSXNdLcHMjDvZLWZt/sVYY/myZoGH6wDPtx/g0W/t4iI42h1duTh89VyF45uyjmtrbOT5xXG8ux6wR9SwS9JXB/DkMVctH8i8broBQTs3IcBYP2LKL/6A8zufQwhJJWk7nkXR88+tihlBm4ZMbFU31yPKzx1lLXqo28VRBGHXsczwgLMdJuRUUL287JKDZ8IFmIt0f2jnjSv8cs8vZ5trsXfaLF3pLPD2OP7FDkrU4XXSfxu15KA35+PLV8MAzx29lbDXOFmp8DNSyp2S/F4JIJVZn9ShbtHLKB88cR+FVCF2dw+cH1EQbW8bjvTztltyI2KarNslcA53WTxX97e2xu4ZoFtbtwWcbHLMe7BAKEF+0rE5t5wjgsyuxxA/0xbE20hYoVi090BgBfl5Lm4AlNxd0bvAFR6btOS3vjhnD3NHNGE1+luy0cCuMbe6IMXUD/vEyo1wdeToW+gyGTxbJAVbpg8pBGUm/OgDVCROjjLqNCGVCO5I+ZbQem5naB4Zx/ngpCYOAA/KqmFniPLzSrK2CMrGLqPkwggPuPMLnwZRwhi20tjCIn/S1qGFaZy70S4+XlXyQry2DQBpJw7q4rjKN0EqKlbB7+SBYp9UgW0AnWRaC8QElRN+ejVm9di8DOQQRuAnydgYCctivna4LK7Aby6Edgli5UMzntCLX8gpzqdU0dkGLhSy/ip4OHNkMSbbQepQpeZIH5OTr8uT7XBF+wFWVKxFNES0glj5ipJUJ4PoOn1AiqcjVHKrQI+r1d7UHJWZXnG5H7peoH5RDQTayTIQn7cckI1pnUiW3PQZBqKSIOiQY8nWtcs+1nIRyK/xY/6m292Gm5Ar6j93yS/l+/lRGWDF9YEqHPCJoHmGqtCZFLST1Rb9kZdSheZFfvR8u8Gs8YDZHlRP7wbd3Z5bMQF+Q863Ft3SROa2ZiakdUGD0nPdJBsWM4+E5bmfIrnhmcxUoLzORgcjdIFNih3ml9ztDHUMsOK6YOF0kA0ZjcAU39CKZ5Cu0pCiLIOi7GVbaJvaJbcAOYmqXl4L27lUNv5HGvRtBJoCaQbSuV5lflCCbGk80Q40PpnzJaJ7PJOVgICcApcg3LfRM7kqnt53IVQGWHFt0FlPKBksGhZ5VZPpiBIdh76WeoP+EsgkbKsXS50vBgUE+WjlxNlQvYj0jrcMgxo0C+otgimpOUcDFpBoOthHtQe1JgRRxW+zutBvITccgku9kmE/5IbcRPCKkpPL1iYCNEaHm3mxQxrYXs4ymDoGWHEOdCzvXMj3JJTwUAMc7Nli5rdmB5IerFyjci6Pmh9s0Gg2vcNRQU5covq4I0K6WbwnKDdRCbUUlVgmpmF157zjMjDUOBeGywV0PIXvQXJ8F8Ogo6wUEBWhiFlZ38jZvU6xed3I167tMkKkJ0n4XHDi5zxdS5giONwClQFWXB+AlpEWcCGfn3ks1KWP+SIh7MpmewLhc/zVqiezt7ziJjNSSSft3reytE8GkXxVaSM/gPZ2OOfk+A57yLCcrjO8xri0aHKsj3Qa4oBgRbgK7fqSIYMDQo5gc8vRET3XivimauTg+UiR01OfKvF20UpwxSBGwl2NOgZYcY2A9h2VwhbyaU0ZFuv2FrcNjM09LXCG8guywjdb+ZoCuYRTkvzmP33PauBiv3H1jVsCdurvIlTCtxOgXegCy4xsqnvIAU02KuXBeF4EZeI+q/rWjQKmCD7ItgrqigBrRyzoPss1hxHj1agM8MqwomxUOHBhGRmgFPvB2wOGP5KnheLed4Muqj7kHqgvZchv0WtF6lDl5FnBX56x+X1zZney+Q34ot2dG4WAhqNe1xuUHAdNKbol52WTNPnEFMf9IjDZYbUM55PzYVxByFfaiIWlSwBJACMSGlAuLMUCFKGuA7wigH6ErK2IIMclfsDN7FBYeeYEGOAHMOMWkpP9Ax65yHcZZeMeORGUF00445HOv4SAw0GVzmrfHnHfP+o+tfzg4PhrtfKIrrjjsvhhZ2zOJvs3D/EAmtAF0lvszgUda8yrIDqNl6oCd17QuEqygxCVvBWVD7HmxWnKwWlIN5K30gUepm/aSHeY3YJiq9QuoJy3R2WAVwTO+68pIW8pZF+XA76nS/nw9Fl3uCe0nW17hcd6tCPs6AZy+9xy7rbsy0CIe3dlVmeL+VHzg9a5A9F09gYxrHyivzCGH7bT3UNuFSPgOfb83W/1gEY4OAfIeArqghOpJeqzQ+zc+14m6PulvltTVLDpmzQBaAU0OjK8K/BUreCRryNyAVUXpYVGIrtS+uaI4znSXccArwj9YthRqwD8OX66hd3+Tc4C/wrm+9yH+Da3ej5q5PB7lFY9YewW93tfTp7rDuDQTrI7jRxwedR8zdGoRQ/nsMoxQK0VsvecWbkzmZ1aoLI3ouxE/A415H7zuJ18IHuwylZ/i0f+vLntoVMEA0KG+BQ1yI7AxO+UYC74zgcoG+XKDqjpsxzr2vfOEu3ftyYGVcJLRjzjxEsAfZhzJLCQPBmijDTw6rhEqAzwqoAW8hwN1FuAPVvMIqeO4fv50g7o48kmSgv/eMrxOJR7OyEE5A7G3FDYH9vxvriczPEMKqefLMUqZ4G1ksk22AyindzC909fKA3hsRQ8KAO4dWeJIGmBJ4LIGOC87fe+vog20bp6tS0fu9h2uRvQPw7HIjFQMZz1LYBjeiN6nbGxVzi6rJ88iKj3W/zKpkn40LG8XN/KS992bchuy6jrACteMcDVZH/smAFKB4L0TY7fXX7GDd65o7D0RrkxM/tTn7943PkT1A56uux1j2ZvVfY3FmJgDJB8bArf7j5ofs5A5GAy2caYx3doHMSPpXi07GYPNHbERjUqgZLAq8Xm7ex4epIn5JTc+hAMcGQBir7LuyKlfIz/Nl9RNPDNnttgYapRzRO95BJNP6OMNON64NkmqAyw4pXjGD1Pd6jE4+ZswlNKgaPmUzmORA8QtIG6AxARMDQuGJyB1PGguH4yhwJsQe+WeAYHzqqccGEDbnKsMoNY2Mkeh3cYqBDDfR6H9Yxc0g624Czz3k18kW9o7BTlYa4VWPSFg8zgaaYIXhHKozLaaY9jDQlzDaVqpNJIm2qiQUINsqc0BDHcVzDfbNr1bs2nJHqQPTk5L1EG5JXu8JwOM88GgRVxRWeCVFSswjNH9qCMus7WAe43h3OdGr51Op+dymFG3AKaDA3tfffoxW12gfmWAg8OodWWz+6KVTn6RRigrOMzBsht/oTbAQfQezIGaOfyHPatnPQxv3UTDmhroRyDsQPyXtdmKKgL1nKr6dcHpkys14mUegUi+760/MZvSa24vVyK4jGpzZel9eQjjNB5lLQ3MOQWPsScXF/GJA24R8bazVaoDLDiGoCH096mxjrgdMYJ+Nzk+UFzr22j43f3UVn0QKu95oiEBAywnUzJ3kD57oO9zTrQu6Y9E6tyiPDLZs+6Xe4oN3hHPkmcND9bCAPkiZnNg89Ru27rcbo6BgiPlSJRUxJb878xIEZZzb8WULGgC41UU9HpPYDILilxHptc0NxeKQ61I6zTEK7LCfZBCHSnMnVC5G5cE4T4KQX0gEnq1aa4ujNBKiqK0OUr8ZmOyTIYVAYwwHahLK3hcJ2cuXi4FPYWTlsEA+xA707nurBGrPLMzUOpsnqUG/wht+NLv8Rhpwfb8rBV1vwWFlC3hCLyVLPmuJfRRO2Slyr4mwZ2f3vR9Mq1FHwBGARLd8nO24EwEjdUQaqxZCVmWT+lpnqnVA6hJJxOru3lID2lxL3QDQNGIdxug0s6E+Q3lQFWbIbZM+grmWd4OG32Pv0OKuhgnwcvyiGXnJbl1C5qEnTWg4d6UD7PeDySMcB2wpMr77GLyvG7drIHDhdZPd6XA0ICA0RVIUl0gc6m33ABjeCD1maiSTgtEDk50s+CvHYQrbERdBUfFQk6upz15U1wDiMQLpmbIBFM/A2qMgtOd+e2HV0KzJGI2xS79kaxEzW0lS5uJFBugOx2G1zSOsC/1jHAiosgzCiWKg4LfNfFg+AXwhM9TF9H+gxa4QabQpd6gNcVmTraCDzgQxe6QOXFaV3oljCK+YKDboI2Xn0XazPIDvb9htAjc9PJzLHKOkQ7ZoDijfnfkuzN/YsfurAwisY2uKQxwMoAKy6EMMDj3x/w0NdI52EQaHxp2oAVDBQY3T6Vt+4OZHzRgzTHbVDowWmAck1+I6ATFUizznhkE9hdckJw2/Jk4FTnxav8em7QGN1nknQYGEcGsU5Tqcs8smzpgy+XEbo2JxkS3ByXNAv81xt2UVFxPkCnCWsgDYiLttICVATbn0QBpjGgAFJBsiGrQiXh3K8ifQgNKHvTRAA7ogp8fZBGfwPIdn88rU0/Cfpss5euBRO0a0UQtWy/E4deELwgsiNWYnvRNS65Q7eZcBXo0nFKzSXZRUMRe7EWl8UAqwKsuBjI/PI+EWA3fNL2HfvBDtzuKq5y3M2Pu794pkAUNAJozdEdqL+Tu2bgwHNv7TIAJkPD64mc7K4FVEqnKp7/bGBScQ0PCEYjwXOU7c6LBvQxFfsKVRzIO60k1qKmK1mbuOBwpF4CUhRIVs+VL5c0C/znqgArLgg/uMT3Pw1uxpFlXS5zQuYsEDy0lhZiReCrW1S5Rva8WtjpIRHQM1xRlV97cPwP8qLus1c+MuHmOkazoJUN8wXqyGZpE5RlDHibcpFYc48WaNokE6Pcd7AMh4K8XrPAVQFWXBSt64S5F7DCKI8r9fzPx/mc3kI9pvaDJ8GCvyLD8TflmjMv7m8SV76rwBWHB9XHsT8GK2TQjBVd2iREh/e58diuWxZ585iMgdhytljQ9J3byXYgDPWThrLXUlYONsNlzQJXBVhxQXSc3dMaKAU/qle8cpUvH6cj9Dw32kOvztiDwHkBnRh8s2HFFEvUqKHHxCiXuQSUY7B7qABkuw7t/yJkbT0ShB2tiHj+l9mDp/iU+XRJxAqXRFrIguORpcsoyEKGmBG3gskcb4hLGgP8ZVWAFRcGyr6VavALqQimyrLaVKAcC1AS9tjk3a1QNbxFXKw8fZi7y6X0Zw2GUdgVhrW+gHNtBUBH5tBcK2uWW3aDc53Suj2tiALjogYcmhIrEmFBw0aWBDK/xLuUkIr61aVQy77bMrs8Lmk3mF//8jf1Uz+bfP6Kv99kf7/8zW9++dff/Pk3+ME/DGAKA7GswAUt8cGf9Uvv1fJfafZ3tCdOfmmP5Sk9kl/awTN6SSMJxB6JIxiE+InnaqjG+Uf82vlHohQbjH2QwGK0Vn4gIUmdiEbNXKLdhRnLJcz4A3P5tSv+2r/EF1bFR/fHj4QSjJI/8Qa/sEDX4gP+9AMjubMf9ZleqSO5+StM/6yPtvsIfvmhqazd4v/5fzt89PTR4b/Wzxv1ufE0utnN50bx8+ip/Dx971/fO3zKq/feoym+8OS9p/zFA97zg2i9h3/8mbsb8vWIFo9v4NF7j95DcXwqDmmDPzB67/CRWKd98wrX+nnvBk1gBT+4hWt+7KlIAn8mEXpmfrpHO7jCjwUnsV/572MZeYLYynXpS2w6V5Bf7BHlIo+YIkpUXPxfh3QlEqRru+IT5g+eweDpe+/JN3ILl081HDiX3EJuUn7RH/2F0fGNR7yH52ruY05fEA9kI50zTIT0iDFDfotYJCjEE+Hi2b9S5/iUbPKPcG78vamsiop1mG+/suKi8D2gaLxJX5mPUO51CWCVJ3PQBuI+2hHD87T/5TvfxAr/X3ewm7t58jgdaxf662An+Gk2OSlzLx1XYFYMnKrLbMKF21BnYQxzDwZu5C+3W1GxcyzDdNyVwWZiOZznoZeiBq3cs+6UlFvHMSQZzOqW8zabxIyRTXdy+MlMEMxGsx6juvVqsLUCQHxl+E/G/OLId12PNM9ziQj6ni/3AvHQ3ILz5byAM8mnsJsLXMxbnsm3SseK4/S1Rp5CTLM50+WSxrf0EjAzdfI5GSmsqLgkpAuNrwYSIr4i2qeRkErlFBp/i3qKLn3tgAocSwA8iEfRWz+piGC2Vi6vBygvioNNhBckMc4Jl0aMg205yV6t09DOOh+oqjkaT88Gc9BJmG8O2/xZFrgnYSIZvsENbrVdvPpmueKtBLhQkRdcKuQVJ9ZQX0PcVVbJgJJ2o21fo2Q/u6Iap1HgKbDiK9UIfblyQewU+pauJjpf67IKYHNw4l8J7rqwVlIu4KtmCxSj/BoQBEh1v5zz1ZwcdOGsy/vFBmWFPrPCayhyXnTb+WgYLa2ouFz4wn6lQKBSKdyYkK99/HJ6Sg291gqAvgt1bm6kgovLfHVSSC3USxCW0b7ylSGL3o4B2UEU0H1ItgwSbPYaBTqzlI67i98NVlPZMVCQakBvr4dsk3eECbcok+fXy4Uis+Y0I9k53wKnVWZtMlxbUfGmAcqK9aNz5VwpRsTXBGqq3djkSVylktEuoRF2bdZIP5Zkfyl/eRW43EotvI+Do0gvlM5mBxYu2N8VDkj4C4HKNWFsIHx2lekydCOWcznkz6Ct0eDFG4mT98NxcljmWLT4SBvZCsg4UhUVbwB61UaumPviLheh8GvtkfGgpBJEVTtUSA+O0NNJK9/SqRJ6canYuJJ6pb9rsF8Pr1UFIsGbTAVDRNIWQThLHsIWw3WjxU+P0IwUJA+5z3W3Bc5NFQZnMzfuFo5ax+oRXPJKT0XFmwhXOdwwU4xQcezBoD5EBiN1hZSPO4zAe850d8vLHVQC3RpW9yLWa6VzQrq/0Fo6b9tBG61Vymgq5pQUZ9MHtiPZx8zckcAV6eC44NA/D+/Sjw1KhDV/6Go5aE4uNe8qKl4RqDNQnYLqGFMiuZYL9lZUjY4bCnLql3ubbKh3Sm8hbwDED+lYq3CATeycD7pJhBNVv0GK2fPkhBTENLDs6Rt/Uy6XsvciZFjQrmOkjtwdvPe7UVON5wPT0bBkRcUbAhluslLv+1V6H5d3u3ajRe7e165VdYO8Bt88cJY9MjNdBVa+c+koVvdNlewOIAoJ8UwUUw+9wURyMI0dyrUJBgFsOfaWHsYmMBkgRTJ4kHZdhQQmQaeAuPEZ+Akkii3M+CIIF4Jw2NSlDQ5WVLxRYClnsY/HnqwaxCrI1Zm0UvgamXKFDNKtAhcpjEaNYMOxsxxgUFA5K+PicHEtKdJZcJIjVYEy+ufuh5xugEW/BEkG5x3Oj1uLROUn/uQWkNhR/8nnEDxyaOCtmDiHnteBhApRJ4TBpu6yGZGKijcETl9IhdYbM4orlyv92UsDznG0xiwDbcg5E2AV66tQWMyW75lcRrb4jZ22jRjgeXc4iSBJZ6rQzUWQUWxl2E8J4AZaA4yRWz9np/EKRL1JR7TjKSzKLGMMTlZxIHuTSNCHgb8u14jwUOaK7Q4/maPN8qOi4hoirwAJ+JA1Qi2J9jD7iTNf/MMEJOCUzVjlIAmBLfFpEwJo/sn5GesxH2q7q6ylSBZ3xl5S48mgmQIp1g78YqNUcLc/Do8u9aj4AO2CclbZvxEy9G9eUOQ6kqe5p36kDuM2LA4TdjVM6e2mkjwPIa+ouBZAedbaUABqBp6xcGdDPkRSB/zjxKJdZ3U3gMeHgL2wmo6/L1zCRkSOo1x2uVts4qsETdUn2kHXvRiW7BkvN1QaskEi/mF9KHAYiuygHfFwoAFhZ0AC9V684mO5SyxFnnDs0UGu4KwXXh07AOKlhxUVrxOgfla+jiBv2idqLSv8Bq8UYqtWZcdquoxuAXxe3gUgwUYKI8IlVUowrhXyctAhNhl2FDWYSm2bpPDFD/iABiIkyOZjNQDZLRUWBm968H4euWodz9bI4NpcZNmryUsWHerJH0t4IJt+hwfENXiBp6LinOA07Gh9RKnXsu0vQuHPCn24HTDK/F4hb5Yq++Ot0JDSK6sMUSv/WhV5RSCjWw8IlZ1dsDQhe6nO2BwcAVSNGxEybS1gLBdLvmDCN8ZpmAO5qwotrIIM+eElGkigXwQea0UbxqUXHAyMnwAWQEXFawglKCsAipGW+JHaH2pB6HqKu6y6CHiCmV7wBzVT+ct4THZUx9Yldj02mvBkakDPOA1M+QaBbA15DcR6mLwkjHDNad71XD8pWjaPmLsVIhcNMVhcxFQvAR4EIzCjNh2UdaZyRHBwJchuKypeL6xRCazx0sZbQfeqKC/4wR//tr7UtaQmyT543GEkds3K53hjQb1yudw4S90aeby3xgbKmLFlSuUjv2V+thZLysVTrI7jfNZ0WCD4Jz/mKGCWMC/3Zc8Xjx0cs6OgYxcuA+THr/9T2C3fJMZV+qyi4o2GLdnw8GvDcj2Q1Cb8a91UhDojk5q5MsB9Mk+QAg/ioazXAUL/kHrh1zIYeD7oFC/bDAGUl6fjVHrwWRZBE+hvpzkSJOazDEjkmDqgLQYA+5EDwL0Wrqs1X6+cqKi4GBYo8aa/tFp4ZZbWkuxe1tLJKudkVR3r77AGwaWuWisPJwlrLGD7qnh1lVeG3KD8VGGhDdlYB8avmfFVaSBIto03b+Flxx7xXIYl03bFWZPBBUfvIq8L4qZ6o3HYAtCgzntuYYEfMaqoeDsA+uBqj2oyr0TyapIagDWgRsKpmGqtkRGtAuBxv3r18dVprp1ASJ8O/0EVsQu8MWKrullOIlc/WMfFNBBwr1boKp2MVXM31mp5GAmZui9xAMgaP+lnezAByjJl95iwcbQg96Ci4s0D6IvVGynvKypzqqZgu+04D2pYUCnCu8KUAKymqnFDhbciLlcLarokzjCg3uPgnzxaqd5zuGTxHQ8iiAbiNDYnvWxOr3BzCA06kSBdxlSOziLVpnYTF0AHJVdooyRIKEa4x1WelKH9ioo3CMIL5F8Qyvuw5KcKCV0qcBirL33rq99QbXWoXlFl7cGa1msMeLOVWrkskCDxrQ9O+ZoRWZ+Nz3FdyYYvryhCyo0ARoKmCH0oMIWG5TMziA5w0VglYFcZP44Sit1I5sR8sOOgWoZPoH6iGZPHW6SqouK1Bbo+VplY/EMVKKiftNItuZsdR7/KG49EYGc5ssEXJayiXmMY5aMaQGRlwsKnQZ5xxz8khFpLDLeEPwXEiVx/536OQqanQDHtNpagW/4Xg49dHNVqloPxux8CPKdJ21GhM3T//PrnTkXFjsBOltEOfvta48hEjLRKcb0fX2VNR44KADtJh7BWbWYSQRbcvRK42KLPaH1RxtkMCaggdoGZkPNpC3vtArAkegHpS74i/lhqPj+46fNA4tBfYOPy3g/+VJemlugshvdO3PJKXVVUvF2QvVq0sqDqheo8qGRAeIqKJgQw1Wwj4OCWXQJCmlJdWoYMMcZBboyEcV4EMtDHb8Y5WTTOzioSda7oAWG7QP0N8ultYQolFKcCNBu3QraHqorKDUQ8oYawGbnPmhL4rlb9TgznTUlFxeuNXmYupK7E+iyqSh5KI1ATO7K/rl9yWXTKjUqAncQKiZVdrgLfAouq8OY4577SETR+wo11/I8LTjKtfRGNEQ2aSlRj9RQSPRj3s/eE85CdffjCR3YbSWFweDOsqSc68ChXcl9R8fZBe2NSfaIqN6wRqEUgGUtXs7ihsZ77gS8+E9MCQJ3OpclELWzvEKRtM2a6AuqcKhg6kKOW/CQU8ELwukxDyvrRMrQKxMbcO9op4FhdEl67tWJFbuGtt9Z3xXdVmNscGJRnu0pZRcXrhqVVbDCBSE/ZFZ/NZciq5RbGMZXgViai+QR4InyphJEjKgoI/hHgXk4jIzqb1lFSqE3tjkAiAQUi3V9c2nsfMSO7EPwIIFAY6TT1HSWCWeCCz0QZ2DX0GXWmeRdc+wWDDs4SBAUmz6tY6hUVbxdQBaQC9OjnhTo+51lufDshmopMKiV7wnyDwBtxB0BuYFfAPO+EbYis5m6IrfrAXlviJ04dAM4nu6RwzAwxGVo4JxCklyl0bEGv6sS6S4Wc8uGDzuKQuAYpF4OOawidxcGbKi7stuPiQCLKNHOVhVJR8cZCBoLsErSObI+crahEYsMF6AOpXVpX6DgjNSSPdrkaKQE8Lywtm3lFW5GCjwG1Q95HJiqd4VTXXABzkG6PoqYRrSxPPOn29pJ0DRoWyRH2np2KzaZ/AScfPLAZl2IcKireDkgPyepAXFvK1QKmSpo4foTahho43DaYQ4XRm8FchFb2bQCrnbtAYb1IAdBro2GyC8ztVrj7/Q7HAGNh5MvzDN1CttOO1lg6TZeIuqC6xUP22J2SLQaAJIsFUYDlKFRUvCWQCqAVLGYUuVZzoBWyP70T7VF8u4PrBPVFiQU6W2q2EjLUZtcXBXUXoqA3KxCf4BulnWBvkg+pLMgGNakXRyzjAYNz4EBmcoRTSTKD0T2gN8qnjZLfvswDxuLIyDvCj6Og12ORqqh4IyEFXuuNH54fr+2oitzFz9USqZiDFw0cYI/r07JdmEZAnjUe7paQ0bWNgh0De74creMYHDvE5V2tt8aCM+kKRK8cQ4QayJ/AZUxkShU2ALJRB/1U+acrkBQw0hFCRANWyzGoqHhrYJwB/6EyjA95yfBgqFiuFqZkRnaLMSzwaBMGCD4jnc0B4FXi+SYAeysqiC1ARa8kUN4FVildGFxEqVcyA1FIGN/NZYipZrK7YN+vJUxAQ3kigaReCCRFwg9pY/0yzoqKNx5aT+JvolB7CBkX43yjwVlLVETUY+OQ14hXGaixvLcXBHuspW7jdlDmh4SVXsA9JzwdlqTmalUm1hEW5JtyQL0J1v1SwgSqXMnHaX8511jHrZVYEM/ol00W7yxxFRWvLUjs7HIlwO7KEwcxJwFNZAWTtYJhDcc6lOeeS9jAy41DHccCCYU3wgB3BN16xfif6SMFx0zbuS5+FGaWyE0l463nitNgQwhgj8xNzY/O6zdThErW1fM4iIqKtxRWDbSSeSU0UjlQjTiM5Z9G1qKxPtTEntvMkddl41kRRh/kGFZ4H81LB9nk7mCLfYxSOgGA+ekSFoFJN5abCsAZDBb3GbwDXAQ7doEfTQr90uAlKk4/jmnVioo3HVpxXAWI6l0Bfb61XNzT9IODC24WwwtWxdhGDPizOqw3D61u+GLJpqZDM6FvsTlw9M/0U6SSaOJU1ajQfMaM0G4GI7lnT2OV5/VgRcVbB6s5qWYbqWf9YrLs/XkiwiwCbEJYfljdyHRct6+IMeX4WgHpW5HEGEruzHK/4K46meahOJ1nnadx0rlVY77nMQJVaHwhx68qD7kD17yhHQvSBSMIFisq3jZo98uWNNvOciNYyBBgVF2y6sjRP9+dE2rjVw1mWHLQb4N6Vx5yvHRcSqjhAN6u51s3w7TxoRdpINtBhCPSlAftfCk+jtqRkUEdKtzdssuKitcdrsLIL+sHNWCxFoHO4Xn8/kduLTrgTKu3pyM5qCdHq6oHKup6S7vH+NAlcN4I2X46nRwLx7epzdwjM/CvAfNHLkfVFki52e38ltMRYEKXHJiQrEs3ECQ0syoq3kawxrBuSaVwVSGrIQS5hbwaO1ZdQFr8IjYlMN3wjVSP8ScBu52F2AEsdecAB0bB+xzxHeoy8Tr23/WQIUkRZuCEEUj9etBttYu2qRxDBMoHFkbuUeWDFW8xRBOxWkr1MI3D61wJot5AI/E1C1/L/AWe6rWeEGfm3M5Or86JUdJzTlwsNhcBmo4k8DwmqpRS1aRz68ifSKQR6KM6iOaGA7N0LYz9wrJkKFxk+wSmdxUVbxm88mMFcRqH10nNMAIiFkM9tav49VW+zaC6E6ah2lJtBnevBEMdcnUIm0ErsrjIbT42JxsjMBuQEano+L7IcEU0PInX1ATASEYANZws6DTMioq3DqgRWjtZNfw6tbzWxX1WX4fUMBr7I/wUZmJ+SRUNUclq9DiiRYxXjS7jwqlCs2f5Kj8RZLeA8oyEL+fxpZ7pnXgJzq2CjnMEJm1P7UqLVeFVVCRAlbCaxzoUVUJeWk3N6q/fsxm/g8Ep9M30cdgBD/2vrtetWl4dXmHVj44DUcTNiVNnuRzpDJqr7eZu4mlJfp04FUjCrC1STyBok7VeycbdEkyXz4BUVLztQM2wOshao5ckDFKxtCLZcw93X5jOlGc05hCgVUMoStm0eFh5LxXDuL0q5OTTyYVw280UhNNx1hgNCqzzu6y7xNh5iGBiv81r+mD69frIpKLimiBwj1AJXTXSKjSoNkoJS0NOZpXbS3NvO620rMHSC3s7MZiejW79ZWaFAHHkq8J8acRMCuAjeyzHsEDKXtKUO4ikf6u5OJdcUfF2o0eliWqG6CxWGRl/Z80pLC/jHCSq3VCpeasckR9uzRlj1bPd4JrUdzQEjAmPMdfdc0K8erdrbEkYc74th86raq9xOGoo0+7uxmGBQI2ohzB0U2+7qah4uxHVBHdpXEIQtFiYynVvBueVKFhFt28+tjLtSnB9CCe5ML77JZdRcjjAM+0wfx50ogdbELQj+hpxBqN0InC/NlN8i7QlWjZu4qPnFICRe4/eXjJeUVFApKZIIPivRlrPhktYaFIYtIpqluxu3Mohwiuw8uFFEamCVwwoIdkRmqqPQwFuOC8a1lPdlci55Rmk4I4FIbVe0jLBYcioothAJmgHOtp0rJRzFRVvL7gDntMXqC1W49QgeiFN3vfFr9QoW1DrHxLxGBP4But98tyjbPrmYi6vUvPD8Tg3lRsomQiE8+SRboKbOcfvhrKiiZO0jFMo8hE+Pmg7UaDxzjOjL/NUVLytiFZXkLI5Coiqgj9fr/T82aXnElI141oXKjTAUcLVDDCrsLvBivBeISgMdGntmCXbwTTwP8Yadyk14wSwZEcKSK3zrG8ZuaE4Iy+BbtItZRfHiP45lxUVFR4Rz2DlYi1xdSbiKai9nFK0u4EGy1a7zbkkMK3Tbyeo3ThogF8qLPRKKUJyQgcKUlWj3is4jhoWXXroBJVBLuhd9N4NIbqWvWgXXEVFxSi6qAKBefCHqotX8cgSKYnRF49Q8dIqKKsEx1avDSzvEJlavgZgmwLiLCqP8pCp31iM2kxkw32aDh3BC5BxRLt2UpT71J6NEiJM2aE7QRxyRUUFwD2K7ZKblogK1CoUKRQe9QvDqALRjdgFcsXDJRxj6g9wznaKTFtcC0C0JG2yooUjcJAvJJjEVCSa6iWlbbA1TFKwGJ6lA4DMOU4305M8C6iNKyoqUqCe+KNrlfVp7QrDg/JKQjZSTzXmSJ6vjbBGs+XKGeArGYvPONU2OI/DshtqIiTWJoJFstlWh9EQnYOayPfwocEt36SwE/+QSXWqo6JiK1BtiWqTL1YoqURSs+TC9Fys/gA818rHi64F5kv9X1MHr6CGXkEQEUYUFVgfFwAueO4vhKfEzmSpyIbvCBOyz4ASbNyWHmZTxVS56jgJp6KiYhSslNF4H6ozbtCJlSEnWdZHoBJnb9TbAeggW5zynXccJ5Sp4pUE8GoQnWGyPS7gNAHFw/115IUMFXDqdUFLWT6IHhyTIzSfPumzd3XAMplpomqdTwEDg4qKCoCMTYaStIqg8qF+6XK/iGGgIsvYYACHtibcow6/qOiozlJvX++KliZxE4ymF/oIMuH2iGCCYpJptOwWgScmGeV2gB1Re/Q79cHFPZos9tg+XRUVbwmkGqneE8iYoBrGDAPsIq1YYq0l9asogMfpyTCd2x4HopJfgyrFGE6Q9luUazCUscURDPXd690uVVRcIliR4jWzQuomg3UUg8E9blgy3KP4miDjq1cPCoYT4tH704mscv0WpmlV7vlCGELsiHmbzv96pLP1DgWjioqKCKCAVqXQZ5N1ZHmtKaiU+Li4a4XrUeMlFropgaitRKVlzUs4ts0d31EYBBQTZtMI+6uKrqJie0i96vyo07zv5ai3BX/dMjbcQ9uhPzfnZnUT/BtTvFpsGuA1WvYm8+KMd6K0soREAwleMw4aHGcnG/yL0b966ltR8boBFSoeOl+0uh2JfnDF11M5V5yxljEisjWyCs1Qx7Hq2SvEWLTkVGCRU8KWcwLo78NIa87BVdgk6HJRRNV+FRXbA1UqXqUL0rKJmhm8bXU+5PWZ9yvq+HWEk5asBcqUG5oP1WSxcSreZCLJX6cv8zpO644ZLgFPxh9WVFSMQcepfO3puaXLei1UGqg/B7I3JFDXX08iI6kQJRSnRw744EViaL+KeIlleJJK1/JmsWrYtfK/iorzQepXqHEc7oNhUgWH2IgnngfZipvXA1Bd5H+ZhuLIqUp2jC/LgKtH5Doydm3C6hdt8meXlT0VFW8cWlZQX0e7hS5wWTPPcQ1e+7guoCRsDUq6x7MSOZhEY3puplcQ879UiQVvrEXYgnLXnKmo2Aaohqg0VhlZ4YyLzFf0uQr71r0irJ44uQp1sOi56TP/kiloWwcIIUZaMbKwTGl0fOMHAdVDWNw4GbEGrqioWA9WLtQbVzfjupZylBiX1gk+B1ZX+ktVCYsJCLMbuYRI4jbD1FasvWKhZaJNounsqf5bkJfLvSHVtBUVFTuAH0mPKvIo9xh5IeHq8UrjwTVEsvP9spNXamK9tJgbS45iGF3mM+mJStOHHP/ThiZdGMOtD8pYxdkrKirKoMZjndJ6JbU0qp4j430jmvGtAjSUbPzCS6qfRBv3Tm35xS6RfsrX+jkWaRAXtKKZEcsarDxzW1FRcSEkFVfBOueNCwv/rg0FfJWgkLj/s7w7o0YefG/GrtwMbrAyEF6s4vRxNPIXi1/CsusMVS9WVJwXZDLGUWReOKuSw75wsoj3mgNRvaTYis+6IV8yw0s4ltcZiY6isK6vCgdByyUUfLT/O6YWKyoq1oJ1LKpBUsmyGpXNCu9oMfTrDLYU1lYMl+nNl8bbOIwnw4ErCPVgcx0bVCTSueUx5VnVX0XFRYD65moaayx+uCQmrVdtrPUuey3gK9hyYWtAaPLCb3pyiqB3+4qJCJEUr8cKc+s5fYsEDX/sijC3sU4E3EBkRUXFORG/yGDkI3+7lfBjfzz42y4vB6zRLrBrC5VBSVPzkF6BTeR6S+mrvopMfbYRIyxZL6OqwIqK8wMkQsiGVjjHNPp0P2NCThKe+wq+M2T+cW7BLq8t+ArISDvgx0hNic/NWmltZZpOitzLIpouLktj17lQUfGWglWJtRUVDZdS3bL3Wx2g+5a7HgMskL3XQAOOInRiTUHakGCR0EWiJFPUDJC7IJXQHry+QqmouM5gbYu6avJtta3QFy4wmYuioASLuF7Dg+ivDmUxn8zN0KJqW8UUIx7SzSv3Tx7o1CWU32u5UURFxeuHNp7xRY0tqbpXqoOuThUgkavTSY5cYqrhVV/Vbribc25XbnKYqToRnbfkuVPRIAPVZyGU1XGrqKjYCtR7vsKa3hss0RDYbsevBhtsWXh1kFWAgzYijBBIW9LRQi9nBQ+hrY1NKpm0QbDjHaAlO0KrRFTlV1FxKZCqNe9BYviaA8hMWvMIWKkVUNAvSu+muTPhAHlIYUGe5U10xIb1cFWqcB3tALjQNYHDUCoqKnYLqYD8WhirwXXbdy33io5qL2vkZS8EfF0A1TVoIexMOIJSMlEu8leAFSJiHe2zMT+OxFbxVlS8IrDby2EnrYNuvA8VGD071lG5L4xJVRjmQThsKygvMrrS1DlYtid7Juf5IsxFDcEn408rKiouALdqo/czkOAy0WiUjmRxD/hVxzS+7YhWSVLv8VcNYkkq5kGM7iHk27n1MlXGFRVXCa1xqMCsthy8F3qSdvJYOft5oTZXKMIQIMWJfzeVlHeWWxvgI0zX8fhlL9oq4oqKq4XVOXR3qQLTd1EVzgR9Yru6dLAbfmWBXRhCkBWQJpsLf5+un2xLa81XprRqxIqKq8AcVZO0BQwFdbSPxq/8XKZU5itUS65TPgDicK20Y3TgR7/o0+Myw7VaSsf/iC4oudhhRUXFlUCrHed+F9zzXUzw7fWeq7N+onKLenr+Kr36aMhrBTQWTomxP5uzPqKzt+KcPCKl99oks6LizYQbgGettD4aL+0FV19XS9vFVAB92A8aEgq6TcDb+C0Pge8Iu00TKioqXhmsenLhmuMjnB7uuyU6xJ6hJDvCZDV6BTa3GeN6vQC8DqB9Gt3CgB4IYTDLtGMk3YqKilcMdNNQV7VO8txvdEPjQfvXSSVdMeYLtg6hKxwhfrlQJejlqFozFnFFRcUrgNVJ/PSddYlZL0EJfW2Nzqu13/Cogqsl265d5KslcRv2xNILryR1sBBflQZWVFwLcNgv9INZV8OQfj6Q9caBBO7cdGxB1200pQvMVeV5uYkoXQhu8eDouW8VFRVXBldLUS3dayH4hiknf/Vh8r6qVN+kur8miBMR0Mv2LNT85efr0Pfdkm9QR2slO69MTUzJvLbZY7iVAFZUvHpoNZVaK1VSmCAqtO3chCfn0w3XCmWVjYT1UE+605WnvNugbbmScuH5Mu887BKhuOWVbtoYgVb1V1FxfTDYy7iVzWG4O0y8Zd0V49InhbmhC7XfMl3HvDE4Xd7ZwiEg0n6EGEeK1U3+FnaWEVxyYisqKkagdW+h1RU3UHr4W3TpnsWXhLEAympiR7C5W5Ixbnd/LgK47MEAHf0LrwY7SOcXidP0cY33uUKpqKi4TGgF1RN9ImWkl+wJXyIHNOUg30NcLgXk8h/ovwUU2Tl7pHA6mctbHcU5DUbedCttLc7JMysqKi4V+aYvq9XS7iChXqJ6HQcJIBQXJ4Cpvy5ANqECC+xPMKeKhf6bL0U/khFWDlhRcU0hXTan9qgSuJpXa+zVMZerC0mngIGLvZjbcuKDBxwh6lxBCTbp/etFhM7/0bnfq0tzRUVFCVIHtXYKm1G998au1dDFf1BV+Cp1XrdAxP5ApJddC77H2WFRiAggWlIZNGNFRcX1A7tzHNkiRCX6RYCmJi51XsLhKgjRgsoIhOyc0x8RCrHt4DtPtcMnPIWJ3tRecEXF9UNUVWOi4ozF7A2qu1B+u2Bk0dFwMbp+ib94VaDv/V48zIqKikuCVk/Reqr60vp93unSa4Wg6i+O4X7ZvawMbHvoP95e+lrGioqK3YAET0mLdHhV9yW93h2+wrW9Xri4JoEP9KRI2s4FvwrQoZWdETZjylUzVlRcK1C56WgfKye6cDRIDguGlU0nDdbV7+3V0IXYlDhmmJo0Mbsw5v4tEKLtC6/NXCDKFRUVVw+vHHqeEtzPOV2aE7+11XqdettUje4GiC4SwDARrx3Obdv7JMCco4FXm6iKiopdw7SDkj7RG7bfca7y1qrAc2OF7lylVhGhkTiJ0lvIxgdU5UjbriK/kFWARNj/r6Ki4jUGd4UmqANHFc4qTXQhXIJe5etu9s8hzc0G6DZEO4e/aCK2kcflNR0VFRUXBjgNNIUywfHKemkqcPdgHx7/UFXkt5qwXQEccDGv9K+i4k2CdIRF+V2WntutGloBpkIUn7z5cQnhVkJXUfHGIVTrNRV8q6nZxHKywObywE4qNV9HPVipWkVFxQaQKVPoqNf/YGDO43Dvl6r9KioqNgX1HjuMfXIqyACb7pm/BU/cNaj4LkH7JesjN8ErFEFFRcV2kAUerLOVOO0Er9GsUUVFhaLT1SMVFRUVbxnA/0T51b4bsK0QYF//KioqXk90rgaX6vHArFZ2j0QUVS4VFa8ppPLOR0awXs2w1qvQJ1WHVVS8nXB1/yI6YNf645Xqoy0Dr5MfFRWvM7QGc4/3neGVKrArAES14G77kcjqTFJFxesKt+WJ/pwLb7rOW426lKii4nWGEJjam9scdfVQRcUbBG6oMvb+7lvA7qrur6h427GTg9TeELzdXfqKircO2gverOJfsXrggcZXGeTKsGTzrYqKijcNMpS/afWGkrjCfiMidT30zhWr/oqKiivGqjp+nvp/cZ3Bnf76riqfioqKSwVYVjgKrYhd0r5tNNpl8D+EX5VqRUVFjqvTC1UDVVRUXCdQJ9V1IYqqnysq3krUqq+4pKZg/vAffv3PHwX80swrKiquBd6E5R5lLb6pbr+8NqB9/5cffRTrv4/+ak8qKiquBfxugRug0sWtMPsr1F+Cj/5sjyoqKq4F+nP1/tarwvatV5fv//eP/vmvj553XdfzT7RhZYAVFdcP618N8RbcRVCb0fsbV/sqx/XGcxC+f3p+9+HLvv3Xl8A/kgGqAnz65OnH9nfYxtfHT4Kc4+vDQ7uSi88PD/UPFqLLp8dntNL3T47bz8XHp8dP/j9PjmlYUVGxCuu3ehoQxfKeCpGufEX68FWEOUT7D1B4/97+00cf3m1/99GH+IAAmgL8lz+9+y7+PsP3V0/fja//9LlYAJ589m64/pNdt39698v2K3WBv08nh+7yK/j67r996iz9J+wQf8JHXOZ4eOfODD/t4yO9r6h4q8GDxzdE55VlNH+Suo6V5fXQRyVcasz+9Z8/+ueP/v53//zRR8+7h7yG+vMK0NQT8NV/2AXAa6/0oBgd7QvXy3ff/fJjsw38j8mndvXuv6iv/wl7/bvv/r//h5oSfxKXGc4+mBz/Aek/eGQGFRVvO7pN54ODvXgK+TXbLvSy9fL/pMb7x19/9M8fPp+/z7kQ+f8/5VkLQHV93p61Syi3z1tcnLV6LRaAJ6Xr9t13P/7x3X/5/ecz+bSTr979tzNcQd89VbX6bx+LpfY5PARFZEjicoj2q37ysPaPKyoCzqEVIjo4pkDP2xPuzrNBTCCfl63iVqL7q3I+MMC7/e8+FPWHmzAJAiInSg3K7enZbHaGTwsGGLG+0B0O12CAUHafnz3nB/f/8u4BjTt2h//l3f/8LVTgsxks0RCWpUs8gv8Fl48f7D+224qKinNojVjrBRJYGh/cxmu+qryk32NKtQD4H4JdFdiVaEZwP9V6H7XdS1kOw/+gAI9NAXIMEOBg3Vc33n2XA3OCmAF6Ztj+6d2PPxDb/Pu3CXTdE3nw1btfQQEeUa2+Cyb4sRiuVIAH0H/P959MDuogYEVFhPOoQNN8ibYKQ4UCMjPSuU287+FUlR+uUm9eG/yjaj/8PZ8/NPX3zx/9gz0lA1RWB0Xn8NV/JKzvM3/txwb7d//0cW+2gY/RjyYPnEz+H+/+y+Tf3v3PyeRzTn/8aRMG+OjnbbvfTz7/g91XVFQIBvO9a9HZr6iuddjA+w7+8M9uFWs2sLlm+KVoPMCNAYoy/J09heKzWV6wu48/f/r50//A12HE+pIxwD8ZM+Tw3qSn7cNDkL1Pf0U1yLG/L959d/Ev7/4P2vl0MwY46R8ft9+0k8OTVMoVFRWb0sDS7n1xfUo0lijHC/K5saU3G+NKur/Ev1Pf8fPRfTJAVYcf/cyehjFAsLsvZ2dnZ3fPzv4PKMMvn8+IszZcz3h9xOmMFv3mL/slMF+2n0O/xZO93b+8+4H4vMkY4OHRpP3+0eTgePKr2gWuqBji/Joiebs40Vh9oIpbY1PNGTjoq+WLNxwD/Ohu//6Hog3xF9IPBSisDqRORwD/9O6/LUSVAbhe2iWg5n+S63fbH+0CP0+OoOs+/RR/P777bm8MUGkisYoB/urOz49hdf/BiRlUVFRk2A1duhhrkz2i8ekv2lO7Mu5n+H+Z0vvod23/u//zH+RFkNADDhMb0o0VfDUJjC69hqIz/OfErXFWO/8iflCduhnhCdTlQ7ngQsGKiopzY+ckassT6VouTqQCBXO6YOf5ynFXCeA/f/TLrm27f+WrwP9oj4j2yVO7+lyHAA//4/d8y+3J08/x9x9gh7x+wv8zqMuPnxx//OTjY+jMzz/GDf6fnvWTw49t2czZ8ceTw6eq4/snT/8PuTh8euERg4qKtxuvfE8DKMxOe85zXL7iyGyF9zgRLBzwr3/9R6i/j/56Za9dvG6NRUXFNcar1TqLnjSwpSYcJzSI4rWbIu7e40SIqkCov1//e33trKLitcQr3eXl9T3IvXufI3+iBD/6h/fMsKKiouLtQPe7f/+n//uH//jLf6/qr6Ki4kKQVTTZ2yS4fLU99IqKiorLBY9M50enhIHX6Z2QioqKiouin0AD8qIqv4qKioqKioqKioqKioqKivNhMvn/A+EHTeWyQijEAAAAAElFTkSuQmCC"/>
  <p:tag name="PPTPRODUCTIVITY_GALLERY_NAME" val="dFiuDgqgwebaBPUy4CbtFzKRphens//wiFQK3bI5tRp14OnmZ9e/7QWaAiZL9DOp2OlR0vl0yCXwfnWMVFb60Q=="/>
  <p:tag name="PPTPRODUCTIVITY_GALLERY_TYPE" val="_who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/f39zE6Y1JaeyEpWhAhUkJKc0JKawgQUggQSjpCYykxWkpSc2trhDpCa1pjhBAZUlpjexkpWlJSc1prhFJac2Nje2tze0pKY+/v5ikxYwAZUnN7jN7W3kpSa+be5lpSe8XFxc7OxRkhWnNzjBkhUjE6axAhWlpSa62trUJCYzo6Y7Wttb29vQAISmNjhCk6YyExWs7WzoyUnHuMnCEZGaWcnM7W3u/m90pKczE6UnOEjIyMnHNze4yMjJyclJycrUJCa0JKY2Nre9be5oSEjFJSa1pjjIyUrff3/1JahM7O1nuEnObm76WtxSHmpSGtpSlCaxAxAJSctULWIaXepWPmpWOtpcXOziHm5iGt5q21IXO1IbW1zkIxIWNzjEKEY7W1xaU6nKUQnELWY5xztXtzxWPm5nPmY2Ot5q21Y0JSe6Vr5ubWpa3mIebWQnPmIebWc+bWEKU63q0hQhk63lo63nshQq0hEHshEKUQ3hkQ3loQ3mtaKXOtY63F1q3mY61aKaWttVo6lBk6lFoQlBkQlBkxY0oQIe///+ZrxeZrUuYQxeYQUuZrjOZrGeYQjOYQGVJr76Xv3q2EGRlr73OEGVJrxRlrxWt7WkJrlBCcIRDvIRBzIRDFIXtaY6WcteacxeacUq2EWuZCxeZCUuacjOacGeZCjOZCGRCcYxDvY2shaxBrnBBzYxDFY0JrISEhMXNznEKcIQgxKa1rlDpSSq0ha9697+ZS7+YZ7+aM7xkpa6Wc3ilCY4x7exkpUjpKa8XFzilSGTpCc0IZUs7e1ubm1ub37+b/Oub/vQgIIZy15ua9zkpCSqW9pRkZYyE6EJRae/f35pxahJStnDFSczEZawg6Ur2tnK2tnIxrlEoha2OEe0IZa3tajFJSeyFSayE6WiEQWhAIUjEZY/fm5t7vzr29nM69zlpShAAAUlpja97WzhAISggpUhA6Y3tzjAAhUgAQUlpze+/e5ggASmtahObv5mNSezpKYykpWkpac//39wgQWgAAAH3uZg8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S49cR5YuiDqICALkhCHwQpkeyNCAQOYtsZKHYBbj0EullDSIlsIZlwQanGgSJHIcP0IAZ/4T6k46/wKJRKIGcetMOAjgAKoUGlWDOmgU0AkBlWhloaEA0coS/OB+j7Vs2/ZHvClRoq29t9my9bKHmy1f++HbBw0aNGjQ4E2HIbYGDRo0eCNhhK1BgwYN3kQ4wNZCwAYNGryZMJ2OA2vQoEGDBm8EtLC3QYMGbyoM26XPBg0avKFA/3cQeIMGDRq8UQD3Nw20QYMGDd40aP6vQYMGDRo0aNCgQYMGDRo0aNCgQYMGDRo0aNCgQYMGDRo0aNCgQYMGDRo0aNCgQYMGDRo0aNCgQYMGDRo0aNCgQYMGDRo0aNCgQYMGDRo0aNCgQYMGDRo0aNCgQYMGDRo0aNCgQYMGDRo0aNCgQYMGDRo0aNCgQYMGDRo0aNCgQYMGDRo0aNCgQYMGDRo0aNCgQYMGDRq80TCMvEGDBg3eNGj+r0GDBg0aNGjQoEGDBg0aNGjQoEGDBg0aNGjQ4DsA3pSZGDVMBxPvLvSYPcEGDRo0+CFBz4GhMO/Q4PkWwhQM+sriEZsvbNCgwQ8F4K/gv5Z4t+PhIPI+LKY2aNCgwWsEy8K6pQD5k6pMWyjYoEGDNw7gIccRVtJZtmiwQYMGPzwYM4jjJb5Tgz1fgwYNGrzOcKSfKsyz/EhvyflvCwcbNGjwOgFOV08Jix1i/5rfvNWzuNEGDRo0+I7gYDB6tW5qenpn26BBgwYXCkM4uh5MJ9PvIT7D6XCLChs0aPBaQInOeOvjtLHgme6VNGjQoMEPGhhNNt93VmgRcIMGrwmc0I3xXgfOoOule5onnodt0dfQBqPBjwhei+mMRixux1LGeDo5192JE0eAo+lwMu5XNTz9r1F+RDBzLbZBgx82fH8ecHnN9nsdX1f3zvI83vIqTg6j6Xi4zOFdhP3vGSbTyY+gFw0anA1epy90LETsR7RobqUeE4nNmjrLSj8YHPCNWj/WXwlPh+NpC+oaNPi+4GinxLXZC/0o3l2Ug1uaDwzBTL7zg8pRJufkMB0wAPzRnvSOpwdnGJQGDRqcDZasttkwZDbkOuMlP509W3cyXhJdQmLZvgwm8ZLVHz4MEQQG2qBBg1cLs2stPFLfMfF8c8yt+Bj/HuPMtz2Whm9He7mTww/ZhQy7YW7QoMF3BrHuyu3cCTxcRFY+56Tf4t1e5UrnfhCScHoPdGKNhW53OEte0q4GDRo0WAZ0auHbmISnU1FgQvGVFwa+cHic0xrDHef1w1l/ORyioXCCHf0sd6kbNGjwpsARMVd5sE53W/m7NhCS1iFnB3inxVbgBBFj6urgzE4Nh3mLG57UI7rVoEGDBnAR5/cSZ3vryyItBm4Lz2v7oKjzyJfBlLi0+cAGDRpcEJw+4BvrZQhLYPYnI3BblCXVHixOwWcANJGX2iWEacWLDRo0aHAknMBTHOlwFoEv1C1/UnnGv0WRmdBgGqv3JB8Nk8EI8R+v/yFYbJFggwY/FhheXFwjS6OD6XAyRHqEXTqSOU929N2F6YyD68MStygN8Zjwb0SE1Tvd6slgMqxiTPpA+cHmDBs0+EHDwbHhz0lgMh0fwL8UfzCcntru0W/ug7M6AmY1+ZwNaKEEzLtwoXVYeBwMx9im4/6PhTvP13xggwZvLmD9j+FOhkh8d1fE7+JdfKh5SZgZdYefK86zkAE4n17qU2dcGvwfM6iN6t+Tjbq72g0aNHgTQe4AboB/2sGSb72Cet73ClSnm6cHV23vpPsmaiEfvoZDZHAoTkpUoJ8fT4a84Fc7QQSAgQFGiG4ndrzUP+JMv0GDBj92QBxERzDFqbR8gWKuk3gFeCJGYVN7nRomDCZfJSw3P5owlB3KQ458eRBFhoBDu8/SVHQxrh7O3n9u0KDBjx7oCXThj+5EPhD+gPlkMDzJfQVHi0jPFyleOPSc8RBtPEA4GK5dAIEhvD1Pf+kW0dd2Y7hBgzcP+OvdeuErOoILrO+WLgXIyHUi2BsdHzCG71kAPV8r33ReqE93aa90Mq/4FY8dZf2m7yQxb4MGDX5EQN9F4P1eOYkhf1V2Qhc0QQyFCBIejP5jiRJOPnk7eTTkaTKfxLtoQN3zrgsVMToNmI4nQ4apJc6LV+eH+yPQC0PkFbSvQYMGrx9wqfPgyoc74E80hIxO/vCLb0fYSBfGocwLbXyYEAX4pjGOyWAClKJ96EV/ywFiixu17Ox7OKGv0yVA9Ilvr2GTggnc1nTan++wCXjVFy8bNGjwvQN9gf2B1rsXvcOi2kvNOYNZF6Ywq4q1KKDA0LqIvES1w5kMDjofBDGEaQwPQ3veO/YgPJ0u3NXgpwVnobvpS9cnhASc2oedUTwQaGU0i+wwdExLGjRo8EOGaoFPdNVPCx8Jdt89nQecwDKmqxzYIoCx8ZQmGRiOGLepLnqZoRkqgzcdToe8XUsXSNJJwXed5+EgIjlDnOq6S0bs79GEcbQpeEWJfJpeMgANGjT4MUDP3+Q1QJ5LykvATyF44munOtcwnEbkphumRwNvuVphwuuJ0JOnoQEGfLwhO+W5cDhahX95ZTCaEpnhNN6x77r0+mR6y4gwcWZfCRz4N8nsY/bJfjF6fZp6GzRo8AOBWNha9PolhTBQ5SYYlMEBFdc3OIh4ydBzTQtAunFPGPGexPkIHou+TMjLhpVBe13GoceZPhJkpGt0QNz7TbqrZWyop/74sKAoHYTzK18KDRo0+HGBXhDP9ycn0Ev4TsIBXRO8BHPGaWRG8BTAO77HAZ+u4/9T6jLgATyq/Q5S1wkP6TiMpnAke/mdlxN5o2Utq9x7bUdn6GqJ60UCvDQS0HzgueHW5ubnjq5/vbn5rpATwK0PAzkrfPjfNz8IdAmkhKpCK79iocGPH4Yjxj58LI4r3X6IS53XxeBC4tYoecLou/haGNHkHo4FaeDg5b68D4FMSHdbgtZZUD2VMz4xLL4MuAhKAAuvPAugqCX8u0mi9IkVzCs0OBXsfLH5uT+n9784qQOcfvDfj/Fex8JvHh/nAC0RVd3b3Px7kxv8uGEIt1EuiAl4Ogj/IBdBl1LWv+5L+FrdOB6Z4w3U+k0qfeDPSRhRjXS1UFf4+Cw1r/flM9WO0WzBFwB9R3ZMxnDuAcHZ8hwsbQsN6xqmYKjf/EJYv3ipAOf/ogJF7vrzxVrh+9gwYw3OADeePfuph/y/bT67JeRY+PXmF+eNAP9589kxJizxfzzepNyNzWctAnwtYTiKk8ULAKxj3nmNmGfMEAqhUToEX/Qrp6YjRIpAeJRH94YjqPuW8RzA3/EW7+AgrqrxEiB/VNwTVgsKjV6R8R/kg9oLvs4FNJg9A0RcS+fPkgoGXwwEhc6ffWOwG46zEo4GNjgt7Gx+EafAHzw7aQQIyfcDPSs8/eK4CNCAqij35989bg7w9YT6vU0XB/y1Qz57l16H0zSiHkHU239Ahb/mSA7fHAOUpbAxPJiOx0O6WARasoWIsXPgWVNQwEsmOQu930LiWeCArr2cgHdAv0/Xh0TBIWJRO0QB8679DU4PiK0iAvy7E0eAH2x+cV4H+O6xEaABVX2EbHdz89cmNHitAOHU/Jo9G8iV6FcRMCnXVweXwFCRZiqoYNN9gaKbtz2gH0H0iNC0uoMqZzfy3WJolEYzj3DKdfneKw660RHcDWqzlVRZCNWjN7z0V+o9CvpC7LSa5eZ0tcEwx0QUNAotghhDQVTEbx8WMQYX5onfMNjZfPx7fxIfPN78J+bjf/58c/Pz9zHe0698X+S//m5zAyP8WNlg6/Hms2ebmz/tiRoWKtRCn25ufvAuShu/VGT3YDNuvMwrDiH2wYPHm5uo6qvBvcdIPnj8u8ddjHrDTYDmf7/B4k83N2t2g+8EJrwEFx7kPGD34VeeCE2HpGkTFwUZuiWXvwaejEqEVkDypsNz+ce1lHYbp1AZV7+lBcJLjKHGRsi+nIl/PQxvJg9U+eJsWh/qJ5wXCiwE60Sjs13O1GL4UuZwc3DG3UBHdwSqS+NXLgVcBFygqdcabvxusx8BDuFJvoDX+T1G4N3f6QrcXz2mW/rm2ePfU27j2RfPHj97/Pd9UQO81t8gqxWmtdCfNjd/8hj6B44Av9p8Fvc2ZhU/V4z44NkzCG/+PVr5+Cv4SJj5TU6zT31WPP37zcf3BoMPWcnj/97uFX/XoHuTFwVVFIOPefZiv/5s18BQyb/ZqDwBQzsAqQCEU4gBvY5HkwwG41pbwBCeEmFhlGSLfOuk7am8TSclmZ6ZcwDDyyGax8g37u/SNBG2XU88qv4Zl6ox6TWi56HPDx7ENwAQAcY1wLgL/NXmY7udz4eDl483P8bQfv6MseFvNn3lb/je42dwRXA1tahh4/ek9xQghIgxhHaQ/+4ZPNcvv4DDexdOKzRnFf9m8E+IEYfvfbH57PHm22jlM5qpq/pzPBnz9uYzRICff4GoFH7ZAWWDHyLkoi4P8vUXuHyXL/hxsec8KBAeIOiIEPmQHz0JDt7n5ev20plWALOhoupq0yTgkBfte85TxHgdpNl5EId3ZRRvor11M+EBIze4Zg3RSR55PCvIGb8BcAOu5QuciQKeMQK8AaeE2AzkL3YHk/cefzEa3ALp17wh+wzRGeHvfGGOMvBwFjUcIDQc4kS3U+jZY/b47cGDDcV3GxDeWqpICd4E+WIbbOhtIpr8JVxgtGGwu+kIEFHkxuDT//7sf0Ph7774q38Xs8EPDMqlRN/DldvBSs+LeFO+tEUr36HS/N2CPD8cTsYIm3AyiLNfIPrbOLgTeBZeOJPIDKSljBHtYnDSSy+UGjAT2FLgtb8j4CiPGb2pn4Apnq1yRJDKEk6N3SCMi0ShemT1DZbAPcZNCJ6+YHgF75F3eH/zmM8HfrD57M+Dpwy8poPPn30Rc+XDZzozfn/zsURvVXEZ1HcG/wR3lQqwwHNbCU0VAf6KRcZ3P9n8nfQFPcVNBIbvPvvig9Kce4g16fl+/3iTF/wIf1YQOhj8/bMvbqDwxeZP0jU2+OEBFi/XsS55EaHz65Y0ln3xAyOdkvLl8fw5bxCLGwN9ykeGKTOKP1ebjnmqS4QlQv08ny8JQj5+bYGoMRpDoNti1fF8ynFQ2V0ElTObAbtH/sA5oFRXX+VM1E8LZhsRoVq6u7h5TDsadMDQDC4QZ5BIEQEiErtH+uS9zccjcm8Nvnr89u83f7XBU1HDr30LF47TPgc6+dFaYfPXRSHtWegGzmT1KSK+49ltNyM6xXsbj7+AYkSAm4/pP8HVlcq/YrhnAEnXD/9qE2HkBG35YvPzf8o50eCHBAzueOdUy9aBFz/s4gPKhUae1uplL7xcxhvQOX/KggdBF/XgAk1jmhcTFwIEOGsyAlVDlHTVAxBNvtq5lQ62u3HtBvV9JgfCPVJJKaHEp6WV2Z0GxwBiss+N/c3m5tPB4L28LPf5F89+Ndj6/eZX0/c23/1889avnm3mUzIf+Gccv4+QcALRjMuG733xFSK4TiHtWQjx5uf6iN6V062eBewU/92KjBHpAH9HX7vz7Avdq0a4pwASgKAwIkBWfu+xLky2S4A/RNCjbvpejBCnW+OCOLeMNc3fioz1Cj/eNEZW4jkEhUgl7LeoBBzodxyLgQ5G+uFpoMdi8bhEaReBJ0tHeNLFoGYuhLl7tlWx63zEpcIJxErXagP6XfSYjnTuW6HBEcDYyhhOVh0BagCnju/+fvOnNxC0/bff/W9/1wVfQOGVRiXwK6Eg4K9mFFJoLCHU9pU+zHd5yRGk7pMNxQ9+9+v/RYolAuQpMPR4jY/hnuNJkH7nRwOD9ODvcJYMl5pOusEPArBI6d7qteoYiM+wMCbkxuismyiIdqZ8T9/Iz/WVK2+ei7JUwjkIkV3K81BCpzQj0U4+I8Glnm+56eMhXVUCbNmcLzmSXfqdLlzEdIF9v87bJdnOWdMNlkD1HOAz3oF9bxOBH+AB3Ak+jKebj/+Pzd+P3n38+6/ybrHuF/O89PNnm/JGWyVqBPw7FT6fFIXfh9BLCf3qWfzu5CnOu7+CnS4EhOKvN38//OXm51/xfgfvE9MBOkr88zPEhwCEezvMAX/W5UJFqg4/D7bhULurkQ1ec4gPCp/hAf8NA+XhlFfwAotX4WEp18Ec/7hDiP9KEg5AL+9D5shNRm0ZPCGI/nDGbNocpLFQhs2xfmtm9TFfsqDSEvWAXBinhllFndy7LlaMwLNU7JYSOAJZmm0XyzFeQGe5Deahew7wg03ep0UcyHPOwUe/06nxS5xZPv5QTyzrzq8gZP5O93cVq4UJwBZPRT8cbOB0VAoI52xPQojkfMINnd+z9PiBigAo0t7Lx5uskCfJcoCb+VvgOtwjfLr5BUNXVATSp7/+nA7yFgxWq6XB6wuKUEa8ZtWtbEIvcpnqklbnJXh7NyAjNsWLPpuEyyDbHBNYFGPJrAi6Thshzdp4e0U0XWqMlyzMepJwi68EDqIHqFlvgOnuXpc6US443+laAxgOeHsj2WAZdM8BItj65YAx2uYHB4Pdx499NonAjZcGf//s2bPyhMk/8QbskDHY5gfDwadwWdXDJ7+Hgd/wfq0V7m0+/t0HIwh9QSGUHG8issSp7U82fwfRgN9vPpMiwjhUSAcIiagKrVQE+HZ3tREh6ua7g+FffcGg8Aa85rvwk/Ch+WBNg9cfEMvE2i7Qj4nSExAmDA4Le8j3WClk5J0Bu4NIEUTxFx9Aiw9Y5gzC9AFcDETs+PTn5PG+GF1SS5c4A65tKRzNXvbMDKNZdCkeuw5Hp7+L0/OBadRU4wiVjaQnRATI/tq5H9PKBoitehHg4Cs4Fv6sIi4NItpjUPXB5uNnZRa9uwmfh9PUr3gHmRfz4iqiACEfFf4XuCQpfEVrKVRq8xW+G8X7AqKm/7b5xXv81N5VBAk53qVBnCoH+FUXAU4QMfLpRZO+YkNYS3tr1msOZUXq6p2nHpZyvhwKhPzFR5zKeX1TrVrMw7HuAcPZ8VcUBBSEKHCzaLxIuqdIKEX+/FYIIy39UBibw0kAzeDEejLu4s4Tw+k1CEO+CmesZ2HUBvnlnquEAK97UmaS1wiKMy23evQ+6+jF2Vry5sCNZ5t5DXDTMd7HcDndxbRfAcO4/lP50Rpg+Ph3zx7zsh+cJR8h7JwY4MbjZ/oV3bMv3jKBQs+ePdZP4f78u4gAfY8XISCjTgNqosw/8YciAEu8/D1q2nzw52df6CbIV7rla/gN3N2zzZ/8UkHh8D21+ovP2+f9WkP+OgNxCx+3I8KEqIrDbjnnaua84TELEIQD0KtRECJBhu6ADwcSkPORQOHFoxXIMq8OMr5jzBXB6Eh/DML2saGwPpzCKc0HbCeZZ4taXcGsSUBc4ARk1Im686/h+qDhQwjMLqDvTDGm6g3iRcat9QA2WAY3Nr8oESDvAgPe/fzx5u/zeZKNx8/+GdnLx36e2bALpyQv9dHnj5993n/0ZMtPSUOPGeGjn36x+XtfQOQbDFSbI0BmUXvR2ArFkLilqhA56iHEv+9uRcvVPv6IciJ9gIjw89+K0eC1Bf73BjIcdHy5NJm7nH6l8jjpv3I9G0YIAB0bMnoDQGg8xemgHtgb8uoZfQL5ERrOQUeOX1MQeEI5oeNjbMinCSkE5+hgqwcX/GTgZKgA0MDa3W36+YUdSFHDfFvo2xd3vEGDBt8PKFyhTyv+rVu6XvAzoEf75gCi6ZFsiWd/0u/CJSx+hYc8iw1SgX5QCMnSnCkrRNQHyoHCKwat2HgyurCBp4QjbOheeAKHacxuoRUMi/tvPRSozRq9ys8hag2Ml0LVfeENGjT4/gExiR5gyZfsJdBbIdNCLdGWfxtiwWqNV6s53/489AlfJWQpJNhrcgcjnm/Cz+gxm7DJLByI/I8eOuR29p/Cyd0nY3FLCGwIL0ny9y28GMlrf3KCHASqobnFj0dbbC0dXkJpKH81g6FG2yG4oGUNGjT4riEDKyxI7Fy8jrOKm+sivljwM0u38iEp6gt/kivnkAwJSQNnznWFI9G7ArNGatu0xGlR/tf/OUJfqduwJ4CqvboSCS80GvKudDAWWuHTjBDodCsriQ6ncxcDS7kSL2CadeLKa4MGDb5XYERVXXJTiBJ4DQ7+AGN6qRL61AudfqtTJZbxIMEYV326xDmA1ap6P1kNgKb8MtjDwUSXLE0lHMwFXEcAPBavRlJVj1cv90Hl8h9FJMYuuyqqR+2IAgOLVtdXSgndeAAgSumRv0nKV0ODBg2+L0A8onWJtc0lywUq7+bVmRf86l/y8kZnQIdJMT1Ervs6PsqH4PJlegsAJiqDaRLAU18Gqvz7OAjQ5xUeYKnBOUDUZ7+kVvByHt0/SrW5gLz/a9akRLDp2hLKlcgYoWIqhq52c9Dk7XHalvUF1TZo0OA7AzkEXgU0aA3rIpcgkX6s0q3/4hRFUiw0ZUykYv9GaXlyubqtMANgFB9DKLEdCHZGdlRLDRwLvHeCBmQMSUBjD2AWrS7NVS0OEwNYexDgekuvo3mzJ7PZ03nwMMlcWq9qadCgwXcHXs+KR4ixnPGXF7QuyIHUi8oAcZZHZ2LHFO5xxB9soDDiY2+zfs4mmfa9RQV+TUIB1JoRJF83w9ri5oPaGmYopb0HC0iEIX0bewNDWRfsRlDGR/cI4zEvECLaVAng6BdFjMSBFKUBUKsA+csXF7PqLgBOUxopmKvESi0NGnTAL+VAG7wyUKzDdVid4MLhZbyHU85800EBFMV3wiXvdTzkH6Lxfik5vRhL4DLlZzkBaIrbEPWFGDP+tpZhE90fbJsTwjqD5UxZYrYPEMTuWO+A59V+PDGB0aByXqRjVwqwejeMD2GLkFAqrsTj1yxqWA0xmHyukW9crFUaNKiBT0KcaE43OBPk0uR7+SKKEQB13AL3wE+An0HFluOBij8avg1ViNwAvB7vrvakC8RnCeex8FOlZwqGPVtpH4v+dQVrhgcJjqqBCmNDYKQutFzDbFiKFsMF9b2Q/SuT7i4xAHUcqB6Q4IpRe+U3M8s2sSamtVD0RKhGTZG1y101DRoYFkURDS4U9PuMsvi8isvVP6AHvN078xlIqrs6BnWeTA5HE/uvOmgKUCDvwEpqlW4HfjzOqNLKu5CQ94Mn+tu5ChBqQUDOsc9YCHRu8kzhnvg8c0Z2HcgQEkzBdMNqFuWSxzPoan7OmiiUmQuJGRmKjdFFFk1p0KAPvtzT4FWBF35/jPULC5K0PpXmxS5DrH9pjfnjWG4HnfvJKK7AaDjmLyYQ61BBFCdhSeDAzGw5ut5pN8+MQQjX2quAV+AqU+V27DJg32yaIRwdGPb5c3Kdi7Mrw/gVMkHRWpylK4WFqrv6uUqxziP60LNefCYajg4pgtbY9MUaNMCXZRcFNLho8NiWIXZkgsVY1mEi9c8ttFJZVnjeC24CD3txV9muZTiOC2tyG5VSAKLIcG4Js0X+ECNwG06AXZr2ZcgeZyFILBrAPyg28DfGwLPS8VjnxcTY9q77evx6FmpKJSuws6ybVeoE6PsFe0eat96gQYNXAVyqvBAVS9aZT2MVfXVrsY6PpCWEr0Px+hakjO3wDjAvBqZfC66YxVqnHWGUU1VuMx2E55nyr+TSZRsQPSEKRD1j9IYXA48OAruIrTq3t4uHcV4OQL8U1oIi4eqqodB+lwTVz1F6gwINZ5VwdVoDSewsgn+8827QoMEFQbcMtTZdqMK/bsX6DSwGUhUtjXqrHETYozcNOl+Lh6QzQnAoNRsjwQfoMlstaxlZ0Ak2WkUXMxz6Dm3frC/h8Ux4CikFVUsBmjSg+lBJeXFMWkQd6AYPlobdP5tYgOUFfkpWqpOV0r7Sr0KhjUAINO8qTF1gvEGDBhcNjFLkNoBXi27CNy6L1YeImrhI4SIQH/VjMPs/ng/nywlgUz/X8PUz1cB4UPnsIkewd8CrjlDAOTV/p+v4cRzvXwagUp5u69JkIXYAt+RfMjsYrD3MHLhZiF5djKy0CeV+WJscqjkqlNOSkbmKurg11Xq2nKkD6Vmr+mNMiQa1QYMGrwDoqOTDtDyBeJnq3cuAORcVDnEKvh70c6lygo7Y4C0syMhpGG+KgphyJGSiDpYqoOejFOizbjXBgdicuyng29ZolgPA2RoEkLCXAXIwV5NsK9HLaBLqOFcXGTUyUqYUaw0oSjl2nfdWmFlEy7XOqhoaRNHfSjWjQYMGrwAQKHGZeamVBcc33PVWdQFdBOOvO+rVWVZ4gP/vQ6DXx6crEJVlHHOX9li9/FG2Jx+L68CRY9xFXgrwe7qpypPlI4HxZaACuUVRwj4vBAIQ7sEhlcbwV3K9wLd/a7xqdbm0SKtsk4xTWv3oeiF6pweCY8q+4QYNGlwg8KxO0VucweVzbkOFb+m1ZgDLNMLDDrR+O6hvlgoszpNj1Aa7vUfqEuRaU1F4v5Zp0YH5mQpqmIx1EXD+rHQOZLC2tMBhSkbXHrN25XF+X7oWeUDtn+MHfdE51hDctCdQY2WD0iGMw73oGX+z4Op/adDgVcGVK//lSqCEKyh3uZh9AYAJKRkwIyOhmhY4iNzF7RuYBakrqcCawmY4M3Aks4JDtaIyNqPIouvknk0WtWBIIiuQqOkdf6bVvYIgqwppo4SCvFbA5l65Eo6qQYMfIMxGSSxnbNMHxlQKvI4PrOagtrhcfXG9CUdzzwazQSKj4QX1pBSjt4wRIXbOFtUXThs0aPCdw8Gg+8NawwHdXPVidwJKcnwErNmTnY31V3dVWHDlzxA/fosGoc5eI7qfxqEps60+ASzW0EXCqnEHaPciQdbua5+FW2kFLFatAQKUweHU0GvaIhsLSA0aNDgfIJ7zyqpTrGItQSx4PkPCa2mVHyI6v/DnYXowHPEmcRTDZ9Kj+THinmsLUGNo3BWgWNSnw/qaYme2B4upHSxqN+/OTntPKMLKYgfPq571ZcswF7VG1ldd0iI6War3ay2wqJ1LLDVo0ODMgDhvyKAFOcM+UHjwz9aW3DylZwyfeTR4aY9gXQiv9sMkq8mlPGcffjYdkUSAWsY/IhG6FBCzsieLgqcezPF1p3ukfywO6N3s7cOYj/2kiWKq58uX+OZZmPJPjqvO1pD31pWWRA8GNWjQ4KKAIR5fBYoFR9fBk+GDwVA/fVgUn6U7WugZe9CJlBNVvZuFcdyoeyBuBup37VXP1+hd0gvbUwAi/BcOPRx9fOv6wLvMdM2ddyG61I0xDI3udU6yFiY/0KNhyFfFGmYV4vHJuU6ftm8NGjRYClj0C3yRgjQsz9lFmaejJ1iEVRimZ+cIsgcHdUSAxOflEOcpJONpMmNGKh7t/CghlYATxacVSLV3CqxT9Ko8C2QxanbJoIIpJ/RSfLqcTzRWmhUEQX2pOnTKvjVo0GAZwKN5mdVrvQrQ9B6AhBOEfQmVOb4gxhh/ByI3ldxFrrfT7K73VdYWg3+M0sHi4HUp+C0vvfPrMX3T8nr1H8Cot2ouoHPTs05rkUtEJIxvAvSS3weLqgr/as2qRz27DRo0OCMgUFpwvay/FnlyLKGKXAdbC6HiQzXFkY/mf1HXh449Vs3Yqr/gKDDT6rkz6mUNRMC7wH2Ua4uVGtASuVbQabNXFKKDSqqMy8i8v5uBg7yiybfNuPm8/CAkoG/D0bcEFnxoDRo0OB3wIp9XkjxULEeueS1hUkzTr30rJ9T7T4x54JW4ACK9KOk4v9CJEtMrZ+pbrgUOKpuAWYewQCVFFpx+2yn2Gaz1qG6qhqimCj6LEee97tb2h12o6ygwCvTQgQGAqlTM8MMhpZJp0KDBmQDLKhZS5y8QZixY9foNV3dzdrL0ET5A9dfAlIdpP/FyIiiSgaDOY6/+AWZryD9x64MbvaDpI0V6UukawHoXWUmgHbXNCOVlmjo4UrWuLnFIR1AsA4wEfalTMEHd4fFm3Kkzj0fPtTZo0OB0ELcztOzKYvVLo5SQ6pu2ZfmBNNJ7U46IjHQHI7AAhTpHhowFEGeyAhphXGS/YNWjTp1RQ21/NP9ymSMh3I1NRDV2SEfUCQ+UDziywVDmaKncM9TzVMSnCJBLa/VUS1zq80VFYgTfAS+DWFuRTN6OatCgwenBq8eL1KuM70023byySMsiFKB0hP8L39lzHUd5kRmIqsbyJPoDyurJvyMufI2HGZMO+ebARZf5lgFFrTzTT/XkiFDXbybMRwfHHJV8pg9n7nlxAVCbQKDYvR2HwKFUJXknpJOe5P352oBxOdISHjZo0OB04FMv51hlSFnw+ooFOq3eWMdnU/RCZCTj5R6tXK3LeAXlzm1FXUdAXBbrPETtf5Yvdz4iqHdCj4EgcrJLOjFUlywJKuQLX3Qqnb2pACS7WSa8VJrvhOZ/tio4q/xT6vPNinMvjSXE+S+TXlPYjkKxuXmrDRo0OB1wEfkUymtOL6fDLs9RuTeEK2R316d4eWp5JBaep8evXkU17Z/jLYDxZDTszqEB/WjpKOCtVMRkaHCtgsqOqi8g7vVmvTaQZpQvNOI3Hcoj9Z4HlM/iOEUZwCFB+xTRpeEKIFlRewJsFLwmOzLr1/nf9IE2+E5gwUfXYBnMxBWvFWDhYPGgfdh5NZ4XwbA26+VEvi7E1ctuqsBo2apTf2smZPNtCiM/83Y0ID5y2Bmw4CGU5XAwjleWngbwIZVnHnvKkzzNH1fuuAA7guFLh6+U1NJeuOH6ty58g2DlDucgBgZV0UL/AmbYjEeRAB0XJnuiDV4t3Lu9EViD44EXhY6a9N8jYNXgPE1rzSGGkFhLaDOCsP7vKgyx3mcuYiWACnrNosEo85m3eYOzgPPNci2PUOMngAW3r9GZoz+D4VhBLaF4LzW6a+3iZosfNyJ8ymuswAG+LSTDX+aZtBTIlwyffATUI9xD1ZmuR75s2+C7gRvvH/ys+jQaHAmY9PH+39cNuH6mcbney80LdzLVNarS5ll3kp/9Qo+C8G72aWXKS8fX03o/1FgEqNs/yAiIq3AGetfOQ10coL/Zr+rDQs1JRWGu4SBQa1SGQrl9URH29cj4wzpAPRfmPDW7qu4Fp1ipgd5xOiwhMg12rWzwymHj+WD4P7ai0OBYUET0egJiOXkXJDyx4utZEPNxTYWTQVYvWEDnjRZFcujrdIGH0y3cCGeOHwxewYsoE+J1+AxdtmimSWcGRmxhi7/1GPM3J4q9fLkTjg2euLv9jO+EucabSSMyFO9oUTLOQcRXQu8k/pgRiBbZ+1WD3I28gc+Vk5umFzrLBq8ANt6fDP/umE+xQcLk+FO+7wPoYeDvwlvxF638P7dcfPIxC06rKhKvDAZaYDju33twNVrycV2uF84tBv7qOJ9fHs2eNY7Q0LlqzwowlLYYAY54JRCfFpqY/URWuVvEpSUwHo44dNE6PzbJkEzsMEplXgPkSUD/el6BWarsKek/RU6oHFxOqbHMykhBGrx6uPH+YPg8P5cGP0DgYuLtSS8Z/qt4f/Hww11w5a0m8TcPM3cbePe1fwJsPhxACp4kTIE4rzzy3zlnfsiB0ulvefZuRi8FBmkSHNf22e7qQhxQdYCvsUH37Yfo7vS0svUgQNz+y/dtweat6e6b0KGboDNO0ODFCNpi8YN9KKOcPyVh6087Mg3OCjt3B1vv9z+6Bj84mPKPHBGjjBnkcBmX9cMYKNAK+h843/Dcc3ajA8SR1dIGxOrtrp6dZM74MUMYn/WvbBMop1/lx9aKU13EduyP2l/k0W7UWf2ehA858xWJOPwzthwm95RyKYuza9kDwKNPdCYPBQ9Zb+AqsLkYLurKmqWX9BtRqQQRhPaeuGnwKmH3o8HO+8s+xQY/AOADu90vJbRwuhW26CxTS7lHr/8XHCbgTxEh6u+BAwpS4MRThpHk3NMvvELXb8JJYL4VC4DvJkSmWLhcvJNjweG/HhbwZdSM/RxX8iY5RHBQIP2WQzE4yGwqeo2RjuH12LKigPiWEKSMM4uobialEYJeqfxgOTQbvGr404fwgIE3+IGBVgmCv1g0Tqql019pggXXsOpoQ7eNdesWIVIy5rzdCS4AvhKoXcxC0N0Nn1szBEQwSC/lYYjBSgAP5sJi92qcQmACpd7jf9SGsRzDyi6hIIAY+cgEUcPcD29KKfR5pTH60OA7gKdPBzfuBl7gwe7T7e09wt3tp7v3gtrg9QItbl0B9BrVjc+ycHxBfwYW0KpFynvHKUI7Dpjml2LtMufgu1q6i3wETyMnvI7Hu8+MjPkW+uwgxatnq6uR4N+OIJM9XR6N8Rz61rXohNQtQ6tT4+76ZkEKJKXmzF3LnBeiyJGD3ODiAB5w98PABTt3X/zj/SePtncIj7afXHtx9fmnwWvw+gDWC3YGEFo5RLpghXdduwVl0ItfZqC6OwEVLk1HJLoexTXoP7LoPRKz5E6o4AjWdwC8EIoxQNt9vY+PQpYOymFWdzAE1HCUF48McQjVCYRh5ZYSeKRzaOx2q5vaCJlLEFegX0lAGcM+txva7lczkIiqG7xy+CU8YDkL3n2y/uLR7MOBD57urX/yFB/UG7z7S3+O/L3tXEQIeNAqxX9el7qopXwCNxXLCRzsJU7sALqdO4hFTG17AUL192+Vdl5JA4VhWB6sgu0o5R5A2Lubw0tpyGDJfTkuhawbUNdYH5aZoJ2QhytnZMxAKm9XAMDoOoxwGfHucIQNGGyAVmxxANl1xoskMUH1KsEC8QwCCfn7wBzF6hZ6VseOVKWey2RTjBU+quBfWTX4TuCjPzEMJOzuXdvtPoQaJrtPfrFr1BPxTUsx9TUyR0t9NylgjNAMS57P/6FZvP/LhevPjilWqegsgIPYQmVQgPLqGNe6bs/CZHQN65xy2nyZT/eHISnnQhXI+VYwEHkGA3Ov4e4G5oErceVhlgVqYed2GmA0ZueUivO1T3gDmB6Pz2yik9F+3ukVH40mgcEh7wEfTHm+PKS3wkktZdxTRoTxExae7JIsHoQnHlENYn4WYOm2eQUeC4HGsYB12A4hBbIr5fNVtZWZBq8SPtwdPH13MLh3be+oHwePbu/t4qsKX5f8OSSRNwZHgVPW91vPaOOicBb4phSEN7zgNdUtTP20/gDhDFYuPIDuvR7QRWL9WW844dmsox3d+zxAAAQx9onnwXCkjIjAZeSk12XR4AG0IcyHRUCANT4OzHe0SI2N4TmkMjaM7TGRr4qBoipXtTAQZRWx84ojUV5JW5LSlDI2GLma4QpsTWUVzUDDgWB8+B4aeEO+TBAfHHCIcXDIVgfAAZ8j5fbJGEeTElM/wYhENUQFtMXf91GOJTSJA+HlERcGw/+X6C1dWzg3+TQ5xeJAxUmHWBwjBA9e19+e//jgb3YGHz16cvmzKC6De/ev7WDSADy73hwcqYsmiGbCd49nQZC4ykgeMDtgYQtBDsEtD+gVKAsAJbUr7oPAt3DQDyKpCCqLUDIjxKMUmPdkRcFFxGbcDpwsTLnrUBblHsOHNwLbN3zJ40EZjYMReOruVkgRHjz4Zmv48psNoGkIfHWcSoXIcleicedI4aLkzQy6Mii/VvxYHQ0KI8ckYCHGcrpDkMI/goqvowbfCby/s3M1znCPhN1fXN27zk3JHPrjpe9d/zgTIdwim0G/Q/r1y2jQO3vvqE0uqHGUcHsl+/He3+797WXjTv6W0pct4f5gZx5K1/82LCL5qQgAUqQKFEdRloYVtctM0qOYBZVVpMI7zm3a/F6Ko+wAWrWpIDnTnnR0E31Fw7G/o0pCVbzL1/9WWAjffAeMd66/Y5IEWAPGEz1MoobC+qFrsyR+fP1muVJnD8awsSsRKl8ozwZOqCi6Fcgrhko61AnDTzjYFgV+J3B5L5Dj4NqljwGYOQl7kQt+nHSi4lTsi7J9WjrQd4xhLX+MRfnxx9dJgDSlWIbAT6/v/RSMokiXJRyi7/yUOCiQoi6reedvwwoOuA7RqHwdPupjOBLuQGQQ659lSkvVlCiiBKus8J3raATJBAnRGnASXavVbAw2hbEFmUoPothZRdoNOhucfAojBfv6TfZMIhgB5m6rBGmHA8d+cHzUZ6Bhku0DTqPiBOQwKqUsdmQowiBOmO2ySrDGi6SV18NJMC9HFuix6hsds9EeypMWAn5H8Mnco4BL4dH6zXdu7t1EcjkRpIH/iOg/jTL2j5mS9o7Sk9u4GPplN8B7NosMkD8W4oT4xy5B7qdsLnbakr3Si8vSlJmo1DWKhxRMk9QaGZVdEbyzSAWnZtoAj+TIUCekqkqZaaCdPoX6eB7Ys+A9MTe0M4G4LjgsmWsO8Z9mx7Kmyzc1UGFIRBbCxmVTLcw6RFOmzu3d3HiZPqy+T17iOIAvZgaOgw8rukQdoxIPnYPK6fHK45xnbHDRMNw7yelvws76VX72mgdEMAuE4ugKPwZ6UOodXGZdiYUKfRV0pFH27gxJrEQeRshEpsVJkACJkZe9l4eiEhyXlbogxCWQLViLA1eOw3tXNgECthcHXXNdjt02l+1KUq9HFF1JoapcDmqVEnYLdlM3EuVi20FKD1k3zC6Hvs0Kf+feN3VIZ+ANm3KPeibOA/Tfkl25yoQQr3xjg1cJoxeneyvggxfwgAZPjXn4gdOXiS+EV9yWs0Ixd3Wp4YpxysrlARbABfdB0LOZhcUVLaTCAy+AhVaXw6xEKd/YGOZzkZWzYtCm6E2g+9QBEOEt5AomLNnnhefLkE9+sl0FfNUw2TvtW1FH/3i1wE04QybGE/sB0w2mFUJHTlRYwc9UZ+BzdJUKPVPvuZkkSkViapSISTUUdsAC1SwK6oL4OESr9z50NGY9tlhRQ+ABREqhBhGLkgB5TSWeLECwzIstyVl0YRZmlLzNCFcMZ5dv3tiC/5qN0vIs1vRyryMBGrUL1M3jAMeGHYFPeLZT4FcLt09z/mvYWo/58EZAdrPr7uvZ8QWtqps+yz6qEz35owR7sFDwaO0T2xacTvqEcB6jN6/CAeJktwRp4bpKUKhHJruzYQJkQavOgq1ljXB2wQUN1vm8YYNXBncfBXIa2F2/dDU37gRjPzJ6HPVOyEJP9pT0aq/JPfma0CP296JbSvPbzI6t0InfNENQyZStQnOrd+r36f1Sb68Lvc1GKlPYnHmf3brMWFeMLBm9MnZsqsWou19v3gtekDxUJLzAKTAXRLnM52CvF7R1f1OSMOfQoNWPEtNA9bh0g1cCT58HcjrYviT4a2d9APEHTF8mvRiWSV8U/WxAU2luoWVRKvK8RII5wS+F92YUSjER5jMyy6CIWj5R7zhMLmCiD0KVSzbLFSwjMSlIQF82Ssj69ISrlz7diGhPLguonFvv+WiSey7QD7f0Sfq1oTBni/1hg4uGnZM+/zcLe3f+GqvgvUt/rR1IYCqAwf0HStduFvGaqnJNWmbjBHTW4XqYBJ9bKXgXJbS6vaeNw9rKQs0MrFKWnYAisg0QrZTBhrAUvId+pVDSwg0DfWnzhQc7uN47jGQhZndlEmIPXloxO1WYm1yEe2VKWD60tQdGVTdSSdgTGkgYV6HbLWDtm3/ayHDOl/p0yW424htNMgqUMOQqiXB1M2GiXV7wXs0/6DUAfHL6C4CGrXUtlrL3ClHOo97ro97ro97ro97ro97ro97ro97ro8qcVKjp3k2ZKcdR7/VR7/XBLHKhAmNBUqFQMkXinQkzoZGLk8ReoUcxHpRyiDRHTgLTyL3H0WEqRNYR8yh7kCKtDM7sTGZIthz2TQhKVzaSYFruzuNIrEYJQHJ37kRIl1+9tTHMBwD57AtfqRDOqufQUBjzJ8R8K0TH6oV5uhvcgf3qQRrvMxtcEOxeC+T08HzFUwDw3pdlXlRTBckPjZ60yJl1098QfTVTIOT0dQZScYG+d+lbE7Jy1tendKkYRgrVeZDrgg+kRAwFCz72L8NyUMpRJUhLAUdkQS6lklbEOJghqTKhJetB0pD32S6FGQGxLFXmvblUAChLHT14RlOhA5SLVHAju8EIMM9Q4aX4/N/cNb/ivob0kSzZ9VkvQ0i/enExtEuBrwZO+QRgDcOVb9/bf+/L9+58+R6CwS+FiwL8y0ugfntpHcv/9aartM/JLDLFVi6tk0wc3mgFDgwI1UNkHZrfYrNuKC2rE6Yu3UEhlbNKmMXAWbPYZl30fySGfdR/KWtAHTSoylN3nzUAQ5kmreFcldOM+iEbUA4udRKVDZmU8xUvKCXP5hBzL6QNPCU4bGK5aWSrs91oRmU0wlSKGmwbJI01SUyNqMx0bXU5VVBnisYQuAB6aO/HISJTVsA2gebmlk6aTrtsVYgKiTmR3NBCfum9Tzf4TrGEsV8q638Rqd1gifX0ghnkZJbHpUOyf7u3Cv30ZtbaXIOLgTPeATE8WsV6uXPpvfX1O++tIwe+/x5Sllwgg9idS9++nnSWQPoSzccSgASSLyWEtUlxFqgMUelcgiStcGePkUppWZ1UpKj8IDagGjEycKAANlDZZpVYYrKF5D0saCGkiySrwqhP61iH0KNJEUgnC4llecgIO8JCSLENFJAiu69mqDbZU0dDXbVTxUOGg91QNRoljSK/QcjJbkFWvYUTQe88SO/xW4IiKEgUI8+UBWlRCDQVKa82ltpQtqKkqYZhc43ZHVZIjKhJl96jou2pl+zPlzRgKQmzUaCoYjZSreJuinTUSTXg0reiqbZLl7prgAa6Kf0vOyDOhQm1kP9mxMyZoI+vgCEgTJzhwUBlrsHFwP96rm+V9ZWVb7Fe73DV3rm0sv4t5hAImBvr6yuYM98iv7NOEW3fJx2uhF/nYIiMb3RQyLjzJTGufFDfA1MLN3QhoVw4TQhRf7WhIistqFOZq1inzkoQUPdKFLgBg8TKJRphkxSI3GEAQmOgsBzZlzBnu99SFGGIjFN+BRlMs34nNEVpIKgQLgA4ewbBO1+uuCewA0GbCgI3No4HSHfgXMQXhZVoqxRkl5JsYLeBAnqR/1aDRBWZ65Sl7naKdgfjSOvUVKeIqoYY/RW0SCoYUkw49z9sxVDZZpC/3V9Hb7O+Fajhsy9sCMsaxDQOpK+4BUxpyXrgwQabwGmOT1DThO2orgEGIFzLh5e75dUX4V1h3gpGAFivQOIzVwIBQdC7qBtcKDx9EsjZYHsV3oYnwlgc366sOH7gDHpv5c4KaZjO2CHy7bcows18X3TMW9JXvsSEJxHoHXKgACALwvAFUr7DDnwLI1g6mPdQ8AqCrRWgsLUPG8Cx2lZIxy6XZj0WYUIKogpHiW35FrhGSgXIqWY0VjzLE7uDukXBiK7AYXI9EoUC5NENiWIZevApi2aBhTaqZe6fmhdad2QONGmxVtigFRoHRjtqozDm0nUqilA0GtVDCwV0EIh6x4EFRRJgcQfLeqDJZ6tlFOA4mYqmsXNMSIEM2sbOoyfRSZhmbbYl6egJlbmRzhrRL3wOlPPoox4YcRc5Mt+i5yTCyB3MBPMhDJvwahgxjqKkWaMymIcQUHI5fWiWJpj7c72xUf1tnKE6AS6s3mtddL9YPwImdUY9gkCdHPdukmR02ODC4My3gA1bmDwAzg+tdaAocsaIximEGYgS3Qdn4PdCB8PNXMHXutYcViOnMBmUsOeAZ6ABzXfEOlxawMIaEfVLiwarBC6FFmWAxlmP1FUj17HEQoItgBlLoyYI0iCFXDOWIO1AnobBIEvSrIYNhDJrly10A+sXHBJZPXHaM7AJDH2AshZW6aarPVy4lKUt2oSVL2VH40GJONgAF2QfSx4pF78G0ebdNUrIGr5Z3AtSGfQBc6/ZJfZMIxi1wZeyo2yY2iRZ8tw2JqqcQylV1kdBWqYkgzHTWTWHQx7flt1U6kOAh0v4ksOHwyFUHeSTQQorAUGdcLdgyMPEr0FYgEOkBCXJAW195dOtoa/7dVD99VzHqKO38Gt8IzYzFQQuOwjsXCbEeQOZ7NpKg/PCaD2QswLnD49IPQkD49e11pfmDAHZ90UnkN6HYASAz7hjHmRRwFXAjPZhPSuooKbMcwNkhb5OWa9O4UsVA7R+A09YoFPbLaUZOVI7WwuNLuilIM2LzUSDHrBQh45OWj3VyMOnFcVu1E2MsV8MMZiAkCpmlkEn0BetSjM26mLXgfX4JUgP4ucb9HOFWQVzB90lQf8h8awFl/uX/CbDMYLCykqDc8Pu+c6AeQ4cE6FBgzcUPt3AuWzfV/EfTYqnKgi9Gv/EzyGfMDu62v0F7j/jyxBQd0QI4NbCDc4J/6/znQEPBjv+0qcbXAW6untbeA0fUW64czmKNSzznqDvDXZWVy4PXvKSToEj5BfCDL0qEl10rKze2RjgJGkWOn4ign7J4LLSwuLYODFxdWVv2u8awRwA78zfJ1KgWAoUSZI6lolRZpaHAdjl8bBEaShq71eW4swtUUgdkhACM59T6iR3bzpcNxYpIPh96HEXQChVe0choq7tTR/0AzczAUY8BFKSfmH3Icma1bmz7MMFwf6CCFDhXZcE0BNOp7y01ymE4xwVF8cLggwf/cMRUmtPyLsgry4GXPRmwh83rPe/uM4AmAqrqyv7MZf2h/c8r0DLfTskr9VEC0GllMvu7eZgZ2X1xfDB+mpNZtLtz7cuLaRrz827k/0oVQ2u8ucPXpC5M7gqkd6uzQlEXTYx0bLHRvz51ougBanb3LXnW3Vd0ZjV2xyuq4XM3Zt2Sqm50E2Wd1aAXcNiBnaKFvaL4ctL4igRb6YytaHkmWHrsmp/vnWZuTuT5KyVOSkvhlvraWhWxrs+F1Fclub8ri0yIcwDEYVl1MYult0b9icvNdaXzcfmvesht7LLlnLjFus6ppIoK7c2DmYcR7grZjoVDi+ojP92Wfmwcp1vnDd/mYmv64OhGjxy+K7VBhcDZ/4ZcAfXVvEd6fmADc7uksrVtj24u7b64ilFZziYPrOUglwe7Kwh5wRLEosF5T4drEcxMmwF0SbzXSJuh9U5sMEB/en+xuQSKQu1sEXWbeAEs8hwQ2llgtGYIZeiuoavoKBqC+bu4NFaPTQ1Uvb96eCSRJgwB4bDjKQwMRYlLVpuxbory5K3zmSWqi2KzFwV/VexwCTxFBVb5aSl10HBMkGaYYvCLQwxWzO6slakvLMa4zxspihi2/dY769yWvW3qjpsqRVIoQc5xV3mPhsBdg+2IFccl3d55eym/ddDd7pjP+RiYUUmCyIyqqbPbHBeeHjeS4ADrh5MSSVIdwaDbUxNTUKSsa9tD7bBRoaQznJIJIMsER3iCdZWL492EjVPuATW9qM8HPyC5aDDFlZioiZbuegCYamgJGMPezDH0s74ElYJlUimDCFz6XIVJU4ZmKRKMoO3BouXRGOZbQtGSdUDo2yDlVYxilIjmtYKCgy1MZNxlNRSsaBCGTGE2XRoXv4tMqBSp3VzWZnsqFOkqT8pFCWC8jTJWuMToJyoVsjC5adESHPfjFe7s6BXyerqH5Vq0Nn2oJaWwKDNm2pOIBzJUg5FQ4y1aNVGlT+Sr1EyH6QUjZIILjDTaJm1snqLb4Pp/FgvwCMZB2jdFb9ZD1adhY35b87CLNL9OUj+qxIJcZO4wblhO09Pzw5PD7lw8D24hvTyYPvlZ8g5Q71j2x48Z746GqzDr23hU96G7D6xEVwjQpCHmDAvr3FO7XOx7PPC5ENEgMh39jcGt/+AWT1+ub8SypyMMO3odQfo3sswhZm8j/pIvk865X+LtUL+06hzSHccFGuCQ16YW90Y3IfYI8YY0Ua2ilWWeromo41PMRuBolEhvoY28/GibU3ZnbWVf4CPWVnbQsS28fA5pP+0yi7urEWVq+BDHVrMVj4RFSgbidamOVSBwcmmZ3M5PmDe1isd0evV0o9sDqpmpTtbA/7vCxj7lx+G7Nq+ToDRMJuFcFR2O/vObqFMcVexhzZwIIYPSxtkFn37BIPCz2M162OLMVjmuucEdGODk2GVmbqpZnKY2B8Mk9tAU6iftfFjz66W7mSLEJNtyfzOmtuS77fc6SZDr60YAle6v4JWS5FDy9YSVjDmUbf8KQp0kWYylTCdLNq7unLrzw/6J6UwWCB84XDAv4lPx1gL1AVOmP6DLnycJuJH+8LhpD0MeHFwpjeh9mHXEwUuDcnDwfpDLF06FFIYhjD0u6vyQyxhT8PBQ6wqf6wPNWUFd1MPYSRhBxpI7kNmde020hehwjkIki1gznsRmw79Fy5eWlvRfHtI18t8be1mGkjKfkiw2jCHCJC55Ls2qmVZz9oazucFaDJ9CQELtGvHzgDra3A/Grh6D6Elu3Wp2L6irrlD9w4RI7MBI3qttTW/nGK96taO1gTiF0A0uW7uAyDrv2CRvS6MHGt+AoJtD2h2S7VlZfFGDAi77evdJxXjieYauTTbhjDbjVupDxWsznIxX9CNu+jyH1ZfoMulZg0T+7OOQx1md+thN3m9mO9a1JlnbRhQwXC/k+i3te5uYJpVaB13zS8Foi7wYLvJVSqJP9D9Abt1D+FZ/dL72oPJBZKll8SE7+pEBZLXxUAeo8Eo/0GOkG+Wzt8Mm9WvosEZ4ZyPQRPuedpwUq/tD3cPrw2ec8JohpjKCPBwde1wd3Afsc7dwyufDMbraxuD54dXcAa+DvpTyGFiIibg1NoevLx8CK3P1g4vI1kdPcBXLpYFTtbuHh7eHowx3/8AwUO4sf0ra4dYjk/3ZUr1rh2uHR6+2EEzXgy2WIInUE4jdw/XEGAhHDAnJQg2d0gpeI9Hg5f7ai3XnxtW1VM1GSgaQbTjYykjPHlxZXU43oddNHyddse0uLuK5flyFY3bQZPUA/jjHQzQ9uA+0mzIKszB+6C162v3BuP7hxgT9u7F4MEqergavddVB9QFwuHaJfQ6+7GGfqDA1oPw/BBN3LkCbdS0gUag9fc5XGFmdVzaTnuHl1EndKC9X8Q5rmsc2DJsOWQg4HO6R7ntwdZK1vcncNghVbrjnm8humK1mCrI0OVVnESUmjFMq/8wyTZY3cPKcQB5cv/wBczjY5H5/KjXcmBhXgPL7RrGBSJXJIHWlrbuHO5Pq4/KraZXU2uZ/QEYNk5t0twNJwIw4P1M3F+7saEffkzzit2Me0tnpj+KEzbjvSxv56gE1jqRA/4nCLy3pZQi3pypo8HZYC++/84B+JYlHCLDBLyLNb2DeQkXtXqIaYRFe/icVMzEp4P7LyZPMTWvQO4XOHfGOriLufx0cI0TeWfwCeXpFLAODn8BN3R4dbxDq9cOL0GcKqoE851zn5fY1te+xkTfwco8fIhA8xC1ulLEjYdrQzQOpa9Hw31W9osxa/8vjEhHw3VKrVLCCmgyzGFOoyHgHaJwVa1VGynU1YMDvopNvsZeUWhncB98LryHaJ8d0SHW3DpSWkT1iACv3EOL6TYuHSL4AYdVSgfknQdqC5rMfqk62EN1NEcUwCZDTEtvCCtQpldX89Gg+4NdYFTn2D3kMN0dPH+BIJPyW/uHlyY7GEesdtgjF6tYTbjf9Y1tXzt8MX5KgwjUIL7C2ksVDzVsKEZVoL4YbbAhlyAFClwMaPji2uf3FLkYGI6Bew4K9uxyr2a2G0OkNkgKlXAc4M+jaWhzeDiNAwXQImmRBl3VBs7q6ClbSFQSMVs08L1Ko9Vra1+zuRrbr4lA0e13avfHVpEUrRPp1k5GbFPEbpOM1QJQkjfrklkHCJA+L/hJVfyM/FAEBpbrCGq7FXwh8IJnT+cETB9MBWz8lse6uEfn8D+/5tzDrEEGj6XC1mA/zjwGg0e+0AX4LSJAfVNLTPP7M5p7wbXM5Aon/DYigqIM10Z/hihiwpV8jY6RIeP/78ohJvjq4ZMtSj1FcLA12KJ7iryrvcfZY+PWDr+mOVreYbY6mnStZYU8bYp62GQqI1Z93qFPPmGVdNBPD7dEjADvcPXeCC4VDmJ/7d4EzoS20TVEuBJAm6+hisuDR1eo735dAQ3mOCyPOKSQJQ9GX9xDk4HtD2n1EIEehg+s0msaBaG0/umLyQY81+oYjuwyBhSG4VDYZXQc8TMq6/r2aG0LQ11pP7ovFj/K2YGlk2FLDxHOfnYFrdS4DfZfTLboHxC5ozMQ4ieKSCu4qpaj+RAf9dP/cg2fRtR8TwOPYcJUUZ/0wXTDjqbpM1P8KfNrTzbcIlQuGh0gBxb4xmesfC3brFHnh8G2Vt2t2+VeIsOwIv+fq5pPJpumXAQkfyB7/3D/xr36bztmfqyGwI5v/wufqMCt/k9gQSiIHK6UMEmzIzk7JRPfVfZvjRucF9Z7n9XZgHPde1yGYoiQNBxYwnc5aV6MXq7eD4nBw4I9ZQxFPgItKiD2wDf46uE6I0AlVxAs8Fu9U5EcpiC/8EnnVz30MamJxAUgTvHDaxsKF5xXdYKyNfiMC/S2cuopnEHOQOTwDyhU8uxHVU/XZKJUR6BFT4HWbqP/DA1B/RpGuHgU/TA1pkDlHxkvMiqBMiS29u9SB0z3iwEnq0O8SnOsA5ZoTE3GsByW8FLeMXu9dvj/lvpaN9YQ2V5b5V0lRNL8MqFhqsooA0n2DWFWVMa2F+1HdOiU7A/s7Q05cCh/DRtXaZvj9vX/ZI9YH74ZMPLsEEM2cYGqaarWXb6vUV3NmsGUINrgJqJchl3joMFK812LqAXWaLLOtkAGH4M+zKrNHhbx/VF1lfLTVm2M7XBATAXGd/+T2P/UzOJ0/oMKZJItpZm3wQwZvFWnqAwI+aJTidCL9d6KAKCsYsikd6sy3/5SfmvM382BNsZZ8YyVBmeAU/8d8Dzw7NLfkuVuBq+naAJx0pTQbgOTDov6/7qClXblCqagMHzR8nwS/H9A5MFZFV/w+iK/jG9rxBuD3cETRXqhIjmcLI4GK8ji1HR38Fzf1y8GEKZ90LBSeZqDL36y+b1PA4h/aAUU0A+vIFdbwxxDkCtfMyagDQhi59yv6sGhCA8LEuje4RVeuucpMPhw1zwFVlBLIww6thTaIMDBKTCvQ40QrjAQ8YrlMG0P7sMh8BIV7K6Ox4oAYY6nip05dg+5mvz16gRW1Vy25XL0+hF0Rgwzu7FmDC1AZMdadf7H1ava2BiGWfIaHBJX1mlTXLXPDOwuBjY6uPZi8ieMBiMsxVlZHz4P1ILP71OO1f4V3nxSm2lQXS6f3m9Uc0SAbAPFpB7jwGG/58AwzVcftcJ2mb/yYnIDMtcUx1YSh6tjBYmHLyY7iABp0x8VY1i2Wn1kkoj2Ql3l6TMyIzz1jdLa6o2N3l1g+75h+WmHefBadGYkdv4tgKJdSNcP7uLZQLpUSPlF0yP/TK5FgeeGa+e/CaKzHcwEJMPB/33lyhV+fR8i3mA8h11xEqbd1gBrHSLbh1+v7xr7+vDS7iUGePiKv7o78CUwxgpDTN67CBu+RgS4duVrUjA/U2Wd38s0jEhqmzN0hAzf+PrKX9PFQ10Y4uzl7QlfjnuK9Up5GcDk561crOArvDYJKxSWuTpWGTF2ZRvVw64eqDxSk19S+ynauQuvj5As+Y5g6Fw4CijCaTwcINSiba7TdcViV/ajB+jblgIdNdVX1r7umaO1GGg1+S6l3ndzGbG9GO2s+AIdr+ohQuLHgeG6yrFWHLR1GeqsFdXvYqgf8sos3D4rO+xVppC2aEMcAwpx6Gpg6QBz2KIqXlpk34DDnAwNNnhpgVV8fXVUc0FRxWvoMlrbq9nDROwTqc4Mu7oKh6vuwBeiWndaH1pUfnVM58YLgGgkCp4MGlU0WCPF6LmziRZJMaYVI9oFuz5PHywHUR9Y/43Q6QvHg4Pe3VyIIAakYEaHqeTHYyrRGRepM2GYBVWnvjrJpnitcg6YoqGBvmnwPJ/nODvs7vMLkvNjm+EHvs15zoSARHEDyHkW8kCXlvytdbecoSE4TCe8F1em4gt+sPN/4Qt8FxR8YSMAPMwT6LuMGFgpogLANXzbC57zapoWjGBrFUEn4X7mh9fMgt/zzZ/7a+Y4vrK5+4oA4aQmjE4ECBApgDDJxSuWBKBLWLCC+1fQTAHaESFbNjBGYLyC0IansRMGKgiLwhC928MBoj6wogesMc2xtYp8OJq82UrYY2wLuI8y64JNwTBrrXu7i28pxrwMFHdLP+gnsIwR/MBsjO2TjCiT0H1SO/AaAgT4MWzR+/uK1DVu9Kf7V3YfKHZkV9hocxlp6eqmuqgQEhF36SY+4RimycqaQz31uPsUWIPOFdAdm+8+agWYGDh8yTLIjU+8ajMcZbRV/Jx9bjW/qe5wMDTEqtX7H75mI3BGnJ8MyUgcxoq0zwiw/sVGeCWf55bLeAC9JRUfUxUtFr9T0QDV+bSBT0Er+EM9fnuM4UL8Fk+v39RgcvsCngPkIuKswXfpfUQnV/C9/HIf8QFcG+hf8yoWYGubQmuH65yauy8w/9e5kndx/vgUZ7gMGPydGjLD3zKouDS4h/VyeLjFmAwMqVymG0B9OI+l/4Y/vAaFrbv0n+T8I0vPcYaGuAzY3qHzyzBEFg1c6nHkrNaKuQwmLqGNlP/ssthQZz1D+L9oMgysQccoAtVoBxyNQjYEK7Z45fA5pu5d2IVthJOM8HSz8usrsAQBVI0TTbUfXAVlHK2sDlrXYmwQbGXNfhqRzaUDVVO3niPwBm6j0dsXa1fiXv8jXlS9d+XwisZxRzYY6l3iGLsy1MrK0OEy2FcO16kP8UtbrKIM7GUoR1WXeN2W48a4cz3rQzzHZjPs7Li+C4yu8FScIXrUDFtXqmFCnyxWDTvICk6zO9npXYRzNK872jxrUARK2OnaDFMer6vTDfTJH5VsYm7xYi3rw84bwFE362LKXGk0yRsKKJLH/wUu56T5Iw0+9kcYw8EU0nCMmLCL28KTheRMuGgoFxd5ZZG/APHfibDcd5rngJGa9UbCBfwUbhtfvJgNnKiczZjShzwP5gwxee0KLyaRhAgHbKK62EWMhV3EfiKJ6lgFB2jAmYAaE4/ikpJlskng2jFdQlQnXeJkrCqVDQpKhhQomhPW4IdQZA9QcHeAQyzYMnyIOPNKNhmWHiZKaYrzzIt1sDUZeLkdxKlDM1+jLCY5UL7GSE/PX3Ac2Fa3BJJsNgnuNzXQMrCpTONUZ1tFN1FVUVSFjKEYyoLD8ImyEGALKcArARJ2L1VTCOlDE881mKiUzSDLDQCmzl05/DriK4XOqgIMabBH6gQruK+4nh0hS92WXeRsvD5376RpHJBBvnRHHAFtQIeZavJOUuEHFwnHlDioGhB2llWyZUy6irXriDYnSWJK11ZX+Z8gPkud5nsAAdPqZu+Qdyzg5xApDns/Y5ML7B4QTBh3bq/zhZMRqpm58FdFnmcGtivQNw4+y7l0dnjCmePvR86HK3xKSrPD345IOMswwzBxwF5DoKTLLCCJxYtJ1zhBweXkYoq1QAPAvyaCSU9VrhDaEcN0TluUtEjBpjL4LH5tP0IBrnGJYDWADjvU0WJga9gSmUSuGhCYIQGwkXBUwUZTYeQQBhj3oMlqFMKKa6zElYNE61oY1KNJtAeOjW1A2QOFA7kwSNA0Pod11UQidDgCbCsPNdAM7mRRFKrGzGbb2GDq0qZ8JKVwzn1t9zLW+VM9/sLOsW71lFa9U4H1pWWNJpvoT+rKoTK4IeKrGgWpXQEdytzUI9Gu7fJLAfW5zeaTG3KSYpelo9Zo5GgXoE/I08k7o2uOChIKd935mr2Wjjk0jKbShkZDn6A+M1mS2a9BAcYeaiwxIDScI0wrKtsadlIkEBWYVPC1r29tIITiWoDbqlxJz6cdDA6mo+FkMIJkcYwR+kHSpKKsoNElcsbQm44PplModyGksgsJA0cX4kh/iDA67wuhMYn5xajZgYWBGYcJyLkcE4kJJxtZnGheW5RJMm897kmTygBQJC1ZyMgIRUWloL+UgyDVVSwFGld1iNC0Ha6C4ApXRVOlbK2IVBZPxtU2pFZkgnZw/YBkNsUhQ/mvEfZJCHU95NU/WWEFItEsu0J97KBSmRt5aEDpm8JJMDCOT1W/xox1hRIOtSwZ5EGFdlwDESjS40Xl6h80I+OO0z3BvtQkqMrYStVCSdrkRVS2TGNrQaEUICUP9EKpWhf21CsWVtd8mZL1qQ7SRJeqKl1llx9pbIINTSlTjIIQU4ehrjFS0yANvDPvSr2B4RK/DLDRsSGDUXVIrWORjac1Mc0DnePmCpUhyZ0QLSlUChgHxrfBOPDDae9yT0LnhVPNg/F0OIp/BqYTI4oAMG7vqhg/rEO0iH04gviQJ7xgDPlnc4ghweDWDxsbnAGufRbIWWGI2ZPfhQVFFMLZooQ0zEUufExLljSVjHLWMpzi7NfM4zc2Tio0Y8GnkOaxjNKgtVQNJ7pEaJ1zvjOLOEVkLatEYZbmuDhI9Mx3o4CbxgR2ldKeSWSrImBUZNjHlQUBBYNsDU1BkcuCRlyHhoJc5mw24gWqmUt9lg7XhsPndAZRmSQsxOpYrYW5Y5hyLDFW7ISaJkHiwQl1Hihu84H33ReSAIXGbNDK1IKsmyMJ1oUM9mWOI6La3A3RoEIz8CXU1kbnQzulPqpZLPjEbV9dprg7QRITsj3MLhFBw/jhswGyU5sHV0w1F8PApkY1FoeeKnbuTyPZopHDWoiwykhcZG6K6ihUlANHxrfBOASMqG0xjIZwb7yGJ084HB+MhsPhgVB4uQkcHV3blBgCvsn0ANIz/nQU/yEC1weuLgO+qVfvLgjO9a/AhEe5IvVFGyvFk1zThkXPFs17iSDDN7CmKci6ZsOcJkRILVLtFqEHIhU5xWkeaqDYGgWAi6O2qCmyBYs8tKFp1CdqKQqZh1pCkBXEOqI9VSa+qsAmkyRSmLwrh9kwVSxFVpAV2xBRVAgrzCno9pLJM3mNmxqBZrNlVIYQVSRFPeUuE9VYySjk6pFjqrFQ66/AeFwJM4XdYg20iRot74TyVEYRSqRRHhlFXbQYQx/2mZm0KSxjKEV1+CojMaqSlm0BBUTrUgS6ylwJKqOkWkcMiGgUyt6wbnUc5kFlu6hPLbWRlaKsqtkCkPTR+aMCA3JiAnGuOsSKAjEQtAvVTnUVlK3euIeQTOei5eR2FsDwXQs4O732L/42eCnIz836NpgAqXOyY54Tv6lnrxcD5z4HfqFpoHnKiaMvRc1ipJhsmCsk8EuW3+GedthAAnDeUpZU8lNegpIAAWV9QyuhLoWlIhJrooLtRtUSUJ0SoQAySqU0vv5tj0WIoToWpB47cFXPXItcZsSiIXOAsRqqQYSUjAukrGpJUzXArqAiNi82Cdhg12c1jeZkBrvKkFSVtBMDpyFAJjFqeeHLDciexVjJlcM6knGiOtQhirFVtG0GNjkH7moJUQmyBo4gxwDCyGxJTWDzaFT1QRoHGWGQKjITFpGIRTVKIVHTZUDViR0IdNwnW1dNLEf9rMytR1NVJhkU1qIOKrM0WkFGakqBRPeMLPUDuHtOQetRPKxKDeiNjQdDuCI4ps431WBXB8/HlGfCdlrdu/4Gk+k4nkQRh3c6YGru+h6YQ758mkJUtoHFlTY4GezlBZWzwQNdUOb3I6czpo5LXvko4/yIBE4zzTfOLbJBwASTqDbNTpvCwZlFjDNO8xEMIsyorvpog6JCaIcsSpOMVFxXW+Siaq4Ctlj1SUinkKqD9XNJXFFDwzArlCi11B7al2gUVSMNYlcCJdZKITaJ1ZBKSzEGxb5qlEGOg2Rlwu2gpGqgHVqIpoCfFQQOMZVhSi1jAe0FC9ogs28UCk2Zo5Y7p0FjJRSiPIk8WCdbZ3uSFAptMWAgLItESdcXyiSycmplKk3Lg8UmhTWi0Q8dtITPhkqqGgfbqd7IutXVJlDQIeIqswm0SjWJSJc8ChZTzjQb2D3Kc2dd4smUWsVKzVJbNYyQ4nOAOH0dj+b+HThAHmrKO8EQ4Dtjisvq+a7OH4K80KvxZrMvHuLwZUTeVO7fGG5wKnh0N5CzwVNdWOMi9TTSNNFcjYmMWSK2RCTAuUZakIC7hJRYfNNzXktCc1zGI4OKDjFJZE0yZevSgba44IQVGY6qWYoqzVNZiymay6LbojrFsiBXo+0rQ8JGA6ENN1AJBa3RtVAV8PC4sBKqiCh7qMkSECVZllgBUqrJUki488bIpR2VKRWd5UY51CMGa4n6pGatNMleqjbRoiWksRS2a1QZLaZl2RTD9ZEt7ytKZkWKKS8AsolAo3Pqqi1LlOOqVA3SRpJKtOThCVmgHFvycFCJopRkO4ixCW4MyZFRR5cEgwIzSEPDZVWvj1YlElkhneSnW7p8x/PRxSDHCBepmG9Cp1WcXbwGn2BPpmKcIHcu0cBHlhEB6lEYmDigTYjOijU4BYzydxdnA/2AiLODs0JTxRODc4Qo5xpnqKdOERBNWpTR1ymZ3oMpJU1xYGJr8kmdPCKUtiz2UgNym5YBJrKo2SpVmSkMl0GgFSnRRvDCoIsUVCOoSzZItCgF2SgCrKAyzxx03sqUfwqCW2wrGiEuOoyOimDIMgSBKTFVlKC5VvaGuO2xAeyKA3BVJ6vMumYVQ64dlbJ+VadmaIBYpZsDghIpiS5rq3JhSUtnVtfHFrmGIoXd1YvHmsigkhuBLx/LBJ9KyIBSmwpqIY2wKjBkmyOiEA8tT6rNUkgDT4NMuNOiMzeK8rBghijMrZ4GyZWWEQbsigAn8ESI8WJVLAQ960dfRUmd6QbABVpxrD+MM9gtzpwEg0hvp6cK9X4Fw9H1NjgazvVSaL4pk/MAs0fr2gnnEhIx7CEowHnDpU4ckwlM0TlZzdNOAXBDHoJRom6YJZFGbSANulrqF23yOfVJQhlZtJWCbkOYIkvCNO8k5WAw5IIhQ7EpYdF05iqILoOyqc0NZROsJ5NMAreMv0+IcyMJO2zYUmmWhxVF0CmjWshzBTgox4aEMhOKkGH7apkwGeVARdfMRiJmtk41kqrKJYkSM8q4TAxJV5+KqMkfiwzZcdBvZn2ml41EW/ZO+9kItz1NZ4OiRtHVD9YHgnWo5orYCo0YuCyXzJWqkZ0WUgiTEhIcIDeGLEmScHiDESDf2lf/JLgAX4WvvDAh3PdsY9/LhcB0zMuBy4DXAKUab8Pi5cRAGpwVJpfqb6PTAX/eqe/OmJfYNT04BZHnQsZc8TemRDFjeBgVIyZYIlofQkxWUbqkMaExUoOScrIgTa18k0QNaa5EprTmOrCXyCD03M6wxEz9Ya4lkIZkJtqFNFHVR7PYqUSuNg2N2ZB07cEvDFJcOw1IyOu5q8c8C6oZ0qUWdiKsSPGn7FGCkhDSeKjmYkPWpUdjTMjJ6BXxI1WlyNohAYTqLrtNylUrGaapUTBkO7IlHiW4U0MZqeK6YsqjEMQSotmsMLBVVv1qu+ugNRZdrQxL0ErqbekyiUDYRuZhEph0IAijOEiicZijWBRlgSpSgCL0b208QAg4Gox6P/IoED/zKFHf9GAuZuPL8sGHb5vGA4LjkO5ZlNuEPy1XESXUToHPB+e4CvgRpqXmmA5OEs3hmHdIOWWARy4uMjJJE0m75bFjcpFqR6XLVS7SFrVDTFZKROHrOiq4LGsoJwkEk4smEwkYTXUlpS7RzeUuD0LbYIgbDSNKXYraDOmlbkmqhRJFKklZsnLa0J7DyMqomWSkFC36TmGPmwQtAopKNljqE5GrmZm1iQdDZtNwCptS9YQbWC5RhmUcYhAzDZZZRWmhpILl9kiFCAXEdZFWgElFPIvRhurMMnYV2VnKgirU88r2qe89Ct1kMs1sWWCZtUZ7eAGTvGBx8/yRTFh1KyGwBgfIS3G6src4mJC7kn8TDOcel3ZAp8uBxU1GXgFJfPpZMWCcLYfpnp9scDp4cdaXAj7Y5yN8OWkwxZBwXnAS51ezJl+iEtGNYc0h8vRtmgrUdHpIQtgV1+IieJrDoiIScFMu6ogyNaxizAhaI82guS7kwplFY8Rlo1LQzclmhlnubpR1qBsZRbC7SN2QS2mrGA8hK0jQJG5JJtElptRXCgO+FmYr3CghBcqyAElmTCgYYtFealo0qkSaBYl5lFWUg4gKKWMaUom6OpmnhBAykCZmCWdO3Co3TX2M8adB56rUZswS2YKSZ1W2h03C2QoqhbprEIqUhuDTWJahrC7FefZPAQhW1Vs92oqEVrDxP0EQ302mS24Dw2/Rq3WnwPPuaiqXOPXj1HaB6S3LPd4433U0iWjTHrKfNTgL7J71B8F3MRv09ez5wBnBaybENHVMw2TSzCLFYhb0ZCMZFM3VKAqXgAWFKaOorx2JSctUISayq8gJLYbMZcVEkdBaTXIbKCkE1kEBwZYtSfu2Zb1OFxhJLlhFqelRZCZV2ujEbc0+AIe4bAWL5ERRLQYFMpWumyYxpCEJATdT9oQLhUkiJsT3CauBBjStVLTKRkIMFCvPwaAwc9bplFtS+WEaIbMbSKhaC4LWjkpZsLw/xWyEagw0zCQrqO4HibIlexIJvq2yn+BFrSpFvSJJXHWldeaQSIwaMo32oVyqcbf5Nhi++Q/uadr7x/MC4cLiRxyAuRfaZ5kOFCYoWHxpdU2QrhHnz8LHw7EqU0AImWK8wanhrt6UdmrY9ezBdNDk86whIbCgYgsG6cGUCtdTUJFKtJayO9CkJcmZ52daEc2mVC6Y9So2K5QpUEsrLGM56WqBYRWaYLlc9VGZJFnONlo9DQGXsLqUK1qtt6YaQpbVJZRbWlRGFhsrTLWw0IlTmE3DJssUkA4JKseIlYrcLpYkBboKkDC5E7RMtt5NlmAy3An3vduia3U90UKbIkqiCdJwd01XLa5KuA6WiGBP1K2QoCxIiVhI8AhEFDBcl4tM0qJK6obMIWGuTFVQz18cQLp6JQoC2WuriAAPxr7C5/uzi2HS3eItUsVrBcFlPQ/TGYqrgvHPIHSHqgseFzhZMuy4scGZ4Ewvht4qk7YcMZGMmYjd80TzzELAiHquAS3rykKdGmgqWlXyQRfNwuaLHjURV4qdhM6sLLnN2jiXKUUNcTpWbDLBzFNenVMLjDGXEQ0FROQzZLGyYPmOUAy5nMqisWyaq6RR0y1dCTNR1WIYk4pz1QOUK1g9k6m0Q6NSS/0o6BOkiEaEBHefBbZDTFGEe4d0EKwkaxiKtG1bNutqRZWmkhCxzcSUYyMSmJHU8+FKbBsoy/pg7b753rFoRCUGdWLYaQi4yOhgWBMDGBhS84VfbFF5UlTgG6Hj/sdwNgYsLg5oh5dgcMmpK06FK8X0bZJV4kqGeukqBA+IzFTc4BQwOsN/g/AvyTwnOJPSPQjj3EqiJGISafbltZV6hocUt9AV2llhkssgydpycmsTQVOSS1WSOlRjUUoFiIEUBkQCTxSJdpaLgNurpHSFadRlBjczi7WU8sqhnHI2SxJRE1JX6uUnDSWUik6wVFIpsOCqWE42t+wCWUHmwNuOTJJRKksJpUFDIjtI2YukmMDEm5TEC6Lbg42JTDOTnD771O1k6Hs6Eik63GAZs1qMITdnbjBzZdyBSgMbc0owZyYpEtTvuIAQLcNOOsloSmik+TSGI4tR0jXAcot35v5u5cZ6LNPH+YhMgZTnKW0X09m3+adzwJVTcsRQUVZRmrHU4DQwelF/UieCf4lpIHejWVnmSmTcOGdiCgKRICniBZGzEmKaXYUWmed+2AdNaRDEC5akxLUAtihJEGhaKDvb5BazZGvcmKAAVoq6aXF0G0vMolTYKeU4iFVgL3hnzCPBzZkNKQ/34eZ5C93ob0gHzq1mcHcXWObqtrTKHaam9TjOqV6Npp67VMPE5SZCbDbARMTep0A8RtIEiyTOpDJlbh6Swi51SiUh+DauPUlxVLSsShaY5ZjzyQFRTTdJifnZMB5OZczNMoupKkME+IAPAgq6C32G2h/Wf73Bn/QKliw86nVhoHOncnTh7Q54gdB4uxN8Lri3d7prCKNrsdDzi9dTzVNOqAsqW9K75ZSQnPIhqcQqFkyFLKUxb6o8MClzSsaGXWu/ELxRUJUVStRKsloUNO+uwUpmUCZ6pjJTlYuBlOywDne/8giejRqHv2BmU5aXdReLeFbeWQmGsm5PCSUsK4W2wdFgxoQWBZOIE9Vkopuc7Ui8a4hRHuVTkFTm3hIrXSCpKshiKZU9NyVurxPsrA8aeUisq7BrstjI3KdOxkqpqVTjGPbcyxB15jYjAXtVEeBk6Pc/R7YEpvkozIgPAy6Csgr5XsDKq9Fq8EDBHtcTfX2QorB3uiXcoAc7pzoLHr7ASUKsd8+HmDQxS/D1Khp2zx8lwRQJGWdP4N5CgoeUu4UU1GAo62ly444pqWZ4MVs25VAUTzuZLPEIk5LIgrM6VdLJRNFc9S8LuamgLrAY4yPJ2HGwETbgw/xuY1n0qEO5D27Oo89mBE0F25aeK/Lhcl7VCrPFGJPcRDO9EKoWmtPJKHXRo9sNPmlIsJMSDUsB8tQwa3Hn9TtIWbhTV5dM8CZNM12/DKshRJSwRB1TnSFhIcnMhWgCpUUSugy7a+5NS+afbuDsdjhVUHfM6/nM1kudS9BoBxZQaIHVgV06T0L6WbjScd5cWexTG5wMtvZOfifks/VcRjk7Yj5oMoEa08wCwmK5MfXycLlML01BZqYrKai1LJ9bWYpYLEiLohgzRsyMQqbIsKeRbBJTUYiwUT7EIxZ50RHicm4RxQlVX1WRLNRWqB1ZCAc/hMgJNLidXRGichClwqIoucmCr6y5BZFXwu5z0UMpVjd287KUqIp2T8RUFJqKPKzsHbiqxv51IQYHu+vnJkIwguUCcncVVVjA/KiRAkBDLXtEjaIILKnMu12muIW2kpli5KpY2mq+SfyAGAHqNS06Yy0XA5eA+BPFd5SX9AIV8Ap1xLu8ki/gE19J8G3SotVutMFZ4JOT/iTk0YofJOOnz5ng6RKZ0ogDiGVMgMSzkVtOSLMwjbjBpOk4UgBKBQlut0mBNdiQtk7CLKPKinFsaAoykZnoxqsQFZS6GBsLaiby6F3dXB/uH4kSNVUplYRjSyukFwFs2VGWiTNnmWQcVgPLUiiJwc/BXWBZkjqwJapilCUqHCWwWHB1QkhRmuMhjilQiQ6GrHaQlGMjkRcM1Qplqi2aDQK3IHLLGDQ43KwVGPBSYBEHq1aZrQmh4CBzW4IiLDLTkspq3SDsyWDXJJs2mLLDEhNJzGAHXx8Qfwss53MwgmOq3vSyEHy72I/E6P0wE5wNV7Fb+L2xn5pxcKf/AuFD0jRN2X4V9Ltd1uDM8OjaSU6DH1zb+/jvP/zwg26r0KUb91JYvFXooo3J35QSt0QIiXcbZKsSyhV+XF3LNyZdadlWodoqVFuF9jYKFrQvln3sBJxVSG4aJe6pU7aK4L3bvM8QZ7rLpP8RLO9Ktc0aPfVWobEl0u+hMyc1o0b6LRYUtJL0FpmnUs3krvLffPjurRsvfeXP1/WWx4C+5TvsXuNCrzYe9t8iY1+Ik+SZNyv4KcCKliiqy3Pg2k6DM8DuL+7y3xaOguH2+s2f/evNDz969913cXiv0CyVo2Af/SsT7f/628IQuFwzCkXAHAcFIhclCv/6239+90PJiRxMyibmpCr/s7IofeTKou5EyBSqokqCVHKplAsF2b/+Vi1LiiDK3jNzQhCCAdKOBP2J5oYwO4hBZ19NcPezrCM5tPCvH33422JEe/Sy4OAC54FSWGHyz+TbcrSEVHKt4b4JTCctx0nUwMwSEnZMSGKm1VHveTCLVIZFdhVo33/9Z+OV8D9/pKzrH3Hz1AjPG5XRMhrRRgY28fKIznPQCB/ZprgYYBNv7d544KgvYj/+LGShKzpweMc/8ygwnOpfeWdDN8V/fU9aXjfIrC8f1SGdtdPglPDoxXZ+nSyER/vPb936+Mb7P7tx69aNslUoCk6DWkq5Yf+UWbJ3b3CvGSjeICkETA1l4oEioaS2P5GgUqoVWe5G/iQ8xb1p/7TUUppjpiyyqJIglJJQik6cSU2kgNKSwlAWaSK7SFS3c1lJngaERWXeYJYF9d2yQe/g02wLNpmOIUMaDOzCZIUlYeZbms2ypARzoCRsumQLWTTTCxr2TCASaZYjr7cuQZafr0mmCRMEJWRJYObWKsFACdUHHWKRiVOS6oPiHpq7tCeMtGDKFgt/3vjmAfzOeFpeBgMPNxwdLPpRiEk8my0eEq6O//Tm8qR4wvGcT0RkCaOQS1UKKCxEwgbI/NLws8HJYPTo0vayE+EHT/ef3Pjmm40PP9z4y41vNgoIdZlpcDpCnykcSaEFXpcjC2wm7eh/TkKhRIokWMKCVqjBMyJqoZc9yky6UhAqSp1kngUi3ruCkZlc2Dd/3riHw9ATvhd5oIH/SikgZU2+t3Fj48a9P9+DJRJ6Q0Q8yv0uh1zwOmqXEIhEAVkPc6HgZU+y+qVyzaoISSIQ67EKKalMVPzzBnqqQUkAmZV5JDv5XzmLNDNCT1tApo9iRPJKNOzEgCB7sPFgOOQfuU35/26xUPi4y3SKSLC4OcM0fw4Heb5EX7ghf0piv0aAK/PpsMGa/PtMCdRhCu3IFuTbWxHODcO7v3hxdycKHexsv1h/gs+Yn9xbD27dHQ4PAjgBcLCslMWgzqY8nI6QmGYCMSllwUDDBwdTpRaJnBaIsCrxLUlUjQGQFWjSUC7NMTOFg24FpDYVQhK35dp41hWJhPutQi/Z0TQjhtOQPcC6AVhL8OAgGlHaoJ0lJN8QSzOkST9EZOWbb4ZckrZIfZoBdGJREhJUNLPwpkKIW1lJVxHqZt77/JirQCos5SCRaCs0oXIBM0SQtkgCU4psDJboQVXCuoYPHnyzwUGxZtrEGOLoaoyGAsfQlIIEiD/gmAF5MHzwv0PNkjoeuFodpksMycHwJT8LEODtRlMgvTdCT/kfvlM0J8oBxTvx/m+f51dkjcclcOx7Ml05xD7hz+QgWrhE8qAbnKmxwVlg6+ne/ifbTz/zgzGf7T7cfvK/vti+x28lDPFksPvh4Gf+s20MO//PajzRV5L+2goS8en4s+AH6z84pUj81am+wISFCueObAtD7k3POOHLj5kYzqQuYB18EgrffBLln+hLU9+FalDYUWaFSZkm7JCalN+c2QUAqiViJk5TJGfjYQDaxbgthhml+qGSwW1Gkc9LRMss1Y3GcDThhqVESv7KievE2oDxBO6FdqiFsAOpuo0GAJDwn2b5j9nZDrWMMC39YrlUTAIPgLox4jMVBzGKQOLzJqBVRHjkrxjUZdUAqe6yF3VV8UQhTAyD+GwFSrIuETaV2tlQjQwxUm2DtVg3FJMlLf4vBgB6qIB/Mw4ywjHebHWNlCQykt/A6KnxMgsz+nNdxmoH08nBgG4eljwUU34YccOCBgj6aGCKs4EjzWFWa/WHICmVABr//DdKATaIQYT9ioUao5RulGOXwoCMBjkV4XQl3OkD4x+G8IkYjWODcwOc3v1rq4T71548evgyyJ4MTzY2fsabWhhv7Jx5/BsXoWBjj1dDejKToFRcfESU8WdLKdJIsQRT/X2WxGXS5m2ddUpMS1yrwHyywmjoimWMPJYKU+L1XAEJbRFDR/TNBqMYEJZUWdeyQsfiQ25xqlFEEqCmWJpjGtKczMj0UJfGjnbt1aUCJS2xPHPSC+GwKiiPpU7jiEvME8AgiTZDOZewsUhgw/UBoBq3FGI0K9RSRMOClakkusBjhp12eJQhpSxBmpZWXUEmw5j0IWDTRqIQwkJVFFCaHFB0jEbhqViQIryafUPUSEY8f6KEZAB7NmYBfMRr7mUq8D3OcHF6+xQqhpTbIiF8BvG/Hi4vBXxmM28JtDt285wSWHlXEqgeowBhfre00O6NWiRFDXyi5uj2NLgYuPH+4P0/BT4LnEfVMlgM+JQq7xOfWXyUM5+gi/MpQeZniB23jxNiRQVYu99Ett4roWqfgcRZg30oXCNKYaav1JW673gIjfDFDiyWbgr5xiITPfCvEgMcQNxzBCAeGMJxzV1yArgroYjEeyQBFZ4o1xH7X4vNwtz4EKCgKqMlzmyFadhjVwBRqhBBv2RYROuA9131qgAckoy3UwmKqmrt6ALFuzgYaDu1PAcXuH5rO6NiOBj5dXzHw3A67T4qQlXomgljGRDWWRnkiqhB9b/JBdWIQgI0uBAbvDp4/8bwSaANLgI8a3lHsIbayWB6J1Nf//yxALVGOG/jVagTrscavBS1cL5LQLDlS/oXBvyXjdqvlNsRPZiNsTwAEfMihOyNg1wTFNDSxeMzb20JIDxdNsSFjk92OPGjfvkpqwHJz7C/+z5Fi2OySCuayxAwZ0mDVwhbzwe/fRp4gwuAWE2OFcKX+f1HAcRLWQ9STBCwMAzh9afpQfV47enA/zHRg15dFw8Ou04IJ1vOfJwuUEL/+loBf29UMBnqyhn8EMexGghIgcpf+NJHLbLFsDOw42Gp7LCK2v16PyLOBMYrdWClwAuPgM6Ez9474QavDD66dfCzV7hG3jDI85n+1K3XPtdmxcU8hxOc5KWjvt5JATbxEc65vyECk4sN0GYhL/+dABiXnWCe+dZRgYX/TwkAue7ZdMg/X7M3RpdrJfg9+D5Qxv59xxycqFkF+v8EXGDMwDOgCxM1OL0AU/fOEqIH5he7bKq0gNSqDV4NTG8PfvlR4G869C/xnA1iHjOL6ZvxgGDGYUAM/o8BAO8KA87lsGabT7/6iuFUFZygc6MciIQlIReC5rpqBHgqp/NLJRAVAMKxgr3wshqCusVVLIFeON9B9bMQfKEZsWQUxGacmjD/EtXCZcYZlE6xwSuE37w7uH2qGfCjhfOPgr/tsTirNVxb9RX+Xj2T4ZhX+hdHJ6eDmfWEembc7fcIDEVn27cQ+o/cAZ+5mprQG7DhCMNY3zoq1w4RA8sH8ptmwXDokb9Rz+MeA8PxwqgaAVuxXnpgQXdbvgyMyqeFWGQUHvLqIcrAGb5zb/DK4e3RjfcDbXA+yCcGq+/2XAyGmSWI6c747wCRyvzivAB4ndYP23KS9vRufMBd1MUaxuVdzHRzGEZGct0wWksUBlZ+5fLc//3Ka/Vc7nHQDz1rzfr6XoiIkmTktTig1xircCKM1Q2eA/Ph7AavGj79aPDET0M3OBdgoTEu8SWnmN39Kc9S5ekw5/kXsuMlF5Z+gMB4axnMB07zLoH+jj+TDRB3mROoauIADieIpBU/Wp9aONggMNW0mUui8aTS3M88joY6ukdN1cfZmclHBplG6xHI5t3eAuqBGgcI7ZFaQw4UF9zXanDx8LOtFgJeCMQcruKMghi4ALp1y6feJn7wLygXDksuWL0qQD/O35VqNOxrlnWirmrCWA9hXnWblsgEUZ98Mq8Bwk7/omj6psXjzzBsQfjZi1D7bevOguO1MGSm0wU+aywuG4aAW6NzYFPCQTd41QD3Fz+Ia3AeiBNgP4Whr+6ZCcyigj1MbQQrJo0QNsYSmL0qvhROuDAQW8544FcNMyHOWUC3KwzRTf4eNx6t60E1CvHzXbidKpoGX+7vgEEkxtZPqAfwA/CPOag1C1CjQP3bj/hwel6JPrKD+ga23yiDg+ffhrkwP8TnqncQiDnB4HCW2eAVwM+2dloIeH4o0UDks1fLuVoQpTDoMwEwZtiSK8HZiWDG9EKY8OriAsfxKiFP6ABwPXQ/jsCWwpyHHk/LSWaa4guXx727voD6GiCg3Msdd34IiPwPxpuBNtxVjjw+Cj40w6ePyJ5pBH+PgqhQz2X2XBxgMuoL95rVhYCwyrgSspVb7DADpNWe2TpsiL/DmhudBq8C4P5aCHgBoLXQveNjZuYjqW9VUoSLrJY7OcyvmXlgPFQvz3PCCS5ULuvJMie40GKpp1wM5FXSmV9hTPnDtFqdP6IxVp2jUmDI2I0xFV2gyayDvx/WVUHGl0ENQAzKe726oqiriqqHvpNXbI/4SumfMPMXeYCksbX9ry1y2KIikdmE14XJA6XuY4NXBe0q4Hmhd7aCJYK9mroIBhhRYEGXgEGzny8k6QQvPFjjQ3WBfn9QvELxPsdAGchUPBghIOtfKUVApwuoFakrVZIO7uBSGAHSBZqsEkJAliE7O0oox++x4TN9pZZBKO32rwDOwowHhB6y6uOd+T5iFZTIWDYl2Sqo8kkYKB1VYYOLgRvbDgE3Pvvlo+1rhEfbT3daUHhyiK97gE4C6eqiDMir2jOTGTHBGSf3SX3JawDsYS70k0G53Ff8AUMyXxtkOAcUA8cx1e8/CoxLkFj9nCQcCASL9wMBJWx8bwyYsDMTmRVJAnwQ3J/eFKgfA9dVzkHH1FOHDOTclLG9c2kXAQV52TkgAxy0siff4NXBzzZ23t/avr/3yd1Hj3bu7WztPHp095O9vQXvU22wCLCUyjNbPFWqXZQvSvEuZTXdIYudrCMX1JsIeU20LH5GXXB5ui7HS33IDkYazH4MyFAqiiN9uTB445krvR8vBoZnHSv2Q3Cnx2J4d6Qfuc3eldc7BXVBkK0I4mLoPK99GyyFc13wMYMEa2SkVrp+apMGL4pItO+eG7wK2PnZ9vre09lX6A8f3n9x9+T/MvwGA98j7Nk71WlOtw66MA9xRfGAkOUO2e9rdpcTzWVwDPvswAjugBf1+PYb1NKtegHfTyooLgMjyJ9L80ogokPtOZAIzaQeZUaHQnjSi2gNRb1pB64ubwH7yqHugOADmfJCILxaqQuqaFegs3DsZ8XwNMGnu2wDgF0VdHxIgGuTZV4Y2Bpo68tx9uU2DV4FbH2y97D+aDoY7T7Z+zTwBkdA9QoQzPVq8QIQreiVzJKI2c10zFe/fF/T+wS3GDklFk+LswNvq+rKGpwCYqrJCM6tdsaT/FlgdR7KoE+SByDCd9VDhnHnC6HDwjif6UOmkJFv2tGFtNCRywHO6I9jz2cDod+1gI6y/1ve04DC0wAb8bXEEjgWH4o20dGaXnTCE7IMSWSQobNu8Cph6/n9o051tz75ZCOmWNsX7vRt4U30sH+eUWUsk8EhZz9ZXm5TBoDkcH5DjVYucJhlebLEJC8v4dzviOoM6MDJmwRh7DXFveIdTS5o/opWjgdhGQIxZvR9cFEj/fcaFKbDcm8XpQTdjs0YShB+g7+iZsSIs1n9gowhYIaHjrwRmCsStFFEaGTSh/JVhjTJyB2eeISTaVWDw+09G8ivVuCbJtElQnCZ8WCnqp7WunrHtbnFbTa4eHi5ffm4EG/n2pMNrl58IJhnRhpecN0f5HtIDjDbsag553l/FzR5OAYjXN4Q4FUkLIrJSL9Z4MV6xjbiUQqL54h6ToIPA+fptuwN5XdnpLDmEakgukBLTZnb+S8YkENnECEdX6+iMIUrQdDOPmWn4XF4YYujg9FinMwHx1mN/7cIKTAMBxm84hbDgk6ALQleXoDBaDmFqYtDzYzaKcgwjGYUB0KQcgwVmUJT93N5gRBaTPixqWqR5LLsms4A/k1yAjsLl1tdGuTAAOgmCzH9MyBo2QTlvHzZ4FXBvb2HgR0Fu9d2OUX4h1rK/e3dcOFcV8C5mswxW8uTTGQYOaYQCGYH/gM2qotjX2Byhx9Zf42r5M/JFFmftYRG8d83yI165nZw1S+pMz26XqHAZLkzgl5Jgh2kREhuDYcv+Zd3JJA5fAnSS/6b2wP9OWWRBgbkpfgIE0lik10lxLEBgTkQTES9KMIKFUnGIUHXB7YYTPJgGjnYMeOrC7anhMkUDQyct4/R2spU+FVGw8Xr9SM/AXluiv5fDl80DV4J7F6rPoYjYHLt8v2333r7L9f+cu3/eevtt6+/9fZbb92+3vC3UEB6jfjb16/pAPP29bco9jbo199+C6S33gbpLRCvsfSX+2/fR3L9/l/uQwqGrlEd2W0Z+H+uX/sLFN6GmVO15RoPqLyNKkVBnagX1vuWkLyFCoACf/s28N7GnlDo7bfwcd8/Qb1Eb2N6AFD6i41DG/PFlbzFAfoLjmtoGfoNTWhdv40imNcwGJhXHDJSr70NRQwDUprAmIDGXsnS27ABq9feljxHmYPOngqHyn0NPsqQ0H7f5etA3r6OFl9j5W+hY2TLtPpy/77+GpO+BzvjxJj7J4DqxJcYrz76sh+DuNr/wXBI9q7+duGmlqOe6XYID0OMakltcPGw/TyQ42H76nVNsmrD7G44RgUFJd2RKenEKfDW9b8QDQ5wegtxUkoJiCiFWR+5nQx/29VGSUl3pJBz79gyUQ52bbFWXIQrZYZcPUx2R66I2GmehOw69nojqxQS7ZNdyg0dtjkYVC6iK8WRXPplclzAoSw3OlteTYT/4oGQ6zTnwHrqr4MhAjyHgQiJ+SRLDSXiqCooDi5iR/lNXYdwqX6CqsHFwZNHgZwEduEBP8b8adAHDUl/XFgyJemdkCkfayPCsmkVG1DRTgz58TAr+mkic2FZrYloycdvMSFeqAAbLMWjgKJptQAMBsmWQkg9J3QKwU+JDgJnVpMTiimC/Ftq9zgCU5I9a+2t6xvDA9+Y0q3hU/qcfpA2xZkvAzc+yTdgACd7NMlHCi1DiDNtnIPT5fFqqaJHKvH6qq51onCaaLTBSWF4/3TP+N178Q7gY2zXP8ZMfed6wz/+eI+5CoEYIxkyTnPYxI6EkDRstMhUZZO00ZKxrHRZWz5WW0hkQajIsuZGiC6SKytbdoJi1IQAzKEE8WAtrZeSyGUZZl2NBURghk1VyFLKRFnKliRW2C55466MlQVNupZ1k1kF6axJmJmSTLBatNO4d2zXr298A081ga+RC4xZfyIoUV0NB+MRHNqI7wHUFUYAfBtvZwdaLnWivglvZKPuuF/C6M/+U7b73rXBxcDzzwI5KWxdvXnznZuePA0SOCTeMlE+gxVcQ9iV9iIPgopZeselKB8PH3fK2F0I+7KlPFk9pnGhhSsQMThHQlGLLCHpIiIpOI6oXsVeFgVBKUuae0BhsN9ViVv0dn7LIVXJJG+AvRsbI98llj86lQfkLet54A9Qhoj4qtu8gLjN3IdCC0mfVPvmB3ntNsiFw/bp/w5z9x8xVwRwhQXeZBxQ1tBVZd7rhEPmI7CK02191HmkLif0qu+3pVOOHYc3oc6DomIgQRRaE0VJztJ6hYeSs3c6fhIKj3seHTFKLgTZYKoIZiVEqWNUpfooexxMs1iJv3Pz+o1vhnqOEw7nlP7PoLPZGeC5LYJAOLbyPuh453UvaqSPq2vUKTEsigbJM7SmwdGwe5Y/RN/GxL76zlVM8LbnDuCoaM1fJUkU5mJqxOIQWUSpWVR5EAIo1glJR5aP2a2TRosBIF7xQol0IkY7wU6DlqJEu+IdsUsOmJEZOg+iQPaIgi8KicSJWkb6ymsbPILezT6L0JC1JCVciA8JkVaIHRqqydi7+ekGAkA+Pwjno4cWTwkLvRQ9mR5RnPLZT5FseOYmC4imR7U8CYZFlhhInsUhNzgCdq4Fcjq4dhUzBoDk9dm/3/YgEUJUx3+WpWVeYVQYE8oRjawg/YQcoZkt30MYdrGnfGfjHXoPoWK4+sjNJtOFoFFDBs08YschxIkJ3EUSuWBk0CYRjw/xbIYyHKhREi5ht1EmUWbmvGpg0ClX2IHpoGThYU8mviFwCozAi4D0NPeAjwK4rjF/WxK/Ej6IfBZcbwX6OZ4S2uCzgA0uEob/37khPxm8iFmleUOIqST4nvDvuj1l7x2meUFVRQ9YFIU5D1qhFsUgBrkwSuY8oVcAFMMVkoUAopedueQ98iiI0EszM9QF4nF4Z6KMyAuhtWGzhASln4ZyZSOPkgapwwiRGcTqmTApSyoUCuDmTTjAAz6nJ+c39w9yxwOjtNlIbcJfAekSXv5K2C+BpFvrA8omKWUAqr+HoxPk3ZBgNjg3aDS3fxul08Jn6zFfGlwU0EUGlNWYMEdYCpQM6crg0bDE+on1F8JZte0ozwlnNnHzxTuXb2zI5yHRGjlt0KUrezMRHk5jZVO2OhZ/sFxfMZTLTYeb9zsgztfLjCnaIsCLA16S3dqLwunhk9fNA17C9nrBgvacs5FQft06eR44SV8kw2E7eugW8RZr9GgzIi58uqEnT8LzTfgj6lNDerFwdvxNh1Al5f4vqb2bwcRLdeEa4z6IbkwzEKzlG5wZ+DP04ZOzv+l0a/1Sgz5cjXwBJGuhCIje+6UkdIWOclKwZr130CvMwgL5U8Gs/umMVaIFPYV6wAlUzan48H+IAHkXmE/A8MXP53z42DGbX/pAsHsLJzaZkh23egFj3RhOD5cVx9MzJPN1aulbG5wPhtPx1v3AzwKf3Ik589rA6ZfIK4DTNqIvv0D77L06XpMSs8c8LKYugeVmAEdY6liLhK7+dSBH2TjC+rFQV//pln51wS1e5HNm4I/qnM+YiSuBijQJUba3DReXjhAIleUH+Ru54yLSvMrY4CjAGfB0b/bdz6eBUQsBl8F7kVewgHQWuCAzrwcs7Mwi4jG9BnteQsSOU3AhCaZVBAJvgsDV8C1g+j/hc4EN0CN18Vydd+HciO9CtJtMkcLUWxH8itgpXfPRcB6P/UbBzlkeAezg7oomz2uTfN9blTATVpH6xUjqvbCP2pmcZpvfu2QOzVIk3nrJyfeiXPb5JBFvsWdeiKS5UDMSjx1HfzMo74qJ1EIlTdLVXd4FZuxHF3jua250VzIx69Z6N4HttHBW5lxp5emSwHvS7SrgRcHz8/3Px04LAXvglfQljhXjRAP2zSTMYnVquXl6lxo7Ofg6RdHvmpSFL9eB8pNcYamC+U+3WDkyrXrdZ136MvKEbyNXI4oscDa6GELWCUJGsuQVa1+uQ3i2uenfvpW19fcwsiK8B8p7VMfxnlr05Z1iyXDjHp89VuyGoOy4eGsR8EfEATyL9sN8LteAE+AuAjTEPRGTffYM3+hnYLgzKhWvwfnhX875TcJZdefL1yJZwfr9/jY1YR/eC61Zv4MV923gJKttWGpE2VqxUqfb1iG2jrUJVBLMqRk42cZFPdEGnX4tl+6oSSavr7+Hpt65ShKk78A/daJ3vozGdwRmaW/l0vp6TUj6t+sAYWXrVO5ULLcwEFR1J+nr61fviB6WzJX0yqVvOQQsm5TG7sBlWja3aJVQfBgkwCjz9S/RaXYdO3IOkca8qANu7eghQHjA+Me4BXC0F0IcV68t3drga7MDCm88nMRDzjXw5eCBMeHLCRkZmsh/GSalwblh55NAzgpPOG0wmS5h0RO7g2/v/1NYR+PEJLoObke7aAwxwP57+CZncmklsqO2k0t2W60zo49VxmhihdEEOgoqjktG1iXGRqqAQWKjoZaUFaZUhi4W9ZfvkWATTs0G8i0W87ciy0DVtvkNIkg4SjCnOqjjD4k+Gs3DZ3JpRf5aFsnCxq4A1YiqEBQ68XUYDEcZBLYZbPUGn4cI0sxDKt9iYFAPnZEMqinqhRoKR8RhgTA8MvsFn2VL+GBREcUlGNK0BCFa+hazQKJhLz4ZunMJs8uwBT5bSW0VaCP0IEu5VGYEuPGAPkfX7xY7unLvYgn4p2sJDvMWRm7x/3GzvnE4qvwu/7LEN4p1fgxfeN4Lkw0Ej07/FoQ+7K5wNjo68RsF711VGHNn/VvORnA/Ennnr/cx0YKGmODbfUxgyu2NhjdPQkt7+Lbf/2jwUb8OTmdymADj8hd+9CbJb9evT4ac/8dvfGXsbZlVn4YPr4osM3dWPhps32E0ERWv36HQ8Dko6A4WsJYcA45oLNcdyyIR0Bn1B5YAD3bp3Ffe2/0EJASV+9d5teLl7TsredVi+wQ9pGW0SimAhoSZj+owAGgHgj1ETBw0N055xEtQdkKu2opmUwcW2C5Kmy1VKaMz/AAkR/U7qEHjgk8m61f5W8ohJlNZlsFnSZvHhwJ0hpwM7+2vIFm/AzsrGms1AJNE8myUzKICcT0R3CpwXbGLSrtt5VtUQGF43v1L6zgFhs/RKXDcT5hxdwjcjrnTCifVuTX7qzrUg3IEcQcjXfYrHq2L7fj2QNdCJv/Q0+2A8z3fnekGAS/OHUhjLq6v3Hlv5c6KFjzhKuYTvsUxrVawsLycATfvcNpitpLBpb0PkTvfXh894FfzcTTUIXtI97/9aHB3BZa7OlAdZzvEsDDurFPmDtbEyrcwksf/gFOty9+u3N26zIZep3/qcRYed/6NvbiKyr4tfYJz+vYOHYC6v426uYZY/cod+6mnoF0fb8HPspFY4Tq8XhnpsGBQDzk66J4Bzu7OpfHGivzTz0zbScODwftoyZ3FbY1jhYMns64CLUPtbgj4iDPVDmx0PR5HYBx3IPhoQ1FNVqIsdfzJr0DacugNLcLXAfwxcKM8tMDVIKC0Iq+F+uDt1G1WrVppnR4PHYsJQPhWkwwZPlFUy2HmzGBlnhfvsbf4XNhoej22HgXWAPY+km8hSWMs0clKns1VTW4U5zKEeA58gw9C96C3UoYMx459PJpvMDDEj0J6NlCQDxvyTwFnKjOAOOYLoQF8N6CEFAFSd6FGg9PBg7P/CiThPufVCifVyjY8wOrlHfoBLIpv9zm9MVNBXl0hGesYgpTUgfXAmUmRQl9Ew9Tksb6C73l8bVOKNdF61gEEStRGgpkPJme0AgZgOu6MBjcT5/HtyqWgrK+yNtiHpeUHHc/TFYiyJvUJIdmI/plLK7ov4+z8nfXLcGAUp20laiIXGVu7gsZBTpqgfKkeqO+Q1UDC+hBrfFvfHIDR4MY6hhF13Brchl2ahu9d2m4O2h0yOUhsJYaPTdmHi46KNDwEMrz03RykdGbIGGbhY2MEl6Nsg6hb8vsIXFe+ha+lLShjONHYL6EHQYipr5wf6qk7uQIraFhUxXbJrNgwg4+fNQGDbFQKWfpbhnqqlrsawurBYEdpDh4OtsEBLvtkwxI7w6FALRI0mW2mbRjRJFMzkK2v39jY6r++nv9HFyhgxH+S42tKj4VwgXZ9ffkI4eZYs6GdBPhzYHnB4gIRBDY4J+zeDeTssL2GCcT5tYKw6DnWJaMzznhOM9G3QVhF+v4qFqYoeaxcR3xkULHQDRVKgxXQGCd6aMh1JpR6Z+DScHCpNgK1GYqhUKICl2lzY3JpNbjsJDzQPfi4AtvsfqexN7ixJmQhaEmWqjgwFWDEYPwOrO/f2RgM7lIO3ndtdWV1f29ldTc9KyDbOH+QA0U2XLgBMY+zAA2enIrdnQoGeRIicCr0LCISaI8lM7PIeLOQLG0xeTfmyfVuknnc3QYAM6MpRCjUQtK0Q8kE89yIYqrUDLCA1Ox5OTpBI7ikAs6UdzaG/TNcuLvyYw0Gf0CHY/uueSiBX+R8uz4h5FOtXF6ET1v4alS7PlU2Hk/1kxEEnUhBKO8UbHB2eHh+B/g0l+LKKt3S6uXR1qVCIoD8PxAYDh9wfe1hPQ8Zva08x2e4szXgq/g3Vlc2nqpMBgC0e1jnL7dBe/mElynpKHcHD1EewuXApGxc3rK1EB3e5smhfGpyVrbSMAIyABCdX+5cS8oGa0MLVvhEuFQ2flO3ZWXvJSYi6LclflOuZ00R4KpcUeqpUegJRFb2kV7Gee8qhOiwYG2+jYTrVP5oZX91Y/AEDLtTDiT1HtL6aHvIpsBZ/4JV/xzs30QE2BvmE0P6tyMhnMKbCowAGePhA+M7DAijKaM+hF0gD8wZjw+YzUP9lJ7PkqPs2K5EeKKW52M6h9v5Vf0xEg++SnrIEBCu1ArThS6zwalg+zT/hLQYdiMownr0patPqxUGHmM/wu46vEGccT9d9V0ENEDeYXX9notPqbtKl7SjtAP4m1sdimCLLstleJNZ0Y4Dhyts1SSYtd8bXFq9rnzHLQj/RpVsi7uQ9FU/MX5pFSfM2YCVncG1wnfctr4zwMkZbFyCExzel5Na3B1CqRSBHlzh4KoHU9bpS6+hcesPUSl6tMMAUONsSzodPxNkGGtYdeCHnJ8WLwewECIok0yspxSQ4oYQdZZ6CSjPUwLrICmyYOkgoRT9Z05T5qv5s6YF0TFxqEUDRHuyZqys0uOLTVjfX7/xAO6FIZ+u42E/mB4Mpvy3YP6Nb7ie6eJLdxTvgjxCirnUuUBKdd6uJzZH1muk/ZNguuSJ79A0OBfc7a3KM8E9OYTV/VWGRYLh/VUUTSOrkFcQ52yvrn4yHlxeHRJ7CMewepXJDhwk9Id3oABd0X4zuLZGt/N03YIPB78BC/Hg1SsKkcIanRJF1yD68A5Fu3pepOGXCMZwwstWEV7sDLZhSxSUYP3OaPBwnbVR5VO1BQtldXV9xPpB/4XE19Q+dhXBLqwM/zH1LoH2/4H1HVhgeml1bWcw2EKnXQHbuNq1UYO2MkllKCCsu8wluLoKS2j+5Z0Bgubhzuo1RpbXaEI6tER4yoZwjHXMb+YUpCLoUyk0k1QiI6hFhLgKSINnWeqRGXWQZFESMy0MFEkRnjaYeUskiDgoaSK/OJMSfCbBZ9Fl5OJpQ7Wcl9rJCQ1uli2igWSZOY7/my9DmMLbKQ6MP2dzaKfoLx9eXnwjGFqBBeTd35CO33oY7MUizLRApd3Z15tgOrcItcWVNzgFXDv7m2AStvhVzNm1Ck/3fHXt6sPBS3616wsXG8l310ge7l8ePL0CEuQQ0BxiWg4hennw2erK1gDzfHXElEqKd3YH8KQIskC7PNhi4HMdMvs7IH+EmiD0yNburu1OalHU82gNrort6QzvyzqbBbjNK2qmsLbPQICD4Tnt3dWt8frh6gp5aEqhb6/tj8cS5xZOfbD3SdGjA4TNjQkjDKara58gqkNUuKg7Wp5QXrMyenUXaLiLtH5fnVsdYazQDkWAVNsdvIXBy6ZonPkh9HdtgXVJoRDPTYUUMB4SLrOkNJVNDq7LStPblS04xE0IXRe4kSfNECubkuQUwtwWTLCNpHhgZoVIJxu42CZ5swmGgDe24G/g/xjwjadDvsqZn4geP4b3G0X05T8OmQMw6+gsHFV317gw/YoDIVVOm0GXeVY6kc+N28VI5ApTq8EZ4VxvQgi4o6mDyQQPcHd1jYHPNc5HzTNMMZJBRYxzrbx6/+mL0XAFC370YH/1xXiDOojF9hmRcVKuXh7trK49RcgkDgSHw/UrvPS1uorob/tQIVKcPyKmgihYNrIKy6WehwrFbLhEgHRLVCoR4FW04Bo94hra+jDMDBnz7YMOQdLBlrjahzJguHu503uKA41ihRBwqxWFwkx2R4ND42gjnMU+3DBsSRmjAwWNZFr/FKGkxHfQOwWR1AFfA0PwErbWzE5G+KNMsIsiHjfLJI7EJVZhsg3sq6SissDBJMEyTJib0h3Bp8nUnRXhkREY9xmGNiaqkbjbk6kSH5ILrUR7HOZMC0kZKMkKIiQQAY71R+bD4XTMvb7iBufkq4B6Q99C6IWAo/CSC4T1ioMa+Gd0pjntqpVJXoZUSdAFhA3OBJcvYATLclHEhTXOUCenJ6gkg4rzvvudA1y9R6+4O9i5gnBol95xnf5QMRrUEJMpZALtHjn7o619hVAwxFpUU3GATw9TdB9REkQ7DhxLGF5bGU3W1yAQVx+frq3tD8eisAV2ZDAcKvCZassnpLNSZG4eu6Q+IQpbCweJ8m/ZMFQvbaego9GIVRHkOgJcY3jpNtKO4lAa/y3ajvgQIDosXTmE/bW4XgkxtYcn4PhGUW/XVta8bLFLqVvf3DPx6o6MFH8mKkum4C5RGEKmy2mYJe0aSYXgFmsuRkGZjct/9RnOedhoNWlyZ/1mMmFWakZiy8LIMkEKLFveCe2EHMtRCwWRAwtCUvbvMAKEe4vALyF8ElZNvNqv546WQYiM+78NCaBbo9myEhHqqZpKljIIRUHmX4roprCh52YbnB72HgRyDvCMweTBQs5Qz0tVU4oBTgaG8DKHa2urONZ+YWWEMohtwgEyULPiVdC6CBBWRsM7LjMeuoYo8O4qgy+YWoWrmBFFBAjHcgW1yDBo8mYK4OhTnq+t3VcEOJKCWnBNZ6NrD8EMM0jRGF57Q+NBd1AIEjqrPkF8lXrm32VoqkYg5EO10la8igpGG6uHvTa+fA8pjaOJVAb9Gl0adThi75NNjuHBHaAPRdrjVwmjRYIGPtYyBy5TUAsrqcaQlFInIWLiFmIBuzKpECtEyKB/0i+iyq2tAr1NlngQMSMUpRcSHZ9Hx+eBQUEGAmqk16dIqHEXypLsKRUVyarkSWLRJGSyoWLUaIKLtIEIcCtuAfc8YJzC8t7skL9OY8AmCs9vA5mHSTi3yYKIjVr5ntQEWy4AJqT0z3QIStUe1Kr7w+GRG5wVPok7nucAXgPElGEkxbhs9cVDkFZXHg62sUi5BLCcERmZPB5sX1m9uksfwPvPW1jNDo8Q58EIYrTV1T8AucxLhAp09ncYMu0Ptxj4PEK0tsvLgdswhpCuWLPoRoiyHrjiq7zxLMO62IeETYJprCS5SBi4C6/jFqBp7AEEt0ZUoc9En/ZFR9QYFxFJ+qPCUHgudANy1mM/0cj9HYZrcFyIWBGlPh8Mrq8hoL3R787BA7q6ffbAyqv/oAgQjcHYFevg719BJLgDVTjuP+2v7O/iO8KxJJoBcSxYCrIbaFtJ9XkUHok67GJZYGViUQQ87MDEkYIY3vUhik4yHQrV5EUoRT0g0lcdsicjEiUV9GyEGVl315xMacY82Y0uAWGVZrlIBeJqC8RCSGZkH7VKvew4IEqaM9VHjByZoCJbu7Jy46Wd3YxrUqrTYb6gBZDOa/5+cKGUE99F94zLL4o7p8cbzYES6FktNeIVwGhQaC2w2OAUcAF3gXdwcom5xF2XrgC3EWeNGRlhaiESK+Qra9f9dXp3be3hcHWNMZrDIwZGQBkBcjKCpotmt6GfYd0+yoZra2tXYefaarzLehvWWGcRXVmNerY7w+sMEwHX4LEEw/3VK+r9J74KGcbgtKyCCBC1r1wJOpqczUMd6CqdKbHgv39l7RIbVXp7KU5fn2IIZq4Brq1Ot3A+ixbHNYH3r8BRM6rjUCJCdszMWp6uXlll+elaGt5aLwOxjRXLZayVq9VdUjaNC1tRmj4gHRTXvr/6RzFwwONy8dsNEDX9j/QENARxKpCmSImKtkkdi6sd2FmJZDk4EqANIirBFsyySmSkKQHZDVAl5rD7skawusiqjfWpZchIFyclcLCFMqMB0EiqQVEphd0OGgaB1YrKnAX4R14D1CAvcjFkOQIbjCOfA7iquGzI328Y5Lx6oSIpNIaserkCHzWsAAW+S+ZgqmcQJTZGLMh70xlcNjgbbOdaOjvscjppyocD/PQyJtvKU7gSzSVFOCJT8CpvQOwC/QcRGYcx2lvZQRBUQiyFaQqZYIicP94ZPWCYR4e1BfNrvL96H35Q1l74suPq6gZDtxWKrr3g83+7L9ZW/4FBpW/34tSRp78voLT1XNfm+EwN8suD3Su+ZTskcYfC8JNoEeE26C+fwP8pQEV/3FVe72PUoXsq4KNSSCI02x4NhtsI9HSxcYjTbZ5297qzuoKAlmZW156kMq8bcLzAVChN6xC+D//HIUJseeUT9ukR1mh+az2nrIYeLeGK/qNGj6kJDG5gk0TV5vCNa94VUY6buELE50cBBIZYkEOgs4AZSkuRtQFjBZUBEGmcJLDAFoPVU9gSCr6oSbaFaZaZ2ZSAi1Nf1BGqs0mWYZ4KbA5DRqC0R4qkacUEIeQzYIYV64lHhiyhYOPujVl+I/QSACtviiyK6gx5g7c6h6br6/tLinTxXneTuHOagIn/mH085S1p1j1ULCi9vrkGp4RH538Q+qG+vzGRMJkY0vEiHzbGdqKBFWQy1lgAdfWtUN9e9cU6KoHNVLGJZJ2AtPo1UIRQV6jNMgUAKMJDMFedpGtH1MTLgwTooxmH4tuWWgAN8YjrUAk6Iinz+iK96xOJWmnUJ4plZbWwgAwnrWuH4OOwIqpHJiYTnEEjZRwkDfG8Y6wYS4lte8gBV9yXr9lbYFfYBctw+UoHBTotB0dqI3cgShQTcflbWgpiYKeVGHQTvbF1KrC96QMpHUqK+tBoMVCGAYVwMG5ZiQOVCddPHkqi2xpLTECXPWEisCLWjQKt2h2HDA46bxE0vsBIcmXR4tzFB6Y6jWiksdPBiomMR7G/urK7M/R93kWAYK1cG4xrgfMwil+3IU1D85LyX2ZX/3dJwkHnf6fhRGmotIm3XyTnYoMzwQX8FA6ngpxk3rVqOeEALDok6WgCFtaufbYHH/GUl/WC6JnK+ZeWElDkphCKiMrCBJFJSUaS0+WRamciChMe0sGiKAQVM2GsAxCdVXM1isJMy0clpj46TBCZIDQJ6CcNmVDIWocosSIJ010CkWSvgQCQmYWOlzDby1QElnlFlSpAZcfSKOGjERWRkYSxOwwKQcgwUCLILThgYhwlWQlIJw4WqMfdUhBHzgkgSTCyhSFGTMqM28yjuLRJpQXWJFlyacEGRAotNMyOLOhoCjNi3CFQusje0Tp0OTqyl3Ef2aoNY8YI8MGwF4bVwL/uSJ5+oLEAJtMDe63+v/6muzME7qxjWKEr8/coSPkntrW2SA3OA+f6SzjDJ5x7WmyaREgwcTmzgImDGWeiMUphDsZP1Aa87SuglkVj6hMUVlAbQowAJaVDNbJojLs0SDUh1JiEOCmSUSJikFUvGcrUwMoAqZbDAQp7p1ZQCGVrE5N8CCqhlDeJm6GS+FQJ1IK2YD7TKElCDQomNpEVWiGPCjTeFkVZi5xUjIA42F0DHUGnEzy1MlSS9Uc6EG4iiASETo066HhqFL5EndEpoiCKd9dsvn1m1smUsWP4bxymusNEQlIBpiM1EEgrrbAxJOqdDeAgMYo8aKDoygyZ6ijKpHK7dY8vQ+hfi6ugeh/zsicBA+JUWTBnzYRwkZ2fDItFHJWBxH/orK/56YR5eZja4CTwIi87nBl4cQ1zSN/G3jntRAxC4JxWKpO5uvroJZR3eUEvuV5V0mBGmhSEY276lyBBI0lk6Xu3HJcQBSSm7/4shRBzOg1LIKVJc5Qylw0RC4mmWOJOARKJStoy2J1FmbWIj6QwSLUA5YWoQIjgh9L0D3JtaiJppRrqAUAWKcpIxFVIpMjHReGRUJqZEBuyOL+vkJEuxEaZCmElagzVbJjRFbjArEFJCUnPNJJICSJS1+zZIiy0oxxNQtlRG5Q8JDKlJkiNLOMUCR1RPA8pSMXQVD0xJCmt2mRVNGZhmeT1G9/As/AHIJ7lR8DRLqi6AjgP4c3y+UCmEk+LDvD8PA7Ehty7U97pgM3Tq/YbnBXu5pNmZ4UdPUqsucOds8pFlhSCiO7NMpxuf9RFOl3K4smUVDgFLR1loPp2DzIv9AUpKESccXEQU3zQkS3mooNFSaFASlgKrnhMkfkECQKkc2fZbKmL5e5RWWrkmK0SUankLc5ixGvOxijIHe2XmOIiy7PgzA1Re2WXA0a6usyDDUYBH4RVxC1NlICEjcVY2SDlIEUmC6K7nEWYUSBOBZL0cWMv5niIp9DLHkjErMZyHi7t2moaNuRdrSoAOguQZLQrRQ+ChEKBSG4kUA7qxkFkPZKzgLvDAp1iUWLGBNv+jQ0GW7MPQs+Cftu2NEwk1PHhjFz3TueRYz5WVRADVdgO4nyMEM0pVnhiXJcbnAF2+Zb388Ddw5xsmEexDLgCco5qOZjGqeuCFqruXgBCInasH6y4EgnZIkjENdFBCTOicXlKlktPKqo+2W4LMQWGEpCQeMnUTlFrmwIJXT0SgeajCiSSsKAOojiUaE8eCxJWhlQdYe/kJ8ShboY53LOvLsM4eMCIyy7NmoWyya5KxukEpcbeSdymJLz6B/LihikbwVwlSphWaosmIRWl7GJiD8MqRvvFE43dSy3wdCXSAqpA4uIGgShwlNw39mctGuqdUmRYUxiGiilYKEY3cTALIgSUW8H2SRCLbtA0O20hSFgvH4MZjibTI/3fAdwV+Ed5oOqMdabAU9pOU66w+MqODpnyPCIdJk3gCM+pN2Id6aEbHAcvzjl+v+AS8zQCpl1YBA1Jiz3CEJU44TTpOzZ2TE/MYq8RIqYGJaU1r3ucbAMzS6iEjCXsFAsB5aYCs5WwaNS0P6oUYiKHtAlhBGnUZiHuaaJLYmcrROEapGSQgdVSFBGqlWthMpzmnrnXMWq1kR6PTawIgbsQpbKrAyarZ1WTMieaGcWMkVL6HE00HhRV3I2WdzKsZFOwow+LOiTGJ+I01MT9I6SMWZUZi8CQOBUxKmK5TIMkIZFYmCKmetRMGFm5tYMzT+wzTqsP0wl/njaubtjOwtL7KISaJ+cHwtxNXf8ujl7QXKSph1Ni1lybaXBaePJZIGeDrfgaZapJy7kKjPPM39qayMEhPWacIkBkQqs9MSKFiN2O0Xwk3JNfhJ1KQGyLmcQSkVQzFXs0zRZLNWREHrv5qobLRVQkMlREKRTt4R7SGohI2bbgUrKoGamKEblgR+ISsKQVDldr8CtGv4TEqQRJC26UYgRyd2Xezaop9S6yor/SB1qesYc9GtAnQjsFY1YIJVkjzL0MNTPZIdVd6qrJXDvIZgVFn0CWQkeJW4BMtdOuahF//xbfCD1703UGxj6JXR4lzgSQtTG+zI//b16AzChW/nR0EC5R0WKGjEVA5dpsg9PCOc+BH13BzPHk5VTTjHUpvtxz95RLZiBQDg3NWewueBKWAiYmLZRiIeeeh+rEHhXVNDPKrkUSaEWOaswzV+0SN4w40WF6vSOJ5SQlUdR68ZVKLvKuFdjrqrIlRAFRgkDYZap6vINiJG24faIJpRnLiZR6KkVa9mIMu1k1hURl8RGxnFXFLiXHYrGXBnQ7tY0DtRl1TUZndnUBBkKOnaRcEchcuz59GCkU6ZeRszGjan9Y7USJrNABxhxfDvFev+W3QRYzSOX/ifAUugfpLjs1CuhGDHwj2sMm8QiByWhw0Lsx3OD0sLf4QzoZ8AV5CgP4bcrZo/UX8yoJxAMVvYoSgOWu+WiGeCB2zM6C9grFDo5lKv2ikrRsTO6oDByLlT10IKAUeGkX6SGt+rU7j6zImB5KHppgKuVVPpIkGjXFHkOQeyplQmbYDTmLRK3JSBtsp8nqsGVdDl0JsVxagJ08SYUsEFG8m15Y7gb25AQ5i7G73CeaYCSqJttkFMTo2MCAEEWGNKS011ZpBgSJmW9VauHQriIpWZIN7sQxiLoJEnP8KLADW+aBZm4hZwniQz1JGP4u6MxmHGL6YLB0LbCzJ13+Zrj/u+EGp4dzhYDbXnGcMkxy/WE+uUSC56pYomDCRckI8cikJlPimeq94knc9XD3vMWuxFSXRStMmuu0kqK07L1alKYIEa0nciyuQrCIk5Tk/EbAbksS88p1E0LJ2rlbKvSi5at/JCprkDFJu21GV7py4YWwbDH3EQQJU2CuEZSiqJVY8qHdlOQQdcGEjkxSMWyeemCK9oITYc1E42AzUgI+ERDaZMFTUT61SLElZ9GD5EsF2tGFNNsv0Uai3Fb5U7i5y3HLoPd/cRVM+4+oFD85HSP2q/5UrvJrzlKytAB0vifQPlAeD/qDIV9Z7cuCDc4O17YCOT0M92Pmc1eCqYYph4mXVM9BF+UVQqEQo+gv66SbVfE5RfvMEI+vbhNMZR3OOz7L/VQt11HvZBjLFeciUzB5ZLHskCy9ZJJGTOFv1hyP5C4u1Ypk7lknyURdUE9kjWZMJD2RYCDxXnimIZX5aIMSyZgQzcQe8lIphLKjgN30MItd8ibW8snvKYluSpDISgyp8+hkiHsY0EqXXSRbo04sKSYW5UJghm4mhTnIRaVHjX1lf0X/CXJCWHIRMN7rVyBCSt/YpXU91dJBqTD8Xn0OjpAR/LAn/sGYVygX19zgNLDzSSCnh7uYWpoynD5IvGtyZiFITrXakhSTLfQ5R7l3FM79yKgeNKXFBulIgqBaYQQE5WqSVwBy1RI6spJGWBI9zIRM4FlEFgKzabV60k/w8iaJfMxRXXYr1AQeKATigvdSJwvSt1Wq17pFSKTCoJx2avpg22gp0OSYUBkpiAyoJAIy2U+xQCGUHxv2ip+KqlYUlGN0JRpilpQJJJo7EGOR1OAwk4QeFuUFYzXNsioglbyla5rVc2dCknAyKlaVsnlm/ZHvA4xJfjyM+08CzjqyhKDzlQYM6ICO+699gcOrfV7kAVOo0N3RjTL089PTU12HnBFtcDp4ctY/BrnHx0g1abqvXOFMo5wOjTvKmrshWO8SDNWkQC6pjB+AeQ2wqNR7RUCSCkaSyj0ZwpWDIyY5xlmUInFgQaoYSLyD0LHK4gHOQ9kV3eSBJ2SZcmI5+ABVuU1IipwQ5p6csJfKMpQDo0IIUB5E803KnIgLWeQeJJcqMo5ALR/2VXXw3VfTuVs4uBQoHOzscK8u7yrShhJSVq6wxCEAU9Ytxs3js4qMG3ndAMQQlErIkprLKEmWuxGLqEMozqbI8LHdeFn5omNgmMEdoajN3kSRl8LZssnhHOO+bhH16S2JM+qjA3k8nPeO+a7+wXg4mvBB6LDb4BywdW3mozopXMMC1zcz5o0mENBuZomO6dTtYIBDWalxw3wLDSkFzkWgvTYtfxK8kNduxBzWo+pBCIGQ6iqSsMSRdNQohyXmUQh9+7LSGZPEshhxU9kN2tAmzBRXxIAFJBSsEwIimdIzEyJqvkrYId8JRvOTJ655HG0VRE6KyyJRVdoplYJEVSTBu3yK+Uytmco4JB7VRNmohtFMpWUnmxkPDS7/4QoujvboEGW3fPA8mEAcCixk/f5kZYRlZtJ0dfrEpGcLrNVtsjkLsRSdUba/ilPg8hdGi6D+hQcvz83DTPwHJ4dlVrxV3iBRWJcVhSdlMrckp3zc8GAUN54ROfp/gSknyw3ODg/zJZ6ng+2YkUiYYRZ6uiUZ04ozTAxNYi0hTUoFOyJT3hzuxsMojMUc1llgko2RrF3TN2s3m62gZdVemMV4Lig1T+IkJQc8q9hKptzIc2eIKxcx2qC6vDiRRBY5a4kmWgIFi7sVKd61CTTmEHBqPnQoiQyuwk1CXhguyhBqUKbEZhWLAePm5nhPMdZEm+qMKxUpUCYSBVbphgG7jzAVFVKJiZg9wy4Wyx5HeT9Pn9yiBjVWZRzYqUme62aWNiVmf0iONFK3a5TKqlPjYFkbo63VlZVj7gL3XgGz8HHpuQuDB4PpQXdXBGGcEapOO19LV4qz3VnvyUriGiDdXvy/nEy0CPD8cPcs70Xd3eeU0uThzPE0inWgJKaYZ1/QPDE11WJW5zevV2mIJi3MU8w+U8Vca95cCZPEWYn1uTDINDe3kOVhFHwpUk90kayalZmmtRia4rtkalQuQdO6xZfUqgALwZSOEuVaotAuOwi1Ewhx56TJDhPmIgfDykFjlcyjoUy4SdmV2B9RQir5kRTzJDNytaKLSCSugtLQJl1GkYAhr2OL6Ew0Sx+qlZX/XAbcUVsLZ2UKsmoaiG52CGWTVWI5fRtwlUV2h7NcMbqy/hWu9++9R0H/EmC4pLmokHdtAwXw3+aE8GreJKvyk9eL3zI9nZR6rIydTxLSFc77ywangk9Ofxlwax0zcM0TKuaPktWfR4kzKYlCkZuFzTP952IJ9yYqj9WfByU3UCzGWa2ySiffMO1jFamklFvPjlrbp6HeflVoSYXKpPBCLVunCYnV1f/o1wU+U67peVVsNA4LTJIyZ0FbNFpojH0WoVDwtQW1RF945umzT25rlcHcHDAar4Yxt/hQSrEkizd5RCJdpdqihRqqIKVk2vt5pRHojBGSOWpEw8F2GybBfzALdx7Eapi8raze2DriX476MD2orwEaFoRwvd998Eds/pXvdMjf05W6QJvy93XzwN/l0SoUETXaF0KQkWGDc8P90z4LM7psL1Kmpw5Pu/8wMTKu396aiRX9c0/3n4tPspj1ZkrPBeDgBO5Ki46aX+dq0n9kFLFI+udorWhm9CumLlqLZqOjQcdGVHI5HOZ1uirlaBS2UsigPZKsj6i+v6U7LUKByTCPqDBSlfqkmXS2LIRb52crMX1axP2xaevY+aEkBcfsVxi3TiE2CoGA1iaZmsSDExupQsAjtT9miZbu/oc+49kRU6l8dqZU08DYmozs33i5/PcdM8D/DQ60gxnKZHrQd2tDhn7S463geOMBAKSZfwQh6Eoff3lMlrhx0k18pN/VNTgXbF076cdtGO555ujrFEe3IXbzTBKa1PKV7oVEPgV/HrM6iZjCP+f3cczkTryv2K9xdsvqE+9yzXeoq9koRhYHthJLoLKu6m5TUhrSpbObe8GOoENBK0tWKStInCnLPS9ixRwhS9VbPTIyF4VEYtP3S9mALxi8oKg+HYyhiJQGldYit4iOqBUKbK/wbmP3U7Ac9WaV1f/wUKFh/nYhCbWkjKtmyuEMajas3oIYJjh+P6fN2VrNTuTKz1mXG6CiUkaAGydcEAcIyObcD/+yowI++dK/TAj2FIqO9w7qv0eH6IKIEnEiIkX+ek5KBnu/g+kkbyY3ODs82DvNWfDWC09nOztOKK/UmG2cdTHzujXgAr6ZgXhVeyOPl6UsnxrcZEIlGceenJTqHW5AibXSDlM1hwgXGn1CyHGrmotC9iIqFLYaVIuImI2AovL6iIZEjdxMKO1KVRcgF5W5PTYC4ZC3uoXFYzGqCCIku68ddk/jxTy45CCpm+DDJq3U0VPSfGI/B8G1uSncIBLcbrNWtg8U2sURFacAt6SykPPIw8DSf/jTNwko6TpkUHjWQV+HnGakIxKSiBm5SUxHIBqdGB9qKE8pzsZb9x7wldBwLIt8y3SMUG18gICM4d+CV77U7o7vce7e/WcAH7t+DEJ/BveWNiY0OmOQv/jAxjsfaJOdJdXGSKazv7hrcDYYfXLyd6PurCMOWFuxc7LTwJcoJxcLQOjmwMe0AmaG556nrgRJoZCLul5D8ByUri/hyAIoNsMMx88ru2GT0xZ5yrBJqUQaT1DFkFnX4dVhslrCyY9SaWVYLEjSCUSJmVCaA+NhahXRBanSET8LSpVD2qjqJSZZy3AHKlVh7pHMS49KsCB1qlROgQXs5hJTMawC0QfDsIctCBPKyKMUD2rpg9XYiqAM1Sgjn3ZU+CN5SNIKidht3zh28byZYtxj7papNqEuIkkjoahDDO3cMDQcD7XGrNDmwVFRqXQWB3BRrcFuIvxTTj7fBzjhCwF5X6IXveF8U//KxoMonFNwCtTP8OE8Vw6qFyWSIo9I2+QgQLQO4j++JqY2qcrKbeOD/PGvMt5AgbHmAi8Ctk/6D0lPb77/0YcB/7XOojAPyVbuwvtKASh6D+gVEnVW0Q2FkEhUISxgHumgEyf0SkBVIrEgygoY/a8f1LQACH8Q6CyEllJBV21V1yKYoZZiD8mjUJ1nSRAFZH2hmiLommbolwBzBMJCYgB47qWFPErCgb5fRi0Hj7OkNtczLVsEz6UFch98+IEtFVECsSx11CL44b/+9t1bG1tDRIDTg5Fuvg6JlQN+b6xDl+v6d3cFVbRXXtZS+yhGboYR/J0LB4wCGVVSsv5HuoOZIJP/1aQKFf4RWEPPRzc4Gzw80c+Ctz65/Zt/+uW7v3yK7d1fvovk6S9/+U+/ZCkKzGLzbvq7ABcgCwhxEpH9Ew1gj4QiwP6djEJMvgQoUnDlKAt1csuY6UmMPIi3sgneLWJeoEh+Qwo2lXSAiL0IRL8kIyyJBAqV+siLLHkuB/YuOgscyFOxg4FEiIYIW0gjMxVZmNdeY7+RJrGsMjQLYAxMqkyWDDXiE6CAUiQh4v2XMH8r1DuOpMmVCAtKdGjn7Enxd9/9r24V4Jf/ykxMZGKCQblohLhipfK77/4Wx7/+9l/DHDdlnQCAMhBhBjCHNouK2EQ8Gv++++cN3ZcYwiHBwY0mOAOdHvDqnK7mgTQejoDwbzm8Kiro3gI4nhZHVp8BOyQMTvFsCiaRDGlyhMjOZNTE/wJOAJV1Byqh3g9RGpwHdu4/P84Fbm3vPbpx4083viPYify1hBiFW7duJX5rV5ng1o3dW6AuG6rF9GXSFwK7lflPgd7606fH13he/pHAocshwyAC/dMtWOS4BckQZYnulhqpq6GHGegtAnBmIevrT636k7vxqw2cAMcpJ90dvKCuwSllBHZ0vJU+bRxPuhBqP1l8HqG6hQy7Cixxkg1XiGhTd4gZafaBd5BJy6dnIDh7jbHBGWF3b/uoD3f0aO+jjW82Hmxsbb3U3s+6Qg96TCYb2pLiLAqZx2GpUoxM4KJKkefhJDOk9V5lsO5CvTsJ/KUbagChUtjaAADbuEcEKLYdIaCxcGPjz9+giMUUylTq0uyZNYIYe4d1hcyYVhaP3NkO44ANfHD65NQ+ApuHhEyJhKizendSU7yz19IHXqjuTlAyjWLZnaF6DM83KrEtbNE9DiiNamTrDryEwBZ6QC6FJVf2b1CWVL1vUGdj48/YmMY+20JV/mdQKYvSywcP6qt4gvF0wthv9k9+F0BRhQ8NDFA7MQsUsV5VOqWmr4WbRZDJmHO2KVIhETZldjTwXxA3uAh4ure97H7w1qO97bgIwi8ofSniG6re+Yy66BVUfDDI9cdcM2KHnhHbSXkntVTIWUyIBVy3kCm/sDt7uoBjqa6RZlZ7R/R3L6fhVMakwQswwYfEkLcBCQ+GuoLzYDj85gGZ1FKRxAdh1DU6RdH912gSiYrjdp+rwN4r1M0rJO6lUdg1auwhLHOUzYMCLzEdHNAESAdq93B4cMB+RquKjf4+y7J5IAyNoN5v4jTujZpK02m/SHgHg0OkAWBCYAMBbCopbCgQeQTIkwcJKBkgxmOCzyEMZEPZKezDCew9YC3QBUrVB/iIuibQsD6Ob755gFSNof6CJ1GOgeLh4poexkV5QFWIWK2EbLVvNPC645jhID/LoNWAM19pB483gksY2eC8MHl0bW97/p9CdrZf7F3/tAv+MeL4UPFh+2IFEX2rjcf8qyzdIPNOpn6ww4kx1uOgVMThn/GkLnZf+cDBWlQTLOFLlze+OIMkPkFRlz1ccTZIxvCFCUFUCQ22hblq1993+YJNaokadphqt7ZyWeM3Pn9vNLJlNCfEMT8lOUGbdU405tUbLkI2iFxdzAkCJdkVthzd4exlZZDiz0CBgkw9tVMNZHOiDyHrWtUhKUokCtkHtc46PKwea2Xs7sM+axpNJtjJsTH3m4RiSUVSckxM91/REo+mWkg8K2h5QiaGLQevNgnl6QgOjU2RLC+AjfhAG4aNZd5fFQtVqL3I+VK80RRKGHTS3B1lBHwg1NEIOOMHRoekITaVn4h+k4GdnwUSTSaQ/cfj+DBT+DTAEYp7wypGKxI8gIK533nM/2pkiHiTUjgNz84ViE7LykifKNrLaTVrtsHZYfjw9ovnjx7u2A1+tvPw0d29vae3Xz4tvxnWZOaYa9g9Y47+BAoXH1enCTtHqiWzqFSEAphA/NqtSQE9kgpIFs1vkCvZSqK2ANwTmcRgiKDpp29+LiAt+gAtKACT2hTBPe/6LzWViHXSwEqhowI6hrKOZ3cv6Cl0zkKAQq8MKJ9rSWuoKR0OG+Vj7Kjz2gAQOzoveQWqAYIJEUxU2msev2forhZAGp0gtBWSBObGu87ie8pIghw8HC+dO4QtnxZOAYgoYUG2ZrWrGvO6YBE5mPvRMe3Us6gGWoKqrfDJaJXhKKtJ2+ACYPfR3U8+ubQO+OST7UcP8dX69DdbPwvmmwrVPEYsgdQEBg0MPugKsLy6+exA9Mi5eYaF9uMAOByOjQHjyHusHAy9GWD+zA/eic+ecCjneBUs8ZA1OHTvAFEbInOEpPysEPSf+RNRFDtnXtDrqaGTmneXEO+fQVdAOnSV4YQKc8++8o2dSN8Z7Lw/eHvBZ/vGAie1ZzsnIychZ/KYF5aACzJi0fzvYr1FkE/4nxQovfCtIT8Q4JW2QAEcIP5VhnAM2ezy51U+ekCPbOdO5mE885rlBcArhIGiGijwIiA+NN1VhYs9Rn0ZjKk5nXR3fjuoPqfuIeeuF7MNtpsXdf4TDlllEBkh7pyO9PRgg1cM1wfvn/Xl0T86wMTEcvWsU8r7FZrSRJgTDhC0MI9pXK34Hkj+aP84B7qSsGB9vFJY5qXpOk7VFDg/j5aBA9CVe1Ecf3iRrHSLGselYTVtB7oEGKXz4zqAaf47G4NR2JzA8Cn7UUDuWZcAF4Vuao/+wUPYrITnRRd6ur/918d0AGY+Juh2MwbkTWpSGrxC+GBj96NAG8j5eGHqSnV9gSqX8hgxYd5BAJRrPf2pCjJO+047fymevyL47mBpeISGnKYtCFtqcSzo2rfm+EFuMqz7GAy3YYGjMeAL6OggUFFTBH4KB3lAg9dOD6raTwO89svzAfpB2IwLlryZAXvRGv3KDeCedk1Ua0bDMiTBGVa/B6nA7hKVCedZAO1V86zBK4KnT4dvB/rGA2KF9Hd2Xfgqzst/5RYgg4u4oaeiZ34d+gAwn6e8Oe55DUjx46AofGfgG8CL4aStNiDyqizRbVR+JxxBd5e4QHa5ciMLAZ/Ake4gfnShH3YgQf346Givun10StBHjfZyZ9muFFSYJhUnA7zSqCf7sE1018L94TQx3TDKGROmZgFcTCWyaJIZ5+DpPoAGZ4Ctnw1uL/xE3kxQlIFZHBeUOC1jxuY3Ny/RMArIQVvssuT7OtbJrkGxTvhNF747WLbOTtuQUX2Xw6NWRgDLGWO2MIZL7wTe0TXC2xx9KZCfDIHPF/Kpuwga4XpmDZ/UtcgCA9YF58AR2vGlMDolQPfp9fjMoZ6EZHfRkFAEFoieB5wDcLGjqtJuhYEZPzZ4ZfD24G9uBPo9Ar+5v2/gtFSgAqSLUnjewzxe2XYwPdDdxZzOzgB1+xkg0pGlM5t7TOx1guXPyCU9w+JjAAMTGHrs4ch+K4SqXpBXgFcDA/Xzb0cCY7uTfEGgOjQAdc4+HBOAji3rcx/gSHkVOCPAGoIQHU2o+jA6gN8sisAE7O+igYgGKczlywgpTtXjB6XB+eD9G6/BRUC+SqPcxfu+gPXHdK1ndT6REF/h+IrWBSkVCpRLgQIGBAwMSo8mlg/rFwIXaetoOJmvoLfIQWDfhaiRfMHKkvuwDM7KyEGg700WAEOsE3QdkdQYHpDB1EJA604223hhEV4U+2zY1vW1hl4JBUyWmCnRNZjRdRWXKghNKmDAuB50Qn2yZjY4Ozx9+ho8Cchzh0DPCFX0cV7AnOvPY5n2V/h0qIfL5sCPuwXI8VEpvSSf7ALMOM1zwcV191ig6z9B03kxzBgvjhkx7i+CBTH+lAFgMX2SLo2nei7vKOClP9SKMYfxGa91amAIB2v8/PpxWzQWlRgJqPoQPYvWRkv42xk+/dizBS1wY5B5xsHZBEv9b9UGrwZ23h/85fsfaF1ECfxsENq8enI20PWWGIm+EZvWt/ZklM+tzUA9o/noBXRA6ta81smxAc4p4Lv7zPqL9QiIscdAhssLSgzYIjugdeQTdQknlrzKFqU+INAeIvaDw4bTHul6WnDm4MSdgr24O9ubFTHdjvCw+MT1efu6ZYyN7pWI5kcCE4CHReE8G0LoyTSIDV4VjP8y+LuNwL8/OK/7K3DiiT0H+mpGjobMzDoVHcRRZFFL82q1crcBM/3sjXltgB1afpWwhrgEqLu8WOf8Ha4cQAnYCtLBga6JBZz0JIBR13w4ySpli7/cZdDGP9w4ykGdDPhj5nLSXTXQH+1sj7r/9qCExTEKQNxeySv8G9Xfhv4ZdBA4TLx0yF9zVxU2eFXwZPjRbwL9AULve/Rc4J9kEbqX+xocALAmTt25pdcDxT44W6LT6N9rrPEfJegm71CXc7WgDdXns3jkOtGTn/Lx9mplma+Xybc08/3LBPD1s7zzXVrm/xOhYeUV0KWF7stcj6rK2Dw3kcNh7w555EIZnzIP6HBOPrY8LhR2w9Pg1cCHuzfeD/QHCBfmVuizPL27mCTAdXCyV/HKQlCsxMBngu/56mnBVw21Nzgv9CydxizXOS+XlUiOeb1+Fw9e5UROXhuvHfIbixcRUWexwfCPoGhT32Pne7zAYW1XQ14IdEvn21tRHNYJY2uJkNs5+a5hDhJDmTXyJTbUn/kmbvAq4KPtp1cfPXny5Pb2o0c7r8ETMd8fxAScm3VDTVWua/COCTl99WuKTDeCRbs4OLruC4LZSk4YlyGiiaHLEWS81BuBhc2viKfrnl9JWOs4XiPo9zRm8bHoM0PEft0DzXH/VmNy5Pm1xqC4QH9DsUidMFbra1qJbh2+E+aAN4lUavCqYHd775Pbjx7ubv3Dva3dp0+fP9+7uxusNwy6L+yYnh2YwJS/AeC3uWb3nJy+uZFixSlUfAWzN9tYY2xJ1/pzw4yh8oLAY4Ajk47PGSzNuIj6ElmB8qjcXNVHQER+M58B39ZoRHkwj4najwJU4d7797kCWpPFBa2tPnEoQiW1dFtcWpSIVnb3lSFGa7IoFYiC2fzfqwV4v3l3B+KT3bNPmR8yqNcLfjc60oSN72jGObEqFqyAmNq8zj25+B91oAVlHQK6T2mRY/luAR44r7Z1zeqwgAUX5Pj22AJzCgvAP7Etr93qPgR8QGnedgrrmKh9OfBdhG4eLzoG6OfBgEVGO9oMl+rFKyevfoaGNIWXGiMOZ6D1J97gAmH3/rJgb2d772GgbxLE08rzazTmK4IATmMEgBIJ6gLAQpT3q5c2iMsVTggLHG7AuU7zLgKmB6UFpZUlHutgwQU5XmUrcst7SMAQ8s0snTghf6XGe74Jc2bOOvRT/xYYgLSySnShzU6GGFpUSc0rdBRMFRTQN17aJAEDBQsL62hwEbBz7ch/Snp0/1OP/6vfFedrYSCZ4x6zn0Fl4U47OqFa9AIOLzH9lyuiD8jGv0uw0dKNLiDxjV+EiKAcqEA/qF82jagb1Z1+VxVYJTTvkoaMWPoDsNAGve7/HElAVAqMNXqYj0j1Nx+GEtb0nxw2qP04yo5O1XIwsmTX+1ig0fN+Bl4H1E8/EsIpVt8Kwxj70wKCvSl/C8weVtZwzD4qMAMSzgrdQa03JcnookoA2jxhbGkaukut8O4NLhjuPX/yINAlMHz+hO8JxOelv3N4pQiXM2MY/d3DaXSpgGyGjhm0XGUxMsaXLzIuJeR8mbBmIjd888M1sIVDxR8QYXAHChGsAv2nh7vAm3eTKX83oFd6UJln1HRW0+HBVGd7p2hVhSCFZdhkkX++AaN6TQPqxcixyNQ/NBD3zAkv+LMS1uuXE8PvkKCxjiHv4xwVSKjHfP0yb2HyKQ4PQFiES8BXjNtMilP9qpqSFlHUyJppOBDwRsORgkd0nMOATvNhc98rhRQfK4Zx2NCoD+E2YByYewObMCJvfkpAReiR77RUP1ZCJxZ5d9aYgMHs5TWvQM8BUgCDkCT1HUmDVwC7T+4FdgRsPXnKV6DxRhsm2AUiCBaQ8H0ZJBQKX6bh4smtFZV5myc3QjUD8peg81cEk9z5Z2ugh8iDl0goHyQeWv7FDK8aWVq6qAIVqXnxz2dAT9Kq1KJZ5LbOJpEmiWRBoUsBEj1HgmpZeSkScYWCqFyQ+BYTyKF9ICJhK8HyAIBghJZ4YJVXKXbojSCiDrtS0/l50DYNkKm2BAcBOQlRFweXXITZ5sdw8IIhP6DpFn/SscgLHQmSRzvpqtAA0RzeKcSbg2I/FDtK5OGG+T0ASKaA3o5fAwZ4bvpOBr0NLhi2twM5Bh5dvn37Z7d5PLn9b09u337yb08uBsF2+wksEwEBG8mSOFa3hyhzsbNp4jKVeeTJ2+wgLSAF/NtPgIOr/QlHwGJiMoU4i9hIl6aGCXaAy66pwN9W6clPQCDCmkKk14YlCDaoSOnXbEjoioENcjYIeSbgcZOCegOtU2I/Q4OfaATcJ9G5s+2yr2qBqbMWIJDgAsfTJLb2bdBoEoiNIeWwsI8qIP23Jz+RiNSBoGQtFlkPZKXytntsE5QhlyBJUW3RCQnumXYGm6eDUGBYiYAsvRMiS/glhqjLoYvd4PHow4IQFsMN9oLSg3FN0AWZBXfkGpwXxnfL/8AdB7t7b799+21MNRw/0YH9vMjtn7x9+9dPbr/9Nii3WXpi8q+jcJTuDMLVKtQ2ZRI7iTOSRyH/hv5h9aAEzbefgHz77Z+ATQnwCcjcZshQ9O1fo7lAQSf5Z+LQys9E+xktoTs08G8swix7x0UKAqs9tlXqlIQBtIBqf0YSKKgL1apAxq/Vh19DSU1hC3hwQNytU2FAUAc/H6bcfg0SG89OuPXqi7sIFhnYKQp9DAzbII4k/43t+gm9osZPVCb4wGVeRZslkwT2n8B6wjLMUositsFKOdDcWb9syzAbARZUJYYGYrRQ20b+oOPkEAqIUJnyvBrg8K1//hpQKlDcppLFMmAMtwk26NO+F+V/MgfKgv9pZHGk2eDMsPXJKf4DZOPFW5yHAOVvaTsP8pbR6ywKxACdiAVJyfwY5C9IS7mz+RcQAbVkH6FSkTES4LJSAcWVyz4LRS5SVluqfusv1nAhrJhtDVdnrJAWIZRjxqI6yiw2Am1KhLnkkLqJIdG16rRY1FrgrbdL/apIjash2mdwC9w0tlCySDE0BLFMDkJaEwV9EKETDgAqtVJihgZXVduSWKqtE1fHbm/4ifaTQ7lpjdgRzmjst8vwkrCo8x6Q1wwF1QMu8nHF04WOHWX832cC7zkHChBvmh6zwQXB8PlWYCeC4d47b13/WHvARSBvYQujYZipsFNU9PFbaUBK2ciPr38FxPhRRgyU9CaD0KaFBAqToQyiNGtZADIgQVCNwsx1ihKx1BC16AOOQyyLxJsYhqzHWTBDBIn2rkGnxGQxCiwGVzvLPfgYIIEiwh10s1MnbcVgciciEiGHvhAgYRQUEXGIgEKib328hw/bNV+//pWMZzssGRkV3trY0HXAU0DxRw4BEfUh6x4JLBcFC6THjEt34jNZIEgfOEOW+QQ+FLhQtcE5YPjJMXd/Z2H44h3OcMJb2j+mg8FcI4b09BRRM7OIUEConLCi6x+zaSzFwQwC75DO4hG6oKAsoJmejncuq1lgnZS1nPgkMBddLUoy21KYAFaJLAgoLWxVRWGqdjF5x3ogwapaboIE06hyMdlGgIfodFiXZiZz6l5Q0E61wkO4h4MCXxGhiGypN+4Hy8VUhwnJelFCOXgeHNpk3tEBHpQaUCvZlkrZkpQPCk7wzw9qBwPPcpxv6c5I4/Ihz0vrK4mzTzoW+fpnvJApKiVEFMyeRdcPvYz9qLfusze4MNj+LJATw8aLd9555+M9JIIOS/S0lHfeua7URCV7zCxTJAtS0AUU7URYLjYXSfYokgzcCUpoVR/gdMybNVGw0EyBTFDOjBi7GxqZB1TFQAsF67pkMODGiYsEO5pmLovBopC55QCvcI7BgKpKFaRLrDNHEYNkiwjcUfBMd0GEzCntTHUFmiKgFVs1FL4AiiklG2lT1SfUKsCzR0RxJvOrDd6fj3kNKBfslkItLBxOM34NbJhxYZP0b/E2cHGBdTUlZsFCTy9XmSv+uV9Fg/PAo0eBnAKeXvWkvvkOd8DN6+/c1My6KeJpKSoUDACRAGEfsyKRjjaLZH7ZSNLaFE5KFDtrVrccwBKW8V5YBBQokTQyZTykaDAWdg0kh4o0hCthBUgTne+jW16aQQakkP1Ucqb2oNCCrzJzGDfvBBiRAmyEKqYVyRCCCgJ3qAWd1KBnGWh2TlAYuRPPcStS1CCbDOqbGPBxxSTMCYCEvauzwxEIbnwDX3Iad1LJlh+czHjN/p3l+I0kFRUBxrXCLhpMB+mT5Y7R0QvoVstpWtvgWNh5Hsip4O7Nm5jcNz/e49wC4kl2BgRzFzl3FApeF+ZUjkJkj3i9Y00wCTzSOQRdKXzu0FEnY8O+F5yyUyALNpCb5JFZRWnZnDH/qVWwXw4FVYo8hkU0UwridirTwqcRSZKqvOA9BFuUNUYnxT4mVvdAVG5MyHAvct+TQLDeYX9MRw9JlaxtSgRJItADz+aw55ZVa5c6JEXMHYqmuxiCwFknD29ldw+Y7CEC5M835i/cLYX+/3xKb/51QPV5az5sPRPnde6tr7vwRnKCrxLyOHmDGxwJG08COSXcx/zZwyz6WDPM888UTD0sAiPHU6B1WTSawIHkp/wOj691pKZC6CQV2Qq0aNGpawFjz3bDJvaerhaN1qs5zGjBiFJhUb/llVBKSzqlccgyckRnPGDPLKbC0R/2VCqWYQ/FZPNCCgf2aKckrc/EtVFXiO2QICK4boOIIRFlS0S+HEu567QWevWBBC3DdyBbEgSk2iiRDeQWQl2rvdEVsc3ESb8c3C7d++lP37msz4Uj1vFQLRS9FzKLnjCqR0dwfKR9FrB9/PH1X8mHZSx3AqijvfFwpCt+Q/36pIbKPyWaHk/lfHqG0I8FO81y7lwD1RbRG5wR7p76AqDhwQvMom7mMuWu2VWIOduWUJimkqlGSOo4QcR+gopi6+/KRK7kmBRdpiaHSGam1Vsf6fDKdLU5qXrSCTIvtQgrhGT3cCKFGlkt1NnhIUISpYstyt3W6S/COtz7zMbEu7C+XoV2MVhfOA9TzOi2UnXk3JIWWsKVdFuFeqvQbiuGrt/Ysu87OGkQOCOmn2bAE/auAgLmzXUeD1BzK3+GphwZAYLnfbYZDc4IW58Ecmp4cgkTSJNbU4kpd0x9A0mAyxYhzFD4HUyE3/tSA45MxORQ2kRJmeadGgJKAWg26GyPV511iRCQGevrWkzMd64mEnnXNICkIAKiCixDIdWVWoGRhgpJwK5DgjKQNYCs9YyDAsQkKI6KLjDp2TMXRaceIgriiGaSkpKsMwtXraW9oGDMYdhpyWqReY+GvHM1pYqwamLxqihMVLeGSgn1iceOEppKabWfTCpaT7OEJLcTmHQCUU5ugovYpQoRMYuudCIn5ePr914ihvNrek4UBM44nvyzu+qd1wkZEwa9sOMklj9eNnSKvHhYmVnQoLHUedLucoNzwpMz//fRgxdXb/7Lzas3r2I+Od1TiozbZSwbLA4SwOU67FMiQ47U0xJSwkCxhFbev5By8+YL8q7uXQWC+Sx1cLldhTgNs0wuldE2mgiDIP4LmJevognQpGFpskpZldIetFijKqHyf7pSSKtCcCAro+o4xGASNCLMVYRY9gK1sdNRNp11w3AaiwaLBYyCrP7mf1qRKStG9i80LhW3libRGFnyYpcpECCMqklUCyTpnkjTbfJAxudHcZruY8HGqNlG1AtlljFCbDANQwc87Gj61ReQuPqOqGwxbaiZ/yJ5EmPwQgYpDZKpDw3VwhRQt0SNt+V3YBqo7IICJmeVaGBjUPfigxTFzZV19NXdpTjbxC7TCAT3brwc8kUKY4RyDuaOg1nPE48RjqbxWGAHUQwFSrkCuC/d7ciLg90pMGF0lGvj+Tp22ulrNTgb7J7wF8CLYHs9ZtjVF868lT0KXLmBzlAQiDB/gRWjstgogQqvh4LYXIcgisnZLQzbi/+UMRw0IASLhDullUrQGrKHhCbJlbQoanrIumHY5ftELpLa3FOtfMohxYJCihWl3AbgSOUUtdTpwM3DhtwGSEAL2UjsLLNSYRhUNVnuhxsTujMYd/s5RKqCwxRCaqxIaoRrp2eAxH/KICUxlKhFbfjPm/8Jo8TYVPmFHqYS1blJGTVQXO3iGHKUcnAlQ1Q8oSTQ67ibyk33h2EUjOD/pz60wiGD3QWD3THZ/cfWdZxEId7+ExZSiooaKhTYXeRCxQTvxc29d/b+/EAOBR5pxJfEzEL3IgIAC3MiiAGVz72UcBBvww5PRdcldBrvrOZbelSutFBZ70w5IUXAh1UGm3lvucG54JNT/QSkD5MX+Lr3tMTUZqbJxuCJ+2Vw9aUu3HuPQmXmBExb7Zq+IGKKyg6JNk15GhAiNUvYgBArdyAFSIknNWlYCnq0TR0RiIgmnsjWBDEqlDoFeIRZyQsoSWJKsXatNdgBCSwiUpUNyQqowHbaXNQEokm0FTQACtQ2CQMJDWDYySUzPJgMhKwbyRrsesKQyRLJFolnjhvkAj8XlSwkAgtK1C3RXRRZDZJCggrsoehRDbJUsjrbATaF2RoUPSUozxqMc2CjUczJdQukJG3WQWGD7LFC1UItAj+byze2+Np+/7ps9k7GHMCBzfvI+Id7eKfh7K0Uv7tFrqoyHZcL85m+6re+hMVxaBCpAQH/y16Dc8N5AkCGgJhFOaG4ClwsJEGHzYN5PfGA5YQeZ5aKrOwduBDLge10W0NGhSJfcKWFDPB6Cn7N6ENKGUJcUOsYZ1pTF4Ml7BOwKxHMqLJoklI0RHlFUopDLkPlcB5E+8lCCI6zXiEBpTnCDEXw/2fvb1orS5K8X3SzUQiePVEHgsjaIhSDgJPcVGUgVI94pFJldcdAHSWlUEARk5wIkZM70YdI0Exf4Yz6M2h0BnFjpIFmPbhQNE9zSDiXgmqohDM4CflUleD+f38z9+Vrv0iKUGRWdde2tba7ubmZubkvd9u2Xvba1QKg8ihpeUuxS8inBrgDCpOELPcyO04Ky8tn3/EQ3428WL6jsA84qRqS8SrByXsdgt3r8mtd/+lLD7py59YqU/rEntOcFYUCEUY6hFT8p/DvLl+9gPvAwYP+7Gj/nefRbPAc66Zd7Jn3fU6FoIR3Co5gC4qpQEusxUAaqPUdVM6ZMFXblhLvMbig5Go01K6tlmdARyyY8ywo62EudMQGqdCwgJZiJkBTqrRebUedhFIZecPXoAbKpk1WdIREegyNSEULg/KJYgNdaYreEKLUERJrs5wejgBxRfJydlG33gvm5bCzHI9CP+dcBpyIAcUfdY3eCRbare7xds/mhwd5FvA2KxdwbxifJfKBcMWiZ/GXqRVOICEKqhRSd1NiI8m6bnLWygYKj/1MHwp7tGIOM+Veip8W/YJa60aD7lJkECTkovRi4aeqUFVREe2RmCGKYGKsIPRTCxYpoMXdmvdK7axsWiMvTWQDtsdl7amkZMnYk4o9aUDoNtlol2QaYOEAyFnABhdbVjMzVt2WQ2O5tNgdbMUCh9cZaRZDQ1QEm7AUlQUmC8zWahREddmbgWohaVfL/iWIIP+wmVeQt9D6Gr+dOvEe3PA2biPTPyXOt/dFBAeUa4aC4O1LNL8QaSH0W/LQGW+/XsADYf+DfgTSwfbap5rlTDKBUedsglFTmWnyeFbW7KqKAkmcAJNm0T/tCQQyssKCY1FlEATeb/QqssKWOVn5DEdrsV2tNbXOhESLhVRadEWWK0jFcM2EqKsyLdoQgexkaHUaHsUfIPOoaEqxq7Ek1TyBom0LAxszgf645VGdqaqrCY21zMDmUVepFemDa5TAmlz0t7MgdABg9FKwpk9hEKimE3Gq76DA9AkNTgMVTa7TEaAcTDmr7L18pQ84oRmnwKrohPya6D6Eo2rI1cVGsBcer7izWx8D9P0S4tD73bBewB3wsDPgweCkOIOAFZ6pPt7MUgMnl4m8F1x1N2jWmeqGN4ODmnYQv2Y+Sj92K3w5OF5ONIDLoCuJ3w7FB8qFCb4cjGe0F2vrNlgZ7PeHbS6cDJpxm1TcNq+Ravp0twl9OJ8YzLug39p7w8ngNLEHw8rFrEMwC+aMyejq6vm6f8nbxV2Hc89BL3jaL/EJqGHddb6wpQFf8ytujf8N6Tuv9nV/glt/kmItSuIvTUxawANg5T1fgzUFV9UxCfI3dftZbOBiJ5H3g+4lrZ38bQ5wMDjL8i1wtttfNH4Q/B5ygvR+22OzS9H9/FgLGq+zwZFDl7vhVlex6n6kLUf360Fy92FtcjDvgLX7tja8HM9ylD23PgFrs02cB3Es30tkAkZXigDHk/dhbwnC5lUpCAyHNH2bxGfR1SvK03YMYNF49Wa3RoCuk6pd3OYiCHwo7K8k8sGwskY4FNvocPAfo62z9YMtLe/YM5N7ev+QQSrXtra2Xg4Olra21lAGaUh5DSoFdpPNtbp+90pGBvsSJHoyOF/aCk1Jr9UdH6CevhtqH+0Olt24rJJdDVOxcg7AK4nHgyMYJ9kmSLDiAOdpo22pOTzUyK4N1+8xwDrvluV9hZjEYGoA7gfu7/pg1Fdja5y7BIhxpMMOfxKDYW3rK9x6XzxAtDUGN4tTYE3MN6NRasag21toi8lQSORXV0cEgO3/Bwv6f8vRwvzosASHN1P/DafYsIpNxHe0k2JOBbf5P+y68RusF3+L9DHgZDuRD4Y3S++YgzhBPMkWvmqVwsg7k1RTfp0nZijcH5imW2t7W0sHWp0gSVzyavWaNSF0bh0MvlDT8LoMzGltKOlwXQF7O4PlJRFgnxSZUYakNSr+LTlSazI1tsJ1C+xtnQ12LGW+jlnD1ZMcbm29GFxuzdNG+1Izlo8RHA02TJ0DqcSuu23FRvjb5L7AQVVrbrQHrrDyTr+MY2BNKBV7W3LrLVMHpvVN7LFlEwGhVt+QOQYqeQR7zTVoYsnTFUff+RogfzAXU9ow9ThLhbkV/H9hYFM/CxaUVx+4pqumzUl3OdfHCrj05xDRUeXCBz4QTj7gRYB9OH9b5+VoPBi+1YRsnIud49ra6uBgfGTyGdccjzYb5PG+jupLVT3W2fjF+doaZ+W7JzDjYJbk8L5YWpJXFXksV6jVKleHG1waDveZ+SPFI0SAj5bObvbl3F5iF6qtCpVu5IJGZKoa3lkarp9sawLJqDhtF50GduUIRvuDS/GcnowPxHF8iqHo8H9GHa2sbUXUvKN1LEVbwyI33H99iUqxekSCX2aM9qMthmNkbWrXS/BysA7zfrBLh/seNtCuPptqYDC+YrFOcKt+fWuVRmTL1vrFb9SG7PTqljwDQ1qHU+THjmt2VPDIMCACDylHx6OEKyxdRQNjcZmjZXYOy85gUwoYldTEOO6oU6N1rNMpNd8MYdy6VKOZfmHEmgbuXGUNjaZHbdN2fr312DKYKObJbnyNKtqTehg4BHUMLJITDiMmoHo9gyJ5F9+tZQQoOGyjwMkX/FXQOMyDwyrUD/PyEiDpdGQpal/ltOvtKD41VysX4U/7UesC3h/e3Puf4ObBCXGQJ97W2cXR0tafCaa0ieDJSIXm6fC1JnFZEpqsFcnHcE623nnyaKX6aGuqR6S2RAS4RNRkOHFEKAcYcSGRCMtx+VE8z/18qOaT9SxVnWwNq3AYo0Wzlf+AfLIVDnA5HSE8R56RG+LrQI2lkmX1k3wdRUd7Syn3tcNc4MQDouGIoszIK5knCumyWTlej9t4cLW2JXchfnUlbelsGL4YnG6tXcAkheI+67hxpUfZiNSVNmja9WoXnXU4BVvL5pFH6hrCUTGYDkwNL/qmI/+7Olo6oJLpRq/RRBhm6zggGyiOgdpZ6/rlbi+9iCJxYLZkccHXdXAxNzpAehXVYlsND4Iqx5KDo6XQIZH0fiXPKbiXeaWM6HMW5QW5C5xuqRcFzrkOeOtfyBXx6fci+JWDHUOnRK6y1bgrR4n37Lu2wnFI64f8172Oi5qYbeIC7g0PvQkcX7wsCcGlJqMyuSCfY3oj3xpeHz3axG0N1wdf4YI2tUQSWSdy0wIZnQ2O5e2W9H1+vPZvnEh7c6x3ubQUfJfyCRERRrq2fjES185gpDVsGH8pCcHZjoKaorJrBJUiHz0aHslXPHo5ON5b2todrD1aGu5qUS1tw6PVvfJo9f8+UUqLX+Mzj9SvpaVHZ9IkhQp1H8m01cHR2+Hh4Hz4CLmtI/XJKj0isv3RFmb8W21rS/5hfLa09IaBsilvcHDraF8dfLMlG75e62xYOltSBLi2rygQXrhXKveRlCuxLfRR5LWl88HxO/FJtQZGuQaGMdha+jf5XmDJlm8NLzBafVOkBPnlYHvprQ6Oh1iS6umWuirTww5pjx6MpBtVNuJ8MB52mmTdJi2GdTJBB2JvN5pjjBjKGH/16s1wSfrHwzgyTwc3YacGNQcXRm3qQNMNqeoEVJvHsi/yf+UXsKeebI35WeZjbh2yNvrtUROvtVHgzOuAtz59Uv1e/zllcNq4idfGCGZpVv2Fna69XctRcf89XNfGAh4Mp/lV/uEwfpcTaW1rU+t66c9v9972pphWAqerazoHXjq7OF7TFNfquhgnMjh/pOVGVDces5L/bW18TG7JNTlT1+lb/nzpkflcDuqWfM6VlqPCIZW3lx6NXmtR4TQfLa0MTtQmKtVsbYTVvrSsSHVJMltLbxWBLckpjJbkHnfg0anl0o5UaSV+rQX9CN1LS8tSG451RXb8bxLDSYiMY19H7vXgi7dHckVbj6TSLsjsqn69pIpoa0NxjLQ9kpw5bJk+Ot99hPtgANVJ2aBmtc6XHskGXK5YWe3Lg68ZQnEe6EPzamIXlVuPsPOR2lg2J2YrI/Vw/lnHRKOJs7/aWlrzkdqSdqLopaEHsxklxmzp0crg87caJuzwaD2S9Ve2e43yI3o06jRpWE9s3W/COgYAjqWtt01zdJpe0c+jwWbXZtjJoKlD0Yq7QYulGzqyjYAZyhikYdNbg2qzH+yKTNvh2+/2W6920/0SZObLYVrPNgX1AZhxGyiCWlX3+oJGS/mlndxfvBRBOUXQhPr0dZwCG725/VrhAu4FXDd6GOzmfNLUjW/jJX315/SKbUkTWCGWpvvSpqevoEESzh8t7w/2N0WK3LLSxSnw9qOWj/Jb4kI1tkP483b9Yqjw5FKLSq38Zmnp0iej548enYXKTnjprexcHTx/JC8nmxQ6rD1aI0zBIi0sqT1/tE7o90hxirLCtz98W9RqmSrieCvL6LB7UuTEKm2jf+NKaDVjackVtIWAdJJpxOjc0XjtZDDaPVrb0TfCqZRIrtqw9OhkwKU2ET3ASzv7Wyc3o92dR/vH0nimfjwiflUftvZ35ZIwjOB5SUGTLNTwrOUY4JOlYWv3QgP2iIY8suf2U0IUZDdDnKa/pvsr4mecpd2uCSeFYlHVdKfpH5bW18O6pZ1jTBJZHAyUmR5lcyrHyMrnbzdthp0xTjIde99u6chGa8Te+5vtPBCLVMUY0O2JWXfr1iBra1fPJ6/31fKMGDDOlrufcvSh3v3YbV73TAQnjf4VyYz15sYUHHZx6CRT+sKbse1Jvmhp2sAFvA+cPfxL5P/OyaT5TjylWbv1VisQBLo8Tlx5GgxO5Lu0prY0+UHI/61O6NdaIqf7uNBHjy6VL2kRvGV18m2/JT+TgANUiGIq/u5KWhR6qfwFojpnlHKDNC79g1V2jTjEONtVoOWYxuGTYjaFKQrVWJQyjMhEXI5TzCe9u3JPqZZIFDFJK5R0iFflFIv9m4NKRbDVjGwL97F8qP4tPXomA9Q7qZDc9pguXcJnXdDCBrX79WBwAMqAupWD5Nb6j34w6HKQbtyGvWXswxZCz6VH//CU4aQ9OU24iQDVGupO/IWF3uZQnDddPZID9AhL0dr4Ql3TEX2LelGlrJqsr5tq3cWJ/BhH3kOLay1jJHEZlxGg+JvDGoc/xsmTh1E8Giwr0nTrMTuaQ6nxiyBch0chojxumYmZokXfeNbVVDWc+L93a0frkzdt65N8TTiYUP4OJJzS4WQUFuenSrp/CQ5e/CF5Ulu1BH7j9t1WbrR1sfkTlQgNi6N0C43UAj4AVh7uALUemGhrj7bkfQiPloar+D3Hb44XynXGY87xtPy0ME6FMDuXfsPKEbAgtEZO4sxPIjrBrRGgwhOCiGCLslLFhQpQOOMNB6gygd3K2WCw/d+0UnzObJVEaSnMcucCGlGjCmPFjmsXu6O3WBQNf/FoXwGKFqLjFGIQrbTdYy7XW638JKEPPSOS+41XYMgdKkx6e7Pr9atKxaiY4bbQcTHU2a5YHjkCZGRYwIPBlyJw2VGdtH9MG8Tw6IXaPBsca6U+YoDPNN9XCrebV8R5IZ9HyEfcpIhL4yFXR8i2Jf8hn2fruG+kjfhUHsidpaHtR/IHXGbdjqg8RklGpelrikQxs2onuNUxZvQUOl9wMk0LLzhuG7aLHj32oZdVBJxujqGnX+7212JTtj74ciXapNHo+QFaCec8dTiywptupADcMiQOwdIaR9Auz5snJFMSDSLb70FRLvvl9NRrGKNwFf8JMgF5X2Qy0psI/ab8TwRp+rRRpdRrv453A0ZbNdoTjPu3nMfjyRdT52XJ+C+m6lgtNMPyBbwHfIRrgL40w2R7y9w/Gi6tvVYMtPb54AAaK5dL1AJFMlpCR/IAJwdGxASieG7jROuJKc4lOGb3uR990SSWE+AJP2Kb5PtvB4PxHtTvJXOksHLp9WAw+geCmKXl88F4jStsRFM+pV1C5b+lMNGIVHINUJJaWqoYxYUqUvEo9BkS9Wj1dhEgsc/x2sZNUUuPfGVs41CBaitH7JcRoLzIzp69iCNUNwDLWA7lYHBE1/RhVLSCH53LyfmcUt1/Gbp0vgd9hciKiMohYMNdoh+3n3bqXJDGFZweEW0xMDmc4pHIW8WnB4ROpSEFTqJ7MKN1RknHccdddfAqOxxQSul4sLz0Z42gI281o4ELTXQ/+/JI1ilcloPb8lVDBqoyIeSRPR9yrI63Spt5+F/zhFN0yKfmiv3y+NILyW3LhjCSWrGUKBiRt//GjCPxRo6fCxcIRXW/9wyA69Ha1u//rHxt7Xn+J0gf8se9kzHgXW8hzet4hGtVcBd/d1gq3FipO5z+J5Ld6VvIflsrukmrrfmShQU8AB5+F/hozScZzC/PcWDsBym4zgWV0yOmL3mewdRTmYpoAsdTJF9mTgDEBOaSGLFd4XN8otpIs0FFCH74T/AlXsAwfpsPpnz5/6vCOB2ihn9QK4rKCNd8KUvU5NlWwOYAReHIyr/JKscju8f5nAado0qw+X//cvD8H4rc5SOzRgCD6Z0ZxKl2F0OHR4BPSffUOdn9pXq3zBhVGy4fKYKTE84o9NH6YDOGsuGWgY5+0hZCvoi4YtTrwNThRD6j8c0ymhpYOxrMqkQNcWe6xkIhYsbLdE0DqIDT1wRVXitC6j4X+WSdlKkvmhX0LpvLx2BorlIFcu5dm2knVzEEm3Jd6mPtRh7KlU7AF0UjAkyRrd/j6EgU8O3JzcsGR3pSpRh6aevPv+ei3xLR++996Xpr7+1w7epof85rUB0F9kO+OW9q6WC3POginUXrtTzYYXjO4vzsxcSLN+wFfISQbdkQIWCo65z1Xb54AXfDwx3gN5pqe1pczGyd2jJPz4k1FHRo/nE25stI/5uW7cV47dEVIefRl0uPRhVB5PnZIz93t7+qb3fyL7XMNE+lQo6Tr/fCJ2xzn2tIpI8U+A3GB0eDDcWFwNGq6pf3pWBb50tF5aMqbDdC5OSIKW4AOwLUKsL2MXdSFPVo9XQRoOoUAT7izQxWqzKPTx5E+GG573UKGSrl57gsqWLh/yJ0yM/KaQxFHJ/bAeJIkBKVVIkvgxVdp0RessEjdzzkij+2aUBUS0P0QwWFd/gDYrKIAIMzB2a0nMPpsRQ9LF+iof0vMBRyDqlH6T/OZLqQ6CoXIAVFu9rlYKssLAbOw7aNIbaOQFB9iWuAaZyaE9NxNqdeHXG0jlaRKUfGx2odB5od8qHisDbdaA6lKrmts+ExiF5xumtHx8RjgLSrlN5PJyPc/IgIEVEqNckUAa7X/+aYgENirl4MeLfTqeHbzXV3I2Rcfwhi8FMy5aHD/m/adD48r4m4MOlqO0FuHzemLeAD4PzBvwTh8ja+imnFhOb6jNwHy8HnMaKKIvx/W/pvIJRMIA8CucD5I51pRb1E0ZkqozoYk+GR1khSIfy3R/8QiLZ/UGI8CIVNngHvAFFJKiUJVwRUxeZoU2vzh7LpmRqyQOLghBBNuGwyLWpCCSBD8CQm5R6dtZQJ9kzG9fGSDjYz2cmlxuDK4fDAUfRoBKgoqOrNnZv1PlpLoiE1UyT5NzelDbLwHKvSQW2PHv0D1caNcHnXxy6rI1UeRkRBYDsNZi25MJkkvxVNdKAq9dxoxHdWZY1sajKdHfPRbjBugTjbw/c6CvRkJUQlTtxa42UIc28mcM2vcV2Td0tmQL2ed32Yv+Bo/0ckwjedvHaaDlsvpgBwjilFWxesCpuKFRfwfvCwF+IDb1iomkc5tfOTkFQg52kBYQ1fW5AHzJKkwwXmuklo5SpvD3pUsFLCns6myKOOVoE+Z4IqEw9lSgtfHzqq+IO3x9qgYlCgzMV9gVIboE/sPXDrGolkyerOvj6/qKWiq0FFGcsAVUWt9LR0lYP+SF9ZAVFd0kn+fusFzKctawvTpHAL8JiPRFwwCo09QVi16s9SFn3KManuz8nbvbDAG5cb+MZxGGg+UYNVEeD341seqVNEV971p3TW1cI+3HT/sD6+2CVeO7zonzmPFViWC4KCxv1lbDgHoqZ3Sn7nX5gs4HbYyaszHw6Xj7b+rJVcXZWnIsEIU51v4VKCHnPV5YCY3dpFCgRgjodwclIbiyk55C+qQu1sOlVsFWgvZdRERecFqk1uIxsKJqpcVKYoJDBRO48QAF9YFbuALkNLcU78AyuUhpWtUMl7ngEeq/EeSQ5HsAUucEcwA0plRIPbcXtKsjaIIQQ4VkrcWshV2Q0onMHtVFrgF07R7DH8KoZu42LyxUWKkac9isBpJUuuTUwQ6lIu7IUG2Vl8D4Wsqt1PowKJqTNB1UG2C5SLJPcxN0Fu0MNIwdNz7+3e2tVOvBB1Lij0ws8otOvdrZ0H/rlGgFydJOpfJjmMi/+87FrEE9bSrLcoJJQ/p2sCxH50uoAPgQc/CDhiLjEV8YKejwIhxv0tbbStKmnOY1DAbNCCRE2cWatY2UDC+QXrbZAiDTD5lVlhwQxZNAQeu9eOaZHbZhXD9KQHYuD80GiWDeJOrgbcNV8rqLojzxGoEllZuJLuArRECoYFldwCrVWyMzfkDopurwVhAqCZHoiciPn9odgchaKAGnesDF7HZAlzNKXAgyUIMqZT24CZi0ROriwbkW20WdJENDHjDGXrzzEB8OBr8oZ0xdcA7/Rrh/JLu75fO3nLdga0L5S+ubixlP3c2HhCxci79m9TH3UNB75wzgnzAu4JB18l8oFwxPNhmmDML6+9MhkhaPpxNw60bl11FhsUpJBM0e74BNWG4MqaIi8oSMoVMGPSnP25GCTwYgiym3GBPcqJkDSZPimRmT/OylbKCXjruhcwn9sou79EtINmXhFqSVxOehgYiUEcscxjyBI6AbZKy0w0PzHHNTKTK28wBCkpcSQ0gm6hmBuQhZppkLN3lCOhYAuDQB5017giaYkp6TxnZsmhD5MrGAs1VMQBVhrxn4vgvkUcPhPTEMFKwc763XHUDf/5e82p7J3nwAMu48lNweg3ZKFdkV/9ITCg+vR6PX23ueKsazikpHGHC/gQeOgLAd/o2/rPmmL5HRszKzKtkrU/a5pRqLVTe66Tsl60x8bEHYagE1/BNptK8VRrcnZJH4+ty7LSGeJk0hdb5dLmUAL7FSZEluuzcpDRPW0dKYwN3TYuIPKwW2oMobWELGGFJeH2DiWpsfEb6+DwJ1iyrrelplJkN0UVjQCJ9tKA78hIsdKksGmvdqSpMgLWUB9fJcnpPDImRLBHWanBVXm9WLsZ0gJJBOItuQtO0lWWaqkqh8Csb1O560g5CCDuHPd9VZvtg7Br/hEBzr3x2gF/98Y7n2c9ND0J/DmwnGAoRW7qWT//hC1oTosH5p0x8yCrWmctZ3iLwALuA/ys4AFwxZrS9yqzLuaht5z5WeCBt1KKPfGc/TUvGHuASvr6ZuvEaslLKSucKOtUudgW0PR7fqXLVmiJNAY72AofmMRCm2ROvNuINgLr9qCUjNZLlfgj65fUhd544PdcpX5DcxQTWzNcHTG5+1s/SyT6IatxE7X9ZiimNkB9tH/PsjMSbCk4zjq3Vp12NVVK3UZShENnIq7pCoCLEPQJ3f4qsvkCIj/8dEyRQkcCH6usfCCLaW1tdHR8S9xVQKHchWKw+DXGfPDprphu6oXAm+4N+Y0otb7fG7SsmXqVdAt5b2XiD0RuEVjAfeCy+9uND4DdWIEODNIVOGFmQVemZVsCAspsQpm6lmV5F6I/LnizsKZ0pSAXaDqB2LvEeUtoShKVpq346nfA0/gJdptjLFp00jm4rjr8kHI6AW/sSlrDKE7kSrA/lILVzrvaQVrrUctwyGmYKsyWB56MycSenoAeVpp3C3CAqHZWXRiHLlFqOnOiCt4w0rvajy4SSPUOgmStHR6lrouddnMM0vouCSQYSEpdQWoWXxxx1SPqK5KFNJ0k/HkU6Z70qxdumwGMCviFEAH+0D2kJ39yzT+v8bY9Hsm7vlEAp52/+/UVwPIHwLcCN39RKVVKu58Fd97KFOLCqCoVzesIpyCdY9t8iy/gw+DkQU8CnvPDcs84Tam4wBZJbOEptFJylWlZsEiYl7Gk/UVMliXP1GDxl7iVMYuFm0Vy8e0OU2motBjnakadxGay531U8dXvMqpErI2bzS2xfkWgDe1ickeqQV2mOqsPq1FqzASrdGpMSVl8dh0R17Jlw1lJhllClSYz/XYuox3Gag8+C8EGxSV6Vu1jazrFlu1E5/AVIsRgq5fO3FOqzRJbUVgI9nFRcBJa6zFSKZqFqYiqAROti3FXboZgQ96s3R5ZCHvH6sod6ikUmmPZKJQaZeEQsy0NoIseeLnUtbWj9WNObcfybfrs3ijl3Sz8koMT2TjJvOaW7oXCwFsjQP+9utzYdRenXXDxTkJBKOSMOUvomZ5sIrrrQzrp1unJtIUPfCj878eJfAhceb7mzPJE4xwnsLg0CImCvm5/nygyWo5KYQkNfFwwqtoiKEgleyiNGR5Bhshc0nGLRgzMa+qjOpaMDKIEp9YgLCrnumDVa8FapXY+qABNwKPIoYVm7XCrGKKFlQTdVbJSu0yNwm9dpumjlfh7NAFhdOgoiqEYRHD4okBGMopk4bFHgdsUsa7ZBrqm3RRkUE8AZGXih0WY2Owrog1+rhfsbqvsMcLusPgwF/5qfxw+crolCGVKEJGFLkZ7mYRxVEcS41kDxWRDDiSoSqNQ9NneIEtQbZfBcQV6mRBpk2Vr4j4blBMBrt8jqju82T30xbypH+pOAD7sQkGj2KqvLBcZcabFnwaU0+PI5F+dJ/RbSh3FdaroR6jvcfq+gNvgIT8G8evr9JUvt8THU0sUrQ4tG5Yn09CBABV+M4c2ohmRIHqNiZ09N7g9lSVopTg9njXEZaWM+EM/TTDRpQYEpWERqyqDqvgYrVEJ7UImQYcqo5x0Fo7ZQ5gkmnGpeglKGRgqsUlRFIEqeAMi4lKVLECGnqkRsrgqGd2Mnocxaat0ZkCpEkzw6WP1mOt2Y5BMsU4Q9NNFfNRQqTkYNYZHvKIJB7OMRDSs4sPCaJFU4IG1GEaH89XxQISBEG55W29Ot4OcZYQJ3ElEDMIhh7UxKFlnu7M6kBysGDkpjFkkwIbkNEVsJqAhOwY9BoShwKowxxgNra2Ndo7rGXAPelT5phuFcnP/FrhACOmcOv79105rl7AxtYUXq76x/yRz7ybwpGdLd4ie/JVdviVrAQ8D/m7mw2D3yl6JycuaIcYjzPNSZ+5FnWEtWISwIP1F7a9sEE1sMXq2IqlUENwqoMskFohl7B4MylBbF1k0qAigNItA3O4L2TDL8pDCUrUhMZV5i4F1kAFhc4knMRQl+AIQl+gMWtxyYF6AuUYjL+5QO7K2Q4WitOiRYhVQS6XqVBNSVsmydkfdiBqMlW2ww2FHZ+Su8bBalZKwSR8bDfAdgQGuQxQ3Ga1o3BSapq8PadUq0e6PDyLGy/uqHhKayuBK0M1IRnqodX9dGRy4SSSoi97SJ3I7MAE1YT0YTVmA0TJPOjQPXxhZjgPNyxKNQjTByLpgRR56HyRHgN/3Qy3DTe8naTeHvhh4wW877jzrtHMbxzPNEdHprJrUe0DRoRPkQOzKem1OusAswa8wVOGodOMG07Mu4EPhmw/+Odz2o/juxwV4ARo8v5SaojlJLTsLRohpnoSepQaUaOpSZVaQrirWe258zYugDwyihDbX0WKIpbBoXlvB6gRJp26KdRSl1MPpk6tU6eUFIvFgpwEBdeSotRh0OJx39U4MqrB5MERIht/JNu2BAhXFjVmDhTw2YU5w0qglANH0gSUYVYEfsC0mxDh2bO5TtAsxIOSpUx4tuaxjKWkOgDZO1NGL+yFLsDmIhNbop5svIFK0H4cszIyPrczhc0EQc8JNKjNTWp48KLMmI9BMkGsLkRg2y5lPe5JpCl1ZNJnnAH+YEUjJz5QfcPhFztzL5fqgam77uZog/Zx5s5BXDvGGWVsjwPBo4Sibl0ID8HVQ/JxsxQJuiXi/1ZYF3AdWPvClgAoAmWOA8vzyjmnlSW0CcUBXF5MTYCYz4R1mkOcujlhnXgqTdZKImesYQQwxz6XV697cBstSkwuBBEnlqV5INFBsKqZRJ21hsg0yCFMKczSUPQJClamqRyBV66M0FGejlPD2pmRVWllGiTSNjMZBsk6MDmIUy6gFFGFV0WMB41EEzeEPgpVkXW+8xBkGKmV3uVR5jxN1j4Jqq2EaaXtj15nYh2wGkSA0YJkKHsFotasohptCoxRjKIR7lCRRxiYbC01uNKCMXogLXDS3PODz76d/CixPJM+i1G9r5n4IN4C5GaxK/y5kDnRey9EicD049GtlBPUiYHFb5NZlwsT1xV5sV+rGihMViSJw7YuAPae5gA+Ao8tE3hNOFQDmVMsp6K9ZfVsrayZ8WSEEW8zSnLimaXM5VkiclfgyGpwWc4X4I2KgPjGIEFzrGjeLAOLmS65yFoYkJFWEASnnJZNKosaVRZF1hvLoAFeP1Ck66xUabNmwWQ2ZAVSV6MMFp9mrpAQxFFMME7GrjCAbnt5tBYkxw6a0XryUwwaThZjXEjopZQiCRgOBScb8EMXlK4pK3WzqA5QFvz/AZJ4aYGJIIWWxJPqgA0ZabRgcEYPBFLTAlLkniMQBNI0uKysOOCwLNlcE4hzW1GfDGAdX/p5rgEc/9P2OQAS5pV2u5cUNEr989CJjwpvd5k1XfZB3gyd9Wuo9vPGtE9/j1QePlQ40GJKt3OaYDeVqobJ46arPl++IRhdwL3j9QfdBXvv/1zS3+H71qtXnzzoH80SjKhPIzgQ+43SFiZ7x7SqA5LVjLfHNnUoiD02lquK4NIVGf2blqkYplqDHYsQvKUlrNBAalJFgv5h+z5KEU6lXkisDDQGb5R2mAG5H4gfhD5ZaFgS7laRFtGnGqCgUmyKQVVGvqsxMVRZ+mzUMLeuUKYUcXbEBjr+T7G4ot7KsRZXPxDHMtdrFkjsbZLXkAyquok/KXDB/AHmOEZzKrNMicCeVL7hQC8XXO0NHmiaqeU0VFiMcJqVyKmGLQgwcu+1xE8nFYaBsYStVSitxAQIK1gkUAc54GYK8ywWnvY67eJ3LDc/o4Xyinl+FBHYLjHkxDFGk0IY9/SDQOTUrzpBxNoTL5cEc65JFfjnhIgD8CLD9TSLvATvcl62T0TNNiaeWZ54QhzdOspYva5iggXueK41yMOcMJjMKhyKuVA0JlqhKfheY857xrHKMyjVBy1RzOckWRjHaUQhgG7b+TPOsB/tSFISw1wo6TCLpWnRi4ETTLkwy8VXQDI0ZKJmS3Y5qgFZMIUmrKFFFxtoGaBcmCVq7ESXOsT6aVz+jUMgah1Scuk0lk5JAqTBrMFFUErY4cyUWFO4E1cm62HOQ0JJcZoxclDJuZvWGTgH9gzVloi0Xs8uAME+CaCM64CPqDRVIaHfHOR6ud4BoLXGNECrqrYXS0nBtuN67+RpweMOvf0vUReRHwIUPMknnwHc9EijYjXf43eic9ZBfh9jvhevrezr0Stmtr5tOCWXaHfhdSON1caULeBBs7idybxhfMXU1qTSPPOVyeuVmNBY3Zc9U7schQm6IIMiX8wwWC37PZL6jrZsKT+aotr7QLUCLF0ZIeu5DAuBVVn9REozS7JQEc6ALXJ1YhCTKoXKWhSFeqhBtXSTKQo48pGWQdceyVGq5QFFajY8eRkVEJyrEZQXkwSDSuBuzRaosjTYfi3rHhqg2ODg3Ha4YwWDjdBjUkVG4VGzIDyzK0BNsttIsxlJjQh5RtY11DCgGuWi7U5o9Do/VBFlNm7VQ3cfSW0bKBO+JScgSnh6WFNieMgzJknpNgRNlKogc7VPhCHDK8zj4q1T8HWEXziYCsZsLTmyLV+oBHlJMZHnN0BcS+RWxFLJLTajOh6yF2KPdegqclVJ4oVNzqT9M8Vk2LOA9Yfc3idwXds/ivW2aYEw5Zqsmnb6SPSM90QxkRrMMeFInnsDMDrYyZwFjwRpT2KAsMM92Q+bBqiQdAGWXCtCMy7luXN76sxXRsqt7JhhCTQReWWXOAFG8bvXxgp0NE3TbEBB5KAxLglSbkH0BUNI68YAw4sknasETrRUZVEX3QPTJTmaXSZoc6ONz+lWboN6exUUbQpJSxQDKrkvIakGJ4hpomrSYW0NFyKeWMuTBnMQohEjYZkayUimAvvd2ODxq3uBnuLgZQ6oBniNE/Ezja0B3mx98FOgTwkVCk//Eb2k3R2hq9MllHma8ORtc6SelUaDIj+BvcRP4Y8H+6XuN5MX2WgZuzKKcYGXKxVRThVaXJiAFzW5l/amaORNUdSolLzlf0N2KELmb+NSz1yhA4Eke2t2SsG7eU8qCIHRZRbQWFYHDF4jVWlegKUg5m5IWWUmZWhIxBgeJ9RgHKLkQyswJyY0HV0GpyKq0RSmxTjFcUJoJqRwbi2EbVXygF8BoZWYXQmBZIZWmbejmEzpqZYClckCoctOhGoJTVatc5Qq3QUQPoyEYEYtxMGvoC5JYYyKYLQWL3qJFoBqfHiCjveitIoKwAourCbShcFQR4A+9a2/Eag7foigCUVs4IPiS1zIz3vMiqJKS2+XNMEYLr2/gTp093xwezr2zYnA86n8GHsNmVSC3vUBmAfeHo8v3eB56/CXTKb61WXB7YJpUwlkS9dqSUM23MvmYccENLhaza485K5K5AvElp2D1rC1iUe+Igia4Xwk3TKGKoltJ/V073iwFOVtEL7sp2gMh15oqLiRZCm9oI7NJQv1Jg2lRGHpCWlWIUWHERocJ+tAXbIQjiGiUpI3FZsRRZS4oVIV4mGNlahQrQqlrgw9LlIR0EAwgYoIPbpOhqaQ0DAnp4PJuEQ+omcQNIYwJBDUu6mM+DlXUI+eaSARFTmwBwWPdqVXNJZ8H3Sre/llFVwfB7CHmIYbfRhYRrIjce5Ktdvj70dH3neMhqJtwaVG0c7ITrHGaKyZPg31vFhcYXhCxLOwKF2/8rVLKNnAzGYe2IM6QwHFiACfldqNNoLqAB8Hxb+79Xpj9K01L/1DN6d6fhSSqmcfGDBTZBX3N8koYLh9FApEbrq7NLXhTQqeaZEzwJGjzFUSrYMqnmlTZ26JO7Folw2zHPFFhTEJCVRkk8MzVrFNXIErFkjkhWa4wtE0vDdWeLF/LFvVxLVRGwxWWTU6RhmgQt8jmsLlFYW3Guoe+RV1IbsC4VnFyaEGLDVX86obfcZgVAnxqvDSUm4uYw4CaMavNXyqGdPLP/IYiOkQp3MekghwZmCqr6uCTdJiP2uD2DIEe/NHH36dnosqvEbJC6n0Z1yxQs9MkKY6urTL22qy+fESO9sxMC94o8yD0UTzpQjA14+buRTi8IBuv7jJqFNd1Mviw8rCffWH7n3KHUk8oKYq9Vi9446cmic4EGvOT0vHGmGvOguVMLxZ/jvmx4OKUvx68B3yz+vJ//sv//B/aP9P2L+CfVfx/qOiaJhP1f/zPfwJrZDp+RPz5LArGqfrMiVALUDTJou1m0eQyrq3wvhS36UHWFlxOPiv6Pyt5boVf6T9hzmdpbuFwvRXVQujQVnoWvP/yTy//5Z9UFB1TsKtImQkdpX9sgWTJNVS6ZqLB4KuZN/AcSmuqFdmD0rK4/sdnL+FiixFN/tqPqIktyx32P/5JXC//hxRFI//kyn/5p+Au3azD2dAAAP/0SURBVIph9ZGXAS//SQIiukby2QcbBIuPhzZUJyFqzKQD4aOZdIhm6svDFewp6PR/fqYZ25GxNvT8z88+e/E87wLr1Hcy+BOUH2c0rq9eeEtPyHsC+yCfVNxSeMdguBnvFndlDT3XdVsACCBhY2yk/2YYDytve7vcAu4PBwf3OA3ePd/87MWL8xd/ePF5flRUro+KfwD9A6XATfr8xb++OP9MnOcivYD/Dy/+9WvLUpnJ54mKhz1IfdSqpcZo7ErgiUaRzgrRxPY1VdbZSViFs3/9mvoUd55MwSOxr4V8/q98wlzVRaKC1k5Rq9S7P+feXYHM55/94XP6/YevXRRLKFLmHMlQ8eLF13+wRcHgzGzKNWafaxDdIFSnIUcWY6JqD82/mubBRi/7uYp0gRqV4UGU0tduoxxEKkOna0RHPklG2f/wtXovlZ//K3Lqo4iq/EPldlHC6PDxPv/ss8/EZnlr+QxxCXcSMhJWRsv1Imbvo/1/VZuf00MpTwHqlStVGWPPPwvcVoFZPUev9kBE6dYhcsMvXqz7JvD1bn3opYUSEKbrs6+53i2xWw0X66VAHh6sDqlwA0HlMt81EaKJRRpobzrPBDk//54kWpJfvXGoqex2uQW8B5ysnM+YBD04Pzt4fvT8+fOjI2VKXAiAlFWlWGjes7oU4HAeDK4zJfagZ0V+soatgeCDIxhaWpLQGxBFb8/XKeZHSWFxyYQgsn+XVNOcnLC75IpOwlCQo6Ovnh999SLlSHM3oeSV3zSTXQjeJMgGdaMQTRcxOKkOGplroiqoKRbkqE+CS4EYICan0chTJmsoqfeC/3BKH0lV+x8hlWIhd8InWE2PaiByFc0XAs+/CcwVRkzns55KTIzNjMnATrFPNVlHL4gu2fogHT1fX//BbwKceSWte0Nz5Omj8k6uoHrAchocFVz4E6u5e9cUzU+oB19Dx/8lNhOkye8oFIor5qd5Wqi241a5BbwnXLxeeZ3oTPjm7GB9/fj4+/3x/njdmZPyYTvu08VtQk2SmbTk5YOwJYOcKr4PRGqKriBkpqQIW6zjCMxVVX+TKUl7oiCktkvmdvf319cDCVJ8sCVANaE/NhVNUWJMBu+YT0XIFtyXxmAP5qCDudCpADe5lCXtXqHm2NTKN9bIfR9aW/EfjK//cKy6lm4TrKhtzno9KFTGfqwIidrC5/of3CeNzf66GNw9jFOpGlAOxLp54W6sY5MR+pRSlWG8TcAU8jR1LFelwczJh6mhwFIwqczgmpcCmZIfzOkklYpL4xGkH44lPzP2M+RJbnF09aXMhZ6hnOCw/PK3uyIYfi4u7eGr8Ie8U4Y6aIgW3lt+XZzA1Ulx32Art1a0X0QsGUYt4OPA+M3KyZwT4fHJ6cH6xfhizHfReFcYv3HkIXfhh7tc4Rjv8vsf3px2XfCxsEJwFQV9+HotReFk+rLk+VOpl+QNLxTiD/TNAT+qrimp0V1aveYJraIDWXMjRkFVGKoqvjyti8y25/t9bRqtW8WFjEgmFOqDzdfjY2XodXvu+2A8Ph4fK3QwJxTpdBdpxgZ6E19CvkuEDqgL6NXOO5OyIfQfYmu2bRW7YSCitoSGVeVmSKJh+FXlEQxjXGE1VIW8+xiHJBJryeESnzIPu7ZrrUZIWm8qwYYx4NarjUFR3KTO2MTohhGasbFWZYpG6ppTvzJQ2Hqo4+da91QEjyxNiQTisQq10TADg7YwNExV4Ja9MZMNkLtBg4oSDo1Imp0WKVzTCO/Ukx5EHKnNAOlOKH4qHF/rqzpXiLmB+UpdoALZFgikcp6bWWqid4HNB3pNhqSY4XcEiAF3u88F3B/236z85nzqlyHHJ5dnB0f9EwXfgvcPs5Oeh9Ukg38K6TxBCNdPdOCE+fot/zITFMsVzubPZ/ieK6phUA3cAXEN2McfCSFklbuAtSkpBjmLL+XgjXLYpUREN6vv65h4Daior/vrvPBjjS1HHRDXsEIJDiAUqxpuGolGtYc6t9uxVIuBogGoDWe95VyqFgQphWp1ITSWG+m1FKIiKU+2ygrIcZS1f+FXvmspKgpK1cAhA7S7u5t+QUb1GoAhoqZK5ChCqUc3axopP1encl6EQ9zVwaK2nAvMlbNBSdCLm7CYQPbNd383h51zC/X1pxrVQIF8cQGFd4cXN9qTQSkqoNZBl9OmUkIhl2mrcR4wD+NBQNljuTzk6ldn6gI+AuAD35x/c2Q3uH909OZ85exNPCWjgxB7bxYAkxOplnP2CG47zGaHAXaLdAkgpOIJk+UWUngOi9upCY2XXCCZKAlTAOKJV/VochPMeP6pbkJ/WWGCqFEkIwXddfEqMTlaU2C+iZ+blpK8ZGNjAzPGvM9gmFLamddWuaI+Z0YWqLl3L/wVpYGTh0959TUx/1BMu5CJpdmpMFZGphgekVApZWVASCqWc+6igsEoCISF+yORYE+2KYjPP7kg9CsOZCZkO0BF8/g2VdLWKVewp5LK3Asp3cjH/9ghCI8/F5auHBs54a4f88BNE/qCZcgXduiMnAdiFvBRYfz6zfblb64Ey5fv/j/nD/njkP/MwMRqvuMFXDHKc6Mu0m2gPxNvfBPQgc4k8Nb0u+f9PLht6f4koLPH6KosCc+jYunnjWpj2O5amER0LcTI3gb1xoSg/yeV9x7PG5rNIHIetCelBS1/2tY3snd06XZhK18eORQBu36ZVfxrHIaoEw7rOmjVNWCjNVoS1Gl/Eg18KUx8zyzgo8Hzg8GrRP8OgaVNjJPABSYCOk+38vxsH3rLimtkJFlsoKyCRvl7wAyFPzEougvDe6ufRAPElbuEuxfmxFq+E64Jqgu0/HFU7gYuDNbQcw70rnt0Ryibm2ipF+CHdRkWRiplQiTjImNTumA9sx4/nAYucyqq9sTx2wk7ODzsf0cv4GPCzhd/zw7QM6s97dLXdf3Kn+W6mrUAXCsW4m3qU8CZEtOfyzfvP3vvdc3oRwa5EazoGa8RuY6gt8A9zs2azswaqSnYbZZ7u/LvNSj+Z7c7I8WLHkdto3ZsoqUaA1qKGzEGuBwFHtbnBAUZHwYBPOs6jjmA6eHqMn6scJ+OL+ADYf3pYDXRv0Ow7yv36Mac9xkDZgZ2E6Bv7Jl3+HhFnKRvFErcNNeQ/lNBhHm9vsknOthpwPW3v7Rkt4ugJs6H50HH1rR2WxMBhH75jXY7EGk10Pm94ncmFfT9kaph4FwgHovmOEOxscT8PHuQMM4bN/V6dfv10cDhDVcK4/ukb95dvVnAg0AR4N+xA9R01ITkvW650rrp6esut08+f/HP/JGnAsD8Qwe+15N4v9U/GzpHcDd8lPhRRrPOm+U6M7RyvTt6C1SDbh/OCs0pXycxY5R7MFYclvY1Rs+E/gB13q3r3mRbxSB+7CsgSJUO1ASiMvbhDv02mE5efbHW5hckc0BWpQf+KAdwAfcDRYBPJw/33w/o65kozdf+NGu7a1sRtzQXu6aB+6D65p+19B0ieO9cSL2F+iHwHlcSOZi9C5UfBFza7Fr104DlYZMWcubc8bRujuLUA0ezwBq7EI37ASZlSzPhUNa1Nw5uOWiCyQdjOtPL3Q2anYDJ5j00cbFYHo+hKpc6uEqYj7EIym9QNEK33JOmXUkUobb1w2lbFvAxQRHg5uTR/TsCLlDTfS6cq9TEAJqvhDy9W3x9oMq/38y4oAdM2/56d2jwU4Dfzv4wIKTRiOiUl4LGwS9NmXZg7hHJ7T4nY5r36H+9FkFOs/nWlhmgQ6AguzFgOk7tQefmAhqrKjrdHQI8PwJTtPsuuW9ahFReOxZReVHU3QG+NQJk+vgRyIA7BnMBHxMUAf49O0C+yTkNvpAn1CrqRkIBG7fl/GTCbNDXfrrHiI86kDpmsfxQczvyjmX50YBYQ1mN3j4E+CWFO3eoTsZ3g8mZVyht3D2B4Jg7kjOgngVzcNSf/lmhPZERfi5SzUiY9HA9mLol25SbL45pFXZSxiKUu5CFsuMiLvLyVcgcAq5r1KZBvMOphQRBY7Vj9tMHC/iR4OjvOwKM2awlM+aHAZ2TIuTRlGblzb34RIAYF/jEwkKscONF6KfA6kp631PgDz0oWpJeoO/X2gRc3+wqsPJbjBvvMuFoaCuRaZiMeDhNfK+vgOIReDOeZPstUVILGvdZjuW2rk8Na9uprnLG6MsHx1aBY66ZwyigReb41yWy3FbpDLleW7ZR8+2SSA0b+w8/LuBHhvXLwZNE/y6BSMlxHHOwTvsLru+FO5x3GZDfv+adYr7724f9LeHgL+4GJ8z3FlMwFdX8tKDeazT46XEvYJryClOEW+B9u1SuA7qNvu/El1zLQcsrznIWtwS/paozvNe/7gjNUgGrOeohJQpMBa60zYwaBALo7uALFBnOAbHWBpmLCa1tC/iRYOcf/56fAxTIWxG/aeZd79YLTX6wo8y/mZELDwCWAER5PEAj8RDiYiIP9RMwzHGgt0EsxNBYrPgpQYGLL6s5GyuOUQ8Vy0x4BS6SJjoD8P6JBjS/vb0fhPZDrkdOtEN0+iHfEd212vqscau59VezehY9IOC7KCcL4zJlyLhogJwGTJPJpdogqqdOvwU5t/jZXmhqHOAH9HAB7wuKAP++HaBmpda65mET7vDOkzoTJ77HE665RBgTFD8nHd1slR4tfhE5HZ0lfAdIVhpYGvOF32/933KuOquD8jiHkHlzS5I0RvFmGHlDWSeXr8L837hOL3VF0u87FDoI3N+VEc3YcmG2sWsGzHAzAfV8tDO7N4ht6DhrwBzfKQ81TjUKcYTlGz2TpEIDd33DGHXNoI1X3kSpgVDVXmd9n8O6gIfD8//+d/0coMB3EOXtCCoSROAR5izNjnP0/Z6PbZmhuX/CdJcP08LwZfJ2vbUwU2uA3B+3MmzGvBgw274f6HTRP3LmglWsuRYmGpDVvMdlV6vyZtY1QAcrMBAF8yykL4ZOG9pvSP1hnN4Lrm8uFEP5lV1WhoqeRbNhXjOdYFykFcwdxe7iXQud5qhmyuQvQ6LKPwvyyUHvtrWnAR2JYgfpEuMxade2Fr3XMV7Ae8HO0cn5m+3t7d9snozWd5L49whx7y6nZk5QHm3ovoqZhlNTlxApOfjiDyWUiE0O5WbkQXlpCv4mFksfbv+mPwxBdM0SvjdIiw3nvXy7uJP7nFLv8gSM72lKpF2E/fUoZQoJhfgeOlHPbryJTx97wwuZX1vzyeD8q2BzQGoxWbtfQMNbAG8dN8NsjrA1oaDNLzb4tBHaTC04PI2Cz4KJ06M/PpbMGaJTkVSecl08LcgbH2cBl5LzMFtVwoOO/AJug2/enF5un5+c7P8f+99/8/pke3vl4KvZ0+bvAfwN3nZfZUUa9awEhnZpGA7Hh+WiFrdKFQ8aj/hK85nvdE/rGXN+BqkH8co5u0A5rVtPX++AMEcGyTz/ZIWA7T7gN5PwS+d4qMZQkQSqZ3g0GuD8j7sAioN4UMVXxEREnwywLQ5GyyaHYdccewfFZD7oS/LtMHvAZr4dpvNTPv6t/ikXFpAsMRaVn0t/0sBolAHuj5ZKHNTZi0z98wSTZO9C6ewodAEPg/HJwcrBf0weiW/erByc1OP5tw4f1VCfyMa8izu+XtVejwEKHXidc5YSiAATVX38DCDdDZf/Ff/pMyMSyKV2K9j5+ZKZ9w9fBnJehKeylu7c8C7mqLgTuK3DK6yNJhRvWqENVwqINO1p9F3AY5G+W64vFm4PKNzivFxni3aUEUDGrrN1vGbGkqrinnz0414wq49THY/D16f2HkCZM+pYYTYd5SJ94dvBOmA62hlyTwBXNNSjWdMhh5HmdJDaafaAL74FzIWj03z16RQcvTl9nejfNsy/LvbeEHOMSZcKw/fJARF1BElcDvD6TeqLvgYkh1rG3Q3knLco1addU/eG6vzkLh7W1bSqXGQnFjNyJ9AnycBeuzlhSS3S1Qr17Q+9nnf3HyaU3AoXxJj2krx4mguTXFW9E2Y0MRWqSs30LOqVp7SkfxQ9vpTyMSkSGlAXRbCVQL2EDKhKI+mIehrwixLiUGd99LH7il3AxwK5v9sWwPlvjvie17j/ze7MMTujWJkP3GOmyWXFyUl8AetrWjOx/sdrNEg9v0nwDzwEfkrOlex+jivPWlkdWMi8djggsXZQK/Be4aTD3TGplxKkRYdwOIKsqTvn132107u6JYYMavlXF/pHr7CwbOoDQ9psAYq+uMerzlbXLpU9KOXoR4ADoYI20BX6PiCaz2QKfNnskCQDK0Va/l8RxYvRTsi3e7QVw8mRNKV0oQLXLT2HWugXe3YKiu+FztBO+lQ1AgNhoJA6DAF8m4gwqRNQ3/w6GT960MK0gQt4GOxvH0z9GUgfdg8udxh0//D9bxA51Leovi39LctEex/ZGYgSrVge2uNxfulUqKEPTezy+JtIlLmArWXH9Tg7HuiH16aZAUns8S0DXMCuogWeoiMu5Kvdj9Blm3DTqIj+1ofIf00Ek2wLd6QKr2DTkq0aLnbxV4mJ2sC1YwDLUEb4Ulx0ahyn5vlRG6Ert7BPVDEyLuqaz1tFxctHf6Ojaof7wWJmcUMXM27WOBdBFTPRiAgWpZJVXSsxFoIPgMdEu2pQ6+fi5Dewg4QS0gwQY0t/AkKWHdRvdPSYo0nM7tU00AV/OTTg41iAYexDHA3sBxiZVJyuUDOEQnn6r9HGT4Z8p7zXQoDvzvtroV52DnnZP2ngAh4CJ5d3uD9gf/tcs17fRnzNauLpcP4NIT4j8tTnUTBoEwzvhZCgcff6hn9Bc2yRNzINosSFKLHwP2lZxS1VCsggAJuKsgfNmOTLWyZSKRm0oEgfMfualtWaH4tYxgQ3dlTsViB+0+BuDL8xQVnUTnbLRKTCWlRj/HF2gcTSWnSI0LnQRm/8x3nddTh0UcB6miMC85AVC+QHGSVCtAuu37mshDp0l7vD7jZDADllpSQypTRbdIoOr9rmTy0zoSZqcaaw849M2qn+3hyiqv7we0ma0Ykc4wyvQ5zWXm8zTLibnlj7LKJvb8vp4cilo6iR28X1+Zcg4u68LpYE34y7IPG6RIeTOHlDaCQyNLKAjwLnbxK5A85XLy+fPr28/NXlP+vzq3//qyNPL/8Rg7af/rOy7X+HIPP+GRsfaufTf0aXVEmRUCn796eQoWqL1rb/nXIQ9NmWZBQuT0UIg36FLaZpNxo8l0/R6KbMGerM9I+YIepTZL39M52RfrORW5RCJDkMNCIRrHCte+NaCVNJDgkKaJAy8Sbc4ILY1CezqkWIbki7RJPHJrnjtfOy25W/Urc4MuyuhEjT0dEA6WYUJbKtUd6kUJRiM1pIo1ep2OVEvMWBYATgk7S7GXVsBnOjBW6GXC4xZ3Yfbrhq14e+p5x0VsSMISE+7VLrIk7PTSjCi2sejpuDJiCqFYGTg3iBVg84/RUgN+GBm9ssC3gwjN/c+w7HyeOYSn9j8G0kOB2Dyw+FVNopC/XfKuMThf+TtaViYXamoveZBjVoB9/+n22WMJMTeP8KoFR++6uSNIC1/jz9tY1PsiDRKm22wLq0Vgf0SzPA42YukhhF5TaqDtodgJkxzBRSRQddD91E7MH/azqKXI2reqAodcrDTYSEfXeUzs/xGpdoBX5ePX0iKR9Fe4PxBY8TpLgagpYc0x4tzXO8GKoqdO+SWcBDYffym8TuAftnTz75lv3Jt09+ffpk89faVHLO9lNVdSxPvt105emTp0+eBv3J6a9VEBocH6j/FORU2Sdq48mvi8gnnzx58glSm082P1GLqhBJxCdPToPLDE8+EYv2XyMrPnCKqq9mffLtZsFO1Qu1BomydMoAmxEM2kLBt8KwTCiaTaZahW9tTm5RuRkNm/KJTLU0lOiumLSrtSefPMViPsLVFbF88q0ly8CcyjQLUi1RVZjusXjySbLJHLeUW3anv6lzm4wbR8vjz6FTZo1WJilMFU6bPS3uArnH2DvWxJCoVrm6ZKUhweFxf2Uixv7a9oI+3Vwfc+Xz5tCXXSsclru1DfTvz0z5o4jSgHLPH//Uei77PHHFZVEuFajMDWzocRV0oglBOEq7usnKSYMW8KFwvP1eQzleWX3yyWPPuwqP21Kv8CNWVaqsaaBX6OC99fepbRtCH080s5l5C49hSbZZ9UBfSx/6BiQ87gz5f5ohAPrDMF02JK3qFlPlo1OPbXXgkTQA6ZMJWkBrSNb/r8hmcTeAyomOIlGk3N3YW/hfaJ8xpoUNqZ5JtYnHiDF7kd58uq4Yyw6Jq4S+MBg+ajx1gjl5hW5W7ChfhrLiq1yUDyQULBGkxBwH4v+4Khp3h0Ng6tfTtEFVx1LBdi7go8B9bn/04OzxqtaJVsqqppJSMH+c/URVjzHCuZKsg0ll7yX5YP1WFjsQzI//lz5CXj1+/Ef4cyQKvHq8qko2gZOi3VkCSsVnottEKaDc/GEMOSXowno60qiOpQPbjaYYj+RMlL0Qa11g4temVH1rlFIXW4L6CNU2uQ98JGKm7JSSWkEeW+mHlcWe9YiCVFKHCKIqpHP8g1yYIFCKclJR2jQW5BQNkAvc4YpcA75zXR7tJDbkpk0EYnnWmnChmnBpE+BnKYtjEyjTLjc49o145b7qx31fHigIz0Y1Md2kxmgzTJx0wOX28gIeCAdznn2eD+tnWgVsJJpRXjOxbEBdQ/qjVj159SRzVwX5j8mu7H8Zt8R8JbdVoc21f3zVb+TVaqh2EVS1plJBWekrEZ6AaHPtYyi1ZBeJt6QUNhhN+3EW5koyey1gjapXaS09lghRZZauD4xQVoVKf55kK9SVajZba1RdVkpFqUyJUlSujD3Fs5MMYBCiq6Vt7/Bjhjm1SecTNbWqrxLsSKKbZiw9Yl2T2tCeQ5Tc4qlYf9P0oKZrrWxpL9ofPzklApwGnQ/7QUe5mcNDx4XcseZm9i6/mPEPV+KWxiTEm2h8QouTJAWMFH6U4Vbj6h+vLeSGrnzglEbu0BQdk3XZxgIeCq/PE3kPONmoE0pL0FnZk8qK+HGrIscJeKWJUOjKInWhEkFgiTLYrVVKvIKyEHqirci8hYt0lRZcKBCeLGW3kWamPpLG3G4LWpK9SKeo3dYQrDjLziimDzKx0EzuuG1WqRZZiVCy2sOo42NEfbFVqaHgZQuUyiQ6oxxkITkw3bba8BbTqgFZ1W2lZrICoVJo6iD3CoWkRDHi0bj3koMCOh+uzquA/A3PZt5wg1jeSxGgIkWdN/Nj75uIGW8O49mUCwJEC6kYd0L0sasNt+pnQAkBB/5tDK4MpvpYeQJGSI+pk+5u5vOLC3hvONpO5L3g4Jlmjyenl1AkzDFyIyaWhe/8o1c5r2uT2ACSqS43iWvEbLmekqycrT+w9EOhlBIchaK0MCpNInswaS+YiBWRv0U/WLSVPGVXUhxAQwCNIrvKyaU0rdUOPag2NoraS78aXXWPzPZgbxm/3KOiK5ddSaTZEX2iVDYoDcEIidjMrXZiIMIcWwgD3KEuaNXaLActSAoVXeMmCl9WRbeNZE3pSQSOOgdeP+6f2QbMOrmceF7GlwsD00dKdnmrDo8aCuKKItcU/fEeAaQQhZRysISQ9nm+aCggnXRyqMZJgk74OymbZeUC3hOOLxN5T/jNM1ZJt0fkELjntRafifEpbB+lKqmFTysgCXw6s0xvbEIiUhI+yTi/aSdWBFWLJ0osKH2SIxhCwPsz7SI9e/xKuwlKlZMSPmUIFaj3asnEzsfL2Gr6uzWWoj8FT33RYOUoOoqxQe7QtE42w3smWjbd8XmHDWq0n0pFNA0cDvEIgi04aTWrnVhx0pK1FC0Oj/ldkZaYp2POzMMZrZov6rNaA2DE4oXustgfrzznFy1TMPPq3mR0NkkAigebUSUH5lqa8zvFrn2fxYEcCCITt4HLjRj76H6VnKJCzgU8GLbf+wJgwPGV5hbz1PPoWUxATUWlIlFy9vhZIUb2Mao0dYWpyWfwyblE22GDSAhQrnSlyFoClqgz+ZamtYmK3Oqrv5BaszahKspDuAKSGS3wbPXslcirq2d/PHslL6Id95fySkSWuJJXcOAnrbPZ0iR3jaYM7krsyYU+KUm6eENS+B8xILjFpdQNu++mWGkdFu/W99gmyahnr/4iR+gOylLSZNKmRlPeJFuJJQiaA0VuLfhMSBPEgrZih+skCF6K9rzIovQvDFUqAKhmAGVUMotJuJignHliBGBVciWvgJwh046cDvbq5vrxLDcyw39NOqBZTCUms0+bvI2suqDgXOOaotlxwCW6m4hGg9/p1KVKwslEF/DhsP+BAaA855+0+jVRcx17YWhmqWgkMy9S5qZqlH2MKjWilaEKcbEC4cUGKiDK22CWdfzRBMU0opkBHq3wW/VDsBIVaUoI7YgMjzKJy99QydJ7Jlbjzv9IBeZwlqX92R+zSWyry09EVeJWENMWOam7Buauhc1qN/Qz3M6fRa3WdNqEIW5DheixJLCHztAsHB4miHRAHoEqVErMFbYaV4KRlNQdbLCux5HIFNujKgsKkxrkUhGdFTWUSETyMEg/ni/axw6Vxcdwxx7GyYmjAqVKkKYF2qJleukxtV6s+SNC8DJgJtlY95aRCi4VJRXWsfsj9Y8f/8I/ap6AKV9nmPI3k2yNIldZoPg2n8YGKvAPfGsIFy5On4mgrhTJZpypzzp5X8D7wfb7PgFTYXzlha2ZpEkNylYWj6mu42uY2aj5xlKCpv1BVa72CqvNioBI0LSHgBJmPCuS6pBEoeWVs95NMXvRD6Y6Iy4ajcXjTlGkOXjSDmtDuwus2bIhYEwdKloQs1IUpGSkoUQ10T6tIIkdNglxWLpNmmhCO+Ga2rNq97hIRx5MwlXr1NJ2m5Br2RlEsdAkmUWihjoGT3jsjIOr3Jj2EIi6tDUYkq02GMUQQg5m0SrFB95l5dqFZ2JiYU6xJECDktZEnSuVgXp8Ql4nx+vH03HUzMhqRrxVfFtC3k0pfLyvSh7xkPsmxVWR++zab4uo3s6OU9ITd4GzaIWzLvjNIC3g/eDoIJEPgPOR1y4zK6e08UQ0yYwGFjXacvZnNreqEFOPtqBkXqpp3lQJJKuRrgp1ZEnOggDebkMi5EJDIkopaYEHCjVykazC9CKhCg+Iu2UIb6GKmtnhpD+AYkFtJC6VxGM7o8pbNGmGUGUPp/pGRPo7uWAtoytu5/pQz2ChwH2ykaqPNDiDMXS4c6GUnY9VZBkBy8YeQuy0HAVlaUYIRT0VwVKKVa8L5Mqi1OnNdukAWHCFJeBG3T+X1TlrDTKnyr84nvED3Nmh1TS156/a64bpmrikJ2q8ChCCkvCS8RLD9JUROcIzcRe4lPgPrs7b1XaaBhfwYXD6wQGgjsqVpr6mU0RLucca0l4JoEw+qqI2a7RTDSGgrUqqpiqZ572L0lRlyGyA82SyaOSQnEcpyNBEdQarjeiEQgAEklmCiJTAiJLgMUbmuuQkpTFQfwSMVEkB8/QL2WKXhLhrYo8q8QpxFRnlgsCg3YcjiN1wqQQHVUbDg/tT1OmzoVoURqW5YebDDl0srk1a8BnjKLtJJaWWNNCShzRItLQq07MmqPGJ3ZRSBqUcpb6+KAaaYl3DoFnecKNRrf3xyvoP/ahLMPO5mAlvFyBSpU5Uh7+6wEdd+zE/+6vCNPYlwq4k8NMwfSXFEHnetmK2eQv4ADi65ytgZoNCwGevNp6dxaQKYI1vvDqDShoEtuXIo0rLKCaiNlOmq1y5mlWhjaJw9hANDEgdheCmX0kRucBZVkM829iwQbTFlk1b/0ZIL4vVLM7NLjGqVCMeaK7FMORqSUq9CaH0M9fTE+OrG2fLqxsmqhZhxEgq0pUCEs0qJGgwwC1hNzVBCulg8bhjHSUJyvZSDP6wS3sYQ1etclnWm41xKIrFEcNQeDXEwaeDLhkoxpEMoRQtYNtFc/uraoUmBDoErgqDTAKE2X43g07vtB3VHr+iA16ZD49wPtFSsjsriqKNV2dnq0cTTkcwRQiYcRLqCC0Cw37sVlkdFh7yvkT/Jk4S9oV+xZ8koqkQlZ6eDhXNK8/JL0amW1/Ag+HgJJEPgv0rZh/TzDN5mYTZ5V3RBCnrw1vFohZCkFyIzbo8h2tlVoCsuuiKqC4YmyqbMpyyRtkrjHI11JJSDxrrhY8S+bTCirA36oyDrFbbol56yLWSnOmT+atUQp1ICjUssqqyFWmp/0xSEL0mQzgx68D/UCp1EJ1FH16Zq1bXgSYXj6Xd86x389G0DwB48ivRkULEdI9JV+V2XCAPOkeCgTAZv+VOJKGjO8sULbYYDTnAwVk8WIhphJwXfnBvNINM8ilxtdTREixWDy04ksuJ60XKaszP+merj6evAU6WC8yg3/DuP0PPafqnvwmqkP/qHCKJ34xqfY1O0SZDz3LOPfYvRiqE8q6JBXww/CbzD4SzmFWajTnHtDm2Ed0zbOYWIk05CyhRfFTmq7fC56numij3N7iKCeBaksEMXpNZmyvCrbGmYoWHW9RuujHCuZDQilUXTQsCW3GMxWCrbTi0U+ADi511LPDljeUcsdu2pj/aHHeBpRVhddkqnxCinuX0MZgWnB6e2Kojs66gOWHLVp8tx4BAyyw3VWbPk8MaKnPdiMyizdq0M/IoZW3pSeXHt9IJoR6wNEVJVRRpKvBYmhJbMiWavIWs4urZ8x8mr/jdtP6rgXBbPfDrsnFuMx7JK2+XUc1FPQVOj6c0BNx0oKqd1NLdBB4XbR0sToQfDh/2I5AODobMJ2Y/vkO7krLu66KJPYhsXv3OC42Zza5p7LL2UplugplfxUptSUNpVlZdldlZ4iWNPGujGE27uWpFafzZSMGcMAtEFXujI7HakHYl4VELobCGerWiNPH66bAokUcpCaQIhWnQVS52Vs6KuC8uImYpdvKyVcS80UIIBG8ZlFJLi1kNwd2ApyTiyBEsLKZ5L3Z3ea132vQkEQjs4P6E6qQUVF8jWS5jVLBaaNBQofzZ2erq1HOAc64AFj/VB37lJvrU+Wl6qwjy/NcD6cB47DnvJ9v5dU7RZ8V9SLUXEpjyfwv4CHD+oDNgOdBRzFDN2+WRf1F8sX6aU1akXB0vRR9v20UKRLdvjA1qmeNnOf2bau2bh+OzXLqmNLUSp1DmPpUbZ8fjlWTOSmVuwbZgKmTt1JGGb7C4+nCunlBKphC92tzFCNvXbikWOx9zBz0bZ4uWzzauOuNdURhDTZdStzJwiyqFiNARd+yfBrGjn418IcJb0R5tgyWv8iiv3FwQZMPixLWJwNGZ5c6GUCFHrorfkZRDl7psigsh5jxrwoagGZG0cA10YsEW1bGx19bhvdrwcQnVaruOahKDObDQaTx0OtEIYrXnbJiuz9nO5Cuhy4W3KZjlAH0hb+bfsXfcnUfF5Y15czROL1rt/9PvpB8NJYdEmVOtLzziw+E3Mw7ce8HVSJNILkNr+6q8UuFS38isBJEUOY1GX5l6MhJ+MF6JOSghBPUx18bBeFVF1IgLDjkdXMpoY7R58b1mqmat6EpFUg0MStSwMJoaUXym/Gx9rLIaRgOaEHim5fM7tUHRjefqsiJZ4IY2rv6kPhzITuG2QqSD49XR2ejZysVYpsIkYgrCKG2UpFptiF3t/MmNonY0Gv1OpLPRwfFjdUtu44xBoJ9hlMbDjOjDEhBltLuxMlaLWCEc+u82Nhyu01n5H4+TN43Jn1Le7K4jDYLb0q6OILN5rdFksMxDIt0xisFL5tG2e0AP8a9NjPyKfjPQyrCQLqlWXUMIVSMPf5hdNKANM5SFYh0cxgBWq4VRiCXMEDTNDfythl5JUM2HrVlUyx4RofowOswicCepTeOIFWJUXbIrIQJsXVDGZbPgcOZi0enyzH8VMaSPUnXnrfzvWkCcFqsmy7wgKzADVIeK/tcnkxbwkWH3NJEPhktN4j9dadJpHbzUGfFwVTHltvzA8uhq9Ez5aLRyMbgcDoegZ7uDVWhXmvT4it854bM7WImyZLSmRP+TlcILeNmpKKcihj8V4dygucguMILnSZqz5fFgJZAgSp11SJmWUHCP3gzekJ2FzPLvNq4Hj1UejYYkapiVyIdaOG3VnzDfEtmmEOkVAz5ndDUerELU2nMR9aFBJhlRS9Ej2GBwqp026K5qr0Yng3PMwEHBa/XBchXdh4K6bnMtgycb1BEhgFujRG00DG7FJbduMbnPVhwsIUSahWVU8dUTvcsBCEckTDWop4yAjq8ZPDnCWFX5uOqIm5dhZ4As7kF0u/oOCNGwgEO0IRHk5dJIY1zFLRtQTQWcwjw/kFRtSalSBPiL7/s/BEm/NANmujnu7s51Twr9HP1JUo4ymuFN0GTV0zpA1Oew/x8f8RfN17xkxi+NmYKZ5izgfeCbBz0EA7xZY94ydXEeB3vDveHLwQ6LDMeiKXY1Whk83wr/MRpdDORrFBZRE5+A5WsqvOZCiNmv8qniRpxPqipb7GKJNtgBV7WEiMCSsLzrxl1IJaw7sCgB6kNBnS4f2jCZkEboE15HyeaJErYzzLdO6rHK7UIgW3a3g5BcUXN1cUgoWIq5Kkej06/h8ZiVSsj7g2V9kQTBQ2Vy7F1BpmmAITWdvzqLoR9dSUGhliNER4xoSy1Xkv3TsjWYD98EKocGQyrgGKeObtMunj8p3iqOXJIoonuqFqqqUGL0T95weFIXvs6OUoj1I1v0qA/Wqeg5ahF1bczBaIVyNmqqNVCgzimaaEgecOI5wPnB1uyrcDzQ1zmzSUiRNrSLBiSQtCirIFfatJ1vHzy8mXl+vYCPAicf8CLAPpy8i+mkibWmCHBruLY2Gg8ygDJ5tHo4vtojBByuWGT9Sit5W4HiqVvfP8VHGhP7yrFmyzmLg5f076wPTsW4r+IKVyvXT5m+Oqc+0Zw43tYEDk3bKSdHxfm2NFZCSu6c1sapuT4J61rxizdX7oM8hA3bOR1drVpoR7HXYH842j/BqCNssHXHtKQmHpvLVob5olFBaXxSe5etXWa3xZ0V4tynfSm4suL97LYqMF680hi/2T77tOtav/OSzr5eDt3EehmH65PRY6+2/ezI+sm2BlDfU11HaCHGJLZ+qb91SVMuIrGXLbPwfd5IvEfZSbu1WeIFUV5xlxLT1qCxaU+PN29zogjwef+3wPV63RTMuNEL7BIDzofQ3bw7Wu4yFKW6+m+/Qls/6tjP/7/c87ydEQu/+GB46D2QweCrtZhMo3dDOY8vtoZ7a2snOjFmepl+taZ1Ol6RAxymA9yRJ/FhPIvy4Gz4pXN5lqScDBWKGQ6GMvForVTsoFMNBChYC03L+UKHk3ew03xRVLGjaGNn7XfOX4SFKZ48X68pfJUDXMvyWVp8lEbkj2bUSrFOWtTD4NpZG+UVBcdT+ngtnaw9dn40vFofyBsNzsJfKprLbg+bbuc30ss1OfKjtWzfIfW76ONGOkI1kvqK9Sfv6igVOQVLYcNWEI5Cbe0IEa/BYW8csfAOscVe8lIqRKCWJ7B275ddNCnQujdoKSmZQEoWWIvH3uQ9PPNGJNCrZ8v95wCnbkN0MPtKHyew/KRjZmUHtY18AYKScLXde6UndSj2E+E257qAB8KbBzvA/d96Hr3TmdXaAdcAh3tbJ4onFBgyxX47WhutrR3p4J6ujRQdjgfP1taGQxFOh6vDreHW2urR4KUyV6yNdhREbl1ytrY7eLklv7Mz3DuTaxnuDL6RohMp1naipUszYpOmy60vR9eibG3jsoY0b0VrViTJI0m+uNzaUmS6tTZ8vHuMJcN3V+9GiJ+urciel2pW4ltygDJ5uCbDdtKwDXVhuHqxviY2qToYjJeHh+qqGpLP+63sWUvVOsNPM/S1IHe0Ox5trdFJlGhodtTa1mOV3e0DDVVUvFsfvNlz++92ZffeiZziFt1WN45GGobT0dqVvlqCu2vE+lakFutLX2EfqoN7ZxoDwu+RxrnrSI6m+F4Ojq80zO6IosI4YuyRZZJI7FF4507rmGt3xW9dp+E0h44QFd3W7lkmeafZ0ZVr1itknKfWYtNsq7i2mrm9xDPj+BbcgqW+2JnZ8i96zwH2fVAfZoVcvNCgT5/zvEoJAdWA9rgKGOBrfYLDyddB33JxUTDvrHsB94cPfxNMgWPNp9/q7JYll6fAWr9agaPfqkZ+YO3dmlan2jlYW9sa7V7gERWBHCwREuIcTgfna3vDqFgZnIuEF1odHG1tbQ2vx0MRjxTAjMUNy9XaUBHg6Zba2RlsrknT1t7aJdws5C/kb2geRVt7oeh4be3/klK1MRjtDddGF/u24VOZfGVDpP18ydxfbL3BTjnMvbUtDNuyYWvvxHK0tbYuXJTB1ePBkQSG47FOmmUQNFRjhpzbiZ2o1NCSjHY1TeLeh2vyZDL5dPBaXpgKeni+JJq+QNztNSkeDkG/1Ekr5oyGV3w9wJ19XToZ/Pe1dfSJCesZffd1qNEcqiz/rw6Mdo/VoriiI2t7X0p8SEdUdbFBt+jI/rJakCPTQbPnkIdzXj4cTLyeOOjx6O2Vj7qwdxJzPvoUHtC39jI98U9Dc9WlnGsilEq56q9tm/pOCtfkAo0OOWqV3aykbj5LKeI5mZxr74afjj4tMv5uCjF7yLPec4C3eRxivUmQKCK7naCf+ZsFbsXRnnjJ8hO78chLWflt5izg4XBaRvqD4eLqU815NkKKAy2/Na3Ls+Gnnw61EETFNe5FeKVFp0hJDAoJN+XB1vbiz+hOhEZFvSl9fnYxHr3d29r9flmh0NHa5uC1Ly9Kn7S8wAFuseQVBG1qdZ/qJM+Ok0y1a/UHLq9PB19r9Stwoo1l+Yet1X0uqskDStPR4Dd7W9Ke8HpLTgjfFd8MJw6c5OQIQ+XbjgbLck8Kpc6I7bbWdo+jg8NUrbboq8zA0rU1tTSWpYRu7nYYuzbMbluXKobV2hdV8Uih2hH9Uj81qIoSY/Toqxs5kDz61va6QRO7eiPu2sTa1pls2IwIUHEpEWDTkWWGWQ3sjq/Ugo7ip77bM+Sg0i8dRfkODrCc0Kejq7ejT+VIcEgiahOucoqa33XmQzQ+niGhriFKA2ylTCX1uUfZPG5FBKExpdaS3WaifIRTvhI73MjKJqTFCjuWuwfY8SkeHDlN0DU52qur5+1vgW9bENOO7RCfeM0tkK5KgdkcJQSLjvEydlMUyL/EiRJ+rveonxubFeQtfOJHhAc/BjgY4Eg00945AvyCUOPxxf4Gs10LIegKRvYIixS4KIYhjtshRtwqV9IUrGVFXcuv9/4PxWacC+psUcnLwTluTNr0fS5dm8Q4clZb64oC8QHnW3tv98SlcFO1+NuAc9Hwf/IjioE2ZMpwa+nyePCNvJYNkXjjd5fUBxF4cptihI30QEYsqTHCuQulir2WOEF3UOpgSr6FkEuOWZHc11u2Uy3t0wMreafAS3ar36XbezZJBnXWWjHdjhZtvA2lmXdqZWvPjQwZEdlzqkivSr+m//Z/XQe29sKGoW1QW6hVKLsR4bhUHCxpxI50/q6QjNBOrkO5XETZcCLvcDNEdsRg9A0XhKuRD8O1iUEeSl7mLSHh0HwUPwVBsOBoFAUa6jhFEHOl1i08lnzWKFoxhxKclppTBIpFmBaGpYmpC4uoU8W7T8X/qartD2EUUX5SjQj59IoIMFfBYX0ibzZMXQMs1wvlq6qrOiz//jsN19zZNXbIz0HAb1qlvXNp/6fIXFUL+Dhw+nAHeKUQIFaBoydlOwo8dHY5/FRLgVmIq1uiUouVGEbRyNHgUot4dTD4YmlLwZ3ClgiF5MiWlraWgGdxvqEAavXiSEw7rGz0Sf4F4msOgORKpek3g/Xh2z2dFnJd7WTwlNPXVISkPA2t0kbEo+I5UPxCBHga/tNtbtnMNYV7MkySJ2rFgVMYUQOnkaLSsE7LSbFZmi89R2rGZrzLlijUltWaNJZuZwQottK+4Gyi2+sEgFxLwFrHmaeDdYXG9IABkCvclHSMGX3VaAzfdU0oLg7etMER4BYdQd3G1lnMAI2CvA3RHQGXHZl2PAYt2634MhtcuA/cDI5Kbo1YUE5RURVmmvIWF4UcE0CYzpc9E/zRxoThvoQb0W4qjMHNdHqnNn6Lu3KLajiFP1WFmrLvRNintI789LEG05GyxWuamVfShI2cWKMNhaFWIqOrX4yvI7aTV7p1PUxcoVMwFv6p9zPdGx4jnKem/OGHrweCXyer6TUCxK+qsTtvrCzgoXDgE6WHwPi3Geo5bjrYGq4eDxRqDEd4gZzvJ9zYGGixKuiAxYGX/MGKAo+tpVPObhWfcC2PmwtLW2cnG1q13A/dX9EC/5KY5WLwXN/aJz4/VQSo2OzsPwbjoSKmTU6NJb73VmGParXcdaJ5UxRJ81HY4MZHW3hKxVj4ai5GIk6zW1tn/6H46uXgmEuRMgwnKm9ygVCJAAmcCKWWFIANBusrMlxLK9onzsQMoi8NgAMxR74Ki1Gir4H1wW/kgqTK3Y74ssipfXf7X6Lba7Xb8kknb7ReZS2x59ZwPHj5dk9R5HBPEaDKQx3H6OvadbBzKTGaWBou7RHhqZXsCJcvhzsoQt3Wnod5kwAK9zJUaCX3onCJgIvLZMRiPozqpxI5NbtBU/jI28i3UCQsw5nh8ITK5UgaDn3kfIZyVlJIFWHbu08/FY+9Kulv5TI37Jtci7DU2sOhG5Z30YA8Gs24JAveojmcIbpMhi6q3LKiP8WDxKqEhXxNqwqJEBrpDPhs/Qc/qaLTU0VjMy7zCcIVTTwhPS5RX89NXcgbzjpzFfBcX/i75oGa4DW55/BuxruTfymygI8OL79J5INhn3MXRSeaToqeDFz2GilE2ufClb6h85GMr4lGfNf50nGbQzLDWBUvQE63NmOOHSiO+35PMY1iQ19+29qMs40dtUMEGLC5hSYirTyJVaCzxzXAraVsVH5lM+b0um8bqw25IeesK4eiar00O1xaFvdpNWxja+lrkNMwgsCJ632jrZOxYi6dudNv9XzLXASeBpnhimwpldDtS0Wj7zI+2C3joW6b4G6P1W35wdLtMH7HrTiI2ytXDL9YkvW/2ZOSlbRe7EYGO6WJ8XAvvuKebi3FCJeOnDkcX156fez29CVAxKXvsvCDchc6cnIYnDgSSsm/4Dnk7BzXySURezn+Mic3Hijge5Tba3FSrVNifaScOBHHpSpuR4hghpg6+sLEbZpbPpD4zwpUKE2RSxY3J9YomVnnsVgguoh8G7sVGKzfsagmKY4ZIyQjolwiweAaDvi7/bhByz3X7mm9GVA9nqF7XiYHOyD+Ang27PbePBi/B0luqe5uAudjibWBubDwkA+Ehz8Gc8I802nQu+Gao6LB/gEX6xwBaqbxdb1GkDFWkLKnsIpl+IXjNgmcaXXuH4hTSxBLCGRwGs91shbOY3A+jOBraxXC0YomNjEejzvvKwBTEEQIt7Z1qerx9pKaVu3m3tbSMytaVaNWKclo/IDf6inmsfN6pxiKRxdLs+KWotPOsK2tvdcIYQQ3TzeGBJLFtQ3OOSvHomI+9x4www7gL3y9KExUDOZuq09qbW2LIHn/C3dboag9V1h7Ntwqiie6jbqhW1ZU6UYu5SWlbzjce5vS6uvbZHd/3IR7u76ilt6691a7t38oRaPdi2E3zBwqPJTcgqMjRXVCiAPtyAjOuJjmrzttdiiq+q3qRAx/xojalSmLs035J86ThalOBYeTdkCEYr9F/6dkuF78KfHbO+6C2AyxoEi8CiVxwTrdEIk4j/CdE2kxK1y0NoeJ6HdIaY9tE/moDkdpK99xQo/RsnV4dfW79bjXenE4L3KThzNHz9G1vqcnN08JNeXlgZ1wwUTnVx9ZWsBPBA//Jcg3OhfhhEVzS15Hm0AeUMuci1GcAekkNirkFrn8Rj2VqpZn4OLV3ts91yjeCwYYV/JkRP5U0knXqtXiw8U5TBKBj9q24NLbPQVIcgtPuUhmUDORi8002YY5omgpYIhsjcuCW1sywxSFX2EYlqmoT6hZok/GMsDEyTs8sYK0X6aJi0gjgiuUuEV4YhByoHpiMPBETirud9uBC+ie3L0VhDDDuBdc4ImFPvpAo+YNIb6btpa00xHXlPbe4OQijCLKAxULXSOiktPj4puv92mP+wnEceAO7PBsGakRZYWrcXgnPY4aM3R8F1cAgzGmjpwfGiKRKCozCKQ9PnBTq91uLDybGFWrOvRhoA9GWgGBOoz4LcrcJ7UieRTQLu0t53+CxHut5sVUcDR1/b/uuM1vNdcHxwr38lEapK3uMKf5Na+LnvhPYCCrF/DjwMMd4LlOLJhuWvJ4I63l3/uWg+Yg05YZqJXrJ99EByWR78OTqMTql+N5S6IaOwOdna2tnR6taoHy839Wr1Y97EQYkuMqnxRJFe6LBoTJ9aF7yCU4MeF23Ibo3lCBg0STZW0agFU0PJQZCgf9nF4aMhwuISpvoQ0TaEtbsS6fdxFF0rYfJ0zX0W890mdatC4mHKHoSx4CG6l2Y3z23j49WpXXpNu2GVFlNBLG4tFTmdihDN+qVYQRwFrxe8A9sMZQQYZhmBrcEnd7OczyB+8UFv3Wt1zxEOEu8HNyHfI0quRgE1qJIM+CBwmvKLfmq2oRtYlTqX2U9hCXXod17gm1xkjEKA9IhCZvFBWWFrvv3PLBCkyLQA9+EVXEVTqQJFT0XWkspjFmiopuNq3BAUuLekdcKz2qeHd1tZy/Bb65mP8jkMm4raDp26b9VoVxvSmcV/RI49/g3FoVHXOJMPEG+Ee5RBfw8eG4PkLxoaAQyBeBtBHRDYmsvCxxTcQt8gR4AFyHqfJt4SuAP4uwxEIUJhacwe/33mrd13OzwTKsqMBzpWqu8okvYr9QJYdmScTO7bTwxNGSWvByx68KVEm0hM1pprnkSHBJVihNuB4wWYY6y5PAu1dOgfn5ivSMRKfrcpG/jwfxtOxCu7wVek10hYGBoiC9DAGeKFj2yp/UL5tP6qwjBhLEVDcWY2JCuGnAw+lIltHQEOBbcf2qo+vmr3aIsbR3RllGa+fND7gk9YtAigp8jh0d7gf/IYPexvcbHidlQWJUycwrqx1J2g1JSDRRXWtBh5rygbQhPt+GliPOZvFcsEURf+Y7KWoCLSpD48qlKGmgNBMXik5nwLID2ES4qWYQh1Hq1Nur+p8gynpnuZPQVcZvN+TZwjnd8vM5QZ4Tl98bq5X4c5DqBA3CZl2AnEFawEeEcqL5waCpxFxjRrGs8DKecQG4gXSIBcInzQCfmshnmkUxyxsmyH+c2eUAdkCAf2qiJV1q3J4cl05E8Zv78SMTPzRoRIBuW9d9JKemCkj0z4km/B7PbQhuF4KCk7R1X8k6Qo3qUVhcgSWEKb8XEQdVuOyPQi3OylCKVnyyahYWrTOB12ygRaRC8eIdeHT2+mOfYi1JhejIqqhxYSzcCl5H8SCN4vzIIDt4k1V2daarrJBKnBIjtnJRrGLBGzmGE273BBuX7+gJNyrsldAlr0fQiWNFlLZsjltSXVrxqZASGUoc94a9shar7PVkgGM7VVOkWagq0wBOT1oxQgY6vB1dnX2XzwH6P3xvA0bKeeGrZ7dzBeujfd0b/Q4PcYmSQKioFIx356zFhQ/8EeGhb0PYjxmleezVWRYXOFM0Jt4t0FuNPdjjIpxOFmdxzCELdKa3tBVep4EJjxGysWDmQtPAdFtrtm5pSe0lpTDVctvvCa8IKD7rw++dKuBzt0OgcWAxvjGy9wJLTrc7AaUjhZFrenIQBF1gcRVNTeON9HGE5ehLB9ZeEVeien10sDHPl/1gsxyVOCgPN6y4yAzq6IrjwfBOuMRP7bFUEf5KDlXN2oPan2Gaq2lCjhM01EIDgdkjRTXnuhKzA4VK12iFjsqFokyf5aMfIkjrArw5kN5qxk/dGj82BXGftzmR9btnJAG95zlv07KAHwdO8lcJHwpvPKOZT79lWgXwpetZRl3MtymYTW1AYZYvk00Acj6zbaDV5ct794PbTbi1FuO44OlC6+o+HNLXKSJc2tqr0W6xIhxOFu4Pd0soGm06oqPlk8YupJK78osucChKfStYmF0PBHH7Yh8eSx6IxLdtw+fghWy2vZN8EboJ6pREh8ykJLyrlFjSTbhZPtTJ4+VMczNcEhSZeJCSleEHxRye2e41ZKWfUM9m4kjBTHXTV8vrcQp8p/spF/FmOMq5vpOnAn2623LgQMMHtm3O+93vIgD8UaH+DPXD4Est1JzcBUBj51v8tyykABZU4szOWEMBhaUHcaEroVMyCbTX80H92KoT6Iv69iOp5BvlfaYpqNVctEt0ppsh2ki0BRa2kX47KlUlvtMbaKOYy6w2uhvPhIliAWTnVLXA6XxcIcR94CZoAQ/kHshx4EZUYfekoylvg9uJX9rC7DjK7bkCQJ5HWlQjHuI419gF4pvWSOICIJi9m2vC4ZnVASFOj4apEHimxSBgG2IMsmodJaqMj4zrpeLAG0KMeyYowRBSeoEuoVejne99TntnABgcrc+q72nOy3wzIN8V2GPgWl+8grAJAOPGyAJ+anjY+2DGvy0XZvyFnS4OLBZF+BhAGEQzBJV5njVOuyQrKpgSQi1whoMbM5nWglwgZNImN56oN68mr1rHECbVhOqCtbjVFaiBZjjRe0C248wYUpn3FKT/K2QJqHssYK3s7EcKtg685ALXYVStycogaW+HMprTeIRzQNB+h8PFweXRPA2VDhmt2ykK56A7xougjWAPBc08wFKqpKiIoAOCb9GKgzhM4ioGCovqYXfc5jNaIkrL0ikiUev2gEgHRL4eZJZYoWVQau2Z4+AdQcYo0g2VsJnfAuOe7nY/5mjYhNYH924P0+rvfdPhUbwQ3j33Nx5cN85wAT8dPOwc+HXObiai1xUTq+BOXZOrL3I8AFShntJB/7l2uCVtngZcKA7OHq8HtBf62hrhOAfl1OVyJwumtMSJ9rRnOFyO3D4AajBEXWTTBgjQIG2SytYqlzL3NkjhQaAVYyqbvUYLLHN6VlTFupUURZhjGBNSmsyopTtfFH0RAslaqt4K8gehEbo8CU6HVCfndqauiNCMDde05hNRT4Iq6ZyyPEwEZiGsBsyDs6Jtj1Y4KMjyeXgva4UAHmaINyvglGzYDqNHmosH+WOkdLj2xLae3O7UXDRANV1FG8aPrp77p3CNZ5sHYuk9/tc8onKHdJWCTwVlDgODODgkHpx61cICfhJ40PsQljNWKTO/LoCalk+SPNcFUQpInKqW3ECQ51QCt1SVuszUSniEnhDLcTj8ufGfl/Xa45goTEGpbbmmJaDok6Og9rSnOVPME1RhtdDw8rVRCLiGhIYDUHGCMg1yKcRJ5ktmEewyshQIidCIqnz85VI6rhQODUrNFmjsgjJrABpIw3Fq6ERbxGeCVKxQVPUhXgBRLAgrskyEGHm4vdiCoYjgSZXSAM8B8j7Ae3if3fg7t+Lzbviz8xLC3SpefwAXOfeAd/1z4Fh68YroeZcAJ+DWhhbwAfCQZ6FPPCsLdAEJCCsppm7m/sqn1HdApD/XFnVBCGQGNBXW0kUsbQ60NIWXBS1pFxoqr3JmDrQDE6aoPeg0fBi496WRuB08AY1vE1tYLkQSo/CjV2Qi9QcyClEUtFpmQrq/OF5uBfeTQy1/YXVCCaLSQUXMxRbtKGmHA6fW+Z8CSMLUc5wipya7p8oU2fQYQ2QvFfKReEMzcpM31bVtyOYoiSeGURHgL76/mHyp82yI27fdWW/e4ABuFS+VYhbqU13fSI4Lg+XFCPOvIy7gR4UPDwF3f+dZ5cnkaVgxCqSRg/CGwAbinOpTTjlZsl5ydoMkffh0+HMvdu1l5jYQhenLgw6tXOvPz92CDUKbiZEYIOlTHWVp0OGVkLTJjXRSLdgCyzgpMI+5ybEU4wokHmoa+SmCBBt3B9jMGMFKlDpi2uyJ6CERex9MyGSqshpWoZRlPW4lSwGN+qqpozW1iXQU+avqpCB1NeQeZJMm6gzV0QGuwYFHhBmMYiiOWyAtVyP/EuRe/i/zBPmw7vUwxRHOgC60i/+OCxl+dIcr7KLDxTXAvxIc5Utc3h/eMOnLDKyzKpCyhGqApZRdS7aNGgWfDsM5imgH06zWDrSm28ktZhQFX3yVW0Ejh9MalY8p0k4hsAYsFBVCVRd45qVQQYSmmcALgYbiA6Vlm4JOb9Egr10lGtEOrd3Q4IYVWRcO2tKuje+bRL0L3Hd7x9gVOkZFC6YkOQ+hs0zY67XDzAQdFjxNOWCKAHhiqE8NP56PzVoE0WNghtKutqlqDBWkOuMVHCOWWZi/BLk7/FK0N+Ele/+FOf/UtGPiQl/ljDfPlL8DEbk609kQYh8crCxgPpx+4I1gXqPOFOotjkT6EOtTWztlu6CQglmAFK46ohGV4YqE3R+B47kAr2uRta6treFOZkFi4kFQnxpyWryYwTllLhLtqTG1VqYeQOwZeTs0DKF6Ummo8YDBGzpDKpg9mljmEXAy5dGCD7mUp0fpXuDtNwrFXqm4B3M7D+gdvsgSOsxQ5wRJqGyh1AWCVkbbFLcZEFw+DkFyH7M6Kr0HYRpMT5ODN6DHTwR4PHn9bYYvusk/c5sHVM7yoj0pfgJXdF8fygU2Ud+834Es4EeH/Q8MAXndVW+adcupLrSY2HH1z1PbNMVuwadqY16kJJy7OgLsdFErKQj6bCiJjV10gMwtwZe0jPackLJ6XBcUwBhCP1fbqoqFJrR1JB27WSg7TzBii6MD5RMVNVqaB7BaOvjCDoNq6EHUVC0eaJVyLMN7RIMpKvyqWiPUXOlfnRj05aOCdfTAxXA0HQRbGeCE9CzTkM6zxxAaWoBpggQU4nRlqqvkqn6uIQbN0RnNQNOuLikCfL7Oi/66n2rIMU2/ilSEWx2gXOhhecqlB5NSxHw6eebtz72qiADntrF4TPBHhNcfdB/kdTkBjsmU3/Ree0yxCt2qE+RKFEvhM6aZyHqMuuRg6Uqb1/VGMoWQd7X26c89+cVPq0WQQmGFHjh0PpSksrBqzwWUlGAVyFJaMEFCSbLSZE7WzFBTbM7+TMLE7Q20hjCyOOGQwXyUeP+5fZXcRUMxUplL6ksJYW9AdhLl0ZS/hppd9cESIEoF4YxUn2hoa6YqK6Wtb2gJpYpjCNrnwFiPpkuCliePVhCKr30AXI2ufuEXAjZnqtfNA3qGa8dxt55+Xt+MJ98YDURsye9B5O8uxodwjce71yrt9gLGxduf/5pwUN4J8h4Qr4Jm0cUqisTzUZELszNXoFBWTPoGMxSBugOazQnBXiuUWWoWuB0vmWy7xFwhmypVcLlVU6I+8DZaFVW8Be+BeQEhBY/cBCW01y3R+0GxI2OivJ0rqK3nqHXjoxqbTB8Eqg3nacYQ2xBGp0KULNXBmSj12hmyaMKpBZIDMDHvKimpFy56YCEDvelKCbM8VTEisj6IufJ3gkHtyjMgK2/l6cOICPBifHNzIy83liO74G7v+NDPvBQfZe80z0UR993cXOwi7u3w+mZ3fHO9OwY7JB/fcKP5hv9CKm5ULfYCxlvdq31oYgv4EeD97wSP431NAFO4xFHKPLHLIiuX/aJkPOsrpKShEwvo2ITFHnEOiCudZF7JhQhUXEhpv7GqZVWB5V0MSm44zJWsIURBEV1HKygQ9Q3hFgiu5O1EjBH5uVS5CkPkWMjId2Jpcw86XqFkFqNIBqJPZGVszSxEeae/HGNBCs2GVDPJMMVfvVSn1y67QBFwuypkdieEjnv6QJ8CH8s7XStYY5fvsxO7UYjGhT/itcPD8e7FodwkpF2nytj9iYJ83K4CPT5SEO9+ls+ciAqrFxV3WxXvApx7J3hGcLmAjwi77+0Bf9M99sBU8ydnZ049rmDF1A56XvcTSYh4RvBDc2AxubYFxHXiUWQHKVSFR4hwKUlcFZwJy6qwLcoiKE2QnAvI86leoILwKHZCMyDaD8bUQJ9ulUnonw2HiiazlvR+UQQo1sunPaBH+pQq+5EomD0HN8YgPx7+mUC3xOBqmPsQNdFgBN0TEKMC4ygj1FA1BeEmuyZmcxkYDEHVpqlRdCeMZj4+GdqjhVm2Ss4RYHVLu3I1hHLEbTcDfXYPedxFjkkBG+4p18nkclGAN/0cy9R94wZQ1oaUt99iEdxVv4AHwf7Be3nA3e2cPwHdVJyYxEy6CVKP1p+UZT2pdlJoGsxR2EKi2ZU0FQlR6BoJiHIp1lNFQVXTkQCVYg98Emq19jmr0l6i1lmHk5p1UAg+B+1qwVyS9R1V0PqkXkUPsia0KI29gVJy3tUWrGlkApKx5gkIzvS4VBSkZ3qPuavskWeCOHKfZeXEEfn006vl5/uznUu89ar+Qu1WD6QQsbmNkjBDoiMJa/jv+jsQfjm8gB8TjraPE7sPnMb0YU7nfVvn+mKOTBWafXxPk4iL/FMQ6qlLzGnwB9W5NFLnDcxyStxmiqAWjZKyoEvBFLTC3ikU2cImWGPURdvZEGgxjUpwq4VkhSGZeNSHSSnuxlQMQMyCAUJ7ZRXdYDZVWoyP66SMkkWtPKo8rjRotJVJO2yGhy0rg90fa/bQGGcvBgRb5Rc591AWYtFgiBjSr9hEM0cTMXIWoVDBZhtc7zLabJ83FeExKRupJgRxHqgaeTdo3vg4LfFpaGDjbTBzX0UqaF5Tf6sHpHryqt4MgS7MmAgBI36c7wUXp8A/NuzzX2P3g/3ltU+vdIa5PNz49Oc/J+ds08vs5yJtBAGa6eZQbaUVCVN/rs/G1XDjavQpH+kM1fGul2BFp1SLU+2WlqxONRJJrqufU7iSxuWfX/3caEgXjrZ5KVGxtNBuhR68NEfD0XQ0HhxaT1c/xxJ1Qmb8fNQq8/IisbhsCkYWYizGugoluuF+xLhJL7ppxj2xLn2K4kqopeCWTmQKMTapL9yoakcilMvsGGiPp5lMD0XB/3MfGhBhphdWNchAqy/hV1KNRV0vlHpwdLlLbOaETjsUVCzGxWRAWkTXIVaapdZHQmZ5fEOjSNKDQtqa3kJKfOFAwbW5bnl91n9xJLQuKvM5oBjt4qYJAuMv5vBbjVdsbjVTU1Wmr5z3t8SC3i3jBfwosH3Pt0Mfbf7Lv37+mbfzzz8//yzQAufaggLNdHOAI6DUlU6S41wVSQArAq41KeUEQRaUmsiNhxZhLrKbkApTaRQKGluHtIXCkBkSodQag6wBMFbtiJ12lX0t3n9BwtRkKbvgX7SZxDiiw4VkKEhQohu5mWDmkIBy/gckoiYq07qqpNVQtuiJQfykhbtwpCbQ7CRJspoESoPuKWXzBleUUihNhugaUo+AoQyhJGMyFB4gq0AYWjRFo1lDErmzSJotEqojjQzai+fr8W6+GdC7iHfXNaKxfxxcIjXuJSfaBG8dGh6v6LwuWMO7gJ8c3ry56yALds9PT56/KNBh7wv/kTlwXy2fZ95AT/TDrUlojZoPs5q5X9NtBz5/8fkfXvwhKA82/L6mT8H7tHwLrzrz4g8nWZgHMw7fixd/mCk5pze2gLYMfX2lNLOVCag8z1883xnHw3rT0KffEQESvuECo8ADf9PRXFxVNERlxnV5nXHxsPNfG745PbnLBZ6cHqx/94uj79a/21n/bv3oux1h6+u/YAdXqo1UhSjvmMe4K0ldaoQQgAjNPJYstVBEe77+PMtJReB5lgveVSeTlamUWXCWanPQpkqm1HrRTVN+9Py79edKMJM0mhSq7j+3vCxTaj0h9xyKFYJ/p+GC0G2/kFLB0fMj5VZQTbXuyNo0q20TFKsBpZbPL3aUBifMtiIGLJmUdX0KmhAfQde2rRqJnaJKZnUfQzTFvNXeAKmAdsyhVBUkzhiwqMua9SMG12LFJm3RFTOR0RKlbIIBE6p2PQwxEKhyn5EUPzKBhgKnHm2y5zoyauz50fr+XP/X92B3OSeFf/4YDseHvmnch0ZF4SO5GKffnHaZC/iJQeFdYjPhm8036+PjY+0//PD9D8c/jPe9/fC9UBV/+GGsZH8s0vH4B3FSpiCakPVjeJTCX6uPjYmgtOGxmHlAgt/oWM1YzFqK8u9pfH9sVTDJCKVNi06Ts6p1Cpfyps6C0YTk19XbdTMEV6DiEKtS5BEqffrh+/V1NYQ6isK+PxYDFNtnTn0NrK/vO7X9ZqcpDwn9w3AXXDO2xlALUXqEpsaoNk25dtu2/8O69K2PY1z1QZFFYFbqTkKk299LVpg4aBul1hxtWCOyiNFPPtFZbBY/vRnr8z19csMYZTVqYV92iAdFGgv3ko9IxypaP1IodopKNx8tiZUOhY60SKLSBdWz0UMaiEdfu0h0TkdQ/LG76e89CIy78vXx2JHbNEy6xTt/qzs+7M6A5dFuZjy616hMX0hW/zCuCyAX8FeDi9enJ3O+6w6/uTw4Hg+uebSd59z58PQ8z0xdBGl3DN07T8GrQDloysGkwBTlqYfn8Mm8BxN1fhRLep0b1+cQnigruVb70RoEqqMJuLPpkKQNdCZnNHhzjYj4KGjORp3NSj1Osmv6Tu9MAQm7c88Kfu5EDeOi3E3KZP/yKaSCT3B9rESLV6lVQnWrWeDjgixTyjjTW3RA1EeaWWnBinEWs4AfS4NPTfc0UmmmQqgolWBR9ohduEES1Qn8XBxV5lYjcNqUC/dDNRSVqCSPEwp545OrBdIgJhuPqKyjSK+UiycPBp/dxHK2oFu+TsxyI2kqkVPUhvkwYTVG29DsnPMcJ7UpRCeb4x9Crx/0m4ZpV3RXBCgGCQWXej3Dl7XtFJ+nEJA+GfjFXGAL+CvC/vlvtl9PHe3xyfbKG/8deI3s4wjXYvuNOfOLbBZxita9LsOQ2mFjcvTYZzwbNWf+iDxh9RSYPFnn8mEEA5zRaI9eSqGRMuFJQ1jcF1VNImIt/wBxLRqOV2Wt9l2t+3bYCvTs6JQA/R5Kqwg99kKkuWsXgEmTJqElJ56SblBmt2d0YUtDUGeu/S4AuR2lFzpY14e7u/KFMXj8SEJb8BYoXZcAqiRi4fjX8ALUkKmBvKrGyJV7otJQmetI6hsnMUGpTtdSTmt14OSkQqbfoEHeN7EKUytiCqQrGwmtkzDz577y55W++LnH3wrsv778zfnroyM/GDM+2jlX+U37e+GYMTpeOT97UKbTdF0c4Gn6LC1lBs2sa8Ct1Wk9CfanSW6nV9U6x9hJSzVHW3FBWYN+gOuwa1nryhRrThl4cpbz84J0IHIICkq8cCZgwpiu2K+g1HS5qTSVn1qV6+q1zoiqO7nZGgK9KR07dKzSY05ICj+FNfTcDwaoZowv9l1RuC0hDxSS2WYZKY9Ib6jFoAiuMS261OOBKf0IjLja2lKT59FKUGhLRV+RYdr9CXrdmgViME+ElF2bAod2bRdqfKjZUhWXr9Pb4G6OBXwU2D1Y2V6+XDn78uxy+//99cn7PCX9Xw+8UIrHC6hLJKZ1KY7bk5gOvamzX+6hODx5hTt/APUw6Jv8EIin2ubD+Kbr1247BgG7VMsHdk6g/sBiEmDtOw+dpzYKZwRnAc1YzrW2910TXw5qa1Jhz9sWuPtIpfIZPVO/1UZL7/AauE7bsYC/Jrw8Wf8i0b976P1sPaCZwU7M0TzHMLFMk84P6gMTCLvpnOGPAz/ZmiICLF2bCAIDNEKHh6rhIuPh9W0/ky1hoCJHxPqc1/Oe2et5t7knkz3Drjle05z1Ab4e3GZwQHrdWWe6NzTTGl6V7X7Qt9SMJhbwkeHp+vkD/i7pvxgwSfsLb2I5uNgEHlrt7TKKEIbbfY0WlneJbXoxz39KkGvX6W4WDqeCqDYs9GvxiBinQ8UEMVyML3hncn+cp/V20Iu8JuQKtCyHN/X2awM33UvqezDjO3A2zLCQ+8xc+s0iENrGuzfz4tkWFu7urwFPBl98wFsC/2sCdxVnhAoJnp/M7i504M8fmvmuNSEmxUii1dnshVaunM3UPtc/3Btm3Ir8cCBwS3QW3BxeNLHT5ImgQq1uQHy2ylVBbjprbJuOymIPzCFjPhlM3eb/JmK0SVMzPm1YUH5dx7/A3C5OMs4AWGaGjzwg0z/CHotDpsNtPVrAXw/Wn8oFLiBAM1vf1Vkw9JYDc5gLelECJi56q6BgZuKuNfq4LDYX7vobilugOx2dt54/AOTDZkdHCWMiqtpe/1rd+KILifuvQsZWnezuXqteA1Q1QOqf7vItdBv0B2tq6Bj+hkgUmo6og/kvZSm3j28DKZz5tKCU3kzYgy0ElXMi1QX81eHr8/HCARY45Lu6tzZ689Zze9y77iR/2CtrlZcwp6wEF/OEa+LhnwBOEvvL5r1hhtYPBoyZ8BcTQMjWOADFd4lFp7M4J8biPXy++OdWFBheQGlOEa9vd786QP3B6pVuDn34Wg1+ALp3ufLmthPdewyltPdNqECPEgXcqsdyDv8C/urwxfOTl4kuAF+m7/BmefQ9wYyZL9aGhwf/inCuhAgYZ9wyLMDl8Q9dH7vRirxRc3b5QLhRjHa7sl2enE7cUE9hI9DxgNyuAy8rJTinG39l8MyfJe4+V5wYrNbjoI7mu0OigbdP5EV+CbcO931CNd4FPRMwvXZb32vE9u7O/QLAezEt4OPC5vjli0QXoIXspVMvctXZXKB7CCRA58Ddgs0rTWV1xCoMR9Cdq1aoLovTpjtX/VzIVpx+HLi5IRC+Fbiql6hhN+8p5OCobvfOc8lDRBRPx488uHkgnYoFs3o+0HTbfN8UQ1ubeX34rn2X1TRM65qG20LUqpy8zpb7aF3AXwPGm4OnH/h3wf8FIZwZS9BRSXvR3uDr6Ykn3JRQ56YGjijhE0XPff5swqUOOtWtD31P6F+w/Egw8zy9D4can4lFzVN9xempu4HMA0lPcHCpTuONm5rxZdGHCQc2w6HVAW2GPdC7Hsm8xbcVqBc5ZkHRzs2d+ncg9wsAF/BXAJ3/Li4BViD8KLd1J+MMwF/9E94q/saLxV8XYkYxIRxzf3fGKr3bz/wNw7j+JKSAyjV8m6iaAH68m2gHRH86J5bbUDjIXeMgzoApFzbt0yqhHfVrvi7uOLuvPnwu4KLv8bXj64zXyTlH6czeLeAnhf/+/PniMegKLMtuaU5OdL7HRZmYtl5QCmhav5gsqEoVN/yfbB/uWml/26CIbeqXIGUMNFDz17ZCsOmAdyxlDiq5bMZFSF+nm6NkSn5qaGs5WdNO8d0Vi90W3Bl8U3k+U9fyhfoQ14Ono/8F/M3Ak92X93w/9N8FeP7W6a2zmMQM6cumZ7P48hUCRTR4EKhB0VTE1KyW/4xwIS830QGCOGezBilAEd6095DULo8DcikQHcL9VhfUzBqjaRWTTzWXojkr9+Hdv/K469w9GOYzZQP5qGS0PHUlZQF/M7D+dHB61yH/ewLGogn72lAmv8ZnjFb7s7eETkddclNhyn9y4O5t3134RK8Mxqze+uU4k8BjgNonHpoRRSfCWZgAflkyqb4vXWpTQTogAkAjt8BdDDEL5hhWxeXCjbuo6NbEKZirZQE/EoyPvjp5fQCcn3yzzr2PxVOAffCcbH436klsYneBL6Z1B0QsiXaOL3iUdq5wRgjYwS1Vf2ugYC2QQwW+xe7rm8O4lyNKLOyp5T3zvrDGJLZpICSceb+VBwkZ9Swa+t9BpdAjevhvOwbA7RFguT0+64JuBxNtzH4P4f3gDmsX8B6wfrJ9+eb85GR9f31//+Tk/M3B5cn69vriKcAWirvKCe6AhQfUeq/zaxel1u7sxeCpq0STP+c/EVNgPyb86EuGS/vRIz/lxmCMebML74lx89whxiOaJ0HVMwzj2T8u/s25HNr41wYIFhV6Tr5gsccZVVX6xiGjjy3vabwNZjTYAT9iMfSb7gBpWRcFAeWbGef8C/ipYf98e3vqVVfjrw7Ozi+fZ2kBgvBQdRWUqdubw1qvtUwkkugE5BqBsywILnMlOgPmLar3h1sX8YNBvdESj47wq2EteH7L61u32Yt4SLAzgzu7iXbABb+bm+saT86A6R8JC/zaZ6Luibq2lHjX6GGtnogcJ+HWq4Td8Zs2yyDhVr17NjPwXcBPCusHB3P+BGn3aPvg7+8xwHKWNg1xbaksyXrustu76MSjGmaRnpjcs9YwAv1r+AqU/gushZu4ph9jQwzoQDBu4XYn/Op3dp1rfIF1IP6Qu+UnaYCivOo+FET6qHGRkdYkbXqB5te5GWnX+t4t+FvjcPPNmRyyNzF/C8wAxbOqqD8F8rfEfPfXXRwR9PuygI8J44Nbfdz+wcus5vvrv/jO4nU3VarEbs/J72Wp2d5c99OnrDj+qoKFQtRT5jq/gheuvVskcDuggMmznX+xsAmKenQeybvlsYSAyv7ESt9rt7IGV3PRg47lI+5hJf5MOM2obxoDxXKKjYgAxVVAtPilx5T7KwL88KM4gTk+6cKs0bga0vih13/ZQryZg6sdeY4JVyJVsh3V9dTfgAQ0znAabqlrY/05bJA5tAkq3vlI+AJ+ZBi/vrwrxNs/ePM9Ty2xEplUF55P/xURpeojf9WhAGS6s1rgGgUx+Oew+j7nebQbP5MrBkUgvqF3rVRhjYIY/yUGC4qftLLZnbEwrVy6qCAuOvQz1NwFtQfUKhWFn8G6ZYIqaA5dwpT5fZhA0CYMSvkVLEtOGbRbRd8XUWor3QBdpWeMgyI5dU0uUM6K3/XJJDET47nHHjfvBuUWsN9ilOW2bjQ8RSNDqp17KiggemO8rYIrf6hwhfxnHDK7ZrVvafT4i8XWkstt8l1DPwD+1WQeNEHeBPjCZoUZXg3HrIz4r3Bq1GZd+lzATwj7B/d5zO9o+4iHr/TlfMiy5xrLf01EqS8isQyJJILo4IKH+VSpIA0kLmtx1e4i/myNAOBCCZKkRlRNnDP2/VBtFuIyOG146Vknaq7dqhtTyaq5kk8wE63YDHHPM30WQn9srZtU7ra4vIZ6VSpmmiP6IYhSW0kMzDN1lKOXgu+982dstK2Fr7a7kTLGyPkv4QQ20oYyDD4w9oHYH+bTMAPuv50DQtnxeDfVaTSDz8PPg4PXvFjGB4kEm2UmQ2CGcrWR7515MK8G2xqY+i9g1Yd6OV3cf4HdZOQLaQJahypXuYAfA54f3G9oDw82v/jii219DP9VEYFw7ZdZaiCYLg+++OLfQUggbRcECOHtbclffiHOSfh3aIUZhHa68r9XtKEG6jbBKhJwHyRB5UlSwC2i74UUaAkanm0GQwm7ewiNrqsMRdl2VscuWoydFdVEH+NAIWrXECJ2oCR0hgYrrnyCOKRBOFC+feChFDkP1EF1YXExcRbMq8A/tzDhJ7kVxPcBQAgawHdAojOg8ZIL+LHg5E0id8PrzaeX2//+9PIfL59qmv2j8F9dKvvi8qn2/4wUrQ+yLy5/lXXqn9JAtT5EVUn1IKZpv/zin59ubytXun35z1RvI4/m7aeX/4zUF0HXQEVDiKtW+r/4lZiFuPVtccAUZUmLD70yS5VuDXMhC8VFBNIZfFtnaAcRmxos7oEp1hXcH230VGeySFJuljBi+x+p1+fpFzEKT59u/4rsH7Hn0tX/nNWkEt32EFixMAZOmI0vTaiASjI3o5HHMglLydN/vPwVGoTHEYL56RdlrCn+e4iK7PYx+d+3FRLmZFfkmdgEzLtlMcXe85QOWwsIy6iPc/s57QjaAHABPwqM37zPr9y+2Xz69Omv9PlnfYBfFeQ/NaVivwqEHlboFVoo0lWLpWtpEqgIXckyyRnlXxdksrpA355bOlPhn6H0iKVA3lQ8cPQC6cjvDyHbU5fQ63W/idkH6Ntp8mzLNOAVtr/4vvFGM05Jgdn+akbEmJdaBb4cbMRFsRZunRbPiygX8BPAbu8ffu+G8ebmJ98+/fbp6bdPf3367a/JyX797VOR//YpQYT2a9G+FQ5FHYo67VAQ0rL49tfGTUeBPhJU5z/59okKqhQdHU+CzWKn3yKrwhM25W4L6TTm1zBYDwSbFaJPn1h1bKJvhsmb2bS7YdXZMpgNVjqjL27YTbi9T9xcHjp30hpc4xaodlUaFcI9SmpFsWhTLWqHN7phneKJ8VIvNmNEvn0Ch+pFiVTbUyaVFKEdJWSi2LRQzJYMIqoZG5G7NjcXnSBBuZvM0fQRolpioqPxyVMaDmVujdF5+nS/eRxxTmg2izpx+S/A8RvauGwJXt1eB+1rFRfx3k8PBzuJ3BeOH29+8sknT5588mTz159skn+i7FTF/wwU0l/bemFPPlFXgvjJKWzGPhH+JARPVbCkmUWussrEKSGkRJAq72gEEW2TzVWudlvSa2GIlpWIEVpEJRJqFh6rotraOtMqkv1RpdPJvmCrB0BuQBQqbJyby67ZKtVsRrXllJkSwuZ/n9HbfPKtGjC/qNYAl3KPiPWrTrTNX4vr9Nebp79W72FhR49M0wdtMlxYKKY9N4/UJzGSucMixlNb5EY8lh4i1coO0R6H5k+ePBVdQvDF0FILQcJPn37f3ONtH+rrYGbE1v60owL/AHzBHaD6VGFxcdXpXdRnhSZgtu9dwEeGk/d/y8vO45heTGpSF5JS0r9NShKcKNMS7MoATsUQ6xViLiYVvFYoBEGLUeMQLEHCCSAWpcfBBhjrkshDF2sQKbiFQH6MXoGM6VaoKYZgMpkGk2I1BSUJbYUYpKbaST18XdGYS6WvWShpVzdv9KZ04l5UtC0BoB6pAjitwtKxGZd0bYe8yjUKotLti1oMgAFa2AUtBlYQDEWnGEBpSXHgDo9hFpj5gN6sK4B5d3cCdu3+mhBvhrZ5FxpnBIsL+Ojw1Yf82e/5WUychDKPPL88Lf82KZVeQDFB5LBmbWVKJFimRKMCX6UctHCkDyyQejt5O4MCYYCSTx731DkzuBifRktXn+qTLVGIJS9Q0P8HxoZeAJGKGVDwnqPn1MbVsvDYK9QqI1FyMZmsLApJgeexLE8qRVjKbj7nmfbbE0DWwIvajFxAkTDo4J0+Xe8FeLNCwBm0OU6M36L0/NiU75z7u5+5AeDcigW8P+wfzLmfdTscaBateDI9frKpRB9POkUyZH9DlEJaCSxL1XhgU87HVBcr/hgtxoMciBJkjZGZE8y0JEjWeckKwlgVEecWIg9a3WIvrJNbQhHODZBpIZWE1IIbizIGMCjkIdai2uhzWvkBo1fISgN1DXsFVzkPcqkzL2m0GoWgkiizaaVQqFlUAtG4Uw1pjGrDWsSixogrGha5wNN1HrLsYMat4CZCTODpxBmwyy9f2jPcVlU8LM6TpLOh90j1An4UGN/z+b8pWPFs0scTKPNJPLbY2y32dou93WJvt9jbLfZ2i73Zanl6z62rjK0kdVFk1tR0BH86SiVHlltFuq0kzlEQrQlWyf/45FUoi/q6sYPEXklQS7EQSjF5usR5i2WpkIzmVkvTe25dZWwFS7Tg7RZ7YrNqnZU8kyZvSr1CybUBf9QwKitU9gbvhtBJJTsCPO67pGk/NLloxjP//lcQP3ppKhvJmxuFg3Kcc9ycbJgTGi7g48HrD33N8/oZ0ywn0eSuT9lyz9JPQukIbXl6r/QgVKQSjEVNh9QCeMmT1tIrnnVOOnKX5w6s4veevIrV+CqZgI4rPqWcFLIOySSFaxYJeWSmBLhUqSHaETqs3Ss9CH0k8ti7pNDyQxqUdktSzU3r5ez5KeUuT2z1yaoTRrHQikQpr/7xsYY6iEECEfRPgblLMRmjTZZnx2qKHPntT+tAG4/Gjxq5vjg3AJz7fsAPjFkWMA37B4m8P2zbA86E6YqfktKDO6oFhWOKsxKmkQQFa05YZA2sRoWxx/8v509A54LqWLC5VuUDgzlF/hdoaVp5QXtQiUb6pQlirTSG9rnQsc6DaaUJs0STRhboHUzz4fZaQbo0JRMHR1SOhsd48rBY65NTnQK3Z8ACv8ywAX693cDsd9X4R8FU9YO+CtfxU7sp51rgZsbfMnWPaC/go8B7PgHYwvhMa1azyZ/Y28/fGGUWraFoL8W6BwWY5O6g0mIrZQEIC0qfzPGLRVMiUaCMiKIVVxT6H63kjxQghnwnmB9opiuB4pTEBZLyKSxZGaSOpxBj94d6F/vk/JBVrDDU3XprQ3wKNEx1jwykUIIMRNl7RaPPECqp2SsqLWarNSZa5x+FKQAsDK7wh2uAk76HXw430K9tXuvSwW65T9Kr62uJpw3nxXN+U8RES7Pel7iAD4cHBICDwcEz5ld+vIJJJyjt50en4GTiS32ax7TYO3pQAsskiSyGoJH5k3W0EAvPiweIFDBDVEKN1RVZrXZGXS3AWXlcMt2yQYYp2EuSwi6IK4201UaaxJ8k9yu1O0BykAmSRPaUsHTHXkmVnEhUdfQsZhL25sAEV2GtfCZmvRLXeBAqX6lL1EUgkFrhIrmycoxMq/UxpuxNHp8nK3KAx1MebSLka6/NTYdwN+MmROy5sCIn4s3uDUwTwWQD8PTvGevMfBEAflR42DtOz2IqeTrVbbr0U1HK1lELT6XE3tGy3GW3Fere6atb7NpKkmhyOrQItLTrrS04B5QGPSsmt4J0wlHOLfYmKXwm1KwleTMbW9299UwMDFIlV7HkKnlXLNmEplo2oZS7YqDaGz7tPdRbg9c9jwabwuqukLyJJxpYOYCPN58oApy6/NZzc72bwOU9LhX60WJbaJ4UlGfzCxBnnOfOh4lAdAEPhKP7vwJhFrzZiClTJ1TBSv43RGmyjl5LPSSzHk9/a/eWoq0Q2Dq0Ih3aJdoy06ZdK9YVsc/ZYu9vDdpuDVq2Bo0t9sTK1iX9LfbZpVlblyVWy71CxSeq7tqmkMheZSm3iaRukXnP0opOgWf4mfY+b3ceOnlRrvdOaUNzztrUxKtg5Pxm/qYkYCo2VOA5HS/OMHUB94TzD78CCOwrBIytnzVoZg2aWYNm1qCZNWhmDZpZg2bWoAVz0t9mo++7tUiHla1Bb98a9NnjVx7Vqm5VJCV4xYmtQT/G1s8m0Nu3Br19a9DJbaWrbNC7t5nMr84YtZyedSyz/ZJPYZltPl4/nnVhrgn7GqfTPxsejA8n/WTjstpQcRz/PtL8RGQW9MPDi/qmwgV8FDh94HB+mdOnbCtT2F+B4mkf+CRvRTpSi01uDTqxVc//+MxZKZU1l1spNezBe8aiDFFkXG8sqJCUrD5+5rqzVyo6CYF2a9Buo0vlc6+tM7DKFPlCMMu9Ffa2EGvaiC2aKORedbTTtTa7PLlFxtiRZQSowmTLOY7U9L5XSKjb3Jl5Z7aL1WowuHvdvPBUp83zozlDp7W6zVsCwL7DBMZz3sywgA+D/YedASuCvFr9C6u1+cTaLeVYyEk5W/1S3Ah0UqW68PjzYRQrZq+UoDZ85Mlm/jDDnN6DMc3rzC3aYpcAbST+KnL6bVIUnEiUBZXs5tPqSl4qIJK/MsJuIARcfaUIRnEMpYxnMqYRkKKNLNG627owoXSjV0vGp9Rl/wS1p+atpUKoxChpDxZwRWGdmCmVy4X4OI1ypnCZTJ5sVSBppRx412bDWT7RKuP26iyHjxF/5u+WymQamjJMTJ1K/0Ii7/r4F+vH0/9QwgN7Sat1zQU8v6o78YSo7JxW4+uK35zVTAdTddOXAO9wuQu4DT74IegCR1d8u8bMyg1oiOECgkIZhNVP8S8kWa2PU1UwPxvKX1buSdHsFR47uuGBw209Xv3flbopicBypuDDrC4EMQx6vEpka7pYtK/+5UtbFrLorVr0UWSGB1PBe0paUWasrJAodWFYjABsEKX5FWxiZAHroxgm2hGTVivNuNodhpOaQOFyauvcjFJs76popHCXJs2GUuXuaSNr/W7DBMuUaqtI9YiJbPqXyCGSZLeQekLYFZmaWHUyxB1D0BBNAeMcmYbmlDIfoMhKGTEzZW/By6wgMHRRbNQ6EwJB2oWsrKz/MOblfZMOrcZteZmvu9fL217mebJKr0i+FlBwa/w3BfPbWMAHwfaDA+ozzSpNnDPFWeVfg18y4UzUZDoePKFw/pVn4eCaGbdqIS0OsK8GXxhjCpOeXowlEXhNNUfnUEjcFo0MzuUmlBJBwUOlyi9tnr7vRRUNorbVpxdjOERUzfpg8yz6Ygb49Qm9EVu6RT61VTZLq8lnlPBZhBVIw0QmPAIRJaQih3lEKSYHihcNbWhQ0CKLpPBZVKoDINWikEMjbaXq2oA2m0BC0RRvOWwa5V1pQpkKyg0qZH3KtqQgmNu5a3Io4Dm9uDCebDaAR6y2GdXgSeHELRtQpKQGRBLBJtLpoBwkp6ZmXpVYKSUCOPp49thHgrFT+Y9nBNMwk8bgu9E4MowtBMqx6StinSt5N/wbZ/8WQ3kxTBIvij+6/eZsqavutPs7zOY3x7MecZ50wItfxn1UeNBDgAHby540mjzPyv2UlyzUMsE+G7zUZFzdH1P4YrC+YWam/l++NMdXUmHunPWnN8eixqQOiidnLrtYIIXidrJCBLm6jbNXShU9IWWyyucbRpMNAcuc3nwvoZfHKjw7Wx881omSGVwZWrOgjXZLgGmyURnATpOvnp291Fr1dTrv8L2yHAIvx4qWUEDXVDGxRQUSZ69QI+T4QsvYfpVea3xV53Vt3dkGSzpQ7dFWjIhrSa2Q+wQpGNnT8Vgp698kdPwlCiixsR6CEAEDyYrUBSF2vJNHk1JWCvuC2VBoNSVTamOzXSqi0lVCGEwH9WU6pJgPgZmcoCQEyM4c5Lv+WQyxVBtjGNN7kqLD7cWl1drV2Fcff7lSfgscf5LUhF0Z+jluG+eTzjf86d8tUN4DWL1l5+i6x/ru5dmmPOQUYQHvAw98CAZ4PWJGMbU2TgaXo9FoY/TsmSaep6Zm3spgR+VNecpnzza+wjcR1qhOOxhSYrATcLqxvOHyMwo4srO/mP5MHgadweUktrpvyA89c7rBAgieZ8vngzee/5QlXnRoHy0/e/ZsPNiUGc925ACJt1yXHMqKZbFBQpcV2zrYnrlJSY8V7YpG/2w9G+1AGA8eowdKKhU9O64NJCNBsW6qBoukVEI0E1x1s4r42AZaCIPhNR4l49Uu98T8yxrlMPLsL6S0oRokhFwTtseRcqWbBLlwL1KXtVV8+VkeN39oe/TV4OuRDkUSk08Wk1lfYlSIHlJsKq9qwJQ9OxthqLdo0VmKmvsZTkwbiXyZJh5VNp3hM04oyLGlCRP08Whrr3ZhSmh9rAiw3m3lf+2a4IwQ0P9RV66+CXd+C6Rw0dG8SauT5ZbwnYpaL1ktWsAHw8nrRD4cTkbMO82iZ8++GpzubYxGy5rzzCVPq42zm8HZxrNzxYWjZYVZwpc1Nz0DyTd0Cvw0FknMPXkwbdIm52Sy57WZI2GqhucoeBSl63xwsLEhh4cDhECFyyPzxpY6VKPGN5bPbi5WxbSxL9OKZW4wnFLqtwRCJpfNHK/cxAG9PhxoMXUsbiXEn50NLtS3Ip99cketInPIwSrTGCy56FQUHMmmTKFubEGJtsxrbVr6wpUxmlJIlXWwiRmyWw+hOFiWgMKYBKtrCx9unF5A7RJtpy+kzQpzC4P2B8/kvmimckYTGGa0qwK3CZTBMTrNVF9Foccp+vSFW4gjxZwhRKxbVIU+aiQAl3aQ7GsyWkHKR4HPqiLA3skn/+VR4kCFhLv+h2HclYK/oN4KwZPurXF/Dc7NlMXp7U8NH/Am6Ek4Wo6ZdbY8ighwZEfCBIT8TNTtDSWDndHG45ud0WjlWFPhXNN5ffCFyE8ldbaxORjrfE8Cy88Hg/XljfUT/phwnRWFJlFPVB5vS6Ff3nq0rapQcGnC+lM1+2bwZrQ8eqMwUyZsqp3x+fLy6OXgJd7pbEMn4CyGY014+cp/+UZSo8cIiz5av7mUwElp8Qkjs65WNmn3nNZs0pFWI6Qbca47sFofrNDklfpgVbhDgSxUnWV2Np5tevHsF1mJyceF4Zfi29yHypJ1sAzr6NmOLXqhr4yzJ4zZZ2DLfH/AvnsurYMxrpKz95MYoC/o4Om64ok34t73AL20wnWxu236xyjvb2SXVGN7pNcMtSN5hGKAGfGsYAhkgUZFA2kN+4NLazzbiHF7KmUb2+ZeySGU9alv+1mxXwfJ7Jc5FE/1pVdsiAHrGyoV0d66zxowGo9FTppujwosg8CuaDfryAo7rOxUxF5y1a7+7+vtG6ED/KfByvmXY/7b7eLmPsGfocfV+L/mwULeivU+Pwm5X8MLuB0e+Bg0sL+sOaM5t8EZD4APWRYlqMtaB+ej5cHRieIZBUp7sSzEJf+lZT04Oxk8HenUahUZzVWtiJ3RspZwcEHUXGadAC83lmMVDlZZT8zH1dMgKFwi1hspPdCJV7KdRFlLR5Nd8QtnxASI+4NVra2dUbDJOecvAk8IWJafpc4jOU2DzE2GFyPFtOS0r9hRqTs2KqqWN1J4dVldNJxk3frozLlk6Vaa+LjTyPbExPXRVR2D5VSo0fBWiiO1e7KhRMF1jL3j7NJzTGOEn7q407WtTc6/7bPjzI1Vl16MQv/O5ACvZsOq+NZING54mV9xySrnuXF2abQ4QjFrOKyvGNixZ5NMAufFhqNUW8e+a08NYDSbZ5pTJa90cq+62KH9bFk9w9eJ0nGSvop+n70qqqJCDnJFp8AzwjG/2flmzO98uT1y2z/59sHRZHD37vo2BU2B+pch94dFzPgweNgPgQ1jz0SmG5NVcOIIcEOxCsnZaLQ7Xn46ODjVpD3SctjVShjKrZyNdgaD09Hm3gvFjfpG58zZ22PNeNUdbQzfKMDxidWyfKukhmpgdZkgc3VHXnUjFKg4hPDySoHYwYj05cbvdAL5Zm+kNXgmNS83FG0sb2y8GWyP1NbOshzSzmi4ogU2Go5limCHZs/VHZnP6eeRTuZPtv8kc5fDXEjDl4Px8uOL8cZQEmpf4Y3S1TUFmeiwKsWcGKT2sxuSETmaeXJxjKw7WnryRmGoNRKpaBgbizaGWKSmX4721JfHIafikC8ScZ0MXl4qWgTJAVqp3KuM8OVwZRgKrzZ33YpUnC1vrNDd0iW0atu8GEvTVY7JVX+A3Z807ZlGe8jgrv5ul8ZOULYiP2aNo9ELxfQ6JabPw9EzD6HMDXtGK6P90h35eNi/3o4hk9bR411swAg3tSy1raFnam9NnZUTzhlW8nBgzDgToBEd/1IfMenrciOSrEMudlGtBG5yAsSzL/lPkJneZXyxO+a/j3YjHLwf+AvO6noyvRfhv18AmPD+EgtoYfvhgfTFMnOO2aN5ebqHZzhbXtYk0nRaxamJrLBOq+FIrlCrZmdvNFr7SnN9f3Aw1LxXBLhOAIXAs+WNq83B0VB1uIeLgeezXAVhomB9cMpaYfG9JkSSAgOEr0e4PhUyHPt6a7S2J8+0Z7eIGql+rQV1rFV9rs+VHOCa/PPgGQtuXyYOVXB7m4Pj0Jvmys9o9WqtmmGXyiuFqRdnctv7g7M9Nzm6sqplbdJ0SvCpOit9RiLxq+XxWGsba+wA1ZPTwdeqtEbWp4ZR3xGwqrPR4LOVwfnWcKS+HIw0HAqb1LWh/AGd1QqS7FUZoJ3BKT1Pbg2QrM+2R2fXbpv+0UNG+QK6Rhmfr228z6irC9kRHyFgOFrbZoCxRhpW1MTeSBYcSM2aagfHGxrYozUNLuxXI50DbFyNLg6l30OIbz5A3xaH5hwZST/OYTZwDDVkF0nSYG5IkbiroWr8Me39X6OLsb8u5bRe6QSE6bZs4NwjRvFnYlCGdwuCnZ74XEBMAfry2c+odtCvXJRg4Brg3OfzxjyMx12Rw4kXtdwCuD37qr7PbB+BvtCp8T3UVYmF6/sYcPkRriTEjCLuUSzHeolQLmealsHl4OV4Z29LK2BwMnyqjzzKS2VHg6dCFT5oVpzEwtQUVji0s0asOCRyWUWbdMu3aoUMDxSGDCNs1VrRameljLZN+NorcnSliE/eSAFGwIna8imwXMtoZ7yhU/Hx+nBnLHtXFVysOdLQQtOZrKyhRXmmbdRDZU2K/FJeasfOjKDm8f5gl5YV+4ln/eZMdh28E3eoWk4L5dgkIxfrWCab+XJ/MJYs9lyNkm+09vhYGhW2MgSjq2SlQZuX54c+aVQvmq6NhqrDFAZI3pRQtHJ/zQBxQKLtjWzbh+dq9eJotKY+S4X6bN8rZ7M/ONYXQ1qMC+YIXZURH4ZpIw1PwsmqgkYOlMLU1Yud8PoSfHa1rE+oqUN4MtT3l6qr/V+L/Z24r7SXYzhaxQYRLKwxUgTo6RBDQXtqUO3J4JhimjNkjt1y1lEFxu7uBpN21/HlrA3SMh4yhCglJph6IWoHRIC7h+PD611FiUp0JnzXMuJXH/i+Pp9fBl3g5l4B4H097gLuBx8hAhxwE4RZZi+lgOOK+EbEMuE0hceKROT6BoPNLUVqrMk3g6/39gc6uyJ24V+Jtfwts0Fctud4jCBAIZY0b+gU+JIYQZGWTgoNioJYT1oqHcGuj3TYrdGvt+wW5VvFq6rrz7eUHr7Wao4I8OLQi507lsMroqHfLaudr9dQLTVCCCq/3rKHvCKo2RtquR4RgSK5PnhGkKk6x1JXZ+LOlmUh0eUFnVEdzYwsi8P5XbmeRai6ZaoXIPwataur9QsLH250HmN09buNpmvS9kajR9MeIIoHHbdMVliobtguIdE2o6wwUn3fsXkEtfa9aRwdObRADHDTH/WCYeya0EFUkHlClMZoxrhpCNSGvgk4fgyhjrgOG/bgkDsPzfeKDFCXmybChjBahyKng4zzODoopT0ZrM3OSxPHAZ6Gz0T6ok15KQa+ak7zccHZIaN5yBwLunT2M0eAh1O/wzXs+vbvjeI/ea/DQ15qr4jwmt+NQGlcWgPh28Y99zWeuIZ4L9824SNnt7aAe8Mbf+8+CHbLvMGVXQ6vvJa85cWVK62zwbLjufFo7ymXdAhYDhRS+aax0K3VuA7l9a+v/KGiQ4Ig4rFYS1Y9UiRwubIr0T2fOIaClUOtwS0RIgLME2EFF2t7anRvi7vAEQFeKebjqtiqZval1CvW1PpzAHTlIMMFhUhXp7ZSBJ2/CdEp8MEeAZljI2kdKm49UPurEajlNUDFR7J3A4OwUBFTUSoZ6mhHwjqh1nny8mbpiVis8aXHbdlGhGKb90xR8x6dUbREhCjNe1sSgKCB4/rpSDodCMrluVrxks6DCZFxfLZLlkTbavps9KVOTBWRlVEm+F7GOHfMHRG/B/iKEfcAOwLENAV1aoJtLW6c0PjKxbo6o+HSDEhP7nZFUzc4zBpCDpikt4Zcn5BOPJ3OtTfzGBIr2oY3eVzsAGM6xDhme5eMhF3W8quz5Z8pc0mYibnFjoOLWgqO/xBwDd6Qc+HwhTovzmnLNcA5Z5nc/lXc17sBfOM/7xgfjq/lC1V3eN1/m+AN93iblyYI+CckIsC5geZcQGLxg5CPAw94HX6B/XK28UxRCIvQX73PWc3Lz6DjkY60YLX2XussTavJMcVGBnBaGad7cl0nmpJciVnWjN9yPOYgwOpGUn2u08dv5EIfa9HsDRVIlghwU4Sh4ksRXg64yvXG6YWW1PDxVxJ+wxUqJruMU3CxtSdLfLXfl5cUAMl5XXEpzxe/tG43rjYuBkdaxl8dbFxTm+ZGuKRU3QgHKN/1leoUAR7LEqsqBqWFKTOMZhS/aYkju7zxO27EZE8qVWZiBGq4vWxhbiYo7Fn9SkUCs2UH1KvfyLlcKaheybsh56MrD5C56TnuEAeWCiWZrWiQ49JaRIAeZbWs+mTQQcKhL3uAFSzuxAArvI+KZxqVbMLh4f6mWnE8vcu4nX3lb5zRGWexmPtmqINQj7gG9+XeyPZrmNXRr7iUWI5hDi7BOMcFQ9d02AiJGQqfAKg9H1Bu7nLTV05MRXm18Hfd9sqT0ZvPe+PkV3tMWcLA4vy6Os6R6zXA6RhLbo6fCLdP87XAI9Nj4kOHhPHK54FfEtNTxaOEsM7RMgdwqu8nsYBb4aM8B+ibvsvPfDJrOOcbnYfCPM+IuwjM9i7bEyAtYeIBO8CnimZ2Bttx1mIP59hktOEIwiqKamnIeTTecICiZZvfxFr6q/pevFRwQ5rPWrwcDXnUb1tapEeO9ulwtLc6eM3acgSocIN6KcOhOOyQm0ord8rZ3kFch2I1c1MWeKq4L+DMkeU2XSGXEoMtlIzKZ9nM5XKE3OLVkHV8oXEbb69zvQmLzrjQB7z0pbrlWoTTgdN6yghOh021Iy5ZEArzYZJLO6d6aS1CLVp+lsZJplpAxFb744Ml2G4tOB4pHBXX6PGhYsqs8MHf0JFRD5ohDH1lcCWdB2m/HlRuvACX9bisXOggHQ2+9HQ4WzsZj7YUfarke7lsxevhBnGC2jKeCzpl3wKJXSX5uiotvkALxr56tn48N8iSB8QJpslzgF8Si+VaydjXCievE17fcB/54qb9md29wPzvK7SA2fARHOCJb/o+0/kTwZBBkYxWZj3JGC0fcS53tbHOcvMti2PuBhIPyA0pblTtiia/BYgAffdgdHXG1Sk2Fh7K+eYfrkh+/4BAhQBHzoonq4OAbi0xpdK8ylI6WpGEqRgi8An46OiMWx2OgmJRo4zYjwtPsqFIq71qrk0Sw7OVYsroQKtBQbTikmg4VX1ZLbTMM18Kc93Lx4Tc+5tDmaOYqfCtfKXFFlQuxzUWEUVJffYlBmOjdE3REKG1XMXJ3leD56l5OFzl6T96vj94Ks+WfutgJdqm5zx5rr7z65crol4rvtpMhtoROqWxsJ0vPcBRoSbCAkbFoC8Un6tmxebvFJj97uzmwnElQzjmfvSO7Llart2RumSPIaOJx3VwY8CsNg7OmcZemOFkpBbi3u0rHvcDf8bXhwh1z6TeGeYu70bcF05KwZyYb9kPBXINcM65qSJDzl7f5685LgYKBnlPdBcVEiPiE+X+7vBlk828/ynzAubDN3nx+QFwMvTs0dQZDbe4MIWvY/5q6fkbVStI4BMsgzjExsUeFbTEJSBMaai5cg1Fc+sMKSLAU66CBSfye0Lf4VWll1ZDI42bAVFy7g+gjAhHHhDloyvXXuGyXU29SDCZVeeDFjJuJWrNXLIpygKaG+2trQ3XwCEYjNhATFTBDVBTLMRUxkbj4oLZANqX8xWdp1xQ41Ez4npfX112L1wuyWhvtHUy+I0HyCCtsCN6pagRCjXRdMbUqDVTwNnVMx+LqgLEuC8NIor9UcGJvKG7o/HSXFEvBvrHYEl/Wksl9X5KKLjcuLHoSzcWoueAIQ1TIdT2OKD2WMvaE1caz7U0QV2cV2QpLxWyKQxcFjd7UHQmHNcSiST/Un8JMhG4ca9C0Z3c0GTFLSD3V386rKBP+K6iQ06Vb/y/b+8Ni0uAHwm+f/jbYA6GnoaaOjHVNVGZ9Nx2ZXIyszTPl/XFr+zq6sqrh+lMUeHJsla51jkSVuNLdVQjpjUflK8Gm5aCMeStg4tmEIpGcXJNHcdhcgjQUupWISgsi6hJNni8yXD3pZCzJYE6cUUA1pAKiCDFtSJ9BR7TEZgUhUIBQyRFaj5HwjJDTGcRMpAF6EtKmgnT2voEWuNCAjz+RkhwP59dPQsNQZdLYRxwigL1hmFOUioutlKhJtNhBaXRJFD58mhzi4uqJ0PxMTRB9yCiXVvpp8VFL+KlHYGQGDJBsNamkkeHBUOGl0cre2vEvBzB5Y1Vj4icmh8EFOIiuDJ+AxKYj722SOTz4rkFGBGFAhM3RKyA3wLP9DG7+SIXnON9Y7HDmxv/P3CrcHzBD4oPDz/k4ecFfEQ4ffBXiecUm6ZOzlViOa2GIJPErGIKC/Wk9tLWWZI5Ta/f1PaVLBvxhv9zBOhHDOUiWE9aCVaClmfWaGcmPU5iY6G5KLtStyMsmsjGfofDE5MVUIkTeOausOrTzMBiBT4LAWqX5c1jdYqCTbITVRtKMdKyNMBDcVaDFnJ91Ii2tBtOrLVpfoYOjWoRP6K6YoONZnEXbWmLCnIJT3EhYsalmR6DpeaRTsOUxHFBhwoekd/loQp9qRYNUsYdXZU3TDNd9VIdyNVGnpJytk5jdqfabSrfF1KOgSEOh9su6hkQKuBAYRzSZAyR6A9lTG7ai/hPH9seLm51gwf7ymZaV4ytMIQAZ8TaXMgK9tUzIkDu7F5PRFt5Rorzu5/r4iIglw17d4V5q+CYH9Vd3xXLvUecuYAPgAf/GDhvAnvzushV44nkqyq+T0dt4WJZahEbzaplLVNj4nYZ1GVvRICnBECWoBmlWXeF0/Jip8oJO7i5hOnr/XdKrTq3arM2pH2qFPURDkkOXwLR69j1aTU+2xjd1R4VUrnxJ2x7hkLaVo00qWdw0A7KYFZzVMko15Gabn6XNR5SQ1mJ9xL/hW2wWAgxvBEPQuOFrUWZrRqpcfjxID4qooeGsrm6UyxCyUNzGKoWsjO4ZQ8mNqDy6hyX8HxVDXMM3WqjLpS7h8sEo7/zwMNiS1XlUaGBGHCjCFqZ8tRGR0QZjaK9Fd8wR5diufx5x6skuaCpx49BPPkKLW/0xnlJbp4JnddkjqzGXeALRW72d92/EHHjNgBvVvBbQGGef+3BFcP2bsf4Znwo2q3e7W71C+f4cNh58H+CcAmQZ7HiqkvM93aGlS0ZqAeJ1Fiyd0lvs5xPwVhGwsWdOryd8TPf1IkmJVEE92PULhpJkXbLLI1mjSZFBHZjScnNDUD7nXmtNVnkBCxoUmmuU8nGlwMcwif0yuspFTs5kRe0SGgwPJD2KEWVQ1oRFD5phOSMzWSObL5cD6sEby2uTTyFzcV4lnPSPm3RF+mXOQ7muOqxN+QZzWCg5cCcQMibEApt87sQccwWDqrGUGsfGTKxRTZh6ZXbW8vm5LiUial6MG3+dUfgRSGRIQhVsod7xZYg0eR1I2INROSz1R0FbY7OCAKLL+ru/NqZ3eWi4kaJ3BRPAbYvlxkPeKGM/w2uoU7Cwr/9FFAuKn8ofNmbs7GJxEQq8V9Sg1g2F9jj7l18oiYYoNeSThG9pJOFrbeeY+uSrCxJuxex2NlqDzJzI6xMMlMq0skETxS62omtsdFJrn99IhrN+hKVZeaoJ2qyrD3tiVPnEhZpU+B1RqwYl9vklrLCWeza0qFFYcamurYorYEgQWbfJSSb16HJGoJPX7WTeaqOWjCeAW2OlulOSxxudUpktMtpqvU0ok6yJCu4nuj2/F2YlUZiF6eRVS7nCSsbeFfO0Y2tQTNElAdUBCjn5Xu9xH8RA3YRW7i+2z1UvOvenDdirX8jd4Eanfze8fzLXd51AR8HHvgo9JipVL9+Y29jidxiZ3PlFId2z8msiL1sqiHgcLCTpC5rcqNdxOONAuVKiK3yGIm8UJxmwYSGNzFt1T2Xeu2VMyoKnuToYHEthQxVJGdhetFCrk8UTHBPsrqreSYddn04IWs32UnZQn0i7e7K2lAUklzqLVe2XsEbV/i4DNDFueLBkix2A+WSKUZr+5mxhVAW+gwpxTUHLg26kFWJO7ArV/LqVsc7N5x3xIAezmSP+NCoGvJzgLv5OhidAcsZ4Y8anxTe7BYndc2jz+X6oX1hMmckeNdzhP17Jgv40eDoYe+Efu17wHUvX+/+KlbGvDIWFUR1dWUEh7aS50zO0C/olUlF1VOVJNgidzE27XYCqSM4nPgCURKVJHOzWaoh9FQ0Nf1S6bDjnUCdlK2nkk0DYJZaNGHeZrOUW01ZzDP5cTlNRRt/ZdZtpU8F67O0WlDRGZymQmv7RWyuSi4n9mN0fUoDk1uHwIFUFWxF2ma0uUSk61KZAZ5lrxhI5Xx8rJPOhhbf6nU1xjYhYGELXfEkNdcAf9B5Kj/03eUs1RHguHNJ6bzmhoBj/+ytXDFUdpN/n9T9viR/STLPDfavGS7gx4PLeYfgXlDPgP1NGnPImFGmmTFPusjKlmjvbEQMfBquZqOKrBRT54ytUM0RhZAqsl2r0pJYZmXrmqmFwhmb6WFq4SGP3RtoYN1W+mZuGMxM4k8UwSJLXSml6iLfGZM0uwWXQVrOiU2C1d5CSJJL9UE5NDv8q1VOLBtofHpNTTaqOmVVQ6Sl6A07IiuETqISGwmaMz3T9HIu+VJg8HaP9zk1hmaKv1QmRxe2le650kTe5bb6C37Wa6/F88qskfa3bwWd/SQMz/w5jwwQhZfGZMWhXGmJAPuBnolOmtYW8GPCg0LAN1eePs3llm6+sXVLI5F+9XtvMWVBMu+2DBamG4D+MxnSuyakjd/AN8W6Taue0NoVUDBTR3/rRkESBSvbdHPY1VF7RsZynmlhyZVMmaRW5RBmifU3t5XX+e65SWnYFOX5bRA+yj85wvKWWUhEOj062m4JkZeXudNrrFAiA4mT20ZWvFFSGk40z3/ztamiaJ74RYKrX/KvcIoAOxfXu2WbzqvmDYzLPwXXOgT51D8Zpib83/w4z4HnAn4K4IdKHwrMm3Asy/r27d2L42FTzXaSCXpeAkKiWQ9R6rN2252rN6a2tJYLTJObFPQaDIVyNmp0pgwMbasNajKW3m1Wg2uLdaclLTPyQtSsTVKRS0GSyhblzmIr7DOVUm3bLA1Pf+DLlkN/Dz/ZOY4Zm0ZU2dSQRjCJ+qbbkDRtCqHfjdyK4PQWmkhBuO0BWekvl5d/adRdkQJY1A6l2KJJ14d0kklF9F1ghWtjLgDiBBUD9iK14gynHGCJ8doq3J4+hzWE9HM15WUyUyoSFv7vp4IHPAnzpvwMLjbmj6+1/Gz5l/wbSM5oEMcgTFITzC03gD/Af2ZwFos08SbtR2pBY3uFtO/2+cH+1DK5yZgSDvDF79UvIQc6DiA67Riv5WBLCy22eNoMueo6ZrdWtrS5FLV1zWQ/lUQzgXFJ61l6oa7LE62UJ0n6W3+AtLn8qhZluI8Kjch8atNdeHhcF6UJXdjX/6jaRxGs4/PWoNpiqLxpNkip9UarsqSMvUomZFlbmSrFEDqMGlh7bRLWB1qQPM5uLWkdS+Rly2r1JcXisDoElJVfcg1QoECM02AlvVPS4p0m3nDVveCvjRdhvrnhueco25dGoeEyuDxJXMCPDB98I/j79HCaTqwObU4195REBRMxaCRBiy/kMmmbLb+X7YNKmkuGTTgOAnqsiGwvt2V8mrmJOr2qvbkueZrYxa5QCcstLUoytMqmraoIi90T9ERb0aY/r9ADv9J0MAiC9DvrJa44paUhwj7JH/3lUpcbrvFQWFsKE/ojTf2MNbQ4Bjas1HRVYW53WOBIrv4WWiOht2kCCYpDTQwZarPRjtZs0VMqbIib5JhkfThQHzLr8RGPTUUOl3y3j0K06gpS1dJYNKjOxZESvWeCDYMZBUYp8PkZd4H3eeWBnB+/VeOnHDnnAzpHl7lgt+FpyIE7MgzPFk4zQ8Wpl8Qs4KeHD/5B8OXIUzKdn3Jn9aucip9RjF1TFpprKmcwwspkTl1M9wQ4NStZBxQoMUUD1VbjFfQmzUb5Yw0i2KJiZm6uiGtISt0QW7AaE/7KhndugQ3XWsQL4q0233A3L6SrWyU5hOkWZbgWkDiLZPh4wiU6E1Xqr4cjBjNqysbtgLaPXZ3D11rS5pY7khM8gUV0IBiAOFK3bIyM+pdmN8dSn3A5MROoyCOQqYDcJvpEwB1xXBhiAcLJghX3V2aYN2Q7NJV3W1fOY4tWl2Ms+tyitunZ6vqYQI3TXznBclmvQvVaBel+IyJo3Z9Z4pHAqMjKa7vBxXnu3wR882EnwSdXmkbdygLRalZgk+4uiTGRk0kb7kRRQ3xLs1LKvGe2mxAlU9ASXqqSWGnmK1/o5Ttcm5QFrdlCYaGrDbXftOGyvW/EIuiAOVdLbVpd0hqUZNKLiokLVKGkVLpHRkjtyOPXBxol57FM7dI6udJmbVuiJbM+y5i36a5Q0QLV1lx8LUxhfxaE0aRqlXZUM4SA8QjC8HTLz8JohBBumm4vo2WXsUbgsUYYTCSnXXvW05QREkuYBBZ6rcRDEAaYDM21pju1GPWpr7Mq824Lr4jiLFuDTeapwMfr++W1znKC/fPf3p1b+7P80UjCZEx3ozPjUEDNbji9uAniBhbwV4cPei3g0VV3v7D31dx911KhEquAp0/ZYzJ6umVcEnOX2VodHbOYC0d5HcjikJMVpYF1NG1eFRJiAdCsQrXiO2OaO5CobUgQtVpGUU6qDUKcdpMnJDA4WtCnirgX4fDTKOpccL2qTBQWRfNMbmrEFahSJiGTZU607xL1TUYydcvWCXEiKmk2JdCTUtHrQnWezU1tkjG4VOTdB/f5l6a4S+G0oKoQWksbKWneLCQejTNdIlOaR7zUVUtFkf8NHBV17PkE1SNVrW23GAUPZnAlNfJCUWZEySoRoJwWPwbmD0ByyhdoCMLGxb8ZJoLF63gNQggIK9UT59SzYDLsXMCPBx9wGXB85t+jx9RR4vlv5xOLQdSYu92MbKYm3+/M1kIwb/0+Dp+RAlFVAq2ilI8WIHhQOjpp5gLTnVdzqcjcnixwbSYjaiGuQFpIJbDUoN6Fdtijo1GkhsSp64NcXKyKNlifGCBwMzvMyjHQR+NIpYrVTu91k0Bg1JfWuy2HlTQ+hSUHT1ujLW2hLuod7jm+tnQxNbeqw0rx+zFAqbEeqF4b3irizkYcVw55ZvpyodC1WQcgy9rkByVbi7kVq8RqtfBkmG2iBsGD5SIcEMGnNGnLa4DjGwd23Z3dAk24x78Et9D+5FdwcXPj8DHdXfdOmGmld8MHiCzgnvDefw+3u+IXiWjrLv6wlZna3cVrNr6AnVWSfEk3dbutCWxyLfDVDZX4S1k+/uoFE9rA4FUgYf3FS+UmTsRnmvVMKx6yQzSVnEVc0BlHbDi1aW8aI5SJClaYn8Rotqog78464kU/UtQFMStlkBTHODgRR6mEUHE22VC7W4auqKxHpL+pl3EYfHelPQZhHlJYrD7lMat3qE3NNqM1K4pwEGVFtvDZcgmTQki1QW+2JPq6aWnTGdSkRQeD0lZEXyRQ8mJb2Qpvf9PemxDgqxqTx4oAtSTkr2a9Gbp6ovhvuA4mXNT1TXkPVqko+U1cA/xwmGhpAQ+E3QNeo35/2N3OGeN4j69bzWVNu/6M1iZK0jx9HSDEIyhl44QSlpQ1v6axQhBVxJynNnNtVhGMMXerbA0knIYqtqBahSXwPaqqynN1NJHH7VvERxIPDW3ax3oFd4elWQldpwqSJhCvIDxrk0IxOcZJSvj2qIue0JhbzwHSR2IhUJEgskWhf1jazddsA0W0incbxsAlhR0xtUdevxy8OUKrThuGOHQzVDebBo9/QRcSqj2bAi222127qWZ0tcX+DOZ68dhTyR1b5rsvadr8W2AehPYPgacv02W04Pu+vcihH0aM42UK+KoSAVa3h9ZpxS1M1b5vjLKA94Hj93oe+jjiP3+788WtuexHEpSyyvOqCg6IuIC7qZqVnlu4IbERcqUbosyslYq46VrEUwkquZiHIqpj5VMWEbmzX0pCu1cCjNYvJ+VlxmZFyCiBORXTgVyd7otEacHxgw3i1khYadFXUvsq115sUNlgYBD8wJs2vDd9Fq9YSiPmdD/cR65RpgkMmcXMgSnmr5bG+Ojjip+lRtvleCmUwRsSuCE37GUNZiL8yj1aQSkle5aqXwUlrg5KI09ki4mR5mEUYpLajz7FOKiODFazZyH0aA+ajo8bSdWSZRxCB5zCJRbCMpLRMuqPcDHmIacnbiIErUMM5QfXNOHKtMvHAhLmi4Re7avLr3gbjB8B7N3drQCt/OKjOx3u/VYkXvqC17KC1FI5IO8u3nfwNwVv7n8nZJ9JtMqfzPzy7NUvf8krJLW9Uv7KV4VcGdSfna3+EpKKPF2gonYIVC6vSvaX8AaryiAWt2gwaXVDNV6JogmlBClcjXlUgSYeBRQu634pBlDXyUgtDmuIhlwnt0bjSXdiic4EbeJg/WAJZFLVWzmyZleiBWRWbOIjy9TKz2gZofyI4Vl0lvWvnadrtIhF4TEU9Lg5ylqcwhgFbh8j88uwAl6RwS2iumxFymRqF41JhdsVk7Zfqtcbq8Fo8/hOEir7xUBXdELrjpB7Y9x8dIRgCCnDLDn4pd4ksRoN1Ugm4gKoch8VV5qmRPNImSQhqUNVB2V1JVSoabrhA40XdSPYANk2uGAuI0oQliq/44bhhOmVDIihVmGV5wsZ4cjgpr11/q5DjmqW/8N5dfSCtTeCy13eWhmRn0qF4Idsbg8BJ6BlXgSDPwac3/dXwSenL168+IM+mRntyrF/HuWAIBVoSyCfl2KX1XrAhUoppT/QQlKTFoqS1uLwRrE1y5QkTGoz5x9OkiIQFgWlbkfJiQmhoVR+/nWqdCrqOcTSSZQ6KbWCz5T9AcrnUTao+Nkfzi2ixDWu/YxEKkwMRaHL9aqlJrk///wPavxcqTAVTUTAODyZnYcu0PwEdFjl7aCyVq6GXWiWot+ZzGikoQV0NZknTzK6f0LVJaVJDObyEZgceE0/9yjkMJTDYTqHRJq0B8uL5+s/+NqdX+c8Cbt9/5OerqUpbsxicYpmIkkH6D+F89XBBfztwMnBfU6DxwcHz5+/+I/nJ0peOP3KuTBlolMliqv9odL8STIzWIo9J1E5mYqOIn9S9VeeVFElTPvqP6BkAaLZrERVwXvyPBtOlSIWM9BTWmILaavSRxpO3FEnKhlTKjYlxS5IL4TEhrIXQXxuDTlw5n0hCrpgRzkcoJYUAT1oUop66QnFQQ+h2NROMTtqxRy+WSBERasMJrjodRRUISOiQKrmMaXR6EJYDeKyyHQHagoVFcib3XVURC9djvaMuzpkrNaYpT0mQbG8x970EPa4R2eixvzZXoqHqVBUAZNxjwYFG+TaQNMQCOZ4/ov1Yx7ti7vAfeAvfvv3RQ619Rl5mWogmTsC5B0wg91yNfBmUmgBf33YP3hzV3A9fn16sr6+s274zmkWDEFJ2nd9vgIt/yTA2eNWYbIsCBU7vZr1X0xrFsE8OxUTV5OJZJmiiLzghtRovu8sZEHIaj11ASG1851qfpEaova5PrAzGGVAip5fWMzK+fziu9oj8f7iuWXXTSTJyu++S/EdGvpOmxui8rv15zvfPV//xS++e/7dkSnoeK7yESwd2IxQB4j/eRbDQENXH/hEFd1JsAEBojVyRksvO7qxLhFIdzBVSgu0LHoawCCX4YAUrRe5Tj7Yy1ES/RcaHbP/ohwjVMm8HXXfDWiYzX08Hl/IQfWv6g0ORbDv60Vu412oldRFfy3IE+Z7X8J5iucB/we3iBx/NDjafl2/tWbAxcnl6/FY0+N4/MMP4+vjYyEqCTfNJRV+MINqXQwmZez6qBBlJdoKeqyCRCiIiBb26yIb3FGfKgS0nI27DJMTmwQJG0VzXYpGBVi7R2dCfSgR7kxmBQoDFLCupCJSbhGtP6yrL9SMhWgtufmiobPfRkmNzra0U+UKmoN3f8w6RBoWiELcKWUhY5WqUjF6q+Z+WF//4ft9SaNNm4rr+0qkJnhiCzO02fbxfnSeCn2sLRlSyPXCaS0qaLswpen0KeaE6GIs2slLAxjy/zU9CGYO4eMfqIAHYhhBtz183koWaOCZZ7tu2GNYKpRhtqs1FiEhrNQxkPsaJ8YOMjUCnt7rrwT/n6/Bf+ZRYdw7Ua5Mhop32pKXv4Pr61/A3wacbL+edyK8f3J5cs2/3I8v+HP7C/7Vj03F8YUQkSLltRjw6GQhWCKnJjAnJkgSzsLS5K6rii2ovNZLKNsxSzD12g82p4ctl/PdZE6xojVZgqY2KVR6crm+09RuISpAKHCEAiPJfohRcYOKKlyAULWbgwGLFuEAqhip20XnmL8YcyO718IhoNDY7rVIsaDHx9eDw0OUuy2TLGnlyOtT7Agzd2shKgqnubtuorEOLAKJi1sxEEJdA0XQ5CgnvR59Nqorewi4ZBMCSx7oyUFdbCalgso6beT/v7136bErSe48LwQhF9xwAlHI7AswYsFFA4rpZGCqOOAdJbOSiyiKNwnmgtxwEwrUdgLzEboTiF18hKqVPkKBi8IsGtBCAjoAAVUgBppBK6dQC7WgKmiyVkooIdQF5v/7m7mfx703yHgymOl2znE3NzM3fxx3O3beSpNwB9GldFpwqblcttpJRMfHvj+rKuS4t+837b7cN3DAZlzPKzSK6kHnCnLPt2ACPo010NLg5sDe5pPdL5bfDNn74v79/bp7F3lfK0B4f3fCYgT1qB17KBiXQUxLRuFzZcWaEkR3alEFze/yA0iUPBF36ipUaUFpR5/WjfvgdioCC9rqCzjiqU6zeHZMboQ6LDIt+l9OMlrmSt4vRJBJInFZFNGU8DtWx3yVhDAvmoeeOVbROudiaeLJ9ZDGOWWrolkowUwk6rrQPLWvok35EutgkOgn+5KD7i6MqJHBe8f8LKIPg3SX6GUX1P1bwSOhUImUzDyxgzoFYKqim2tCf5TQT+pY/6Eo+9xWacrFOToJy6l+zazdM3vq/7KPDIPE5EQ5I8dILHvL0JnCyK291CM1uEnw8Onenf0XB0dfPH0aruDTvf39o1dPOuvnPet9zsgxQRAfEI+hoLETCFFSxfeQ8mjRlucRMWahKXDU0xOI5j9Sldrx6+DHHKWMQJjWFClafZyummrYScP32s/uMMhDDBlSrrs7Ac0G+ZvCRSuPisGRVNGbGXIGVH0Jx92XMy2hei8wXqWs+FktF6iYb/JNKI55nlBmIRTXS/NaiuTuhFkUjRgW+iwCJZVbe+aNAkMeSZGjHD8iIgFSlnAYPJEzG5BZ1AYKSnLJEmWTjDpDP6bQKErJzGDIZJKisEjRpUUyCxQUijEn7GxTljqsfxorp1t5Zidz9Xgapu5CHt7nELKDAeXMOyXy3GuWhE6u7xlaCs+0wY2Eb+7IBCr+/ZdHL178xYGWFy+O9r8c79wGpwBWiXjwFEUfD4hJMXIbBq8eGPMb9CfxdboC5MHB1Lk8Ht9QxWByIztPz69ddvKp6HF45rU3lZjbIKk/o2uDCPS/8legmwvxWWdp0q5Z7tou5+AfcJTkGgiWMzV4x4ADmGiD84KdAVnBNISGNWN9fDOw5LBb4Tzp8FYnJ94i4OrV3I4hMFQyLIqrVFBkCIdiNxLc0kuG+hEWeYAcRni9Y1r8T4H2lk6mF/LlxPBhxjuQi4Lmj6AQy66S1DS/ctWHbi+o/3sHKe8L75Jl22roMja4dtg7mDz6feINzg2+JqehzHWn9fM5RnrnUGhuDT0Dz1FOH1lE1DwWiWv80i69dapUJGCQVCK1xsna9xjUh3ziZXGsPueXRx3QnVhJ9SsvAaujRp55D4o1jUgwuPNbobdfBx6g6VPqEFd9l2BtwQ2uHh5+Pd1NtMH5Qc4DkV2u47iBuGJYx1QwGrD6MhJT1f6fnBRuVh6H5wevZB7n66flL/rbI7g+Qfm+AtdNF8fyy9UR6rnaSTZ4pSu1DyS39BHUDkKw7ipfVFwBXV/71ZFOnQqbyyFUrrSkYxjvzAbXBzr9ffFx4mtg3Q5v0AdmGGPefdU9QjYCqJ1X1n0uM/OVaYPP4st98vyCwIw12k3DITgdc5DZV99NODcsnw0uXXu86UBt8QB9W3398WDpZu4IfO+9iviq4qoMHU2Y1rKn2C3wnF5VA+3nxPqwitbg0uHh3dkbHEDulHX7ssEawNcwUvoqvLARYPxyZOOnddOhyHJPUuZvOluUZy0MIhX/IbOPd4nS/p6TQHIrruSfBaRBmnrlG9b4L5cGl3+kneG3qWe4Ia6+WdOAFZfzBqBaFfcvHf2l3hfU4xpnv+URpgA3a3rsS5HLMLxB3eBa4Zs7k0dvdAB5gLTBmwCnzwO8jnzcsNGQ51S2kPpTpIMTfBYZv+ULRkVctk2TDZ9mACKkiybBdR7oWwM+qK3uALgdc6WwwrBcDHjk+3ix8N8+VvY3TV3XqDwrro/wdRf2lnq/Cuf+7b0rp3z48b40vJxNcnH5uMG7gDtbb7wFPPcFqQZvgvijDojDAFmk4ZzWSE9C702DAFlLXj/wKZbA16n6UCZJxMvHpJIRgYH7eA4IezGqwfj+9SVDrf+lAS7xlNdHZJs4DV2pX/zV5qdIl8/49W/8LueoFCNDPgXMjldfQOAYmW6lYZVMg6uCuw/jGcBTwY/MN3gjcNEuEUfltJbXPGoHlpdGhjcS5VlxxU/xwp8QESwfdmqGQJb3CU9nYBipxYV9CpnA4W1T4KrPBC5otpdBXrTcNv7TYWO+Sj1XC9Z1FvLaM8aHMks5yn4LuzliQyuk8VmBbw4PYUl5g6uB2Z3p04eJN7gwzMqlgjKPu4HNW6dGNPw5nNR7FLy2LNdCYRJKJvkto4lRPJKcIOWMqwfQ7exEIR0MEm8D9gDDaFwjDNt7Cqxvz6jZvKo8nXP57VjNWWG/7aDP1raT16ZVLe4SJyWh2xkJWXA6/EM2vLwqq4OcCuudFlCr1U8fNrhy+PjF5M5ZPozf4HQoD/UVH3A4T6fzE2wKjl4Vi/c6ZOq6N4c7qzOcFv0Z6Px97UVhmEU+vTmaoUsT9o0QZ8E3FFY7uHGS22Phw9LfC2zMysZEv6zUJvB+nK68SDgyiEUid96gLCxeDgl2P1f8am7fIB4daM6+rxqcC6YH848fJd7gEiDdPBmhNTPKd3flnnFnXU5F5/b1z4sKpkmy1gCViR6ycigCqdN5eA+5/xLE28PKwq/dK3wzZH9lI5WqBmTOK2t8AYYbFKs6oXhiqWIE+XWYcnt/AOMcoaju0IF5dJWCw9WQwUvEoN0waHCt8OLjyW7r+0uF8iZp+gzdQK/AOx3yAcanqL37q8UXLJ/OSShXFg3godzZTuolKCfneICDAi7r/sUlqblsiLbK3snw0C2l7b6KiZftNzOWKj8rhqr/5Z4K/vbOfLrm/HTQvQUqcazPr6IIeChHe6aXWTUY7NkG1wbT3cnRUeINLgd8R5HRP75mVEEnwrgWoxkit6AzlphDZWfy9qbGcMaRktnzdNcZXr2lXKZ/ei8BneqLw02drHRafCxr0PNcXcDjWsjfHlf9pB4W8gJtD/wUJx8FHHd8gWGfhkyWoK7v5wHP4512M7Xr7WrQ+GhSgyuA6dbT/f0XgqP9/adbo8t9T+7OP0y0wWWBXUDPA4Z8fx4ETOVTyDvjamGfOTizFMNXrIZnmyMrVoSY75peVZkQPJfBy6jvIbx97aNfCH3bGoet507L/ikRT7LOhs9lLnofeh51blwyXH2hsUDfzmb2kFcF+hYt62ceF0AE3d0YJ5sHeDWwtf9Ehu/ly73p3t7eyy/3j1482d9KnmDrzc9ANzgHlFmTJ8MD0AH/mJuSngfzpScBC9gBLHoS+vPNwCyv9yl6ZfHUx7Jubmm8NzBq+ltB3DWnl9T8/pFDhqxz/mbH9Wk+7YVAgEHv2kxVuTW+/KB/Q6SrdmfhKF+Q6RP8/PJAQFG9bhQ0uAjsHT158eX4uu/8y6P7R+W5vztb37TPYF0BcKz3CK9IAR7H8J3iafUtBq+B1p2leSHHZbjvlmcJX4uRXVuybFxf1AnhoGhM5bAy3y2IRxbVQLnSWkbPHMvl7tKL46lf7Rj4XcMLrHzSJ/H1sCTRI/S1hZELJs8U+qmcgAU3Z5TvzYU1OBtsPTl6kG75COYPvngiEzj1M9B3kwhoV8SqnTdYj3WEOuEw1YJTgwLdK8BiyAxmQlYPGc2EufxAX/sJmFZcvW2QXZM3s7CjgH2zjVsxSeJsu+TqAPWcCcaeYz5L2YlrIi0XXKVwRLn01U3QSrtHrFjFrSyDjwRK8Ik/Yf50hBpfuuZEgzhRAz8Xca93fVf2gbuuqDUMEj2oOVKkl+7nESoLl6cD+KLdxYk8E+jGQi9bgwvA3tGL07pydvRibzLZ3fvhq7R5XDvWEGIH+NtpizmvYXGCZf/Co6QFbwjwOtxrtmhcksfjw7OAiEfmS/RyLdS96lshvPdBdhE1Q2Sy1Nm2UzOdwOpU2UnbL0j4Nf5MNNp801cq/YRveDyB2LnwfWbvWFXCexBV43eLzwkDU3IV4Ct4qnB27irobBt9QlPpCjK6y09ws0Vwb9rG+Jsw6kybb7VgwU+ylEcL0t5vgAjjUtdOJelKoF8prkKvo+NLIsXocT86sGwn/3nJOyQNLgemX2DfTgVZyKNHOgfGHZc/wiFPe4NdxUFJOyteSdXmBAJcO2nB2oBuovs0E+f+iFW8gcAvKRSLIZoP/lAUiV8eCePi1bEYvBCiaUt/i0rAmXLsAzssFIHamTWpVEytsSzbsuRFF5ea2JlyJKkekie8cMJVMKKynTFJ0ZWs6NJXtUW9QWOV6MqtqDf3O5j6Y67zWTVPtMzPb3upJZ1hx9c9on52X7GH+MhiUOko6aB7Zc9g23vsw7qjhno7AWRw172C7KvNpCoDDA1dGFD20ZUfU75PsPfijS/3CvYOvrrz4ZNHTx4lGP2Rgs8gOYqFRIKRFiwFEUV3ufsU/6gQP3P88InC7NpcFYT4Z8KS9fDRj9znChWFkCPx2TlarO8h+0pKTSKv11LmZ08ERmFJFrSIXRQeXoaS06BU+dRiBsxot3PkwI1e1yqWG66+/lHpCWSKesWfPQm6TOLo2cmAlYbNUC0jIkMjFmYPK57u5ArF8dqQLwmv9XQbnBn23/bJvqPDh589NPyI7UdanzzU0DDpiZYfJR92jVuwFBRQf9FtFYKZhB+5SzvInCKZHqt2AKAdIXZft2VMCAmBkEeJmCZu4RFrdyYr9eSOvTAwLq4SqHg0oARL4Lb1YFClaHFpLHFl94mOhGTvqetxInNqDKBz9MZQxBEYCsmrs+OZSbGX3cgkyUtf52I2OAcc7SfyZnj6g6/ua9eXLeD+V4kYRDerF7egBhmWSJC9d//hT+5XpjrZCfPuiwE/gvtfkRx2OfQ7D3/y8BMLVNEfvzLz4UP2WUdOhQN49eNXSbz/sFN9J+QJCrNLla2kRymCihiScuq6RFi3jggDcLrSS6qQtL5yspcmpNMLGLv/sPQJUNmlg0ju9W4U9+EU85SOm3y/UVYuLPUuEYow9CPxFvM/mZJMd7HBxWH6xqt/fXh2cOfVJ3e++uTOqx/fufPqjuEn94V+Evgr8cQSpxeToQUO6BOFn/zEIf3zY/UeBHAHWt2ZP9H2ScXYCD5BPDIBElYgunZJCimUZgIlhWWWqmEVSEr7M9DYm1q/EmZ56e5VPlQYdyuUscctsgSwi7jyFS6kdesSYeVKEOXmWoACh/WoqQ4+yaZaERBpsqaYxF9VNkoUffIwkj+5k33/k1cPt/bmXBjMudHBeuvUXdgbGUk5d77TUiFsa1+K636yn5ZsHuBlwezFN4m9HRw/3K0DR4OBJbBAf5JDqMaMq/czuILaKzSkcq19wp3fBla42rR8ktSEwjcaXV4JoUFbRxrIlPC3SfnkK0dFFgQWcVKdouK18uZ1zAj63GhsR7BdD3XRBwJoGBUsdx9HZAV5hH/iSiZYo9JRhhETRB/UypFzJimJVVdRkJwkO1VEBD1U+rfi/ysz7g33zeAp1+dCDBvWB3l7fBiSfNV4Ltm4KU/xTOf8Z7j5f5cFJ6c+/LIKZvd3vfs1z7yWuKIlnUEff38Cwk9XMS4SOOxtXjv8Uy1OCYGeyyeJxBoLVetTrUNklIh5QMrKQqi/sPYR1k+LsCBUB17FIpGMTk+sBuKCBxLM0ZpgrFAIAu/pjeBNeIKTQatrYQSeda5IBu4t1iHZcvRKpGrvmO0klJ98tfUt562eFbwDXC8InjKnilkbuHa+yWykg7EOrv/lvd/1lxgbnBW+OPun/aYHMQJyuh0Qstz5SIPDHKccheR7GRx8eufgo3XMMwe/YZoJd7oXqxRFXjW3dtWHEH/76YFJ6tuDj5AzndVsxZEPKTOlzhzFkfcjZYisSoJXeYn/NgkHv6VeikjJ0/yNsn8kAtkkEkrrjC8Le5zqlKXPpRWsoSMoBFF8ckO65CHW5sQd16dPHuOOsnjhabzIFUFRVKrlPUi3EEWCxkqCPSI5Zw52rmqfKb9VrbWYZQEtEk5EcP+TrS0ZpN5t4MV8yms6p9onmIOLfXk+m89jVuexUxu3PEiGtc1viAecWlaDN8F+/72Ot4UHG55zH2m+7mqcEMvn+FAUxos4GjQmMYKUZlrDj5BBJnIh3swkrftQpKAn2RJqpBt6JpqmojDPLVG7GJR+k5CyaGLtkiS7vLigiLCrflR/ukbCCdTr8sOpoeSEoUHJj9gDVgNZkcUxrHDhHEgNMjRS5kG75+BTWQbK1Y77jXKJFzULIdrgDgpi7HB1ELql1i1WCXA/CuVkdJNMQ0hFuTmuQkqr5ZEflJq5hZ/+9jeqluimDkTIReMUuh5RcLRGAQRCuou+VxVVIopodfTLRzSUHrXQbyiQalkaOaXdPPfPwacfodQ9TamsIijlYf8h5vbbLezV+JnkfDJxDWC9uh+FSDLudcirM7EYt+7VtykOn/0/e5jN/btEePpFImeDl7saMBo8Ohoq0mhQaNQUhpppv5U34dGsYSOGIxEUyPWwZbiBSbsJMSd2QUUvLRCfSUVr35oGvusJJZ5sEiVFTJ+5MM1OykDotyKIjmFTDagbMzp7VTzEqBHzFbWueGIm2wAoISW0QMtHvxXFmRASZnOBSthJRHWQFWEKo2ZK0B+KtNguSA+mIamoY0NB2CPXMTW5gaJJIY1yFUpb6CVKUA2IoKvCaVIJKGkoQi4MmspRYaJQcO4zpbQlLlGXFW2UzdLirkSfKK6whUQUxcTORHdUZ7DtpP6qAHml31waxjVAu3Kz4SPNsmS8Gcw3BYd3cgEyFP+v/wxh2MxqGfPUWpr4DmT32snI5+s7gw3OCnsvEjkrPNng0O4Bw0jgmKup6SHEgV+DDrLGDq4AMrIo5BBJA1EsJcmH5I1LatJiq5gqYKJofihmBoZ3ASFbpRUZpls6Rj05e09iu4PScflQRZAMCSyECFSCLiMrmsV1z1rW9VJ2Z1BFXSR0MKVVsKTl3Ugd+ZAnp7RgrpA++BAri47YDYhnFaisFvtG3k3WgmrlY+KTk2KczYW7YiiQrLsh8lBvjBsVJ6ZN0QKbGmyLy0g59S4CMSaokFVQJ0VRhSpCYWaFRqEaWfYvw5tzT4YKtSfsWDSG6jiutS8NMULpEqQTrVYc1558H3n3q0jr/7BToVUp2b+vvt0r1qh7WU3QmaiZ3yYZWUdeuRZM/eZeBRvFKlnsHy/6yDTy5koArmCDS4Kjs18ADJjuekroAKmZ4yOlRqrnLrg5CnAlNEVjUkskBpCGEKNJC6P1piXtNSnlujIl3KTwoqDXVqhVZDUeQso9lFPfYEFguxskkAT6y71C2YkgLeRDGysjYhFhxkKVaydFtcjIV+rx0W8du3KUJc2KgqOY+kLFsVWgNlPJ3U9VokRUKdfeCUqzmYFSalo2lGql4pZzhAIViHw22XWNErJ+sUDFPrqjNC4wREpFhuypaAipjNFJQaFRNCVIWwNdo7obBw2aw8j1Uem5XfpSqIoUUuyn+0ViNpO0jg76lBpJXiz44Ulb3jmUQT6rPMCcEZN578rcyEbpHFauXiH6HWyteco7hGUHcDo/Wfjt8LCOw692NbgQnPMEGNjf8GF7VzNBZ1zl4BihZq6GGrRd8Twb7G7A9RIZUtijMXk3IOmaldrKAYlA45124oggEHnURARJyK0zfSgXbgMMK7Ok5q8lyUJmSaLKfM1UIcHNkj6SBiyfCFbqcoPlXKEhi6AOZCaBFtzEKJf95IJduIpxpTEFMrcfZiuiBFpQcFVXutiZ8EOTeJZK0XDfJK+oNCWsjcVDJqoXuVMAilNYULaOqy2OAIiUHCqOEslEnaCSyk6UOcpChCKJFBTrcDfJC3YWtUqhLKnkIg8LWKjXiovnnoKCvVXJiFdp9Gm588qvBRfonk2uSA/4d318snF20pm3DoaX9mrKr2ZnQlbwDTdYGpwJzvwETAfHGiCMAQ0qRpyGh4+sHEpF0hBkGAoVy8fXmCY+7rKGnNJwQ4mjd54EoUFd4xyozibb5bEvEK2xyyM0fKQVcuGfiGb1gXpeYmLoNYU4GWKlq6dec5qJCqJC0Kaq2fy5VAUhpeq5OHe+S8DswdfEDX5pgysgSVkfW70PkabBqkmaLKnS9LYy8EqkVtaiRaiqnJWgvGiY8ew1rsaFuH1KNw0GdTcHz9q49eGMuktVnVpKdpXWQOiN2s6UKrVQj0pEhVlQ9YlACWuxbskrk8/1o+NST9QeiZCGrEXdi2O8q+XDj7Ras/UjHpGWT7ZmgzPSfD93hWdXQLZMy1qBOiHzbyCiKEdXhLB+ecAqY9vgreDLt38Dbhn2Nzg6aqx4DBFr+DKaHOikIzZw5Dw3iD2SGZ86SpuGBgWsSHLIfXdJBdQLayGUgKQQ1VlUI9gtXKKSLcjMcTH6cs6E9+CegQaBAtxyySGGAx1+i3Rlpq4S8gctC0Oa7LwEyQoQQZtLQh320g4sXav2IFDbEAVKjU7vlEeGEKNDhBRqtZt83ix5t4NGlVrtkkkKXJZ3qwuIVCVZBDvqAoVR0kfZIJg2ry7QqFskCaMyMTAUWAksrYGY4aqV/ELdJXIiRbojMxUdkjL2lKNXMa0yrhSEKcT6gn/qalG4IuUMaVfkIwlZQt1Kpzgvll9Jl8B259XWdHAHeB73Qk71K2ZrruINMhUHMG4nZ8Kmbqz71LIanAqP+tdtzwyaIj5oajAxkTQ+GDkeWxXhyC6GD7CMTUalWDqAMpaR8LGZYzDzl6Sl3kkyD+8a5Mx1uwTaNDVohOi/JQvN1CJSzcaVMjElrkyW0TyODqCptFW86Cvi4jZa1PMKpgBJKiSyZJSWEBsdiEb3mPORQST7TFJJUq2xrNg2CqEdxW6Ti/dOYhqjzp4iCtyiaIr3JoYtFJU+cB0QZ+/ZnSsU6ut2mUSZyYq0EQJbGEu4cpanJ0wCjSx5rCCjRagVNVbXUxKFOQfyEK2MfWQF5Onqq7aJREYiV4ObQhRkLS6FKtAvqdWlIYJPjJPso4N7JZuWK0nt9ztbXNzrg78Ns9LAJcicrf509CBTFcD+dZzp8AOCWNwLzeHvN1zgCiDwclPDQMOEY7ydFa3aNPC0JuKjb2ykNRjtjnRyHrFQNeLsLEBUpETkuM6kpgUGQRSIWmkR3BDSbAuaVieiwsqhSBMp8hCoMeEyBF9B8gKnv4JAP4SgEPvFRBgnTTwYwhBkoocSYlAqIW10Mf3pWtCXFrQ6yULF+0kixWPdskja69NhXCP7hDQcFbLcpd6UY2nFLLTUklbIIjmTnAViV0CSP1RHCUerrZSLE+KuTlV2xbrV/eIqRZ+4FMXqWFFdySzVDZKqyHHH7YFA7LYrdk+qDoqUSRwXZikFVmT5UBINjK5nDyARZWiDA9nonTtbzwYPJQMnvWuBY+COsOyZLwQmqULfslUFUjUtN5EHX7MOKN+MbnAeOOr96+gcMLvtgcAw9eRjZDBH7CowXJgPESmJUBloHIpj6AWPWWEHIbkpRjr5kge7xKRxNiElaVcBBHEEq0hJKSTyCtVoZsapUJQuhhquEKciZUtQC4CgokOjt6JcQczQYFgs5QubWCKwqIUb6OKy16gwgt4gOZu0QYmdopXzPMxTloVEt48sYqK1Z03Mjaba1fLqTWosQlDVeSgYdYE9DywYDuEGGrglkYJk6apPIraIRSIb5DRoyGG14nhAnP2DEBVDp2srJGyypWgR+U1BxmosHYTeknxVZ2v0DjCw4gZHALZSvPww9Viqf12wU4GLVy4ZKvvIbPp+coPzwex+IucFDQDGnYdYjJxEGKesOcxKEvkcQiZLIBgMJpOIcnAFU1KJWUuoupQkDo3wriDR7cIklvIdQas29CQhUoqZiwJQKJ5sZppjWXzGKChXyxCnEq9aTCdlVVm/DgVx3UhYu1mUklhIhD6XUDKWnWEpZ71tsQ2hZpBIHlH2V6S8KkiMtVd8BFEApEIhAIjNg+IIaSvG85NQqDMnuWCUUDRJifUoDGaP4XwpU6pYtiiYjUXHbFBkrd2lpibX37Glb3+4QYZQApUt3WDqrJwHeIArnLCV56XTOWYMe3Uc7t/IcPZTvfz1JTgF8guHvuXw6zENzgZ7FzsDnkz2NxlvGmcMtY3dDUaMhodHohgModsbjCIvrB5qWjxUtdq1iAxeUZdESXuQIZ05yBrW5RKSxMYpKOOsgOtaCLBydbakiGudUCOwdtFuC8+J1VtDdExSHmGVhkykjBcMWbhGArWUpmSq/PDgB2aFaJW1pAXAUA2qzTvrgP11oJ3kaiPhNrjyRUPkdb4sk3Rfa2Rks0FxQlEhE1lU1lahNUGTdHTYD6IZFBs5KDh5QUp6WZGHOSiCKAsVlx3obUOoFZux6yZDS/laBAJBCh1wJLm74SHcHzkgkpOUV3mAs+V7uqu+Eh1pO3CFNePzLxV0mltS9bEXgTEYsxVfEJytdTYbvBnO/RB0genPGSkMitsbD5J2EgSGT9xifnBfo+gH9ydThg2jUQIxekBK7EwxykyU8Tx4NjkgEiHImUOB0xdOelxrlLugpDj4193bGz+dHMk1gqB8kSWSRUyrt5pLM1xh4B+Fc1UUZL4QIKlFTdNicWcxp9TjNlNPfejjiunOG3rSi8ksGDFp2j3QPIXqkrLqisiZkpHbxUn7bUpRJqGwYdgtQz3GShRLC1WklW1DLbMu0hFpzaQlwCQT7c1NIQxs9IFskJMB8KxxV9ySAyqdibhQKyCXD7AmRcZkkAxBh3TYbVmt2z/YuP3RbQ29mkO5VZQMbpIcZD2rtqi4QHqwffSGFMJ2zamC9p00c9zgJggX6TzSh9D95U9QLviFueoZsp79qlaU2x4VQrcvBMr5G/0GJH7c3uCc8OTC7nNMpB9otG2WTypMNfp84NzYKF/ZfyQ38M5sesCAYhTfvv2vGj7CMAE/0EakbEx4jVANLic3tibKwnBmUJtN7GO4sstKUfYgKUQBlQruv5JDRKlcyove2xrZqujW5I7HOlTEoGEA0Ufg+mlBtxT8QJti68KDkjwbpeFPSfI21oXF5YpM6XghmjQyA2CUTn/gMTLfUYRY6FLCBdCZTrktFKQMCpTPE1ksmgWfhqlwWGrIhjNRsBWjWzMbSTcS1RvKLnmJgskPhENLEXKV0bB7W812TUR2y1BHGS6BqohKkR9ZjOIlBGJHi72ruv8g+8q1+1eqrl1EIQdo/MjKIru7gVU1Ei1dM5cfTYUcIqgJjzt2wAZlKcp6ud6SR05VZyGviqd9SDqtxgizNiGkqRlZ6dLQQ+3VkgOPEganKyI9fhOk+7BBQhiwaXqGnUGLmPffqufXeYr1+zADvzB0L+ZztPkvxj3IvwM2OBec+zXgDo4OGThaNja+nDza3j58vLkZs0VjZvNIpJ0D+YEPldBiSU8Oz9YYzxZmiGlAeVyFmQS2ZGBtgDADwhBVHq8mpYKSZG6iS5iZkg4CilMkhbUkS+jmt8cfblpXFhWVP4qmkDV4kcFTBAMuHeSPdBbsQgl/IBpLsB3aMJNw8c4qOr4EM5P5RAs08zgC+AhRhGJ6Qzmg/1BqhSxWjW2mYOsVgSQZsroshecu1Q4Qx4G7WxyX7+I3HGQu8SnMhpwNYjE3SbIgsSJqr80FcRByXLnIm+SqiJHlmKkIS5rm1srdOLXYIvR3aFcYTI5IRa8K00Ju8ruxhOCYeqqAmLYsDhVOY9Z9xGShJJOVlZwmkiCmMlFoFCO/kMdg+JXHAIr98mde5KQVs5V0rgV2ntuJLw0KipM4+MdIwaf+DuDI1RwV2+BssHXRS4CTydNDjQ3N1dubh3cnjw53Hh9uys6JxPCxART82WRv87YMoDZ4gzWWwErCkeJDeYCoC36u8PpLD9VSog6NqtS1h0VcC3IiaILNQxnAKm5GKYqggJNOO4IXm2eIXCLmjilMPKaQMU9DbJznp+dX8JTLaowWtrM7H4SQRn2CyVGgdKRsJx4psVEligowxbKiSSIYVma9SLo6QTevJ1PqBASaraEwFAhXwqodI5VxECQZzQBckdDDGiyAEFX0VsnpyprsQgLN4kMgREdLFhYaFITa0OCsVmIhiyhNip3h+irlHZMdH6gWnTzrFHjpx8nVgs0H73yUJ/iwW31XLt8mDtLozsg88stPxFWcNp/vEmH/ZSLnh6eHMSQ2NjdfTh7tyAOU7WC0QJENebRzKOJiclsnyHuHm/f3tIP3NZYOOGHeur/xjJPc2wo3739j1ub9ZymyuSnH7KFSJDZeae/PjjY2n0z2GIrP8GN0kkrRG08mW32adKgYCXuICl5FYZu+JKn49sbe3SfSp1xR9c2tyX2loyCVODsS7WjyQt7s3clLxt2TEN11fanwbq0RtRcrQryHmGB1mgi3n+JUzKbeFEq8MxU4GsLdqRQazGICIqNXnBR7Ik5TQOhWOjITeHHSBK9FsKvUZuYw3QHpdHPIAmJfKSsWuF3GoizWWo3Unbgiks6VVK1qU2AiUpgSlpcwySw/8lJiJGqJiqGBkbRm1cmspHWL2KEInZEGj5QbVvRlfaVIAxk18FMNAbKJKhE3QXr+nKFaN/4bXGHgvmn0dBDPBZo2/tlvKOB1YOUe2dkGF4P9LxM5P+xtMkA0HDa386U6uVIMDK02gIePD7d39icPVdTW5qb37cuNzVcWnWzJ9drVqTGh9+3dzc89MH6/8bl0HuaPil9uHj4JTAZyjlfI6emGzFb4bZvHlWZfLrXv43GqGndi3O1tHjiWodrMmz8hYQ/Q8HJz8yDG7t1DVf7PDjcOy6uCR7Qqz4ulaKvU6GXUntAtj6YjHEFBHfc5wYtJ6cBxj+lAhSWBVJl1CpwM4QgLQ0Empd37goVVW3FzY04bLZSSdjBYIipBlyjJWCtFQUUyKGiXXKLVVEZG2YaUmuqvCnrp2xufU2XIav5mpPps1h6hJgj6nF7PO4h9UZLWri4+2HrGjYiBPSspO3PVo+uebIEy+t8bJKbAbHBDea7FtnXOdwWX7GyDi8GFbwLLqshQMRZuH27nTRDGnwaKgo1tnwIfPt5+OXm1vTt5sH0wmR7uyCRuPpPruH348r58vN3NP24+O944mDyTpTw8vBMinDAfPt6aPN2WkunmxnSyf7gtm7Nx+GeTh+R/cHj4avJAx2j5ajJL9zdN27xD8C2+qIRlXRi0ey5s/6EqsrO9u4djB2lHiqOeh9sq6HDnp5NnG4dTVfnWk8nxpsp9oXrcVcE7mMFdzuAPN2Zbh5sbKu/xyWR/k0Juy3reFmMviitzKJdlpFv6UYm7SJs7slvqlNQ6YlQWS/Q/LVeKZJDVULqrTN+ybN7+HEYlVCSWz730KSw9dNXSQ8vSRyq+almNaumhWoZISbKqLbQ92q+qZ0eY53X90kelJnKT6GiO3bnRmXETZGQAIxGP/fk0GOh5b6Cj2xmcKysaqJEjuVhYy1ThcfwQvcJQtME54BIM4DEjhHGyKSPxaGdne1P24XMGnKzFzgt5gJv2AO9jAHc+mE43t2X/Do6nh7KMOj2W3ySJB5ONHViHYs4Ub8ugyIHchr5zOJvcvi/rub1zS2fZ0rO/fXD8bPJw+9HkPpP65xuHoh2aJrftIRK3tm/dejQ5OtyUMZDV3dxBs3zRw51b95VfNmtDZ+ZSrJNcbSpo89b2znSyQd5/31HeR1T+8aFadX9ne1sW8gkt3Tx8KUt4uDfdvD/ZEl0te6TMu2qD/EA1vbM3WpSjWg/PFq+maItUpUrU5LA4n2fOQ1wYi6FLgiRYrdRLVWXc2SpB7VfSCe8WVEpDioUmVTpkIy1OIFqLmGPy1gV1/XQulsu8pCL20mOZs24J5mhDD0xn7+mAlRV0yAqXoqDgAlqrpXud1i2p3dkVVk0af2B0lsuTMljRCHISKZQBxJcbnJyGKxc44I9Fd95b+H5jAzaXqzj8qrRx65kRTVdc/msXBC8CTwZ77XzASNF4O9yUm/fk1uHhYR5+ZXl8CiyLiL3Z3DmYPLi1s/ts8uzV9vbDyb5M0qZMkjiKFN462JtMX8lCOUaLjcrh9q3DxfEmGcQ7wrRtPTu8O9883tqWGZJ9wFAebk23fz/ZPH66syf/8WFWTVZRFmvzCYU9FnK4/dAWfx97tinzu5BDKQUuaGPn/z48nsiuJeyrsEey0jivH+w4oUYebmM/DyZf7Lya7P/74S25iftStuGWUGdaXlbNGm24CzUR88a2wHNMxKCaIMzTkMU4ESqBEMiZh+EuxTifyBa0ciuhXaELqugO4UeZzhR1OKQUIOa6KGIkDzFrYSlFUuIwmavFih7hylx4wS06C3V5DaYblbHxyOG8DoLM5kSNVIYCsEOaALUvI3y0Fu1sqp8rbSUihRVNJnyo9I16zITDcg1weHJ6smTd0hsMstHjke2azhaDu79FjPPrE18AHBrZBheHiz8GiAHUkNCB81DO0JF8Is3MPzI0MC2YDRme7Q91Wrv94fEWftn9b+UJPpLZkCMol+zB5EMZjweT2zs7t2SedMa7c+vJ3mRLuTc2bVp2tqeTTZkb2T/5fPt4do+m+3/+aCLDJoukwf74UAofnSRtWz5ewksdxDcOKUyCUpePJe7v7OBabkvx7c0/UndV4/YOHqBOoRNe4gGqTJzX7cO/1fmwvE3Z052tqc7CX+3cl8T2oSqzf0vK1BKdCIfLEDZKm2cPk555nyS8CK3haJiAcKGEPKliRESPvmQJIxdF/NwSWhFXhsgk2dCjkLarzmiwQy2yVyuyUKBsRo0knpXwmnYUktbIYHKpQcpF2aFGSyZSKJpKNSUfpJWr2Gl2UEGMnizbJWfxkEAZKWqeLDh5RLXtZrdGzTVCRCd/RsO1qGETWmuvw12g0uR6WBFES5HPArd39/xLkPIoC7AY3ccQzDl9lYgZ4eaNbKQtXQ+sT4Hz+TpizQDLxrBXZoNzwIuLnwLPGF5xvioPcEdOh503xscm9xF8E2QP/02nwLd2Dm/t3NJZI+ePiD7GxPkEU57ezq0dbiQf7uwQb/5x4xD/UKfFs8nhJxNZT4p4dOsWtzLu7OxqEH0Sc1tl7wbN4eH9yU9voW17B97jh5Mt2WUdtJXxya1bdyYf2yWV33gs+0ptud2s9KYKuj/52Hlv3bqlystNvSsPULZyb3L/UL6CbOXR5JX8TRnAp+LS6O2tY7XhUOGmJgTTggmiTtHc94RkJibJBCeYVaCixhxPmZS1kKfnoTWJT2YkxBCFxy29lgwxL0tSc9NiTv0cvsJaN9OlUpt2VZRAOqrxR4gu3UTTSIcyZ9QeV/VtnINiISFosBpQK+1yIqI1KhFkC/XXZNXGVFp2m0qWIfORxmlZeSuVRCV6p9LvUVJZrEBBfzVJhWHcSgkOuLYSKJF2ES1Gp5VHEZbYPYhnWMqTgAue4lsyTOLKYsGAFeZxaCTjWl8PjiWqMT6di27dzf+7dLjgt2CAqccz42Fbhk2O1ubGl9wx5dhrD3B7e1e7TxZi91hGT0YJ6/bBdPJAtunuI/l+cs9eSmDng+0PrGJ7+5ZibuhyaQ7TciLudHK0vf1iMvmjPMQHmNI/35/oDJjDMQZQLt2DW7eCtoPwzvbtpxq0GsaHh1nY0e5k6/Etzl1v4QHKnuIBqupiPp186II2nffw9lN5nkeT6QYX+X66fbj7pRRrelDUB9Nv0YAgMpONW1vcJ1EbPrTXgC3QhnNAQC4THEMg6TRzyzPQMwurgbjzM7XgYQjCi/NktglMETJgDAw4PJ7HZBRX01W4Dw82Zt4dYpKRBFJhIMgm17ZaD9x3V0PMzoQon6sUdcMYiL+x+XOspwwetOTl4pxOy1WVTnGtlUjIz30oCFJdqVYU5N5AdVTVJWTVo3YUjbD0Cws3jTJDyIK0X7WkOK0K/qgg/MS6pjjtk2F1ip5w37n02ksIUQS9FVH0MdcAZ3F716972LlLW9gDKMdcw5v6yeigDb7j0r9k2Ifu78HN3bt0+CIfM7kA7DHoNB5kGbhDoSn3iqdboPwRD9DAtb3tA536yvMCOIE0bJWzUnmAzxzfl6/lWMbLl+bkmC0mOFwG+ZicCL/a+XffDOGklLG6LUt0Z2dbzuFP5ZYd3o+D65H90e3tzPvgMIeQzsf3uGwnj88Xc4RGQZPFoeyj4dG2/cn7GDbDK5kSjfjNbVGO5ZfWGv05VtAgZZoX2Ie8rBSzjKmCgWAWmUDSNgXLQO95gpWp5iD5EIV62jKJqa7OfsnuYtBrZVYcaik9uyWY2qJsfDaRLEpmZrHQogWB8N5IuTgSEF2E8lAVSHaFuCDmQlHpJG2MDA6txMXDsg53jetEERARdDfUxtuaRREu2rXBjRWXtLnk9x5R/1ha5q02RJgC2U74rhcb+SiN/oswxYNTk9p0QDCNMHhUhUBYHOZMVg13D+KncCfz6fE83cCxr5Z3NsINxKYZ+t9x6f6rFLDgZTmGKxnsGg7vADe4FHhaHnI7P2z5crB8BXuAmxocm7hvGqA6aD/2q3bTR4c8DC0PcHsXczI9kBu4gSl88Ir7rRKQQ3Yb1t6dD3Z5mmb6yhftZAC5QihHzRcIJaiT0cNb21vczt15oHNkjUWVI3t0a2uTk+encuw2d3Y+xIo+PVDFMKM7tyls69XOhsh7jzDUW5Pbj3ENdzlrlQiXIjeV3ti5hZDyHh5yLfK+PEDX+Y7Ok60OE7m1wx2ZrNEhVyXdBtuanH9YM813Ty67MSpGHk9MQ7yamJYZiYKPo3zeYrbGRANloqtLlWQuqhTPcCV89GFqioZTJUnxw/QhibBn66bvHjNplVW5lJ+kK0CgikdhplLBYLNApAiZpFpvLahAWaq0bqhCo0zbDxpmXuigYNOjEviAyDoI8yIUQhRtMdFdIVeang0uuGLZtyguLWvNGimq6cIdmKixSURZ6HLZ9A7luJ2WY1fCtuxt9702HzUwtJSjTJ9zE8RP6M3l3xUblQfaCsXQ+XFnxw6790dOZmEiR4AVlE6rbfbvCuASDOC+LZDGINfUZHwwOEQi6uRzh6tpH3BrBNdJzpmvrn0g68HJsEJhXHHTCksSWj4QhXspm4ePZe4eHz7+ALqCD259cOinZ7YVbCu/RylzlyuFYun8FDtFuWiSJeDw/1gZXAlFYty6Jd72LXHFkL2QocWFpCAVIkzWjbvGIB/sfPByckDNPngc80ei9/FDVRRV+ttbkvXlSyoZ09oThj7RqoTnGWlmPJEFyjTXKn5kcBAL/Wd2nbfCpAV9NpZMYKvTfP6jqLQ7DIENjVe5W7g0plDzUjUHUG2CSDK9FWUFXV8MFwlTnVErC0LJSQpLrw3KKbU8xxPpYCpSm52MJTOIo83tTWnhrFQADJI9M1fDEmk8QSVeKbZk6FNMXrJYpCqnCqq9yGHlvMjCmh19lXLsSRdujGxRq+wLH/ZZdQo8lYMn329evbjhzYz6HRjALiKbkO5S4YpvB4oFV3nTWjpscLmwV07ezg/7H8TckR3ya8By3IgZTDoPeyw7YduEXZRltJUyZVsMrJvMR6Rtv7BCJqCAa3OHTOzgY/h0mipF8t1Uhlkeg5SqbCpNoea5c0iHLYJ5WFpryE2locj1RMi4ArKZi36SvguMvydJ+ToS3Xk451zXZYVs5CGgPjHtcRCYsUqg33OFyhLhkkBnDUctKMKYmJpmQbMwRFqBEmYjzXNekdVQBUUFkxMi0mVV6y1xyFkmUlbj3KpdJMgPGqWFR+ZqgsQqalaPrLGQjLZCh0TS6TAkDiMrJdbVOwzdVDn2HtlMx6whkktpqoKSsF1KroNoBM2AqA6yU5pUhV5dbEGqWlS5CdGC6HhT1LOQjVo+pLxk+cm6vfsXW2H7hu95dDAyXfmdFzy++m+PwcsfABpgcu4c2jqjepzCIzPb4Bwwe7HS8z4LHHj+acWCeGThl3mIYFUwC4+xLaLZymQy/EVQ4h0ZqRBVTGDfjoApHvLYGychok8bo92DvpII8Uaxh5t/9MAVmWQa1ygDOds+xjYaIi2w1GPbcqLHOy8nr+TvuUYst9Xmn+5IOY/+yUPNPLKqFM2Uit7oZpZPmOw4QNGEVZol1vAqXAWS6DDT8pFRxcZmTsjIplksKJ7IgboSypvSUkve4KUQRbE5X5KV5MobuFBTXbxra4Xez3aYzezKTgxjXtI4VTaGwcRoKSLdNUI8fCmsDlRrR96s3MQhTJPMBuK+tcZy3c8VdEYH0KgBfecCY6UxJlR61JgVzJWxgp9HL2ZWt1jpWi1CH2hwaXkVLmxUtXQDf27pe30LfyZwUa4XKt/QYCZw4U82NR4AbCfAVwQXfg5mxrDxEOFtJFkFjUH5XBoj3PkTin0QCZSYdIcUq5MpQydCHi+3/1gyOCeUiFyQEgzVuJGpNXiI5iCHMAJbP8ieAc7rtGY/ssXa4cHyHCA5sEA8BDHjQqTFAQxlohTJrGDOuBol9lxV6Mpy84B04DDECoonWs3thNmYUJnJaGspgSBJTpnoPEGFYky1w9nLSnBjoerV4jPx0FVqY4tMZTvrocqAOW2S1Lm2yME321ZXodG0GyTIRAYzrNrqqAsyUcuUMyuKDnmIiAY3xXKRlDUjoYADoWssmXRvWVxVe4aFEgtZ8DcpByb8LIgBUkWiKzOXGxA4NhLK7a3pzCavGKnjvj93MnbuBAji/VULmPEY8CmP7R327d8KhQ3OCxe+CPjybxkEHlycanlYKB1DsNoVSLA8Rjk1ZkCabprGm8ZdZEMkUAWDYUsOk3Nu+V5hcCUoGnTnRCoUwzM7GaZltQrZMiDUmJykjEjhJpcaHyPvguzT+uKiZnEIR6HeIDA77L1pEcpkd8rFhw4tsYYUKMzIWryUkEgBLaKJy83PwKwvtVgw8SBTJyod2r2oi0pMdotpKQXa53ZxQS8IIbUSIRw2ENHqngkjQsryUmcJZOhhl4+YVytRLHlkhSkJS9lTlig1Wz51sYgXnCAn1fuJTFJtHb3cIoJy1Il8pLwo4TUErUeLVqqGIS0icnpdGjilKLYOSqPo3YNvR4asb6FGz/YZ4qVfgeUXJ33rBpQ80IVLatlCNit4OTDLT5qcG+5rfHhIyEJkaDMYuBmMHyU8ASHZt4DA/IDNeOKMIpJabPc85GKxRsyTqRIsuuEpZRwJRVbyc7OHB30XAJFAjKgFtclZknSTmAT2DGTxfOJtDcy5Dc7ErUf5yRyZNPN+zl3BbITla6zQ2miIk4qRU04Xrw261lJha4lsVDOpxTNyFp+tUTZMqzfSdVzmJZkaFIPEjlAJ6hFJ00iCmgc1JJSTSEEo7dXDDAlblfKEvJJ9kxsasiUQTQWPOkaRWjKKc1OnFYHSVC2gJqceInaRMCQo392SbMexB50gRGHEuddCYe0vbW5LrJKwiOteqymyQtEiHQy/CRKnqeVyUt+gjY0bgEXr0VeJzHkKGr9Shk6n0KtEGlwKXPBzCDMNsxxbHhUOPMJMi8Hlw3IcxTn+CzEeMVPdl7NMUxSDvSYYg1r8oGsuzqUCwhHxkKwViEjzuUwejdCQj1T1YFKvTa2RQg8Mg6CyMQygltaqppAWxckw1JndMyLp0gKHwpQM2hB3LMxC7qJYkUpLED0RLbRkCigK02XczheITV1d1GFFXhJEkivXDT2TtbiCVY8CrdkjVMPSPC8XWEil5ebSnSlkUFQKE8H7A2YImM0qvhLGTadVVFQVsHSQYRRc5jRrpUBq6RYnXQUw74uQVugjJ1LOIUa2TeJEJYbs5kbGpHg/uKKoCq7qSBdBdIHOpOoxnOJ6qDzAb8pt3rBTPXdtteHCe+M0OT6TtSQjDhI2qjD9PkiDK4IvL3YO/MCGReOBiJHDAInTh3BRSHsYckQmoS3WnBfmFTKRFmUQ2Udk2MYK20PfVBavSiTBWYil25UwwbUT5mJC0LHVaoHetaAr0qKaYT7xyikTaSiR9AIWQeis9SOSXLAcRT76Qtxaa7LRQSJoK8ZaiyXcXhHFpJrkj4zR+UYjLFfh7OZ6cYIATAu4QpdU0kRhjFJvqgtdtDiliYNvsrYuQzH5ImilEUGPEAWiYJW9lvqkWEQm2+4nDst7pqj14qS7w5Jwej0WSzDAJGMSBIlFz6eAeFpTAFJZJei75kmuu7r0vEtEUo7irjzAnA0R9256LJ+6CuLeb/ns30lcP+xunIhrAfjOX8+YG1wFXOwc+BXHXA0JDpmMJ6YBI4Vh4onnUUeC46eP7CRydrAGxQIKJRF0DEciJXCcM1UIS5034bKQqUxiH9BNIB21Mp2sjrQqv/gc4ymsFq00tSbGBTXBam33PPWT5IX81s/aTRZPLGURqzTcDOVTSnKR0mZ2tyiRta69o8VFC6FmQQ4hI/SbcyChlVpaUCYp81vic/zF1Im64JY2RW7JuUVZs+xPMaJ8FpfLFolaciwlFYWb66Q5dYXj0hUptMqoVCZAwZGwHHR6QbtYKEFKKSVq9IHrUgZByKMgdp9XBWGoewt1qKMJw+Y4a+CgtNLjIdbYhbcP9ooHGFEYNkGcGC9BZy6FLT0BGP5ffkfaqkJrkWvG8JLhQh+F3ovHpWK0gGmQxNiqJi78QALoHutxGHUy+ClQRqUDBikR0qYzxp0o4jmzY42cKOz0lFhLxbyGbrMxE2Z2jlesNY4qe8kyuxK4GEg2URxmhmR7RvFKTDJjIUiVcNQqd0OVgmsZpnTmszot1DraWJYsyuWEtXLOQoBlEbZsILykIaOZ7EWmURGYqLE3XTOlk67F+inCKa0WYKkU1ymy1JuylhPN5dIrLj/TihWwe51/HCCBuqoKmiOvvd2jRfvHNXfXO8nSUbJqXqwQQrbW6Vg3N31PPOwfZVhEXaUQnamDQOfAW+V13QiLiVr6UVxCWsvJ/HjWvd82uHMssO1MX7LZvCuFR2WHnAN8bI7jOKNFAyXGTy6a3VCNR+hjd6RDhHRNmNCJ5FTvMSORZIZuIcfiqkR1KsdixlJ1VKLIgVgwaJHUCqksWRstcgNquihGngnkuCca1evnpQog9gBJFZZW9GZsNCOSWV3WwqK8UoIlunKsXAthile/Sitb1tIS6c9UkeLyQY5+Mz1SoDAkZAJ0244cBwS9ZpUlo+BGHPsoNMQOUWMqbRAQosMBEmyRr7bEohUzTXjpbRIRlkXE0kovXBKI/A6iU1wfmH4eFWNOwplNDfTz27vP6qsefSu21mzVU+TFSX0UsGbkHWAl+s++EBX/7wJztcEauMCTME81NHQwzMtmDJaYM1oUG63H6nLQD4bWGINBRMpJp2Ixmpm0EFfuiOycQXK6cjp9YuOLlQql9sADSZUpQyJUmoq6RCqlLARVk5ZhyhXh1BksrAWLhXr1zhnp6iXRGzTqTrUinylapaveiO54cKy2FBUpU60spIKHTxPFQooaFVYswQ0d9B9JU4JpusMQDNtoHI7Z9nGpRop4qYlCM94T6BbV2noU91UkXiILFZR9pSi7oJfLaE1ZN4spwSuy2Q3BqbZQiwk1JXR394fPiv3CVsVJ7XF9y2MJwphNF/OTxWp7ppzcJU6j12zeVQO/RzsXTP9CZkNjJsYCB8QSVwIbB0wFkiQOYXNrVBKoy5HtXEnsjbf0e6ylE+iWWpmQiON+Cna1ylGeKUUe+2ZYTmG/ngoLGuJd2jmoEOQu7hjIRbMCc5R0B0F1yK2Vjt+JWFpbpNNViynqQFHynIiq59UqYyZ3DSyLcYLuFnuQSjsyLcHgsqREYRmtiVhKvi5JbFLtpo5R6+QgSw4RMEVFOBbzCx6FSxqBTATLlKJISGWFrFfTI3dvj2vJPuaueb5yE/VxDkRTAdpvH2yVBwHnGKswWNW3G8NiOp3Hf3/zK38DEAVjCjuYJ53D2OCKYO+8Pwf+AieE1ZGXGojAUM5DbFIsqIhhU0ITayIoXrojPm6F4iIPJSVF8hi02qCYqCClCQNLxHgRElbZrmrgDvFHnBrmKWltJRmLE2pJQZNbCqoFmuxUqXrkcJwcluCGOGT7j6JFEaXhmQGiYwda7f04hxCtQqFktWDhqYUGEy2bTqKXzAiWT9o4rJUmj7lOx31ZRZbsVEdosYy1KoLtjKYWHVXEi7EyDMheJWKBGr2hJVSMUS3jNkW2mnZHUU1IJSdHjzSDeMaWKXmoEKKRkbvAW3vlMwjd2e1av63e052Wt4JXQPdZmVUPUje4ZDjnVwEfcChlpBN5DOVRsQR17YYpSy/hK049F6ccnTM7i/Cl7IhF4SJUpill0uaSleohqVqCGdT8mRgXpw3NebFLXMfGk2DMEXXNHumJhFjBVvGCa0KUbh1lqXXvFpKBuQMos9IdBeIwydpYaYs63iw2LVyp/Twf7Sjipb7ZWihJiAgEVVQ9SJVhaiKZQky4EkRssfakeomoImtglteWAm4qW3AzU7DGaEmxBYo6o1knVsfKkIt9vuJii6cFzEmvvpWeSb8JMktTxtU74pX3f2X6ZifzWf0VyHz0WzhAetAhEfTwaeliChOaP3gVcK6noWcxJHLREOmZBh9249jt468nqBAiH8vjqO6RaBJZTSZIbkizkN3yhQCeWHAY4qZEbGoVXo2wJoUIQmErCDTNXgjV7FqEaQ2CQ5mDYNVOiUK6AJK2jldZLK5ASQTB64AUXkehGSdg/hZ6NLtM5uKmFJZTOH8ilMuHZR/ElLZKJ2GFAPlzEw/M+pItYu1rS5RFaKF3lFwyKJoqlgmztSQllg6DaOnIBaNHjzIdeKlJcZKZ4ixJYBFGQocWuqY2ykui0frcydC4Brg1XRyHDziNh5aXf942k00MI5mP/8nOZR5gZOWURJjXiNc6iQ0uEWZH8TXms8DsoDuUM1Y8JEDr6BJWL5YwXILqRGLlgJ2swFHWHY2h9HMqCDTdiirZvzMZJNKVVESVCK6WjKxQ9OBbrmQx5nEeokn2dbigKpU8R2RHIEixlDqGwCDtOIiBwXV51pNkCKYEP+W8FpGklID6BV2oosiTxIJnyJVH0MwjvFxNw9VRnLdatS+D6FRZ0FBQNiqUuNAol3SQEEgtlizDxhSWKBiWUwrdv7XxFur4boA5IYNopJLGBtIVVJYQDm5mBQl54xmwt2NfJNEMFheczwHmZ/tmduAG/t/xYjr+3ZFANm4qbzBTPRApzSEKR5Zx2WVscCkwe3HmI80Tnyf4mMjiMWTEuIIImS7BFWJCHHOTS14dboNXVAQjJAjC9UgdLBYJVOUoDDGwZIa4NddcLiMqk4EFC54JR8ntlqhaBEEqnOBZPvN4kqS6pIS6olRRYslSDd09RaAupe5dRgVhkLSKGcaLfFqtKpkiJDWqk2uwxUqmAm2mpMZuSdlIFPFKrBo6VcnpoWXndPsga2O00LzvC8VUBThhka3kNdH+HqtLVSjlwWORqEkp7TXTdQcTGElyLpFSIPFAMq2gIgrsNwuletazu/sNf4VLGzed96/sLSYn429dRdIy0/H5bT4DI64Y7WT3OuHZ0aqrFuvh+JHsnw+LMYFYhDH6IlWIXkQUsyQK1Wj/mNqPklzwSq5JH8C7ciLloKsEdMvVgMVRYEFPopvDdMlju/EymbyUnI4VROhULEWgFCWKlRiLtLYooygX1lcCHlGmtQVS9AS1YIp0SsasDEZZg6Uc4cGBca1PZs6lp6xoYTLC6SGrufYHnVA+hakh66stEFcolpRnM996SJqtMOiOnb2TNTUZsfT19jkE4pWe6ImFhhADA7Fk4cYZvyJRQ8AyMmIoj5zwFPFwl9JF2KXQR64FwhCwhgjZA2RK4Oj5h3BpuZwYWbgCaQXz6eeR8+GnCv0U9dpbyQ0uHfbO9GXA2X0/NVZHl8aGVg8LpaDkCDHJCY2eIFiw8DKpPEzTWBlp5oRAD3EiXubiHmbJwNrL4uI6TuQKJEhdHEu4UYUVSHw0JtI2BkUevFfDQDJRI4S6frA+reokJmFwg2F6KGHrKUE6E3Y2nAtSR7N0qiw6nYguChy5iqiTI03KVMrRvgRVM92nVTzwPslRJ5CR1+iTQi111mbh7K91+r0WshvOGlHmiURSU3GlZaxlUJK6P0tQUBGH8L2hDIK5xiJTxEmwIi2hvMiFSfQ/QTwrFrOTxXzKRb7FYvVHTvEQEwFGMracx/YDw4iuf5awwaXD9AwWcG+3vFfEkIjh4qWMEIZMJoljckONMAS0mtyRKgOWj76OLalxy9Qrx+pY42heNbAxKmtxMIt1dtViy3yl9pFNq+PISRjEiDOfc8HXHDANgkkhYEXWgowLyYhkEoo+VZWoMAItOSlKkcLM7q3IwHFLzQpUpFDLjEUIjpDMH8ROB3VUzKLW4AmGmDQFvSfLVtru3aINxckgVNrEIBnNdKeOBaykXOuIoinJtIGxEpMpyeLJLaFrFClrshDNIG/ysgTFIVepENnIAo085rkzkKZTs/zga8GBdpqMlpYBnPpXl9zjnUyn89nJfPmSXwXsX7F79QWSDnQK3DmOK/gNrhBeve0rIV9qrzMiCD/UyBIoYPUwM5obo6UEgMNAgRHRuTPlwRVzK9OsKiLYQLBIlZgMChEsQAYEQzhUCGPlyyCJFmW1Bj0igVvpVOCRjE0Bc8OIRAIvVQhGAXAoplKWo2REMnIWDgTzOtRFCKM2kjU3cJ/xaRGJ1SVrQ0gbMsGJKHJUGS/ZTVZroYhrOtpm3NxgBC0okIidBlyyoAgQF6biqiHzkTKSsfNmKEAiw6yFU8arkDBY2qgZJSi2KshlkFgeAUMW563rjCzfQtHHmcgdrsTu7m78FW5ysliczCbTFQ+39EDMatZAMJXVXGId5f+lgp5/yG3lNS5lg8uCjx+9fPE2nTw9evLxx3e1/F7RPohxR3c/FuHjj19qA9EWq6UAOGwJztSt5BHXIaqFRUj00hkjaaGUINVJKVIYybIiKIWWVE6kQgNNSIKVQSLOgmiUktm6EIl8tRBLGocZGNKhDsHaN3Wl3wgcWy4jKUM9OFuSQi5qIyhBlODyvSoZ+QHjlnRlTAuelClN3tDnfkkBwDpCUdZBcqnMmrKuKekU6RSu+81EZEgryoJN8kaCvIhnFsdsCMCL3IqdIeiZjyg7tuRCNheSKZsazLNYiZORa90ZFik1qJA6BaUqJevdp1vcA8Fdm84WJ/OVbls97+0zxw8LzrlnggNoA9jpGX8nocGVwP6Tyd1XL/bfZALnX746+vruU+33u7ERljgQBz8kqGDWA3NS5IeRNqNbvZUw4+QYAq9rFwOFUKh1TSj1FPRZDktAnFtBI+jS2pIScUksJaPBlRh4TT4oSC8MpCMQJ81R6a8u3W0JQvcrFiDkZRCD5NDBS4LAPcER67iOEito9mGtiFMKv864RF47AUAN7pEsEDBO9/DC0uYhs8SLsAsMYIUU1Ex5UAonDgZRrIUgsBUfQOWFYBUH3fr2md/74LLfdF4+DNOH6WRRngwUs/LLE4EJYfYWx976l//aB1GvA/Y/mzx9qLPbF6efB+8/OfpmS7C3tfVMy7dbe8LAiVm/EU7yG1G+2bOQUrC+ZXU+MZ1gzWxelROFJAj3nJKi0G9MIj1xS4r8jcsSAbYIClLIEvChZM2sBd2RIdqAMkiqEvWDQfOI4aHVLCt0iaa5NPjWalXmiByqQ5yg4NpMRxgFaEYEInqCRXtgC48eZHMRih9YnbatrQdUKhaCACuFLr4CZL5+QFKra5mtFo3qGP36h1s/fPp15HYP0mDLI2PdFjVFWyHAF26hbE6wevnZP05RqjvNGqJhhegYDpizRe7MKBoI+SyoLM4tqRBPcuRyoiilLxGIonsMhFEB2/WBJVBXbD11V3hR/1ktacmoKU/JY8qzb7fig/jH3ATWWp29Cv3T13jMxbDKVZT9RME8PwcItDPfawEZv2/uGPvyyVovcPHlk59+MxWczAgrHGc8IvehsJZFTCE4ifR0YYqGQCQFRX8HhbLM6QEKQxlIRAnL1ehgrLPUSwCr5hxqHEDH6hd0WqErxNZIm8xeiKZ9+4x0ByfPKuHZ9BkJJDohY1HEYs9hFsRU1hKSpQ4lLg3KpKF2bUKvP0ac0+AU0VEHDwSTt5S7y/M2VZC0W9HbxbH7oyfUe+6O7L2uE0Hhua9l+WzV5tIkbTFVOtCJ7bx6cOX2LmCvMVDASqbzY/mRqlESC/TkGlwF3H042btfjl37L57sL98R3tt/8uRoenw8P577Wz/Hs2Ot87l2pEbATDtQu1rIMRtpOJI2Npcbb1GLKK8CLeB29nnlW2yyzheLhWR5FgAZytMZhiipT0NFBQk1O4lz10polOpNpU5m3I9T1vlcB1apd20kM01MteULHplFYlGxYzUtGkhh0ZyZEhqXKt8ZUlAFJ5+WWlxaqJ6pM1pHlVgDR8Di2SD0q+4WjkDNF4OFqqpctwqCuxzKVJuaJkHNXWo2O55m7TUjaa9ENTU9s8Vz9d2mE1fTRUzJwmv3qJ+EEXgW+5LdZUGVYaVRV9eKurHpxC5yKiBiyUbR0uhai7rBaqUJmYP2uItOnC79QUIbpAgt6pZFqW5/7k7xonvNcgaNiOCktBmrgiKuVkiFqkIesk6F23o+U+/NTmbqa/XgZD7z2Cev+Ool8bB9UqMaAAvtEPXs+AxYhM7t6wxb/A+kAu8FS6fahRuZxIRln7LBJcPW/cn0Tq/bp09lA/ef7m05tbf3dP+LJ0d2DDmeaaeu2ivzPLolx1HgChkFAFPLSAVRzM/cNhOMGEWAeOQMRcQs3SALnrgOOjmns0Xj2na6AkqFMt0vbpSTJOzaBHFToEZCstyEomHultZ6BrmEvSw5/tUDRWgga666SH1gdM5UUoU08Q3lXxMGTfHO/Yj51008GRFE/fYW8XSGE2O87K6EqAji9S1XxbHnCtcQSDfhDb0s/QDIcpQOJb26JlRRwzDlxvTbB6RIV4Muj7FI9hSpSVmJkpUBpoOMu8LjlfFGUUWCAy/FOp8Cx9Fzowt7ZtVO6/J333sxSIq0DOBCR7KgNbg22Hq1mL4a7BDtowcvvzg6enVfy9GL/ZdPtc8KeJ8GWvbo8sBN6Mv2S1CGLk8RAMZ73zwHY47yp5H0hKuC+ASBmwuJDaI3C1YoWmttQHoifenQHJJx2rMCIBcRTx0RnIahrZetFpW0yBYJ93dPdggLOS6lOzUteXBCgSxS//NxciZcfk+L82TVRztcomNKH3o8OUqlZj3VBaUR0RA6qzdsxq0pPQ/0WaJHxyjs6KEyQSLk7jQUbh48yCdSLbwMiTF0faUcxWzj2eKHye/TUQYTrbaHvSranU+926uhrwMi2W8xMO2VbSUegEMrJ01OY1iLwgJjfQ0uHbY+OV6yfw1uOGhepLOhENMXs6tGAntzYo18pCKg87oKmtHyPU6fa9cxQjpf6axw7ozLcOzu1NmxwrBL6eoWiH4fQFTcHbi2nzhDLrDkKK7QWeAUVoNLgGd3Fos71zG6G1wmyHxVryMsoIEU82xRzuBG56OixmQWwjNnXPib8Y3i4/GcHMHp1vFSQI7QuSf72TOuySEHTcuxOncxk11C6nj4Tu7o8h2Qp/IEy8wCuScUDDVwvTsPRhZocK0wvTM9/upif0dv8A5APofvYKRB48op5iPduDLFuFcRD9YWmEda0UynebJr3AhAKC//vUsYGeuzQe989u1gtbXl3pvOgudy0jgBrseYDgbeYEDtbcG6fhQ5q0gRfeCkGyAcH2cu0CEN3gY4+X34IBMN3iNgnvlSkucIToqQcON6T6Mtz1ZbGbl9i5O8SMgVshWT+h1A+kHngLPbiXX20mZRAZcAs1tGFm3JwBUHMc5j1yiWjMW4f7WitiKtav35e6TBW8Hi1dbk4d1MNHivgPmED5jTL27hkhjdSMSj6QPp+Yls5c2wejcOTnD/FE/zosB0dBF1qduK15bdPOztBGSccXHsNz1WgEpbtowrbGWDywOd/04enu+PIA3eOXDLkHuKOZ90ysYjheOXEZan0LEfN8vEDYPuauY7BFVBR4m0azpaDKo07rjOn8v9MD6LBXALTVfPr+Dnk11LhvEG9MV3G46OJo/O/1vgBu8W7MKdlOf4lJxyCrx0M2P5nOxGXPC7yWBLFA9FylwN+2rsANbuLnZyxU0Scwh4WXgtjHdcOwG+enh0p9m/9xc0mZiOZU5NZ/ExEq5giaEJGd6LfI7pzJ8Z8TZfLOL+8XXCKfO+D0s24B2Cq7xU7xGh90Zv4Sw710E46QsvwdiuNrgeiJc9GryfgHXrnXPJB+QBDi1c5yuh3/YawKl+yFlgbA3GhAFcUpmXC6eccvu1XJDBC77rbVjljEUirXLW9oBvTK2tSIMGDVaDp1R3jsuty7ewM+sn8Zlg1US/JNXXDbKDo9f/cOTSOPads7FM79BSWSP/OncPbxQ3aNDgUsHTtnPo4nskb7RCS58bOR/gbfahPtD7PgF2y0/ice+3f710xou5IH2jN2xwv6N7bR8Ildz+zdFaaMaxQYNzgt9WTfD3bwbzeBXw6ZUrgdNe6bqZwAPk6oy819vvFj7L4kNLz54N7FS8E1ygk+pfYChn2KcfcsbMN+2/Bg0aJDB5BvM2ptyp93lv7FMw7wB09utXM3z1tG+/40qptl5fDbptePmwbxs7zzAyvOk96z4049egwVlAc0vTLGcYkzJn6YrHMSqcdj/yeuH0GyenMy8BZPziK6UqyDfOO5jaTVZH9fqqd6QZHUP6qe4iYFDf0MY+uAL941mDBg3OAppr5VtdfK51Hbz1lLx6ON0YX6mp5qolPcF2ImPYd7/yy4q8MV2g12l8G7UPA6OVXrh7n48qjO+LrG3U+v3VoEGD1aBp2ZuZzEVNa09Brg6unlOzm3KmdaX27U2A+6cKqK98VXRwTtvdT++q2Kvs+CLCIBlycVWRYPByzikfXuyX36BBg7cDzTfMXNo0T69ujvGCyApYTf2eQXz674Q7tAtg6MaVC3f1ZkfvoDG+3z06a3Xn2vSBDC3eSLRBgwYXhvAdYm457DkrTMAlP7DdBqHT8qRXdvC4b94AXpkJrF7C6xy0pWuow970Ge+0utl9aW60rOn6tkcaNDgf8M6HIGZoTCSF3ZeMNZfH02s2+mjCTQbVfVz9S4FwAP0zgZH7J5iVC3fZub0qLFdmZBCn/W/+jS4Ajm1ngwYNLgo8y1ZncPxZIq5oddM6HhHsYMkp/N6BH/7DBNoSxtGjQncNUB1ltFqutzBhcvpqb/fFl01nwlpGgwYN3gzyOTyDmW05mbhONZzV/ecx5pf0OshaKI7TjQZf/+OAMToBVv+UV4B9S1deXNeVS7J8X3EA/XdK8pZwwsrDTrN+DRpcFHqzKKfuqut81Q+88kcBmfdXXcYFgat82L6BiUroOo9G9K4hrLJWQxp/Fk6URCINGjS4QjiWr9H5HYHhA46vbeX3jvNF10uEkb64xXrTYXw7t0L9ZE705LxeyXtTt6nVcQ3C0PP/VhdV1d3wg0WDBjccsHRp7cqsKjcyR6C5PVv1Z4qLwIr5+15YwDWw9Mmw7MqVjnNfVHisQO9xy3qVca3JbdCgwUUA69dd5otY0415tzRt1zweeDF4WyfmRl0eXOjsdtlQd296ZD/G29WrjVfX7vLB+8jUO8hwW/gGNbpBg+8gxAyb9e5grn3o7GTVvymuC5btzVWBWn+62Vn0/1feg8W0OG/BlhbO6Vcry/YE2yKydvIh69WHdZcDTq9bgwYNzgwxcTVty/TrTsN6MPz23TXD+EXadw0rnLPuazpG7PlN1/xLJU9q+34k33/p0pz9ygQO3cdm/Bo0uGSIC1VMLf/2l1u+POy2PNdkgNZ4M983WH0kUOeU44dttftK/bnyFDiYRjOaHqv/u09R+E2clS5ggwYNLhPqdM1H2/jp+QneyOB/tJyQ3TQ37B3CChPY+XoYLhtDmb9KHAD9mn2ZXazTX37QEomE9/iOUIMG7xfwzIbmmye2zr5OwpvRtMyTvQg6g9hgBHwOOoFOdH9VZAhytaszHfFMuU+5y47QCj0NGjS4OMTU4h6vZqBPiXkSsD/h5NzgEvIP9aQ0GEP8FNhANyoKg7biXwK9V2qSuZjJ+yv2r/VxgwbXCXEy5j8EaxJq/nkKDp4ItHszvfqXQd5bmHePlNN72kr/je1Z/15vOQ3mUaTStcsGs0GDBlcJMUeP84pV/XVbz9qVWXz5b4OsBc69r62wi0N3/U7dRs/Vug8/ohOudEC1mb1fgJSnnztoFrFBg+uARbzMMLftGRqfMj/tAl6jWVp70XFcwXcN0+4VDnnLw4cpOzwuFC43qic9G7PH9rBBgwaXDWHgZotjvBOmXBDKxOwmd6H0J/gb4AyiI6hfGL35IG+11FXtHT0rXQ8fDotH1/VL7wZKM3gNGrw78OX5uHofj+HGjd86Kd+jb6JeM/Q/6DI2+aTn8c84QXZmlb4xf1tp0OD7Czlp+bNZeR7XN4P9LkM3o/tvNvTQN8DbS/Yhn8B5P4BXpcOS8RClkQ56/mHPnQ647G9MNGjQ4PzAFazytc/F8ZzTs9693/Yk4HrQCbsMH7/wWOqk/if+wjhWE2mfuncPuUGDBu8Eck7KxtXZiXMih6abnfP6SZg0ilW0AY8CzqfHs+nohQ66quumOA/uzpadbk5ggwY3BbjzUD7QqYmrGdo9//ydfxKa5/HO7Y0tjhe8TD24qJf/1+t6kKAIFN/6vXrgp0GD7yjkLAwPJiYp5k90TdSYq/1rgEGqzsx7BKvNTXx+hcaf0xzN5fydDD4A031CrCB91QV/H7uwQYPvIMS1qpiQcbImezA9npe/YMjFcfxew+omyBot5PyqpWp4tP2MMNWBgi/8Ff0n897XJNLYKSrP9tSfAEfUoEGDdw4xObkzma8kxAncQn4Nb7v2fyJy3XDlN4W5jYv1U+vPU9IM91hGMHuo/2wfUFUmUu7+qsDOTPag2cUGDd4NaO7hAsVM1jyVSwO+OO6/x3pVsG7iX6nlTbdNztmCPxSdq5GLk7lsIP9bFiw/w21GZwXFD8mxXIMGDd4hxByNaWk8CGXqdmd4VwDDosZwtS4gN79l/47lmp3XJp0sTha+gFrf9u1rovL5SUWetpSHeJXNadCgwTmBSRqTMycy3le4SARXBWEbjF4zYNVlq7gBjMm6gLPJfd01D0vOuderDszXhpdcxAYNGtwMwPrZ1sUN4TB73Ydgrs9zub6S6h84xk/xnQ24BDhbLE7k43FFMC1qwIyPA56UGyNr//p2fW1u0KDBKog5artnjyyuV31nfRYcQCzVQsFq7+2tYdbrI96hWUynM638b8Xq+eFKcK/0mmaDBg0uAJ6kMVM9UfP7CMU5STNxLXP4Ohwi/wrZn8IJZ/fccLLmLvmcZsx6v1YWEt17Hc1r0KDB2cAPcfStgadr9QEjZfQ7ATJ++djPxWDlmzIyr/IxT9rrHg0avD+AOQiT4Hkbk3f4Qehz3y69SXCZVmn5KaHjCS8IT4/zymJ5xbBBgwY3HDiZixM6z+owFIMJfizHKdGLwtnN0MUNlzSg5PLuO/e/mwPwXDQfmc2k4JQOu3h7GjRocNngR9o8OWf+mUX/Z8G4iG970+BN8/vsZuhCjwU6M2Wi49I+yTeo0Gz5kUlfa2zQoMF7CPgzc5wcP8Q7gDdaojeZtwveez0jqLpqAGWqXpfmxPJfvdKOk0X368sGDRq8rxC2IkDWgt+XeWaPp/fVTfdTbOdpZlUVWlMnG71jf/gAU45Xm5wLg+xexqdVrUGDBu8PyEWSscC3WWsormy6X5pp6oDX3XLjGufgouZFgd/qyQae6YXpK2higwYNLgvi+ZCY0usN3Xvk8fDIszaZQM5+L+0E2BCfhL5Uo9qgQYN3CfL9TmwoArkSuFwzdArgb9nw+c2PKyi3Gb8GDb6TEMbiDWdsZ7o1OxC+Kts6Aj+WomWOHSz3LBo0aNBgLcSXm7jC//5f3Y8v/MsENuvXoEGDtwTMhU7vTni87RQ4eUsP8O2krgRoyRVYPz8weRZoN4obNHhvwA94tKc7Lg2u6Yy/QYMGlwPz9Jra1G3QoMH3DxY8PiL4zn4X8Cxw1nN4ycfaoEGD9xNk/tbfCl6itcleYdAVrV8aNHhPIW4H8/+gFfBuLhC+C3vSbFiDBt9LqHdPL2IDLtt+vFN7dMbC222kBg3eY+DnFn4g5hJn8js1YNcA6qpjvrbf67L2wkiDBu8plCfeLmK3vus273Ro5q9Bg/cYfCtETk2Dt4WreO24QYMG7wpOeJ92tR/3PfDu2pW8Bg2+z2Dvb9GcwALf71P6Bg2+f6Bzungq5s1wzebhRB7adRZ5aln++FaDBg2+a+BHYt72ZFBG4hrPG2VzbobduWbT36BBg2uG0+b4eeb/xW0GX/pbzJvxadCgwZWCfxA3O83Xuky37ywW7Sr8P5XfjGqDBg06CENzfXahWaAGDRrcJOATMe25kIBmnxs0+F5Cm/oBV3QomP7V53/6L393715Z/yTpDRo0uBHwXXjcY7UVf1vbfnXHgOmL/3jv3r0//Mu9e2X92+Q0aNDgRsD8DBaguYtngv/zA1m/4dIMYIMGNwoW5zr7e7MpnH7vzeXR/yKD9/tv5ovpfKHtf5YBbB5ggwY3EE7/ZxxQBQrSmc3e+xvX+yrHzYat//GHe/84/ebo0Wz6+ydPHv3VP8kdTA/w7scV7k4TEYB3/dzH795NzMgP78ZyVwJ99ONvLXPy8cfffp0qARMbNGhwCrz5h5NLjuK63yx1NvDd2MN3UeYyTD+/d+/eq73/eu/edPZCKGfD5RT49fMKv7ybiAD8awsIPh7iPzQyff78H6a/rNk/m/wwsef/30Jaf/FZCv36Z0kGnHMJpv8h1P+oltKgwfcX3vb9YEH5z9zgseVh7r6xvBn2aBVcac1+j8X76okM397i0ega4N+8rvCLu88TA3+dhk6wEl/IAP769evnXl7LAH4WqBKTyS9k7H4mD3Hx+vl/+i+pUrDaAH77q1/Zq3zwlw+cbtDg+w5v/du4Tq5/C/nNPuSNgqu2y3+Bx/en/yij9830RbF/eQ1w+s0/f/O/P39+d/rfpgsZwLv/rPQ/T6fT9R7g68Cnz1//w8+USPh28rPnv9gS8mMpmfwlhvCXv17IA/zv02++/VrxZ/9t+vXKhk7vfP3LLcUnn/4HogYNGgjOYRV67uA6A3reM+H5eT4Q0zmfV23iTocP0uTdu/ds+lf3/uXv/qCtfxe4nNbK6N39dotla7rWAyynwPIAf/3Xr1//UOJaRfib539tOt7g37z+zX+WDfzZltxEiDon9inxapj+CpWf3XXUoEEDw5mtRt/qdU7gquuDZ1E9lSE7Qfc6o7oCpL8r9rTCrsUy/mNc9NPyzewRzwLaHnYG8Nfp4cm7i0t1z59zOly8vkX1+gQ9D/D5f5e3l/J/M/n6+fPfQV/84vnPZAx/PNH5MWdBMz/pAAADTElEQVS9f2bp568/W99901/J9bv7qaMGDRoUOI8JTMs3mG7dpUIDnhnu3NuoXyhrGD9hQzXvDfypDR5vgWxNHlVj+HlyJ5PfvQ4DKE/vOeeuz1+//lX19AQDvHcN8NcnFvbyu89eP39mhtzCyV++ljd492doCw+QuyRrYfqrB5PJp1vTXzYPsEGDASzd730j1E9MY7reBG+hfi49rJkMwCt8f+BPis37wzSvARK8Sm53jU/e3e/uBvzz8BrgGg9wsgjp3z1//ffyBhOev178zfP/gsxnv0i3EA/Q8Up49sutyd1f/uWf/+pn7fvgDRqM4C3dwFVf7+tbrYHFsnG8oD+37tGbt4ZrOf0FXsn7s9G7tzf/q7SF9+79VXLtAdr3knf3D1vffv3t1j9vcRPk77kaqBTXA/8+UOM/ngKymv9gRCDiZ5wOl+XkL3UKDOi8+K2uAdqmtlPgBg1WwfktxeDt4oHFWnSu4pnhbS1n54O+W39x/969/xFu39b0COTvlPxD1/7iAcqpK/CLeSKCX0x5ziVx0Qv+eto94vf6dz+W9fwM+BkeIKfAAp0n/ycjp14D/DYsXzOADRqsg8txly7mtfkb0VoW6+fy28G1+X4B838rbt+T2eSrv938f0l1Z8D1GuBERkzWTcHrXwn/X+3NvX79y8mPTWQBB8Hm/fXkZ0YJ/rPkX3NYkbbnz2UAf4a+OQ8Lgpx+DbBBgwZvgkt3os74o90pDydiQOU5XfDk+dphC+MnC/h3/89kOpvc/Y//8od7/5Qs4Nndu9GixddxTe/u3a+F/x8Vn/Tok7u/+/h3H2uFDMqydSw835H79ncfT/w+nGBRkLt3/y/HDRo0OCe8828ayGDO48yZb/i/48qcCY7+yR7gv9z7nw53/iu28IPyRu8IfEzIQ0MaRYcCIRVv0KDBu4B3a3WOF7iBUwzB+pNpVfHm3SLe/7c8CSb4wx9etattDRq8l/BOv/JyxtPmmwSP+AZW2MD/7YukNWjQoMH3A+ZP/u1P//HeP/7Jq/0kNGjQoMG5wE/RjN4mEfpuz9AbNGjQ4GqBX6azxC1hwfv0TkiDBg0aXBQWE1lAkGb8GjRo0KBBgwYNGjRo0KBBgwbng8nk/wf6/6tZuCBczwAAAABJRU5ErkJggg=="/>
  <p:tag name="PPTPRODUCTIVITY_GALLERY_NAME" val="9fcDM3ujvSAMtK9prTiMGETdk0Itsp4T0NTZAJmrpF8="/>
  <p:tag name="PPTPRODUCTIVITY_GALLERY_TYPE" val="_who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GALLERY_IMAGE" val="iVBORw0KGgoAAAANSUhEUgAABQAAAALQCAMAAAD4oy1kAAAAAXNSR0IArs4c6QAAAARnQU1BAACxjwv8YQUAAAMAUExURf///wAQSvf3997e3u/v7+bm5gAAABkxABAQEAAAStbW1ggICM7OzlJaUhkZEO/v90I6Qtbe5nNza+bm73t7exkhGYyMjMXFxYSEe5SUlCkxMTo6Or21vZSclFJKUikpKaWlnAgQSrW1tWNjWvf3/2tra62lrZyctUpKQik6c4ScewAZUnOEnAgZWs7F3kJahL291hkhY7XFvXNzlK3m3nMZ5nMZhHMZtXMZUq1K5lJae9bm5q17pa1zGa1KGUJ7nO///7UZ5rUZhOaExeaEUuYZxeYZUuaEjOaEGeYZjOYZGbUZtbUZUkJ73qXmpRB73kJK3hBK3joZWmtalEIZ3q175kIZnBkZ3hkZnLWlEHulEFq1pRC1pa1zSq1KSkLOIUKEIRDOIRCEIUJKnJylzua1xea1UuZKxeZKUua1jOa1GeZKjOZKGRB7pRBKpXNzIXNKIRBSa3ulWrXmEHvmEFq15hC15kpSGULOY0KEY1rmpRDmpRDOYxCEYylKEDpCc0pjQr0ZGbXvY7WlMXsZGXulMXvvY3u1pTG1pZwZGbXOY1oZGXvOY3N75kLvIUKlIRDvIRClIXNKvXN7tVrm5hDm5t7v7wghSrXmMbWlc3vmMXu15jG15hlSOrWlUkLvY0KlY3vmpTHmpRDvYxClY71KpZxKpebmpebmQnNK7+bmc+bmEHvm5jHm5ghSELWc3q1zc61KczoQEKW93ual7+ZC7+Zz7+YQ7wAZtcXera3FpSk6YxkZSqW1veb/OmtKc+b/vebezr2clNbW3tbO5gghKXNKWnNzWoRacylaa6W1nO/O71JCazoQMUJjYzopEAgAIcW1nBkIKQAZQu/v5jpSOhkQAAghCGt7c2NzUu/m3hkpMd737wgZAMXFpYyMnNbmzvfm71I6QhkIEFJjUjopKWNzc5y1tdbe70IxMXNze/fv9/f35vfv5gAQCHt7a97v3s69zgAIQiExAAgAABAACBkxCNbWxQAACP/39wAQQt7W3hAQCAAAQggACAAAAPPPiY8AAAEAdFJOU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BT9wclAAAACXBIWXMAABYlAAAWJQFJUiTwAAD7jUlEQVR4Xuz9W4sc15quDSdEgBGoSOgSVveL7HeqhaU5p1xlyTrzd7DyN7R+Qvv7DevMnv/BUP4Xfb5aFkbUomEtDO9B0/TXedBWLuaLE1dClzHYZBUF333dzzNik5vayJItS3FnZMTYPGOb8dz5jBERI0YDEnVdp2vAgAED3i7UVVXN0z1gwIABbxVEf9U03QMGDBjwVqGupoMFOGDAgLcTk+m8WqZ7wIABAwa8Baiq4drPgAED3k5U84EBBwwY8JaCmc/h2s+AAQPeSkwHC3DAgAFvK8b1dOC/AQMGDBgwYMCAAQMGDBgwYMCAAQMGDBgwYMCAAQMGDBgwYMCAAQMGDBgwYMCAAQMGDBgwYMCAAQMGDBgwYMCAAQMGDBgwYMCAAQMGDBgwYMCAAQMGDBgwYMCAAQMGDBgwYMCAAQMGDBgwYMCAAQMGDBgwYMCAAQMGDBgwYMCAAQMGDBgwYMCAAQMGDBgwYMCAAQMGDBjwFuOgSseAAQMGvG2YztMxYMCAAQMGDBgwYMCAAQMGDBgwYMCAAb8eJnkcTWbe0jdgwIABbzDq0Wyd7ZaEg4mPIaD92I4BAwYM+P1hMpoFm5nRZOgt1rmv1qeEHuURl4hytCjG4XqyAQMGDHh9MZtAYS+GI1Hfmp14pAC+AwYMGPCaQgwli+6Kk3rL0VJJ1hCj4j4QdBkDBgwY8PogaemFrL7JMh3nYTZajhcyDGUdyjcZzMEBAwa8BsAo28Z7izx2wKxf7DZja1aTekNuo0k7czhgwIABvyo28Nj55lyTYCsDbsd423XhwRocMGDAa4PlBSy4AbLuNrCYzMG+RbjJCNwUNmDAgAGvBBvu5Oth2YsfL+r6ynR4aSxlSbZm4WS4dXDAgAGvEtvYbzaZ9e2+xbiufwkfXW1Y246oBw4cMGDA64FiLU4w1WohvJfCTImuxIKFga9GnQMGDBjwW+OoM9sn4/Hqs4gBTz9uu5L8duBK/zIDBgy4FF6lXTX2lYxl54bAyRUubdTTeavzqqaTvr1XhqthFfABbxBeh/9z7ttbMau4948vUZhdq4S1GI83PPt7DvrCl7+9b1JXVdXvpEnNhZi3dZWZYRJ0wJuE3/APPe9X7rKLbDTozraav3ZNFvV4gvvKlPMS6L2q5qsMmFDVxi+jhN8WdV39oqtJAwb8nvGbKfBawSY4bTL2MNBEdia87sh1zRLc9sxH2pN1n92vdpUkUVdTEeB5KX/f9CGCn/5mJ8GAAW8jWoVrGSxorhb5mfb8iV1MuBUiFEN26GgjAza3EqZg52a+8ymQgvQVy3ZIbbfqzAEGWkr+3WM5F8EP77YaMODXwSbGUshCxNbc6cf8H1tYhA60SYfQVSEOBMXpsC7yWWOvMiO01AZrblxHxghmfgOwmE/nm0f4AwYMeMnYpmkyu0woeTC/yOUtwzwejtHxFVCPN7FeQf92GJmYFKISjjrDbtfiAkyWv99h8KyqqotbOGDAgJcOUVNsAP4Jo89cp3EobuhHMYQcjbaz2bbJwO0oKZS/SwkSaKmAujiO3erc4+hgZd5suRguJAwYMOAKaCkE2mGwCc2I48ISM/d5K7uXiCQ/U6tKNcO6WHl4RkRHlV/4FvrtE1xdVfXCM4rNIHlgwAEDBmyBqGKzlaYw8Ytj4JkUEQUx2LUZ2Dm+MBYdfurVInk1OLeB3dAgD43Ah2sj77quyLEeLTY1asCAAQMSVxufcocxpuAKZufM5W2FTLhNqRQWG9eLxWMedNvsE9NBfjLrRHlJicmRa+DNJGBLIQMGDBhwaW5YQD4vNqAUAW0tZiVq9Uoy7EahHgQ7qqlCOLD/zmnDhIpWdT1ebiDtAQMGDCjQeHIDRDDcAFN4yW/vNf1d8nlbDDCQ3jXM1oqVjalC44a/NDaTB+Pyr3ZphPrdm+dCBe/WByphomL6BV2JwwcMGPBaoX55t4fBTnU9rarrldAlBpiD48SzbJ2rre1Vj+X5I+ggv61ks0qiISiGc/bE6usrHvhBXnRxUBO4HbPOw8LK3HVZTnj3sHBexQcMGPAaY7b2AMSLgQumwFRUV/vyOTzB5YdgmtkEMpJL8SLClpMmF60SfQ7WKcwXNSKcW/68CSLBBfXQ3hbgJQD1TQ9qHZqbYnSEj8PZa+eAAQPeKgQZiB7EEUkKk7p+drjRsjQhaVdobxsDXeo9bbPWkuwhr3WkxdfKOFN9vbaBbzaMSqxhpeZqm5IIB7smeYfR6osGzgMGDHijwRr2PCAhWljM6l3oIcB82XaIhc41vn4ps8xMghx10CYSXATbHfHKj8KJa3VUxc13h93FAW0CFmeBfZOF7b+1bAYMGPBWYFEvRAZJCnLBXPVRXV2CwWYkmy25zzj5pGCzXfeCENe2dCsO3GL0Bep5Ve0ygQmtZbUwbhnQq5kz7pm2K4+eDtw6MTlgwIA3FWKp2aSq5zyGK6/2FXN4kMOlFh9MDgF5o92LIK6qNIhrHr8EcU0oK1RXx/oenlbHbQ079JcHHzN2wIABbz7Qdxk+zUNkQs2iq1wCuTL/gfNHxFsHmUcrBl3c+fLL0Ftd8EgmYV79LdWkydxyE00f13RC9+nlxjFgwIA3Fr4XJNUeBuAgpljubrz4sQ4SB3MYG8fMGJPwj3fyZPB52MR/PSOxh3xEpA8XtphNFpFuYX/U1wE+2GrNls49aCc4AwYMGPDGAkX3dzKqJjPWLTUljBejMVwVQhdDJNPQXyEOeEZ7Ex6Hmkk5RRNQzVdJ8tLP525d7w+bsQW3x4hAVdqBGjeb1Ecy70SQrkBTx6O8wHNk1sM1msbN3+XLfwPBAwYMeANh7ba2w3Yxgxf8UO6q5gmL9mJrQcS1mGjI3KO/BgfkA+sQvJwr5XJeV938eMVFVR12qHM7GqtQOafL8K2CZcxMdWUPajs+FYvHM8myECOFRvdzmDh80zjGsydkcJB5R/SAAQPeTISJhrprN2tuduFKqLaqSsJoKCcgcpAFt/nOwBbwC/fPgCMRnAmwlompmKqeYl2SAdHVvm3C+uBnr/PufM/P3CBpOo18UgSydo2ZUpzJxLMZ28iq/BElixMNNVXxjkyRo1njG8tmHDBgwJuJ0HjvZeXtTnU8MhnIOoOgtIlKfPtdQIShMAnocD4Bmlyq06nkduWQcVePyWwCFzr1vDqcHuDyIxmIO1sSl4m87gozXLBIZwdNzVpwu7QkOzEanms/0T6pXFVfSKZe0lrVZrfknKPrSYz8Fcq04qrpO+ASqJ/ee/T4kycPzy6H6PAO/vnf//3f37nMJtnLiUrw3xqfy9iOtvQ/Z8g2nJ/lej7vfVbkt20peH0leGX755wKLwX8+Ifw93Cjkf/Pruf87S+pJG88zDgcoJsZ69AXk4yACbfLTWP0mqjnmQRcwH9kA7nFSLO+ztMXi/EBxKdwv9DC8RWLJ0SxDEFn4qY2595cnz0b+G4FS1E4Lx/W+RFjYofmzT2FWE9dQozYXZG2Xfz6ItD0a7DeRg24JOoH336zJ1a7fXZN30th7Q1PN9/58cd3fnznvM0HeK0Xum2DWP6iPO0l1Xlw6Zb82wzZhv84N8uPfyytiHymf7moWT/+e57j/3s1pr/9V0iVtgt/WfsTGf2ZcMfeaj3nb+/8+JdM/KZDWs+VgdBvxqXMwnGAEWSeTQ9Ef6dwFIahI+LpX+Pid5IpgUB6HaBOTMHFcjmfTmaiOJFTDEXFUexdrIytWbDjJujM2H75Yw2qqsfEy7Qn3VB23OPYEmnUUu2HIzFRPUb3fwEJJtjCITngUqifPhb5Xbt2Tfu9s684Xvw5W+vjv0ddLwPJpusCSPAvaLjhMrajLf0CC3D5l5TbnOXfNwU6n+PPfmoCtuFHJxyN/iv9W/BvKZZe8Nn1DGvw56a0j7ue8/F2ECB2FhNynHjtyTefQgdjzDvHiAqq6oDj7lJc2dhmx/OGCbcBDlEuytAcWh2Iu+BVOIZ3ZCJCSBzFgeYdEZM4sKWnC8EDxMWuS/CMsArD/IstoWpoz3i2/2gLN+1gAurj68WiQVV02lSCauqwUsqAjZjf+xyDbu/aV+xEhJc0Adesl49THS+EZNN1AST4H+m8kABvptiFBDg6nwBX8vnbi/mvyafNeDOOQyx94Md3/rwyW2Ojz9AQ+L10XoA33wI078BlSR1oN0HcLedVr7gfJQI1MK5OecmuGbHwn4jtnJWeyQguATin82k1Z1UtIdZfyVcE2w1JysGDdCQloFp58s6LHZyLTWxs7vMcophwTEuVs81WGZ4H/Vtu1DSCa18YoZXU33UM3iOAzc7otAGbUH0L/e1BetfOvuIjItT3gs/e2bXe7wH+M/XxQkg2XRdAguezVQdt6e9lyDacb1S2+UCA0OFP7/zTBSQYKY/TtxV/H3Lpy0z/0u/HvgWYzovwGhKgtDLV8aVA5g3c5BkxZVvu3yPqYOpLwE1pooPnR/LWI7FYGkWmMtl09gTaPx5x5anyFteQB/f9zVl7asoYOG2qSRUzclkGDJgrWYl6xlXdeVCtwYagBqv2IivGKAwLcOTlqgs/qhft1JFUOYtsuPm+AsJcJIYg1Yq4hgLPrcWA0eiLr2TzYfd9ZRPwGgPhS0Dim+YAhR//SQM77X/c5hAkG5Lnbw0B2n0RAdr+tORFFiBG5fYsm1b8SD4e1TIHuFa7ZhMiZQzCV2KbTchJQMv8xFTjT/q88+Pfd0/SPzfiZQh8Tl+m43W0AGc8wZXuX4ojFtA70nhWbu3FTEF4phEZR3kfypFYhNvmDn29YMkNzAgEsNKaADPbUdhF5EqkBRQxDebWt3mLrUJ5U6ZcFRQkphFnqiwKVRu7xRSUpH1sEOyCRAtfB2EaL0GltM+Lvp3xwvSAhXDoENhYliAr4RRbjzQqTnvvNldnwINvTpj3w+SD066FeRdG4HkfeHJ9DlAUJIUMC0b7cK05ZPhI1iHilXM3E6DT/SiicBnb4dKd6jJD4KhnBvRQ8vmJfOqocMhv20o+kCUdsCYQ2zvv/EfIOTsMSzXK326F/2xmJN4EiPUpt5Nv79TXkACPZX69JAJEe1FzX/6QymsP54SKiwRt+bRn4/EuEqOl+CxDnGQ0mY7hKkw9IYeszkn7Q/HMEVxThdEHp+QthlGOQuJLXhILa9Eh5zaTkhNOHM4NMJnpOGYy0EjWcvNURtz03OZQz1nDWozoCh1orN5FmshAAjYtB6zi3pPb2H6mM+/hQG0X24FnX+1tnAPEqLlgk75KFudKxPqGIOYazksQIFQgUVtu5wECDPbJgB5KK9555117qDDSCtq2ZT6qqmlpJbbZ3vn3+P8OLwGxf+ed/95eC/G0H6E/igDf+0k5RqvO2V5LC1AUMd1kGl0VcXVBpDUdL+JmX2gHrbfLg0JswnIZQtYZ0tdhDQckoM6Jb4UWZE/FvTKSDCnHYALa53CzTlOOLKzwYCPytvKjY0qY9Nazli9q0QHlpfNidIa4yimuu1CrqFfm4xud64N6GlOTUz+rF6ypY1sa/UThY09gNsG/FC8to98a1eOzszNZfHxlAca+YwKGe9MHtjw72818GnyM9q9q58rmr2SR7EVs3CToOUDPwrmM7XDpTnYhAbqemf8amlaQT6EjvHHYuEXKkF2JajYMSXFayMmvL0HBrZ/ddYzw53/H2iX+JuNhOy/cXseLINW0906OX4K63kW/gwqtgGi5OIgAoRJJpJOLpRrEihK6TCQC8aDZRMAkX1U9CwI8LQ+HwDGNapMBQN5+fblRL9LIuFLJC5LIDw8lfMvNS7S1/LiJhvSqCVdVuOqSht1xPdUoPB5ZyWdIsr3UKGst4HPtXx5e2sTGb40Hn5zdtsknSsPw8yhYLhyeF/SeWUHJaddxR5o1Anz23p///F7nk/r540+fdQL5SFZmyz9tjOt+EPyLBdNuPA83CxtguZ0LWWo/OdONWcZlD21Yki0DvfO3nYr1P65nWIsIis46kYr+D4JtG4agXCoe445gV+Sdd/4rz6v3kCMbrgJ/7PSZzXt//q9iYP/4lwgrn013VP/mWLOFXgDkgZJzSGtQx0XVuay55IY9sYTVXObfBJbqlZ32EyNa8hI0XJxrRKl00JytxVW1VogIMNyOYwSK4yiftVMNTJArhNB77fnlsImifC14LI6T9earMQVHE18IN5+HRcxqCQwt8gk475G0r5t54/hFKBn/3vH0H87ui8r2MOeuffX4wenR0UibfmD/rx4t+VvJq1EKOZWdKMnGRhQ7rhHgKtBiLnr8lHNfXSjYY7sfN8T1IHMtR6QZsA2+emvBoJntsFHpTDOgB+UTLEM+f27G9OUu5u3wJVtbgCtt+oPDQVhq8uVQmY/nN4XPnrvjW8oNc7ELKDasxoua+AYhdFlKHgdxA9ZcUWdFVjNOUvHVqJ4vR9P+y+CIsKTip75l8LlvlD7gHhfZV8e7cbOLRUumgXF1VMrI/exY5MvSLHj1NYeulreOtbv++uiWuYpc66F97q2VznYBVcg3Zi8Xk5pHRSLQs5ThHC/jebmX8Z/0huCHz/ds7XH/89k3+zP9myy9tbuF9uzsOZUolp8P2pTwEgQYqr1phKZQc8WFozezlZEB25AGWFhu50JZRtlbLcCwTpXPe84Stlqno1Uo2zTnVgyy46yYYL9dWYMAzp/iyTgu/EY2GwjwM66QSPjCJr45MP8tZtx1XHMf5dLjz8IDMo8OyoVRUZGEqkMdd3ePy5UEG4SOrPxQG+YUR4aRGgez7Erc4QIm086tDQoV/VB+MgqXHdhHhvntX2veigtktjNTltbamcnKEGCbqvYVaaSRT4mlRIJ6F1wmlnRKDRjtf37GAFhUpu+9ul7w39F8ecvCYuzF0saLxVj+8b5Jj9FxYwFe2Jeh2tLXjQSI0sucuZAAscGcSwZsAwRo++hiCxAhl58BPfi6RxmwYo8pT8leTDkStTn3U7nhucFnP9kQ1vc53uyVd/7p//ksmuYSFPIfSsiF32C5dQL0HTrO6I0nwDi5pM6zybL2u9Q8k09IE4vvwHRoxa8Oq2e1WU44dXyK21HJ1hNl1Dr4sgUJa0mXvIyOB+MrCDBIUTmx+ROC5D2bHs/Ftb1MXi5KEzoGX+xVufaSS9TO0rQrAvFGMml1PBMYuTXxbyuqT26HLcfE36PZeDEe1zPmV7nSpp286rKJHDj5VEwBBgcyFYir+U/aBk90CZsuUlqRRTM//tvH/3nz421fCTJhF+QRCbeCOUCIy5bbueBqLSbedgI0L3kOMG9g0Qj17zdV8OP28i0XT0j340+fZUiDHBy/82Osr+BOQfIvz22MMsEJfvz3z66PmDklzHOAKzDHK+7iJr4ZGE+lqqH/7Li7GXeLesrgTyesPc+qud8nVI8Y5epsLqPE2UElWqgZR2Im2jg0Y9TnLB5NWaa+cjtgGoTtQx4uQBk6fms+W0Ft0tnHoi5WXqD7CItd3kXNGwpkDFzkgqMTtBg5bn0MCnQou7cW88e+pGFD7qt/gOTEdBP92c4W44nGvfLWcnLjlfywYL2fdwt2TMAL+9DcgU22cQ4waKAo/2ZIUBThm6cvJMCcA1S2F7EDY9WgtQzoIa4CZz6iIz42LLegTA7mY2sSX5su/Htnxy2C7okwKpXlX0Z1TPllCarUe2XW8actFqAzerMtwDyxxC/SWlyFgRjQTXSWxoII8M9B3v4BZM3xFO/p89O6um4zUImPGPbhWJow2veKi7q830YFcQ8Mxh0LKugg+gs2pkTSRhbcEbMZCi+j803Ylky8347JE2pqEl7NfTxYr81Vm0aURGEP86fQzYFmqhtyibB2PvGtxbeiPyYAr3F8gLU3rncf3HuqzwN1nRkxvE/vlQOThZ4CxGiEO9efBFmF1RWm2T4HKHU+DxIUW4XoRQR4M7O72Dw6P8ubcYk28rnlKxRpBG5B0vt/SCguLv9zBLRYKNDXPX78CW/QLxagPLc0DBZkaZJURqDLJmgTASKk1Beu+PX7x3jBY66y6MQw8/rYaxLscgNeQOo+7S3BUlfcDMili1OCuWZbV/sa+IkMsNwInOUpu+RmQYUplDnAjXDePH5rU9LkMo7ngsUi3DJ4YI5Rvs0wdA0sm3U+yGITevwFaJ6Lgnd59K5tu69/GN3Rr3LI/w3AjCdx/rtQ0tXs3y48EO2Jx8R/orF/4NedLb5TEHjMJCAMyE2CCW76c4IwAfNw1v73bgFaLF3+aescoPX8PEgwJuwwkCLhVuT4UHleSIBpZG3OUpak6cn5lPHwuQjCk50adP/O+tn1b4g5HyYBmyzdL8f/ljOAbmhQo9t7k9geXDVS/njR486/X7jz4LdiBuWe0W6jt/kuuJa7mADMSBt+AhLTSswJSbFQ9MgXUfzCdCcXW2jMvIX/cuJv3vLfRCbl3MNwHNSH0JaHAiHbIAyylwOV6+VfVcZYI32XFByXN4gTE99w96siClxECgiwG/O2YQm3hR137drJ43qymE2+Fclxh9/J48UsLMBH8kuG2wEBzwtz8OBXx01PgqyiKPq2OUCGtr4MsBUS5CY6EUt4zoO4ykbUpe4DTNEM6KG5D5B8ZLtRPaqwrZoy2kj23B6EyqpXHfw5mxn3r9ipCpR+8bSfAotMWIsb5gBvpuCbfhHEKzuFivpfdrk80hBwEnq+WMaUn5Bn4KJDf1Ahj0YwAA6rScmD5iAuff2gsPzOJAbGG1DFHWBJf+YLZ+lMxKgzLiZTgqU7SOHtuGihmI2xLlesN/LjebO69qvvvHq/bWIqJe9kxjpgizBNxpB/IG/DkRzXzMP8fXs5UKNZTwD6c+3WQkPgb1kC8Npt7R5NYsnJyeOz2xKTtSeuvH0bWzEThCUoDr2wA9FWq+s2C9Bf9ps/JiiPV4vnPGCsxT11F1qA5GhTKgN6KFcaIh+ZZ5hjzcTc6sdxXAn5s71sG4r/+N9hNDJlfjCcCin9ctPjXoDlxxf/httgog7Cm0iA5XxKbcbpIaQ8vglGai2ttS6HaKiw9t05MxFFYO58SFg/w5zzcNdUYV6zcGcgaTReOeLCSnnCljeCeM2Y8EA78ot3z73FbwM649Jt6NfJEMMfsprNfDQ7tlUZFWkzc6W4zp1VpANZHaHEhkMdpX55Fp4NxbwVqD6/HRc0RIIa3X7HxV9sOoUpAguw5u6/R35MOK74Yi/CfWEAZsgl5gBlucnQ+mnrVWB2KWTP6rcQoNzaIuFWNPeIXGYOMHkkA3owy6hKYa39AVZ18dRy9UucohD8jxTxSs5riCk+lYq1SBIq0PZLLTuXG2jILovblM9NqNHVu2jR698fyuItM1NU814fH9npP7ksiFfirOsQUAkIcM23rpbiqIkHfcpwyc7vb8NYFDkG09XHDeMFpnlvq9IexBNzGJEys0Q6B/vP5iJFygyYZKUqkaQFb+44FxcKrIHhd6RZunsEMR2BnZzSWc+52Ser6JlRSakt07ktY6dKyW7qtweP4nKGzTksQBHgU2w9gs72mAPkMjAWIGwX9p4pUF8LlZBLPQlim2zbVeB/QumR0VHj4X+ysAfG+mIISfAvP+KCESLhVvgJDsld9lngbVn6KrAvU5BP7ak9snUtCe4eySQsuc9gMDfAuawg10mQjAZfSkG63txo+7RIxm2xAKOP3kAL0BoqU+9getDcrmuHtVS6HEFy5lGaPrX51bfBUHtUfCLSm0NO3Alttni2D38pElMqRH29pA/sK165ZltNQ0ZchpKN5rx5A2h0CfsIuUZLi6uahBdDRZ0+L+ZGfeBVrwRzWXcOs9RkShvs4Z6dEM5ZU6BkIu7ie+uw+6TlMD73JrOjR/KFcXf2OK6B1LYATXgCjvja9CNIh07XbwZ6bKXeYgF6Zq/IBEMYZgD7JMgbOazzFxEgQ1fJiYUuYgfmAC25MUvuJ3R05HMLd5G3I/3hYG9LDv4zPvvLBsDoYR+K1tIa7M+NPudCSeYakhvmAOkjxb+J9wFinrAIM8O2VM6c65OyKijCOmorUouj9wnunMnFSWU1Rch4Ksutrg/LK0EI54KxYrr0YTAcglo8z1YfVKNZSpjwHCOj0hOAwX+JEGoQFb8SmlZvAIPvZrKxUl0Soj9/M4ZM4tCYxd7FQJkEdoyq+TMnl7cJe3vgGcAcxfK5Jfs+7onBArz9aOabnxdj5gAJCSkYz8QZe4+DL+w6tBh93TYHmOoeztinsQc4SrCYaz9dhgBtNv50ETtoCHyOUen7CR0b+fxvJujI15UoFTWK1+PaJl4k1d9g8LAPJQQB2qUse/2iYXDWn2jls24BRtWQefMI8GAqu4zRGjqJqWZLyje0MQANMmMHJtBT6G73LNSANF0QFuZf8oNEJ839eg6ARhoO7cDlKZjsVZnyrjUPyWX/jXwJmXnBcwlwHUqWrgaXTMo7gvePd+kb+I6FsVW0huUapE+pTpcCMztPDvpu6gjIUO9lAzEaVkRTgRLxVuCRzDwzGVwmInu8mM1t6mHb3ZYFaPqrl1iFIjqgPfzor8XMgZe9D7C92tmF48BfPr7+Pz6+WT6CHdftgQLiKjCIhFsRT4JQ4sUEGAyz1QIkUlu5mky1qE3vc/N//BE7jeaZmzEAo56bEOXpyyp/dqoKq/3yh89UMWfjjNYJ0Lc6Uvc30AI8OuCSLbrtpxvQyXj4LdRTBNgONmXned9TXab7yvBTTsdAGei5DLqGJGKZVg24gwo3gEqIX+I+lxFPFdsxmjIoVjrYp84bURJEX4hWikfwjMNn+86HsK5Ai5i0dL8EqL4aRa1Uf1o8lkiTNKYkQ5pdRDTRwOy/nKkhCJbC3xLsm/mw4CC4uOy7j0UIH4rVHtW+LxoL0IGNCQj9hccUKPflFkOQ+bN5DjBnszaQYw++ZGsDLAO2weaRueVCAiQ300wG9OCJNmd0QT61rDqxGHnJp72TmbtW4NCMupn9Albb7mGwI/muE6CNXKd98whwJPvP/IdW4hfLeS4rPFhfgvQ9NFY4mI4jEMCJiDOJ17kfGPrj0BJE7SfXxIyiksKXBSWR10cA+I6SoML6k10lH/XsEKDiiDof3XhR2im8VvlNHuSUEWsg9jnGbCnItbZLnK7KECTztnMfkB1xFxFrwOSD6SUaSFbGMv8vCqXTM/xtwFNTWXxEggm/DgR77+SxRsCzmvsAWSsBpvMW9JfmIFQpx9otUKuwtqKvmyxA8eI267AHX7I1IWXANnjuzsVddB9gXlgWMqAHsQx1k8BFLPMfQXhRtRjhihDzAegumNNzoHb/6fUAnWy97Yv/KrIhuYKPfUWG7aIm/u6wxPxj0s1MElNxbDbXPH71qu5JAmBWc1E2kNLFWTzMZ+PpPq2BtvNcWbXN/htNkmJKUQ1BqBJ8dBBlaWTq2XJ9IrYUegkc+Tp0AKvSFCisE+GS67/B0zRFMjPfCcg35joV5ENnWQcflzFAg7HtyGCDCUXpuMuM1A5+K/ANN/wFrZkE95gS5DY/+20Q+le1BXi7UGXPAmR/JtFLXQW2um4iQEeIMz67oPNtrkl0k0XUQ3MR5GKj0nyKVbkpS9ajMj1dZElWVCrqJp9dTldosf0oLAv8qbEASbahok8/g0dt8a4/CVIswDdvPUB0n5UJeM3PRMM7SKVYOgzrpNy+AGtvolV4SYeax1IoMqvkglUUtIy17wuw/JZYRg2trUH2lucSM14UlK65sp3MFpPMemsGF0IZaHzN3Tpl1pIswf6zdoF9RcJRXLsOvyci9V/Agd4q1EbAjMu8JW0s/hcGSkvkLc35b4WBnuJiYqHfs28wjngKrrAaPAiZmdDwKu7xYqYxcLEAbfqZLpMCy17Sl5kDjGdjN84BQgB83/k3L6ySW3yaTYI5B8j2z/956z///umm7e9l58MOmJQ6fLBdMLKkZggqy77Arf9kTYOsm1im6lZsZdN4tZh7NChcAkfajbnmBZ/dgCBGc65I0qEbrV+V77r9tOkqsLMglzeIAFE9Gz9SyxkXWWUThc2T83bcAGiukC820NzX4YMT2HV0vM8rgE0mp75uECPjQNAej5SsXQAuKA+heEemsvkOfGGXR4GlG7L9zIXKSpFRVcvJn54CQlbDhOoUWUG1S9t0Nq+4MKGWCpGEu/a8Wqt9QtycTdFK6Tt5St4xKepO8TEiwi3xZqagxDpL8ik79m8FHsB2UF2QGmQW1KY9u9uPvCzMYjzBAgyyc2ShQO99g/SlngUOrd+g6M1g7lxIELYKWbHCv9uzAaKV6xzzjpntoColS1HQO35Eo0UWEJd9b/GU2k/nvhjd7fuJTOUpF7EVwswnDkt0olxTAhX6TxsJsF1X+mY7bkswzclL4t4gCxC9Q59RRH158Yaf/2CxZc9esSTCGKboa6gsJ4fETt9JDEiUU3UMi9THvOcouaRB+BeyMldjEktRS3BaxEexmFYTJdYIlIqe1lW+c45Kx6EA7wWo455s388nS878o/pmrNzVvtdzFfv5YklzHsho8wic1gYvtjeMl5LLAdI7CBUt9CikoRycqtLjw47tLcA9HvBNUgtaS5rTzgbh48V4Rj9zHyDhMd4185kDLR0Rl7EArfSbFD3n4cwJ2yFBvydX1tT5khh2OkgI6e1wVZzl9vzMjNCWMn33s/83VmvZBiKdaaRSsqYCRDmUwpwhISZAOeDIjQQowSgxX6PewU0bh8S+SXOAaOABt5bEbJrHb9hb1tIj3wmTRCY91hF+wnvgezkUql0+FSYesQkFw0jMiboIzedp3C0GIKmDLSJtGVSadcIMFZucPueybMSACG+QoUDurjegMjw+zRjKFPt1K4Q9qEN9MOMBmU5RR3GT9pFyUA2mqksb16dAPzYTzkn3iWXCD7Iss5+G2cjF9sbjEY+3ic3CBjQJssmD46tre7IAvRbgzPcBOsJSPjYUyHbp+wA3Wjp/CwWYCCy1AtgCSPDv5QvvRskE82U8tiuZlN4CqhJZwk3bsoxwNfDGZz999v/aA8i5m7szkGmHPVb8P32285f/0Mc7O/j+91Laj54DtHPzZCUrQocspN6H5wCNN20IHEtZCWMbLaIoXnLkNa0wD2suBOQLaoCFFU6Ahrgs6lLVP1f7Uybs6t3q5/nK8CQoNN6cZIpqSMXan5DU3LcPEiwsW1Kifjw/YZbZ5VZiQifiZ2fYAzHngbrYKAtJnlPbrWPx1YJl1tUXXDoMOFtQk1jCwVN41XzWvfmxS96WCWeVF9GNsUzLcMke1KdDgW8+HgWFBauZ18xycmPZMQdId0zqyQKqNOtBgghZLOQcfoknQazHmy2dnLFDIMgAZglP+oEEeRYNKPQc4475snh/B5t2W0RdlXi8LfJby1MBWS9u3vnz//3Z/23poK8G0KCLMt+yGELO9m2e2PNSCVGYrwJn0k2ivAo46rRhDrDU5M25D9BmX/fVusCXWVMjRWje4yZkyTNuuGMQCOFAEQL8lNIrp2ZI8LIQPEjEzYDJVsEalsq8YYmULBAVcQ9yBjErGBBf5uXUDjJuM3j+hAs9giR5TmVW6ZDMa0BXk2eUIVkVu9/mKCO2WJ/eL7mYYi8oZbtJGHvpL0kCbf8gwUdH7GJ73mh8AvfZfjMLyhV8BvDdfrTEAhQHPj6RiAUhwRTIgxz6XNhVaLGvZ25S9L/I0oE8EOAxCTNM2fTxZB6Cf+ZFufJIEObwXNrKLqylaTuvqKxLXG+XjyXnMsyiZurgmGajUjGTSJ5//umzn37CEym6n5Amzs0LKpR3MwEqItobFmAk3SRK3aJOGyxApYqUbwgBhr7Wzat1fUrpBIQi4AM5CVGEVDYGyCOdoAQoAlbj7etyhp4fN/OAceSGZbzzpagxJwRtJZVVsKL85CI/99t5t2Tk2cCry4Szbm+rBsplBefTiFqXZhucW/KsFxrxum3CYlJPq9MjtVfxksoFXAQ1rtBwqWBbMSGvg8SVH/eUXR7DJ8atQYiwGXDe0m9H8s3DY8/hBaeZz2J+z198sgB1hnAv4CPRHIsBRowHzsF9PupzuavAMM9GSyduIvHVAvhk84bg+L+noEMiw/5OoSaLXFDABtRGUcFVqf+N+ICTw3niTMtpc6QXtn/vR+hPOWovfnXWnykvW3vmyZ/e+cz/pyXhZgtQdp0FYg4wZ/I2isaS+O/8+O8bVoP5H0SYnN+MOcDQ1XqUL3YL5ddgEKWXK5cEBJ68w6yZjSYS82zhEQTYVX25j0josKPjqjr9mSWwfOdzMXuiyE6qBCRCYESwX7FKl6zDomManElUgWC9LjJiI5yPrx6TVxF1GqifNVx5+PfwtDq2BJEx2wmcJHumMUO5O7stNF3JfuFjmFtQV7xkL4EEMgsuK4UZ6O8bim9EZrfFYXCauQ06CyKE1PbOHmEAci/gY6gxbD1izH7s8QcjXvI+QKn7Rk7431J0dJlv2DVJP0ErDrfgc3FQGlvJTf0d37hn7v8XQUlMq1IOiapcF5nlUjQZEZ+Uxf0XnwWyxyQWLA2CfjhqJye+u84y3KrnxsZyaSOygAAN+bYQIFEqYN0CvJV5vBFzgEVn9Q1qYkewGAsrrbvanXS2POihsaMiYIq8xlmAaQQ5hP2HmbQb6z9FbARGSQ3rFDilq+MYjipEqiA423iPsF2BXg6Icfusj8rFhW0GkZiafr0wtS2ixWHu86fmZuvqNN74XuKV2OvC2hcrxBpyuej0NS5MSrs1ci6kHZwabh/1hVQdrypxaAXeLHxSFr7yB0aDA/2V7+zs5PGY265m9eQR9p8FWtYLuUh/uSGwWWUzAY7+GU1WtGRiMGrzSl85PKOWBDg65OZgND++kaS7ay4Y/FfcfbdZFJSqXPf9xp0IoyP7bzEq85uOCLFYI13E8P5vC259wDfwXhqNSYCR0UbR1lbc9CSIo9RVbwIBYpSExdEq5JJXf3TmrgyL2I+RsoAiVylIBhtP1Uq1cy37igWkd48Z+yIImfJQhQlwNamEuQmPi8rTg+l8yr0nhRKTD7JM0N7614Ir1bQnd0JG9OGaKCudW2Ma2gQKrhng6bjjcmFDxTZ5cdFD5aslkQ+7FBMys1I0N8wEkmTZpUy/YEfGFjIZ8GaC1fDDgoPWoD6OQth5X5094gZT/swkGdyYtKfNdGiTEDK8llluh/UYVd5MgKOPmQdEAPsOQkhOsp1lWysFqw8cAQsiavFmB2U2T038b9+0YjEcPVEzS3ksmSyDhiIiPi5dQf+9EIwsQIeEGO4UJJR8/+MwJSNI342N/bPaI2lFl6vAJN4k6vsAXeN1CzCuAhP5eydAFFUQ48lzJNqKYO4DVijUuAIp7XI00VDPRp3gmTzP9RsKWTB2zunE5CuWvydLq7wiORb9byGJg11RH9n6iZOgjBZYYi50vV4J3qEoFCMwQ3vIQMXuH1CJxn51hMf4C0b5jOzbDLq1pf6Wi4lKdp1pqCLXlO+/ApH1USzAqoQxw1hVhV1jz0Ffjv56e1PxaA8ug+rMa6a0wnDyeQ5Qf52TevnI7wGGF4FlkZQ76O/sYgIcMGAzUFLraahaUfJ4oDX1tw8rPkTEvW+JVSrj5uQM2fXDZmHw8UiF9oqqKt9S7cAWi2o2N/nJzXfCkqxdQH+iDsgtQ9ZtQL/F7nz7T5k7ItnUQQa3QKc/rseo9pRgIzHbICjdQWlyZNRZOVtosyxVKCH+Q/G0n751WRdRCKmyIzKO3IZeQt8sfNsagKYxG3RBatDgni1A/49xHyC8GBGmQOT0icBrn2SWAwZcDegnKApqcvNxPlPYBnaxDIR2rkZ21gMw6n3PIoo0knHEPMEnXYJj7YNaA2Y5TRSr7809rk79SjljY90SISGkfxtUH55rTp9qxeMZankXTPVlfcuN2W5c08I4qAvbQXBZQDagejBYphxVmoOfcFm5BdxRJkQy1Nfry9TLeJr4DcQ+BGYaK+THMRhNJOcnQcR/48XyUdwHiIC+dmuvJPCnEpw9ziwHDLgK0Ege/UDR8MsyiWuqDPA6vNCBgufP5tW0HfGCdR1ddh/7hS3YwwPQh3dd5U+YUjJcxbcLpxos3AKvUDUhAn8ZXJdou2FqW61YDNcVI1MWbzJfOVJTIF31MdDzICMpf03tceXXM5AdIDGlK4kNCX97w+Q3BxUMBu+Z8WzPmc6CArkPcCI7nnnAuA8wIjASvUM2nF9du5dZDhhwJXgqy2ppn74oNZQ465owAmJVDE/NB1eDk3jaSzTh5H1+NFiCRodkvXo0ywX1EyIc82zO8fXiViB2No9fCJqvpqVvNJmJl4sR3IG5TqZprXH7tLSenstSImRcYgKrFXSdtS0nsmt31ZRJ3sHTlq/4A9uRhPDtGMNvIL5JytMBqy74MMO8IrQsZ3UaT4IUekz6C1MxhJXm7EHmOGDAFeCBLMtWhYKZk+rj5W5V7baTe0IlZhKKv6/nm3F0HKsMJKpDpYzBa1Bs34AEzpgkddxSJ3dn8RjVtDEZzX/rGVwABu7Z0BZuf9V93dJ07qc+VqG6edXB9lEPj1aziWnuKScfE6uFIc5V5eVMyWoMWj9749CIHy1mKgRWdAA7t7OhwPUsf8/4FjKzCadvcJw9YQKe3S5zgOOnMUDm6z2+9Ot7++ybzHDAgEsDayR5rdE2DqI/WVr88x770Y6uzuGrL7znFDluocOaCv9CDsqTbvM4BQq9OmhWpNlITrOI6pZVckybl9C6WkhqU3CLDYYdU5Ui5IPGqLPUiiGX4E1OVMJPHIPug8rlAgiV7mBjjeh1Mor3gIYJ2RHkLh6OTUjMnV7QuN8n/qfJrBAbvJb8RtjZHs8C81KQ2fhWSCGUsiFIGFbgt5nhgAGXB4RjBpRyxUE4grimGofNvAh+D1bCjTzSByrOjpsBI+SgGh+TO/N41uTZmgXX8l+YiEppT5DfuS89z6IslkFbUDi1QXXqq9TUc+KptnjcbWX4H3BNmqsy5ZFBXn8i5OMcaoKPBSvFJWgreeFunwNJlF7wzuwHMnBbjr9TfHJtL9hPu7AATW9wmvY8CSIG1F/CPbGh6S5kkcZV8NV+5jdgwGVh+pOJx93GWHoVbwE2F2hEuGGCTirY7s9FQ0OL6jAIUIM9EYf264sCFkjBrfnk33EGO51bqMnkGeYZLHie5AaI+WYydOd1cxmHG1Pm7c0pPfBAy2Q35ijbkqJ2aQ9218QSVi6FNHClI27VFHYNgKNbKm4o8A3CPd8KLTYL8gt7DpqDAs/OHk/ikZ7xLa6AFPqz+QcbIqzv7eEmmAFXBxxjlcLIKOYVeim3mHFF2Yr2XWz/Yf0VlLcDRdhBdfjMjplfKbICylSkBeCGeE+a6hPRW+DlpquDerLgPSXLqnNf3WWg1KZnX3qNXqCF03xkuQHvxgvU03pcT3cnvMiuIFjO03kzWXV9oup5GqjSsrTVqyp4zQasvQSrF5DpovwGbxD+J1QWFFgMQEjOVqGMvs+X6my1+yhfFQfpSUBu24jh1He4BjzgipAypV3FqDDVva5Pk7FMLK26tZp3Ef+ZURJ1fZgLp1Snp8+gsjqvb2xC3hFCAll9cS1YpLiBKrtgYZm2nvI/S0eLiN5MHsGv5trmXhPVuUviiVIP3189EUX6jp4C527+zJWzO1gvGNKuJzxaPGUEvU5sOc6Ov6WgZe82N+L3jEciMLjM7GebziZgeM/O6rH6R9/JP2S8dsTlMd1fXWJWesCAFla60Cb4L1RfAS3p6ZyzmuJPSVCemd2CTgYugGu/uDX21RDV7m3omJaiH7iyFhFuKK0f5AsJHbBQQw+O1o7qOKAH13cyVWwGkAOLDa4R9bLky1Vsf2u/Ei6DnYG/zqnNTuh55KVfcfCYs8uhbo0Qxp98kU1Lfpn5binwDcH+P+RSz2HhYdRBbUzzQYazBe/L0zj4qeOTAtMSxPqTazAAB1wRGH+pqDqEnSGX1yQunoiWis479+rKvzZj1SJv8BOUXKSKkRl+jfKqatO8YoNW1Ew4nymLlk076POoV6fuYkMxkUlpUg82NRUlMooAgVH0esmT1gR0Xq5F20BeiiJmwhf1613j6ZSsJFjZrvVUxZ+aRcmRHwWnoUwi3L4O+neGvwH41qwX1lywXgmACh+M86nG0b2I1u5RDoRLmr1vBgNwwBUgXRuXaSvpnB1LplqIwmN1bFyzuegAn3YbKSmRS/SBSFzLxGnnzi5Ak3EWXLF61sbCeowXi0k3gLDT2UXms5bdMopwkWVKz7Tb0vE6lszyzaNh6h7Ej/BMpqJeJct7FzurYwnpoX7lWRb76Oi4IYgs6t1y57ej7bC3465Xno3+vaP+PCw+6A5ag+aw68x2t+/VNgGX+nfe/eHWrU9v/XA6OopIJ/FAeH2tzgEDtiKYjp3f5YZWyXrp8B93ANohf7EOGbVpWLp9GMvSCemKxEp6Ho2s4FgFAF8J4Z1MDA8jqlRmE2a8HLOBq5nui6GEdVyk9q6sZDCvfhaDOZ/mEbQ+6AfqxKPSBb6HnED1Y6lROQJ6MnqxCZCr8gx/vcBcTFqT11dAbNQg3MvFu27IG4BbHWsuDEBc2u1dOzvbqzEBdX4yIvDq+Gq+pds0jzKjAQMuA1b9s5rKEbP/vOwyHYCTDOLrahoPgO0GLWxEXcWFSxLHkbC6M3I8FzVLZY1GR/UBD0mAlsrwpXMNLaWoMG6y2Sq5EVlIlJSlxHXkwt227VYg4zQnDV3TeqpelJGC/QfNZXZCtzIqSlUN49AgAwxAda0STSMg0F4XcSE4uoeMe2Pw+GyPa7xh99kAtC3ICoDXzp4yC7gY1/F+YDm0jyvCFlaab17lPYDv/XHnvdGtP+7cSH/ijzvvp+u1xnvvq/Zd/MJ6dzvid9IFa7DuSIPQ0prnURWyGIepk5obChZaJmtw6nXhZSzVnfeyraDwRTEZfTscYaY/sjp/3Ba33XRGd9VpO/O4Xd/NeRQDEXIjYGOxbU3SgMVcg//KYNWHWc5yMsm3fie4ZGiY10GlWMO15pIIy8rYpAvZkPER9ttAzirEv4Oz6tdZvccFcMIyvAz9MYPS+WZg8g+YfdBf2HR8TG3XYMZ9sZ6Jr56MZQhO6gePY/xrYcl8mtlswN0bf3x/54NYJP7F8IdvRCHXd3a+T39iZ2cnXdtx68bOzvsfvLdVZ34pbry/w+fdcyYA7u6sEOA3F9b7hrLMHN+T84NwJm5+0wZcnNVrCVTNyoYDvsA9iSuLRa3MXYCbo3MyHxXWsNTudcQlAeVVCIinixuF576RmOPaiiCIaWMtzn/efrtMF7OJqLKKu7fbd8MZl5h9jKUJ3RcGvkWxPOO4wX71nYc6xlLZblvheTpzOs/eMOhp3/BHh2RYC4IgehKWJ+AKoFN+Bv0aGd7UxQW9QXjwOZdyxWhh1OH0KFiHs9tnD+JxOFuAdXVPnMhTIVCgcN4yMJUYaOebv+7sfEBvfXBjxYq7FN7buXN3tPvDTV412cEPP1w47yjyMT5Y/9mviLsf3NjE4bTO6HNcF9d/+KFf+s2bP6RrG8g1M/xezn6ffXynDdielfTjdT0/pY58KibxrX1UtNbI05FRaSmXGoDq2WvE7FU+xLYGEaNMJa6nFMhV+C+S2rkdyHSlWvK8BI555njlOqCtpQ3k1SBKjGLiOqzAhSFek2lsqoNyDFoy1/o6koW8eLQgEmPusknpxne8eWxRjV16XIE66lFkdKd+hmm5syf/i1zMhrx+x3jwD1h9xaoLcmMXI+En3+0z/7fYf3DvE7GfONGLA4bgOQ8Bvyf2uXv9rvQYrd3Z+WMEXwl377y/nV/Ow62dna/f++GWCu8bUS+ANTsuIKq6+8PN974+jwGvjhvv39n52q5KLVghwB86BLgV0qCLNf43AtWSUupwLA7UWeX12aOymBW8hcP855AG6CLbxmYFwfXpspFV5Onzi7uDLuvczzL/+aIEPaxXWDwVD/ZuhdIcijjtbmnHFS/eTc2dcT+PW9uZJI2KL024GHqASDu6HZM93QGXcFxeMFqvyFIP/bOUXGKvcuTvSP7+8enDGP+mVZcUqK9YTtZhB9e4bTClJPRFZrAJogaMlHrnDoO1nW9eZMj23vs7LzaCluFJwvpfvtlZsR6vDBH5Zgvwa97TcWvn67++xHPhBjaz32nyB6zLPt+J1S8mwLryk6WvIdAi05wUWTy3lBJhxKDPVFp8ODlC3VYq3/gbaugANeflH500LsaaTJwETiN8K1R4cEZg2b23mequVugXoMlJVauP85pEp1m+0F0MrbX2EqGWTWYliWpm9mOyUJE2OZfxSDKIipdpUbDaEvcVgdyCibtTZjshWs+OGeVLwEGeuOCnO8/E/Z3h6T+Yz9L+MxuK/LgSfM3vg9tjPvC2j0Q4VpKPmj7agDs7O+7NW3+4V8tckvfG8sEf33/v7zDKpjKd/hjTg3eZ9/JUGnT37s7OX+8e/fMHClLIH76WffXDzv+R3r+/80cNqv/4AYKiBrji/zz9OwXYALuuqBvXm0mzaudOuP6wc0fxlPZ+CErs7gd/FJdQkff/6hqsR4923/tAWb9b2ZSU9apST1W1P95oxt5qkokKS1CHW26FyVYN+uPXTD6KOsn0rhoTUWkG3828+40ybqjibrlGwO+GBeicPQr/2AF35b0eWd1Qh7kLOIejC9TLnKvk8JqBOhU64SXlqNy4rnj9WnMH9KL3fBcIebs2EaCoa7qyqrH0XZRmeV8suLAzxsqi7TKoKZ0C9Wyr8DIQeamU+RFk34C7kgNNH8A53aKzNRwUTMyEplt8yaTjwnEHPPXX/Q/sODtkCGZccY7n3iLHo3bVm86TwGY+/mtiShYJFYW7k/XvG7fiBZlBg97bAwky5+evKLARssz5N8DIRArF1t/TjffFIndujD7WkHRn5+9G8w92ZKPt7GgE/bccFSyCEGFI7Js7O3fFGIiF9XXrr99I75HxnKLUQNFmHgUogbhBeq8oedNCurVDEqG6+UM1OlAEIMiJPkhe0yaGKpXpRE9J8Y2Cagkidz2KEIsXrlLxnoULis0px6+fu84i8Z3va9f+aCTedEmqtxxKQYDyZmpULpUUjTLUae/t3JHjdOf9MPiU89dUT628SUAtt+rgrNwFWSnXj9xubHyA67eHKoWiu6WsAcMbH8s1Dmu0dmHJdNAhALQ6nQVw3MrDcZFRNSXK/os7Q5JC6H1dXe+8kIMKgvT+YhSeF6oKmgIY7EK8w0PV7XNxk0AxB8toTVhr4CjstLbGE18iOSTzTtLGRdoe/N8RJ59ype/bOnZ6O3NQNZHFw22Fq2t2/67xw+M0AOE2H8LQE92JAmNTCDRokbO9f7jgCbjqA+ntX9+1jSWF9UD4Bx0+eHSX8d2NW7dgBentB7d++Dvruuy9v97l6q0MQowyaz9Xgf+qSHHI93dvfXAH++ivjKcfKaWlZetpf+PjP3zdzJH1Z8vEOCrtA6xJrp5+feO90U247/q7d3berzZF3/1m58Z1mVQ7f3CttKeId29Sw8hzdONOcOEfvn7/vVH9gYjrFBE1cefruze/p+KOUgO/r2pxoeqtNrhNH9y9SY37jTIUPDWfvXfnr9EIUdo//3Br547KdYBsRMxKZ/W33+zcufvxja/dBTIP6YL3Ow1/jSClQc3RJNRIth9qVGwddLCrponuyqAsufdsxdiTrst466aLTHxHnseXl+A/cjnWqPGg5r6UldwC6b0kLpB3LGsowFHjxUz7phsmsHY7CC4MqCpIGshn1qk8ELWMA5axvo3lJM2Tz/RyqUmnDY3DiD+JCNNeGxdEwt/r6yBJSci2jP8KWZwTufr5/Y5R+9WXjH/hucbQYzoQs8+0GANfws+uPb5wFfz6XdGdCM8jRZkn2t/c+ZcP+Lu6s/ONOk40mPQofZaC296TcXaHu17+BgvrPfGKEsl2xORRyrCKzKbBQDVMUL+/87Xyi0jQugTZTHd2NYD03TRKym/58V8tIL65yyQlif8KjWR0QFwmIdVSjAOPKUgWWs4pavhplyutnVlp52vR6R3xpTL9PqKUidit+sNdNc1mm7iRetsm7DbKUIVG37+vBB+8/3c2+BI3dr55Rgtu3JJdzTnnrESG7gK52fWzeq2gKsN5AVk5oTfegYOjonUdSLKrXtLtlYVXTAl5L0kgMoE37FW/r+W6Dolz5egUTuqLR3UvkUUX56eIKC5lwFCQFd9MIDd2V/vAMxKqGmQZM3s20kR2mUK8tzhIq3kx8muScTsRBhxXmogrR9A4QPRd9qBicjPH9ZrRLpnFTdiyO+vFmEd2MvCNwL1vsO1s37EPsiu8ByfmyFf7s71HndNuK+q7skuC5cxZSSka38kr3BFt1H8nGwefbS1TjY0YpbwVFmAkigyuvw8Zvm8CfN+TcKR8cGfnb4hstL9nAT5Iq+iDO/9nl5lJ3ClAiT9EeSMZT3WJHl3/MxWXNahu+atIGJvwXwhpxsCun+BKv6saCUoDhRH+ww8/R9RU+X7/3i3fJ+E2uPI2S29lo2Juz1Cuo7sKVA/9kMF3v9/RkB+2V6WplXnXKdMKpdLZs9d7pu/rhAnqMp/W3EMxixmqRntaCuiAoF7wojWNBOhDCs9dGs2pmIO2NtWmacPN2MUI7OZvbKzYBTDPp3sbvNgXOMDy5GErQn2fDw/FKNJi2MDgkOVWj2XjyX3kp96Wcw1CcwSqVi8Zkioy1/mfL5bzadyvPIs1Y3i+xVFC4xDi3sUSJ5svLsxHSO/GxiZ93n84HtcHHDP0jcD8E7NcawKK6+A7f02NaRN+9Q/JAhejkkXEfR077zOz9fHON3+rg8wYqfT7O9/cubu7s/P+9zceyVTsWIDo8I2/StNlAf5BieChMCFjck8JJbBzh0k4mCBtJWWb2t8YQtWtj6ub/8eFQk3XR7IVcX8chcjsu3EzUyn6h8jZ6Xdu3Ig7eGQByqR7D4aj1sE/mZvgSstAu8M0pwnwG5u8JWr0MfOJOW4l9yziPe7wiWvjHVMPC7B6f+fWuzJHI1ghH9zgf+S6ayUO/HsEMXxLHXbe/7ppUJvVawRUZlYfT6Uu1pjYFTNnVPsltX2sq9a4ex809Kfhr2SqdtGq/vhYwKK6Aq4kfA76+WzKdSFiUwsBrYgJAb+sJOSrQy/rB7DqMMhEf4vJadxwqJ6Lt4JGv7lbWeSFYTC3w4jIyTDH1up5e3CDMu8KsstKzyKTZrfk+/8eLSk7V5H2dG4bsMn4DcD+Ixb+a0xALL9CgabG2H9yb/2EXcP1GzfQeU9ifSwrxar+wx2m87Bv8IH3vuZix+hfmPELCzBtGSm3LEBsxDDsbPLIwiED22kW8N02ox9sF3YswOeeFhPEQX+4GYUi2Zh4N7+22ff0zs67WR71bKK/t2kVZqKoDwtw507/mk8Wj80mArzjeUL7d+5wewyI9oiV7v7N134qzrlnEX/7jdJHozr2qint3Z13v1ev2NoVo9GSv6U0yX3P1RbOOPdgWqHk+EOYuTe/8fzB6wXVF23xGBjWk7Y6MAALpLOB38jdR5fMoL9MxY00YTDNbLD00p1vAF7iWY2XhF6lgHrikHYLagiGLAv2pxiV7hiB5cgDMiY58w+t9yyn9lzEliEpNzOBahVDaK/rcpBG4hEPEzY5dhaKKdd8yyJexCSlLeftXxRof5PiqKfV6vMjv3/sP4ohb7CdB7/eYkQMOT5+mp11Pq7/n3gERMRy5+fCX8VAkc+XUGs0Xq7rO980c4A34wrujZ2vb0ZIzgHe4eHXyMBukY7NH9mO3DSssjrmj9iMgTeFX2d6TLGykZjkC/phOk0HjUPvZnQwzfu+BCspChPZSOjuzjciN5HrHTfHOyENUK5r1ynpyHfvUHLNY7vv/VXOW3/gjpgwM13v72PiTjZvlY1SzQpr3bjz/g/k9v6d02jOH5gF9UWWj0NOzaaongWYXaC/c0xaZ/QaQZ1iVZe5AOUseQq26UYi1mhqg1J1+A/OwOaxx88HwxYxSUVMg7XF+jpYL+EVYbOFlBQu6DDj6kvbQL+9uCXAQO2X5VX6udWH0Jo7bUn2GMNVXAleel1+LEDxKUzZroBtsXS3VSrd1T5EyDdpceVn6Pxo+dcx5n5OSV3CHvodYffRN2a85DtRoQxAT//JvffYZs9lIBPng7u3uEzrIfDOznu3uPhq/ZSKf/De9bvv3hj9HVdJ7oqnpM9pAYaGK93H2Ifvyb4jIEzI60GGuG9gQmH+QIY7f/2bW52rwL7K+3cfMwUpVvtWZdy6+4EtOROH89l574c/vH/n/VNXQdFmGl97Ho3+5uuddz9WdShMFuCNuxXU9P0/37qbZq3r94ePb/0d+eiMuKOG3br+3gdu4s7dj9V4rgJrp6a+WzGOfjfb8PRfJEC3NI1K6w3YLiQ3VduddUvmnTtx56YqLbndv9rssx2Zc4CuNBn+M40sWb0miKuKUhMm/wSUR8ZF6BLqI9jdYC1AWDOIioztPpFHKnc3bYczNyEvnP4qWKtIQ4DeYxp3LvDwTuS4iCEwyswrIDzTmwagzMHFjD20xs4Eph2xC19EUU8ox3FnvS4k0xlHSrcj+RQQ4NsLyafTm8LxUWG+apnL1Exm8wu6+XeJ/XuPH3qFGM/56Rg8+PW3+yvPPJ6HWjaS9Hbn6zvP5fu797/e+ZtieI3q732nH7fByOZSoFkyLMC042zg+TpxTO1h5hDpOUDosswBMqUGnzE/1mr/P8dliZ0PeO2gaEEwy+hI9M33mdATxF67nqSLtFEKrKUkf+OwiqreGl2XPC4GpEAWqnx3TJtK8FfXAJb7Ay7x0G6253vC1b7nR1FvmZ2k/JqnlCOg9IqgRulPHsMUq1HB9dd/VXZf6x/iZprCqptsPVc05xuVm6cVuIen0wWvBdBv819cMoxbx+qYwaoXE42rVgzADaNfKWqyQSouq7PZITh1+y6RDs4bAG9Zau/VYL1qXAY29QUBcjyYLeaFrMQ/cSVYdHYss88vndMe/pnwmJ3GYP5jMftJjiWtMA3pVhlk0SfZfN9daYcJL4rIglRqOCQVjBZRTCwI8yYTgxUVUr4YljzOs0KTbwr+v188+ubzfzAJXvvq4TePH926sqF7913ZUN//2X24Kzb4Pg04cPfGN3c+eFcMduvG+3du1GKJj2PGr8jc2Hn/5ugeITG1JxpQaJiHcRX4DnOLJfzdb3bevdVeTVU2733zL3e+9zMSo90/fP/+ne89Js5rsOQjAy2eRanvfqCUdtqeFGwQ1l/HyPp7y9XvafD6/d+VB6swykR/7+YVj1MuG9+4S3G3bnz9vh/OCItWeamgd3lZzp33Xfhdpf3+z4jKGNS+2MWCYmTTyexTp0Vbn6tl3z9/b+d9mcIyQi3z1xuyHbH67sSFcFu1P2jw/bd5D9HrAxPTpJ5phCq1Di2rJ9WS4Zk8iu1T16KrcYYXdkljLVSZlUDtAJbHPrKvg/P477fHjBvqPDMKFSaPqaXuDfGPn2IxS7PWgsxDx9P+7Aove3CwbJQSAUVbzKNfSWhHULBVWGrcwMwxe7AZ+rYmYGThizCEZcmGXJFgOYrX2KmG5uGOzJuG2fz0ClbfbwvZi1xQuQw604VvFBhwp/N1AIohFZ2hyXKHmshRcQ3AntTLRJl96mKRq5UW62OhERrL4gUWvt1NGrjKd718X0dAelQcM45DBptNGBGrhdq4veVQDFgfh5GrPpiwkg44iom/7LK2uTLb3D3ldsLuAn64VFjnt0isyHiFHnep64gjZMbOeiJWDSaOJrSJB/wmuHHjD+/JxmTkeCl0br17U3Djxl11AdekXx/IyLMSojSVL1Og3FZ+gkGXuDpK2GCcj7UepZzUnTmyHNbFdJUz7jPg66yTMfto2jN7HGLhRRQgVJF2souXrnse0A1NxuzYbEceFNe+ACKXTT71+9Exw2VMtk7HhrNM3XUiOk8PRwz/U+GlluHiG85Zsqz8bkfUdcBvBCbVtP05vRei+5TFGwJ1AbOPL98A1Nn/gie3kvE2x7z3Bc6S8YK70XerTqJunsrvwPf6cSyzTqK8NGwM6aGvmpJpl0pXDcLXCDASX9EYo2B1wQoDuvpt/WNp5qrivSW53p+FJSHK85AU4luOajobWzuuYUgieoafgDwSWRK81WU97pUuteBQ6ccJH4XnE9KEFEu8iR3Xc36mdeN9wK+Fmmm1nfLc8SWQl5rfIKgL7nzz/hW64LJAGV+MTerlDFvHiuLZdLkw3tA0wtC5sGqEZaib4uxNZHSHJsV4vt2toOKBVEN5pSuLe22Rl1Ddsxrenj7H1Wt33X3qecKTIlwDxhJsnxxOVy4CQ6eYmng5aJ2mHxOJ+t+JPyCEjeLa7f79uDrNyhIc6mVLj9MqbimMgNyXWB2dU+dXGTDgTcF8Oq869sPlwRhJFor5qa6k9CjKaLZA+61oIrvmSd58H8cK/83zxd2tnvLoaw8dFW7ZtMuFrx2C/QB3MO9rgHsaN0NnqFEdtgZVLJTllafj2gh2nka9SqANwzpmGuhhuRbzct230zlix3Il3any2Ln9kE4r9rZF6mVjSip9+Stix286OSoGpsKQ7v9yAwa8IbBexEDrKpjUC6akQivqahL8lteBFWCVUd6hq0V7VrQIjUcovZg3Hu616Jl6kizltfTxWqHfPNXzuGZVMLV7Wu1nZFS9Z84yRo6rwWYsJNRv5dHl6EJPAMJY47QAEeNPSL9d/HztLYHFQWaNGbjkr64rwouW0idw2Zow3BP9tgRlNAeir36WDBjwumN2kJchrgZZIZOjmCfiFsBUmJIRC13JJxMI37YBqwjttLfcS5O+QNpbrB1gBtRHXJEhrxPO6UVVe+FKj6ExiK1D+/TSIhbQqg47D7VBaIX8lMR3CGKrV2aitKgRcKR97EE68spSfeCnsem9tjclIm+TQgG2DzMA+cms/J0FjW64hD9gwO8fM7PX1bCYSRtMeEeyBUNtuvSFvmDbSVUttRHzn9F5lvyTNG9gS81voJTzxuwoOhxLqLR3yqyBktP56gEZl9JYwMW8tIq6OlVtJSl3XjjvNDa5cDmvnstipvJuZunPCfSH/cfPxPvVJR1tV9fILU7T5kybWb3yGva2DF6p1+8WitG+040wb5HJlamjroiG+IABrz16p/mrAWoCzzAthbOwYYMgwEOLZdAa4I7QUIkexCP/04PdNqMoBVdDKyyzgiBj4I1cI/Rr8ooRtSkFbiFl5vd08Ag0/22C4wIV/STUp6dQkquvIefsWFa2eU+byM40uDiAh8R4FMWzck7ZwH7efO45V2irATcfpjOgPyj24THq6qDeZXSN27v8+6nn3HT4a/brgAEvilf/T81Do1IyKYT5jzsAi3KUMRYaz6r43NS3BXBAp67y5r0a5hRg33i8YGEXykAso3Cu67/hiq2CwFegwK5r3sEntCPMLo6QQSKqbdRwXYKWG7HijfwIa1TM1IKabvIT7MlMlmn5Iao/g7hSLNChrOHilyirwe2lEZdThrGubzJgt9KUma0wEWaX5aOFr6ADBwx42ej+7b8STERIsU5IrLfEk3CrZUq3IId+sK8QtyAHScSTqaH1AViF/AW5fG9cgRnHBqA0fhZXkS+EaNpI70uEuYs6JbFsRF0dxmqv7VVYmpguoZiAo7JyYnQGS8R4EMpr4Y6C4nhyUIe0zJCJpG3PViy/DXgsTllmMFBPKmeJRip+Iw6Oy0PMBAagwBgi+w1JiDRxAwa8rVjKLvEtvkVpNGr1UWiHpVzdgMZ6A9WusSHVnPtB4FDGjmqJUOaxAJ6+yRNiBtRvzBXTQx4bi5FaJ9V5oLYgvS8PcB+V7NLZGog1U3auwjacZzgTO2Ku0zV2n9QH2GSBmD6UP240JBavnKTpciKQw3F8C3ZF1KY4xfuxYecdBYSbuviQd2Mu40lZ4mxSptCAAW8rpAJL23/FHmAl6HVwCbg7OlyDUmGdhH73shhXu1PWRpZaj0PBG0A4cbsIJqB54BJwbYX0vkSIqeduxXkEaCLytZ5nRUzt6Nam8eXtkmr4uD7IUTJ2IIQfg9y6ivWl7RHwKGZ1HEtwEiC7hO+UEfPx/zUbHdS5No/teGcLmrb4LqdY4CcilbLHpwMGvH1AuZhlQhvs7d5N1iCYqjp8tpUacpFT635XSQUl9siN29GsxBgfsZHp/BmPlsEHoouehbkFVBmk9yVizkVskdEFBBgi6g6aAKrrvQR1GcsfNWvlR1vzZeVyuvb0gxLKLduZcL5+RK47CKbTLO6+63auXxRsqMQKOiSynsRV4yJYxUOLmWM+ihNBLG2YUgMGvI3Q+e/3haUtUB+Npr2BrWGeQn0XhyuXHhsoYaiSpDpPMSQUA8FKBaXwbf51zbJ5S1/P5KLoJUF1qfHLx1QGoPKFoDJkE+J+8LgSQtd4/dOICowbb3KPm1b/7FyjmYUDHdS2hYFs/Av0/gm8YALGoj0tN3ZKXdb7x/Eb0DXNAFrQgN3p8j5373KvQ1v2gAFvHWT5cUOZtKAox7pCJP1Z2bYxA6lCGw+qziNZAeltmB1lzh+vNsp1Qu4vzAukedfG+YhkrwJuH5d5w9ssT9pDjEW9ioGoTgP45yvd0iHQyEiNEqExjcq/QDJ9zRxiZhV7dhHSJTAw26010E25dsW79mkRgVE5V4L1fzYuHQ6Qyfr4Vnc7g0spWXmme8CAtwyc/R4G4fAdFO1awwZrIXMNQ3C4mCEek1sBKhS6fpRGTwcOyFRJHiC0mSAPGEULlyG/VwuYT00+9GXgpb3rkEC6eB5ErLPKkgQWp9mOHX2sPwCxZk7/CTClJZOFHKHM6YiVzpCoYi3dviYpV081av1MQapkVToXUNuskH88sysyFBE//YABbyE497nnJdQPPZBJElFGXe3WmEPAWjJuVnvuw5F5gXGNNOpFvNKN26ytiTwFthyNp2mmOG8kzJGb6PXXQ9zs7XVc+tTQq1bTRP4Z0tlAqbqh4WK2TzacDupC8lLOZsVKlDVl0dQoimeB07na0ZGpI9t6lVVUBd4JQvi0cCo7I7z08pEnaqPb5fArSpUKa9xhAwa8RUBh/AZ0+M8aMGmti6U0Brf0Tjg9tJVj9lqHBdk5r+aVIIHkgnj2S5wxjUnAMDVJgxYmWtuoizb+lSPpm8s9B7NFuZK62upy/ws9Y0dWEepjQnC/06TGqa4JYb/4Vx3CWNixinDHlVwk5oeM+1DejneKMsLtFKQMfJeSKM5dmnUXwpX9nOwbv4t+ZG4lzEYMGPBWAaVD86QPvoKLYqTaoJJ2zExnVeXLmQeVGGoDR0ViMmP8u+yYJbFYu+gjb3JZWr2VCdk7J+t13AmXK+XhXEVU5mJEa9ahwGbbAOoermA0UdJh5de/OZAKd1Mml1B3H1VljCivA/Ns5VL5pHHzl5LDz2qsoxrbLA4BdUaezgjHaj9UrESjY+wcpKPHwAs6nPSNwHjKjCFxIKrAc4c6NHMcEQ37hkAjPmDA2wA/SBWMkbpQvjnh16I2DW6zFGIOTJG5JN1xR47cFW19jwsAz1Uqj5qIEhUk0nDhSwURsYFgO5p8ETbw31pqeddkMOVkuok05CATCOmwnQ+drFybebYfx2S6wuRMHrJeVk+481SJpL0cvoRjzUb4q9z/qPRlIWfJdf5DAu58X1/3lYxyf41DfUUjyiHbrNS86QuO/pn3ecFfsQHLtSqeUy6SLx/dP4MBA14fwAz6WDEyQODhtJ42WFHRbSnKmlYaqWc60cujwk0OLC2TcAwZnIoHpzwVq5whDQ/ncLsqYSK9MDKTBuHRPrb0C40DwH7YbTTSy1iRjfdNi90NDfLNvqPjfRUXH7el33UBvww+IGHTn1osc1BeyZOxSnHl/LxwyAn9IuPfx5YzycrKVy6RRpd/J1UskguZncbseJwS+Yxux9HK9ZXRVFOZAQNeJ6AzbD44wIErtl8+oVadPjvdqN0gg6VCRYvQUHAkq065c+lRim+FXozm07gz1+afH2WN6TCqAvoVMLYUvAld0bVkDiihbayIa1ofq17PDhVcGND7LXTsayUckQ2srRLdoF2fNm6QREotdgkYl4QJPNGhSEiLnFhFuouSefxo2gV9RacpoHv/elsRslOBGHuWjGUM5cJTpBDJzh8w4C1BEh/qAWRRWPf6Rl5ZlUQD1ZUXAbVI1dGhtSJi3GN64Ok5S4gGkk1RcREf0floRAyHiTRVvlwoz9galEYHyih8NKFm9THTf8C+rmALxYWDV4QcHj7jysfWh2SWpj2wmOYI3zsVp/bLKTZMjvSoVIWqBuqr9rdQhZvMRZN1vUuYu76Ed3+etn36WWdzrnPIHW1xoRHNoo2AH2hbSwcMeBORp3yr4db20ahzX1kBTCBsiDFKBhILhwEZOBlvifRr1BCTRo8jt6pi9dRIipWZPOv9y4Hyiq0B7k5QcVIhB2Qn0N75bKHDIZ6M6qOqZCsCCeyy7J7y6F767aM1AaFCUT0Gr1pcn/KvkiYgw+LSme6jftGdzJfHXmZ1NOUGphLRH8N20srFc9xluOvMmYwlPF8VJ/+iuTN6wIC3AKE5jYLXFbPjOPoWoNUFHD7L952voTyWsDKLxFyivzIdY3rttDpOLgW8M6Nc/eUmQPjA7uTClwjyzWZ634VCVJH0eEpPqJ7FYRMDypii+mkzgtnu8WqnraB9NDBKMvth8tIHfpiDfvDFEJngdIlijmSKtoWHDVdAODMLrmZErBCgX8BsuYnYl3+dNi+W4NbBeYgXfSbAj70iBgx4c8EFVylEXD3E29h3fRYb1Yf5mm/ZcJtHeI1eraaUfJM7JIgZyMaQ+IjYYIWyKsqCRfLku4BLLgtrd26xsyOD+JSA7tQdNCFUh1zKhQFXzDAlipe9deYD+tS0GU3fFIcbnSkPyvNssGLpzzhQhfT3u5cfbyazjVrGP9DKi2B23TzFehQ8mtRTWamNiFqg3o4b08lbR7YmfsCANx5chPQZX88X5ZJiR1VBhwFMXJ1xVIOSoKXHSEBaOC0NS7OJpwOV4SQftbDO50Rj0B9eoanOqwUv/VjWz9rSon6wToAbY0qdjEl1+lzNcPWd7EhmmmPORUNfHWEMwOieWhYiRqFYUR3BYyFCSeHaHPWtMy+03RBYSOYLOAtm5nilJhgXNFlzc6BBpgTbGy/lI8sNv++AAW8cpLvL5D/tpG+tkhe9A9hGfhYYNdG4cNNCMOVesqoZ5sGE6JcGuT+ztOoyJvg1yK2XMRdWM/+3j8Z65Oviay8vDQNIpsc5LwJXOL6xxSFJQd+yV1Hd0WxV8QoTN9mQo9/m+lSj4uWk8mh+PlNT2sTnoeTSXlVeiEyVNgze2XGZClTTQ7b7Z1N+g4KY+1PpboXlVy3E0cEouA8JdvlDlQrzC0kq09bqfA2T4274AQPebCTx6eTP1461w07rC5EKtIqEuUPopMsUBfkwPve6FCq0bo3FK4ceLeZTwMF0uJbWZn0VqIIXNjtmiphZBnFU+yWgzaSTXTi9h4yOWL0GDxBpJ+2ZB8PZRKdf3rpezNRzC65+ZOQFqMsUa0c+OSs638TEdIAsYd/jnCPbRBWrqBaoJs7Lj+o5vG2EQV37rW5u+itm4BzD0qFme9cg7cYBA95gcIqzfmbzoFdjlaA4fEMfjvX1Wy4PD01uLRU0KEPnqeTthCLCIedhdT2TyLIT85nbGP2O4yn84DtpvBwe96VB+EuhrKNYoXU3QelifI76T+NWRAC9iQR5q7k7QVDQKYudxpIRVfV8PvNqBfPRVCaTQrIPWywYWK8hH3nrSjfdGeKmQOPI3Nc16fw4XdO3dstFCiZziWxiEjXP5LSrsSKdTnV3FOVFE0o2LMlAP6xk81sj6j1sw3b57SJw0o+r6bxZ+b4z1kJBUfR6yeP+GuShm9I7x3VGg8VkzCysjaRsNLTyrS0NGWLXmdvq6rkzJibIjtJs9gVMBhsI5Oqg6KyNUCrShAQhCSxrmu2B/2pbvA1cV6psJDNWE+zd4D752lJA+wBxFzlD0N4SqIzT0aBJ6GdHukv9xYLaCFA3u4FJWbGdzPLOPr9KU8HhEZQyXUZNjqykr9A56fmRkW5T/CL0Lzu/CHq1HzDg0rjgtAmVsVIHemyjSJRKp++ys+SJD62it9cqIsSHg2nlx1tNpwQsFzG4JNCz+1hOLpg9UgvZfSy4Ahc6XmlbKmxQir08MkUc2HezkFub2ZerDmhqdMHRaL9SHT2/V0A41U0v9+0JvKhNYaVDcIcLIND9T0nkRYqGhsbdNIlZdqjoa9K5d0YFxEFg77XvA1QH669JOG6WK+MKfwkWxm2l3McTjHB+swXJaUF95KRtkl8AZQivDhjwW+C8cxid4OJmkenLomN1fSCCkvnmkEnDf0Vj42IlcIAimFfK2HhW1bo256FfsyVDWx24/2xe7x7IkCLeetjaS0F9jWHWIKqUnsS5N+1GXEpwKMI6Fielec6RizyuMoEMznMeMGBRwsNbmFCDZvdGc+sJBnNxu8Lp7CDDGlboz/EVLLMbkfbdhV5stfR8yZkBa+ZHpeQsEoi4I7mewdZScSawSDq4pTE3+2PfdtKLgxF1U6cro5tQ7mEbtktuLXqeDkRBU+mxbYjy7UAnbe33LC4K7/1cmSTau+XEGmk0WmEUVx0wExXRaFcJT8uOnUhzhqQG1/W03n9GZjkrRmbYgniSWDtA58mzBwWsS3axIu+AEhbOHPTOePQ3s594yB6PwwEHGoX4eIGJIGOXoyI6w9TCIsLGexmX8ehIIcDVgXODjNjNJVJVjrqfENCxLSmPt8DVcVNOhjpBHiI9nkBTdIrYWe0f8xaU+C0Wzr6T5IWhc+iXWYBZ95dRlwFvES76+57xz8wyxlKzVQUB3BzjuDRuKl5n6ac22tO5TDPxsIGtIvviBZBk6nwVPDWf2QaUg7k1z8yLZMuFZa79Cvk4iHkwXQ2syEJ6A2sBPZQo+kLunmTXEw/gHld+9kI27DRani+v7IA2UmQefMysGhsQ7D4/r1rHNs0aFopZvU2IvldWyLq8Lbm6JgG3NOC1AZ3OdnITbiH7iDMiLdZ7uQHGfdYk+QXojtOvhNVU8g/bsF1yK6dM79hBXR3bAmQMZbValREBek686JzYjYFr58GHFrtSIL5hPeR9HkorUVTrAJvKlpbpz/qnsKPRoTyH1aFnEhXFgSzwR1YdpKau6ORawAqoQTpBeiOIPURbTMjoB9YlqA6fcaNP3KHYAXXvEqBvkpGc8+ureTs03YBT+qL8T2y6p7yBp//qmUvAIF/rlgJex2nsH/vGHSb6xligmIYgOtCLfqvyDHYN/tH8LKIfYlYkowIdfVuN0kTuvxWieO2h48Y5bMN2wcbOh/StQ+c4f/i7x1Jxn/EZ3qAacXW44T85UJzedZKAw3UskjFjJSjPJSamLMfgEe2XBxRWFEuuY5mAGS/lHstB1AY9R3NBegsK2W5Ckc1j38ve1ONROU43YyYKecbTenKzYFRJZOx6ylQN3ocqFMtBWYXQyvr/7rJ0roA7qMud0P0ShJV7Z7hEH+s/S3YLV6q7XBdqJPh5a/5ayq5Fz0tTGDxnLlzZ5scazQ74V3Tbt7Xg1SMLjgN7zmhqNGzDdvGmXfFshE7uMWOTaSgtJsGKKLf9hRKEF+3oTKQnpHTzGMO1w8Wc01eGaOTPcWuJx7S+sqocDzzVtBhVosPp4bENRLT+nAorOyN9l0XKl4xLco6++4YG6WATFOvWTZb5s3BLPVjHkah+nvtitYX8jRpF25s/iwYWSncXdaVCoy39e1ISPVafTOfPqn36eKOswN+HqoSAUcu0F8cuuLJOdfkno+IU6UeMWdU7z5EOnJYnUZQRX7KZbx+f/2qImuZ32Ibtoq2cMOyN8HbB0wvmk4M4weXTyd+bxrI6NBoXOh/xizwyjegXNPIMSAkTYtxIADlEeKp0vIvCz9x57K38uWjsBIjwfgxFeVuF65vuyyGlVxKld+bFUXzk2oyqoOp4mYYO/XiOMv3BezQpoNrwhSnLZVz9Q+SyUg1kA8eLj3qIXiiuPmY8CdPDVJU4rHhALQPWwPM0zrO5RsUl9oijJP0JOa1j5GO43kQXuHEyCDkNLMjnnEJfJVy5qEdTlfYzOAbHNoc+5dAc17BAOaQIgikuhKzh0ml7RFVSJTuNxvoIIYSPWcxe0lNZc13jxM4lJewzlSYFWmDwka+SYodQki/fSjT1lXEc1iSebdgyADwHVCKP+nZ9TP01+cUNOiPeah4v+yxKH20Vjrxowykcsc+j0H7fRzEA6X52EbDWBDc23Qm6KxJ1+m0rZCe7ZoVne1CZqi3XcH2bjNHEdHosKioRFZyPkxDSAZVXy2JpBkVWS+6Civb/ZlDpcRo3n8ExOLY54tNxNqdQHAv0H+/ZcI1ErQoRKhzVuyiQIsR+z3RYA/y3L108bpcLpICuJFlaxWS3EI7SGfFqdZDy42qx3H/WXPvVmFzKq6jeJNgLo1unvodRo6+8yPiz/UeA2nMU9YoQGkFV5VCvPK9Y7Lk+hYngQnef9kExqnVg6jlCh3WxxoHKdszFoo30svoEndjtlEKjVqtwxvSsHVS5eVJbHd7kP7WgvfWMXyc9DcZqxFS8ThLtyKia7sYV6N8CWVsf/Bm2YTtvi11zrjSfdXBbCi9WlJg1sFl+2BAL6MzX2d/O/1gyXNwsVh03nCYwi9hTEnn8BFfc7kIILCF+mSkA8jAcw7iOAbRUWzIYnSsXEn4hKKPTB3I0G2XC4dyYnSsRmoc9WQkxQioyqySs2p6eyknHxDqpUJ92PA1sOMxwBNmvQmk7wVzd1XYpA5COARtWoGgRlCyHatW33Eux/ODlh45DP7+ZBrv17pQmyMfLWqik9s1V/V8RpWo68vu54sM2bOdt2vnrQ4boU3YtuAUlFFWml8WR7sMal+4wCu2UOkGNdid4jWJfjU9LcV5CNVYcSR1SYX5rBjRoO0p701DM/SnzKVTUGbkFopYvDifu5wDFCRRs9pODowPNjfCesM87oFjC2tWtvPi8QP+1ayck7wEzUdyBtwLHpZuJUrX8chNsJFRvPdvIlvkayybr5fxZpxjAm0Coonsx+jF7k/+eBpCx6j7JVaJ5V52vvEh4U2teJaKO7Se3AQPOhc+RPFF8yvjTIJ2cz6Gw9jHJH84WcRdE0JAEWBRlIsvQoUJPWmPhleTiiXDwTqFD6e0hL9HMW5uZNrQ+P+fuM8HUp6gjnl6tDmRbplXVRTTpanDbm0ThiBCez2AOMDgwhsFyEYSqZxq123U85KbAsf8SxELEA9akasekHQJUcBkYr6PhwOUxvXTRHcLOreDwcJMJWKvXOFb7WRknCGdBrLhfqkhIdmbvHcD8arujXQ2VD3wzDKX7cO7Thq8aeRa74t4PGHAR2vOlnD+cSAUyW2Ye/0rZl7JDQrCL0LoIQ2Px8niEhMVofe2ud+vOVU7lBE2UgPGxV00ur841/YUDOUX47UEEdcfU66C2/SpeAUrYTwtT5DRfkEZSRz6NInhIfOz60REEywgU/Z2mzcTdxd2LEuqDFtwCvb22tLyOR2rqfJ3SOngumqINbl+mcNKtI8tqI9fkfNXeTzpbOsQd0+kZkeQxz9zpbFgelSyCSevlb3AlmLrGx+Dw9PH/+tPJ/bP7fM+0G7Zh27CdPPn8k0+bs8bnUHOe2ykek/LG7a++faJdeiSYQCc/72mzW5JhPsQacRoJrlCVaKBkjty+Rr3PDiWZgQ6NS8FjrjtAPL78ICx51w/c52IV6Kwzsg8a8wIgUabUPjYXoO8ElvPaq9QqhFSR9hk8N7qpDb60ABN0DQeBaVOOgVn3FUabwApRrJDIHZA9+Aq5SzL1ypMRxxGYvh4oUQdWrQis8p9FtN8lQ9y0qQiXEmSW++4XBCacFRFhW55Bf/5H/DqIov3Nj3DzoZnv5L527LUJg2NwNI44Ma7h2XvKOePT2WdQCwdX3HAnxa8xDqrySsQYe/qc1yAuVKTaD+PDSvuzVN2hLRTFRBGxUlkkD7TvDCTJkMG0E0qNIB1YUEEoYj5NzK2AlphdYAtuBc+cdNsppApB4REAMHzNwlkbIZSbamWdVDlu3AkOSHBDCKgX5QFo/igEdyi0lQ7ArKlFtiEtuqxxuTMoLU6y6k8DxOqDikh/H1GNNnKNAGEwHfTLeg1ofrD2WlMKz4LPK33oL+ogrwrVgRePWOjXhU/dgkdwn87ta3GmX9NHdqD31068H0LeoBD9ytuitofc11EObSf3Tz7JEydOI33YOKt0yJNbbtZC1jmeg1o0O6J24yHU0cT3vOVq96a51IyA/XMv7uK3/kpxbd0UUmEyLO59FjD8bG1FQeIgW1v5ohBQmGUVNiAvAHVotbqLaJzq4JapiqpDVEMFh1u2oD4EbqNfZX/KKz2Dtwqiiw3GtOkUFLcbXbAZC5429n01kZGp72DK0xtUse3hAJOvOpSe3ARllC6JRZPzph4QDu+xVbkppqCUVghQp4WGwvIWi1BW8CL/Dn8VRC1z80d4En/tOrF9yoerNQXjO4S8KSH3v3y4t9cGd6O6IcWfRwmEkP8q76OPPoM5lQrwx6QWLo+DxVCOwkrz23msOfF8m9RK7lZbSIa6KhDgLDiAx/zsL4tHT7AqPVNWtFaBwTthf3k2cLyMSUHRDguymIQ2oOjoeZjK9JxieXahZKs0hDbpoOCwQV2h5N4snYaoK+xOzNxE+E89A3YPWPjQhBiXStJ2a7D/7ACB8l1HvBy0msedg51qMv9H4VQjQOnugVUG7PRLhwAlFkdlFI5Eerkq3InJJ0aCAPXlfOHgH5m/MG6I6azJ+ishqkHfCI8w/FABk6COOs/jH9//+RgBPuctkd8h5Pcbsrf31ZcPTXnn/LjhKXsdtHknH/Gf5w0b5VSK08oQUYx9ckVQqJUIIVjPC4GkhrDv3SwBxvmsfKP1ubDJxM/hS5cX8F5jLMm+ai4BM/VmIjQXAiVVXGbg/Sqixh2K2ARWtlmrKDlSuKcfZ776S2a+Ckx+TD8yE9gZFcdtgIqLGiWiIVBWdAtQQ+m5ydHRpN6dHssE9LOz86mYL5+jluN4V24CvUaLyQ4wouae6hVGMxStf4R2Um9E3nYcrCzQNe/conf6vMkqf1Ay8rFBYTH+l5qoePpXibznROGpYYXDgNrUTPX/tOXjV488W108vfUg/tO1ccyJQOtHs7d+OAa3/ZZSbAY4bJApQd69pjIne//X3ld7uLVF5IqwTwX7I7DYh96l5Nk9zp04pcvZrjN5UvGUmk+utAQLAyLaHNItQJcbgBJ5br6VxAONzmM+UAyoY8Yy1oZgzDJswizW4UscNZy4ClexY+FsxG6h4QaUDNXZ02QtQxETNf1NmQryRRHX1NUElByFz4/DYotwgLPcCWMZE18koEtDFCs4YX8Bq1ftV4fT0veriDF1uOnX4vCxwL9kYi4CTqfkImK10MZHdSQU/pkvYzUEyKkRomkD8q0nuy3X/iqI05aK1jWjIU5x6E9O76wD5Y8fVrQGNOYBfst5fiiEEI84B+G3h6wz0SDzm8so4v79vb0nX+rHcyzhGdOkJ6tIkLHenBNO7048CNb5W07oOJsrr8OkM5ooTjTtvfCfzvc48yK4aNMqrTSAFhrVBLVfBeK3BsN/nhMkvCEhDlheME3DMWF/XYB67tWKXwiMr6NQ7Ds/KKGc5NW+ELJAFeXy9FnWkybuM1en4aqXJHjeWY8quykZSZ1ZcenDS4hFz/pVH+EL9DqSW03URTJaN1Og6bFQGt3JUSXYvxHxklFBpcvpsBVEne2gbuXH80WwXBZDJRLlTWdEWTXmYPVmz1cIF+QaqEw67qlP/mS+dKQO4PG5XkLt0Df2ERJxJYRjkWNHmGF3+AeZ8JdwI92vtizC9Nve/vJE4QqJvbb+j0tW/pFt7aVYE5gx9x9x9gh5EuuUMv9JiceLvLInRiBCVFVUJmUL3Ww/79HgrqJJpXnJHGwhhHnZwGZV8A1zfWzBiiYa3A7eCh5A2TDCvQAa+GJiqvDIXSXOdpVVnaVqH6NxRUioMFSMiIXjQ+7ipkF46cq2uUkeGTJmJdHWAnSYE3QQS90UTMyrSHZzLdDPccxbmppS/CCc/L1eXUEyGmU1KYXG0V77mB24SMnFIJq8Q0wSOkH049k7nTEal4hszS0jgVcByvZZG/jEahHqkud8nODxj+9dBmJYFDsgdMdHYq1B2vJoYyKTn6QzBAaZvszew9t7oqOUV2TTl63My6tPifJvaSeH3o9LDWwx2k1IJGnyiJiz+59z9sSZ5JOqni+lhqinlLF3f3+qDq4M9wNs8nal+pCOyZhKjyC/cHh4HO/2KPkzqRbkk0yDO01ArxKjwOSb7ZjNsa3S82KIWjCh5ifDcravmICp3NTcVQxptbC2SRfVFhpaaUirZTuNenOOL0K4pNRDaz4aB+2gvTpY6QBeyDQxA6YIsw0ODe9mSJ5/NxUlJw8vExZRgfgPWS7iwpflbIDKkTlnkthGE98oRe8smrXyfxW4fH9kOf/JKhfntJUi9j7lOaAbdjRSESCvWbMN0gFV8kEgtONuRN9OmYyztIPVm/LuffXlV3t4Q0Df0qklbdcdMXZcrT4uLIK9ieEIL9/4ZfNr8ktpQiJDnxT5R2nXyX20TvCZJMVAl33Wj5sBcEFjapTgoJvNKzAZKGe54QLIf3jKq34NK2HCbGeziqCjMPr0DVYJT8Mw28C6JFeHNNdLq+T8opedYSwaZo0K1l6bTTNYWYcYkJt21CQOXSTv0Y12CE2TC92FV+Deuj4yItB9GcjqOFhF+8qwjq5ohMTuHMwc74KWMYlYMgpEDfTjQ6e42NWiX/0rRKy/6hF1ALJ1fQRLS04RTvyqUQqhuOi0nAIsp7X2nPS4wzbwmS8Twp6Uc0BGOiA3jAjrUiZll7KxOUwSJZzkhCL/RsukReVddKm6Ur6Tvb2HX36FMOHOqKQOIe+c56XLsk+7jkzEa+dsFCsP8uXr4JLSiSOpdxTgkJBBPo5x/vhc0tY8rjXyqyHyRANoyb7Pd1//A1Y0DXyWvXFbC+tQR4MFQkqu/fyDWsjJxCJ/uhV8sfl3IVTYJbJwQ6J8gVv+RIMUbrM0aoFBGgSN+Lx6tjbsdgtnMvba9hVn9Gy4DVlPLBijP4N46XGvT+ivdBh9CqxPuZlSNUmmIp5fiF8q/Gtw7vGSzoDsRS7cHHbnDvyL8ev385GXsS8NyGBnxtF3QdFta/V/ZVAx3qiNsPQpH9acz23UI894znJzXsRYKiSKRoRgq0EWVyAijkULM84+ZFBUh6ekNUzbGyUTAa1Idos89Iv5CNeXX335cC9yy97E7VzkizD7nDB8Oup7hfo4RHvTsCPjZ8o6ubwIc2T8/E6ReyLzpLCUj2c+Z2MXJzC+MfN+vXOZZ7lCAS1o4FtqYIYS9DEz91Uaja0M6YQmhKIKZphfEMMkHqKIZ24jY9tb62VcDW5YF20zRGPKXT7bfA07pYOy7ZSMNlOkpWKoPpVN289YWdno7d8ZnNMFvi7cBaTHCnuecAhkjLEy9adubaOnhxUzBnIVBkzKqqvrK9kURDD3DIZfbeZRbG7fLiFMAYdjlUj5STkrjtxz+bVE2PLqmpWT5hWD4gtQk+ak1j6VUZtjUjc44TmEhJ2KtJOt6AmR1qEIRK7IZs62eyK7EAuF50jcmyIjZ9tmDnwUQrxc2pODtpO9L08k4siUINKmXQaRppffleujDQHIy1nJ7cKzCAfbS5y+8hEUhaeQ60uupbCTOH84dUdHNS8wS39wQkGqgvSvaoPRc3mSKVoU9qv2Vx9kPRfS5ng3SFCL6Ahjy7mbdn4JolEbocJs1AEcoruFx7rxILDL9kRkWIYTbgwk1j645/laM6O3egV69UNh9R/BFeuNgt34ghUCFCSbLvVyumJ2QjRUKMv930o2IH+Ojsya1LunVT2ZNlZkijBeH3HJvgG5H/gdd4gi1H5rngTy6bBe6KuCCtIf9SxuZeWE17kfp722PKAsCkuNsW45AgmnCNWyCN9QFvs4ZA52NBZlHLxZq6x3ltI3PL93mTgmayBVArI33Y12Bx/pA/9lrHYhb2S6CHjhPmRTQHcfNch64MhUVE8UVxJ2UuTXMW4Eufj0ETC6pvWSm59lkKDt7ZncntTW1XSj55tO99rXLtGxZcMsFyONGTNebHZDhj1KeDHQwh71qOqdBtLcXGPZBTfMa9JrWqEgu8MCdL2OWBCm8E4DT8oVoy+wiNsBVzuMipm4WmSMsU6A/ATpiPteAOvzgeuFxXx7pbChuKiGo7nZsaCQpyRKtlXvJsIRz6PwToLjMG2Jar/uTU+ObDolXi56pdpwPrAFyOldVIZTmy3sA/SgVTRikS/2QMTZWkl3JHUeEiiEEAcHRfbaOzxCSR9SiDhaAr9HGUuk8VXC3Q9yO8BSaWspSJvTNMaY08n+U/7yO8JB9vhYMmfPIUO31ZmPo1UPsicWWZB1alJpJ5Tcs9DIODInTs6sWy77XE+Wi7mv52lI5lO4PY87pzS6mk4piC//rYD70ZTRiqFzCaCYpjubV9qknfLGyLiP7kDwsjgnRUNwfhQkDFDzMSXjCbMvahXB6Va2c9+OvFIhz3y2HWWUpSO8b0DnAzOglTkMzcQGAmyaX1fPm5rrZzk97NxT7h+KuwRXa1Z+mCVPGnd+S2fh7LoE2O01l8q2O63mrIpFmCP85cPM4VoLXxlU1NHkKJ9livN9fbP6hCLYGYoXe/skg16lShSx8PjrEH2tSRFp+yJUqg2PJNaq1Fp09fco41ht5aCIcEVS/NFxjiBh5miXPfaBSMshghzvLWpyuTrHBwFn4ZzsJ2ERD7Z1Ou6ZtjuFCGKXKaJQHbQ/i3s4am7iqurxWA790cfplejxH3pS/Gv2hQSkcVca93ZRSCe2pL+NWNHqXwqxGXQbdFKK5KgaiI9MSWn1EdE6hRmvBhaV9Gsk71rnBLGsBrv3BRjQs4AZLkTw6jvkwIHJ6PA0vcJcdTheuQtoUU/9JvR+kR7aq/5+1K4lq8lskr66PNABAbZJuQasACWcHfBUtSc6ibYIgmbBuZxX//e7MqJgna0z/QvrHPYZ7V05z3PvLZXBhzAebCpYWRTYaoR3iitHYpWSxCHr7OxOYfyYJfIUce3SxWb535mM/WWLo/tKMiSUX54IVzb6ZBqcCouo+ERn25n+dIaYEl7ch945QFKkJIv4QSO9pUFUAWEHOtwiIZ8VbUIoAC0TJjP4TKfxmgHY0YF6gS8NkB4NxTkP/YUZ8WKQYmJa2QaTqdKzhV4tKJkD3MBzwVifkDFUYR7mQ92ommW6OGBtxB4F1pUf8ujDDFiWzSlw7wN3f2eRq/D6tsEM6UAclMuXFmySEvyTrFSFLq69AG28bQUccRk65crA19UNpwJt1UZlomZNdAR5AEzEqzcBXap+Df1Oy4n/NWQBFtVIJQxVy80+zvs8EhRulE5f7eVvdCo82vggRYC2yApldbxTWMDhDqP4EuswHX5XMrSN2OStJqUjouucpMTKQ3YksrOIOzLi5A6nwoqEwuWKPLfXJyvj7BzgLZJHVkrrWA5yh4i8bXgGUz1SkWEJkecshsDL8cIaqJMrFoLhC3R6pUsQy/lkj6cTxnkRhBDp2MLLvHSkLwUYZgUK2hD6cuGmNoARsP9cbLZc7AvZ4VNwBrpq6e1m4DUfelmqK9LVgZ8dXA2n+4GsOlCsJ3sKLWZYF4q5XG/P5qsDYR55yVuW27umuQxdxLKKPpTqqjz2rov3Ik/2xFHniCBq0Vsa6BWBNxPon2oSFiBzgJzdPv2149znoG/RAitIRHMIUUX6i1oUd2QjZ6qhxSIjdjrYFXaGJHQkN3ylBhIgmkjCkSdQR/lC5yNxZvb6yTiSQLohkljaPZJhGRsRliYDeiBCiLRLblxye58S3kh4bh+mU5vc/CIYoOGN8iKxc/E+hDNcB4dkfUPGX9cbx1nNpV+dvdyj6xPYSx/5vAbdm9bK+S6tkDbwPsXQrMX8WUw39dTsMpDdKS5Z9B8AMyZ5M/SrgVvchYvyxV+5RIVBeGH4RbC+1NLGaTtrWKCe6M2o8fLcDZ2Bcd0vmXVVqA2A7JJpXUOgbECG9lCf/w64DvJ32oQ2Agoug2CHxaPeGb2MKFWFJ4EdWO26xkTai8MMONlc35cK+okp25ktwN06T/I831NprHRls55ZhRwQISmhIG2hmcg5GL3SIbWMgNBRciCJDYlwhJTTpppxILboeym2KStcLuY1kok2uwU+Og2y6YhjLzYS5KwbMToiGpKOcwjuVoKtyIZ81CELb/vQFXVGbCShBRaz35lmDV1MEbSIjpE8vY6M+ijQDp0+/PkvpE0+dSvPwpfRZ0enOe2bZ+NsfUB5HNEvE+ALjH7RnZ6VafjqyqvjP7R0tcyyiLMPpsDguoYLhXhs2AEp3aDibcDpFtwl6e5CvZUv3E1AYq4N4D8okSGmGJDBPWwuYhO4SrxlxYr2V1OdT4MOs7gw5KIMzzoKMVucbqdJFzuv1Fruk3mVwDzXb6EhcF4DmYYSpQZwwjfnfQRxiL3EIqTohpykjC0Uugm2X06CUCDSpnqy8U3lw6ddI0CAgkHElmKzrBCVA9nXRMYCjsWV/YNDwTTfDW2Fwu1wPHgVgNN5B3fZlaXIQYpInC4nRzKzTJ/LpFY6BoXah4OM5LR8k9oO9ha0DCI6koRKpVdbZupan91nzo+LH2YyjSd8B0ec4OVED+Bp/bzyTFrFyE+6ZYVfN+MuBBxDzt1yBD+MHHGvBuhMOjvQSM5rHFCwTUHTHPf9IpzNE13EtoLuJVhB3g0lKHwy6r4xmX5T7xU0adLfWICbqsuCgum8GBSUzh4oIZ2jullK0KXl1WC74/k5sPQzQnaaIHXmyGwlQF4d8qIaUa8KeWKwguN4yYod091Jc2r7lNc+tKYoDdoYIhGSOoMYihHpEGtS2xOidmZSB0Se8XVMxIbX4U15shpDPnPQUSKWYqcvQg5/DWTKZjpp+ofNwtrll1j7I8qi4RNUktwIdrtJBxzhcu/gpHin9rffhxmIiCUdZVdmlDsF+Ui1QtCJI4JAH6JoV42uIAESZ7vMAS7q6fx4NOOFr4x58/TtnsYe1nT8SiSVqnhzY74g0cFXBjSzpi8KeMHsLo31/DsGZ7Afdoa4irl2TxKKH3lQuCPXBSsRdPvneOMdLGLAzir0EsPqQnBx5CUmoi8FukCIlZlBhrfwgrPpvgRU0noe8NdxO5Buntt2vrO8QMINjLZEw+u6+RgLcdVjMTFBhGrPZZvu9bGXD34BlqmYTWbLNAGnqXM+y+22LghWA8wXgohwSOiNxVpVcnorDEnxROJIZpcDcu8AYpzEeTlReHSITMOFQ6GuYQqlktsV1hIJMj7L/rVlcEoyu8a7TIqEDtpnaPjD18ib+5qYwkf6hrwC7PBGaXwt1eacYeGKArKeCmnql71r97X7rI3fxFowI3Tw3vkRFVXzN6V8/mAAziA52yB58rZnvJTBT+W3AZzvKGCunPfCCDYpE/8JapTOXxUoVcz1TeJyrwMVpm9rtcXYeB2n3aWgxXNbSAAqSacQUweFd4RidiUWB2FQrXWIer97J/QloGLS1YONzHSPyi1MDvD9NzwTrCOltVUoK+R7UK1wvwim9rr4+F1lS7xK6NSRNZpD4JpTO85stMBuOZi1sytPf7mtDKlM2ufO0daSiCn2jDanIdofBzhFCkUkG+WV3OQn55AhwJESigxDyNL42cdRcf469teUyZh09rsGKW/a4Y8WtX76JVPxJTQSyUdoRx6RJoxAbZGkyUsOC9sVMa4rklTPkZHIkaTiMZQmNqKbqrthWWB6nS6Tn8U1EJ2/E5/rKEmcvD39XR5IRzsBcuqc5w7gzWr+C/Eq8rwcin3HMUfDs4b+fI3E808bQF+kUw2Qc4sJKMG2eSLAZzyUEaNsEKn4KQxFJRxbEH9UV+r8/k/VOikjnaPdIgIRzmzhiWGY4VB4S/u5Rk1euyLJUd6vw7MilcYUvFnu1UE10em4mOifaeazNp4ECfOCj09tdAHgsrZZHzIiJNmTzgqVsaF4lkWzHcbm9KlW/tpnuSY63anF2lmyTRDRsVmFLcnO9ecbCupQV/tXkml3rjDSTsZOIRbGl4GtnF12xCGE7U8Z75y5ji5OIYQ7LOqQW6QwoTpVyMonl+PkbFJlKZGKH6KJbaoZ+TilAx2HV46SnPMH3a2X3E9gvfJJ1tPeiS9ftnYK9gDs15/3+j1DRp7gS8+8Bg+WI6ShOtbpggaTBWJBrB54uiyd6iDktvSNOzlR3n3JIUPjP6jBxiFwCMfiL5dFjy6VYWvTdipUZKhD3IHNHFuHIo2oTp1LB8aVa5ajVQ8pQn+pu9UrvRXGlqcnJGYTzlpBZ3I5vdlSEXVAM/KUT+Xw0YKoQeO3aoaApSPS2fhoeeuaj4grqCRx3rE5keXlCmEfOgV47zpKzvJNaKmY6+AdQa9Oxm7tHGNX265wlnzsC08rlwVFvxAV0dpl1g61YBwt2HSeji7AsdrHMYScAbLyyBXpdLCbWIUqwPHOKWMjbYRmvCMzP+8IzeRoGMsOM5DxiR4nd/+M93RQqAYCUljPQFXPUl82mkQbcckrJaFivx64lyKdnbZQWV8dzkEvBiDR+jZD5AYsN59O0QE62mW6Lrqdq0QL7iKEB7MKTmatHi/aOcBOVg2VrS42lqDa60WvEmBHoI3hb43/OdFjc21e9lxZcDCRiUs7ohKVspmoaCZHOKk6+b8KjPVfNBstxmN+Op4E8enP+e0zXq4MaCOsCI0jttSL2JfwojnaOdwhySQdQUIoTNEKIMRb2o0OV7AcTs2W8SFZ4h2AO1O4oIgn8BXL4HRo43AcB8fzcT7Exwd/I+jw9hBbyDlHh2aUApWnnCXCoXCRY7V3tlG6Ps4gPK4LbotGXQCZZdEKyGgiM4sSmIl1KGkVaFlUAeXTict5q/NeZ9fq2Ys3yNHEF95qflxUnlmzS+GSYhSSzl8FYUaEO27682g3qps3ABIVhxgK29WFzLh0lf7zhfLOBF9BZ5EVmYD6c7Fcc0NKXU1kd3F/IP9JrlrnB5kd6AcIA646XHvsUCNWzEmTaEH86TBb23Z/N0fGr+lksUCSKjZuCAWd6AAV45C/UcrVLoJYav1qF4emA2WFT45i4uaAZ4EbjYsTOwLKUYeuzhaXNqIsjqJEUOpNhDtQ39h3BEtpRGjnuBBwYAZLrUNGvBiOjgAJsmw86GTs5fdm2VcmE7ERqq1EKyrEYktJwuTMPnIKeXFZvjm4E9J+k9OhKciRA6H5GzifLCBkmkognL3k9JmCvYOIkzvrgrPt6pLCYuHUUbH6WkC/hfJA3KerzltPJ+ufvntmJzwWqnj8U5qnUy9E/DLbPMvb4dQFkGGRrvNQk/WK0r1a0AvpDO3SV2zBGgh2YAMGJxryBat0sdusdV3sL3VSTPD14O5u0N593JGsFr4VCKwSIKkT/E9kaIBfMiZmWag/AwUuXs+qn3sVIX2DaVlVXyAPVUvHIqES22hABFtZDDzkeFe6m6CTqf9a4ZcMjG/9GKMyA8i9h42m6Fw35+QZn5qEv1EO7f21RKqio0OiWCJWFQfY4ZBIbVEdXZoTKKRxW9B+kjmz0LVIS4ElgQPCR+qorrN2SJSQbm8vVyZCdHRD5CFYWzQotuwHV7vHNU6unfbuFyfj43hJpUi0z36LkIn9ckWmKjlLsUzstOVvmrlECHHRsVmMdviz2500SmjThl8HFxbxWYri6wPeVKazlcmeuNYXjwAY8TbEUKwya4TSoWLtzQ6XIbWrQPoz7WnrL8MlrEk10Y3ww8Awnb5WesZZ5vdVk681pgrat3E0phGvvXuedxcn6ErTREHjJSbDm6XzGwIsfzESigABTwYHDk79SA6kWz2TeRi5UVP/gtv/UuJl9wlEZ/JzUoSfm5+78EnCsbQzTgCPInjtX72kJf00Lxf6LUSDy9FkkRSYJ7hPbe3CZRWUo1EMn/tFO/z/73gHW3szyCqCKjeskDyRClfCtGvyVqhjIxp/iqSEg9gyKDypkWwEIphOB9prdxvxy2Rikz8jw8XensJhSU3I8uUgGW0OcgKXYyHaF8kcWtonGclGZAklEF+Upk27yN6lIOJe7KbX1lSmyaPczxiJ5Yyk3vnggDbUYnJFiVESYWfcTqsBy3ixPFgewoLd91DUz3RuWXUa3fR5Ld0g4GJiWUG88uNiaNCVb9N9Gbj8FUnorzDd0XEtGsxaXCqH6jBfQt4s/3x4WB3KImuZx715ePise/ViWi4ldZ+fa2huPw4lWBIdVPsZHvC1lOpAFnvtB4B5Xyd/JXKCvhnXQ4dJZe3pL3Ha/L0ptcYFPYPX1eFbqlsOtUbTUDZvve/d7/jSIe5jBjCXQ2VFaJ/cUhPO7CcPJHLPiuHT/MPRQ072DxX6gKXbLWmv8dH9+0/nn6RmaENXyNDHx/8fSTz4X45qJBq9cqDdlnYa65hjvbt/8pgT4MHnDiy53z9UsZZzoPaIy+GtaYB8WWtkWid84NRyRfb/K4jIciERzias3ZJMtNmBd3/00Vl2wtMDOUsbskF/Gj2igjq4Ttfuf7rfVPgka4inqbeSplSIxG/AUankzFpoo/yno/keSfZHZPvfSnsUc6IsXA3n6EpjaLaeCJBb4s6NejU1084BdkWzo0RtGbb//Pr13Xq2mOjcPebU7ox/0Zw5Ez7L5lT3yR/89yr/47uPIP9aCJvP05moez3HK0qEFS8F9ZaPTQ9WMv9sAor4A4yJNVIWUyVXAro5urLDgOXtwaIiIcLc611Uz3qGqPJRzQtny6f8IEK7zr1pMBaHsYvVDDwzOQ27Loiz91NTizwRwjIt9atHE0z3uWlwfZLgJcGLOaiVE32oB3dycZZbo6wpaZEGa1y7/8lIyiddcijO0L1vwz8afXLyJ7OgNQPdKpqjQ7LkFwr4ZC5mCImkGu/SrQhnKykdrKSqFDllFh9GHVP2yWS0Lz/SmZJoXGTXNKBb664zJJUs6Ef4IoI6+XgjZwfjiL28UTW5vFNtRqoNnXDt/udH6g8SpDTZnXw02sf14eg7xE+Qh77tLtV6olRxIqjepBXR7YcI3UK9dZRQ/BwU6/Kdg5Oc7I8eXLufP4vao0gXhKw2dyaBThlh/ioo+My07UK0o/LeOTpESOwMQo6Q5/s/70vHxH/8dQtlgSRZgp7j86nenP9yL8WJGu2hAK8prlwznW9HHiqaT1DqIBZbg5flPxjHjmZZvhiMtoiLvcp+wTGFhLr6OdalMjPGhSb989i68Y9iKWLxdNBfDkF8qP9OkUOpMtk9oxIbZiL76FzniAscqmZhcyfs3AMlTzknVIUMyQMLpbpi2sbNk+OvBMtlLL0ApgehGSiBTvlvR/PPsZZktXDqfy5p2SfSu0co1HeWVdSHsjtObD5ck4jIjUAysCtV52j04P7Jk31pt0kS1XK4ecQuguTGKR1DynodGoYrs8AACjV0rWxzZbkuUBv2KgZOpwHU+kRiqnWnAS7RhZTsD9WUyJ1KlQwFN1X+cPB1tGChKJHaUMpH0czIIsRxq0ITjLbT0QMFS1wkdS+TXivVUkBTb9LyB3OT9OSgXPkN8KYzGksmZ/c/HVWOPBw9+FeR//Voj+LOlAe/lzfqY0fjJIsuFdqbrW93/pWQaP8B5HNDlOD0+v6zucYSOpc0ahnVu0V55lOvkMmZ3hm55jlnVcygXxkUn86NuHq10oqC7dR46E/aDvMRITtGgy0f/P61xC6GmZM1ELsFizQ3jaRsEBBc9Kw8LcLFVhNM2Eljrl3giMVVwbOq+tlXgQ/KtVuxSl4YadGn0eBDqtvCCxR0zM0t6BBkTIeW+pUSuo2tWD7QQSU0hbhcFvXiG2GvAmoOPM/ZGOXVcUrrfNZ2/9p3UmQp0ndx3lPJJx5fySv19HDYNIOJhXbcfzIefeL0yCvAqoHqSLEZ9aFKT2QaKSQJpd1Z0kcSW0r+uM2MUGUh4y+FEPH+5ORMjOVyI0aSwTtCpwHU+v6Za91pAJVQ3irkWtQwuIXEkVkUHXvtFO1YvHZ4Dg1fkoSq48qoukdpczmhdrRPRt6HcuzadlPwvvpeDCUpxvJNtXodzz0RshtdsfIbdJwuNrrz5Cm/hFLSQrcnwwkZ7YYhT9KwWv1Np3+DcJQkknO9nULfSEBlHc0uhb3fv/78UAbgwidtM/8nH1zAqSW3z3Pru6+S8DJuRXRtgl8PKvh8YybUgv1lESsgqL1SqcIU8F9qmcCevhArlFGldz933kSMX0kk2Gh+yov+nhN74BX0EvEM8BhOs1fAIWbEaHt2eMjkoUJKY+nzqEQXyjzjXVgRdj2uBFWnZBQ9p+w4NAwb1YwjfKqj/i/bpsZBduxYUcrLd+I0Wb5c6D+K6dmFiiovEy0qEGc6Wi5D47HD9kdPR5M97BssQtkrUlIULCxAhM9s9qCyj/QXNv+cMd2HkZ8i9oM7lFA42JNOPpWAkspwQVpS14rzLKSItHqR0FngoIDvlNcXygUz6NOTjnRmgJRF75+pwo9NB1nrjjN022Vk9lb4mIJzjebRlI+eKuALxTDPllGHo08ldnAviFQF72O2qmZYgMWEbdtmpnC8u+AjrK6PRgf7/mNQZT+f9KrVdPyHo4P56EGSjca2/AZ4ihO3NhMyc4BEHo5uklwWLQ2Kgk4pqKFqb01iOUiePS35kJMvy01ZuR0ZwnLa+BOHyn+sM7+uZ5OjYynzAfc1yN6DC4Fi4phOTjX9zcedaI751SHtOv+iRtb4shW0lBRaXIcBaGNPLu5zcagUGjo5co5Bf3yY3IsBbukiBQbvtExiWgM2KzswlSoBC6tkegJ8V8l8GkujHps5C9vHkXBjXFYRlKlINeZcy5LDsi+E+nrvjkUqqENDqQrJg/74FLPELlX5EVhig83FfnNG0lwPdvArgmowmzBPsHtgC5DzWec757c2TBKOn46efsQElXaybNJgsh6EBWhtCUsM+mjwhWSkH99BI+Sq9ILsnrjwJKMuZw0+VIHZ8Y+ksUD5SvWsbdI+ZXEQV0D2R5/qQLmqhuykRrrNwO2wltqmamv9BRSj/P505BKTJyP7WkwlhSZT8MX9k15TPpRoVlZRUf9HTyZiYKf5CJpVzdQJoj6bsKU+dIKqohhaDilibcrxHfN7WGHZr2fiLVWLgOz4bz9USXERRPL3JPaEtj0NZ7Hggq08ByjHA3Gf2HB0/I+RjoQqyDSmzTtthfM4Ehd/YgpwsDtHu+x+NoLtsozdzkDfEzR4LPvvCK2bosJ1dVwsiHyRj58D0bmtr85oL51V14veSCvwC+a9W106H9ytk86tkEBU9VJgykwNji2svXDpYE94yRGWMjvVu7ss/yLOkaEWwWV02x36OaJDIoF48sOpnFeGYivaAHcgcGJPGpY8MqID5RTQMW6LfrEfwaW1FRWnigEL/YKsp4rs2H1NJ8d8H7cCCvXxDOtvqgzwvnzEYoAqzc9vxpMgWCZBgf5jlzkj84Mp9Qcyy44e2kTRiS9FNctok6aCDNXhUESF/j5F468rGB2BOR58LpdYQiYeQ77I4Zb8JxhWD6XVjRMz6iwpzKUo5f90FvLse0LLlqcGivdsLX0uI/RM1PIkM4g0nh686SlAVewEMwumUZzCPcVmTaeCUUNIWtT2+dmT/VG112+KaEgFuIZLojDZrskTVqwaeqZx6Xd0majMXaGauD4SV77YtfuKq2S8yRC8vzcb/eMTmXFuX7dfux0vORl7Jjj9BjJ29Ruc6E/HzrQAbYhJ+KnnAO+fHJLA3XUTY/ja3nL00Z88/Ygg9Uyms4ujvqUbCuFlD4YUh0iXAZGgZKVMeIbdwIzgX706aM2VOL+5KcxO3+Mlo9R6uz4C1p/xCw+LlWG6LkSS0/mghuk8BxIRjS/hQN9VZhJU88Uhaol9YRJaODiiSxP11Kag8bzcFdyJDntxpSLk4jey+baXziLQ5HIoCqTuAUIEHVNkDaOFiEr5YAa6HIW92I9AaafPfekbX5TcIfPSLh2bUO6aSoSDGpmufYHiIC8kv2TwexmLkS/eAc5uU4LOeZ/sIgOmq2w/2PrQjmk+8QEGEXqQlxsdarPH/CRN/sQDuFDSs7iJ5RONDbESpVhMVKkoWVDiEajjQ5Q/nF/YjJIT1dIhNDey+Oj+v8oClNKF5VljgEW5Me/lDLBOnRZz9KGvMHBNVnKPwnlGuci6lVbik08ie3JR/WioKnlP43fPWtKUiLp2osqqEqalsIW1gzpV8j2q/sm1E6oUbHYfcTfg29H8w9EXT8bXw+77cDTFEH5KNbGMVa0TJYaXm45XlPhsn8Yo0Qm1UnBxxhygNipSrgKTlunE7HH5P8Tu1K9iORMb+apG5C6vGYxgnAqTi/zsMB9GD2UUQk7Ap9n5Lot5VR9cR4Fk/XUNu7Bmykl+IAMxlFJJNixj31GHK4NapPOl4Gr5mep88TRtPu/zcY8I8TPBVXUQk1stataCxhAsr2hrVlhGnPWe09OAHuRCL64+OyomODFBVxuNUEaAEFStMIKORcV4w0q/ig3YdlO9HPsxEodE2d3JhqbZdY4LQNsXkY/249FUo3inZ9fJ4WWBX+KI19h5vjFeClKUwae6Tnsp2XcyxEQaCY8gFYuBY1lITiaQmcTGDxbgvZgD4+pjzEpJR05O7mkYvBemkQIObcZ1sv6u48ycXBHqUSqkLHYxvtICvH17T5QTl1xV9U4G0m2rqYIU7yGw6kquNECZZjUQy9wFZ58CyvkRJfnyyz+enNCUTgHQfJCnaEdmrM017NHoGu874iYWDXmfjMR+skLpljnBpYcoVRlktWBsOl6Vg89kw3Y6Cg5PmMO1uSUiQPLiH+im/fT4gf4kTukDfiZyVnz5lbPV7mW3BX9Lgemxw2F5ZpT+CnMydifcRTWdHkyvnzLikYnXQfzXF33iAknDf63h0kKB6ergcgrASZzOXw8qEcOPGT8zYB5ZDUabTcFgxXgiju7AbuOAt2BSazjcVL83Ai4vKu9Bhp94qjpUB64xRIxo3b9CePRtOBV7h9k/xyCX4fR9gNgr2F2STpdRh0VL/YzO6aC/yeJrW1VeJKdorkD7PTEkZV5AWYvoN0yUvDTw78LNQrtxFdineJzZUuhdaUhO3IFHYoMvdMpLB2WJWB/KHKBS2G6TrfGp57tklGF7WLUU6WmtTzCNoM6TB+IKDd7arL/olOLkpSKtrp5wHfeTk+uedqPcE9lcT2WFubAuT0dKRsg1DaDWykQlPHQDTrBkPSRUaEuwZ18oe8WoEbZJRSVwedOUTgG2qFw3ZXhvYtoiTViANoY7BPiFy9l3sgeuwydIBCTtPwzYzP0qvzvePRdTet3f4MNuR5GWnqEmT2VS0gyGwKYldxcVCmCkS9C/mhvsOtMIwh1DUAnOLX8DuRQdokXSAdrp92X5Sp5H3X8mPe6frai6qpCnuDWlY6FEaAebSOzytsh6fr8CwuiLTXwUrkB3+k8In/rJ6l/39HpWzfJqsJrbJTSLr6E+fEYOFuSGwH7Ld583fUx6hranzcsrBcfIUtQgupPWoQ0y8DJYEw9u3aeI0+r0GH6ZHGFtUeX4OUlh7hmNJ5IUTHqCXw9K7fWdYuVezRq9JOh7/rZUg3wQrt71KV80xFNeUmyf7PpI78R0+6PrCogJONsAWGIKQQuwsLg+6iHwkZK2FiA52DZih7iNq2txC59ETs7iwinSKhI3utWqnWcnI4t2DtAWoCf6/lEpSwbcG0Oy0gAJq9Y6kiQbEDWjCS6CsvQRM32kXB4pTFT0kahElXS2TtBU9oRW3guCkuHlK8hyqjZ5FZiu+DzExbbcHXMt5jVFSZJloEsyY99Ni0sd0a9Zb4djUXuwzQ8Rv4HdDIFxmuqiDd8q5LYcvoHGdXPVn2Y5LoBOdJudhD0HHYmI8Igk2AJ0TricLqO1Ra95t8dqMJXGLLxBu6MJpl7Oc51mQcO1uJB365R70RzYxwbDQ9bUlTVgc+YvHRQiVQr7L0y/2PKeGA6O156hP7USFwXFtUM/Qe4lTIfp2Lv7Td2Vri5EMWR1PXKQTE4eJurduLCLTKJ5V4diRSlchYL8iGpCW1CNS4ME6WygjJmjrJ57RJwwt4nTqFq5AG4cM3lMNjo1SAvvCWVuOf86XgF0Yi0nIkFhWixAn+oelskACiXQJu8Tm3Ef4fR0HRFhAVqDbIlhAfohB0+cxXXJsy++kwxXJzB87pGj7UTp7z4XX+8/lsrilO31mGfAlJMOKsDzfa7Dh99pCPd0dPREGj3+nCqEBaiUSFNFZ3DfGag6HgDH4NO1PnmMydRtALm7FG0f3nvIFQ3ZhVwEIUtVHQvw/pOZErgpMltLDak/OasNaiqcTp+lBahKuCseUFG3DdGPRks133Vg5k81Fy9SHU/2NdWSKPVWAtVKHgmLudS7dJdiniTt4CxNkKgE/jQZHT48+ZPqT33vPfRNOw/hQ64QuaDg0ai3v+Y7DLpwaZNbW9AdESHFFuFsKeCDsts74b3Au9X169dRSmlOx7JBMXQCh35wWnOq66zzeb2mNRtxFVUsQK8vl/svBcadma7dmi+kqIPd8kWjk9H4tmO/sPmKt3eLjpqSrh5oIK0M33T/mV/E0kJx8M/uZHF4KhI6OH1e5hcBFXEOHPYjEzwtHHRpbJJnTHB4eqrv1OzmQF/91+8vS1/VTQt5uds0MbqARYJGRxO3SP8G5fx5ueAf6mg0Xi7GcR8gK0KHIuvMFspfsUaPOukZhGGdRCjWBMG+zyQgEjBt5UWQI9FA2FlSoxQR6exJP9HQMOPMlIYsno5T0TiwmmKoyqMaxqN2NJgWoCJTWgaPoQys5aUBGlyGk6ujSlKcFEiTVF6TfVujz23Mdi1AVwfIbzs3+uspT3ZQHrWhKBmlyk/GYP5t/aN79dvRgUzlfdrz6WhfjeAuFWTiv6Tt11IX1ZuapQWIMIN4/lHgno+4IIylGQ+ESLSx9aJ84xF3SVIQzeDWaKeOejt3ORTrnzx3/HU4RyARHBycgHo0AmSkHQOAencq+qsOj49iUWSfXD576e60dNA4DYjSA8ovdBEuK9fCdka6XyGkybQXW89XecMRxJe3xWgX7uXIM+1+Vldpiqaz59IQe2J5Or9bcwhKWa6Bq78gvRPWTKiq7iXTxUElk/x0Pg3JjgVoK9x30QgHz+LOF9xdWPAK2JSAnxwiPsIRq2GryZbsTRQfH+V/5sQ3C0CAvIAzalHNV9aReanwm1tyQMI5rbOZ05p7LRI50yRNYn7KQz7pOZoitGKy+L4b1Q+ZovNl4rQA0Z+4IskdymcnT/gZfIE1dOkJantwDyvyCVnPZSwqPU9AYG0tMJBQu5KF8nskV8U1TyxALERLf6IMyIsMqFtbM+7DI8Y5c1ucnXIr9yc6kH9TQzGgc8Fp+5MLujEHqIJKDWXdKSrKeSKupzfCAqQTnrAfP2zqY+IQ6ynBh7CZ2LRiwo7ZBpmte/R66ddex1PfB04XrIXZJ6f6gOskotL7n0wWNIHfQtH0g2+4/NemPfs5M6iCDtQCk1b5ko7fxy0hU7vi/067MA/j4A1Z1zWScpSHrpyewn/Xqxnriy/LzJcQZ65PeeuANDKCfMLZ9Urgm3rT/WoR3GYexJEsmE6YK/8KELCewQBiqRzmxp9DvEc0O6q7ko50Q92Wzj7EKxpFtn1Yx5Mi1UGHWepKliFgGMopkTAxHT7jXX6YgJ2fpAMH/kJQkNeSmdW73PlOWNi3vRegYuJliW4sdZLwlNkT1slXJMEvExSvTGv943SeBPGp7X97NMJTcpzv8acvLz6eT7OrKEi44AICmCHLOKbLrFlMy1mM7B0VuSqqaJqlyDorEWX/afKALHDq6DClctUIcAGOdNHUJTJgr40EKShHaDvCIe7ciUKX2+xdo2iiAktwuC2mj47yFDJA1A597p9d4+ACHBBZSTTSRiiDUoc7e+2JVwQOhWQFkZYUrXPutE9hFkrhz+dPPfEnEaf0BGi3PaUAheBxjpF1lsvvQz0jSPkQYVFv2ukb4tFrpIkw+2/TE4fmv/2pnyBtztWFF/StJz6ppQmcb80ff31UNOBVEKE0qNyM9uowHjFTVq6BFCfgLyAvAFMLcyBhbmle1k1aQ9GbyyFeRGLSIbx6KuraZAAq6tjrTXXgh4F/LnwWUEccBgt1clWoiPF4PvNflYxEh61gc6nbsXGcqp9BBujBiLIoQkYn1x2IcXxCHhgQZ2QCXdd+2bFCeEHSq/sxFyqSJ0GmXhGaUxpN4nzXJh/nuc96YkOvLZZKqZ3jQ9msfLHJjyypMk0bRNo2fWwuxzJsDrj/ZMIEYwpkjJ18XWxmlTL2S8h5ZwEgMowMHOKYJ1h1EUVgUfPYlFxe63rkZCHnHj7cckSPuA5uDD6O0SPhgmS0D3+wGV957XbiPEZwyaIIE0Yw7pCiLKV6Ul9/8pWtWSIiZXHpmzlqn7+iju4BS7Rh7L25FUjLF4mapBGKB8nIF9dtjqK/qrp+vZ6wCFK14Fzn3PLpqz9/RQpxaq8BZUvnVijxhTJ9zPozYlfGpYuzrRc2b5h6LLKuA/zh0AgOs9Ah6gqCy4qxYxs7CWI6l0C4mnreO4sm8c6hFr7q2u9qimPIm16jetZ5QYd+Hv9vNeCZHiFir4j+bIVaVmt8zSMdx2HWxtSj+qJjjy54ddxUJGSfK3qw5BevZAIalVrqyJcH/3fx0Am3ASZSNzi149yXq2hL0QDtgkRSudhZcQQrikU6SYqFkZnnnmTEhkg4SdTIWBU/eSDDpSihAr01PscgHnoZ+XRKJlYHwr1zxojbr+Ejj8ta3ht5kYNzynY4Wi7CLOTQ8LlU+e2xzxH2umZ221OaGR2VtYvNTmeV8fqGNxKmN7YMdDZu6idPH36591VOZCqQskPEHu30da2dyH2QsnLFLxcRCJPOW1bLAt7JQ3AIRC6R5ExlK1IntXCdhYxkbJRzO98MwiBOiLB16MRL11aQ/BJiLw0oQzrPgVjD41yILd4DbJqTZ2ltFReE3RKGYWMVui+UfzH7Fp2+gRvaG/b8z9EdD3eRl0rT18DGXocB6X6X0W3RIY8cN8VEHI3Op4NjQBiRlwcJVuqjnH15mqgDlRJ5mgM7zYJwJVtiYzeTfyzjbyr6g0evPg98WVAtN7isCO2T32d+OHzap8YQ4lD72cljZfPAVE6nziTIpDwbESFkN5GNinVSyYXOOkzucPJN0fQRpWOW6FB7vUtRRdjlI6Ene18+tNkXVGF5+5DTHhG7I1dnZDmO+nb6RikdRyrtXLBjchdSFm8pKJqPt8T52CZ2tqWMZLNI4Ey8uSE45dm7/aRcBXEzi2wRTcnodDsUFw3v/laK8R656JisaakAwS7A1QgRbf/qws84o3VaTxYyNWQMNmcWO1kb+70JqD68JtIFUHIKuFhwO66U1tqQ7nPhyxvNqz3C1DMVjhtTiIU3JcJGNBZfdlBZNLGec3dQQmpfuu/oeL9Z+WoD5ix2tb/+tqTZATfARDL+jp75slOPKn2bnitjxC01wYBuehxfhHJKt+XRp4X9IvujpgqV/xQlkh2nwpzEiUoWx9SDlwwDdUuzoP9LAz/MDCswaH8ec4CNvuT571PdSpIKow37Qh4JOqJoHgGZ3ARZtAmfop0g9iRTmDPOLP2xg32WVTzBBFmnUgsCs8o6lqLY2Ysj0jkAKTllL331pT2ERZWIbCpCEHk533CSLspO6XBC+RFABs4ipOxoEjjS2cjjdCnkOEtHQZmAfPR1iESQxu3ESCgj7aOA+/dvf3n7y2hzT5ZZxEivfRbuEnRUoGU4+qBQi0jAgRbF5ajIVD65G1H5fbx921FBgNdrKTd/75xc3PSho7xzP2zuU24TytMg54hUu8rlnPiL0VX/i4E6XFiaeA4Tzjyi8VSZDpRReBSWn4mPQAuZG31voDuI50LCBIQh2kFwh+cld94CzOpZP3OW3g4mIkZWNUXmsDo85LVv/YviZsB2UFlVzyXuVvsOwUBGvggyNZZbVtBkXzyKrjTi5Sp0+Fnhq7n2HWF0BeKqt5ixuY3m5cE/CMfJUedZ4IaTQhHCoRCCfaqnwugrD7tUczZUwqnlyVQWRt6hCDTJIrDZQqctoi3LImsnIUeHRWTKlAC2TCEXjQgXHrvkiLJP9vb+rz1WVW7ZEmkEnYFzdYz2rlCKlSxTWnvFtflYtIj5qEM4tbmH4kAWjoje4Igr5AgnjG8Ji2IUEXRricjfzkxuQYvZzzHCmrrjjK8+TqyYSOVwy+GPVCfYyU29HKxNuyxXUWR7W989VoPRubwv2+96jYXjE8wnsv71OZT5nXNxjsz0lyrA1VKjDOk0zkntQXDaJsF48mADFv0S03n+r1iA4r2ykr0X9gtSmJXnNFozSapvw8xYrD81LQI8WJw+31g1FplxhI5VxRMmku5KsmJgG1BDpW61IP6LScCMfCFEcghwN1aXidtbNBK3XZl2ISu62tD0gLgsi1hKzipLJqsWwVtR6PTS0A+yXHhJQD8Lku8FthpwhluxTGoOsdcnvvSjOFGj0KlIG6L2Fs3M7EISF5vTOzD82lAnf/CEgAvQzkrZLcYKm76SQZMitDwCXX2EnTGe2w/3vpTJ5ECyohKWJjEB3mfZWR27tdPecQ4iIfKScXXalrM1WeJx0RbJXC1V0hAV3qwCHgJdOjsLeZey2iunDEMkxOV3N0UB7l5thDowxCMwBORycCTyrkTfj4G1oy0R4tq7TS5TR0lRIz9Ez5VgnYNoNGeiz8ZUu02n5krYRWf4uZEvGytV6xpPBeitX/YbM3mxH6FJEQXhZWAM9SBHmHFhu8724/Sgbl6lVoivee+u9L8pV6w0nvDIVvqN6uc6nirZgJJYPGe/XI1kZCL7q/ts3M9+P0GBjcCMeiFEetpW2pf5Bd/Loguf4FPE9mojGgdTn/bj3XrGM8THF4yBS/LLIaZvMcqPWMgXjHV+xwmuvbWMYwSGhhCcelVkLR9eNCES22/9bPQlJKWf2hPtTJDo7CWaibqUoKNcxeFA73xALkQzCblHJRxtyaZsxL78EtWOwNwKqYQLITbnY6lwJqFFdPk6CJmm4hwjMSKEEJWiEeGoqFQKeOeE3lvAmcZHXgV4i+Ji7wCLyeW8hHBGnFzmOTnlIec42iVkWhcgjxM4jeTkyUpl7f2NQwjqoAEwl0G8HmDNa8qkvfUz35juE553gdkTVOCwcpaDcBroXDpfAV5kPqvF5opZhdy+uPYhsSX3U0iaBBEWjxs0IgK3w4Uqw1LtjSxBDaNqmnquyDYOnugPWxGYj+bbBslMSPhQMlF6fiSmDbOg3hvePCgutl8gY14MJLe51yx3XY5+P9wUxlND3Vl1tesZyVm2xVeBEKemWRk/J+fYl4RikbM2eRTCkyA6v4MDpIOpn6GYjWLIE1GWQrwJY7OHaCtlxhNdnCTLzDKNfI36axdC4S7HKM2OCHOakkh7u9KnL9XVNwsgkPAmtfZZl2ZLaUmUoyXLjgSxRVmxz1ZZKOItWmJcfAkvNc40/BPoIAGHRCxHC5fAzLb0fuSXOx2ygHQ5ZRRdWkMhTc9pRyxNtMNZOAYBtzic4YqdJeQIUW/KNMvQ6NcceP9kV+dPVR/WCxk9Mi34e+dsTZ0uEMclLeRpHe7AinnzMgF5NJmHeWrN+yUQoZnTpKsoktzmpqZZWIAlUNKp0mPJyxRDQiGQUaca6i3V9KAwmiqdLmfLBZHD3iUPBKa9FZi7iOTt1V86wRzKE7oO63SKwLUZFVMmAF+of/qp6jk1aBm+NEftpKj0xF7tkCsDvecuIc4fhWk7UNccZZKXCQodHcWbo3br1ASf4eytf3xRAntQiSY0lYSwVD/tvUuflZCPk6RWZaR2KUWkCw0esLLZ2R4d6QBvRczBUePIym5KDD0OAZyh7inmhCX/FLCwfVG1zExu7SASfA6MbwrLHSHRVLkdxt6NJrnbHzmVeOVZDopzaGTA0RLhcCWRcqUk5+LUwsiwycvOiMeloAgJ+YiQn4c2dIxMCMhjk0XWhTTFpUP8fA6Orss0J/CfczmbigGPZf7x1Hr9/PBwPMLIWeG/0A8viYcTOHgV28IvifXkLNSwUhWFpePFoNyS/mA/Qtjp27aKeMdwHTi8ACLKCF5a5LFfgTkqaxZy2EoEirS8dku3FXV1itRqaxMR01xyFvz0Gy/5zQv1yjQiEtVh0p/NwAxcwZbgBInTCVy1tn7N+91mtEiehfvP4JZnhR3EH0YMiFU7r5rBUmozyDlmE18S+D0orR4tJjM/CsIcIOe5zu1QQJQLDdC5HgdO98arzWqhjxWOnb4WcCxbxEeW4coMGyHzlSJSgjSWICS+jaxTu0ykSq7hCInIKEK4RouA/U5FScg4MPW5qa12jTSEJX+r8uGLAxL6hnAEZqxTOcz58CV1VyZbRM6OKjmw4cTvMNdDm5MRmfkWSTeuxOqQrYjudApCIvOIwb+HueZgB1A3F+RULkERhGQPaMu82DveBTmRI+/7MZT7nPkC95XyqNfhlGdA6tV7X9AONH/mO+9BhPewJfjyWE8/58G4dFMvH39JIZCT0ocOlcm+I30UQr76H1AIFmJcHQ6WDHswkipwqWwOu6NQQZGneU+MetFZQRaS41OeJUvU1c/zUS6AvwEVF3+5LJ9+JXh2qH8p36tOd9RV/wqKgmMIb9bZBMz8dG4GidNJfnRQt/zoF0EV6GfktWwW9Wk8JucmIYKx6HSjBa8JLi8bfHlQzvqzzmbzLLA3ndc+xePrM1wOh3b00A7JWTS1rii694SQQocIKlrqmAjCp11m2ypWZhrB2hHq5CHlvSOkuxydKOKaJKHRUQu+SBMXstqKgLasEQ6yhwBcdR+VwFsc42Bhx+kQQRYkvQ9ZK5figkolyNcSOnqvL36FZz8jpRC3xkdtKcjXdFXkIg/L66h9hLnEkpBvZJ0iIa1dlFTykKNE8LXbcU11SrudRnsmAOXyeoAyABfw32i0/9xq0FsJE/jkhiOY1DYcvIItwZfFhnwZYDXGzi/KPDHHpDTDweduZTYVfxmTdlqvYBhRLi64EkJSqXSaPAUeFHthhCQpxrDBftz1d1rmVAMSEcpVjlW4oJJND6TysX8FZfIMyq1H40VY6at9VR+zflV6NsNdX8y6LKSTSTWSdYmDahHeDN8Li892f1YWkZL3a7mfyXTCIGO6YQHdFwX/XAAL0OeM5wANzmif+nHK+2QPj8/+jHaQjiFadsQ53GmKtoST7COKPfI6Fj5K4SiFr4OL1x4EXIj2crumiigZE+g4eTODiHfG2uxz1RF2HgTFNwIdmiIp50xxlmN4MjPLlOjuQZsbmCFNTSJD+eyIarhRGetEGWJJC1veDn87KaOPkM8aaed0ROEpTWwCLOL8ws/RXjcta2MRtuxHorLpnXDPAPLh7BGtydqBAo9PMWJ8Fq9QoCEjJM64jUzXCS4Pi10J0qy1bPslbSr1SlhWYVKqcSh78CCK7VdjWsJ+zB258hDCGtAeYCnKIGQFhJWReH0omuNl4mKIfASOGbsa201j1+d9xoJGfAffRohqZdysmlrCWHRq5VddehOIq/TWt/dq0e95N2YbdZp4QqbuJZgvuUxGYNWflGh/c64QR6XVN7WGvnKMlQbrM68dvyzo91DuY97MyVnnFaH5pP6wt7Oc+z6Gyim+1TLrDi70LNQDiRSwz0klUJKE6qYSFT3W5lIjKyTT61h8ka1zUHZZKSd0RpIkHXE4XAFHBQlEKsc36ZyD09qVmbe7zDQ4jmyIcHhKkFdGx1aELWJXJNOnpHe0XFnZIpMFZtIIiS8RSh750qLSusgjxC0TGWZBFraUd/ayZRnOOXOLsHA705C0n6wzR8IQCN+ZBsAWPdtlQfF6yVtsdF751I/zv2/gGPq/1RALrd58cz/JAtNVE3Ib+vzW9VwIapHOywOT8sAsRgtVSdfTpCIW9JMh6ZEj2+DjEU/hysF4ODrIuwbV9KDmoRe4KI1Dv6Zt4mdh1mYyNYY+3dpH3GcsiZUkArRph4i8F7kqDME2AfXpc1bcOu/W7MAyn4zJQjKHqCV3CYkhuee52HmBxrSL9TOi3GpWT7hM7jWylHJazze9RfCXoR4t0wT0W+F8rsfZ7pM/d6FTcuq0Z6+vjkXxrF52sbWqYw3z1y4rkgXliXKcE4VF1vo6SpsiODqcHBwoF27nRJKsktPkzjRhASKdhA1XpnIAQU6RtdTm/Bxij6vgAO06eeDIXnG1m7yizxDygYxdYgZIFKczzlSubyS0XKmJN5Lll+IUFqF2uOSmenJLCm/JIb2xaRfpIyLlS+do70yVt8PDmeHasrqRhyOdQaSP50CwAGMMzGJ2OqdYwM6ncEMDHczaZw1CN7bhoviCCzPaDpK+QOpJPcfYS63mei/WhHRT4yqFya2NVwHHNH8ujmgKFIeQrvCfDuwT+bcg9ddQGFXHw3Klsy2PBG/itwLoC7JbFfDl3nAWJiyoDuMBkoQvv6R7pHrw4Enn5uw+2uDolWxfXvsNw8/Pt8lBj+tbRIS8T0rwVeODSvamewMjNRaQwfPCP/Q6wvZVfjNxrqdkvBpMV2V1ZJ8nPYGhNuYmB1ha2oBKWBVaBfSuiKWaaEesDkVpyR8B9qlgfIMbMyfnL1dsdodwejNxFg6yboKDsrzMKavGPtOWgtoQBzqDDMh4t7epZRws7fhMWyqbQXKp/dFlsY/A9OqQFbMvQjLejhBWsKk9a+MEjSgZZEWyKum321mRlG8ERX2KqAO1sVPGduIiXH45LOvk2hPNXtlwRyVSZ5w/XD1cMliRXnl+SyfXJgtPhBHiQoZsxkXxBRdmtBWkBOm9CjD/MHSkR9Ld0HnzvVdXCm8EKA72s8wCzoEIJ43p1yWo4L8FDwFHcKxyCrZYXh0OSZADU2fw33zBnGJGFGA2ZpjYtR9LSapcpolV9Q2YiND58y2Uq1LTpX8DyCVrNo6DoqOPfLXDYXwbfu2sauPrIApfzqvjGWvij8b0qUtYIexfCA/XuSN94eveu3EfoE97n/HyxIkep3yqMSrCDuXAZ81wsBWJr33YE+G0lpjTnGeEOFdveFMsJZylla8xSiI4/d6FTMkpKqodn8gNwsh8LMWBnDg6PlK5Wt2MCXJgZtzWQSmcl+MIiezYt81IwW5DSojj02lfiGfFIrELKPGlmkFGBGYOTtATtYTiIkr+Eu2KOFZbJHAWRMvhsIh0OpVV2t3JLIQd20g2gdo8Ap5NWAxVpyqnKToTp9kGSNhoiGITEEjnubis3AaQFKT3Cghtjiu8OModf14EQfnZ6DP9seIw8jFgzuWgl0s4wOV2TMByxdMThQ4R6zw/5dYVjT0dsIq1qsNWP9tUq6pnrD+/ThkH3AloV131LD6BZKNdzHnRgtwYoIJoNIlvN1f0XsVaN5ZbALKkEuv3njjMa1cXAucWGY9+0wS0U0P04xn/Cuo5BVDEypzpL8fRRH9gk3GMSeJk5sTvnOLayR0KmOqH0ljUPoSLJkVMaIY8jpDbwhFe5BShvYN1sLQ2CmlU0jGZhb2xJxc5qFHJiV1Ep0Ts2BRcpHTElfXoEUamyCgqZYmMCskoxGU4Rx/TncU6G3tLfZr/kpTga2c4FBlO7+xzxj46ICrh+kSMI6hUKypvZuVI7whwUU5Rov0vpswya2fhTFIgK+IgUkfp2kqs3PaR9iRugUGQEbD/RVm2Tbqic1yePMfW4JMNNOOeRC+F4tN1AS4tuArXwciASyPSmP7UYI9tdYgAdYEZD76zcSinffIc8fQrpNj5e2gJpXkVyLQ8pAH1yPo75NqI+bMPWGml7go6FP/9XJ0+Pz2ouYKSER1Aiw6XXbmybCJR+pr1RLq8qImjDFIFhMTGt3QqvF+TssZrYaw2mqFvOthlBbUvb4SmG+xUmSwb4/NEXUsWvrf65cD143QtK0IzB4hqFeXhHA+3Tvn21M/z38plNbVuaGe/wnFYwRxsJWqCvEtlQz5UmYAMt4mRectpQbtCqZsI55FycjnQnthnODGZMKsqF6EOQsBZaWtLc1S03rmVzLL+TmIZiyEfpRRRbc4JGbfGVY0kcmijIyMVgS43i0fccjhKHg5RQOTtXKLiEeNmZeKMLFHeO4dolgUFcm+bQwoJZwXLLpM5C21tbOwd6XtgEOStcEA6cjRh/VPO6zyx+wpmpHSjEoG+T1gL2IaYzrk6shYr9bgEOqmgJTVRHrOf3wEXlOh5vxIfHh2DR5JMjMaoaa0baX0YlNAOg+B808oKiF0lOJtsGjjONQqeTX0vYAdZ7UzIIcpp4PsQ42kRNmJJcyCmVHCKbOovGCSdRrxnRImzUWUIrBi50xEHLkXn0pGW8T6rqUOWKxdC04Nidb8EqFdlAR5N4iqIb4PhlOe09gne0W2zXzhLrJyhhXagXKENzsWSQW+tPrGzJiV/aiuBEYDDCqU9paSwdqVER2hHaUU9EYiaZK6WyDwjrYMJkI9QB0UDQ8BJtLlt7KJS6YmGOAnZuGBv+PRFDmdmQjYuIyRCwFlFDIjckcmqltpEAr5NvLZSz1IxuZxThOoQidmaUppol4CYXHyQdLCTRG4EOOuSKo4lI6IpQm4Xzw2At4lwOG+FC/C/yhqYRUtkFfrYRwqHVjciyxdmshdF1iN9VwDGLmrKc75HxQK0PSFIQ230WcHUHwoNe1BfhpX0EHKl3EIoLbGIuMI99Rvdnm+51a/ercRz6SkoPCWsvS+4bS5G3nTuG/96MN3uc8u1rD7mHWOmU1RExs65U0APvX5sp/7W79Ip6UsC85zDMoQ9/kKALKVaeqv9l/jl8M82Gy2O8rVwtc/60BWf+ChEnOPoB0YHvlCADJY++GjlcrrQF/v4yJMRBEcyB4Sjzaf1kYcD2YjQLkt0mHbhjwo5t6KwfFPMrpTA5Rpl3tZl3PoqjBQlQYmKSrJPxW/yi9qUBjmODVsqXQQ2nRdhUYizCA7ig4RFLeCAkl2GZacTW4p1PoQV0fwFnAEh4U13VsJHuySWmSHiUALbvB3rGEexOam2qK8rEA8BR3DOAQqyfyaz6niXJ5d8jvW0oiBkS5ROPQ6dSwe/Gnr1uAI8ZSSOyxpLkWKQa47zXkHmvfTKxayg2FAEM6pPF+30IWThQ6vafnWkXYyYGY5uqWLF64bSXQBPZVj3OTgQrc3uRu7QJl4PCn2WZuOkoWgFX/etOQRAhheiPHlTb7h6Xe9SlZgrDWTODcnx1W5O646IZEAhi9WRKfRL4R9vxm94pJ2y1ymcp3yc5nbkAd2QXuBNGQdZi4rT+oHaohHBBaFK2tKYCU8mV6rQJbJWSIikipUiLa5dSR7hBMmvr6NcjHYIZUD6M4Pi0j7zdm5IOwURbJbKKNdFdcp85I1MLFC+incgbu0lm4Xp2KSJMFwKakqwV7DLEplEbkRcLh4OKsfJtBHkBBxTQrvIt+w5FiHBRZE2q+PWFU6UM6vqL258LpLN+SjEe4SUhYT2eLA4giWRc4A6oRbLuprV+s/2eZrk1tpIAathRnXGTn2hXwPU4oXMznhFBQPbGNzqawPWd8d4hyUI8+nLkoDZOnESz3ThbBH+TmgtGyydYHsd67lowVdoG9bjfr3yDI4K8zFBaw08C9Hf6iUQUB/2bnYWA8EUMsPixkKFNATY/HBr4H1G4Zh2GxJw+0nbEmlbfYMqMkJHikdn1H7+E1zeyzQBBVYELC+F832A1gCf9TjK2e+tUerm6MBGwsnDAbSPKIs4q4xzcr6NOmah1rBkhtA250DBuCK72FyzEpY7ZyBREmZgihSpyDoS40YyWCC+Tb5ZF/YWKx0RAorPOmebWneEkxOhDrerxDmHKE47Z0oMETqWYhDJPKN6mTiTlZ32piq77YmkGaKAJn1TZYtEB1jCTnaOJ9jVEiwbAbG5AuSG+bd3QkD48lngMVNVE162qJM1dDZO65WVXkI6PflsQBH9nQD7TSTD81QMEtWCUv1oTEwFNqvBmP34aggcRluQYmBVsX35Nd0XQszgCyVNCu6kziG0HA5KRL8L4T3eXMqahUe9yQkOwl/urFkjchOXMW+ecWbpr76YGlrFGdFWRVn3GZ8xsbJXOINy51DrryPjXgb8a2ivX6FZENDne9mVb6qFd44L/Y3NSopTOiWX9ShiQqLoVGp82izWxEhBJL5mRyDSiiBpKK3lOhthroRz0NFy+CAS0iFjR26RjzInynWRO22gSIyDCJdvAUc625K3vBbIb1tv3Epv+SY3h8uRJWRe0SZLZMI2aVQsRXBGFhkb0d5pz1d7HE5iN6nazLRlBnJzcMkERvc51BIpxuE2S8Y4MmrmDCN9VN5N3vNa0MV3JksEHNXL8XRf5+jKxUVFpStg4XRP2mvBL+fMfsUolRQFmsGi9tkGD3vFbLResRYYo2e+WVqxE5hqtTuk6nRZenwXzKXNHK7SPtO3uzS0jKZ4RTBXbzPMoGRQvCullFF5v3bmcFjR630LVTzqvSpnoag40omwRRuuFxgBY9sprK0LKTunDBE8Eq2eYFJSJXFZh8ehhdViXxCuk/6olPeRLcDKV4E5n0Ojyhe/T/zGiyJbk+y2fqAJ3odDh0xAkHOVT+ERZ6nwdDTXWTnQyZxdE+6A3BzGnnROYYHIJeqiXVYh9pIriQhzAeGzgucuoiwd/gxz3uk1R2erI59Sv2LGUQNHN9lkvCVITLxTlwg5GjbR3gfHmoSUjNiSwrvoTafMfpdfR0pwKQ6wbFMbS2ineIuQNDOTP3w83UFTLcsWtS0illeoHwHJRDr6SZD946PRYiLuO1id+OkpPOf5KgMY7YXC1xcoSjoL6UFxIJ76QK1oBiNjBBynwOCBo9GpNbrqTwpgMTeP5dZz6fmlldwMccD9et3rvVV1elgdPteu26dU3kh/D7PFymIzPYhToTfXse4/kdxCI+64JsMC4Q4RhenrS2MNKETRCFRlioS0PYNSleQ+wanvg7SJiwC7MmX6i6GOiR+LukS/WKN88uvwKUL1g49SR6yZ3kI5CQs3rtjkRlauJw/GDzlmRKr30/lHuMOyuMY7vs/uf0gxo/l3e1lASt+/RsRjuTLclbCLtOx8UL5hlNl3/+RPzm40+oh0X8ixv2fqeirnd3twg7NxgrNo4/jBR5SxP/ooFF+7rIY2y0feT/dxkPbxwaeWLHLyIPdYVnz9BUGE+EDGzkLpaLac2n37P79DwtUgNiTocuWrY7SoiOB0fLjJUn5H0gk4Hus0G3+IFK1wRMhn3Z48mDzEK38TfK0JRPr+ib2ZwkHOw5LyZ6ZZn3wEJKV18Omjs35ytKtTdNp/xt7nexw7+zWQRTpfX7ihOGIAy7WPYBh7tQ8DkHAHBGL1A/jRM3Toc4c/BbTf2aoXhW2Pm62DFbUsrFTFgANjrL99yLGXlau/qZu53+5UBfvu5E3wIoJBPari5vrx7iqLSKBIrF0DCbPzOFqvumQ/KYH6oGHr3VhLTfnN6+pg4WfMZU0yf7oyn/ILwM+ywAZs5gBDS33mn0AZ4Auf8qkN0gW5FBBBIdl4nBT/tU9GI7ENXiuINqUUOX3iEAX4iycIUB1gf6O8Ef4wJEMPHR0iTRaW1Wa1xvJpCFApTG9U5P79ODf2SeUsoqamRfDo/rXPHa0cMk5fbSTw4USE/MDJr5HqWyQpz7JUCe4xlEtU0lFk2ThjO7v/P0f3qIKSn93/ZP4RiWnRn0aViAWfopLgvUUN5Ii2O8dsgfPIuyRU8pNsJKW4NSHNz5Hp3L92RKDdFOafrHgkQwZEk8rdL4frTMlMAUYUvmY1mGWtERmnbVSogOeDgUTMGRvBCZjOl4oXvMqxGVSSWnqUq7Ghzis1J629cmHXDYQILZKNKq02z4iY+sSgIDNAjPi2LvG3BtOlXeXYQO322/j6nUrASn8cQbo/22Sk+C0/AgWVJ+gqnvXeABaehdjmakyK+umO+LNIuIByd8w05koF175tw+zY4wHVrCwNo+8k+sjvkvrFiB9ENZss/GLieveA1WB0MuvMZvsUTvpEAg+tDSVCu9BMO+TVzspoj/bWu49GoycWJyqV/eTJkQyzIu80iv9WBdw/E6c8ygDpHBmNR/dYvi54QH7v8pta2Cm28MLJk1plyIRSsDT6w5M/LWRVQYUfnTyOMqzM2nQ8+3S0m228f/KAyqWumwF8pJ3s76ueaQGKmlPSsTq6bPHfUwo9oL8yOOruiiEejYEqv0OEMPHuJxmuTvhE6WiVK1FE5CQPepCdO6KpJSKUvOeSbcdGsQiG4+T+nrriCY4wRB18LX6jvdsPZSITFT+Z+xSvNpzR/EhJkHw63L4dDkIsmGshLJYHh6y36TO0e9Yb5a97LSKQS8W9JDCu8bHRxTWcE7UdmcZ6q4Zg2Um/mybxWhBTX/K8IzzXHowojlTQMQ9ZxIXkBAQIxxwyfXdehYH1FYtbCVgqwXGrj/WCWOUkPdtAqRh/VXWsDFdtxgJWpo6I2URidq1jQav9J5iZROmF/YVFJNUJ44M9IINL4bITScqFjyjM4TP9quMt60JcFTbW9TuOR+OJmiTEajCpH2f3Px3N9S8Pi3COh85ETJ75OFA0uS0QMWQQJke4+PpzDetMhpnEIoVVCzrBmNi35eIcTAciBk/Gh2AqfRafqqcNnzJ2mKAqKh1lEKAsJan8H96vRveU5NOwjiITubDlShsVbbpVuAuLamjLUjDvZAHKJ+lHtDtjgwJtT5nCv1VJOoaAU+tr+sIvjz77YQEqhCG72dRSTpluuZxL7AmmFKIckD2Ck5KJ//ae/DLiQ5AQZ4X4J6MjtdPtdojj/BvtffXlwy8dZa9SKJok2XyAVxGqsrPE01QkvuVJkPGkmk7yf7w5lxtIQPtlRxt6aOyEkLs6CucBalOOW3LjLrlQu6ugzSwMKbQoduJEN63s4DsILzivoUTfI0PRvqh5lKOvuQfGXvR+g8EqgeMQgKAC6XiWFRJPdHjBbIo11wwxt8PFSjb6aysDdqDMz7OqDzqXM9Y6Px/3UwXjQP+oipOsfJ41+mF8b3Q1naqwsBYBDWKmMb2/FO4bseBkESv0+qRmk0ND4HrvGmOqL/RVxRmpPfFcE/pyj6DP0Y4/MY7EGbp2dv87/GFO2Pm5QtnuywKUiZO5IauNqb4nSlpjFF2LtMorxqYyDSN3OG1/9Knc9d7+6JFyn3/EAPcLlepBLxLmjif+ZfZFnirnkQKk158o90+ltk9tnVksdFo2Vy2eRpJcJBMNVHTTKrlV+Lej+YHpExtr36Ha6Ih0KvhgD9efPkfkOwV9ONrdu/8nhkXKx4Eq9UNKPBw9UDm1mE9ml3DwUB1B06t/VBH7I6b0ooEfKsuTpi4q7VtXMIomTrt9Tx/o/+Vz9+2nFPWp4ihKrSQbJXpSOooqt4FfPtn7aq/8ZA+VDc4D6psNc/PdY+zNdvrYArTLu3wSZDmeVuNYDVBoXgdWILslHKsRq1BW6XphUJ2+Yw3L+dr6eleAddz2XjBb8IzNwWLxlUBBZ4H8iitWn7SYwV0HXMtdr45qH9GnCJw+1y5IUPtnnuMrZSgsXQIsQar0ngdmJed1Y43yKN15nTLGyDs35969z6tZlZNDtO8svLOO4ABcDUbKf2calqqfLOp0Xs9fSZuOfXHwe/AntZD9FxYg9wH6rz547FPPSIk/PjoJuv/oTOaVwEgwqyubJ8JwSrNQm5wKG0ubGikriS1ACWVuhEj+29FEbCU+fST7okmAgmIatrlnvo/KhFcAimvyo9YlwR4mGVdCVOgjpb2uaNm00TzttKkqbRtJ911pINNxARt1+n7xocw2WYAYU7zkvjZFmESd14lqIX6zNFW9p71Ic+9kL35vcZ0IEAIjMLtIParcBKpVmg59dfBFty6NVHPxAjbzZEEUjaiqcTj6ThX7wuZt6S4lyapIMIs4eniy96UswNPwqtP2sgAVWxqmrRiwbp2cnadAQiqXw1pMUAyr8aYztMyRSTIcm0FO6bwSlKhN12TSyWwlWzNLP+gKYAQFbPyJPmT/xd5td6wnBsszH4VhYoBsDmHlY65w8uXh2/W6HMjsU0xcBmVJGPawnr/VwbQzHaagdAlqm+k1vedB3Lr/jHzUUyQRD2fMJkhI1Zdg+jfguBu3IhfL/Qf8c2Dv0h3x3nRDDOeu4JfTuFR/UmMYMAQOaq6yra2i8SLIU/RI/0pLG4BzGRI6mRmIcU7bOpKCTvd0lp9IaZ/G7NcnGuPJJPncpt5DdOnzsyeyQhg/hcEh1mDgifPzE0yKh4qQpmABktc1csNGkS75Yi8QZTiB5wMfnsg0eqgxqXL/KHKHNRio3n8gA+XkEdNeT2qTcdQOE4+KP3jq0p9iXH0kv4yiD8lSFdcPJ65FiylbebmNzA3WMt6wQbOBntD7/CRaBV+qJgrC8rPtBHyxVSXqCz+oGMxRfSQPAZ6IgNwn9j+NwLQAlfv/OnPt6ZOPWNq67SsJ1p8zcncDr3fr4s4VYUN4YYtpezJRh7t/6Yqaot0b4tpI8eGJ5wFKR6l/1B0fUj9s79u3b8v7hTvtiX/Y/MmoOQyb/copoaO6jQMeNw23Dn4UbqyTUwbCvk7csHi2gDP7PFwUvw29VBvyWNVaXkebzheAjTxP+MkTyhT7fDlSRAR4x4Y2VSn+AxTthd+Dx4wNQ1XRDAYftp4EpmXSEF3d0EHkkU4BC1A2YBgH54IVYw5jrVMAy65XpQGzj2rOOf8cPAneYmWwKj5rE7rz5XWzOr/EQdwUXY80MNUguJLLbw8gMJ4yf8ETpAf+uVgLUL+TepaJiFgNRqe0/+5bTT+5/9hmxAPsFUwbJtpkkp3J9viQ4aOCYBvz3/0jGzqS3AspLBQfwgKU9jDAG2GS6eOLCwBTiwQqngS+RHnfIUphLtO4kRJ0VB0UoaHmh7ZxonaYeMqDmmPh7FNZlXbtc/ghjZ/RTatvbOSVbZxgz8mQ4uK1Mo+aSCJaFf2hcm8y9Sc6enTyJ5GXK5MmkM00aqogJZAFJoeMPRlKUbt9m2XqH5llX9IExbv2Kok+yQLpUQSzr0Rc89KN1EXOexShQlVKNDh+DHvZZIheixzEaPO9vaVTuDd9s4xnMo88JfqJbG8S7c3kxQ4+an6yOn4IcsxS9FEI3aYjKyFEgLtce98HWM9EMZOp/sDP0SCd2BecvhfFn4PzE66xwS/TI7FYGnqwGnQH7du8E3g6RByZjFeYTwirUIWLbebn3PlI/Cl0dLxy2VP9s6nide/mGZuX59BUFxCtPrIyMTfP5T8/uKj46faV8ft/MzmiMMQy45xqNOxM6W5wWoBH4wP9oMl3M2iQSEbAEsH9kjAb1cu8DSbP9/iTlzEgPPg8poWEg4dYSKMHNs8ST4MjsDw+tEZgCcmv4CfSugQzYsrSV4Gb3PY8sCLLh0/GGEOdbL9D32WedHKX7RI3z9l4VIpPuIIsc6rJD9WMusvEOXiotJ/I60JjKhH6kAiNCw7BFBLURgXUo09dm9HNh1RftES5EDO9QrkPcIVVSK3JQA0IdlCFNOwkRN2AscccYP2wbW0G2izzVWDX/uRPNKTf9AcSvP9kRjginbpEd7TFUi+XXGoRFqBy4D5FEts8PHFvln+0g4e2Vq9FF/OzwHpneB+2P5lMSApN4tO3+X/RjjeBuP+II+QkHgSpn+vcPJzOn59O61HcurUJzcmuU2+r0OsPDEAdwiwzEcY3yBCVCgE4MeIYbcnRIZjeleAuuNIKuDBrdBliY69JsBNckqX3Iog9sTKPL74S72aRffpXEeRVUGpKohmzkr26407Ltw12Bs6eYUV42SozoP5jlYWvH/1i8CuNFvpNJrN8K0gqVex8hZQrozILRD1hbT1huqijJ9ZJacAeVIFaYENIKzA5OlJo0Ulcoe3mhgrJAtxjp2FcNwEZxOwcSoYRabNJI7DGQAoLUOrb5GcVRX5f1pqtmWL8ECW2YyweJBWCvtKtNipALbinCK6CTGigsm9aZXFboPwvcHCuZEuQPvfvn44eIGi3p/uoE5Zd1o56Kxrnl+JCJXSd3Se+BJugoRIMa1kiX2YfUBecysM8pKBsh692Zy1ohQh4oS7SaHv+ZdMJE6y7rAqMJ3GZfNxn6Z9M6WlSpxrEkGX2arTMW8wAEq6dS75/lvdlnI5nOmGrU6asDrbN0zTM6PtP0/37g2hAG+qrYZQOYg4xXZDd0vxH4+RHwpwYkKNYg7DUxnuel3Vc4DDvQQG+TNxjwTVMZL2lUzAB6mdI78XQODBdF4E69Nm2g/Hq8gs++PQ4pkpZoTThTHN2NS3LjN1oHuTjaKGlW39Q1bvn98OlUc7PsXL3z7WLBdhwoAwGmTq4MQ3S2pIucGOdNAid5L8fa0JKkFoqXZAhpTywLpA6ucaHcGWL2ebJvczNRTET5bm+h74lROI2Msggrs9KitxlNmHWhHmVxiS5KK7kFwqLvnp67YGJgUk3p2OQSg1VqOWo/lNmOBWChzlAhZ+pTBooTvAoOmT1VXaIfuhLyUyYRbuorBzMqIkz5fmWKn6nMOpEa8MV9Q6zr7UA6ROottN0Gqp+zQbuYq+VPpCzXJ3w7xQNUV3ElfJ+q1BfTX9a5xzgw/DbIO90PIHX3MVuQuulGvxiSX00jt8oCrQnWutWE2avDnEV+PrBkpUzZUw8PzxtLyxuA0lexpn8WyFGvcFm7NEoONFkF42D/rgmXI5FzJg/O/VDu+ltcHTsmTjThWcpCymIdhS+rc8UlS6g0sngVfXvthum42XoDUqNojJct86mBE3SlBDJRi2b6/L8kR6eHowq+CmiaQ7ZSGRbH1wRLN6mnzFXg2EOkNM6FFsEWO3JmfTz+Xg0v31fg0U5vhNf7X5+/+y/MabbHy3/1zWp8ZybQJRSVPbhiZRvzPWR+vP79x+jXWgKpsZHbW5pAUp9ZaFJ86SoJYF0SmLwFhcAIImwoKxwjQVoAwkCbPKjoAcfxjVl6qAY7n62oaYUMYe4P3pqtVZWamNUQ15sp2v3n35+/0/wQVtucI3LvYmo8nl0XwNX7EBTFXEQhn4SFS0L8iMZluqex5Nivkl6vvevGpZ/fkLg3l5/DlCGp+9lyabL2WsgPZp12ZNTxPzJg9INVO2a7OOm5GwFtwWpqIoLvEfizG9HR52Ouq1sHDgJ27h41eOdXyBa7dPB/cU5EXzPUyB0C15c2ns1tep6Xf/sE5THCtKiaOa+1sA593LO498AZvcgNnbaaK6ojxDCs3G+BKwogt0h7d9C0Bnd1VvvObjCk3Foup++UFBElmixYDeNoezW/nNeWf9uuu1a8IC1g1Jt2a9M501YELsroT4Kb54JnSvIbucpTEmUvwSo5SyRf87k6VWhKkyW5Mp9gD7bfZrLOpKt4PO71PgTWSDgo7Mn2fuyjzLMDzGgEyVKFlIrZbWxqXGtzU0hpgEZJvfPvkM9OwmwR5SqhEjYFpTSPPD9elxQls7anCkiLj4U7gFkGDEamSoZl3qdnPpSoGvrq8CSpJm74j3RDmgbqFbRH6q7yvcYN+cNGYtGVtE0T6UZ9UNGk+Hs1q4ETvf+1cZsGGPQG8W0TY+GdhrY9vDJk/zZH7pjeOSEstuSz+6Pj75rB9RqXIlTbzZVaQrDyFYOHW9TDVqcvQTC2lNH0VcxBRhbzA/ks8DXQzm5Taic5+dQnNOku2C79GuGvNCjXQ590xeGnoNoS/xeIsR4U5rHyoUE3VdxG8xpQwu+ETmGv7EOclLfbmexF7qOh9fgggwATZ9vw/mxV0NVHXcoqNCYgvvElOYds4vZlOP+uDz5Lc6TuvKTdAUHdBD3zStOiQ3JqdUL7dyTvwC207kPUFZg8J+XxI/THkfcI8cJzrxY/eFcxsdT/YqHn6Nzt5S6vieB+09gBN/tLI+04Qnt2/fdfU+Ydz/IKw+KkmUk1W1yI8WZDQ8VNx7tSl3J9oBsP5EJSbLMXU6mxqhPsQD/MS6SnvxJ5UV+LuRb1I8ilYS0IhO098PJt27WGZaZ8nd8zHMicO0+10JlO4k/KzeQqrtVSmIL6DAugtw/Y80Dy5z9t6WzMgWoqiRx0b63Z+7M29qVwIO9f3UTMO++FCEzGBDjl75aM3Elkj2sitpZc13j8ahZu6ApOa7oqq6P5D+Mxj2BYfXtdZSncvf9eAhtT+8Y8QdyUg03XLHRNpVtD3zpT8Q0Lp9A1/d1msYgJ052Hc8jwHJV1u+D+J3Bs/AQmdWITaproiMo1dhXguM2wIYX/NwDSJWG6rgGe/h8zjI6wvNTLn2I4yiidCQLI690U2MLZji3MIdrI0plXw5UcLq6WDEAsw1Fdt/sSK05hOSsjhdl4u2vHu01UKuK6cPoJdZrqOBaWnzOeXUFqD78WLXXA9QYRqc0yhzntieCfH5fOznLeSF2aAwq4aCSImRFUE57JqXk8onvnzNroUEkJ7X2iJBE+iQWjDRWs8w6MiXYVSE/yjDHnpCjaicnaYlSDFlaF8XYzhqHDpGZHc5Lo+1F3MHiSkV6BC1BJni1IxMSR64EuHGKI5zcxBZH1x2ZXypVKnktPK4AbgK1Y3PtXfnY68CH7gmHGBUxYkv9nNQ1Y4qOVNkMZRvS/3/2/m1HjuRI90cLiECDDRQnhVUUOWqRTXEapDjTYkndfaebne8wr6D30EMIKF7tl9iXOkAoFOYPbEBXWoCAnXOhykFrKWcqIVRfCJxkoYH9/T4zj1NGZmUdyO6eVZaRHubm5uaHcLMwj4MHrSZKzZChKJkhJRoiQk5UTjSYtZUomDksiezIi7rHMQkHUKgPNnWEjMLW+6cz7n4wvBmvHmK7DNR2eY/Gk/jOgEwdKybbp0sjF3OQ+MBJ4HHzd96+B2Kgq6TZpxd89UNO4AX3YXktt+ZKWNoS1tY2t+3DugFLKyj+TqdvAHmlXQfrqjDv3nqtujc7RHfSZGgVqVZzy3aZ1VON1VNYMWAWQ8SMQWmBhjU3f2qmvxZxOwbQxo8ekRMYX8WMd4FjRIMw/AsOWP8gQlBoUjAag2SNDKq1hC14IkPmizwKgttMgUASj+mWEBkUmhoKGThShYuQeEgKmhXfIYglIfzDT385XTQZaJ9AuOX2JJmsLRLMEvJII8RLw8Uia2PkzV7QzFAwC9K+qX6powJt5DHiygIpRSQLabjAVLbpiE0qZIRlCRFYXIRiMqflCISmqSPkLyanJEVxY9GbyDFmt7HwZNcwfqr9/cPz+uhCZ+n2UnbZx24UyGukeITvFW7J5so0Yd+iCfL8bAyxV3YM0yaWV2EMWC6fL6TUk3rBt3/zJgGeUH5UiEUDGqMy5SWIMaDzBecyp0kZgcmNrJ9g2VlwsG7eQQ6IyND+YQDT6glkHrNNvkhSruLh1EUTehLpKqyfnUJShIMs8vLqjacNHJwwgtxmQWZ8F9gjWkM7Rn0TsaooFooUSie1VxzGhlTY282Mgae6JeKgMQv4NSChdSE7FQ1GUBdurqBpc/asVKmZNuToH5SwcpCQ/PanP7PREkEBgtKzgaOfEOZfZPLC4kTtnUPIT7/izjN5lWQJZne1GzxkWGQQ4he1cihq1l5YtigiIcSJ3Es3YsKnX/+cZhAvIYnRMxGkgOxN0Nibon32d1RQm6JRrxCkre0V0/UHU7FtaowAURg9MoD7cgM16A95fsHK3hjALcOVR7ASTUV6n0DNE70ecMcDu5f67Lc+AHl7+UaI/pOlJscyQK25tcky5JfGRTipjpQLS9BYg0nFfdACHXMyADmNhu1t6XmgNwG+N5doC2Mu3EUu/AfIuw0bSjXLR4CVjfc+1lumunLL5ISPktAhArHtzc/jkN3wqMVh0XlqtZxaoODoIJUmt0Y32BjlQYy4NV6ItcNEkYSEqolaQlP9h8sMwi255SQSezCxOBoWKNhFa3S5pEdm7x04qiB3bYBTZB5EeDJIxAHJcJkxSjCiwAKDYmIQhFK+LYBFUUftS4cEQ4tHliJFW9MW5cxCzBBZHAuRQiNNuwiNBC3mqyk2ai4KojvNcFCSHHGZmS5e5450yiQhYpnT6eUgmIkZcEewMCMaPBpBGsTYPzQ5BlmBtTXoutCoQvMWxfsDD/zErwd+qwNHzy99RAvU2LSC8QDgktcEaV5SBSj04TmrjHZuClCV8JNaa1Dt9dY+ab42FBDV5yFBlpeS0M7EdA3a0m8MHOpEAxQbPAIoEFe3trTZbWXf9nvFm70ji/ypujCqoJWHVvaT8tVHchvX+K8OOlgcEs5KdGRnNZgc4DHCI0Trc2cS6pD6Z6IioRMkBIt3QQUlAgO4mEpmsyqMvXYklGgKM4NxhaTjMKZqei+ignBIoqTMlJsLK6qdGYQZLWVF3Rw4UThJyYvdcnlRQQWkJGZipg7wplK5Zf2dm5wlib12/jedmIlZhYhSuyA3QkwS2hwDkzNokkreki1qoiAaJnKIdSmZk38mBI+rpi1w6ETLeoDz88N6WZ0MPzd71sx3RqFlLqP6/T0g7XGf+HUBHzA8igZh1nvGJSZT/ZqB7F97DY4LWtV5voDbLT8MXGtKmAD3zibzxZsOP4IlIRbX8xckXeBVoK4Pzn3r6irdIIu7xj4blM3yqN05/5THo5zPlvC8EeBzZq+RBuWFTz5gfiSKS6AyVT7VTnhP+EaA6VuVb4LQj+UaoEd/hAq8oQvEPPZJGahMpKXCpcpZgELvlWRepzgIunMHHSZzO4HNit/miWog3zwCEfU3fwm8BxPS1oFN/8aCBa/+SvXW1NpVdZAtUqjWemde8sHmypEClyVmqsW0eFMOmLeQljKUYCYYoDoiNlen/F1bKMazwELK0kOedi2eAQzOWqKZrfQkUUGwwdMwQfLfdLgQ70W/imBtzuEBxMvAs2l9uH6tvijX9jGLo2REkry/bXAdE09Yp1wdWA9VquT1nxW2fixPx/A4jNcawRksKVL4Ezk+nCr6c8mwK90PeWAA+zVUZhGipw64jtgmYy92bQ5Ly2Ne9L/Ixw53NYL1/LwqKwg1MJgAS/gi7XLCbKGWUAhpaQoNENfrzceRTaeOcUIQC5lnajZ7024A5VD5W67ARGOcwZ4jO/QjBjjE0IukpD4IdRpbo1wIKWIyp9DUrwyUZA10lH/gRLxl5khTQpoKb8VMwJPlBuYsodgKghci9IwXHu2FRYOy0g5DUtZfoeVGCL8FOL/TOvYnsikS6SXUpiBCy7QEdsgIvDBAMUMkmy12CkwGN4elOBDAHLSsr7BASoxccWThjLIVLbVi711shUek6JLMC5PXQWjaGZuy51fh6pP6rDoP+9e93tQM9a2DlltxRpBkZCdYv/S0CXyvbyB6tWVyvivk4y+YQmkUSuU7vsYjQaW2Ni3sH9e4jmx3kioIvPeqvwxNLw6oxTJ8tl+yWT3B++uWZAPUXlfr8NhPFAr3HRgLVFry9CA6j/WpbL6S2kBvEYWV6uYVTVvgHRHNXCkBUXidUcwSu30y/NCSG3ciJ5KLAsXDddUmywMlIsPEmwHLAe7lXWCeA7RCaFTHPrQndDM0Isa8+RxkEj9n0YZyQVYEGnpSNMpRtpJgRySzIslIhuzEgzgnCGlYXDF+2kxwULISJewaC3aW4L15HUZ6pMBvBmNKo2zv4FNKbM6ifYhVxLXhH4gLzV2wN6E2kx2LaXzg3ke9zVC4sgYgwaqNXkgmi3QCeBSPlMzuFPM4yiFxJYmb3Nk7izE2iwqZ5TgH2d2h1FgQsCkTxdC/Op341YXOxa4uXDJmm+QxPmlNYkPYNl/u5ZJYQ0ZvFWwDmfCFF2go5lCd0e8PdDtqoRkvyhyQxL5tOZWBXlvVCtsnp01N4aHgLnBVceNb2D3QweILdX7p7giDJITvHsW96f5FW3VxJJyc2kpiOzOpQLfWy/iEet9wQxFB5oy3OTy/jffpphg7nnwMPoOLU218CRFp0aUIpZ/ps5s+Cc1RivPT9Mxvgmhq7UGtMY2m8JTHT9D9f+bJWevN21/4Pd9QhtCxw3zNw0qRSpgqCeLvsv2MJ5rJHh9Ti5WJBSxXyosgYnA+0EPfV/UWQlQJ1PU33SU6kUWgzRnbSkReqpYmLDhMjnjmNtGVjgRzRLo4GsZUccv0rsnpJAemBjH2LpQdBJKbLeQKc5UMThBNf7NHYLaQ5cKCIF5nFOpYGziX/h0O54sEEbQjGnFtbkAQyz5Qt8fFKY5Qh04IcnwO+Fm+eQ3+SolhWZY6qWtobtQ/sSQ2Ck3yJXxXgK6kmOYIMn67EBrKM4GCMIFScqwTa+D3ukQWoFwkVX8VOyHX2UZnsEYh33obVpnZoQzXWEOUclH5Xqv9rG2N5UMg510OG0F5ghgfAF/P/l6A0o7jqqVYhvcsuvZLdQjr1G2JW2mCBATvuWXOFpQx4fqlqYAkdC5LYn1ZGQvUv72V5sQ3vggo0HHirbr8LEF7DdDB25/HC2U/8SomJP3Sz721+uC3e1knnkRrn/dEMwdvKAhkAZX8u/yYWmMARe0wJMrrdxalQCW0lXChqd4ZiFP/35RKZE5taUti36SlwUO3TeAnSqPrzqCgyQqxCLCfp+SgBSmypf3RlsU2NbFk7cuWFSBVu7CSxMniIp0mzGhwaacAonZg3pk1iws+Vcw8GSOfc7odFEzMcVKzBd5ntuxVk0uuqKS24BYk1+tnrxVGma/kDWqMagQtjhc1387WrEJaGsezA11luzIo69Vze1wnHhEg47cOtnK5HGo8EigzsO6nYEGyDuq18shfsSB11T9/QO65UnbG+J+c43GugVLCTAUYH22yJCTWAQmWaWVuTNBALBRYlmhYv6evbAUTmrdwusVG8/JSXmEWIi80gMgiziKTmcrpfNJdNg8O4vr7+GEb1wfYlcAOoIAjlScLrgEy1lNR/JYuC7UcxuiXBYv3d1vd+ZRPqUkNzK84uhVaYcaf78l/+82UdQ4sTo6acrEAioqBFwZeRRVDQX8nXhfgItYq4SSrLLFYaUYeYOopG/WKWtIWVN/0NCnaXFMnBZpBtNxB7kS0EbCEkhqyTIpdpBmNYjPSxpwzMhdUTYxagpcE76iNU+ErqU3dOqLMn4EoZmTfVt97pUukdm5mEIIYHCJbiMvJ9iShsIrCXyLe+hLg158+e/ZaiDmePZP9+zouAVb7+8deEtUjbB2ah1evY4SukcXDOtGIGDL+ziDU2BBPAvZAqnxSHmyRHmuSJ+1vlliuuTbYBb9G0cyBW0sgG9H1ujpQ5yzVNszGrAjvw9E4WQJYuApHUHNQ3ETPieXzDWrWhfaz7mIsFrxntm37st1NwTRHtcSx5EU+gQ7PEVU+6VxRVLluN/IwVewk4aZHUgVoOs1L2vld4LwGGGNdgVwyTX5ZayRGPW+4CUm11Sad4VE41CQ11PoS2VGow719Ef/sdedk4PiYmn4sCgOb/rGUHQyJaspMYan12qiE8KYSTomyGr2PJ/tKDsog0lF40RVCIk/UDkHgsSfdISKDIUneB50gBCCNMJPEDsWylNH2wyIIWlnuN/7sRHRbog5Q2GdtTAla1FABxti7jgiFJa9R8wQDf4okPailMq5vI8aNyCIUlDiRljVlKUVUcbx69vpZPg/4+jW2kPFT1/snp4dxut4+NMWa2LuGbkmuoiCj7wZ8VWm5xzsf4/ZCvXOSr1TwyJ/f/r+YtT7RsHq+/h9KT8c2qwWwqqIIY61hQQW+L6ft9EIuFpYlk7pQXxzL+o52CfdwpqoLb5csZuezy5Y2q3NtGGpoBMglrwy5SlZx8bpcyyNe+CBn3IrmjcD16b3tI5YwPL+lLOVYm64EVIanYFbxUaSZ1wNkTDP0FagOv/D3slmXJD/Y9tMPY+Wq+Douk9lfoCysQMC3yjofcZMozU1ZoeCndv3sw4mqKatPFofxyTkxsHggC838RAql0lggOTQOGapEuIedSvyyLJ/VVEKT9FIJ5WorgdaWFuU9B8ddDyVB9t7mxtwZmsHdEUbAOzbRIkqRkQQJzLYDHidYBBBliUDcQizaZtJGJejFvijupCSaDCFzlnqAmyv5jEVznBpcISdTStRbyqUKLi4DUSwgGZI1OIlwGtIE+NnrzzCAn8oQvn726u3XeQ/kcJ+7c9xP3KD+hjGVex9Aud9Q0Q2w0mnRXFmYMAyNHRvx6VxfVpKXbVj/FpCo63NsFhScHXm9FD/gxreXxj4jxJ1X98g1+6R16GNpGFWm+7qwZvcNZLuKIT1fX0wLq3eEDTw5OblonxFsgNskMhxcMyXKvaPr1juAGtse65RduqGrXDhqrOTOpTlWTE9zLoMle/UrLNUX/mbbX6UGmfYZCyAbyJALCfqa3xfgsk8HLGmCxQK8bBQXAkX4la2k11clb9bCCyPvLV55Caq1SnjZ6C/I4oWySiVcK8CCOrbUQWmiLUbQvVdY0DAyaH0yRFpaiLAX/DMHbm3mIy1SFA1Wl5fGBoqT/FcAp82NtsQsL42Qo4lnpFMrbGMaYUUVhI1reRW6Ga5CW1DUywQXZlEidKi5g6L8CFddKUuTXyKv3r599ZrKY/2eyQd8XXM1vV7W+9I6hrBGptVj1AyKM7H3C1Txmym5gbr73B8qrEgtDyiqtW7/VjhDSy8HveFlmqr3DaJxqGVYRo6EbE7R/Gt1Cy3BMGvjTo3qmAkBHaHFWyukswGrAOdPxs27YW2I6296ps43vhh9BeDRTA3R5rPA9gBDc7T7qc47ez9nGTw8PtnB8rkwzNFP/BWP+AQFaV98+vZfWYtdXHzELT7QUYza2d6vyi0OX/077H24TY7gNFZ7V7k4gihjqcXP1Vfy/aISnW+Wvf1aAqkEasoi1K6E/NUfe3Vpf0lOlSDVktDd0Hw3kV2i1vtITDQMSah9oTiJv/OYQZLTAplbSGQTZKHJ6YJKVsjFs8w8xdqAIy+rpnRvbfZIIh4NcV7zKHOyRa5sliiNifOupJrBZBPbIAlRGf/FH4gC7dhecyf4FT9hb589++2zt/txEVAzib05L+XHZEWQt0X70KrGjcfwFaG8qPsNgfW7VCHcuhXLvYQ9GPH/fD0sDeUGOFB6ohvhSOekRBN0sHSmOvZRA5J8NVCu2WE+erhei068NKwpZ93IiVLF4q8R7wK+TX1WDKC9TL4Xh+t2fYgzAgtULKdnfldndoT+NFbgz3uLn+x98cu9Rz/ZO8zvRvjjHFIBlpjzJ3YV/zFe2o9DH+MLbP6UERLSqOEBvlX/l4+pcS0RGT+zB5gMtoW53nLUQJsXxKMS02ElVEpUglrwSV6l4QaqVCqh6iDQam5lFlds0T7/wYpZaNKNZx8I897ZtXfEtgaGtFNhk9KcREqkZYStNSvsSimREqaJv3lFDqStTTIQcVscGHeycAcuzHmiyUJMEorFbVsVW8b9z9q3XFRGmYxzkxfEzET0V4GvhT179vaVXEHZwTf7TIHP/I1BPILQsLF7oF24suLdZMDfPly5NkvmeY0rhgIzk9M8zLO7sgBMC8xeT2Lt5S02Dqt6WVWwookCNsSCE/TeMDJD3gWmFnPIW31JaaBjs5vqtcfbTmMXVL/+d+26ALmO+0GuuuRoPnnz4eB3cyZ7vFdn8CAPHcKv+91v9g5lfn4qX0rmJIHPhbFuMDeE8QB/wWw4nsOLq31C+JaQtEbRn4v6m5VMkT+m9pZ7uuH/vG0+3CaGs72fSsjPpXTcIUaCdVH/Uolf/bxXCS5CMvWNu9K4oVm0BBtT5vKdOqwDCoylCeOULpgLENERNut7SwELtrKHyt+JJgjNQswRWIk3YVSAiMWEBFXCMeeCENFMhZVqkjGqJGJIcgA1OMOGtoKRoR2Z4aeCkcWE4DHV8cySBZgYtNgjIfI561t8P1k+boMoeO3bwTiB+/uH9WTJwpJ76RHkWN+sWFzQuaoBdJYbD/tbhCvVZYo71+SwgShxVn0aWLG46sftDGKDxD74lnDi48DqLYVDe0m+wBhX9nyAa3rGNkfH8srWZ9h1LHTKXy2NwrsGsEEDKjk0YQEHCQD5uLsGqsIoVALaBWWuBbE4Wd4D4SHRBc8BWtet8oeyYofTn+19JucK+5SAB0gsFnTG+Uo/Luhg8TG1cOckSNRXmr3yRQ6hn5mTD1Hsh0vn+ywU8quQwHO1SscCfP1p5Uo84iPDZ51K/EocxFyJV6oEMRUtCVmdD6MSyLHJ0KYgiobLhQQFgptd6D2KI6ZRH9Mic6HA6kKSKRIyV2wuMuai5oyCwCwBfvd8RIl4A2XnHFFAFp8CkpCsuWW1Eg9WoU01M2/EjYti+VQh6lLy0BaSmqx2AAl5+OVDuX6v8QQ/lQHc94onLON74bcEPDhl/jYsg4DSMegyuhPk1eqMvSegoqNFXnkClos7FZA/Iwcv/aD6pDf/tfEzQVlyCSmHGwD2vMO6AVhNmbdzZU/lr8mExEsfe/k9oA1HaTvUfKBNwCw9SR1w9d13laavfjRUUUJDZGkIco4VSlBn0cEGLCUNoHj8mBXzjPPxI7M7eLGKHFaANUEDH62Sg/VTPDbZLZkSYl51mUdO8L24Dif14QNCnrZaTZTABDZNELPUQ8niu2wRcNfWr4XoXyM5Ptz2Z2628NG14LXWI1wmlG+jKZMmzqqEY2/zq2Uqta3Ej6kTBlTSEqMSkkA6dVGCKsQ+NZ8EVcRWiUAk/k6BJSgKAin2k6RgCpLjJZI1V6C/6EELSuRBVFanSG6Sw24Z0QZPxKPKJSUw4wqU0/WJNCeLZHlOzbK8h6x/Fh5xHQkozuUMETdKGBlcQ9cWn89PHdkVlP377Wtui7yt9vfP5QEykuwB1uVim0ZV7r0rEONNkPFd4Tp5bgjbSrxSVbAVbYb6fN6slSyojooNSeNXUsKRQuFV2sbPCFt4kTAKVbzq6+cCL6rj4kXxltu2Fm6DWr6f5WEB+fPiiJcF4i0N18aywWI8eOk/g7zheMkkS84nY1gvxvEBiIggmN09jvbXqL4OxBq2fBeYbuBNEKuFFUQG5LO8JMdXHDtfLfvwZG/xinsMbz+U8/Vjf1VMjtz/62d822zvl3zre8H9h3hUJr/LZkma4PIxtfLhNkyfrJRKEkOHV2J+F2qqpFeYuqYS3Eb+179Sv04lMIBKWynrv/7OWH5FTSKKMpddtFAxEiAUBjfbKckivcdQK64//Io5xURny7xO1M+ZRGmMj/szA++9S3PCplhJNoGokBKNmP7Idl4o4leUBPK2xsn7NF/anNpJtPUvbEGEKyRQfe8cL5JLhqihin6lKa9MHxhmUPNfNgmY7O9f1JPJKmbAgjLSU7UG1/dRC6Dc2NxNAcVEpoy9J3A9E+/BletRVYfdB0PkPa2a5VKk1bhIafy693vD7Wn3m8BfU9pSJySfXvB4oC2gAIO4oMwNDbwceDVEMjUJPrTdE5yHU9gDGcWjTD9QUX6SL53HXAzW1Sv7sYbGx+G4HOoeUi6k7V330qVBzh8faFkq5O4doLFe9PFDf09XPpzv+h5+yGU/QF7VL3C85GcdSg34lFrzVbH2o2Jcm0NQtI6PCflJFsFP5VuG2++v7CaDWBve8DDjw232G5tKNJ8461WCnL/4sK1E94tuKthqbJ8TA5AeT6bYqJUU+Gw8bBsiwXljK1HxIYxoGitRYBZepJVAf8vL0JvTtEVhJpUyLMhSiLtyyRgUM1sG9qpYs+Agwj5kOFL2kZjCw+KaaGo01kKD0blE895B5NfGxT7u+75iBiwyLuAzXMBPv+YlEF8ErLF/fmrDx0ADK45GjvOEGG6t3nXQbSCm6+rqtaFXzz6gy1cAGYrEBNJjZW7uCDOhG3/YZVUyiX+O6dgES1m28feDA2q/1HFUy08Xnz9fKg+OlLJ4Qws7vmcWxkjeX69pAbk80OygqmdHs2Qs8CY+gHJx2nxdsy5zXzohsB5U/sqeM8Nxbse1ea7wOhBdf8ZVm2ncAylfhdOo1/YLO2s/OdSZ3t8maz4XJq9Nrhb3Gv5q50v6kd8qk8KYi4+4oTzKT9SfGHv7IR9TI2Xjh9uCF+X+wh9uE+kXTH7fdioBO5+Zi0pw6+OvX6sSf5XYSPtVWwmVhPZakNK1B7eykxJJDrXPAN5QeO2YIENTDCztQjCFCbGIYkMik8sKCgQSneZo1McZFBbOSCEhpTge5ZhLbK/UITC7EmIjNWQHptAiCAPJumkzleydgo06yWnO5V3TJBXi2hXZrgtX/Phx4c+bUGj1gS8C7s1lAMMFjIG9KheXeorp4WZo44F9+wBNS3QD7Fr76rTV7Lo64OpTEjT/W8hG9JfPA5iZlUxbbFuC3wAZezA6oDUWtiK8d3ESL2hcGxaeVyNo7b3klDztmzO5wBP/6iOuFQORUAZMcfCGsPJqCKyMKrioJgerI/X65JLHDLZDLlc74a0aHcP4KpxVgIHPC2aEHvzs3n7t77E5De3gQpzw0G5fmbP2lJyW46+VhcogRInGVExkBmvK4Htk5vv0N3VZ3YDLjs4jyQ6Ji2I1VVbn11+1APNX1KiEP4oGD5mc0Qxki5CUEBFSaXRIjwRlgokEkbyZPZmFI8kkW4psDTldaKY5NSKOBwOxRk6WqQisyLGkTNAfrt+++q1vDhmy5kW2EX5h46AgnFgUQmNcq+AP5sznQqJgdojOTApFi2QF4PIAYxUYvwcXRcopfP3p17N6n8XwJ8tcVa6/FrCNRGIAJoMrhg0xsd0MyU7Qyn730GnIFpheNIsP8AEP9jZuykyHjTwEGNa3GBCQSxwe24c3l1fGVmZxjrkclcizwbtZRskJM9Z8BiuhVLupvmGVbysIYkkrcjsazwBqn1cBHGlA0fh6HNcI3yiT+kWT6smyf2K9EjB75jstkrGMGXCzGkyOe2uBx74Q4xnVzvqeCgOrIZSu6FnIESgqjVIE/tQ9C/I/shRekfy1NadZUqQrFvnEp523QCM97Q8QBRFzDojwZoUs0SlZkyLWVkX/MA/mManZijTHHGl2TiU0R9QoAv3bynuDHGUG3eKif7xPOfS5EUL5fx+94pVbzjNmcn7iCqOiYiuiMxJ7F8/OBMszNbcg+rCQEKUade0Kf5YZl/4+xAGMH7mevXr2aS0DuF+vlvVJvA48HJcaXokJPNrqmMQkgVsAra7fAixuUdYl4NYkvgXm0tvAUHFfvNI0EW2X70xkvcbWy4Y8ZiGHgIG4aBfUH4GJZ9oXpxfxHExSrws8gAMc+7nkDuRyWWd9avftOLVMacrry8VVrKYgGk0eWED6dyoLKFTOsgGXkW7baaq+DVgMgZmLwSPdgQY7WCINXmKtooKY4MRQQdOVmpmsS0oL/sgmxIG1V1lQL36OxhfPsoxkUJg0Z2Xj36QbV5giQnjwFNsbdYgckepNgYsSKYvUllLbajmnNpKc2DBTQiaE1KxAEEJwlhJopjsa4oRGQsuWe9f0w7evZf4+M4Pp4tIO4dm3pIQwpznBSa4AdvNVOJBvXwWrE6J1mSdq4rhpLsbViQi4CNpeyRGkiOTXHPjt19IqPMDpYv/0cMyrYHrcQow2oCUobN4t/S6BZ09NQ7YBaiuQetczLgLxji5anPZqNWLgkNy8wtHeQt0GC5m1zlJSPSirzFezQ5m//erkeIOpPOPewE6ANBlBqtazprmo17AinSbEWW9v8YZ80/COZS999nQl26zuYJ6yArhcoDOHRCtgjejrg+fALAitn6TlajDWzxj6MegdL5Gga4diEE1jUhIdly6GchENNQGHsaNaZlUqmttujqe8EBAcJWPhs0gYrKGxKyktR/BAUbpo8IadaNQdBpcHF3ykx58MFhU5M0upkbZWfPRaVoL0wMxCox0LdmFUAEJhEhk+BVmfwp4Ffvrqs9/65VtHoinanM61B5MdkkbmYp2guEyu2gnBj9TOKSEk8oi9RJPGlsSIuHIK5fPpX1i/5l7w26XvgsxXs0VVlKo7h5K3lxh7xnNCEA3Di0jfGZiseu3YBEz3cOqk7/Jz0PAjW4lG0XsGJGDOHYvElSuR7bA6vzjhbJTRAvarMBoY4GW8Ysc/k68J3HnBXLm0ziw+69r7oJ2gtz7C3ownfFYHclnlHjvD0WzvgPVZJPKw830n1dkWzxF5zxptbkZ/AF0VVlxA5Et9mghPmY/EajD6o7+pw2hPhEk1PVRBzJ14SUQllRggXURhrCzis2paaQorRBgjSjmRrEjagJAXrN5KlZqo0nOnsKTEXqTYslb4cSkXQuZVYHZt4tM/zYFJiIqaiWRui3KFQqpjZjePQhONhTyTXEQSSQ2hJsQ+GQolYrnn2iYIfxfWZE+iY5ZP0FSM5ZoFls8fJFIsKBvmOprmGmegzbSsv7OZlFcA+dsSK6rhuH8Sl/U0Ts+4sTh6edpDFq7+NUDDbledvmWw68WyuEAnwyC95T6m+0Hm4Kw6KgI69qOFaXuneM2d2gRh6zrWSATZOvc2SThcXnxKhA7bdcDiQqZjRVjMgOvhHZnONUAZQH4g8uniOei58stHBK2q01xWWmBrh69NJGsNqeaDwea4Bkg4HuBqVZ8t4zawnwOMkc2mP2GDBrVsoSsRk64ozAhJcU/ECh0aZA540BkhztnoV0d3C9E7UpQN5lS9bkmJszeKJFMszsyQXDiZQ5rTYSw6nnGjUQ5cwa7NeAYh3+JLAvLdGLPr7z1Bdk42JaPJrDDraqHkLPmdgSSjIcFI0CIBZmHaEFP+JvsACqcCxHlKj+xRJbKVKvOXBARCJtmliDtbHDRHyPLsGVchVYJ3WY5CXovT8Nk/rSc871BvMQkMswgFnHSTDixHLebtQL+kG0FfFFq0owmcyAhhKtRDYS78bmt3ias0IwO4aMTv6AICLij6OoqMzmUOTPXPnGhxQbguYMpViNw1R6dFmH3b9Ul9xwOsF8UAqrI8UC2EVbDE4R6m4k4Fotrx2DPh0YGmGriB8x1n6iPgbvVUf7oXZ2NfAyyjOqyHNCNQ4aFQJYRLGymhDGbMtASno32WGIIazcF3gASOrEgmrr8IIRceB6BKQHyWJFLkYbPQprINkT/CLcY8Tg+bEBwZVVbSI2wb6BwOMkm1cg6LVELk1mZRzqNNgQsIMUIyXeA9HM6FUFDLpEvgiSpoZwZQcsBaEpwb3Aj/pqwgQXU1vEX5jpMCEq3JFCdAbtsKZtYG8fIHZMMOuu0RZWUsvgmyf6hAU5c3dbhFo2YhxzacDoN6ezAu8FaLap7xBuxDJH4JhCGiHo2V0NZ986seWwuAjkp0/eNI2yBNX8X1sgRRwoggVL6liaxGc12YHIeVOm/MaNwNDlO9LrjjAapW+gUHDqow54Ijerj1J8/CGob55LVpzZiV6t68wV0QDt3Z3mQ1X07iNvCR1cRKnjrBMLdGhAJZD0xg7FtttYUuAMEBPX7WWQkUagYxmxeSY6IWnQtcmwNXIYrgGhcUEoRZb1OGo9CdpCAoQfCmIKWAFh6yUreoYdBgDGHgkaZdibCZgRD1p1YkkJu/EynLiZHgWmZFXX+oMEYTzAEzjIWeGc2Yve6YU4U5wTsi5HV+bZFDnPyhiuBCsmpFuCkli7n0i5qJJDpU9vqLlBS/BOzkcgvY7MiWRdTo2T+u5eScHlYn5374T2MqxlkHGLFcEBT4Qdkk3xZ0JPJ4QwMUdePbhRtgiRe4A8hXSvtWHLm60pSvd+VzzAUMWxUwvKS2GcL6LWY9GxTuWmCEWVqf6UrA8oZGVFgKsdnycThfb03HA5zZ/CWLLKDOBBYBR1Lb7tDxA4dhaa7zAxHomutPgQF3LPeB8y5woxqM7jA9qTLQjCsd1U+2TCuqRxgpsSmqeNGzDnPEUB/vnJK4M8WOkL9JYI187zLaZFcgLA0KG7kiOStMpnjLNc4AAP/0SURBVMgS/5IKzcVF07KdUUxGxJbGQYEzhsDMBDll6G/OIAAKneIgM6VQFwNDIGDaOaN5wR2D1ZxOiSOjzTsfLAkggRzmg0rMTJEUmAU4s8sU5sRMysJIbBli4/1f7XwFMHovmv/p6//9dX1U7+/XSx6C9qvAGleja3WYxFDLBYhMvC3oSdTYbnBM7o5+2rsCqfhx1qcxFec9Z1Jg49EHaT6vjwU0b4Vsg/T8wuQLL5k10SzT7RVeVGNnmgXtrw4uCGRVJsGUI7ums0/7mZAWVm2Dxa52tZUTjoQ5HHla6HRHuID8F+40x7lvG8nXAU6QcxZpiNvAGiILTYE91KVBDG/hAqsG2oAKNArBLjUSXido49fojvUNIc7hlGROOUVASTfJkbILI2IcaVkGlSO/oxFxnFiiYTZ8IbJkdroDpSmImFDHoiR4SVLQSHaNlRRCoYfBQTRMYgmpIcX5zBApFhgFBR0mUxXX35KJS7o5Sz2ikOBzrpJbAVVjD2eIMT1bTTLUjHmXOUoRbQ4FFpjC2Yx0GYLoVz74HEgWECUpzGuAmgNXh+cHx5oKM7g6xmgAShFozHWcNBGbz11cFyw28f5d5daJ+oaANZnzjkDjxh34LmgPWp+ngbqatW5iaxHGQK333dOeu1tMYDFVQFqWhjDb8VPCayCzfurXeW11k7hX4WA2lwO70B4eWzvFcrc3mccEf0mksLUPNGp0iFNNUDFhvHVeOFM7GoHXBh6m9rvAs1gRGp2K4e0AFbAWRVJRk9SniHmfKuQEszsSIrwjxQptnSIGGmIj1AamLQkl7myWLWIIzZwmRS3hE1MjhxwAOh9JrqBYnZZ5neiId2QNcRYY9CAGq7OBmlbqHxkizZwwRFJh8F6Bq6K9S3cOJwd/1FVbZNTWMrS5o07JQrFOdV20KeIYZEVBnGA2p0XM/JEILXnUDmGK06DC4I6TA+glYAjMWFrylm+CzOrD/f3q/PhwxmP6DKyuMeoDdsq3QLpWibdHugbxOtAWyZ2Jb9jmdUF6e5IO0bzcGe34Nw2M0HpKXmbPa6CW442Jd93TxQTq31k5JW1VW1g99EV3BBdqkwvWiJvJcI3ZP1nFRPbm2DbF2sbFY47xsF+yzbpv6kkgpeUT09hCTTIUue6g8WFglEznuRpMfhMkp1ce41aBVEIHjHeGPiyhKOSIwHHw5GULEUKcIDQyO+ZM1jLjRMOMxC93IarR5zZTaCVYSofqbNqIRf6gZHn+E5Y2mC0qaaGKKSTNqURKu0tVspBkdC1MdbThhAG5tqRIMqODFGBqZhOeBO+iJc7YNrpQnKXEyUJgjlKX5BEWDKRQF2xbiTuw8KxTYS3yEJFJbF/7CuAzeXv/uyFSTf6v7QGe78sCHp6enErTGFwiMcTGwIOtf1kODV1/F/ZqgMxEGdo3dSh3h265o4D9S5byvZ95s/5VF0ZcwJ4lGZlWpumTEVpPS+hZJ6IR6awgKI7ErgQyQhM/UHNELfJtNqqsAhPvQdtPdjkVg+K1Apfx6HQ0Itl6XTTjop/MbTjQnBfstzl2PYi1YFYssxD2r3iAqXmEqADKEDE2Jepfxr4IIIHhO0DMKCpkxFsnR3EuguA0IiQ12q1IoTjw3wrpPASRLozZqCLNJmqTJTani44wN82Vdr2DDwaRs1DbC1Ip0CxpCoqoIs/7Ii7a0TZOGzXJijpuDC7nMc6v19ZIgimaFQRXQP9IypIjNTJ0wqyNMW3BnC0WwqOB0eIkOEbU7VXGkJVFZAX9Jh6fw4QqBqeaMb4KJw3YPzytDvd5bCPG8sbB6cGWyckUS6EE/l2DtjEbQOavtK3x4eTxjjz6PeICdjw3mYRecto+cWwt3lxl4i0oxql7whFPYleBmMjyPLV6QLuGOtIOYNLUwr4d/KXYbGZE1Z1Ywt53j/higAZJuW3OTeCVOuCmL8PlcoBediI9wNykDYmLiAoEikIFLdTGXAqSyxFQEiATMdkqY25nN1cyh5IGI/uQUFSsELJc8lgaNAtLFgf8Ead9COefYs0b/2CKOkYWapZReKKhKTmrDC7ELIXPdTGaAbwhUwT9E2NXqpxGJuRadkqhDuYppUtUSAt6cjralFFyOhttsBTHsmRzay9OsHgyMCQ4JWVqC5aSyRxBwvZRU38QPWtHNuRiE20DeP+gOm6meJuNQjx0YLTxW2YL3g/7TkLbmlHAtjfvnKVKS9lGnDnmiMUgNNDzi3nOkr0KxKphd0zfAnV9qDzTg0ZyY5x6eeejH9i8BELSktvL3MRIK6sYP+N9aEpcujLEklTuDydDJXukSO/DIWpA+eS+uk4luBeCcC2QDZb8s+lyLx+DiXeBtaE6RaVSiYo6WFXbIFkUGHNE5FQidkIyr9WFoOhVMkfOgtggOBIqaiQIEqN95skiYMlCYAhWsygsJO2dAHP8g69JgC/+igrxvjTLKCXDEUmuZPJlfcQNxcyE2rBG3uUWvJGMLP0VoULZ1LLvCm2wyNE0G7L+TY6QCZPQ4DVP0PmnnCB478pE6dCilMDlJ7qlhcardApfP4MqulMRglHkTRDGjwwgGhyPxi3LaM9dD3iGP5BGJ7Z7MbcCo0p5c6DpWyTPquPmNmsqLNfcxlV33S52PUBbvZrl7XeyfUBjlsoSNJpYZhF9d1JHbieBXSg54nHAnOfXlT23tc8eCZoqx0fTHUSliqTsFZlTEerea+V1NVu0MmmN14S+7jXAuEIy9aOA7TXA0B2P6xL4n1pGGKO+MUXenKjA+9DVNl36o33BYw/RNPM4Z9DTPHb4zFKIkRA6mhyJmpbqG/yufyhwpBHPRkHsJOivBGpU6sPenIqYBrHwJokIewvK9kfBFu86lYKMmjcZm51AiRZnMQodL0VYjFBnaHA8PadAJIcr4S0oEu3UIiaqocgrgRcNc0yJZillNag8vcirzX/mvh/6JRCRs4ZsmhW/5hqggM+ic0VHroS2VLP+PcmiAQnK1F6Iun3olzbuldwcaHqi64C5OpEJcjOzBuw2+S5ppVpoPUC8vkOZPhaCStJlgMVseOfnF0d785pbFIbOU3kATxcnuiM0HYoLqJ0soMKystdId7cGcIbd8nscbkvdzGxjF11aX/TaidlPdIV0sTRn2WsBz+vznYGVXwWuj+QBWmesgU2gwW49DV0KBVCSiaF31hxIRWfMG+mRKyjGguQskWaq4i2dMPiNWHahOiH2UdFwzUwTpn9KJFLkhe1w1IxRpU6CUOqPCIvWvlQehqC5gMwhzJTgcPYgsYuIQu2EOAguAgoSWlKRATEFRIHRBv4RiuYEVTR4YbIYIVkvB7EXUaEgEOVKHu1fv/rtb70kDAmW5DSL1NbpddPdWZCiAL8EIkT/bABrBD57awfQcy0btI5RE7mNKZJYgghXn3jtCp2Z9sAUvkeoWYfZX+BWFeLBF1uG8IHW4WA4E1ULpJ7nYfuA3ZuCxexx24NsLgeuvap7VQvYfshTUhUiHjwfqlm3gM3Rrux9ehowVXWauW6zIJAG0lp9QnyCP6ji364ngzHQ0JxrAhwe4IE9QIa5flYdByhsKIfx0MpUGrNncjGUViDIoWT6Z0IHSXG5hYoXihXMkUjNZG0tPcuNfVTDCOpKfY2JgrSsjwvwvmVtExAeKRHLhrJluSR1cojBOGSVop2rYbIS4ITROSJiBgeQgzcFZlEieG/phaLN2R1PHuGUUvi8R1T5565Boo7EZMJef/b6NyHJgvgHjyVBIeZMFmHKp19j+rgNrHgWAULt3r5+/ezNhQbQ7FSDcTVdcV5vpz9dm9fYowZu9FWH7YD1A4TOr/mYx83BD4aDcBYIixBhrhe1Bquq+2aGqo/J4qk3ziNTPm3U68JtF8F6BiOBdzfKG3fle0st9CxO3bv9MgZt4Vz90E4FUuGgCfp1FVvG+Sa8ditHxd6UFBSBZQwttJzpxJRGN/Hr3Mu+KuispG25t5o31wCtJR7XxglsGawITrS+oBT2RsyunfUlogphBXFG60gg2llGSdAuGOEpxJCWpTXJlkuC84RZs2wyeAeHy6ZcmCPdxJQrm6Oww9okQFUoua61SSaGaRNJf4uNKkSy62LDHwRkmSkzW1BQIiTIApWarCZERSwcxFUhCop4IpBIMJdlk0YN4dIuSCQ62jalI10eIDcyIioq4gpPskQu74XAYIpovgUMFt0ihLRnr97yCEy94LMgXFvpDlsNq0A801kzgO8QPKQFgZv0voHrbmn/WHPJ9qCOp0UqzeJGn9o757k60jR19seLsgmGejH4buRmA8jce73V53wWKV3A+XreqruY6qWPJXUKz2ZyQ7hb6sAC1+07Hm6UU2kqe6BpaiQPzxLzjsmmRK9lcFktN4CvHar/+S56uxpMDHBGeIzuiCgQakWx+nVCs4R2hS5CJK7AuTLFkqCHk6QI/xQZPOCOCs2MxAsK3UgqbEYTcXWcNQtPrswozLtIVehoqVUKjTTwSAy5WUQrw1sxRiWHhVmw/uIgJZrqSAlgIFuphmVFTFtQSRcVNMpJw+2/sZRrWaaZK0kWWfYNaqHixlz99nWQfWCdP3iBbK1J2dtBeSUiM2DnTMZI4+GYN1/JAlb78ZWG/sXv7pDuqPKV4ap5GdKGjH8DEN6bTwe+2oWe57xQeFkPbBXfzA2Yk8dmRDbCC+QMTdzIvYURwH6uOXgC1h0oD+UsR2bh9fEVppTVUVOXOj5vRO17+fvrXJeDUQ5LRBfdlf8ScVJrPkfqxG1gz39vcBV5xWXAeVkN5ojnAFElxniOdA1xq5cSNNQhWxvYiSAchH2oqJNSY8xhIS0boeOKUE5hBGHX0CJj0T+rXCc31KiPIJC0UAoz8M4yhDlnJohKYGrIMRq82jIp/kQiIZBIclHEjbtop1hW5s98wk0zJUp2Puck0UkmQna/OH8HVaq3To9ZQJKyQDMrwhYE8wpR4ES3XIgpMLTZoWRLoEFyA8gQxcLEyn/6KRp0EXyz+O3bQ7mA/iqIBq6mFP71IYd8F642cAfOxOXAmAYy+v4h7F+xEUtPCMt1MVUrbjz6Svze1Bpofry+g44PPWzAwQ6zeYviWKyBl5SnZkobfbW43CveAeTRtocwl6G2+C6UBhtKW4qRDNbOzZjzxtKFsMBHoaI/Ebi83mVkZdI2V/+v6qnnwFwDDG3I0c3eBGipTNbqJpQemBH9CmXyjo0EAepS1My5ghAS0UDzmEV7Y1Fglp7cKbpIY9M/6cb4Oa/TQ7dNLJgCJ0AKsZHsdHJGedEQbSI6syiOl9JdiCUlq6OWF0RTi3RzRHZjJpKxzU7G0s3QTLagiEZKKQhucsMUKU01gpRcIdVUE0NgZNI/Swh62MXYzOBuDVaHMIGUeyCSSdTvBzOf/pQFoWUAzxi3MbKGgxJd74InHZ6G7AgjTsBWQD6QUcHZu73lPACeDD6JpyLDBvi7J8UcaO8L71QTo2EgPq3i7doGhh7gDisicDuqJ6OFg2riI4MJbF9M64JSErsMeraN5Q45nLQjKAldrjwaTZMc7TK0Pim0VtLIQIlHDeEY83R3AJ2ZPByW8iEZKALGNkM7NMmjnM1RlMTqF6ogMtyOB6Ni3syXPGGf0hLE3hT9P2z8pVRlC7c66ueIxURSu1mIaQqsjYlFxEKDjzBlu45BtZTQ+Da90ElyVsuytGiC/iED8WQyEluRAWcT60i3hCwgiS4kSipppraSQYIv+B1lM7cLYItEi3FOgXmFmivTomuCyQmlbBJoFljISoZGevAF5ZW/tUceRaF8+vrZa56D/lpaLAPIN2f5ei3b0NSQ0gG5POj70EzeJjCigYziKnRj7ximmskeX4S35lIn1VzuVZbvxsfzfLZ7nXnnfFGddy99DQ1gmtMtIBN2LpE+Gw2gbt8Iwe6OnQ/m1Cjx7YAFai2T5GG+4r2QIAV0DFy5BFgINPvMc9mE1hcUT/ep8LO1kaIWXsTtk/Prn9aWvAnMh4EZG1wD5BeDm2GugR+bFYN96KqVQCR4FU/GokKmZChOa1hwpgpGkkAJoX8KzKwU/UlMwS17bKUU0diFNjrIRAttMik0X9uYortCs1opjn+kF3pUxymRwQSlZlEh2BUwXpgiViLmJxphEI0TkFo4iuELyS2dnf9BNKfSYCTVZUTOT1+9eh2MJMSx7NUvWhdEJ5g5aLAZV14C0uFy1ijvddwGgRqlP3v2+rd+O07Dh2fB/ER9jq0BLIuKB4P4eIF0A/OtgKQDGZMF6sXeMWBemvd/DTy1YVunlARFsAjNhbSE/qfU1p6XWbOIfUA+xYw2tfdymTjXmfhE5Bh9BAYVOVfB7JtrjA1U5U5tVuqgJBMXb1vZjkQ+FLJttq98zipxww7cEagUWZfNXWANaQZ6jHmF4Ix3Ym9/cZgaG7rx6dt/XfyVqJl+cQgnnyY3/BiiBfkj6L+CPz6C/tfPECYRbz/8yV586CzkSyZCLEx8P3tFbvHs7R2+oj5f/8ookiwsNFZ/KuOiFMBHIHJoaOARzzDti9sUuTMhNlpkujHkmVgCZco9G9FgYo9fSaLLDPsJqek0wmI8FChZUcIkOIm8SDUmMlhkMYNTo8lGSTCzSnr72evffsZFOZIoOfjJqZ3ILieyOyWlugaFraSFUPYQvZMH+OyVqcH36VsZv2evXz371O8Cy41546EfnxTbdFoWn4OEpL4DWFtx8N0W14Oaz9fmQxzyxLjAzjfgDAeK9i3EsFa9j+yu36vtZ+6DzR/7UZ789lAB+V5rsuiklLEVxNA8UZ1Qsq09q9O8wjaLHiFmBtXSVlQWm2iv1vIuB5PphHQ65W8qnezXPaqqzHRvpTNzLAdYL3gO0JrI+I5RbpXx9ue9n8WwlwZYR2SmflwyOPHDT7Fchl9ZbdCtOO//Fe0KO/0zyxP8fG/vM3G1+ogQ4vEdwKNXwtOiylAW2Z+5SlgPGbLUVclzeVm3oqKxiRE2Ed0WGmcqTJmbhMzLL6KBJWJRIUwZkedcIIXJsqLrzAZCKZnsJOGRYIqiwWAWBa5bSHSTOrWKwAmmUA2Lgm5m4q9lAb1aX1sZ+L0zgX9ww2VJKrEpPGglzSTtiQTDq9ea8FpQ9ikvCHsS7NXU6uri8PjE19k8tkZBbBEmJO2aY3g7DIQ25b1zqPk+PGteY/ASesszbzcwvY9pxGuzXWgcqHVQgSO3dhvov1tmD6rvppYDM2YBe30nnrUV/xrDqbn9fj8tLX54ghitA7eKkhgnowZwOjhNJORMgsk8DFx3HmO7FHyfjgVhmALnRUArhhXK6lAUFJpcMftnqZmfQvgpyfA4UVyxHe7VvGpgnfnwJz95KwKmThbsp1g9GUeJ/PqfVQcMG6pp9YwSPvz0p3t7X7z91729n3wN+pOvfzPd+6vNZaCuI8IzL8IoyH+h1C01GpIYgk6chhCDGs3yLrM5COMhXpBCcjRERlnakY0gyMXAKCkNWuyNIiOSs8ioruKKRlhEag8FPDrGvCWAbCZLIVm8zqraKun1q9/y/V8zRUo0L3jJqX9kcy6YKL/L16RllYP4Fs9P3h7zXRKCh7VRRZUHOGM6uzrcPz085ex/pjG5wQMUn4MCjGftInFHuNaAF1BeoltBdiGxawLTX3t8eHsuU/raMWSTNaPWh679WefdOAe+1HUbWEczs4BjRA2usK9nJKGA6YlHZI1leZg+23pFgnkWBhA0klNGWdq5d3hGCugAiXAoSy/XzoDhVXVYEbqON0H8VTiGdhoAxj0YGiMbhpPHz5SvZZC+sIYoyETrW6agI2aEKjv207efVns/VvQXe/sKtTHwPaHtlPCI6J/3plLieu+LTz+9wF/EMn4mI7ovxl/tneEC5ibu1gTwNxkfqnAgOevsDXbHGuvCXyFM2fAiSiQLDp6saBSVeZEXdG2uCWIyri0iKdZbFkkCgQnh85XqRCzwpkIlEBlaVDWCbA8CtXv2Kr5cFKTMo8C8yW9eJ5XNPVD4suFp/pokRz3hNZYN5S04UXVweQTmfL/alwuICdz8ggcjlqBA0nYfw9ca7QGUs8ExbeEG8gtg+rgi1n7y7azvmW00YQU6qr/uAW7wHy81f3vng/SMHr1p6XSRgMcRB7IgJxqRkW+JsCR4IgPPMgqLiwLt0t/lXTq+hwn07PNBPjI+gGnMJG1qq2qirryeATTIAk5X+sUjSXVoDQriEf/hz+V7WZ/+vLc42jsELfp5iLumREWceGJtYTvcO3Jmawisbz3ZlUn7hTTpd5rbBpemt78xi0v4Cc83/QxVk7n8HQ7fTz/9jUyplBFc/qIMIpJkSiOTcrmWqehWVf+JBodr6jpAsAFwvkwsnOYrqYpHtsilkFK8yxBimpPYmZYxKgWefI4gKYQHWfaFckNCCoiU3CJ/Q1d+C4EQZYjBht0cRISQI1Y5iB7xsYrjKV7LI4xaUaWGxC7yuBmRL6mRIsnsueTHlQmzSKhmvzKILBHNctC15j31OZO/6s3RyHMLHYjhFhDRoO8G13bQKG6jZW5B0q+vUgDav5jIhDQmSVjzlpfg0pfMOuZnxFsc2k873Lx0Um40jYOscGIJTSEdhy+unErgVgsIPnaFDqtvhKYbaQBjF6T2rm3TkJTsm8ClkHUb3IUwgPXRjNGwhW8jqBJ80Gq1Wqp0T4EX9dehXtgua9xP935sZfj6Jz+RxXoEGmqDJTqSjf4lCuJEu4ckKkWmKo0GxK//+XDvr5IsH07RX+wt8CF+sffXn8vTcxabgD8jRCZWBM2VdSb4cVg+ScT4Bfr1LxGO3Kik0NBlCibQLja0OZoRWs2fGplKbsUUgaHs3HIzudb+GxUlIjYPJiajcac6YqFmCZozmwdKVMSshEaUGPGGpi2YnZYlRjKE4IiMVFeIm5QZS7L59dM+JJNYpJop+4oqZ0owgtImFpkFJ5FUt1Oh58DOpBjro3pW/PaExwDjQejKJjAG2aaByXDLk27GvXvnsGs5N6uOrUA13+MmZrhCvLlf2gps0+yA1mEce1rvsDEhhqWkq8zLhK5NKTvxRTzHLPBR4ULuUGC3AbD0X/JI4EHuRIYWEBK79rnn1oamaBrdnKHGC7DlErhy6mYuMtzgeK38Tbi8CRzXANk87LFAf02cK3s/A7WOvG1ud/w0jIn9QauRLFy4eNYnEk9kKDWnle8X1wBnSv6znD15er+xGvpvIcyj3+L4qfXKwtRZiYr/yujbT/95uccdZcpxvlJbEQhKVBuV7O6jiMgnoGrJ17JjM4xk4KgSw0ZAgzl4jATdAkhMguKYHlB3DoSwGAgNcYkoyDhSI48jEZInRGdBwRFmlFAM8GR5okbloiGRBUyZnAazw2gNWc0YuDYLTYoTS5rfAUEY6wI6T0R4Ckansa9t/+QA+r2i85N4L6oZ12uQ482QpN3hJuN9J7iheM0DpZ3VUh4Xqm7bxC2itqkjL+EOYda8Bjsf8eua1aMSdjF/GKBECnQd0bPm1WFqagf+/HBwdNoYPO0jhR3gTZNg451mIy2Ew9cIlUFuOAKJa4TlKkXbByMQBtDfRfJCO1eGmEqzHr6XhFaD4hogasCw//onZovbsSKehH/mgW+r9sXb30yCxo1bLt+hK/LRuNSHllhF4gqhvb48jodv3/p+78+5nkeWkAnjz7w/21vIWCoLbp8IzIQD/fCXU195jDyuaRiElEBUVNDQe1Dvw9CYPe96OhNhxsyGrAbBf3Ki9zYxiiSzU42HoCyFmHZCIsnlRxQqSPzhc81DmHHHFISY4FNo0Zlqckp0PjMSQwScltdIIzWQyESqdwq8wVlwtshpPEYDBP05gBbtNz/gEa6Qe8CK7e/zMlw9WU45gy/LuX7DwER9BJ5tXfMZrncI19GmDsgYHcv143JX3iflloLMQtsbQ/s1Au1KU2kbetCfA2P+RpiGsP71y8FqB81EuFy/2PLFYLVmPLG9+jdSKxdQDDoX/ho/153joL14srVRLoR+pl93uK4xCpO9qYpLF/AorgE2o/vPyVS/8lC3f/Z1WDHuSXCnl9sTVr+fcfnO6ifXUKQPkw89esvDLD+RDv0m3Ma/4tkl/KrLF1NgeYr1q6/LhcCfS+g/T/Z+rvjPVS3ZQnzC0FXyuLqBQI540VujxRK4TaQXW4BTFJxNmnkLQqszFW7nBAvZUb7ZTFMm77WRBAM9op2FRuUKk4VnHheARJMceJ+MTmpTk9ruTIrSzOd9ppAmJBPN59IcJV5IgbA5HnkQY6KLfqa/Rb+OwkwU07NX/kzc/v4p90EmvJkuzZcPyN2Gjs73QQmaA/vNjP5k7n8ApAXwO8A2ErFwE+ag9Mb69zDXoblhMT0Z6aJGlECCd/qq5bo96UoxqJY90oKLGuOwyQC6pZHSaXHCgkylGnwCIVw+QWsA2+fCtxlAl458G8DtV5y3wRkL+C6ncTI+4BqgPBtrCSP8pzzpl5p2ggHkVobgs09/55gslGyX0p1IstLjUmEaSpQN4l8RJzm/k9vHfeKEL0JeOBVyIynoTC4kz1QvXsWdD0p5xcU/iZAdhJcCqJaCtAppB9i1liBJQVQQ6WkfvJmzeHqNVidiNgcZMb9pwZA5wZo0J5c9oaWxN+JeyvKCnqU0JkqB94TB32WLsDSxJDgefNpcfRcULEaiwkTMnLxtuRCyIBIsxiQREDD0ANnEJAvI5PjZ/v5Xsn9ynhiMZ1xuZ/ButX95FTBJ/2OgeEChvNJTGQRpOo1WpzhpryzItw3a10GOy5SwA52547qZGYcRd279u+JLVbJb3Gzzyxh9L7QD9EAiAxNWz2hWFuorfK10x3r1UfbERuBIrRFDTbMOyp3hq4Fsrzbl1BTYJ+OZPEDGdAx8RruvAeZ4/9neoei2AlKJn+wdydHDA0R34hog2eQ2cq0OLjOiY1/Lyv3YQnw5z/JElzGTgQxGFyw3kuJlLRX91d7BK4ullDpQrh1ybTBVlT9CLVCBNTs20rXrKHAnQ2IRsbUwfzA5gzYnKSS1VDBCbb5UFiLTaIBGmrPkHjqZnTGQqJmZTHelMwiy8xK6WFOFZmpkTYrn8kqIeFvLYOIHNXhdmLbAzJsxNrgiZ8kTXA5cZTxA4rZ/QkQ2EnnkAfoa4JJLgAwu6YCckjLW1/w8LF9CUv7HAAsgsN93zEraXsry83WyhBndCuV1kP6LcQWSiI3ZsQurdU9yzBOd1NWBD2GACtjgXW64RSHAJhuRKexVjqNdXvCt/SJye/yZMfQvKm79WDF3vGs+xKlTjLLt2Ac9UIFTmcClrKc/sClghFu5Y1TLAP44FEJahn9WUuLO7Keam3LpTyRfA0RvDn25z3pF/MNPfyeD92OY0Rj5ceJTfhQHx87yQqTdSKzpL/bOfsqlxK/89PVPeSb6i0C//ldfAqSWiChqSBWjSLDQe0Eqd1Agkc9pxVQ4t1nY0axQ+zAeLkhJzpwBImA2gzksyanmZgty9AGBUyMTyfpnXlg61Y88RaAzdmRSD3eUN6WmxBCEXKfCpo0CYYj6OwkmMrrqjrEFVYEbUASbZrKj2nOoTH6W/eKoiPFycBWrwUxY2o5//+y99vSdxlreBB7xbr7TcFSF0hcjt2ahRDiadSzMRliVG8GjD7dYqGQN71NshHrE7RzPyzOAiQo2mqEthrc+zGUW1PjuAXZ50R85ge7UQGasuSJoiGp0Z7caLwUjzV07sYPdirkCqI5csDmbLleeAfNNEAZ20RQjMdQ1xg/tn6UOveWeLpBX5HwNUIg8vN9J49CyyJoXEnHkPv30X8/2jpwfZfJd4FIYalquAUqG4f+rLNGudu5NMaVi8CInkCgSRsQXG2TZkMQZm2MlkyOh51DMTQYEtCwgrrM3W8coI3Jqc2ogIYS/cK4nUBGXr0zmUBBMMOQ+GCzCbaM/yplI0UiMpChaWBFNRZOQzI5bmkU5KYiuM2HGvMu9ZTijdykmyvFngX220IzXwkREOFyUKTfnZP9w3/4Nx6k+mXF5OUC0gRcR1o95xwb3ooGU977gpqXNWc4PJA3gopozWesDHtIOBZWboKMumOTLCJzsvqBY1X8LzrD2UZAEZuuN1Z1f9BanKVCeXR6DVfl87/Lw+AA7k0CjZ/kKb+TuHH8sWqICXzAQT38VmKbX/BF2HoNWeCBqoV8BqBbrdKuMybTmNjDrAcZ4ZoDbABCxEvsaIJSS8vW/yu5WvzRTOm8i2k9LvbBi/DOGss53Rn4y/THyrFJfpwcY+cmDEMd/c6E8P/uldfhnQjV9RveQ5Jk0EeUoFiqUOqrrqipK0aSEbKQHL3jkzNzmCu6Cq72IiGpqCxNQ/mTT5jLSQmSKcWfEmhsXKYmRngxminQzOx4cWQftBLa1TVpTgkilHkTc/iAEc+FASLaQ3KIad+BIyC/7SHDnmtPEYFbI037e/2+LsDEkrnza+bvA1en+4TFvglyc8kqwxngq0YgRgx8vMKMbYSTrOwTqlOg1gfc/rLKh4bz+pnNDXyi2Uep9cX5JWeVd2xHLJai4tZw40JqZURhWwnAw9iCLQRPhRvhy9PXiUYEFmqoJkZEpcOQZK190K5k7/d0ZDlNbv6xC5/Jec3gsIGvgj3C2Yq4Aqhi9Vu8tV/EUDKvBMPJt8jzuFdNmlCt/oRra8X9bFocLmtUh2cFQkdijYUZJcA7n196cTnaS4kT55eXDt19HKUEOlJiEWwIEm4CIRy0sVdGUbcwq6+xOc56Il+o0dFe0oFkNY/6TiySxq9rE2EoKiFuDXVAghHzuyAizcg2rGdsOD2JwOEYcGa6OKU5TPNumjXhbq8KhfRZu85bMrpNojvS2FOpcjuYusHwDhNc+BM4hoSQ5ecECdBe8CnyyXx1WJyeVnwPLATspKtyM03z5vEkYA5hhitj7ANcp8R7sqmFSzFwFQNoZGqz/wAdM57BeyFncLFYpmTz2HGBxkAqwqF2i49CfiyZs+jIdoBKaxwTH6lnm+KPgq3OBVEcdD3DO4z1Kaaxnt7tL39ezauaiY8GEDpTDQ+OplTuGnt7x8PRA1dIEmO8RTDUOY07C8A9lTV2wJoVu+a+BHxxWJ1TAFPOKZM1CgVEKpxIRrr02awxi2CWLArBI0j/CJDg3EZcSSWQW5pxZSJHZRJONjRQo/JvyCI2aKyWWZkbzEqUG4QmZ1WWQEqgoEMiR1qKlZnXErH2HmvnpGfJAgiiaKFEHUyzOUQHCsgLmcmlJQ35sFtlkc1bXIkoxc6E7kgUmYjYfqYwXqhARnzkn7/66etqnHPjf+hpKtX8oJ7DCA9QA1yBlSqyh1ozy9mZIDriMbYadmG4NNtRp5xqcNe9BSEWxICCKHfRWHm0fP64PxD8m3bRVuoBrHF6roPhYBVTClrNJY3F6MPgw8ABWs/b7lkNThPkhHJer1LwRLLbOC72i2Vwtmiegu91d+R1hlbVIqoV35TNq2FfVodqalbI1vMZd4DghqNvmKsPDMa4BemAXJ6DogJVGEUjWDwJhcPjJ4szhvxWEHFYmYuQkSXQihdH5IPJHImjqamij8MidNsFBbqglpYYGiwBXSAk2h9ECOCBnIQSFIdCWWxETC+qGGXPxTjEVjiidZMsESWqUZImFyzKjJiXKj0xxfc2YKNolm0luT/CZpCCKC1ojKWpoySEl/lDMmWJTIjldTyGREyHIFjN7SOQ369tPcf0UxkS4yQCCcJuOxTmOnU7fmkwsV3IA+ZYtY5gxrcEGj0cdAGui4+DT+mVMtwu9CnaBmiS6DdDF5JMPU/GQW8R7PmAX5xVe2cB14W59SOvxAxRzPrgGJ4Mw4uIZauqyJgRovbjV6LPEHMyQup4/CVn1oSHMbyQdSULnM3Yqzu5aGEIoy062ulqu1LL2mUZFEisQx0cyue+RRc41uJY7HZ4+sByWem053VueLe0C5jXAUJkc+dYWQlQlVcEYewLvIiV0MpIUokfOFhlEyVziskUwxbxNmtFAim2Igh1AMBk0i3YpZmvysncOMSssMW0hMXIiAWFtXnNFweaKAl2Em6W9+URyaNEKyWBC5DRP5GzjjrpgyLHLqItBZEdOMHRI/Ex2LKvhvATGXagiYASwR/kmuvZB99477yNFKDlhdb8hTIRGkF0/r7agvaKZgUQl+wpKzEUalTjXQPUjIRrIx4zlaSYZNqlrgauP6FuAbgVb2LUqvANXbpmqzTS9mJhZOwNdew8OIzFmA2FF3JptCfbWegn4FN8GL0iO6Gzc/rVTYH9+ruulFpgepAkcShhYvLq0u0A0X0xyAZuKVXyIbp4PwFiAP42eoIpqzGREwOkz0QT8NO3UAzKSTQ3Oq7PJdYeL2jbnPvBEorkGaD2xd5OjG9VgvJMgQok6jhqaQ8zei8FbqB2KZCkdixCZGgiJEeamvwVCtZlM2ZHfeUW2WmvnApLNWxZgVmWBh5hlI4L0sCqWS/aQ4TzRxhROWeY3s9MiFRK5oxopBcTS9M+U7ERnILn8m0ooK4iZLdPcpuYWNETpR1KTUvjYlYh2LrzcfGaL5GTWFnVyLZvaO8V45A9SqSfClckveGP3tMMfbMqE8LVfJGJ4YgA1GKcxPuOREM2HTkA0T77M7HXhmmP63cAuleERwGJF4gni1ky0a9H3DFeCbWBnndMz+SY4Qtb07hu7KH8sMqjEDn3LFDA+PZKRPnSmwF7FezryXs5qceHXFXurVFOPXnQNVM9k6BRecYZxTo0D789KWpwFus3QqFmz2253VqXpRwli3F0ZVAeXt1JufxOkPmA8a0R7qDOsc3g7ZMCbJiz0IjYzeW+G0DSF/iswJ0xKg9OYfqFeUCzXTOicOcisqBMVFaEpHjK5olxRzeFUMkdSo+CZLaKkGWGDRSnk0R+uhlupzpPyzOUcUYjiwQS7pDp7MEQYKCLI4nj3H2LjB9YKC9GKRBFuLNktIrZIocwsHRyky2rOrGgmR1bSItZraIamR2I0HmIpiZsg/jBwZIyfhYkQU+C6nk/nOUg17uVeeARPUUCP2XKRavIde/xvi3Z1DEF5BBBIc9Emhi0DNn1uXBZg/YIgZrRDxExwpcyWon8Lo/TtGtQzuYBDBy2g8dvCfeQIRrwHq3N/06NvjTY/Bp1wmldDMYCZUSZLtipuaqsRvsRJkoqtDs/rvonFIK5fonQFY2lZPrLn/ByCbs5dwcYe33G6nOeCgIz01IxQj9iZ5HhGMymZQdlZIzInahwmRTSbuRTRGKf4N0yWRBKE2BstaalpEUIwEulmVVw4KS0XWYWaFpU1K7hz6c8+/oCFhHSJSnnsg9WIcTNZOIaiqUJkdZA7bU5LfpdskvIRcQFFmDkVjSIUapdtCAlJLkYpcprkLfZuZTTQJP0pDBx2UUquFGlx5AFjF8Kj1xxR+PrVq1fcBM4ayRKWXmTjLCxYTZerI5lBjSyPewVyV94crco18YDVqKIFtIP5OoP6/UPjn9WyX+VyF42XSek5e0f5OMuGZ++AcIMyYqiqZdtZ80V13HET571bK5uBWyZpfAcwkOA7WYn3YcbDKz0D1a/mCDQrK9AZ0Q9Tta+XUbicQtJxPTUFTTow7IkAd2GIa7/7zoNG1z6lcht44q/CaQ7TKC7jHu2I4Z1KFYoRYep2pghC64zzt9ZY1ZKk0IFpoc0ppeG1OMQ3FPFHgUEyBeugzcrqdIsvUs0ZmJnIJ4Q9O9ci0MCSUf+wRYqGsKCx6xJhYbMI5xYGV/AGl9OjcY50MqRAYdmBQCuM0AlioVgyZ7MLB+QoE2miiQIN5tInNktOcbxQQn52qCQ4buGuWBZs7kLWlrk/fPXbz16/8nrQjpfSCbTZ/NXLyWrK4pyc36vqTVVzS7jW7E+DvDuaxTquke8LVIHEbg+q6vgkH1hRa93evgrHYxtjM+AOhDPUPPgynS2YClq7sRS9J2LGLMQYdLzUPiwbx3DJG4x+HywJA1geyR3rvE3c+2rJODRrYPOhTN/ZqGdH7ZWAMGXczi6nEBnHQICqOtxwi5r1D9i3NVhcekNtDNSnS5k/7oXMp3EPhPUAeyqkuBVHgYlWGWNJbVXQWc1v5hADmQxCyWQes/Jv4uZFHzPRFApzSamjIoVMB2EFHWSBRSyccLGHw/lIBrGkQggsyok8SLCwkKoc3jtK5ijDHBAijogoLMQ7UFYnOUxKUp0d0S4zyilNF+5sStDe+bL56TtavBtFNqcoLYixweFyMOhmcJWjKpbvKjhuzijRROMQ4Sdu6dEFr17/9vVnv41VAc0qLNIoJ74KN6l54k+jifGFQyTQrI6doDNEt4xXJVx9LF8ZqG2itwVqZk6AhYV6DqeJ9gEvL3hFjyWb+u/k2FETTWvgElvawIYrgJr/DRK2dcv86ETGOJI3fa+oB7PG76zVhMWSdavVhiABcmirjk1V0e17LXBu8OnqfKnPOeOEgE288hm1VG5vySeRmAKzHqAVITXMg1+RUKNwOhj7oR5BtUo5Q2ieI51cqHaQyAWvWYkYMX8bQHZuB4UNsfETxYVGkrXUREJiWQFhQWZfREcFtSO7yYXbFFcqcgWVSninTNHw5NAGqp0r0BSa7beAqAp9pihMTneJxqJilhw/N529szt/SnMhiHB6aTP/xIMlilJItuSB7idskisyweiykzOZS9cGO2iwOnj76avfvJYH2LSxqUmI5Baa1WfCmdXXuHXiPzk+ObEBXDS6Y8gFN8fhUs26OURVbxXUyuZzGAdSLjU37nZ2gSd7L7ccAJ3m9ybowpM4l6xnHH9HZAibjdVqaBm31m3F3RTN7BXm+35bYdJew6M1qkQVH/lggNgWMudtBTF4mvKVuqltymq2TquwnVurvhGUa8opGx9SVtBqUXTJ49yxtAvCGO36xxY8wUJC0lNtrB9mKQLNjeq0iPka9W1UN0RYc5NflGCM3OYKpNFiEyywiHaEreGKpKiSK20kuBVGetTHycagmAUBphiFKLJyOxKc4FF/klKgArMQVwBnMGVWNvhCdG4Id7QItYWOmHYkCc+6eRNOEMUri2NA5FQkBNDeLNE771NasBDNMkkgE59D+q2X/rMMpyqkKBXz9QE3gZfzKa8VxblVcV4I0QCvrb58RLZ7k+99Q1dBPNoTvyWgiRYp9ZTdm0p/R+yOzgM7mI4APiR8ceo+3C/CB1CeGN4O43mBsdX2t8GcepzL1Mspvbxkzd2LE+fPhFYH1TkPncwP3FkhoHkk2iasqc/6C9QtZNkdDmXdoT7rQPV4DDo+6F8flWuAjO9Qihzo3oXeOPDId2qofyiFFCXshlMsJxILqUh0tgYXqn+wh0Ja5wAnOldUSRC6SbQoL0hha7IELRiDDYqpYYgQlpILX7TFf+oTJRmJvzZLd2XBJMeEQg6BzhONtUBndUSBE4Pu/KZnGqEDoc4H7jKy5hH3nqyEprNzf2Q+i9dmsoXrX/JEmtsAZxAcUXpBC2M2AE7ZwP/NeyDJQI2SgZivoEym89WUL61yg02DUmf5E9/GFDDdmVz29itwnYFcAEdgc/5Oyq3bPxxAi0z3RGo9OkGlK3a3OrWsxkl1zGlkNBMdfGlDtsxWd1iafwC8I6zzGVZ5h4KZuTMpsDsoWOzNlwvP6JtrmW0/sWvo3fdHhpB90ak7Y+3S6oyBzsgarfOpV4PhOUAPd+tYKhoUq602/U1I9Q0ao7/kaPQmGW0PUjdNio1sBLElZyhxUUjtUnVllQhNLDSBi01Fp/ygt0Y68rPxjxpmVds08XmvwJUnMLcJlhJ7B9Qyd1EdMyiPZUAttXdya1siPbaoqzO5SsTF5xwEkAun902PRL62bpai1DheIoiSOdg7zKzZQvJausiuQVv7JJvNZWYtFMAtQnwVTkEyOKNzEMQ1QJZ30Vxi5UWhuRV8dn6iec7cl7oNoy893B5ELTIygD65UcBbAu5UMOFtrE3VWdO+BSxWeTxkB5CzFVPgitdq5BXZy24n1pjHS6UN7pz0YPeqNOAq+Z+EcaCSPtzleNT2GwX9AyQpYQFX3DIpaXI1AxmDeP5l4AFe48Tpicp8b8U1wGUsCBhDu6uUsRFlZ6XjLwWxUxJa5RzKW9RZFO+9lcAsqWqpQtoccSxYnIxoUx1DlDnJBdFmTjzURelBD+kmpGkwnrUMAVE9qMknBFH+uU6ZHkmuRTYp6lV22ly+Iy7eQbBaplKcnc2JRlOYORwhDFoQY0Os62wpTrb8yNERg3CwrGlQSMveyKzOFOkEUCNvqWrJqr9QxBl3YEFf+93f8gIwdQKNHCbVB1wElP+3PKr3Oipqm+Rxbx0muPpI3RUoS5CxHkB8dwXj2B0jvmkdr18E1oPas9mMbAauyOukgauFiatOhclD4Y0OAOtzjm1RwsnAoKzBFgeQq2lX7hQVT6UUbM3KceDAs+frk3tLPw4qpA90hnskapJ9o5yBjEFeWuyWX3UuH14RqFznXWAGf6txGt0K0Q27VomHruROtMgA4tCZvE8bEbvQLXM4ZyZ6czQ8qBDALlU/UWfLPILgKbUKlWYvOoiUPBU3/iEAtjAhbCKEPUZqJpkp0kNm0NK6RH0yVbi5ER8C4WrLdSO9KUg5FlD6xQWAmEY8/46zKRM84JlPBQhrxCgIasOgfal0S+SMwZ6fEASYBVqU5KzIplTCbIVFuEyu/vltEGehlGSwQU0PsPayQpz9GxMINe5jMv6NZcrtA2UBGe3DlRRkkxBgJKWWX8cTJe2dHrV21O+iE7ZYDmpvFlsO3wKpDk+rw4vTNtN0GYvJLqrzwwvbR7F4J1jMjmbxTo5gihcenukoYMfGnzWZ7ylvSgF09A78pXeBiqJanRqNgTJNaa326oi446poXAaeshBfgEcDPmBcHmkM4Bbh+XhNl0XZttZmDKgB1u9MWeMDXbwL3NUkAg93lMMpQjzstZmsZBhC71PLnJoa1qghEdIyQ1BdUqQShVwKsDTRLNcpRjKPS282/nAqh1OD39mDwR5jsjXEEJckNqJBdI1NIeamWGbZa0t6cLqpUCNbI77EQ2JkdKFlE4vAMuErYcYjU3ZYYVJoxNItJCKFwazOh6yOaO3MawHgZCLJBCdoF4nBbPZPP3z16jVUeXzh9sUmexjZsnvQkno50UziQH5gR+WkRkd2/qz7R1KfK4/UXcF1EGR0Da5QcL1x2jhWwBzbIG3qvLmwSYNl3ka8G9SP7vHdoiwgDGExbMO3YgPEc1rtqd/9CDPQeIkJOuE01x86ABd/WcBi1xJE4X4FGQ3226k0F3kF+HGn9gHXvjHXBd4sm6t+h8f5lB/mxotk8eAx4yNNYHS0LGA0MDu3+SLUGGRah0WFXd0AFmAhhbnOKoBHvBWhmAKgVd/cxWYVcWhtDE6QCMN2Wp9s0ALVXyHaqUxmJEGIo6UcbZGEHILQTudSEBS2QJIzaaAuvBWpf7K5Um2uqJcDopHX/MnopmUjqEmkR9sCh0NyjUW2kkRGVcy8yC4CHXWSQsuOqpTcTg+BKScCC9I+spbqm6mRYsyV7hDFVmohShM4t/sHpuCNfKSQKOT1q9++4ulnLB6LAUbl33p96MjG72vcjkk9nZzVs1rnVJ1ZixGc72l2iNcgzXmjkX6S9NsHD2Eg4+8Exgqo5YhJiRadCd7oHRCBtbbjKMrtsIERdAWHPazlo8nZwt/a4DfL4CU2Ajg2k5DbBW7YzxTM6hM5ltVBGLYuyBpMJ9O4e4GYHqgqMoq48ltXo5YYhbTCHqj+iisSeZbNFCHbxbNDgTjsPTQlWYkYyrnFn92LKIWtHZVLYbU35RVAPgmyF0519y4wew3vUJDYpEROjkSUJJXVupSM1iQrULJa84RqSyUkpCTvgivUiLTgTB1Ew8zfkFKftTeJiKqV5JYNMAt4NifSg9OMEU3xIrsZ+W844G+DJllRkRSJUszdIGZicx7vovim3sHa9FUiJS1kOm453U4wa1QlBZsUFetFXY8i1Hky0akKhCriVISZXxs0quvUt69+8/qz18KeyfvjdeAUBpMlKGAf44cPDEprvLZIC7IOXMaSFi80XDdYhlsAV0GQ0XcCYyUwU6VlHfImBzAM4AqrhGmwezUmEDLmpz73FTebm0gbwiZ6wsaKAK5A4hthWD1X7vRQJ7RLSnYyzJXsnYFbyDaqGh9ei15Qyi9LJka8SusW0H/NrTGAUOuLU3mVsvN7ezt9GnQdVBD+XzwI6AFt7dUAT92OCPEINP6Dy0QrilgAM2SaFd5bQ3MycSc7kxlCL81CGozBQTbqoFiPEqTkUlRIt2gnW/VlJdr8WUQ0x4wRFQJuSZ0taxv8bSBiJCDUPCE7OFt5+lOw8yTV5q/HCkoC9EDdXUqJDNq59m0jwLXLyqWM5GEjZ9bdHCHMqFjNG0GIdPa2gBBD2TBH6uvXr3/7SlleP/P7v6JIPqvBGIHfmT18NI40nuY+r3ZAKiBnQ+HJ8UFZMPmdgCshyOg7gZEC8G5XfUszbueVMy6FArNFXS+LH9SBeGCkCFPsFOcZTy5Jfdi2qLNgq4E70/T3ss5ye9tVWqh+eKT6X5YXWMjJXGDxYF4qE+5fPhEKohk8qAx51LTYTUcS2nV0gexpvrXH44UsIOHHAHf/PEoXfDlyHt8EqWce9Ixna0HoQolZNRSQQJr1jzhUIqERLYsQa5T1KFXLQTpPReca3GkdARYGyUqacYWw6h/yHS1kk2Kf2klMfxNAozWRYKLJxLEdCOlYH+3gigZGEBwpLngifytJm4murvZBVQhJmNBkDbI20wuaFaMe3vFnpxC52iVZW9aJ0JuJ2krdw64TaXidYAyaw2ySU1IwLFHLV5/xNZAPeQRQmzO2pWhzjXI1mLOpfECNKkZoO2ZRGqlBKM1OWnNNiEpk5F3BWgFHal3df3BXU/4SnbhWbn1cTosqblhMpUx9G5C2L2bcH5hu6rnN9zgEfbO8DtvMo4HaAhmjcryczMSci4ebpU/4OCDXQeqL42aZK25tYwyLPZ22y2HJEBp1Uf2nYJriA9JSruRYekSdMP01mL47yGOs91aqIlcBPYWZ/EajOhwV/q325F8x6443q4CZiJvVmlg8jmRDGump2KlWiUcIbyIkNgIiktUwk5MUgcGq3Cqu96ZF3HWJTQHWRBzZNghWX6eEKKHR3CxNdO8zY5JcDlmzdKJgJIa8wMzVq4Q2Mmc3OKdleLN4NgrPEowhyUKiHMKQ6xxKMV8Rw4bQppURarOUlBkJziWKk0QslQlcgbOI8kzTXf1ei8R1QPDg4O8IojwA65W8vzzZM84Tam5jotiM1nLGfzegOiT23qCu3lws+h8dx89TTVpvz+4e/l57b2XMeJgfzjaptQQyCqNt22ritj0DKJjy+bGtEDNDV8gvd8tLqmT5eDQRK94sZLAOLDLg0yDLxNae8EqOJNj6KZX7rxg+AyWEZcOjXTbryhrmvUKOotLLE7nHqgYfo1HuShbM9KsCdvpM5dsF9BfdNJxtHjzOi3LiKljjcsgLNSW0BsvkFHBLyAxEnUmBooSOppKlriLGSNEqckaeoqfUA3FO8maurKd5nN/lGgsyecipmFU8QsUKRyYqpoxOTElRJX5QLZVsrakkaBoQhCYtSzEuLLasLGluTOEv3Apdh+hMkUpTjCqI0LyZJXoALkcdb5KLyc3CIhLRpkFGTMz8JVNmcYJ2nz579VZTYLeeRBebY0Dhb2IU1lOdUBmHvcsxZ7YBDFYWTIHvfxK4bVyyWlmFiHgFUvZ+QTr5gO6rZ501og1yIjEw/TWpuh7cBh9w0+0WYIPNbODyN0GoTIDak3ss+7mL5Y5zrpk/BKaWtnLU0PWYhgEknx8MDMgauKIh08jIF9sLxGqAsn4I9s0LzKeDa4AstF+GCxfwx6ECQKNNRemIWCUY9k6SyTANokKrg1naDKloJpjXHlzRoMgXYctsCniqZ9oRhBfRSYDX+bR5HyIJo5KFGsyOlPKVaA4lOr/3yRFRJ4TFiBIzmzGzwKRE/FHLUJBpohgTTyTCVgLtIJU0d0nsm6wUAxpNEZJU70ISPMHmFG2Qs2ZKNz0yuyINr0na4MvMZncNEFzEJ7d24nj27O0reYDmVJCVcsna/SujRx4gIykfcOD8H3DGBFH2Dwto/+ZaI/VbCrnojcAGnuUPvfzXaBt7xqprnZTB1k8Qz2OYSoaunPEnT8aLMvRmkoLpsOsvXU0hHwakZcoKtqBO2iwq3uptD3UX8gKn2M7VNV7hGkH7dX7ql6dhJo0BdMg7Hsjt3wQeQF49UF/qRAM/n5feq+dHW/KMg+oRz2jbfLqdMebThITaeMhrMyWUIVRJW1GP2KQINgolRyi785kU+RuGwuaU5AqUJG1t/qiHEyJLECJb8HfyxU4BqSDOFaWTKbiCvbSPnfauRNZE1OCJYqLeQc+6sHO5wVfICrI2CiKReBbteohW0gRtr2VpDVqkgmXdUsgrP5zSSNK/qTgMJsOqooOYGLRsZ2wh2gxReO4s1BIcwfj5WUBFilxtipH6iNEznS/zGuBAIxifvAFxfFjNGLBJ/h8BWIC06unVzM/lvoxrcJ/aWDfbl3IT0yYnUBISM3D3ONEOxG0QTePWYDgB7kgO2OY9Bszl1tq2W1JdH2rGKXdX9ajtpKlGMt0jtRJ4lX2DL31E+WrpAXNfWkuHpTVLCXh3QqvjLWMkSpuoa2aLlb1SddkUE+jkK0AMU52vWRY6bOCPNa6lAPwZ994xwkMJPNpNiHGfETZnk0IEZ6aZDklqa1EioFCpReEAsYmmv2WYhpqHO0L+SHbeonIQCGIrzJZKbmu4MziLNjAnIzAKyHrwp0FulP7O6ao4QZtlZ7sanlKXqEHIyqyKObcwNSoECaKLkKO9eVKipRh3ujO0QcgpsjP5f3/26iNey3BEG5gLNltsSsu4U0QjapJDMyUBXlOEaOesuTP/169k/V6ZG1rKzcoUB3ClGbAG9dkUFzCtgUHDG9Xl4xRHDLMk/4+A85Pha/uyKl4NawQGVFtAW79eQttBw+exp2NrH3hNKyn/mjM3MJ9i4iglbpiuv5o2hJjOZy5JxMFVQ7Dxth8HFV8xH/G+ouaqFHYJGdpRflVdxLJhmiTrF1XsLKstylrFexCJtYaSML54V5/5oetrjSvOG6s9nbh9/ULwSwa8VSO20B7rQIz3Rgly8DP+HVo5xeh0bSWPGSIe7KlYCiJNoUohmnqViYogywbCeUqK9tSRqpW6pngnh6TCJ0R0G77Qaero5KioY2wmtiLcnJThUhRLGRE4u/ZUwzSFzuouSy7t+INYJnEFam1pXOSJWpjfcl3fQPWP7MkYQl5/5jc0SiUCs7QgWFCJO0V/c4sS9fPf3IglYhYhBOaJ0sj+7NWrZ8+8FoIrGzUrbfhsydtX8v44j8aJdeAD4gMoqeJdieuM02uB6pTYO4RFddy7YC/NpNSBqQtYc7gWM+m6jMq4Gar31hYcGPUBgxT3FLqwZkas5IkbLrsGKHOlmbkObkaxf24f/6RihVjwzJEeeF2gOBNO4/jTpvrwmE+MTFermvln5GtfoTmqZM/KWtJjEJ8DVcWYiC/3vKggVbnO0XaPMRGnquECnmhENypkpSjawxbqQJiqoi21h2xWGnbJVwSlxjRyTcr83pFknMJSDojxyNZlL6ICIYAZgtLhSL6QZboxSpFsKFEUGwkljxhcdqZmYWwmmjcC1y4b6DDKMZc5krUwmMd730oN1HIiD5GoIJjzlNqbXFAhxJ69+u3r35qj5c1IW2nHlcWUwkExwUGgmGnBGxnNqX8TQn72+jXL4YszuJIvKL/jUvRqsuS19zPWgx6aP9SENwJSfdeT3wUwnK+uE1cFOTT9QmzlxueWQ6oMyklnZag1GFsU73z9OqDEqtPXpsD4SAMY9shytJoJnq7K4tmFM2DlVm4EWGlN4OLsu6BxkF0rCaCp6aPCe65ULnYqNxVaLdq8MrBjVr6FNIDyszlz4AHa+F3zYGu2orooO+8+c/nh8Jce1BrgHuMa7VLANAitwnkXpCAogImUCE0tgsiYCl4yJJ7JRWtRpyyMHO2uFO14KyrwwFRNF63NAdyZLXUbSdkQtgYjB/8S0VZqHg4P+SXbRDHB6xpExKi2LMVSTFS7TKZc5YX0isfqsDvwuLolD5FsaiEUwcmcdLfi1Ws5gJEb2ZE1yiwlOpoUqm4OU7JNTiGEJ5gdwhgiipCvP331TDbwWWR19aFbytvPfrGK14DPePirOa0OgOtIe7mY+fsBDebr6cSVoLrot2nGq34rf/BsDXpE7IA0/WTcVgLjD76MEJPS9yO5SLYGg6zDJfE7kNXLGIDNEZgWAVH2IErlc3UN4N05niOh9nU9P3Ys7+1CNltnTVEspHechuX2QGJJVGm1MBXgNcLIf/1jrbMHd6x1+p5zR2XyZ4Z1KIDHvnVGY12o/6FsTvAuUol6J4LTHSWwCvHXFgYBqv7GtZkPtQqRTUZnyZ2CwkzEWV1+6mREKDoU11Uo1guuoFhWborGRjRygYYEcrpm0IiSEJQQHgyOWJZjpoJErQxBTsrbz17/9tWroCjBmbIbs6NMyFIawUEHNxVxzWtpRILXewVBzFyF4ihMwi2ejRTt/De38WQM5iBz/+MZd11KQdpCyqc/P5f9m07OpnwLZF7chbVJHS/Rjynvu4Od7N9OTFtgfhKfAi5SchXA0bllx9S15sWqPA7NTZI+rL9MMzugw7vmR7D1UZICvTfOWmir14Fcy8pk34lVm4MlLONBVR31nUDViovCvhmyOtG89gxzKFOjkyEX7ug0Z+1d6qToRMcgpuCwzHRGjbMEkq5zIO3+qUo8CMiy0H4jZDI5+eKzGP6h1K2W4kc0immOwKwmpqe6gRA1F5HQY6VCclLiwREFkeCUzJgFR87wXdjE5JQsS3tLE4Y2U5OGVX+FNoiOUasUF6xOtTTwqDSc7KGELY0CnZJV64XO75j3CrRFK1yjUiYCXssCvo5+JItr3otlAU2MTUgIdaLZ4Uiq4uLJiAWm/KyXAhic4ipGbiMkJC0FKADzuUN4IX/6yi/DhZigIOLVvz5i2jBfTla8BRfXe6SJaw6glYq3gjMmKOrzzmAHlRDLNfSmA9Pq5GRJ29L9SasxOrcsBpD3IaS2We4GMyfYZBplaBJLGHUit1qRhNGMzdS3B8WhjCz+trFqnlyRRr7mcmbcXeDvsTBlcVf2WERx8vIguS2uVxaXHRMdgQmlUhIOIAaQZy0lQMeAi9DXA9tlf81rdeZp8HQ5nU8mc+4tTxA/rc8m9fRMJpKvPnilMNnLiWz4FCZlCpw0MSZPxiWojTPTnvgzxCHZUuU9sI9EGKkFJZY4f1cJqnOJ0tm7nqVukzoZqdPkTLgYJkvKo5yl+VeRp6m2WYOuLFzQEl0+umX7QEUZNG8VTYq8Ek9+nTeieIpLPreSol1C/Of1cXU+P3NdS+EubOkKC2na3kiKElwjGMnBme9Mf3qP+vkwsKJFW3b8EUvjQlyWZ6ZgyDq4om16aazSKY7S6tn8oJqpVBcr6plqKZdPjasOZ7DaoC17S2H1oK7e9B/lpVu/aVAddqyFuMYYUXrZg8XsPG1AMI3OLX2rU4YEO9FxeTZawDQ567B4M3j0bkRC/92UDTBiAG39Rt7vKIcudlE1zz5BSlX9SExjhngYwC6hGisX6+KYpwTCIsoCZteTsXsINJzWr1124Uw18F0SWsiNEJbYUH9iBK8M3Ixhz/Wb6WrFEji+GChhCptbw0JAtYvQfyhSn0ALca58sS+MGJUGzWSCIll6Zl6bOqUhS7hLBC/yVJqLAWkoDrTznyQIK5iiSmdJUgeJw6KcQWCyqnZWLyNXoRFEMaEeAjXToCTo4o0M0ToVJSMerYr0bLX2BNGTKkWRgLYfEeQ/ZVqsaE6RCIElmjFLlV1yug+QiQIOQ4m0PQbRfQhCFouL3AUpnJkWQexcZZlAJy6PqiV6G8kmktN12D/dr9TpnoPl+X/MCp4pe+9TX8qa2I3gRkKo/64CRvnwZZgRCogWqzPuk6ksGIcPrG2wgFteY6sGNmK9uNErgGswsNNn6ZtmtAONuHwwJ5a7Xsj7yjq26dURB19NXNru5eMwAveULY42iqHn6wORurXgDeNtnhwP3bCuGiVh9Q7sEWIAN3fXJeDv+NsD1Amc77piWKXgOAac6zXMcRdElTdDaEw7ChYqPjtUZpbLIDzj7NFMXBHbgUyWGDsdyCEBEdoblWDwlB8ZHFeViEOyJyossrGYTTh2UXQwCXV2qhKFsORN4NEWmxblC5EWFPVErv2l5DWbuiNqxd1OcrhZbh2FSArNa0vUJkSFqEIgItJgqhfVxjEMTGW5cDKLrrpRvzl1i4zKTxWydGVQjbR3VeCFj0NHWukFyxDRfeUyLI2qRF/xLWjt8+8q9vCm7giW5k6OqsoVVBlR35WKmtSnh6eH+yeTvTOd8FkGhus9HlcD0IDlvJ8xwe6m5xK4iZidK7GBDQOoLqvig99pBqar7tKABay5a1NLYHI8drlumwmToMQC1mzG2A3kdegZzrTOo2aksYqZI3ed1pQKTWfVSbwdx1mSPS/ErXABEcKpkeHBchFOrTRslLUch4PqgjvEW8BP5sgB9Nsisn4YQI1T2egwZFeEKMyrAu4tz7iRxydC7HlJE3m1SQ7Vqj7TGZ6HDa1s8g+UwKOH3qQi0idpn6ywMPuQZkJHlB3q2VRiOCdMJN1XHJUoFjSRAoRJpcRNTEza8YIyhkVUEprC5lwHQByyyYYUTW6pE5KUV5Vzuripin40IV5U0DGwkyTGsylFuVkToYhzHfjZOkRFuL85PVNeZ6dxFCV+xVjeVhbCxtqlq9bOo6jKnouGqXF78KkUow3kdoFKdLkW7dZK/pkbu1Kp0eWyNipnqmOgFCFRd7pUgVrruuK9y9iJw1JFNhFeB+omFeCa0ObothSOLXc+dUviUOkcmkMpHmkXrmBUl3Aitmr/4vD4RMOYce7BlNCoRoLGf19vb8UA3oKIXYBixovCaJS2FFeOFQMG3LxPIRiXMeqvFWHjIFHd+xdD3rqzOPUWaC9VjvumBdrqZUFJ6Bbb8DDJl5apS+gUjQmMnoAS2PvOA/2mVE1hKbsZC55DG9sM9emF7L2fiJyE/XP2pZxijd7Lcm8Gv6En/0NGQWdxndGL7eDmHvgqfAn0GbLdHgIcDenxBC6jS3mS6oG4qji1BcCdNCNabjFiwgwgVjEMAj7MSiKQYO1H63Hb5JpbWPxUDRk4sUU2VcLV9C9IFOM1vkQ6o5IujzriuiimUAXZ1ZXFVSL+nejqAoVki0a7MZI4WUkMLVINKcYtpz+wFJmjZCSZSqgaZ7RenFSCavKjLFjcTMjhjZrfHeAqZsvP1EXRodEBHBKnip+enEowLiy5LfXMfqWZvHcNsiC4qI0yS65ao38cCNVFPHTdfEo5MLoKdjF9MJfycepqX9Yx2+RQjLJ/53vVaSURmMCwgaNnYk7bngU1cP2x2gMa9+6BMsbK4TNHhV4QvtfR5d1u/Qzr890Rm9iFtCYJwznwlulzF3IKHPXbvLBLW/VSTi5E3Su2XeELcf7QpNTQl/zi5EgXxAxBEa6owKvAU1lbrrr77ZNNUB/wKonvqUhgnCfIreF8xLI7wbUzqC6alHM20ZDX4A+/wqNKSuF9GEQwxniDt2R5aSiJpPhRMLwTqJm+0l5ShZFq6RQ1ETuZ5TStKNPr0sRH6pQsfl4rNZXvCMjfcdn4MsnpiDrUHIpqj1wVY8k8kwsTqu5Kg0JOquyg8iubSqdh5qKJLoKqur2yCuLBedXBw8xjWixPXHRW1NBRV8ccolAnI/BF9VSWHznyGUQRh2Y0O9JJVNleU8UdyzMEVCXqr6JpowoJqasoVykWH1NQWCd0qhNdZCRSioUpjneKMNKo0MrdgHvtmqoK6nDkRFEa0/ICecmLZB0OfMXzmld8pT8XFc2KAUWnCYbjUJlVfE9rbwOuOtxvABuKwnYEJl08slvW8wCL9RvaqD6s+XvbHUBBU6yhz31p5gQM4OXWufMtt8J2lA5mr02d5fkXuUyVUA2tMDKq1cVJXgNWTCxKFouNV/BW1UXnHZANNzXEejY/x1NUp+pUEzSHsuK+P30lyHFrS01DdepYhaLZbuN54B1KroyQIyiJ3A3tRBdBSfIIyJhaioDMJoqUNH4WJS70XRF01ZZDmTVuLCVyhbQolt6zMcRnk7UpnGaRmltgWAkklRpj/vg+rWvuYl0X/TGnotC8YljY40IhEPspEo4RJZkbuqqgCqmGQkVCOmJkVeg5mql0GU51oWpFqRgXetEb2aJB+mFUm87M+qhMS4HO2xR0rkwXRbi6IlBV3E4hykWJirleVI8wMrrt8uvgwlMjSxYR7S2lwY4gl4AplkSOhZunX3PQFFQnXLdxKfT+au/8ZL/a118VOKrk5qquykM/JUhyC7wsNR97jUFJhoxcA26Q9TZgeZjrt9eVbIlJq8bQd6zLdgOI8vcastUkGWRBEhP0pfdXlN8MMpRN/TZCR1hTSvH2+jlzoSpAM1TME4ZAw9uWhOyS5WHJeIRBEjoGkPTIHqChNgJipc4VhVe1v0aaY8AJgV4JGLZUEE0mO24SYz5O9qLjJYiKbwSjIqgzDgKb0+CgreorqYH48ClEFDtKzx7FwhrYvhDBoCmbUDmBSaMuIYMCyYnFQAjCMK7UiWrpT7q9N7NIFKLpNWux33F29YRydc4F6I+DE41RSSaKR9WiUDcKE68kFW6nyNUwFjXNsm08jIqiHPZXcYVFF6vZJEzNwFeVS5WVcRDWIlqNnaPGyqnKu7OFQEGoM8GIOVduIfShTJEZ1eQ4k1B3rjWHOYySCd0XcOItKkFR95fEwQ5KCS5bPiHtpWpcooDE8UfCsU7ezGDpVV/gqSqu/XFXI15QFWMPdFQ6UPPdjNnY8GTsG641dq+R5bahym9LdqvvxQH6vtWlczOu7Dew9XXYBHVnYvB3+n/ralId6NVvE/TMbKlUMXV17240T+Y10DFGDAWftkVqm3VeXYhLRozRp+PfzbENbOYOZbp1Nq907k2yoF7MFlsXyN4KeAmoG1XABShDOpRQf+kgAeooxLYNO2GbKECjrG8I4tHCzMZ0MrKJqEQcHLqEZvPHbigKTebDXonqAKerghQYslhYKUB02yVhzkE6c2xt9r6guFpFqjmiBgJlsdqbk1pIFDhmJTNSdZvIaJH7WZwkRh5bB3FRLWqqMqgUHUFKtsp1xPQIxElHOJcQ7JijyuJMkt0gFqU0nDkYtVOZtBmLrCYRJabsIV5YGjOJN5Uq0SofAKpoCa6teyqaCMmGjxzCqYIwCQ2LGr15opF2dHIsPWOerfG6f3FaHZ4qkc+/Ipx8cBagTg1ozDJsjzPagm0fwOBFzJUgX7z4RmF24jkiq0Q14Df6gbZ6l9e0y72TIkt+08mdvDohJbYFZEZU721vIht6Nq292dy4goOSuvdeuBkyQ61RHw01wVSnQW60eHCfXWj01Edz21A7g7He4VJ+o4Hp2AhEzT3LrytegmlA2nGdhwE96suODrUhQVm0UQWbARwHyGJQGahuFiUm1FLtJK91SIIwMMkeeVEnsrBTHugI0N6i7HKh6qJBQZxwiXNmWClW3oeKUULko3DLJhC4CqJZIELsOIVRsVA2yUj2KNqBU0pu6icWoi5VP0XNKZCJhVd/eKkN4uJYcaTDsBQ8JUJ0dgXkdg0ip9K1RSVpnBEYsXRRuhmVk3oKyd5PRsBlwq5NiYiPHBQQtMitWmStIfFXW2VOoyTlSzmR1yWRaYKy6bx/cpIvfkm9WQFGw0+OIUpCQQLzG+BrQOyhcBlvwcYPkLZcbiPW4DIFfg8gG3Eove9W3k5K157RAw5R9I3Q5pif73QXd1HNst/36nZ1+37BY0D9MCKXTcs5bokBLTsrlxoGRfGUMhCDOO8HeyjwmBgSVCxDF6ZKLiBHHlygsrxO1vY+UvrimJqbqf/M4PZ8W4FKUil1Z1diQOljwHiOcuFWkNASWkkqsRTlfboyDvTXHtTFKK5dI14dk0JQyqBFKhn5GyxB5NDaBlRuUd7gFdbPo2gxYgL7oaVsUbWFxG4m1CvSDFlGaRTQ1N5oxhoRCRnPamc0ejzBBRP4L8yS4rBEJweL00w1EOECIWjZnNViHDo7VSOJP2AZopqBuBJcDEAjowJmc0beYqumNR8Ek++qMbp4Awd5+OLb3kGs8VbkDQB7wB2+dQOIAgTIAcxZIhc9rg9XyKtSE7sJ2NjlxXhgxPoJbDx4NG5bkY0PvOtdjIO2R5scfaO1DvXMn2fCV7rUAPZFtZViTUDDUMLAJVdduCuhkZItt+HlVhHzFVWiPip3Leg1xlznqPREBWA26Nt8EnxQWu6vCZ3BKzshHfMsNrSvcQITRw2VkHZTmqbQpkGI52qGtG5IMJNi5gtCiAPKWRxRoc3ijUoYlRwzw6dSkizuqKLaHRNuc5AKM8VoH01xsrOJpM0lOi6M6upP1alBCjPqgqEoBaFAFG9m+CkBCaACJEexWWvJsnChkTP8wijJDWjLhSEaEnFTRHO6/lEFCBZmBpOiefSUi4hk01MyELmhKa4cZHXEuTlwiDOXpZKryalRV/EtbfmAmppIiXLkn3FlUDrPXblgXgeN7cOqXlvcDkAvAkJVkhbIdeAS7e8CpSZ6A7C1E0Tj0/r1FRMwhRK3FplO8HKXVpi1vQ6ogxCyt+XlrqmAz8w5ur2YgRnucLe3O4YSls7jy1MGbvaqa6LlEqjSZX4jtaoW8+bWcem00ozN4KHoYTqsYO5vCqFTBtDusO4kNTA+7HucVkFTUgk7mRLDzyiJHRgXnurdJralbcggGNQdxnXmDmVEUiENRBmUZnu4GboCi1EqUCxZAWxSl9JyJyd9BdIXY4DDZDP2GcKd2wGcDSuZ+bFfqBan8GXzoBuJxKvDi9P2U5BDYNTX51z/btbWLGDFKNChJXp1uELWbpnXBuxJAAKNSGb3loQhjIdL5NBuhOjXgWKPQ9RdBibKUh6BTk6b81K94+7qzds/KrwarCfTMYAtulaay2fU+GK6xjknSJEFU2VrTxBn4HB7hEF3fji3DFJJrY7irhOdH/uEYVWuDPYE9Ee5ctwbjCuw1hKJnWdQRH1I099K6NiyEbMGt+WopamsCZaI3glPHe/2RuCRIcImtXEoTW8ziQyF1MKR9WVrmYWViDaXne2VQWlS0lsUBH/gmbXZdcCyC/QsZCM0IORRRsTdL2zZQRFrOlhgsnfu+5SXVMjRXlG0dTOSgcRSeUoUe7azZOzWTMCztdXk/EwWUEN05rtvsNTV+YSvvVUXGy1gDnoulAkWIc+AWjRQChSa2LsFylQrOnp9dcimJXBdzeTepSkgCuFNBU8+NoPtR+fmxqXQ+ID+NAl5I2po7yPIOHvi2yu+3nalcc2SduJtn633HrNgP4Ug8KGmj+hrVYH6OW5ZQnAlGXVcHIRX2d2KdQiiakwu48JGOW8Gbc+Htlr/ixIIunhA5AhlM6SaK6eQNDZW45JR1QaNqMNUW+d07mTVLrLprzGlQuIyfbK61PIXICbKZACaO8DMsee+p6CRrKjxplyIiTb5gLb+guEAF2MYKiEqPh2trEXMwKPeisNYGuxQjcms7Kh2t1xBtst/g2Q5a2QsrRSEHKoavJ0kQdSaAowYzFfYLSDQkGRw/WuddqcauTHljeGKvOpCA1s2kY9lbxiPs8NqP95xqo6lhacdtlCMhJaW2E5w7UuGWeSNDKCNnjb/m3qvLwZTVHWkquW6csLsUH25w1J+DcggWKqmz0B1UA5lghI5Ohea+PYKEmxr+pp16TK3VzzX5sCZk0d0PYTQ/KOwgJYoB9S2GLyqjipGsJrQnj3pxaF6NcB9lao8fNN3AAfNvikgjmqwt1LYhLlN6CPVbtS4KVt7n2Ei0SSg5ZKQrkpGQoTR5mQVtNkb21HANbGwgJKJfSuggcithCatWzUTqZq2pFMVk4Nmc9LkLZCdYM8TvqC2rRscwxDdlRI9JLYgZlLDIaTT5Q2i/g3J2QlFMjE3NKndPWjT8d3+N7F0fJQWPWFRStPW9DLDjdEnC8iSHUmVLdTwZUS2J/EBKF1wci5xYpEJ1AjPI2qVbSBoouZ+F+hlfP/gphk4LSRR5GGV1ggN0P2liw10V/cgXQrKwI4XY+eqUDnwACdILvsdNpf9erDl2cRi/9pGdZvQeeR5pGXkVZM0ntAQ6kObLJF5r+J0mGJx5ZjEk7gDbNDMsvd4oaEzU5YPaVIsQGH4JofAHfxfAqxnz0jVICzfsBUwHnmi1Xh506kHGMacGy65lyxUVlwKIopvi7J2jmF40tgBIiOyI3zPoNYwsVS3nBwTgrJI+2BlErGtq3QLPFnZAXEntiMoA22n7PPWKACqCTDrGsUObPYAW/tX+rX7UfduxrHriModj1Z5s5+gOQMvDQkk+ew8RoQrx9VjxUoXUJryr48k9yiDSS6kq9R54fmbOPZ38H8baATL8jFu054J0DASDA21B352JlImMp/LEy5w5XC3fskCxi5oV4LIqJy5G4GrLRS3tRbFLLTAxF+GTy7xyYkMPA05mIVei86rqQDRDXLjnnwPNGHcenNiHWRdwtR1zkz0iCiH5webTysbX5xtGkrtAzvoXi/sWs4xI+oXU2gYdizaR/X8jpkESrxjrrN6qn/xBMN4mHgDOVVTDvF69HRH26Z23MEd3B7wBAW6xkocRS2wfhqUERl/f0tne41wo1JthnBohOdHKFgLZWbcA+gbIfIVSGIfxj9QtAmskoJReYNre/Mj9DH42SWZjphGzWZ+6kQgP1H4jIfHBV2FlTLHldwG1EEdWTtBWJKT44u41AolSi5vVYxD8zxzH1bdhxqpLtDrxW7G0e6VD4zFwmtjJrw35ylSeag6F8l4IrQ6vRBF3aauad3juGtDzXsutCCGBgMIGUrt9hFvHd/BHbxbmGtYevxqkKZW1Hyd2mSD04f6oPGtcW5UvlF9xCcf5JR4xEoRuDOaYJ512GLAMiP1if214Vq58bvSADK5T6qEtSggJvmJKoC3oc1bVftGFsUk1q0RxPu6jgXURPLk5FSOp9oi0bwukYkbYYMH2LkeR7/EvlTIhM41wA23ks91LlSLZN7tgNql5PvB2sXJ5UC47fZ5b2VDAZ16PN5+ZfA3hJHSGRalkndwB+8SNFoZg4zX8IV0nrfmleEHw9pgZJDn+Vy8TKJB43WTXDdT4LUsB3e/i6e0ZQobmW/JAF4nu1t3cS43RmjSWmsRYCvZMSpuWX00W9T+MHrYwgu0PqCWWUwftAdcK3WnyELKXnary2HwqzYygzMuS172uI2hs4BVB/prrSY0x7jGge81sN/YAjMd83ToVdXMTnOzMdwBYTXM/vVPuib6tNu6An4KgYSacQeSJdzkyN/B/2S4rYHhgbZkihtjnxG8x7JwjMlG84+kwpHSAZ3pk4GbwHJRykwXa2ddSDDxalDcx5ST1OvAdfO7/Sd4dnU71x4YQKb+ULBZjV3qF1g3ZwKxFkdRELdYuiBbKiMnj9JuJL/ggXSo7q1Ozkfv+I7BmJVpLv8ViAu0/Rb1DeB4cTyt5+nv3nRuFruCmpmrBIEvXELx20oNrKJHxxfGUEI95RGh6qj34jji7uAO1oERk+htwFRjuqxAiVwJR2EbAxgTwv5orE8uigHcq895ZYRk2YGYHaELeRc4eFpgUZpLa++c4srdteH6+d1oOTT0RUNKJCEPghW9PFbkAgPvHaOmM9tDlznkH9MhXjacxc+XLOPtRb3ryTkTYI6EraHcbLmXW9+oMPQKDli/juuKDjh7DRy2Freeo8s7v/IWV5rQe/k1JSjgQgoSlS0mBjwx2IGprX8zZLog4sKPO4rhMNN9QqHAO7iDNcCZGJ3l3ABm0j3GooYcI5/R2upMbf3rj8aqtwiCBq8fEitg9bKTkYQW+rcGDOt8hbKecjWQDtlDuTqoRdzEVLPKWij50bQGGgtRXpAAqHCwT3rvxrS9t+aLbQEqcXwi/4+b0nv+jCFH4k0lX2lzx6wXsF6m6zm8k963eb1I5NDuzOK5y10dsXybDyd/1cwDRi4gXc68voWa1cWwcSPjljs8tKriOdReJsFlxv4O/i8Ej5d1M3Id8DoWQCi3xzjP0drdaEcjb34OrneJgaczPPvz9Z547G2eVwFTw+r4lNgAWnuRIMbEbgHkhSR2EwgH0Dah2IXBzYVm7ZQejDel6/nw5OWOcHBxqnocch+kaxomk7gR7cuM9HLSE3pWBBixueSSPcpYQt8gDjL5ayAcudrP/sx5MLJe6lDnoyxYwOgx7eTVKtVkA7VVLVYj4xZ+WqMzjQZUDJfIqRLXXj68gztgyAyckRtADsgY7WjKCtH5tAU0j8ZlzMI6Q7qWTkLKaEAK0yhGWwRHI28/rFPgTPTGcEuC1MenXJayjch2D96w6PbGJdD3fOr+qWQLaGJJH+P/dd80LEC/cZwMbScOKqbZ53peuNfsYv/5mYF5dI7AyKdUxXWkWWw4LvixmJDcXpy9Ve+YupIQhIwZQIUeW70BZieyX4U7uANDrQlrorcBnGVj6DFofRKO6/UxHBnImkqGU2gKoLjvbyq77wvykoQvhHHPl1G+4gaAWS8HdCPRm4Mk3VjYsjrkuR5BaKfR/nKmvbWiL4GB3o/ZgVEQI3NgXkjZds2D7js4P6wuNFle4Gl1O2A1euehniznawkDe9OPUYiGHYdXJXDXmCl58f80hs6m1UTjJp+oB5wPdk3a673FakFOxkgXYpjZ+RyULyeyT7iDO7h9iPlo6EK9WK085tC88h6TB7KG8zkGsNEZ3gRpJ2aMailCaMPuhiFBIz2xm8PtSJIHHN/l2TukRdHM/hWzKyjn2qWvs4HnvAFkLnjeXAYlluy+FHSUPDeW28j02G+sdNez70Bn0dIGus8BCppjbcCilQmphofSlpN4sqZ9r5xlu6oj+a1+PjKy8+w2DwpqYM2mI7Uhg3YwD7qUk26id3AH7xZY0Vwwy9M+H0Ur1i0GssZ6LL3k6dvZ3jnmrzrx5yGKzZOMvCbOWwImfSMQ9b4B1FXjcrkTQjP7BkExzwV3gBGHrz2TbAaLlxFQP59fet2w0906lvEgUfjxyl4d2CCddYSQMDzvDA1Q32xLADsWQMYA4glC0EHn6DMOiK9UWSWLgdD153FxIR5bayaNT1OTiqh1A7jtXes7uIPbAU9q7N20s1b05iiUtJAEsxPf+SD5QCP71DdKw+YpDEcAK4iahKq8f2hre32g9XFG2PPTd7EkfHRHgqyTXKweaROIMbEOLC69vl9sZE0VDtIhHcD0LDeBP3olOMs7CYBqaZh13lbxCoNYp3yTsYXOclhAPbjTHD3i0aL8cXCzKLVFx3+uTpv6W6kuR56obaHsn9hYMItGRYYGsPKiL6n7oDdVyFUWELuDO7g+eOyh1DkG5eAdr+JJ17QEBo1nvEDDedy7Q4/zjS+phLYwf2kQ+0P6ytCbdL43UCsbjyu8Ep8gevop+qKSVcnoNmg6tcCK2ymxwotMUdDWoNi/LHex7gOG8+3eLt2NUer4UXkKKzDnBBfGT4AHL5BttEVURQZTYPjWa5cvgCgp0s7i1RBXJU6jKd9GEGNo2Xb/nA2WFtIATiAPDbCqHy28gzt4ZxA2xuOSNU8c25scVEw/RlYcYIUUDepD1kBVDrRuxQvxMXZRBWwg47Y8HnF9kNjZN2ACVWy+5SxIc2Kd73aGIjy90e+f0TfVJC6xhJon3tiF2RmFZccY7JtnaDrcvdHHHVRBawDH7FcBn8hU/GJ2rmPdg8WsTifRizwOQfVWM5Vax1LqgD/wKkvGh5EESkwfEBGsprPHpwZp9NCOuye8rT1nxIM3id7BHbw7QHHyek+ZPdXz0KN5ZzqVUDPzjcHdKCCveR2VL83lhMhvS+XIviYsak0yE3+PwJfummqnOVke9qaW6inp9Jp97jhfLQzcMLhkckTzk3QblLxrNBPvmzN3L25fXHywA7g0tTick66MNeAyZ/cK28Q3XWUQy6VDmbBjNbA4/HIUD2KJh6w1FlClcvzVCTa+Gi4KsIHxKiVwrmQx+0KKUms+KtwFKiuD6jPpoKNUhAbVHdzBuwT5bJ2xV1SGOx3Ged9pCBr65x7iRFC/+fmsPJlYDIJkYhxvNn5VxGBW9j7A93oSF2QHnFe9T4KMmjpr+RDma3ZI/ScnC4SlU0aywJEYkPdjOkS/Z+ZrD476bANq20LVwkAR2wT10cFayYOzDc9f1/E+49GBn74X5LmvXAl5o7kAJJ4JcNob/bkDbbdSJhRnUbDHIwW0Y3BD3NYa+wg+WHl3uekO9h3cwW0Ca7wdeagVtT7zq+mBxnWdHvh5iAOGcrz1oVHtCVGoo0YxZHsH0sgxBd8R/FXhxIEbiLoCoOmdkhI/kwUwEjBuAMegOGQdkGI3Nq0eWaRlYLu8Uoug59Jh6+aE4fb5OCApVqe3f6bYZhhLHrkGaJPaBdXhbMrFRDmEqvykrPsdUC4n1rVm+YfH6cAresYplTE2WMd64eElA6i6Dy32RBVYK/8O7uA2oXx1L/ShaIXdkjQ9y8GwFPgNgFmcnu161Acz63HeC2bUmt4b61eH1dGsexV8d6NzI6jlwCQKlD456mnjJealA2NK3JxTBqYuYGgyG7uU3EotvjWhxNsFxH3CK1Q38YHT83XD2oHRvoyzYAsyaIk1UKbN8ZxNW1FVwq+DhFgVjQeIRwgHHh57Eturq4bSIhVUXwwfelF7tzbiDu7gVoCBGwM1B7THfbkkHc+AdAEP8CxulPI1/SAKrJQasoxaVBGVHOa9BsQECX3w7l0Djk/H6y2lnlVvAgGGywhshjpuYWyEdU9tzWVsCVhACubKn882xFicxccgDoStJI8pObYBmgUeurA+WW8uiRSo/Cw0x5nFDuZ+HTpeBCJVdORatKrB4gZFAJbsDAM3OB9EPWZ7SqqGDwZNV+OvW9/BHVwGjSm7DDQueZ2pMYA+407t/DUilkNtmfBcv6A8fxaKiAfgIayMNg8a6ex3rMlGwNVI9L1AR22BxuzW+ZEoYHdbvG5UBrCICW6zpEx94hsCHehYxDCXaYScz8Ah4FjoEPAmLhcktnfZaP2r9c/JDY58Nib8fAACBdfLSZA0KWZHCRd2ATNmObh5/f7IptUaUYMUw3s65d3B/zRYLcpVpu3QDm8PxMXexFqYrzw1o2/EB6zqaXwRSFoYs6/QBAih0voH4abwvg0g75KV70wLWgPY6YWdFyednYxc4+tDGLVYFVDT0PUnnrsPI4k5Ohf3r7yErZDq2hJhvuM6W3kwegS6TenAugkq3+oNKOlIV4n4/iaVtV/YiDtd1u/wuMxqfQTndvN6JedyL+TupvR47uAOrgq+K5sexSWgsbaUpjD6GKXWmbzy06rD8HlAKxB2ovH60hnEN/AFKZRDerBK23gl6Jf13g3gTKqbqKE8uVbn8gjApq/BDWE6UPhR4Nm4uVpN34+t3LLXKdh2Ivq227NeoxRLxDqu+8zPGydtDDZ4Vutli7Ht/c4NKZE44LKxynPmQ5RcyFDJc0+A5QF2zqXLdTevRJV9rKfcqDu4g6sCz8/tfJXKwOhjMHoQ5mm7M1b7LkPEaitaQHg5VjkGrU2fLw7yXx/Y26GvCb6zmPh7AVyoRA2lOlLR4g/tPDXbbeWreDgOqzX+bl1bnzOb1OxbRcP59mEQoqMQq3fT774yMd5xOn6j72qPPHViAxhS1lJtnjwW4IFJ3qj20NVDi9Oqmpa8BCPz3BJVo6qjprIxmu7gDq4L0qhRTVoDBq8R2BngxIq96V6ujrfiAoo1rHAJpEdmw/njeRrpYXp/jlxnLPcuRcmWv+dnAXXu6Fmt0nI1u1ym361zBTuehrAL2JDBB9ALdK3GPJ3KNIECkCYmSdydsm3q+YhdkHUaMX8i9ya8hqrYtsEDfLbBll9Xy8YAir70qGGI1Lz8EaYvEhUODXyWSK3XL1sO43dwB7vCzgtMWXHEK0V1Fv5F3XoyitUDS6XWsIUmZZtzRYrlghEXzse01dCdbMAmCN3IyHuB6vii9w5+cfdmi+bLkrtWaOcned1K1mzJeB8ahzMtDsu9gMmK6QTjT/XaOeQ1uEXessorgGMC1y/pJozQ46U4IcMVbeLoEi6qvSnLC/qypBixraxiUJ/ReMvkw8EisCI0SAsZHxjAEHQHd/DuQaPVg/NwFUMV1S/q7zN4A8u8Ftaao7nRtHOr5v4f1g+dtAoW2rUBD3CX+zm3B1y6mktbSzOL+TmalafCd34IZvfrEDIBh8cjBsiQb2jE2cVdYluYPW+DgcnQIUSC/n4kb2PnN/Z0AO05rgN2TSfDFzhUlg+vHclqdpYHHwNNv1FCPY8epLAocOROb2sAL8aeCL+DO3gfgNbwQL8GsU7areb33Rc5DppbdV+XWhyfoAmhf2Ex4p5k3KQMQB8SvRb0P5X4HoCvXZ6rNaUf6lw1aoZX49ZvsiBDsKXaDewDHW5oaFgm+3t+3GXmh+kU51Tj7tZeHnecm6K7wiYK1mVu6s9xA8hcVp5sczyHoIRuPtVi4nqQD4IFOInP7Q9KaA1g090t2N+9gzt4l+CnaTXWuFzNCFTQavdAz3n9t7cs/CrWTPUNx3YpQWsjw7e8ZXJDCClr6vHO4MwrGAuKh5Vay6XJsBFDNd4Ea4/2bgHepi1rEA5hYJmwdOGc++CpmnEGsjU585pU2iCPHoGhF9bAqAGkI9YctwD8TF/oIKOqooDyeGuYXbF7lceRGGeTXglmUkMk/gJX2T7kHdzB+wfuLZ7FHTtGe1I1PAdjUgP1oCVx6j+VK2IXBAWUf4hGigO9NHBjpHUGbwgj6vlOQAp8aAuY8dRaX8+jd0YWCRuF3T9+JDhneb4NNsArUmBpeO/XPmB1LPOcVwLzTZC6OvCJJ4+fTC/mFILjLWys/ahjK5tl/yyjfaB8bLyY2oOc7PVervuS5nO1t+jZXrMpAJoHpntwZxHv4F2DdMTXi+YajL5m09F7qUruC9RV970ulO7CD8Qx0IsCsNfZXnavvKIV4c1gVfOw4nsCaSWfe2qamljcnNY0ddcZ8OWLPjeAmcEcdLq3C6cqsdeN8lLNGgvyySjOeYA6DWHXj1zv+o32TznHuthrd3VHRQdscaPQtqh4DU8ZFjEm1JUKRZoNDaBOM5i/w+PyqGUfNlb0Du7gtoBRixIxNBnkR10lHI56Rmsn2Ved/Lo6d4FjOiTl63p8cSVqZzuwEcLpYpb1HoBn6abMy7K0NHgRratd31Bdu+W5Gcp9WdkD74fga4nqSRko3GxFfJ3N9iquNyiqA0F3q7Z2DsV1pkOhxH6nlVatw7hh55AbMj4AFZPjJ48ytrme++Vex/m8jJF1D9Ag70+iaVNAW87Git7BHdwWxEUilnTWgNOIkxfSugEDjeC7Eh0vBdNWN9etrGrWAe1lDonbuezaw+sDN2i2qOGtAgZQuynNjThhWo7Vro9YStt3rWzbpxssoKgyaKUjvRcnmeIM095t4V2QPKh5MFrTYthyX2bUAFKOYSCnAcrXGGiaIJumo7RSNMTJVIOoNrN+6xRTfHMvbaLfwR3cKjCyrYI2gIzeBnoaIf2YLapgZXSikRO+noaJ0xYacgY9lBVCKOhtQD5u26ndu4KD01TUlZc5pMXEU1M32Kh12JUvezQg7qAOwQ/h0ZFK44QDi+qhjqfvp7OTegWDIrmSN0dBkCei7iEYPM7XhbEKsyRj9HtbrZEKCpru0TlSO8UsbiLnNJOOVgPru6z2E+tAW7/xcu7gDm4P5Cvo1MwDZPJ6PGg3GsDwD5Ra1uX0SD26OMZjlK/H87ipdWzoqaSLorTNSncF4IX7rh4WGKPdCGYXh+XuRZjAWCalWKajbq9sht2+GKf+H8gbs4C45e1Zxc4wRF9jXC1dUuMg5tLcHI04EnFUErZZ5e4TTgkyZ6s0gHYoIQkS7UG8JmNjLjnqQNY+4OlQLKg5dB7JuhUBI115O2PlDu5gd9CQw+55+bbqsDu8O7pY3BSG7FHlVz/QybPqZNZomL0NmzxI1k792in1zcBqKMhoA2O0G4GMXvuwDyYwml5uaYxZqHXY+QpgnFg6MGI5o/PjBMP8Npq8qM51FCazha9CkErnz454RTjMZRyMzqXTyaYnbYD1Vw7DnFFaHesEQQMS74Eawl1dYZqEH2gIqBPhnen8GgxlDAHIGHOm7+zfHbxPiMt0udDJGQO4q37tSM+xyzy0xNCIFV+JYz2QSESY1TQIWMl4PnBcZa4GSLKwPowSbwTqg+5UbXXkPomXXNmvmawxqMc/5DuErk0oUL8ZvhQBlz062+BYjflsb8VXOePDQeHsOUiB4QD6iBSoV8vBt877sPYqcFQu3oYr1eziA2ABGMsPlvjXdJvXOQCPnI5xE3ik8d0K38EdvA+Yd5wanMB2gLfDPhj8UlQbx7ebXMRDuSygh9eB1qX5CyW0MuzqDm0F9KqtWwOjxJtAdTIwXj4tTPLq2aQaXU55CCebHurrQTEJfVjzjMSWT6zLsqmjS5NVr3iCxD0dHiAS8/VgnD8di1JEXct1T3wMhq97pCtaV1hcUwQUvam/46P55DhSOXCJ1U1x36lZbUYGWjd+B3fwDUAqKW+hhtViTLYDc5LXwlJPm+8bejCzk9NXVb4KKECCZ15oqTRAmDary8CjuSaMq94o8SZQrEoDdXWGDYyIvJkd3gVe+xbmKIzbP4zswAI6nrfVZenmdaw8gUkJt5Bej/4OkbHcVfGmINF5g/XoG4gu7Fdm1SxN06uLr8QmPoD2yaF4Zly4bK4p0Ck/+00xdfKGx/86cFn6HdzBTYHnyuoLD9NwLTTc+RxXjL0Y+42eevDnh2q4EGjaicZxXHISSO0mnhwDdlo26MvWydgmiBLfNeSjaR1QN8yP8lVdki5d5KX3AZFN0EwJR2BQg2pGX9L6sHJgfP/tyLY6XD/WQBCijOVoME32IXGEY7vBdilJAvr3aNvHuPtV4TNwiQ6g/Z6yOQhKExPvmlKZxmC+gzv4hqGSh4MlFBZjVWF1yJtMHrE9+5fLZhETGVto38gTsMbyYfo8G4bQHeYSkNilNuSbA+Zm/c+RMSVeVfXxydHcH8m71AXcYtpaGLp5PehZwDOz2iDlTDg6vj5b2QLazLGofqkah4OLd3EEMJd0vTKMVovjKuHdEudxR8SF9TONiwCOeKfXWNw1ByvcqtXAAAZsFHYHd/B+QBqlgRkD0cM1/QAN19neAUtRtYqBprRxf8dQA5vPZ1tXrGg4I6in5BI3bzGM3FKNN8reMWDPrw/+tHfiBlq8PIk+cfd0nxg5C8vTgx2+57g2zR1A72aw3LGwYnRzXA7EnDU79bVfuyYuIukwwkA+TCcG0IdvBILeeaF3yg0RlROFbnl2MLMak/i8PGrr6eaVVO1V09EWj1fJsCXpDu7gNsCqoVHLQF3G25uNGtQ8AVJ1nBkN9tCUiPKoh3h50hU1E+pFOYv68bcCteaBlaq/vZ5fC2pR77sgR7J6cTUfe6P2eHmCArS1D3zl4xK43Efs3gzuPKESPbxsXv5Qjbg0uIrHoKmmzJbOOIrmAYj6hQNoL3INfFi7BzqOUtzS2tvL9cBGoIwIUGf3S30qSqir3NRb59iRxR7Cwt7BHXxzMF3ZABoP49Qq25yzdkdTc7iXMb+35wvlvhDVrvri2XBsuIJJNUjcyFNu7wBUxnWKaepGs9tuUL3jbwWXF1irzcRwy2KFln5pm242tKA+v1T3VVJisJeS7OzZP8zLDEew0en2s+fxVCCdj/XTIcgEZDQP841C0/pYG78R2SasQ2sAc4UuuunIRCrfjpQZp9PEW1Alx03yHdzB+wENQQZmPZUFy+Ha8dGWXNYRZEoO92kZyVyHX7AydBCkLkoO14MNFfeNywLSrPexvDN1jApfEezdBda7EdIaQGNSZVukov2Yii7Ul340ztkvhWaWPIW/lKGelWnE/k31U2cf+SnOrER97isQPvP4QBhIqhbbbU1Tp4I0X3RpzdgQ6AEnthP6qp7L21N1GUaFyJgZe4e63293cAfvHWSubABRlXAetI8dwJKnE2ZPWMF8DHpvj/WOEnjjYeaFUaUtHs9WOvt/pjWhYbMu3SrcuBTuaHYUVmgYwKCxToKXkKU53PUuhiYgcypoJfSgK3obNF/VZE6tXuQGrwzd7IRydbDSwnFs3MsieVUYAIMYfxHEFvXfAoVh3Tj7YeZRcBeQ2JHus2UlV1Rdc94e+v5FhQRMcg66O7gM0EJ1twJvCcOD9R5BRWfpgX2DVbk+sH5SXALUhDdIXRew+U43T9EK4nPDqxjLsnIa4OfVJAe3Imc2fUzS0gRywYy09w3Dg3HVg1Pj+iaOUoeKN2uhnvmhNwGRgXmIGSSwds3LwN2IRC+FGOBxkkpg+KuDLSLfs+6oAZipJOjvzqeCl5YZZq4ec1/bwgdQeqDbIuNVrAfT2r8eSxc22db3B6rXt20bg+r506f3P3n+8cv7z//95YOXL1/+8OXLp0/vPYBdfy/VmX92AXl4NGZKzJRLz4Y7QKeQ3AtKAd8VQD18xb6eNu6doKNti+4A5fxzwvP+OZjDtPls5KfQAoLKzpPgjWM8lafbf+8MrmBzEs67b2oJ85jpDJxo9diVvLISPrmzL3qwwy3iFhbcm2XhxZBHPdRtK19+PIvCVQbPKKr/ZXCPchZP77t0HQNeDLl8yMfN3s56quX4uPkbQDxqTL93uT4qukid3sJsJ/4tAFWl2b6NMFa/Bx988NGD3798+fz5/d9/+fz+8z88f/DxvQ8+eC4mde3+k8cvfv3jF7/+6sl+Xb340ePHv3785MWL/cfV41//7MWT/Scki/L48YuHj/fqX391Gw1HA/BFqUGgSH3cjptvP6BBHvIMYzUkB387cDueRwG1z82t6iNuKmpzXCm8/iEJ8jvilQV8QL8TMg7RUZd31q10Zy5PfAXwisWJy3wc+ZpWpzsOPA9Zb51HRMBYzTvJO8FM/iQvK4KrDTn9xfxBOYuuZkFUovn9ZmwgB8JnoGh405SNQBGdynmGny7sJSO6zhsgZ3FA0QM/5qwtB1QZId8KuLQnvm0QFb5/797L+y//8m9Pnz79y0d/+feP/vKR/L97NoDy/vafPPyvhw/1f/64qv768MHDLx48FP7iyXPtHu7/4MG//P7hnx88+ORHDx48OKpePL6No1E93t/fr6rHOtL7j/XbF7Y3+fX+JcPl2wXzuKF5Vmt6hzk0TEsLNJjHvRUN8gMGdXxATcqTjzhIhE2Ccmnsbzc6aFhisRuHvntxHfA08cpQszB+g/NZ4IEZQc/V8GHtmlvAJKQBaOHqrbFRcjHx7ltQaVI2iyOkhIkdwkjHafQunHB599uWgQnAR+xUbs7hyegl7uMiHxSMDPE0oCs99aDgiul8x7v/OzHdAEbkU+XetkZ431sPIq7w43v3ZPQEf3n61Ih2YQDNU9Wzer6yNu7V82U9W+oUtlwu4lsXBwfzc1Y2O9qrz9XCx6d5arsh+EMVGl0ZoSb1fpwNvxvAwGWo4qYd6J+q27iAVX7cdR3gmOMl2Apy01SE1MgiJq4GFmLCrBGY+rWhgBY2VWFXCL28Ohxlq4DK6+z1DYETpzoP9I647VXCWrH1Dk8IrgESzyWUxU7lyHLhlc+v4fr52Wf3t5hs4rAzIGLQ2MQCkrrLd5xkW/lGW8bca+1N8dyPQnlI0TnMq36qDlbZ66qZkNllL898E6B6Ne39FkGxwX2QB3jvv/927+/3Prj3t3v//ad7f//bn0SxAbyDawOqw/R3qXM2lgpvQlAsRr03Z7WlEbAtyKS8Tcz1MBtR33jUeFdEHFbRFjpvnDZ26Z2OQrsyNsVXhc6zMJXnlgNPKBIns6rr9G/9FNI1n4KUjdWEm6cu1YhhO1QcRy3sTDqY0edcg+BocMvGhK3Awz2EGeXk1jw3uK3arU/rjnZXVBoR8axAVIsmEF4KW8q5IUiyhcfeNiagEGLLoE9831tAqUWCPMAR+OC5Op2rMfWinh3VswOFs/qINcwWii9mjuMeesdJbnYwI21WLbwFopBLOs3W3yXWQevqXKUi5uiAYHbkmCvQ0YZvPUh7PEAn0/l5V7diuMpbZiwbH8JRPIkWFtN3iNUrsIaQImrNA1yDd91bvphFNQaWeAeojg9z6lgxcxjageb6gAdFQTv30AewLW0rnEX3UgZ23A/ohRPYAT9ojKWbKDnfyxYz3d97cWUTVDN8tMZ602tNri1DemD/cuRIQewKKjX6aEcD+H5B1Y3KE2YkCBn7RrYoPhGDu/D+vadP73308cuXT9P2GT64H98wJDy5qE40Yi+qizcauaLy10mclRerN8bewOl4POArBiEIiLhgP/eXAYURIpJCARWiCuwy2r5FsPAztp7rTveWaa5ixKPgmwygxre9C4WcEGbZB9jF8ioW8pB9Gbzj/kIxp6rRFs9sA9SMGTeAT2PEe15daLW6mEBp/MYGy/7tZIM7hqdAXR1rdEN2rwqyMe5h0TgbaTIuxqAD4f+x7eIArg1bei3Rntg+qOGJuZ9lqwN3fzAwHO2ybYBgXGv57UAR2ykkTIz+DRKRIAT63rYIEokKGc3NgAf493v3/u0f/v63sH2aEeMBqqcZpkAs6i6QSwd+nvtZSVj4wv05j7EG+G3XDBM4dFeG41IFQ6nydwJWPNl3Nl1qZipFai7UMF6tiCPqGFDbnVn5fbn53lR9cKJu4HyQGdI/wUh+s+A3YHeyPUOQZxuLZVuV181A51DXtSxUdbF5kbvWVdoO2JEhJx+qyyF2pEmGTdNKPmB4V9nTK7peVbQ9xEEU4m0+uP6WB6YLjPpt1ZPY0eSeYeuvFQQELpga31zCpkH2DsAlRXGE8S+/LvI+t6bQHi0hLt/8/un3/+3p0394Kkfw+0//qEB/+YTPbb32Hz/+/NHjx3hvnz/e/zywU+0e81eI0/f40aN/eqTE/cef/wynT/HHj/YfiVtZnQNW4kKRo+jn4PBYipkuh6bm335Qzx5ZO/h0QxdY4CUMoB92GYMY3kspto3LwXl1gpKqqy9EQTf176veNwdeGu/q4FOb9jaA6we2ZxLnMpfqgZPxgmaxnGAXxpfEGzGA9aLymylc2Ykh5jj27gBzOFE3Y9UgNO/+CuT+pWmbtiKXB+tXIjmGW4etEtdqBaydE8ToNVNdu6QJLrP+ypPY7YMlK2BfcP1bY1P2RjOqX4m9D6Qtu6lMIQW+t/fg/v3/5+X9j//j/scvNQ9+eV/w8uP7Lx/andv/nYyTrBTo43+Spfq8YL+G/vkjGzwMo4ydqI8Y158/eqTt8f6jx5/Lep7Kkn7+4nMYyFw9fiEDKrpxESVoRwN49B26D6xzi4Yw7/RKSWToWj9JHmEM7uEQb8CDX7rJSgiYywMdUHeAeunaPte3Dex4sVczR5S4/9pEjQ98MuJg8SjIGpm1cdo7Qg1gPrpSs1N1XlEkjKuOl0EznAL2DzWEWYignuicxVHBBDqpu6g9mfrFcg7bbqJsRb0MdR9s5GpfZY2pU9QVOKzKp/WAkL65hF6L3xm4kKxI7NLCjP/eJ1J+HVSRrK6d9oefPHx+//mDBw+eP/g/Cu7f/9g28GF0dzPLNTSRHlXjLcDU/f033vb3T/ffeN8yJPRzl/jh8cnF6cmxdx6XJ5yONcr2FXgcXvNS9zcENnC+dLXsPtExK4NyowFkgqgBb53E2AVjqoCOn/LH1+O+yxAGxKq+PgOmtdFJAZqpinlkxcPVopqsnQ9qGaz2oaAW1HGt3xzdWe9xD29m+5fT3mYvsM8l0zdbHDfXsgUejA6Pqvb7vrK6KpZjU1xFe4RjrTPwqA1TcOV3OSppdiRxCTj8RmZ8PIlCVqo91e76AYtL1odQtsRuGyy3EV5i3vLX33UiJXgfCPvE9cvAYeB4gA+ff/z84YOHsoAPZAtl/z6+/4eXD+NIMMXtQ3ckCMI24QgaTpju/uzRV5/vP3qk3SMg7pAIjmXRyG4R7eW9E+GnGD1ZPIk7qU4viEE8DDYFZHR9vzMQ3X0of4Frp23dF6mcOgwbgE4hcYnvGJ9LspZbaR2MOUPfMXA7jjYZwL3mvV9A1rI6FZ9X0+7A+O3fAzzArScIicKtI7OMsCep9GjTq87cOzziV3zqJzQNOqd7LAOpJDrKoTQaxTqNGx2AUi702wfh3p5P885f7F3N4w/4m6vlpNOG0kX10XHPAHpg9Wrag/LM4DuFKKKxL4MfW/ffUpz6rpEW6/0isF49/IMcPs15NQO+r6nw/d/fZwsP8ORYtocfrpj2OnKDyaoOn6cnsHL3ViB/Tn6jBojvlNj54wgHW2P/ZOi4up+o/qJi9oALx/grZNOPyHs4mLcIHrN4MhPa0Y7aRt/H9N6gHlBTG12vz+UteFkZVkegN3f7NNq3HGqdDS9kitbuARvi3bMEqbmGMF3XGwSKrrl/ArmF5Svmo2Dzp78l8QJxHetC8+etD1wzrvKFQZRDKMbqYDD8ao3IQ1+X21uu5CVyjA2+ZYVvSJ0FBxVXEwHPojswmdQVI344BdaYCS+0bZxbD8zlB3fHjefvW6DJ+C4A2Zaf1kRBMTD+YXZy68QGlIy+o20Yd8XagKsZ933vgzfhuAXiOyHff/r03n/ltHVxzgbwTBqP9Ql0iM8PZN5m5zzpd6SIonLfzzWueEawOjjgKb5FfZDP853PFjzRVya/zmWChM6cG1RzF5lO9uIUGhuRAwnQQKGXrwwa752pz/sD1Xa1Vx8f7a36HmDTjE1jV318yHUetIDn7OIJCE96rWdWMEjXAIbEtwVq/KD6cDluzbufE2+ba9vV4Bvaslpt8f8k4fAcG1iiEoK7qd5uJr/Kbgnc8jWIy9949mOP8Szg0fHJupVV9xp4Ry4rt/VQcbIf2j9/qISnK9HOhKaly8W8+/BhPbYWVgdUlcRaWKdcCzqVKLvej6LLFoGRDBuC/l367YZlZ8Sbg9XZdBlXkfjfv/f3e3/705/+/rcP/vanex/895/++0/3/nTv7zwHqNNTNK0HPJS3aeTtANfXXdmFxK4GXZ15n6BZzJRFfDWames1MIsvGsIQ+z7IX6TGxnV88AJkIZYrXs9XKtYPl/iaLfJg+LaA1PdEp4YNh7Vt4qL7CIz8u3hB5FpHla6tsDElbxiqVhR6oT53X+svi4eSsKKLnAFRrTZK2Gh9Dc2CgxK99cq15sz1VK5gRgHVj4+G2AIXaLro7Fx1aDssi9lclfaRw1uFUqD2oLYs7c+Quz6MEt8RtPXolip8quBsulpxhUm9+R/58F8fPngun//iMJrZA0bQ1oO/HS5f1XcTbB9yG0FDXqMsI+8TKHPF9T4N5pzTANOqrAuoo7EOdk3UwZ4ySwnQAzGySDGSlIz/pz/pVwePgfcBGmSJbQE1RHOCDYxH5X0Q1obtAVbMd8mvCMp3WJ17ue3GvDCqJg4lDrPnLldnh1sqBINoI61CwyaSOHafuYGyjAtwSTVTPTPmOjIJF0RlDG26TWUj0swkd3j7sL3wG0JTDf+bH02KRhF8e4BuZFvNFehMJyPI8f0yTV4fPvgENTve23+03x2hyu8LegyZA012OYFVFVedA1SMJsBVrakyt38zVwLF7i1Otav2/ZYdeZmM1PsEkvOGELR+s/9GxJr7yczUz5STQXod0PzzfawXvwbqK/0VSGPYJaj3y+3MQf8IzppGxp4j5FP+HKXAIIQBPP3WG0DDZUX5aG88rOV5j5EDz5I5V21HDC0hhI0BXMZjhOcXjqm7laLNtjeXnOD4+SqhMpqgxPq8M0EdQq/C+TTnJhCvIU1YXfFJwIA2X3uwffRYFNqQndC9u30pdKp2C2CdjpCAluTu2wvLaT2fzjUJVk11FFkMYR38Jkh1svdP//TiyYvH0VjBQaVOF8gOvnj8+J8e/9P+jx6/2H/84oW3Rzzj97vHL/7p8aNH+48//2o/cyVUWMTZxYJVrl78+ndPvvr8zePH8B+/+DVCfi0hv+aRwl8/Ptx//NXj0xfVo8df/Y6+Jed1DSBXFhN9r8BYVXczjtkVOJL6ZH3WL37liBbExDCee26+FeLHz2wCL04Yc9eATk02gAdJ4tcHSbhciI6r3PNNfPlKsAyXo12oK51nL/rVdE9vgvqIZxGMceekXU1nwhcJ1MtK1NFwb4fNiyt9fuNNHnzJSiFk3DIWl70WXTpq0wBGBCO9zt+5SBCJ+YhUaVGT/X2Bi1MQxRpRFfK3DbKx3yhM6slyPpUV9IXAjQbwEzl3pzxuoZMe7eSReJ/0/MgLlOWSQXQ2Xa4kbW/pfX3mC8B0SfcZ0YB6X4q/YC34ejo/O7AVWHJ3U2ou4lxFTFj78WzC7ftasiZ1fC6flQkvH0obwcPlvQMrBRxM405TpytodkbXOqir6l7zg5pLKRfqVOmhjsbcDiBe+HU741Kg64c1uwbsIsHr39MeFCNpHVhU/uLxelNjKKxbi01emThVkE83cT9e/ar+NJQ+L6KQgekjGdyDJxMlJ5aq4DPpMI2AzFJihk0LPzbQM4DuiLXh2nkAMmTHg1TFW2yzv3/A5JVtI6hRzOpoW+zf94+tC1OMi+u+PNu4GoxmtVwDXPIiA5kmE9m5+d6SZ1YG425H8Cl6tvXiyQbw8sfXLPUbg3ohO+5vaDM4vBMEFuN4cPm/fPMied3cld2QVU4GJ2EtDB567wI8RG5DdngDGRmH6uR4wau2mDna1J8urhi6gow20IyEur448VorFLZpYa6QETlswQRecDJA4u36SUns/Nn0+fYvdWHRCRFxE8kR+f3B00hfg0hqYcsiDgGpm4FXPPRstAPzzgQm+sJTgvriOIfRSJ5NsDPjZWBBGfhXdl3oGKAICuF9/YZbAbmAc1m0JU89tR7gHwm+7zA8wJPjvfNDXs7w83nHfrpzahfk+v0Yj59eCvVJvRx88Ln9Js53BKoV95vUVfjRxV+IsVpHU3qqPexVm8cc2nIj1Be8N8Bn1ewE9vLeIuQQuf4R7sClgjTGlM6EFl41yo97NnlEmS1mgzdA5BR2CGRy1IZq3Suz1LxGtloctzcnirVsOjIWHORLdFg/JWsXxmu519yGRocJmRKNOZzDg8hFo+2QehnojEUWTe5AhzJPFVCXMBgiUrJvhcs5doYU5R2BDV8c6wa6Vih/HfR9/fq7ngms8eYmOFatB/h9h7EmzAfPq1l1eDK9iHfZDEbn8ewmjb8WdJ+I2wLV4/PJ/n4ZpAZVP7HvCMzs/1FpzZmCpIbFLvyWjnKEZgFyRgLRsJavbh1kPiwOlBUjgQXk2L0TyAGSsRvBpYLKo1bNaVH8NBNXiPYZ7Z8x6967sIK6xo2UxeLhkT6EsHIabbu4672pT+lKCeAE29JtS2UDsYZ+Vjs6XPI2j0SVkFgD65QBuI8srz45Wk6aM2UD7RVgVSoLXvlafEYy+y6wM+NuIHHYPoKeDQxbU+wOBqizb/8l7FNv6x87b4NfwrK2gm67Bni64pSMuuXrHtK7al+kQUemxHVY9/bOh4+P8tk0nr6ackXyTCNwDglzO3jOf/y9p28xxKIkdBVKFLBqbuARtL6NjlNiHZBLUmMH/I4+B9T94eMRl8HfCcSRGxzh68Glgo40voxoYtFhVK4ZY07e3+xgOAo6jxQlTOmcuNjaBfdZK7Uan0Gc+1kvzM7kmI8Ec9eDS9siZB+LlmKwsPlUFY9m9irmaqw3tvfi2iigkEhy7r5I9x4r6hZoHhhkCBT8kj42XM5xFZC0zqbivRVI82dj43rmfxCNZMKWcpt/y40t9/4JuM4gmCwnuIGb7gLzPsIFVvL8gNc4FjPtMZmIGxzo+smLF0/y96Mf/0hbxp48Xjs2LEHeA16vVD0IqNWc3WR5Ur14InczeQw7+o7fIkBRNAv2oE43pOkPI/kdYMVK26zcDY+cjcQ7nc5rV2kt3o0X6NGR+A3hMjkHeW9WpoYhGsQEBgLNrhh3JUlM69NcgRWum+K8nTeC18QXyK5vTJDNnv7FFCKUKW9jdiV3tFmy2SPky8/aeZdEFfS+A3EcundRmuvn4m6vpY/VZhR2ZtwNEIfnR9CAzV8YHHoqdg30Y+8LojYzlq4gYHF5YOIn0McN4N/+QMY38smm84msYGbRAan25YH0e7Le318svaRFLmvhW8ACL+TSV9LZRX8Gc9i5LNOBs/O9+nH/MZoYnt8lOPBLvNKmdgi3g9xYRpsOVZ8FEsBy8QBvITYJTMHebVcMavEuwS95y8xgdeRZldlqA+hTozRgG2tGojzqiQadqk+eLuvme29lWFEDbJDtXzhioDaNcbcKc6jBTCVGOkjkxLqww6ANjpHsVqbmsp+h8NC8qN02uLToa0FIjUrHr2///GPz/9sDC7+Bq9MpL+dGZeUCTrbdBT6pzljW7/PHGlKGRy9OVs1jMC34IvY4VKeDgdddFkDQfHh1HdSPvZP90eVj6VsGMzyQqHRpSTvKrUO2cAwXkyB2VessnhTkO5LdyTK96mh+J/i7DNaRAxkc2531waBU7+kYWBej90kFONrMm2seEeL1kq4t7fTwGoSJEjeHyFUBWdm7toetsxeVKEeQaqAPGS0QYtZgA7kLFjUfMdC02ealhewMeuJy+9eFS2txNbA4Bd5s/6K2aq42jsK3DzQ4HB7gB1JRQdcDjFsgBT74ZHHOg8uPn/xAPz7Rq990+biKN0Gu35873gUegfobeZ/jJuDXFewBFjPVHc0M5rnOBhosQRBwUBI1MAlWd6vhDQ9931w5kwQjfbj+0XkXMGxTH9S8Qx4NDftSD15yrg/rjmVQR80xcrk2kMZvJjSFzI9igaF+gUcb3T9Ba6Ls6kUkDLJAYjmJuSSmxF7kFCczkgug84n2IXzHrWCW6nzdoNEmzbgyBriNdXWi4kavZ/ZhvEa3BZLuTXXyBsjwMVz5j4HXkoqt+x9Eb/U/hEXFuiyqZlmip173AG0J7QGGZnIm5DsJ6PJyKu9D9Ozba1yDkhuaGN0msZIxURmNKCNR3HTOAmwuWLBpjH17AVXhTSjGduhqtwkezRi4lpaHpAC9UI5CQ4a9LAIy2v3K0rn2dSXI0rPDbwesEYmPgdJl9RpTdh7fKApQmv7FFrVr31NPOgZwnQl823jF2moXvYePxbm9/EhVDZSLWH4ShHn50tKXsIjmkekSByK7VroPzdcwt4BYOufAFlx2c9wBIl5nK5YGvyq054ubApXSP3STehqoGL8WZIOwevuxRTQoza+DvoNfbP4FzJgJV3E1kDpP+tcAGzfQq8FUb/jol0C9zXlQ2HTV8wAf/e7xw+espPp/vD148L/0Z3FV/xr48vf3P7n/4MUTZWufaqgefPn758+ff/L8+ZcO7z94/OLXL15ImoU8v/8f91/eV/AEEP937i6wb9uo1h1r1BvnRDp9CXgcJS7wLaeMZ1avjdU6SuszYK8+2JV5BeiUfk0J6yDjsL0+amPP7xN30VQbpzQOY0JUXb8VY+ABf/byAbslirb9dNA3PhFTDo38aV6G6563DmxxVUzGAVdzHLqLem2CinWtE+8Bd4fbJWAZS7IuF7yatdMjsRsrdSNIqeyK/Ytha7vsI1Bg3Lp1UH4d9B3+NCrKOJF/MMMLnIUXuPEaoJqiidbizeGxn7vYj4M81wgRGK+r5YsnT+4/ffrRX3IT+vSjly9f/jC2+x/7d//lvT/du/ff//nggbLlebzWVPwlyw8qm37/rv/Tl080236o7C9Zlf97+ZG6P8oa/tcDZ3HO7xBUR7xwcyQnMM/XjXkxcAHiIF9kSPBISpwWM6LApJCpSY4z0iK6Drz6fN2eytL1vz1nwSfdxMehHqz23bYuzAwxmfVyEW4NuOOGzTMo88mRKCoW07GtpxLycoJP8ypDR8uLhMS5RaInKlzdEe+EoObQaq/YaNhaxKWlC1TrDf7cWXsLhEck/AYkAquLDRm2wA4V2RksSwFba/70d/8X6Bogu2Ll39/WCLewXeyfHu4fH0Z4emjsVEXF4vRyAVmt9Mh3dsfvAn//g9+L8fRirz7W2fnkeF/Z3erOFPh8/3H1+MmL5x99rxg8gpesKp2bPLxPnn/y++eykYKXT76QC3duP65WT1zcx1aWXEL+4IdpnPP5759//Jd//8u/k0+e5IOH5NnptPdtAumvhseZxkQqb8e4AR4tiSf4kCTKsdKOm0bSSb8bnBq1nk+0GJbiYO3YQK8KpXQVd3twiQMoWFizMwKkh1vHM6Oyn4MXbEeAKzZUnxvmvgzoiYr+mb4ZYGnYYmUsWTrPeNUNnKWmMlCYw1Wui8XZYVYtYp69/bysc2BiG+HsaMsXDprRMFfT5NsSXa49C345bKvjdQB5+qt6dLohuruAzJBtm/8BJRaUlt4j3Ep4ui+D5R2GDyTrc8EnzQWaB5cbIZs8wE/OF34XWAfep0JGBDrmR6N9HC7kFOIBfvSfP/zhR970V/hxA3/45Eu5cl/+/uW//cMfv3/v5UM8wPiKYb3/pq5e/vtHCbJ1Cu7/6MkPfvDnl9/7mE/Tffnyv1WNf5Atlgf4HAO49gThtx5UYUaImhtX5WqHLaA7AwX1ITFwnNzzNFsn/Hxm0J2wVbE5Eyd6Zbh2xm1wubci63XSswI1VzmL1VvplL29YvRHYyowWnV9LgvlRclJ6aStA6V0GYjHkC8nAls9G7JO14YSXLIs4S6HIgRtgHKYuRhJJzlSHV7nBJXP9twCuL4KGNsMcIO6WS1h1ArS4BSbxC6xgIh0GAK6kZvgh2Un1y8QuYKw8BkO5rN8rUODiqHReoD5FnDAB58wKI9HOloNa5/XevT40cPn/+c58F/8/+u/+L5cgX/Ed3v48F8efMJnR577GuBRc/Y64DohVwz/8Yu4Uvhkf/+r/a9+8OTPP/BT1Eh4/uD5/3oBiP+7dw0QVVrkcFGzhw1gwOyV5aELcEgEzOhKCtewtDkeM2KpXffFCYMt7XcVFkwr+hcDqmMvHGR8rbFdQPEGrwubJuBcLWDEwjAfFVOdJGKQnavO7fvZICvQvJeloA1dW4XM/hXedagvv1mB1Uh0HRrDHMtgRD9scgBHW2fwDJ423RyiEEKbv7R+2D8aEhDX/opN6lqmbwTe4ATKFjIZ1nTYL1Lp7KhzI883771Mk9eHD/gw+vHJdO8F3/Dd33/8+f7jeDXX2Utft9K8r/bfXBxWMrKCU3/34+BgtuA/8wqoGg2zZkXoWTs5mEVNAZ6KOKwuLmQLH/cHxrWvbH1jwMhu1oNRB7RrXQLqD07wY6OfkUS20B7E6OxtZYg+WHFlAuR/DMw8Y81IABrFfrk43nwRMd+C68PkXKbPHxTsXPqe+UWj5OgCx6EHJuAuYZG190c4bJ17psoaPyawA1tsWwCWY3QIBDQp3Pvdm+Urc+3t8CvArfl/CapDGMBiAxv7J8DqfeOGbw1OuSBYxdIuXAisqwP5H4NrgGU1mPueluztPX7yoxdPHj95+OThwxfud98SKUfg4cuPv/z9J/LT7AL+18uP/vOjj/7ff/nhX36oee1/KEsLP/gXuYPKptGsfOTvWIOHP3z50fc++qEyf8SXibXdf3nv+/eeZ3LA5mcNvq3g4a8REt+3mS/edEe6lac+GBn9E65nJW7QUeLcA630PIMtsAJIS/S7CIy2fovy9rFa2jZ7AF5PMPEC+EqxXIQmOz4/7/OlNt8/2M0ABqU8uznPC3+C5IwFMmWZDzdUq4WjwUFaA8+gNzKVd+mxtar7kU+Ia0e+wObK+C37HS5F7AQqpmz0qAHjF5u6W/BttH+Hp1/JFTw81VAIty1uBZ99nHdb+yAPcFadHu6tPn/xuOdwr8pNEO5jVF88/Ui26uP7n3xy//dffnL/L3/8t+//f57e+7fvf//7T++9/OIfNcXVDJeZLpPdBw8kKfw4eqczO5ABjPsoL2UAf//l898/f/7y3/5yj3u/LawP1G87pAFsvlFGryfKzIfdbJo3N1pgFCXan3nJ/rd9EAfhfxCoQX2vVr0w94cDhY89TeJp7lrncfKQsTut6mVzK8ecAmlqUrqgMoYJ1YHPOHHro3S/yYIyU9dMdJMpauCSp2Dm5xa98UjGRWAsCwsFh6Ekxn4Im2RsS7kJ2P3jZ1AfRh/n/Hdo/jSJ9D/g0f7+50OaoRu9Pi7x2ijikX5fBVGA+eOuSNwJOfKt4A13gWUAxXJyvLe3//jxm2xyQNxeEyKJs3/84X/IW7vPrd7/n6zWD7/PozBP/6Lf0z++lP3zRUBZv9g/0AA68p29SrXtjI0/v3z5vR/KCP7wey8f/K8vP3n+5f3nH//D0zUP8Lt2DTBGbNXMPnS6RwuFSbNTj6rB+b8+Oe5c8cqccQNE/gAmNazidOgw9aBYzluAd6M+LUh7wlD5zGrMSnXkayUi+aivNRZ9W6saRH9sen3FmJrp8JgBnCvP2vx7NNaefbS3HVK2cmzH4ZJJSz7/0i+tBT8AgHGJ6Jk9kZFmXw4rv8h8G8cSEdi9CIv9w/zR+UAav9YEhmWSOTKqTWhrlT7f/yotlflujLOVnUHUDhy+OTw+Oclv2sv+zfZe/j1tXg/ymyAjh9c53QE6+g++/9HL7738+GO5gWxPP1DWv937k5zKP/3tIzt9Cf9F8FxjeZYXcgEQwwPfPuY2MlPgP3z5yR8++eG9P/6t7wFe68h/sxA6rOEXBslvTFfcET5v9FlDJzGAQTT24EQwyVjy7kzArPf08AAarhvCu+/xGAg8ZHfGZ4JpJ0t9ct+Cy38zqxa04ngBdNPgjjqSMGRMe0drjdSRFERxsbBvynqzjXKEkuZFupUN/LIxufWcHS0D2SAEehZkwB6quttt7hCQnedMh7cDtoGN+ZPxox8F4fyteYBhhCK0ZbKFemRKiQuIfnUDHBSx3pGQJRRzG6s7yw30KY+1EWaLngfYvg+cX4XTmcMLIWSzAb9sWQiPn7x4/PjF7x7740bCeGlDwY+9pwKPvspt/9HP9h8rW9WsBtMZGycIsARZ8kdk4xtJPxquBvNdew4w1zoonZW3Q3joox3UUqumO7l8BfeI/2aWI+tlGcedwzCEWzJ/ApWwqZDbASuQmqQqT1l0ku9dYv38sFU0cIHOt/dB5t075AXQP2WTE9ncsV2D8zELqHwnJ3Y+O8eEY5SIIA1g50zFt5sDq7Z+5dUN2MTQCumdAztQ0aw2e9rDTfK69D4PI0YO4PCMcTMI9y9N4MACVi/u3//4o5c84KYJ4UcfafvL0yd78W2NZVkyqq7nPMM+9/uGBtJLbAd8pbwsVdXgIQtEcaN7ZuH+13Q+Xak4Hg7k/MpQ405wPR9eAwwj6GuAJ/IA6385PP5d3P4w9JfEV7Mfc5v4888fyWgJvrIpE2g0vrmgnNOL0wuFby6O9/d1JNpHGgYPgPzo4cN/+YE678ULiXr8o8+T3EKqw7cP1LuJDSG+7luGd8Omrq0OmiugDBsjDCGzjJ2qeRamnvGSa7FutQ5Eoutwe131jjtdneeXeIH44tOxDFw+rJBe37x+U8/z6B9V1flggouTGHDIdys3gthOG3uF0rKT8buoTi4Oq+PDnuXs9G3Yp3b4TfOxTmCLQRL0/dY+KGdie/mBhCHEeGgHFx6DSBHZHejdya1aP1WKYeGdobkCWHy/5/efP3/54MWTl5oWPvjR8/98+PCBDOC3ARbVoWzgxanH16yaHW26BogHeGqtG6ijn7PHkgGPn/zLD7nz+5+81HH//v1PPsKC8vvPBw++8OQ3QZH/8x86eBXXAOeyvbP+MD766L+//8d7D548VI8JXvav/wHf1muAfLhskwkM1cnEsmf+y4iJqFRQ/jjN0ynJlNaB6/SQtbD/OIgyJFZARyT2Dm8Dbk/SJtBZWWF8cnAZz61cnDOV1SnUDIC8JfeamtyYywB1pFcrj/u8SdwA52LJNzEPJKl6I5f6+OTiwv7fcObcRsMANvFJ73ksVWmbkZNR7YstoHyJCYbH0RAjBC1LgkaHqp2RNegX08R4/NnGb9M3o64IRXCxfg6oKn0YFwCr/Yv7L//r+b2nv/9EjuDvn2MZfv/yj080m3yPc7iamx6LR6tlbc9MtqPmdd5Zdcp1QEaX4Gi2WG16DlAtujhZ7dVP3ij74+PGDKKuPKFKS6sXT37w8nt+j+3l/Y//8Pz573/ITRDBv/3Hvzz8x4f/+ODhF//Ixs3ghw/uK1t9rE5Ynn6leXgKDKh++H1l00nj/nNlfPCyf/0PuHR8f0Mgw7zxOTXTywjOXRnDDBl3iE5GJz6FBr2BgZ+j5H4PdC1EAAMyYMyJvDkw6t8JNDaEbrD3d14tKoZKAZ540RmiXmk+U7TNoOFoL27DUtE9EPvxieZG7DG02i+U+1D5ZUP7p/rW4zPSTFM77p9hi03yCWv8SKgKiQEjj0urGBcLBGXFPbDddKBlAuMd5tt7DcQyvRUbyPHII5Ie4Okf7v3l6X9zK0Dwtw9kTj742wfyALf557cNk/ODA02EJ/KvveqBSj/HXqt+p4fHrNQskB+26VU4VoM5PJWcFxfK8nlzuKbNgqgXn+9Xj5/8+Xu8y/bDj753/+Un97/88of3vv/9P/7DvX/gxbcHD/7xiwf/qBCXTibw+X3NCM8PfWsL64mQBqqXf/+He/cevHj48X15i8/HPMBv6XqAPva9trTgZ1yK2Yg+7L47xdoe9clJuCAjIvqTMu46Jg5QbqIFGmXpwRjtUlAm5+tlHpd/qzD1NTkv+EefdAo84HkV0TLJwCfyjsUdX9WItUy3gWVjMXkh6rApRhRZ3cEEozF5HJliDufrx0kTgMTWgCuJ67ZNoHYkZli7bqn0c98yy+VoTPNd5zwrrkktg2wduPin3rnNa4AqqrF+APaPQ5P2b3//k3sfyPr99732Buuf7n1bpsDU7yTfCOEm26gH+Me/PdeZ7Zip7vkZS5q0vWvTSXR1trd6/KMn/3H/4/sf/4ec3C95GPolL/ViEu//gMefe89C+y7wQbzfNPG30DtQ3ecxwCe/+9HzB0+e/OgHz79Iegvf1hWha+bziQ/B/VbnM9+233U178796/MFq+3IHUlCFwZzK8ZYogALYyZqUERjMSPXB8QkOgQP9sTfFaBHdgIv8NGG8MYenxN44wjs5DxdPz/sexl4cs1LIspV4/hZD8LoDpo2LRaRcXcUeF3Fw8g9GD13GVgMcgz6B1KGsi+APljEe3udLj/C/Ie8nf05ZY05MN/MS9otgS2g68d5KQ5bsX/7z/nG7tOP/vJvaU8EH/zAbRlArk1/a1Dk5X6G1yf/b3ZwFKtfrVRHrxWTFwHPq/FrgH+Ku8AXaudD+XmC5oj5jllRzTgnG2Kl1QIXlRfbar4/AvgTqQdvyrxmoEv1QtMR11VbNfI9uW/tc4Cr8D9GgSYv80OXVH/kqpDPKBt0qGcC+SBuR3FYMqWTKzs5Yw2IwEDdFRpO54toSxuRf+sQ3SGLxN7WLgjcVMN64fIB5/odzTpLqY66WmsQ+WmHjpnOIfYIAXb95qXXN1GfJ7rhMG08ehvomt4mltC7C2IlKj5H55hWZ205uxszTg54gLdl/lQDb8X6AR3zV8m6CO7f+/7Te0+fPk1zYnhYX7AwFbdFYeTm6OnFm4uMXu/HM306UZ6WreDHSntzgZd3wZ1YDSP9KbtWLoHmwD71LWRt+h6gpqG+EfzBc42v4xN1W6VT5bJuLrCcxQMKEakfPf6d57eGh1zte6hNjp/9P+DJc3zD+/q9ePEjZTso3wSp+yvhvWExhU8++f2PJOj+y5df/CjpLXz33gUWuM4TxoxHdCpSD7g3edosSjcKaV+VucPWHgZBDsW+BgP9AnexheLoMBkt8RH5tw6YIlslOWsagRqmXsFDY5jHBKujermr+zMO3LJKVO2hED8Ve5pa3D2XxdGaq8+NiMHkNVDCwFkPGDvagsXxwcAc6XQ/yetjaf60j2jb5VQwjPzO9zNcK/nFt+0BujfiB6hm0XlhXQTPMSP//SfCAh88NEs538iM8LspFGnbgaMcUO8fu4KNC7jYeA1QU+DDY505HteLI3ib48AEhMh8Wp+/ePIwZrwKuRcSwGqALAAj+PIPH/3JD9b8/aksG0PJfhy91r/wcah8f/no6Q8fPP/yD3+5d+/+w1JeA2vnze8CzFjsV01h03BZ04gzdcRFdaiRkIRxiIGvfk91INRhMG7IoQgkJYBvjJp7FxBfywo2zDhdjSr6rcLSN3UZnLRvWs8W5/6W4XnT+BtCxxBIonQIx/KCwUVMkbYU39ySKbI1Wpsjt6B8ifWg7i3NnzAdOZHLyYwjZzvi5BQoanY5lSsZr2DLsOdStFueAHesH9Dav7SA9//+wQe8EtHCB/IAzXQL4IfsCpz+7vHnbXT/8eeZ+LNHn+8/evT4c9hbfnmA3BQ+pKoMsvOD+cvBc4AB8U2QEzX1R5b61eOyaFC5CcJU+ODFj568/OHL7+n3w4+9+HOsAf3895/o5/B5uS/80cNYEZrvySz25Zf2x8z+/Y8/5o3gh/IVP3r69DlLZ/VBM+zEvkMg1fHEikavRjyCpRwSQAejdz4YgyWy3GvoG0vfm2zIkQgkZQyiIhugpDRMDjMWlPcCR74jgVuWhHcHda3u55JO8wyMbWAu/isAsYOjsH/ztw+9Y9FAenE9mI8MAsoBPBgitT2MBcF8JNqHzUdcFebMGT7tLVpACtRfBVPrxv/reID3nz5/fv+De3/HC/zve3/7+70Pnt57wFq1twL7nz9KTMBDKh0DyNsfgSWAYSHjnJpTYG4E80bwYja8BlgWBfzgE4YGU+AhWJKaP9mXXX385M//+dH3PvpPXmV7mcugvrz/h/uffPnlJ/e/vP/ll18+/0jSnvKTAdQRjEfnZ1+dDl7M3P/45UukPMAA3vv7J2Me4Lf0GuBW0KzFQ77em0lN1hwoDQr1KCq36YKRwd9msSuCCOsCwaL0ofWnQJBGgbQt6UoqqT0uVGi3S2y3Ab4yp3nGzaa6O8HBsVy+7qRYUNeem5nEJVvbv+3rnmIBR9LHLBa3shPtgA1g6FXAujglj1Zh2wGPc6rc0PmtPQcThSlUsVQaSBOIbUm7c//e04/8Xqy9QN8L/mDdA5T5ie2q0JfUy38+Iu3cT30a0gN8wwtxNol1veldYAm60BjMmxhL7qvQ9GUxgG7+/uPHXPzjSb8vYtWDBw8fPvyXJz9o4ImXynr+/JMHL1680AGpT3gVzmuz9Q5cxftzYnn0+MU/sfTW4zXb235P7rsEXN/W+NAo8ZJufdD0dzbdq8+rC57PHR/gQBgfJmQoI++88uCgTmvHuTiwu7OAma8K3VwFV1GOSOYt+g87QH1+8F7cfb89LGM37HkvrO+VtnzSOdK597LqVP0XSQzrB7TOhyAGkArdJq0dxDONkfHhv/GAiyyjd+m84uqQw8I/w7oH+FxTYOwKq7r/HSP4t79/8NCm6dcv/KFxNbZ6cSofivurt+YaXg71/klWEfXhGuBk05sgOi8eHu/tPfnzkyc/+LUs05Mn8WqupwylW/dP5Uf61d19IedqCo3h08M2zDNhil+Ey3nKOX1xnDdB1g/y3t5jTeeBjPYB3f8OgvpQTdXx5ntiQSqgcQNFqeEr+Db5ZjAzHqP8+WO+DWu/3q9Wn9V1nFMMUDbCxlRXZfA3pNBbepXgWwTuQuvBiKkKMhca2Cd1MyxH3Pt1D3CDpLiu3knqrnANfTpbbLpNtu14cwnybIr3d8sHT0UW68fQzo5s7N//v72/a20jW79HUUMVRheSFdpvHVmOQoy8xLowTdbd5n+hT3Y4n0IfJosQjMjN3g0bDL/AXw27rabd7bSFcbPJsYVvzhjjeWbVrJJky7bsOB0Nlarme1XNl1HPfG9CAvR1Bb6ohQ0k+MUkwJ+2D38CX/B9qygSRDR45NGBm4piEq4QTVFu0J01E4TMxTZAg8bV6N31xWRaM7iNV3vtmmY8t/7Ix/yZHCiFVLVa7WfuDsKZILYaTHp5YLt2FVBtnXfanDnj+iJuq4U8UzAvp1rkVF/OCEh3GSBmR9a/M63RKIe5Zo3tsAfqgz8mkbyk6VBzwG2iOU3uhtxLyTO1DDIfBvDPAaJPYyG0NsiU10tPbSjifK2RoEpXBUx8sUOCl6F0zHo7gHgQGNNTFDPVqxLHlUXkpqC+xX66GLTkP88azoCISVHg39XjD5Vag72im6oGSwZc3eohJn0ME9CEUMVtcHlwKIv4c56fDX4/0DAaSgDcB5rCGgI5ZIcW04xbWWZ3khZuWelNbZiOdQP3IahdnM3aFIltgNMi3b5WVFwfpxu1n9s1jvjZbLVtzVPO/iAD4oJaMbVbG7VXIL9XtVevIPzZeoBp9Zg7L5Rw2ah02n/VOh+mJum32QaIx7Yc00vGyC9mJiDTmEKbZ1oB9DIzdUSv2JGkd5ic8uvjhmpTHdX543aN/MumhNtoUda5G6jsQNmxTJ4uXIx4GvjW1pOwHa7xPeFs4hkjDDhrro8y59obkaVnQPlzBgcTQiKgW6BI5ZEfbQZskQ/L68niItDalRPA3c6UZIsbBOOZIqa/IAEaPRHb27Xzo80vqABfVVbPv5yvVlZRJaYEKKHLwZokUiAf5zkvQHLykg2j4UgpmeGgynQ4UWW31AlIq4eaGlzViEQYDOo3SICUum0gNKRa1NsZA10LB6rqT9vJRq2tTS83WyBAAyf9Uu77cetHDgnEeeMD6Y8HvFlLXooQJ7Nc9aTyqt1+1WlPzbPf5DhAAI+tPMPHz9+gO8h2lh3Q2GODrma8psoTI19CX5AIkmOWTiM+g60uUAItXDkFsnJ7XGKXKIoK1b1PSO3PHHzwqZ8TvmVGCohS7dQwiW5oP4/jZAbKjkoEOEGQBLe/S1F9hgDoJkAaPQtfAOHOfAAlTMkOPtyMb8i1FhcsAlomwZ35dKJAABIYNx/iUnzVDR8cx2VSeHCLjF26ocOCcBaN0XsAAr/lCgO0RZP04PgnPaRJgFPbAFV5lwSYVPGe+2BNiraot+vdxdyMXVSj040XkO3k60u8HVwBWxuQhX/rvPrtRQci3PqlzQW+Li/rASSNo057o1bbm1rMvslxgAByI6NraHVhB2d1uJIbx2UjnJXbp7dc9xIILacQVyz23X96zTaFqAGQkE0B000nkTmiYoh0QCIpSHjnXmnTxZDnC3vy2zBK+rYFcRlIDdWShVt7gkosxSGgOabxH8w0GtZSPUO80xysYDeVPIUpr8dn5TVbAiFTLAa8IT/Tzn+gP+tm7R8f2AZs1bdbe9732W7vffidExz2avukyea79/vVN+9R/33X3H8LEW2/2YSqSSsooGo23+L/7n0TLAnt+zc0evcTLvsasT6B6aYzMDg+CBJgn0SWDEav2FMzAUmAxT0aDNFMkHSlC7kQj6eKPEPNF7p2/K27wQlXDfypiWQYhJkgKxdJOuDGcYrDdS39qz6Qn5rVlJOUewNt7Eo36hMsZpJvCIhFPHlRMIvKCsz5dqbHZRbPox7EjM1UY2SEIoHiiVRRVrQWQAQxmd1pOgu8ezgyrcFKogJlYV5kMXoSWIS45gbwa+/KGMxyrCNTuoaL4tzDSdSLddxCflXaFcAgMxexZXaT4QpSVOvGpVmpKYPpUnwodm3DpGuC38imgyxOAtTNcHL6AwZ4RsbO9aVqwCzDG7WtNiQi1P9Q+1Plr1bbhxt2iB5Wk0uuzIwKM+BrNEPY2tba+OqieAvi2K6ifnxcPbw+BlPRF70EmGSno0x/4XMVq3L4MJgq9wbRl603oxf4/GdYaipcGQrXorweDw5I0/ULRDfFBCQYSU1tRhAarNgopnDhQGhqk2TMOQpnZ+w3hnjRlblVG8Zj3+4QZkOUbt3wG20D5JvzPUZxyza+PK6CNRfKZUXYdHzR0B4eF6f6oe0MTxEQH11kBjMf6DOlnIhiqgVyp8lpNxfdafAWP50RLtUsRzPC0Ts+PzBaXFkEzAenqn7xzQaI1FH5DZTtkBicg0ItsySMbnhPuHAVEefXieqL5e8Msb9eSHYWHLthwe0tsJBV8tzk9lVy7gQlNU+M3DRFpYT8lxwe9L0N8O/trdoeJ0RowyCbG/Hq1T5ie4KTMoPqPmRDCoNvKBDyTwHRYSQHtxwgr0Hy1rhnBwxQq+7bwbZFN4Ad3YrpbNmL44wAq2Bd3fvGNsB+f4Wy25tmlQKoN1nxlp4c8YbVrCfnukH1srR56ah/XO1DVLG9bphM2XAYPIYrqXEF96pxJYQn3vC5rgZzK85UB+7mM967hfzMYsLXy5uqtBGtDCMgmsyU8SVQnXb1RUIE+foXlHnk/g6gB/x15Gpg5PQnjUrRLBnQnNzj3o+Nsxnbo3A9bQPpBnFa2B6dUKbjOR+/FOJ+5lvC3lXBv5CGz76DfSvhIzfWA0ajvuM4pDto42AnUH4Y5gZX2t4wM9pA7wW/mdHfmJmN652oEZD8Im4Bw7SPNo/WWmutzSOcWkc8Nrfy4cgxsnQAGeGfNwm6SjMVecWBWjG50Ex0WF9HMOCmBwHmQu5lSpfXas4jAx5cVo/xvEC33AvM5RDWKqs1CGbHyXj7/TvQMXfo2PdYVXDzflEm3Q0Oou+impiEPP356cr8aSUzxze4J4jjVPlmGDbAPMubAQiKBszkcUbW+lrkM6t6Elmj4QX735EGNELuGDEVkb6HB6gsmI841uNQp4MuYldBrU0hkRakQAK6ETWzQoS5bu/ax0SeKe4NDuhnlepA1AM67HPEXPTwTnPpNSszkTnLOpdxdG0JETlG6+FHpgACzMf5efds5CBqGyeHcnWGov8JFC3xJWRRpdjHsO0hskdZAHQ7o0Cit24jmfvHBxB7jAJrFQ2Na21+Wq2sfjr/cv7JeoEdbHEogY1dUy0KiAiuiJkWJUAC1BNWrw+sRj1jPUCTAA9IdPx+xCVK91J8pmynvEAi7b5Mq6fbWxB9IbVW09fc2aifbOy/5cDmZvNiH3cN5NXTMr/NJr9tyaC/B5E02d+qNrebcJTs/xsS6ttkf2+7CRF4+00z2WL3unx+q73AoBAufMMldUyL1DaFAVyn6n/22SYGkBoBppD00VwEuEuv2YWMFJI0jhSxDyFSVFnSHQKR8lZEbrsog+QFpH2X7ed4/FtKkDyXbr5AxP2iuNeUKv6dgchjAbBmHkT0MZ48ph5PDkZpWf6ia6TA1FcNCUZXrqjnZgDTNJLJcEuWrtwoisEgQ8LL7OifeAq+lb+KfSjGTM6Fguy3wpFXSnFIgJTdkkvvB4aEVWtxN5BOu+MzayvnrcrWINHulaiS4mw8hDObAqm8rCb9vy8Zzs1wqruJ8aY4CWpWga0OrIZHYEICNFgvMMva1uXb/fdRDpDgaLFetWrXSnMfkXC4P+gxHk5HoDJ+NHcv1yHF4o6jZi/NRjHZuLXkQqWlm75P0kH38KcRN7S+gLe/T2E8St6nJNb0OB1V+QGWz2+2DRCviwzTrSvbMIMWB2YwbmlR5A6+foqvogl+LDXBmu5Gahj31exoiVThhrjXx4xVd+goBDsVugP+dZRFtthKKJEkLrUdpEOTkaYHqEAA0y0YA+5OEyP+JN8PvX6/D8mvLwkQYnS2XRJwFvIcXonpkOkycGA7aldTXjcjq14oNHnSaUe7khdLrTygvKhlt53wU0TRkm1HZqKU9GRcFBCyAmdernfV4IL8Z5Xbg4RbrgHb23tXq1cAl4V2fDmHBLjPmREbG5w+u7Gx1WxvmIEM//PjdvW1dZQUUGYzfvOLKHcD04VaA+XJnAdfWRsgxyzSYGASYP6glSMbBkMJ8PgacXjAd8wjsa5a9awE2d9KuOkct3+bgfR4Rn/Wu78GeKzDZhgdN4Ep2fBbAbPLcGS5HJ8IM3SYIVVF8zqnoCqF+Or8pLiFbTUH9LlpBlx4ZKMywkxYLJMFzVRMuKDIx38Y+KwhFHMSzhRCWDhwi9nZa34gTvG1QPTx09xlxJk5EDPe6aA+LvbnBsgzEqZkB1NT+Pca+iC+QRl3GxqsaGWh5MFlO3OCXnL50K+zAS6nIyRdkN8f/rEoAzdQluYHT70gjAp154r/fD3AIla31hPwY7P69251++93zWb18C0I8y1HvVT3UQPcPjje/0lRGsGHDEYjB3NSc04Tgjq3jf3kTsNA6OODyypbF2+QAGF3fcmX5QJmeMEQ9SLOWemACjBltxtEteR6huV6lZ+T9KIgHcX4VscBEtwCtK7MnZWPAOV4xWfJgttP4HeKrAY/KT9GhuCO7fisX3mEjhF7TNFS2pS0U4FiMrTWKN0Eikx0sLGANIb4x4oVTOcJ8lExnLNNa2TsMh2MK0oKVDPisreKMjtcQdnNexWKmMqBTC0iWWesBZ1NhlT0TkN2h3DtZjvgxI+DJHZVjpKJ90zyzS0JZ97zvkD4qNAMR12Ouc9rwFyImdwCbNeOalwYNFSABWsD7CUXpwOcWTvUUjDpoHeRXKQXg2nruADGXYHU7BJgldgYBfmw5JroVQ/UCQJZy4bBeBvgxIowti8wUgNlUD3Ur7MUIiaTYV5EA4DviIfc9WtjnUO6kG1YYtwoQPlcHFbO3CniijJD7xoyRFQGM3ngQp+wA9iYiRjwesoWYzdB2ZkYq+kPh00d0N+KEaAbWHGS/mtiXomGpdOV08AmUxSSPoPj9iCBKCLxD4AGURLXj4vgZvaI89Mo0kOrhZ0t3XCNFziYQBgiEJ44egiE7yq+0E2BCNpumwmnaNJYmEVSIL88DBkfRm8C7IEB2QsSS4B7lcbOzm8NXxBB8NVgDMi4od6qkXya1UY+ktTWP4SOTYOa7KuRgrpChR8MZcSeQGpAZW6Cc19GdK82IXdXBVUe0HeSHqKeDulPd79IBuvprBWh23wQFrVRlLTEjRLg7UAsuOqu+IbbACGdrXRJgMgobpJBL2Vf+5Idvq9MJovtiADzQsCNbmkddZYzG92nzpPTmoJiEOI7mfMkNsSfzHj/5L8bWM+ahvlKtIqnqyeR9rgbFWILgY2Sg2tvWECUx35GiYax3pzh4Qdh5fdClVUpl+LClGU63jKNJB3YJ8bFvrANPAC/4YOnN3LlTMiBZQj8LaZKRfiBAAciyyFLq8oGCW5d1Mad1qwRcPvvWuXL+dV5pbAmPiVAecjBLYBcWYAP6ZKDImQTTCdsy7Bwcmf4CnEFLpcBq5qGnHZmzAThO3FbzKR7iTp6XvxofnN+uBGnUxdEmwfFL/M3hjQdjlbq0bY2GRSzRu1lcmSSHUi4GHcjj1GXKKV0iDBGU/bNR+rcZbgQgsVtUFBs1DqA4qYS58FKHjRKtfPNJXmBeGBya3rg9Kpy+LIgqtQoRwHGXqvczsIdkUD5s+rAGSAIcoiuP7LGsF1zyWHwHledvv1V7AbZxiCZB7JGUAquuRFIP2SaM54Q4CITLISVdtmkzSjmfmvqBalqIAwwuw2wGLdfAcngTbu9YT/HViPqAAFcal1tQ75d51exvjI6iLlHtOrqe0Ceh90hJ+2Ph93REIK0FjI5w6+r46w+0gmuYO7pzjx7l4L9zID34IdzSklQzjfjiWKmTXusVyj2GTlLOQ4JV/vGn3HpExQ9aeYGI9fKSbTgC1v8PL+bOOETengxInwC4J0nI2xu8L1cWQTrNlblMnt8l0wyj2doG0KSTEm4MlQZtiC5zwsrdByXKRK8FV3dp2sfwjgfwL+rvCC4Zl4wSV25CDC4ITPAWTc9UxMgWKLcBri9PW162VZ6b9nnZgzi9ocbgfK3sToBW66rhNWdX7mUy+7r3f3dfZ7+tevwRf50+Cn+4eD60CU3AE9SbO1XLavcFZM9aN8Qki47Mybzr5m4eZTxDYoo2gXqlERTclZqXOpdzlFac+gLgysytYmA5ECWGYgRofRIqYthxuyKR8Bd3mQS0+U/EiBnSYGjLHjwlbcEDsrcHuJ2zo8v0+tgkB5QHtItAsfeCtVzLRsUmkmiAEQ3rr4RFNqRcCbTz8G+d4ZGQ0F60RMN0sGp8inXPKYIOEsCvDUuGFqP++LiNcFpcK3b4Mw/f/gsc8ZiMZxqmKR2O5J0a/XceS/gC/4VrVuIsxk9Mio7G5PdN3NAe3R9oxilQ65ptDIsl0nL0p6xQ/4OmbY+OF1JhywQYYMxZejypsnFjAV55m5VDeY7ERz+YdqofVNxL9yWoUOFw2cXPBH9lTP6wkDqu0jT/qFHHPiQMTZVPnejdO6upSHq0zYIjS2MZUKdCbnUzQpPEQmASqfJJ5yAUsfSK6TZ4sBY4AAbioF1awNEtFn5PPblsLQi9CS2bp3KlVabVU0IQRSoLyfDcMRWCnU3W1XqYl1DJLTOerVJK/58+/qZ6EoC1AKFOLhSIemQvFf5Ah31sPl05UT1iHilQYh3xLcsAfbSnu0HVn4HJ0DnRc/tXg8dOZPBY6gVaWCXAorAnWsDkP0RVa65HXZ3/OHvLJCbhZ7Vhqn04oTHlDKz+SYBYkLEDr0HGNEpopoqoGRm0yxnAeHhBxaEiDlDCJ0ABwsyL5TSNomm1JNsXHkzeE+K8ToWDwmYY3Xq8ZEGPXIPWP/Ad0UvS4DWqsY2wFv4KU1AgAqMcqUbGvBVV88wlxEdp+N1rj8l8Fr16/5+8+YIGosAz7lhyTklP3AeVZQCwX54RphVVq+MEo2pctC9fvdHFGZHlHZHzJf8zxJgsBF4aVKoca5y4/CKKpj4Xnn+rSeD7ONJo3JMxI1GYw6cnVdcKYOBq9Lrj4D6B2Q+47wudPz4k4LdzTcKZCUURS7tK3oCT2k8peyKyKcAxFF8CzixWHXsvJ5zO3ehrs2lvIv8xxZEVwLz8Z8abyWo26FP2gKB4M+YE8Zh8bXTgU0E6R/7avOzJcBbnj9NR76wpetFtmNemQVNkgX1wqQQVFYDnj47MQe8ZRLguYiQJ8iCJDxJgNDKWDb8wYZnHmBGiYwPocAcuy43xyiMYmQ9BYjNbnm9Z40k1aZuOmJ4BnfTLIsjmxUSOVl3TlOBTHolhsurWmCs4tzT2wCnmiyqrMZ8ZmrYxCXHM99IzAcXgRe+SWgkl9roGE/IiH3W48yuiJz20mi9lluAABE25b8DVLSVcwXcletcTg8HKY8nKNDsGcd5zt28VQJTkgm6+IRyhg0CIIU1SYDJAUfdgf5mtwHeIgHeCryUxd705MJTuGoWrA0QDAZC01nEZlIgQR3/FAADz5mdXH0BB9LbFdd4sOOKFeYr/HjcBTXliQKM6ji+kXDii/jvthr+s0bCNa6GkONKKedJFlIuXDnVN35dNnG4EpgURwrF06ZrTy3R0+BeyXehuEDt9ShleGhdFMTjP3/uY6l05VQgdiik9Q8Va5bFpnvIlzBDCswQpSYquVxfGmEyEdxET8SdEoVLjsKlSXxPEWCxAJtr5ATXzwXKfuO6UowJxW/aImFhpivds0wC1KrFeNDDftYIGHqBbVqt4/Y2wEcHCtGUXuCvgxfeCsjcF5EcYCMIIPmVBMIkmxz0LcJkDApShfzMcWZEyPlZQTTCy8gGuouokMJ5cYmPwnIp69csYijf2cbpMwF7yXMqJlBJCnSww8VLkdEjbsnwYJYJnHcEC4wrHw8qlq6eigPPXZIATUSbpIk6m+8G+cT12XVgl0oysG7NFsADLXxUBJ5MbMEJPAYKhbRIKEiZI4Pb3z3GbGlhZg8kXJaDFgO+KoMcrnTr3RHHwfT4Rhd4Y8p/N44DREwzZb4mIAG2Wi1uWGJ7luj82U/ZES47n3mEn4x0kqJw3eE/OIoP/e1kJlkzYGN7ytpfQfpD1iyRn3DXnPCcMD5VMx5eofAWY9dlRcWLmReGjGg4Y7Wey4STURE3GqfIjYhAFDHNLJqnBIHsPG9TJeITFfIEw7iIq0iVyvzcYC505eNBed3V05D0Eo1mFVNok5VpeYtGkXGJnjLAtPApAmweFmLe9VOgISRMHIOkATzSWV5BdtvrW95lEmozM4Ul5CKB0Eb8EHbH4/TMREDuWsEn7fePfT3Av9/uTcyttZkgl9e2DMu0Hw/LtcfXnFVycEhOZd8KPiZ0oMm7cMRLhKKOSz/DIfxnfxnwi8RlY6r7b5rN99qiA8DDXlavwyJcoWuZ2xAwfyCXDHpQ8bcOI3yqoNfUF9vDA+p0nWa07NEL/dkBS3gwl6aAs956tQbyQxV6tXGpD2H29LamjU4Z3DK4+abHAa4kI5YHvELhLUIdK6c2lYAwISEUh9Qa+bJFsXUtRkc+YQqwwoWamOLugLKg20wAAVuTnwhPtxENkvikADOKDRk+WZKliq7uA2YRVz4eeJP578KY4nmiesEg4kidQYDRV8phcZ8cnxaSZAbOWJPkqmch7/NCqfDUDMDOt71M0TqsWManWiz5xRh3uXKaDwRcZzcIKhyclXuDBMg6nDxMxQX+YBouMH3KoYBSG5es045AfHDQIZjklDVv/mDHq8gKx/o6NSnvgz9UMBOD4bxO/3zA40NbKWaA0Bhsd3h2SxQvEGcdMuDq6klp5ZuM+gqEnomExDddBV5J6yxBjOg4ssOQvkxYkEHe/udFKNS/zlyqmFImJqpoyJ2INHz8FKdhzNskyGbDFS4jzfJiw8ZMQ+ozajTQhnu+4JijaE8Ds9us51gg7nIPbvuGC9feMYMIhTidUQe2KTMxkEbpBfup7vAYA7AHhQb7csWF4O4R5kKfUnLBAiAzC1eNHOFzCN6QCMhty/igkgApAIZeYGsAzJoBIQE+tAAjclx1P6D4+KZw1apvsUSy9cnCmjr4+NgCAaIi3KhaU8htiL6LM4vwtwE1yLHFPH6NkLvzXI7SmJb2U2HKuwIq2U3JCMWhowIyzAVbGqzJP9uIOIY14cOhzQcmsdVpKO4T14kGLWtYWX9IoUI+c9VzAavAUkzJXyUCnOvRQyHFJ2wGZU7CWC+KG66DUYUMCCK8NcZK1kop3wsu/3YtCiEfsGsmkwAhwHLyMwTAqeMADVwNJvXvOx8ZHrtjzviAhqfbPqlqmKmy55k6nMwDFHaYxWg8k8ToHg/Jx9N60JICT4MUqNex/8IjrYh/sQVwdbXV1HeuIOLRQI9lJxlF0EYZ3y5s798sqQxBmQ+YhdA+OWcy6uOw72ixMJrncgEdnx6iajBIfVkZxnZ05wzIGLA+Dfs0Q2uSHksPGE9DymjAXA9lGGL2rYAvcxMyAmQsmCJD1AkMTKuBqOxwAF+GsBsww5qbMtkKWaQ6GkBuv2Ytzo0mMcPGhVJcJMAvGupjBhP5VBBOhZMwY4NgiObvznoxNA6wut/c1066PN5U97eP2R7XfFeFsQc/A5xJzJpRst9M9rmeqvy9V3DV/Xc/bXPnouZ7BDw9Vnh3ROox14IRBx4cSwbsJWzOE+rd8aiO7zs+9xoNhoNSIdVqWDUjmfqRmZDJx/zsDKkIvnFQdDjLnQK7pL/z1VZVLacQ7VAw40WtxXtOfri4ivi22wABPr/+Od2Fedx5LkciTb5noUqsL2nkJhTxbAlhA+IX7viJk5YFvQqim8ZdINXgDEl2ZoRqPIfSjU9v5kkFitNRvhEKxEvdMnGZTJMri1Ff1E4KdF5wovQcX4RB6GTLG7grQEsonI65ZEw8pz+rCiNwN5qEWZXsLbFufueHQAnvmydoSeheuq61TA+OZ8wEMdhc4DS96I3S3uAiSS/AO9wbnK1/6+lxKeonwI310useW3bGuBsbDXuDdZBC2oOGTYfagQOBTf/kjbi1EDtB3r/bf6NekGbT+0EIlA1rGIxAsTZsTuco6ohggqt160YG0YWQcsgqMNBqMtKc3pz/ik8w8Tzf8mowGZjMSEnTqKIkxAQ4JSfkEiBTt56kYfiMwPWcgUIbixfmdJB0wyhpGPXZL2y6HMjJySA5lWjHgKBnLjf5gVmcGprQBUoWDppOeczniNuoIJcAgRIDlpJiImUUDQY3sb2bgbrqehNxXQJ4jgfyAYSbJC+6Rn/srV6ZNfwQaTI1CbQhuq6enIsFswRC7p6h/mo78bMGLAmQiyEYm2SrwWiLSR8N+Gt671HdBL9jlACR+aczXAYWBy6ZwIq1/Sma8RuFaOW0ueabN+S/7begPyfApHpYrVqXoSHiLajxgpAnJLLhNF/j3QykGQEqOHVph3/gQwd1sg8C4rT0/ubAl8gKjK2CRIR3Q/pOqWmVXx0p6aoIKEpZhkfk6qrOsCxAUWAxLNOkPc40UckxpjOpD4cKt5m5A5x8Mwjqnjc4c/6Wx2TGciWQxg2lZ6VILkW6RUKAIinvvbLYuTHLcrlUEJwCxWcqHyes1NVAwRsJjDedAGtrarJ9QF/9DeBLMi/gzqNh18fBgAPxrBwHKDJp3iABGigBWNJoPomuZzhpcbwx9GP+pOaBP6zoD5940L7iCXr/NPCZSG83RpYhSbbBf+/28XsDFgQPElwi9SdUiPX0YMI+V5IGobtgxg1nIdxegiRJ8njNIk/dDYEANyUBRpRXaA3MjKVw/vvG2wABZgD9Q9YdZiNwvWxRHMjmn+aYLEiQHFwFBBEvSBwoQW4LZ+nKIC/UqggXAmNbtCtVdpzmqIOCy15qQrCMz5wYrfF7Wvl7dvCHn40eYsSVBKpX2WuVBbiS3iPBwfhhFc1hkXOTCIhEQmQaqabpGZsBgzn8ciXIyVQvgDedBiUnTkqqhUMrYpC4uh4BeHDbzoNj94xD1AtM6S+G2gAF7gVXwI9hpTxDtnxehA02Edr35f5jVhC1VZBfs8P92jf9Z9jcSJrcx+TVTqez09l5xS1NiPfp1pE7yVGZMo9tXpQkwBJupNZvvg0QKaCDeVfajPeCwobKTL7nYWhkyhq0co6LkfYQSelpJocwLIQcO4XHSKsszJJCgYGMp1KDu2lsIG+GC89QUqci5TPWp9z/uYFzl0PUzQDLrisNiB6P5An6KkS5R0IA5I9AYYTHzsEMDuIOfrx4iEojJb6P9eTyZ4EQiwSePQLu6aoY+ELxg6bEZHouGhak2gAhleEZOE7PZvkd5OthmQS4GW+KxF5gn1ezyxWZ/2j/0G7/xfWZfYFmaDb+gOIPqPWHCa44+PtjH+niAva0956EC3QZONjJCbBhy/+tcYwOjvNPeLx20uz8stNo7OyA/3Ya/AEn+ys/+mqpLZ1Vnb/qaOT6vZCqE2R1tQIJcKKRT+1+fWv9i7jQld/2OEABSafUyzJvtl+yvZvleRaBYsE58GuEhCXV1TkQWcgluTmcsFcydjmAdJ9rWXZRxJCv9SQobJlAaFcaB9YlRtTJ11dnwEykuAm3VYwYHa4kwGQozaaeCD7aniOLAwfHUcYB+cjzi6lrH4AprSSHCgA84gDhslWfBqwbm2SKoCcpnG5wU9MUgETTYdeFA7GpCnZ9pd4dd7nZP9jP2gC1AxGZZrtavXE1mLNdI7wN/n+QCr8f7IIfVUH3w19B9Q65tgsJm6Tr/I68WIeCVztZax++enQBORNSpA79XiNrqw3w/ZuGHuikcdKpAY2jTfDaRvLuRePFzs6rn2t//OdHPBtkQWjfDzdWN9eOWp1Grd3+ea/dbmyCCTsH924HDBLgx21U6N0swwWMIPpf8MyrGxvmyu7fAPQWod8wKzIqEN6LwZxdKDeRKJItRqACk5s7UJptW0QHXUFfkGUYra70UoybMVQTNaDSMDKUdRGjATrlfDMwb1J+RUxrLS0hpu7pYCZ0pb3XKB35yvgTGS6ORsUAt3qxhrC0e1aYUewuJ4RIcEcQ3vMMzaikQ+ZyM0B2sNRl0DJymE+dCuYOfsBEDuSHR8OItDMGNevNBynnAksA9Crw9gcxTAGrW6FdGtQEPtL/x//gjBPVdsxEEx7T/mBllCByuDDbsMtcSv7jeB8f+2Nn0vTKG688B+x3V84Gydv9/TdBAoQ01zpaa2nvJkmAnBq802k0Op1a5zcKgI3W/mgLjs8/tY5AmOC+FnfQXN15uAS4tg9JpURxgBFrTK90ogieyI7fIvAOlntzGjMwn2erz8GUSZxBs+gCvJQp/xc6fgn2GsXxBI3KYKEgUqR2pQoYgsLNEC4O5iC/Ay8kEG9Gs+cRLQLy9U/ABeobp0b9Hht1LsvC2tpkjotNzK3zH6qDxQwaIrgcBqpxzpPRB50q1Xl9DKGsvC4MyGwCM+MfCaXDk3HRYMUan8J01DXyP0UmtAJ7bJuCvK1uzxwHKMjxDHDS7CnXhRhoVpzm0vZwDBgzQ/UT2WIPt+Ld1ta/X/L/Kw4SIMRiqwK/qbVOuCLCL6jiamUE4IRtgK8oEOL06pWUezg1R7+2Gp9ZNZYzgAsfaMu4+yFIgJWNKtMWYCzyb0cAJd1IC/h7fduA5KcXoTBFZESU4GWzElF+2Zi+3KNXi4f5+D0Ahas/IQGqDlwsiHAWWgkVtWA18q2JS7gBFKhbSBcuNvbPNLeMrLsRpTf7+hiqhcXUigxFPsWviKECopFY7pZ5VDyQzdM2TCVACX8WedbgZ1C3JsdXhHSW3eCaOt5DZgaqY30ZSJpM/vOUWyzsq4icwPVx+d6kKWsDrF6HJsC4F9jGwFACPD30NsDm1svdl7u7+u/ubkkVfje93MpI2XZ4o5sMza2tX1/ieLkFGnz57w0QoFWB37zZf/0n149+A6U6gre3m9vVfh8P/rc9P3FwiYNd8a6/rF4K0vB974f0tRHgp9q+P+j3BWRqpZ8nYignKGyIG9fIeGT5V3w3pSIF0cUcwKeJDSgrKLUsRqYVrAxJFRlzzeJMayXMyO0sljtxcxYkCRIotbBR0XKevD/i53sGGIkB7aFINxYfLqYUogP2eSOgOyXIA8VoB626ImLR2FGBXNehNjszDQ+AywihB/E0h+xnQw896WsRQNA4IPxB/HMJkMsBshu4f3hQVSPg37N2hQvv/G92fuAwmIJndolA+DNHhGdsA2K+zg8QJ9DdhJBC+1bzBUiAL7fAN5AAtykBgvPecjUYcdmxlqJJcDGoTZMTnE8peMIgvaAiPV13mOl9se5V4PMP7/xBvy8gcyv9PBHzclIoQaV5vcUpWQ4rJlR4sfEQ4hwk9boMsp2FSWhwWxAUU/WXGqxVGQdNJEuoLFnW1//+8Jd/ShSoZiq6XENJo8Wte9tMEUXF7hEVxzwwugwVYCD0cDpGWYoFH5zrYSqgOKIrWRleWP+K0isNK/XDJ5+ImjmBzyXeg1+xLDkXD3wWlTGGFl3rpEBkXw6Po3hEWpkxF9je+my//dcGf4YfTIEzzLYgXPGFcQubkISbqUpyRiNKgPXL3oD3tt3h8h+32tUFogP4eUQJMNAf8OvGPmJGEmDTBgFqKgho8CfRIIQ9UGE0I20arsOIvADwIvumedjgwUuQaf6z7ly/cpto/NN9W2q68p1KgMjtlqUtX2dlAhHlKiHx5twVpGS5vDjyySBaAz/JmgMzBsQtoETqmM4vKlIXkHrsCZiL1enBQfP8ustUd88IT5KfDgqE5uLeYDZ9SkxZJKKEei4DWuxIRbPAXgAH5FKGc605Dcja9wM0EURQtGcdH8IwKfQNow6ZrHtqwpVXjpGoZIEb+S9rDokhIX6qzQJgaT+kDDj2DTwGqLxIJOpXs06Q6RJg+ObuivGmob110+siTpDHz+YcB/he5EfpzzgQAheqwJQAOQ35TfP/sSUBXRDkAOfk+pjrD5K05kN144PE1/ZeewMsWAbSnEsHQtFLIFJesG0z6YVhMO3vlACZo5mClopZuYnlAyAqLoCGRiAiTRcQeUDERrU1c8gywNJ3FmQgFUWlDISNgZd57omL8h8aJVUwJYDAjYqSVohRtUI3uPdKWI7SOywMfC1X3gMovaEDIiA97B9fZ8mgaCOiBgeDhMCJORuRzK7W3Tg9/UsUQNEQtmYIu/AeyaVi+m7RbcTKhorHgjWDIBJSiFwCa4zITP1DrnZK+sslwGgwNCVAj5R1ylGHkqdcpro+xEXrkvLlIcdxWgjFPH5yHYgIGwc4ZyeIeoHFf/bfxzNLAnwPAfD9/8OmP00Gtopw9Rj8zTkgyAn69M2Bwfbm+ebmSavV+KVSgQxIs7hTMj315cGsS0OABGiLQp93vlMCxKfeElDnXGorFotcx/KmQWWKPxk5ct2wVxwkZGrmU3FezwOz3OXBqMzDGz54xoUqNCjHGQ9AHYl7yPZQP1D6ezyE17onFBtF/6f9azKXaRQ80c8HWarxT3Xgslf/ZBkYuRE9lmfEsgeVjkMahd2vs1vfgEmew43OPJHKj7QogJFsyF3dYqWXqgkwibYEiSXAjAO3smaC/X9DKHv56+7W1i5+FNB2oXkJQFuGpoA4bLbgnJ0gIECGllEg+GZ4oV7g5j4EwPdvIQGSAW06MJ7dJMDj4tosN6LJYTGNVuuksdZKVrjXdJwRxhCOr/FJSEJ3L3CRpLtWBf5Se+/uvjdAIrArT15TQsQVRYjiRtyKVkWg6R2hhLAA1lHQMlujz/EYfqjLWuTpQsHQGAnIPq4LFn22dnlbH2A1XSp4Yp+f29Aw40fCg/r6iFvv7gVl6EIAikTnNoUuQO+u3AAoeSTCCty0DLEvRN0oBK1BgVC5q6xXHzammInQKZ/jtmUCFgA8PT6F7Gt2/mMfsCRAVCFtNRhAEmBxLhzHAXpuf93+6y8Nbt4whWlwZsOgDXv+4S/NCuGpuW67XeLdKAGeXaQD5VDORgl/a/mD4kyL+uku1gZI8tN5gwJXwnGATZ8H/CaWAMF/h1p1/zrhMWc1OB+7uMUq8ClbMxgf7BjqDZCyuFC2oYYNBevIKi4BVmpv9JjfH5B+lsd59kwuZjKloyAQgg1ZASDcRLABZV2WSWAUfX+Cb7+GsKiVMC6PI1R/j60KggSXV5hbpYOFS8VLfEfnsMczRPQnDwhLmq8OvpUrHWOrWs4LNVbH7tcvVJOkIQMPYGSbg2BsgwaL0PfrjFapy+PCuDhuE/anaj+D2tMoSOu0c9VMTNAdUgePjOMO731naJNAtgGi9s/6P0q9xgFy/w1xCWQqkwBtGZiwNVw0E+QvY7kwCST7/QALHFCR/fz3dmDrhPG1EH3jdWbfbJQjL1LilH1aEm758dqZz5oAdzkQWuMAuRzMu+abN2+337APJBIB811EIBRoGZbboPQfp+wPRxnyypQw0/vgz9AJwqHd3yX6I8sIPFsmV14v1oxG8da/cqXILuRs6VBQzAaCJdQuFLjD4oWOkVPgNmQV1ICtKow0R72Gwh6gDuAumwDpT4zowxcJy3l25n2l+Prw734ORMbtHBKhx16+6G2gVjSlWpQvQ5J3qoT2v5L0TuDGspE69xCHrwdEFIMDYeqfqvVcAuyz8fAmka78wvCDP54lI4JHAW5AsYtdrVoRFdINV+IDspkgf8/oBXb23zehaT60C1VgypC3Z7mqr6Qg+hP//br14z6yMaq3zbfN6tu/t6uXoL3D6qGLehp7baiPKEuoaQNJOG9teG4ECfDqe20DZDJaCvKsLGGZvyAbANHQFxP1LElkIKAA8U8BxWqAsGMyytLuEe6UEcF6aUk2ZF02/JIEXbizIqdVlaQy4D5gZFJhKOzsNLZHcoPnBpQWn9I2JwbcOiz3AL8WA0HENlAjYyGFnDnlHiNUeDL2HXrKjgp8DAcc/4fbWHiyUymkgnVh7uxTaHC4Ex6nNmyhUggMwwA5G5hVO84D6asRsDmrFzhUgeF4EH52QIS0Hw+zlYr/EL2gdZ/4NCXCi6j+WOQ/HJAA8fSn2QoJ3s6H1GM37QDfsjFjvvxRkaPFIqsCf7cS4ErfMznO+qJZGnvuyJCXFucv5bYo8e3zREXWySRTOemqEiY1zPOwYByIDaxpSUIR8PiaTlXp80KHWgYb/zglRINs1K4f/GYyj272LKEZWq6eDynrPoE4GGdqDaAypsACAWql9gmwYzcqSp58oV2QEJGaSmfrrtIIGH9m1I1xszsSIPvyH4f5YrCigCrB2IfB+MboXAvBJcDp4wCzT0XzpaaA7G6Vv/m3YX4J0PpW7IeDvSE2DvBSbX7HrAjvc+gzyFt7zrE2f9zcblaT6k9VVovtJnCxYKTvjABXO98vAfZczkjHEvMyftMlh5cEsA0kPSmYUnkGT5HlZE6p3UBdl4uHw5CyHqtrNI+mcHEEIIgMZZT0yf0MdbD2p/KuIgciFBcGsAEXYUAGdAPCnun5IuOYucHVEoMXpEpg+VQjVUIcF5Zli2PWQbosMi88jUFo4eMB5I+W3Y8+FLKbJOxUnDILZD74KNLFA+FaH7Amg0AE7K17G2CYClzqBc6QtQGOd9t//dXG78Px7VxmYNThTwJMD09x0s35h3IlPeMiqmd4JKuKp9b/sVH8/ckPTHJtfR7V5tvtt6j+9gZ4/vVBL0VgXRSGC4juCATJaomv8Mq4ZHG5FRQrpuA0SICd77UXGLj08pFS7POB/9QVkRWi0amzI0pSJBKwuNJNNsYIkMVQWW19HUEwGWFsk0EETweuRUbnKIp9ZZt+LtZRjkB2A92h2gFWRKZnY33x+R5f0PgKYLYNyux1Eb+IUe5bLmTcBUDjKgO7PdgjXyzYAyZUWP4CoBtXZonMlW3sS+hpxRryvPwQ4bGIL4OmZPA/7HoVGPzHHHRw3K9yOi0Z5saZICskQM78+KFZvdZa9Wy05B/KkL/1HtKM+S3G1xkZzj43N8QKxD3jvkm0X8Mb2wCtz8M2hSMGg/UehW18pUIByDB2NwtEut8SAV59xxIg8rhl8nRlvZuXtHJfYlZxreOTFyW655Gkj9KmJj2lnsFJTKWUR7AWE0ptg1+8IxhYZ0cwv1bScREaK6nBHjqSIcP+5wOREZIj5yhEGnvYRUjgwqjRz9ukAjghxOwKS1fqQ5XzH9Mm66bIYxVp7F9CJ8DDexHgE4A7pXE6D2Qu7wQxCfA6Gwho+wILYS2EwkyQsMhfyODzwlsRZ8QKnoWrvhgBxrKf/V7jyZPkb3YBG7Z/cmnw8trnAZsAydeBCAGdvZcGaM8NNi6GPzDheeBV4Ernlm3w/tHI1j2ibCEVMJEdggGnFZQTHcVISS41YO0xPp8DSFFeEd1SAiiYLMNBdpcTR8rdZ/tk0pFqXGA+DfzTSBjKf4EQs1L7T4SvcHN9QCEDsm82dhJQ1EKKxmeDXJgRoNIggNGrNZuIuAtfYmXi0ThOk8Kmz1kAyAYhXF3rcPcM+c9iyeQ/Ww2G+4prHKD2zSCfgFYoARaHARZmgrBBhdwy+X43v7F9cCaihcTVS5psVXS41BdLgj/8C8+eXGyr9e/9O24MZyvB/FTdDmvAoBLPQTCH/etjpNk1akmUDAiOcOHeINdgtP41h4+x0LilKdWZWKU0gTKm/UToHKAfWsgz6udHIsDvWgLMJr4hA+W5YCLxAzcyxfMSpZKEFJdGLlguHVHLnfjOwjTuA07TkaQcmWZITw81lE19/+Q9BYKTrrgdQ80kmGcAyh+LBQqH6vRsGThja1+8upViFjAGTMNcDSSCK7SDR9zHETbiE9jR7huvQBiMqsLUu2KlO8iG18gQla9781+g4cfBeLQyxh93UWwMIJZJUrrmdkHWCxJJgDmymSDD4s69eY4tY+L9JQHinu5H90eyOOtRzHOYzBfLgRuUAJFiVch/b20S3Nvj7ePqcfWSvddiKrzGhcYuQ/zjmi89G9HMM4czs71wcErZ0Ewv1kHpPKC4WId9YqOe+ZNHc4arVpA5lefk9M2mCPD7lgCZvXllmZIBMZnhg5zobScZzBtLkqpa3hYjUO9BaaU75hImLsuTi3DZ5OAAPA0b/y0U6pEr2dPHH3I6y25car82ig+/OLBUcTCgGvtQC8rTgwaEYhEXMwz8R3Nuqhch4zU6C10rozo+W8WIPM20uG92OyY77+Xa5wbEUxcichcVBsYGV4MB/7MTmE2AgrcBxkIge4E9H7+uxkPHCzGn0Zxnqm2Eb1IgSETPkBIgeIgZE6ju/mt3H7+Y/wLdEX414w1rAzywau9l9djaAEFc3NaEwJN4CXlMDN5YG+D5zrabfJdA1DOys0IkZCUgwIrgOJYtAFSj6EuC2lj+LQEFak2Pm2TD0Yv7CMOmEKJGrcFE3iREKlOS+KDmc7pQ+FzAZ3XlgqCNGangR4OxoFF44SZUGmA59Ng79R4muqc+Qh7boD8Gq9740zL9rYyyLxtCydNErp01J8L+ugAlcWkqkgXEcH0yTczB8/ePbSpcs7gnSGDBrBc4/XObGdjyFQ+OteqGEQahtkEdPsMctcXokN1IFMrVYNK3qL1qrgeZL0NGec6DRoZmus9ITY7/FgNeH1Qh+OGh8ewaCYi3GXW56UMsuz8C0rS5lAAJxL0SJMr3EyMBnajGpf7X4EVJNZUA2SDIqYhemuXE218M9eKM1H73Uo8jmJE+stoAyW/0bGCvI+Ui4dykPQUAnbK7SCOw7YHxP9QAQGg1mrmErGablXl+YgZ+ixyxAHiQ86i89w/7fTbcTgkeLqaaPh34QRzp6bgWAmp8yMcQAcMwY5sJUtgUDhLg+qHlwfH+pa6Owqd1IooK0IKojJ/q9q4me9iAZ6M4uzjz6V8w3OBi06fJ5Vs94XE14e6+HCo/WA8SYJ2LEONxHjNyR4OmSYBfGt87AbITV5JGxoGFLkXBMno++QqAc1WM3cxccMSYjYYhWbG9no2wF0kK4Q4G/KiGMmnIG5+IZOVUs8AUgpuF1sRC/nwmCM+4OISCl14c6JvhBJjdyHQC7BF5PaZdlnIl+NyPQH9UJYMpEZknAoK6yO/GJsS03wfF4n5uVkAxMWMUq+ILB/uKuHouBMDumcVHykYzEmAYB7hdfbv3xWkvQtYGuOL96XdFF9FIGSFtOru19ef5FnDJVS6/N0axqBoDqrsDT00JUOBuFVxXoSAZLB713lICNHD1DJQJ9hymaVX5fFICnNzPI8wVZZIRXXmCLqxOzMqImjdgD99dlhXWI0pltcCAl9CqCaq41Noj54XnCH07xG2KzHwurmkZPeI9uiq1TERQoy3cmM58uDpGTm5wEQ96QcjQ4RPptywjDzrGzMd5DPhIGEDLweANNRPEx8HE4wBdEFzdAtvAY8rl8VbScTpmEyJkRoXDXuUxl47Chxw5mV9z6mCs7ubh+vHBJUS0Q3xZUFp8/QLVtjNYVy7PVss1RJt8IH4SyI6mwaOS/5KLbBSgliDkAHJm+0fL+vXBdpAAf3Kj7xRcP5G7G7jQxtwxJbNrZeE8t8NZcBMcw5Jt5qzz6kMMaCQuE5QexXQQ58qByzyEoQG8pr4nENKUx+dTfEvA8ybVWAK0XqgSGFk3vpg14pmLIQcH1osStyObLpcmdTZEZaVumKz0RitJ35JxEg9NrIdBkhIylC+Jz0WPmeuyBQG3Z/YC610Kb1R8v4JuitVQFBp9TCIng7yNJ3IQKxNKgDZQu3pdhfxBBlzn/nMInJzcBf09sgS9kva8Cnz++diNvlcg9pV+dU855KLC8DEDc7rndqRRNPDWVxVUHkD6MQei1msrBwF1ZlF5NAbMQsmAvKGEp7L7QAK0Z/DQckyaLBYLDx4BMiIz/psRPKyniwjungFYqjI8hTIldjnkyBRICt7QdESSruPzhWSZ+gQIc8pO+XL5+M21emYwN0U2tbqA/rgaDEfP+QLIM2aCICYUwjSkTQ4mRGCF5p4yRorVaFOkKHrmUiJtXWiEAHgMHYc8hwo5wkXp4Z7HjxiN9UHVJcBfqt9hDSsG+/nEHCuJL+VUR00iSjGBnReh8EzLQWeq8wrst3RTg9fR6IuV7bJnljnzkgxXQJ5mel9kgUWYYrRILD54hIeijIjxuJkePNwE2W06Ev+UgcNCrE9JusyICt7QtQApkQ1eUx/AONo1wBQnjwbeazwGUYy6Z74cmLbxXUe0QQIMvSA3zgWehuS9elIQ1k3ZEPHpqjJAoHZRi9AsjCgBSgTk+qecEcUebI7kQTxzFgGkBnK7HD8OPaU9rwJ/+s47QYALiGzMUUOuD+gdGxLFCvmEgyulgE0xAyHVWBQAUB90+B67jSP0Hpu/ybKUMSDK87F2ob0vJEyqNLiBYcJgsWDwCw2fEg2i07qnhGlEx+I+9bYcRUF4O20hKSf3tQqP3vUlEOIgmeQcij3t9cjO5f06pzh7NEg+6nLt5brVgb0NMLnMVoTe/lBptSqNnUbLyQ9YBQE+JIsR48Ismhhjj+loObNpAAFqOVSAK+K/9RbBw4NjbdrmsBlxj4NBUj0RAa62vueZIAbKGigy3ZVsHwglnwpOlpCs2FJTyD6amyowA5oZJ6yaKuDar7YmQq4NcDmHpQ9ZY0qt6i5gFcJCi1HSLhZT7vdAMEDO22BtTDBGK4CdmWqLmoCRElMmvwRMNgIGcjSboDPQLLl29uVzmEowAsyYWVbB/mbBdFHg2gRD/BRDnAtsmbGfQLAS3v7O4X+tlg0BLK8IfX+MSvup3BWQIKv7794HCuR+6GJAyYQHXNCQpQ3HY8KrwOcn3/VAaENyzIyMQsaswcwbcoj4zbK2Ii3a8SOjPpZRmXjRkgRmSkNU5qaUMcIYEDZnCD+evsUKzt3AgAjXPhHmvt2M7oxyCHwD7QrmHYNT2oI0FGOSzgwjphfkIl5KTmzwUg4u/6KrWRRdI3GHFoDnhIg8YAB71xieMtaRW5E3xtoW2FJ93RoBUbSvJQKCTtgGeP6pMBaGbYAzYm1u8NUfhCQ5bm773N/j66oLfagH60Uy1DkuvrzxcPhxrSXvA89+1OdmQVV2BRPkjWpDBLiUAIHUWt5SSfAUNuL0ZeMexKq+Vm/RJx9JIyXNIaOEEhVYBxIgR3JmCEUMUIGNS60TAhlQOhJgVELBpXdvB2bWcWUEpvvXx3TG4hMLrmcUsmlWHxeiRFqAz8cvDiTPcKYpxEolN8lQ/vy4cBmYreAekmfPxrwxXSz9ZQFwB8ByYJOP+bjQjAmOBSQgj6r9jhKgV4GrtS8tDX5pRbPhWAUOlcse3NtMWUQ1Pjeabquz/2GqabZ2wJmZAhbKRbLOYa7JhQ1b4jGg5kKWDJaeWOOUGiquZYFLWLKVux8BF9YFLEAEmUuCDkl2L6ShCnzV+u7bAAEffkfBQZFailkjPA3YTJmILAtWKpmsWb9/KBz4cMUpGE8gEQHwb2YIal1caU1TuDlHnVFpYHa4O6Zw5lMXzVmIXydQsmV7QXpAjVqMcBMJJsuD01KZgRxGfyyO05jTFQ7TdhWQj1jKAE2isHAlkAGy+yF0/LPwmYrF9sDHxwh3pATIzwUBrmFP3PVxogUBNROktVlpdBo4nP6sDTCgVMvk2nwy4gIsdtXfnOnMZaVMG6FkkPmYAZajQ2v144gd6E41DAavMBoiV3BBwDnikmX1AieHVxa0YG5QT80dAiJhKQFGOD1OUMyQnZXfKTOXcaE9qojTSMDjJJ6szIQxGYz4KAHzQgNweAH+ljh1+jb+1Mp1HHh7EDu/MQ3viIUFtEjwofiSGcx4hbMbuEMUANVEC2A2DqkQtw6Q4xkzeEGWzlAiQL9jCGecS+tmh7Is5fVFCnqwecECk32KPDvleR4F+CbwAFNQArQ4lIjGFfBsY3RgRi9wCfqylzDFaB7M7c2ez7qAIRriybUWAleX7rITeI6KT3pcX6myEREc2nz793ucm++a1W12rFD9drv5dmZyQAI0AjxfEiBwxj4O5d4hBHoYTMnZ/EBSJHG9Aab5opup7WqgeRy50FIqJQieG3ISsOKWO5k5ZUXIPXEZXJTkxnWTnhnwvnx1xUQEs5SxygZlmnI7QJD/qHJFBvhiLIKfSgtPBOQcBrh/XexppDcwIRASlXyOXtrNP3bKJvFiKk8MfGBtoSDuzaCI6w1S2xbuOgEBJhoLuOekF7UCqg1wPkS78k6sJzpVyIs83Ia+JEAIgHhUApKcxDYuro83Q76/NetrDMAY8i+H4o7HY66LowU5mZRdCimjiS9nBtTkXAI8eudG3zfOVLvBwU87u9dKYJEyiSQZRFWyLmQ4DscyuDheLEblMor7oPLkDk+TQe6ZouEIN3CDbxF4JVfdDnNpMZFDhgTULFA0Q5zEUZom6yEF0r4rHHAr9+Su0rTrAKZzBgs2T6J4xTOtEZMR4KE0wS+7oCPtV8JohQunqLOHOB2sq4Hmun98wP11KQGuHVU4FCYaBzMhAU5IbfjOm5nOmXwYFCa0RYioMLg1I7cIhjFIf+Bp9fga/akREPRHBgRu//Sn+cJlNwEfz7y8AlY3S08PjQA/LSVAQ5pcWtQry8flDYAZixXXa6QddFMlqtCJ5VrDRClJzkKDb/E+Cep9XAivWG7TelSbfuYov+mt8JIbw20AxDMKhxiprkLrdkqggELscpVo2J56Hp/+OIUPktTZRgVFP2qbMJLjxn/sdgx9LvYIpZQKeKL0wm1QsCHoeCcI4I2A/evLvq2HoDbAkxdREyAkQF+iQ4hktpymioSV6Uwxj5QneVG36LNFMiAO1wfqZHXgpDfwmSCcCNLl5BwUsekp6GDSRH1gznLr4FXQa9Pb4Z1HE24zB1OmmOrXSMGOCHB1c9kJYlBjHpvxmLuHhahHVHMADD5+tmulCmRUVgIbsvzhKxZL3uMwDyQCPniWZ13vQMVuXTuku94wxeHzxt0eVq9XgFsIKDN5AwMTALZpchFl+5gAIU8jETOD2CpG1DSYam2YaOBRdPsh67feJ8UJ44JsmFdoGd0rRkHeeCzgkbtcEZCVFVYbgQGXXpMIeHzta0LXWPc9r3xZNfITihKgs5rLdzFFlTBpRYbDn2w3pYacCYx0lkmRAnW2OsJxta9OEHy0IL26XICK7DiFYHvW5ZYI9uNsF34uo5+Nc6fD4ag+6g7H7A8frSTbeH8Ezs0ER92zMSXKs3Hy1oROeAFrMrysE+SXqYn4PYL5WZEBHhv18o8LyU6GzDkHFx5fEkpC3HmeNwK0/uGAMarIJdjmcJO01rXvcsHcAnTNs4dH4B2g1+Nm2BncQkiLE2PAcJegOKRMLrJl9kgPlP+IfYoRmSMyFxfG7iJ1T6XEOI9DoQi35cxVfMNAt6YvvPUTCYCOIcQl4z/NhVvXEJXrY0iAHAxjc4HPW40WIc1kG6BkusBWQV7L5bYCciKLJLupoMtMWizwn1mJ/ygAWi+wd9xCeADx1dm/XcSUrwpKG98/uOQ8Vo7BdS0CQXhdriYHhRuO8/KUJC+MAFtx4n3XUDOgRw4+Qma4MkysqZs5Htme6zTJnBAHRvEHBxbBsVlWSHLTsJZWGZA3DktWFtx05/8A+OsJrnEbgQM0S/HBEhQ5CtHLOfwlp3k6FZH7HrKWW9w5Lg+CDVO8nWlYaoNd2ke9nCPjyjPhnhKgbgo8rM+FyT/IfhIAk2vQChjm+MAIsHXSOMkZcFdR+EQoMl8EmwXskuFgkJ6yEwew2S1kLX9PR1SpMiBtJufbVd83m5qkkuw3m9vN5jtJMQfNd6r7rlzA5Cf84Q+R4BJgYyLo7xbM7YgbZC3N6kXmHnVDhUulAVhZQTVVrg1sGMoWI84JMC8YMQFma5dkokMRyAv9bFShQ8G5+p8HvV0RbmPoJ8eFntahdT4k/SCIm8zGqdtR94VQSKYYucUF8n7RWdAwQAYsKUOX/LlgRWFDRddN7PL04LJRqhpq4CQ7EiibAsdJ9fCgerivtr9Go/EL6K/R4GhoawN8BOR9I6VeEgl8psxRbTa5FKCWgkk42FL0p1UIx90R3wq4+fPSOwT7j9UNpNkw4Ex+CIas4nZHaY8SIEyHXZpCqESgvAfB5Fv3NsClBJhjcMAYI7hEoOVyjx5SluKTkRwMDRQMNZkYqskRmMFt0bgYgkP5xNU5Cv4eH7jVE96Nb2d7+mRwC0NyXawDJxcoFPiMQBC/NlKioMbZBUitImaMggGyyIfsV6JJa7Dtci8m6ZPrQsBcpxPJRDsRTQjoqwE1PLZ9jWxV6NANTA7inNrjg7e7r3d3d1++3N3aerkFFRAvXjonmu3G552dRmcSr3abzZ/clQ1thus3TVvtOTOpvmnuu5Hj+Kf9pncB40CxMckBWa97xtGNACkwzw25QJip2AvMLwBpcqzNTM44LohG5oZ7OiEAxBFyDPePgpmcMwNlnSBLAswx6h0yFRBH6cU6zsziih5byNl76FGyJnK+9uJG+nlC5gmXOTXjkHolDhWUcyeNcc8pho8IfXwfHR5FjJTsw0zINAM7gnOjQqzpu+MCzzRRoRxUjhAKp+gUB0sjND5DvrnclARhErO9hM2CbvQVIHpA2R5LAgytgOwHZitg/zA5uL48PrDOif+LnxFUjAUOEjw8uGQVGTIiW+EoiWkrOY5KoUF+seNi32uLV1c4CL9crVY23u2/qb79+61GHze3uUfS/va7/Sp0OmCy/Xb/zfYb2MKehsL+cXX/GhKgHnCgRS+Sv3lWJzDn/5Kp8B7aFCcfG1tnPwaANJgsQwlH1lS9jCVVrxMMdEN3Ozqw9U+XEuBU1G1pQHzn2SCIwygP8cX9Yxjp0k5MAiVMEJwkQL+acVbcJkuWskIoeHPgcXiRRYph3474JeeGxQLD9/c3g0gIlGkOygeuZI4PbQiO9AKyTn96S9yUJHIEqQ+XkiOlQZI3YNjI50Lw6YGeEZLWrJbcJwTYgVu5seOUMch+YE0GQZwcJweX2eYg+umkZepdMpOSp594xvG3ObOrO2B37f6OqKJSOdqsVD6u6aJ/pbVlsl1z//WbbXp98/rPN9VtMB1O7/4W2+3vv3lb3X4D8kO9F3rYccYGtAeHJgTa9r3VCy0Czu7eOiqxkGyraR1xDDbskxe5UCDL1wFMusMLGwiNssosiwO8pwzUgwjJbOKFrWumLFlkRo2TZtlJBvZSqzt0tYSDmyOZUM2eeVyMkbo29d7/iNIp68oR5EAbDOgGWWGjp7yLiiUvs3Cw3qI7RL5jlAxnOXsolJNuB29/5/vLk4HidGRkQqDlzgKSw4Ow9FK8DreBa1GoAGkHOTcMKMdvDo96+ChRGJNvXQG5uQsZWYyganDYG/d89dvy4zwt2FXAThB2G4AvFIOnqkzy2frspZUgly0PbXzGMxVag89NeDEzg13NFOfD9yYsaUWttbU1XPiTFgSoQBCc3JP6QHAkOq/2kvqAdzy9FiNC+PubgmiVO1+9x8NqJVSyH6K7m8sGTCdL1iyd+EFSowTMlTjWVK8SC68O1oPtU8mWvwBY6+uuxIXnV3qp1VoI+3liIl8/LurpIbc3QjzhE5HXjmyoLJ/Fyw6NpCoBaYgvMCV61053Bpt1L1wBHGqmgsaMXJ9KQsWogDNXLRpq6boNfExXzgt6yeBmmSkL8MRSsivRwPAsviwXwx8kB42VRolRoedVVsKMiCdU7+1OtGRwuLMxaTCXSB5HR3rdw63wpEzkvGx9NXDDXshF41F9GJaFhgioxV4gW1k7YNXkQEJUVEYwLFrGukwC5Loykv0qa5U1XiEBUpgj4IH1YI1wfgtW3DYWRBVYRk1UeqvvfoKrn1AZ7h+jLt7EU1a3D1XVSpMq8oCa0qFDAeTCJHxDpmkvTL5K+TFMByA3zhq9zAvonYHc5BLghps8SyBqfFj/kwHRr8FDLE5uRA3PUdGAXguI5E4MzIKsijAHIolwLffqBqCuXSii9MKrVQYnKWjKncpGi8E87Ge3v9v95SOCGwdzlt8ptD8AwUmBHGuEY2dGF4TIBJVgriHG0BCIeiAt6FlfHkLOUV+MnODu8EnP8B4eDnpTBKTHp2N84KAAx3xV/lOpkJSDzJqJgNxcHG+xrlbAfv+QLXk5/d0X1+8CAfqMOsiAR7bA6iYkQHcFSfHtvrPhJRjw7fbbZvV4/02w57IFf2+/Pdx+s/8O8t/BZQJ7ts8lab9J/hsNu4OkO0ayUA5cWbFlp0+5axwTBTi71AW0iZdljqDufoDnml5qte0mzxHcy+HGzQkWD0jgbBtnr0ePHyLRwdCiWqngkc6nmpYAKEcsQxRoSIKJrbM1BUpBVxNwblwp79M8waxgPCPgp8Kdb28vlsONYVHnhHZgCveG0X1hdyMA9VBGLI1x0qgkMpdZ4vuhaB9EqzBOQBEfN0Lg3gwAEoiey8OCO6pEdGZ+ve63SgenEVsH908JxBWbvviD/IeDj649CfNmwH7/GFIgDpBgXhO+M/reCULu48qCpEHWgdckATbfMmjS7DbEv2v5uLwGzYHzcPicNwCy4nGzet2sJtc+AHAbDpJqb3BcZR9ivTtMqwPvgQfJZbGKhGLsI8FCs8lKFak751zg6UDSeidIzU2eI8aoZ0xvbHs0oD7RZ2z3tDsmu9QBLyo0H3qpOePwwFDqYuAbTJg6vcaXeMYGWyq3rqbSu7foK/gvY7rptwG9VQFuQbAd35Ul+BcEUk2oCbDD3aNKJcVYCkQpIwGBn3JFO3yH3KQIxjtcBBGOnKYA9fGidxnz5q7StB8OgIYLPg+0ZvEVofhgH+nQRUDvSNL+wIwjAhVN7RNs/8uwVn4BMKPxcdRaCOQuj/v7n0UVJgHyv0b2Y1vg0b+b7yDNHVa3UePdbpL+eJcDMCLFPxAewBtfyxC16epbBMjNP4CL5C0I8DQ5GGyjAswaQAon+BgpSfwVAUj6KI5xo6uSKaTOfQDPoQ3QTZ4l2KL2gLe8HxixZ/gnZ6E70LO7CkYoU2fSeDmIa0MqReGhWSfTwNPMJIONpnUNC1j2ppTvvwIe96aMlBLc5kYkhxzvj3zgekZU8Ekh7yxZcdkwjz+BqcBI5TLrbpSDBOgzgIen+fw5Jh0vpmOQQWFz9lk5owv4iZl1MvwnAfs/1Q2iocDImIzT0xTsRwmQ7YD9w/4xl4Zha+BhFRzI6XHsfgg/tRJSaiNzXYIiDzU5Fz+agqaoOiy1AeJ/hDow2G8TEmC1+dNxtd98v/+m+c5HBIbVnqv7YMcSmm+aCWRKsO3BIZtcB0l1kByvq/83g1pnR9YTjBcDEbI44uqLH5L31TfsMXEP5AT4yrpLnic4wN2VT4euyg7zNepkrASTEQmjK1NzViE1bhWhO+jl4yhYBqGxCnFRIEk1n17e2YqFzyCVXw96FdsR4DGgnF1AFkk3gJ0cvWHo/y18JoyekCbhK5IeBL4igiFjXq1IpjdAq3BwyaaUENrjKDMIt+0yBBKKlspgChc8xeqnhMffkCvCcFk8i2JUQCgUa1kYvji7g8Fy+IH9KJwda/xftc8LZTOynuiQ+2ke9y9NVoRr6Li5CCrSqAKfiwBBf2z9q2xKBNysfIIE+Gab8iXJsorzIUiXTY+8af+w+RMIlwH2dQdIpHDFBwtIk171b7FffTRMuSM6GzbhpBSpcBcnrjCl7M0PePY2wMYv4jyuAABjPklEQVRXLnfPEVatQpmxDuEgCHRVT5OG3SRGZ54KcVpESVW/yEueSDAqiVoJ0G6EbPrAjbYejjNvZJuHl+4OFU4iV8VRNgOKMUYa1ZRrIj/+OUKAWV022k6gOA/Eoh5x77IeSYIhxOEBY027y8zCAGt5vg6TfThdpBD41wNyIfIgThSU6qEZ0EYDqh1QOOBQIRME+9fgJjARTmwbBOVd2zbC/IG1aAvWg7G54w/eXudtgGz8Y+1XncCQAHerzSrlTMqOCZsbSaLH5Du7EfmQt8AjePgJjIkLiqrcy5iV3tQms0nc63K7I3/DDOWkolxyGMsTd0REgM8kMZ8N8DlFjudgygtIbjQIcW9rZHkhQmkwyppMrGwegZWXAnIWxOeZbMATTPqPmQwsFq68GWxTf2wGBFzjNjORJgcX12otT5kkxeluTkK85CkAVxnF2TWHSeGcQGdLm5XCI+Qp84mkUVSM3bUZ4sOVZYivCn6D9XzIbWccNcIf0Uu5rBqrwvbgAMVA1DcplHGIdF/773LNmAMc18ewJU3xT22iP03JW8eJZoJ8MQmQnSAQAnmABVEFftuE7MgA+uA1XyGG3hAU70dAJyWtsjVkQNEcspOu2zLqoyHKGn+TC8HMgu/Wcj/UMwKsLNcDLAEZy0oX592Pxt38e6TrOI92m6cfJYSPv8yHvqieOwEXSPoJv9kQN1lVmTMx53RWBLPY7XxDsDLlygdg2q3sGWLcdqMQSSw/kO2Kn/sghPG1otrR+NRGSkz5LBlwX4Z6Xd7bQDACNDWFDmslNB4xY07SQghS55hxrycAx8txLHR9hbtpuAi4ng566wPkK6sHG67FQxob4zFKkoKSyz9DLhMxkgIRN7KnIU1BnLEEyJY/+7FCzDZAcBrdw+E1b6KwGYSYz8LPaE+BAgM8G8fsIPdrHdRu2h2PuAUmpwJr/4aSdJfLFI6zB/cCOwEeca3vJUpAfh9rx0RwWdYU7hk9z/5DyIBsFspKmydT3qowm9e6lhNOB/Vegm/wXPykfj5X3wH0Rbj2kTH9Nv4IMdxmJiyCVFInojEbEZGkZ5AOpTaA3+g4SIJTwRI6reWHY065rJyQpSplp5AHUlYKSk+DIuyqJwWeFQefVotC48HPuqOwLhaoRQLWRV4TFkvZGX/IZ6a9kCrT6h/WccYJrJakGgZzvgru2zxag+SH89qaGgPXWAWm02q1CgJVAAyLYeBslwkMkl6yfsEZwJDHbdSEJEBNPMVhE1BtVqZjyiCBvNjdA/D8wQjw059utEQAm2IVufifpewQ9kJhpSAqulo1GI7iQWpEViLjLTHLwNeQ4j9XyAX/zZOY/oV33fwwb3f3d0+wJsOTrhn8IXK4+SyYYGzIRWqDUx4CQQniSVrDGOUKkTshMgTA3jD5AGzTyApdqE1TYlSQAIrpxUpxChzXQ3PlEwOP18Vb4q+uYFaC6xpPjlow68CglmRdfcKaGeLnmzHVTbrfElVA6lPnh7pC2BZ4pDZAOjn+ab9qkmMsA5ISoaU0SB2bM0S0p6BAboQZfgKfvF4Pqz+zVdP7gPnjoq/5T8Yr6eFkCs4N3PV3vdTqx2c9FeRr4WxEEUMTbxBVVrGFhGCXKN5Hrs4KgRWarIjcVDYguUCOZ3Hs9+ZjJ1v1zTV3gLzN5fE+oZegEPyOgMwI1wfMJKgArg7LAsUyVXoqJokHOEmAtEapcnUZ7Pbl5iunE74AevJvHStYluokwMCWdThJvWvEwZu58qmRPQeeWYMB0/GZZRFhcIpXBAlKFOypPgx+sy3LM6pzleuI3C7ACJDr6vswaNAgiBCS4ObRbvWn47ymLY+6Q3SWoZxQdXqxfsFHo4zqD4pMQvHVmp/5UiENbsZDh8G0jQDXnvNUkK8IFqFUsiCLhe0E7NWmuHCF0RypD1w3nTYUIwrjxSKw2ZdnVAdY1buVDbxi5tnlVpQdzeuvXLrvCbtdgBvKNLdyw9nQNF8KEzi5kcOoS6GgdNrZbAJQ3FxVxPCUBMan0A6kJW+U57PXz0KAM9xEn7SU0x9LnmZz7ZOAI6HVB0L+o2wUKsH4pqqJjb0hunDi9LrIMPwuKIStSxRbT9gj2zN3tKNW1yS9SF+7BMipH2oERA1YTYGVzdfV7ct1smwPcnrsj2eKeQy9h6o4nkLLFaY4rePRIKRmGJqox008VPGdUhymGD2oEwQvGjpBvl8CRNS7agKwYDmhDGDRLALyrF5oj2e7ETEslLlTK0ndWYWDya5VhznKMCnt7TgBNoYoPK17OYNTI9CVKwPmzCtzBH47ePsIblo0d6MbQOJRM1Rhq3jAGMeCQbEiJooCqliTYoQtp0q3pxpEDZIr+IueahiVLq2Fa/dcH9RLfMeNfFz51PBMoU3OIJviY53iQw0OVJQQF+oSxsU4SfTGmWYiqN4gqoRmP2uYk3tJanSUVYHV7cFBgKj7Qgw8gji4W61eG+nhW54FKAPeQhcEst4jCw9wwW2hNnoO0DwWjUDAu+CdJpNuGh40RwJP4xJgZe9rJeDXhhqDZr080oD5njGFouJV4JD3C56yAhEH5n2cYeLcBJDqbF2mDy4D46Y3IGsEnm/8MHPVI4BSxq3gzQtwc8AN5ns20t810+ginxZKKJo9IN9JbCIZEyQupPDY2B3pDDlQMnpRCMRzhWiOCNQmguOE+/TKAiCHyLjyycEHtH4Crn9HuWnEndTYcqZIYXcwhLPeOk74gXnESah9io2cqEoquJQ2uId63QjwfDWIf0eblP1QAwYBvr5umns6pJCXwg+YEz+KmwwPZwTFi+7Bx7KuX4Gxzh5HtWda3+94iriX5f+AUUjQ+wGeAwF+mAj7O4GE/VkSz3ClO0jEgYlqvqLAUCiKeT4bwRynSKKvc1puvQ+geMPpBAxpnjIUSuOcYMZ6BCjD3gY6KsFtiLtImKfsf71OuDhtHkMWyR6wypMuZhkwwkcLUZzfTC55lcsxK8Iyr8cMiIQ0H6x9S0FcJExJeOcXK/gLKDLoU4MPhj/yplZFoBgIXuhyUkUEilr4TqxztcB1MI81wbEVjmPw8GL4ipDqTJeQwUSTkNQkrA3GzYpRBWhP/cDsBt48ogR4BAmQacBFwlgNxgUy5OD0Qo1+rBezJ5omNByoSqyKMM5gYz1fwJijAbsQHUYQCaGysdH6jc/Yxb3CpaL9T3n3IVEPz4EAf/+KKfhVof6H2S9/xkzPlUfg0vkn9OmWZu5nZQJ1LFehxOkc2gKLYG5hkscEmA2/KEA5gwqXQR+E2e86J7KnuRFyVYBb3BWIGMgMrpIJyruN3/OAWXx1yZLAYPHOSDYt3Fn0WnqHmJc6zwOgRV0jI8DCXr84OEx6Qw4JiFB0+XWg9hE2BWpxaDWmRWMCBba5iQd5JgdSPehJQKRYpi15daVjSWpiRVd334kAv7Deqw6QNY2F4enkdQICpATIOSNIJoK1YZ5ODxFngKrHCejPlqkB4ENCJ2VMlEIRtICnHuKkZB3jx4YidhCPTGQkR9Y574XiYnrwANENt8g6Qb56En4lpEwRV08Bv/YoKUk65j71iuuwrgs+TTGiEp5LHSo29JBTl6nOUOelsfaI40DpMId1iuBvBd3VDwQZYNot7oB5HkZPbMjK4F3EvhxpcpmtWYpSoiuSRJcAjh8iAp05PKGMGGOKc3NcsiqudkOV4tQIsMhq4Y7si0GWyL5wwqLS5r6wjlNTaLAWKi4SkMZlMVCAXMdzVv80ThSCWSSUZc5WmkeiCs7/aJn0pwZAal0CJKrbyfa2qw0X2z8dN0MSGbggwrbfxES+4WU1qXL4ek5nafU6rRZjelCNF8gSwljQewHJuqGXWq088yWhHxO35N86vlNWZvhHbGfzOkrlLQrHygtypcwgv1gGJZjmOBWKF0NKuRcwv+NTZEBllNj9/aGuwgdinifRE5P7+P22Psk8Du4ARBTiJUzY8GjzuFOoAAxdUXwy7p1OdJM+3JgaCFsAkx+jnnd30nVpkzXdHGY3hizD/WKSs0WI4ouFBgwzitWL6iPncJTEwPtjZX/TqMJGv3AoIMU/NgW2/nVYXMhlLnDlb3tCPi/OiNQzZP9iIt6GcqLfCUhzlwCPas8vSZ8LIL2zyCGNLKqzGu16Kc5Oy6UJXMYLv1HWTg0w6VWoY5DdbOMzDWgow4Z13YtAJsE89vjQExeL3vy3jSInve6zJS9EOaIu64HwYCGveOELFo6s72nIlZtdvXKW7yXMf/Q5sJZAhsPbZB6A7tC66CH/9Q97pds8C+g1uGYRFIhniIKSATlxfYiqi+2X+TCsvBEBnlcqLRP+7AQm/NTaZRV4BiZFUGRlSqaasbJSH7HjBk+LM59eZYo9wXPigQS4lABvBcepOGFZNS6vaRXlc9hExSk9RQ5cUf8H3WfcyNAmZ6DCiZU5jQKYgGUi1+TgV/6OmN7IuHjweUuSx7w1bzxhFo/sHAfx51EefTw8WAp+QuyMqFvy0P4MsWu+xqc+stmSJTRnGFiYBhyXnhRmnWjxaQXPAYmluyiAJ4rUGfDYwkPYPkCcFDJEXYWzQkZd7qSmEXYPxMobtgF+YS8wxb61TfzBfxwK2NrnXh4B+uzhbwfu6zIo6E7NdnyeereOqq89FarCA6SDzQDWO4RP/TzRevHAucBLArwNQ1ITY4cFUV+orAAUSgLRi9ojWJqQvgNIFm4CUPo7nSLMwa0R4CxMob/7YkGS5M1gji8i+jjcDBJliMckgcTFuDQtYFwkFcHCZQQoO7MxuJE7V3JwZIt0gKxLE3iZOmS4cAsAKo3SxJXTFSGnQ2nWjEip5qX2RwS5gs9j7M4qB4cEDm3yWPeMPESV5EFp6iPuQgpJrF7nhupqiZNkphY50RWPoKuPVpqhCgzJzxsA2RHC9RAgAfbgzn+8w1A9uLgTAyDx2dhEhIOk6kLss35cZXsuEz3gbAM8/dgbNCMavBmervcDPDsBbv42dcGSJQikkcYqQ6nIzppdVYYKKJRAL0uR+KKCRHHODXLAaT+uj80lqiGYyZC+EvhS8cOQkwQrZ/i7xRzInFLmIrtEzHaaJrZPjt2CrQMZARan3JCooo8K1MN4yRg15RYpU47AcKUyBQlQXR+c1s+7uTETaG5Wf2SA98AX4gxVISBbcd1k7RSCZNEvkBNbBZl16/ghW2vYoLXEwbyOKkg6hpk6WTkEpTvUWtPdlX31Ap9X1PC3xoUQcIXqaBMS4OGpbUrCEYj1kbEsdPzboESNZqEkypvxNlr2haOf9QKAFHj4+Ygv4IEEmCwlwDlABkRsMU8xmvIon/xqFAoUixNHBUCJ7xp1MtZCPyWc0jpPg6xI34LnkWp6WoObyMybAHlmXegeCFGW8xS7KLxFT4ED/MZ46IXCwMUL4sKUcnoDr+bamLX0WLxhvMwBrOkCxmoK6aMUIwjRrILWV+q5sCBhAhRezVbUG1EOVFsMfmxtgySmBWOox2dpZVindAjSIxudUTSj9FYfgxvHlNrYRsfuZPi1cYBfggRoF46HgQR4cTAQh9J1nRtF4Efpc1yH9DmWBJr9SHukX47q0+xS3hF6PqhNgAOR44jTbjYeKgFuif9WK50HBPOPh4oFE4p//LK4mjJ+JiuqhDyaXyhvFIIuVgpzQVS0Xf1cwbgwRQFmBlOwnmo8ghveDYg6UUxGgNaDqxiF2GMhc5oWtUAk0KXa168I8pgelsXMnIaeYgcTa0rBo5A5YApypwQ3e25wGsbTm4pVFg6KYWsgt9U4k9jF03gENfmKXa++wQYFQ9pIHDSKIknZ1X5ZFVgSIH8S/9bW2AbIlgpyVvdMg8XoHsGjSsuoloGmqPDjgVJAcz0rDJTA98fpw1aEziXAZRX4BnDsZo9sN+bSgFEZnywNWj46g68LRPqLm9WnIAnFWjDecM3NmNfdohFFQgFu6uYmBN6hBzhGenDoUeK0E9hn3aLKRMyIkgIBmlho6hxwKWnRbJwA8/cA0tKMY2r4pzcTYjP7jCaLDPo1wVVEjVC4OipFKZixRkwO5Pgnyn64QvACDUH2ojSGi3UY48VQKzVnReZLIayBw3wmSNwEaEoQ4AUibtDj9BH2aWigIWAjqYFgIAemYLotAoMHBZNJgF86eeFbYhIcqF7naGguBR3JGVFtKQDR6irgoq+FwuHb8uNsIC36UROWjXxxzU2Qu3kcTuCe3nLAO0OwJ4hgtoQb3Pc+qnOaStecnSSNOWLOsi4KWcbGgpIN1WCArOAECF1GYUly4XJUAWypR6gML0p64fmwXwwXsCjCQWVbxkGnaiVUkvHIhLCXxMfWOJhR585oZX93B9Lc/0Sm+FQxsQ8nEwJZBd5PuNfHdfXyunroG8lpaznu/1E9rl4fVqv96vHB5fWl9HAEl9qOLtuM6fKaS1Kzm/1QqwgS2juE0GK0YY6JXXSGM3OJq/xw5Wq/zPjbMtV+A6RrqAK/ukVA+d4x4Ja0yP44oTy44dQ6MFzhk8mxvx7HXHz8Yv1WFig1vmvsgKtvAsvzfRhGG+s+rPzabe0BCpCt4wE1HEagKxUzcfTkkRVzkkX5KYt/cT8kwN1BlleHtD98vAhtfjsDLMxOrEplmf+eHfDm/qUlx/uFzYI01XA7vAkcUdQjqdGcLW9yReLUmGS1HMINL3Bg5xWbCnfFThCKfjrjwskgIEBgcDo45TKnPAYXCTLYgJseca6pFiLEwX3d5IoGnBQsZ9BwCZkLzZRzAzq46Gm+MBxKx2lzp6iJ8XIxWL+gHRcX5Ew6rrTFFWdwpgc9wulgnSeo8yvd8YQkxS8nwKulBHgLuCLaynj9AqUgKgbFwk5AKPcvFaR9fFD5kcLf6BDOJzwEwEVxls80YWQSRjmZx5nBl1HnjMy5XU+FzULyB4hh1g/G6aF2pyf4pMWnzRhwGEnheKXrnqSfCa4iiekKj3xsjQCEBnUxmXMc9LRmINjKh1w9MMIeG/bmBIiMwh7FP44LhAKCXkaOzFmUCynckfqsyziTEDkcT8NRYGCOxYvWC7yqnl+TAnXe3Kyc7IOMGHAEfVvZ6BeQP9xCEdL1XkDKLjtB5kR6XeegMQkD+ZQPlxm6wxEnJEhW15IYeWxC7qYQKANnwRnMRjtX3gxUj11FxJQTm9+ClJ/EO7jPkPuRSrcvQbYPBiKrH6IKT1p+2K7Hcr47L6L3Ols3uvQUOR+m7A2GJAgWxKPim+SJWf4cZGlMUcG8lx8BD+HXZwM9UDmDgXtIP6AxvA1+GiPIejIN+J5iOhIlvQanpEOKgawI0+y9CBBVYK0Fw7/tDnJUaf054NAkHPIjFiUFiv4kfZJioR5KloTGnPF4KB46F3hX/Le6+mK+svf9AuVjrDhCpGX9i5AaKLETkLeDeJdCcpGCQDG21TCCfp0eppFExpO3oTyQsCBWzhUCUeTp2xB4LT8F0KYEt3kg+ICuBPVMPuvYBgQGCzjnsMFQHIr5ueidOtrjUQenzhaoTpkigiIWaWwbjMCJGcMHSrKQseSzg+hFEhi5DH+9pz22y2WUDmXLnzgQr4OrzCU20g+9yJG1AXImiPqBWQe2g50giKBqs1qtJm+rbOSrbldVnWHXr8JkAB7TBB4Nz4RDfPgQcEl83O5vtSRWq83DPldaoPKQJyhvYNk0WV9KgHOChcZLgIoaobquarpF1HuUL1TpIK+xoZbCn7SgB1SM5b/UOUqzi3JQUzGTY+6UiIHR5vEU0VrJOW3StM42zwwP+CbnGCHesntN4T9AAwLVkIkItfprGExerAEXddQrNfCoYSWgkDwZVDkEaGGW+TNkyRYV6ecDPh1TwJ9S8phIAAbIksphuHoimbgmt8W3gReZwr3aBlf+lATIgdBqAdRFYqA6QdhTBLZJLqsoFQeXYB5KmgJDMmnTdNTArEBMiNr75RqmyjpJ1wplP0mhORjg30/AgUn12B1OAzzvWsX+y3Jn9NvASQTDnrJPjy1HHEdg5WMaUGoAKpJhN73gnOC8AFlSGwvmwuD4dM59MS3g6ZjHfww+5Rx+is4KHnygi2He8OYAY8eVjEVXFMHoSzTEPNwzKAoPMYU+5SN/WIh5k+WP6Qvhj1TM23sg6j8oFN5niVDLDAD/zBS15FZgzZhOSXiEsrtj9wuZ4iq0ALIX2HqCQYDTF6bPbm+PghgOnxVDsM/c3QNT0raI+BXKgNivKvD56vmyE+RWMIbSAasVw6j/tDjuL4fGPwGePuvIfVE5zTAcqQqtcmirDd8KBevqh0JhzRNa7qbsOJP9fOIH4DYPA0ceuZJE56oSyJJcDMa18OXKOCLL8h9x6kXWvU424pMPRyvpBfzWE+4dIhfBlYrxs5T/JoCnNP4xUJ2xm8tiBC6Bm0LejgkT1tYJ8qmy1qq09IccyEZAVIn3o81TnhgxAeIhqeHzp/WUY2lDLwxehZYB1PDtQID/WkqA82KdvRe2wVGe3rNrkCiWQFZyNczItYj+IiQMphyh5AY3QeEuKL8FznLtvQDvYvvF8l+0Ih8IaBqHAXXFW1xQ3WG8D9XUZnJI6Ba8HIYKdAZagQ8Q/hBCoDl3wV2cMZGCzxukNj5yqO3mFVKCNq4P75W9H/nRid4qi1cftQCMyYA2ITjrBeZuo+tIkacDil+VlXh2uEC6tEGPeBC1R77f30fqsgPfraqvm4fN5rv9KrRwxjatU5NrV68+T89hS0RI+D3h0nTDi+wr2eVEoqlAASOvBdusrakw4BJOQumE236/vMDWNIhkpt10vua8ImYGdgdQzI3hxg8Do8OVzOZTsmfKgTwsb3FhdofRQ0zlTqQg7+AOpSqDtKqKMZ34krgoSEh4Z4cptPoNAA+v5zcSN53aCHHwlc0UUSo5kboAI8Av3vfLdVDZAEjlx1AFxker3XlVM7zCDwf0OJlWBr/VcEBFh8VDTos/c0o/0kUHf519pF3KQsjB2sz/dS6BCHCys70KcNbVmHAmWN1H+UAJd/D82iTAylICvB0oCcgiqg65RAeMTIaYxBliF9XbrJi4s7NCc0lOGCiEQODVG3HTPLkZxrNxQ1hzQ2FkcMMHgvHhCoRYZjFw7kGS9BjHcBjf0hzm84Cn8p+v6s074MhCyClN5YbEzjM0SdoLHb8kh2+j8rtgmKx0DpmPPcAU/9gVDNX/28qrwGmn0Wm8+LzzgicqG50dXHd4oqbxAkrpeKJBcBacBjUtEIpc8QytTD7L+rMCaRgBlsCuXymS4+t+9bCqD+kYhgdKVk47OTiuVqFkG6BJgKudb/N79rSwuEbhQvyO83ifSAEDiybKp+ugDYpIZnHKQEFOuDvTjJDK4Lx1VxYwxfscUuGcN70R9h6EGzwYYU+2VK160byOMeO1f4jaFlcuxQ0z/hJMnTmfJtsB/pzwycqt+8++Puy/RATn/LeirxZrWvwEzvWV+ufBJcDQ++v/tc2PX6JOkNHPOy86nQ7/O9kFf6jcnPpgZAoZ6zAvLzINbM05zqYg6NF0L3YtkXLw0wQCPJDmoPo3iG77UJqkWj3WhwuKa3IkEzfp+fDu1Y4cLXEzrDT1KFVEzDJjFiELKreUcW3kLL3ORs6o4YxEyXI4o7RS6Jhb5ihkhyeELTbnmgUg5eLzgOdvjxmRH6NL3+s06VJmzhiMkDIT+6bLf1lw6mkJUnocxXwRWODck3Fx36zs+/VdwUbMnVPuUz8wLtYfvBZLgLVGB/JaZ+cVfri8kBI8ppNZ/ZemIDhZmjP74aAxleQ/2UNP2CWc5ZF/kwC5wnR6hpOWcUCCjbROhha3WemiAgw1lPWzLhyNOR3QaszwPNg/12tVXtnzL3EjvDyt8zLKJmRYq8MkSGkRAeYqFMC8yNIVr6zMhVavEjjy+X4SOu4y4+G+DuYQSB0gOj68xxM5Th8KXmUCUHoTMQ3j6KTKYws+dJ1AZj68yOXuQGt8Rrals/PE54nQveYvqP8ju9f3hUwC5BBAsZ+1AHI1mEwCTGvgJSc/sV7nv1D9lwakQNpQfou05ZMzIQ+Rps6RY9q7287OhARIDRe9kQZnCu2GrNIEU8senNy/lADvBi85oVjiz6guJEGO5BolMBrtXCiNXu7GWiKfepycCieBwp/W5xYCY8x4tOcPUp3FCsAWvz63c5TOwbTI7F1hppm8WOgfiaB9hUmo+rthXlSkVsmyO0KpyFdoKkj3+xx923AJMJsLrBZA8iAI0CVAJFrNpLNXO/9l/RUk9Vl1VhqK3XDY778yoyGudjZaw0ED2JsrWYBDTVUwegEJMJp15UAdl2ZMsuQwm1/PYdquTE3Jb9zACbBSM6slboGXiHChYBAMy3CpJR+lUXQGa/6zsorTjQQ4x5p6/lhPjflvCpdzOkbMHOAk1ymqw5NRw2ZB/x4B16Ec0MjGZtZz2xIY7WyeGFJVfqAhfoxq3tyTWUtBslkQSbnAWv43hpcmAZL0JPmB+yQEkgBdAhyuX/wMcnpFqjP+c9JyNahNEqEUuojv5JxSIt3Q+X/ND5kwuJaSbsCodPeKbYANSoCszmZfL32ZuLiXAzVhnNmBxZW+mIp0aQWFyT+wGc6rV0sJcE4opblfNDVS05CaMsR/ZEDXTzjr9QehXdBcoQ6cOy5AIbn6BszlaOGYRduMm1Kdd+7HI0eNSUG4XnA3jomYYYzlr9tNuKs2gYcx5ruR/y5EZBQAM8EvAIUF5YdDA7kBehc3SuqsU8lHtlzA94fQBshmP7AfzhIFNROk0AZoTCcC26lJEjTKwo/sZxzohqJDCYMkRLmRX5qIBV/QlfGhjE0pQ0iWoRcYycMppmyg8Eqv2vhMSQfGiGzGCKYUENPk9I3NcL5atgHOCZU5nKzs6YTI9GsMkyCAuM/XFQSFj/UwA9/yD0umtJNgQK6cjbkcLR6PcU92AhMWdnpR2DAKsHzv1kJY2wYXKuIPT4bukFHMGTcqBEyciQgfG73RPzd+xlUhQclHoGWWnt8Xdq/IFJ/U7EcRUJ3AOFqFNsC9xiuwXt7sx/4MqWvGXda/KxuQH+VA/o0w6UYUJyeZqUt+8k8TBdcha0oCxJ2LX6S0l9V7Wcgypb6hxnue7JAAfZ3rZRvg3FCM4p/LgMAU3vJBtEA+KC1fus5TxtcZsfSocwlcKoRSiZ8P2Z0Wg4cGB//3DAJZ9CJm83w8paBGPESi6QzJoaIXEUrjyU8B2U5rZwXWg5NQEgCTCxC0hDwUjS4+TiBMKE18kBD4nZIfsWVzgTdtDpw3ArI1sCgBWg2VrAaYCkYkRciCYjHRm6z0E7e5VAhWM6qDLU34DzTIq8uQ8sqrS4AhVbSwPxNaF/6tmIn1BtnCad2BNr6CkJhcBAJcSoBzg0UmL2IWqWx1KhY5SwQYpvWcHsPgQU8XYgylF2RKPVkYvgfF4jF3qCJvVz85kqS44XUWhQbF09lFcQKbRSoiPsW3pPDoeBF2NrnOv0MU2/tJtTSISWVJXcAMgYMNFaomTsAua1z6/rCrASP5OEC1ApIFCxLgz5AAxVFkK5PocBiJGXHpp54MKER8NKFzu/7XeRMHXZofGhFQgT9pr84WkwBTSO3c3kmJ5CnEfU9s0jM+ndxyTvCVEE3JvLL+dikB3hWkK5VH8ZZ3zlKZFTDi1IusJJeQPWxUWUR/RKZN+0mYCoci/Hj8M2+oj/YAcyCfCGcoxJgWQUVeL7ffSZ7jgPJ4RzhyX5EOfVriOooA7VRirN5MaKsyWypfHzGmMooWy4tclu75/SDrBab0522AVKxVWu+8/SE57P8OXrJ2PFJWaNNzCuzATAe4jVRHanNyoxtpdCI4Z0TjBgmeSXskRsK9TMwEYfnyRgvWi6Oi1suVZgp7KFwCPF/2As8PFg0pznjxWA3KoC2uwxgKIDdIzRPCwSLL6yjfkpbcQ7h2cbhDiI9y/zkBYfjQP9qGQpyZprvuDag5ELVgNEJavEAs+AXYa8kJ5G9zGuCVXIqRZ/rA+VIKtqtGECS+S1gv8KrVgNkGaM2AlagNMO0Ntv7YwO+H/+iS/Tagx6VtGhx2auP4Sy7aP9d+54FTe6/9f+y1C/jDr3DHEzzz3P6r/Z4ppadzMIE840qZaMCLuNBWvFAyZhkkGWx/1FstJcC7IEFsmtxAic0SIEsHuw6K5WolDIaZMt+NXImCSqvoIwWm9IRcMHJZZwLqOXsWII+50hDFWnfgNd+JmFT0En3wF4OYHn+2HYhJclmM+4WDXZQcXOKGBrI3WrQ59N8tTAKsrB2BArUrHGRAkiF7gTMaSrc2Nrbw+5Gnrf/gYmcc//mRStAez/+B9YY0OjZ+NA8/4kfd1n9whg+5p4f/yIRB8KQzr9tIKtyZcp/qv0xUDdTkBytLLU4IYflTJ7HOrDPDV5qcbnsv8JIA7wCyk6kkA1orkszswGmicLI1aWWoNYxLMKcsr4LMAgGa5onwjIp3asvdA3X/ZuedINb7RDd2jYH4O+Bmiv1eVAkug/4U6RoHiIB0CLzXiCMIwYBQd4c91pBRvhA3zyh6vgq2JAF+2dxsHbU+v2j83xQDW2wPBAFm6ymSAMVogujLz+A4cBiYzDQ6Ry7FeAYZyrGcmcqUrqZS12Ze0vCJyuRzT6ps8ocAjTmwjxlBCfBIBLi6I4Ml5sPFsOdlRnuSSZmxFa+TPHeGIsV9xyZILZRjDs4QTDsNjy2hsf/zce8wLzwe+A0gnLCEQRCmB6G9IEeaaPuV45siUSvBhI2pUHwmX7jLMOQCiWYLzOE/0kS47xgbIsBKa/Nks9VonGgQIDuB2QkSSYCo1s7CD/6fC5HDyF/Je0SA90GaXFS9E2TZC3wncPyefUTGUKk6hZKUJUWa2Nr5NA2GoVCVyiZHshtQcTtQAXb9k0PN/88DoqAIOQFyNTLD5G43GjCNaLwO4mMEBhJUPADwPSPb0tEAiqsPeXNKnN3Qt4loyTa4+H5hw2BWW5XNSmWtUrEuYA6FAQEitcwRCfAvNe4BxlZQ/5FxGP461PoHl22q4CFyTKN2cPWD2gp/kK0Mef5r4wdz1H4wASbVTb3VUgK8G7Q8k0kiHAHTzZlNyYFyFTKEii8VKFRapCcriIZcjrnghC9ujl90UEBEso+DZ1LMR31WZBV5wjB0ZeT1XqrOYOVagnGsXf8n15VVIKZkCy6v0KbceNiNBXIqwrjQLo8s1YgP2nOawfdeB97QMJhKpdVqVVo+D4SdwEebmQSIqNv4y9hNPzvhD8qiCgRGNc14MkbDRc7kgv/CRcGpywP/PGyAgT2YAAcuAS7bAO+IbH0ktqQ6LfkF5ST05lLWYBmFLJF0h95QchoXpLghC9zH9vvpIiC9fkclUNXQnAFHPog1ii5GpuxcD6QgP8qAExEod+7QVCL6OldmjCJ1DB2TCjcewY4JJZk4vsf3C5MAQYCNSqvW6NQ6JxoRCAlwM7QBpqcDqwLrRFGNSqc9SW4mHRqFZexHlRxlh8x0MbURaLA1UyofTICn1ZYIcFkFviu0oazJS5xPylRQuWM/U5g7EEreIIzFsJIUlc9unHwUYFiDm0qAfq8HpPZsPEqgD0Nqc+Es/gCLwMLngo4I1wOsArMNofw+5s6FW/fB+fEoPLbwQQAYT1KkRtPAGcnR12L0y3eMDRHFObdDgtAHGZD7A7MdcK3UBuhMxd8PID7jPMlupiTZyRYHmQ0nqfODJ6v6UiMxkG54FhdCL5/tt9NWg5kfuQS42o7zwRK3ozvIB5iBsmxIIBuOUGhyCpMIGO9vK2d5kmllwQxW+KYSYNSpv2DkD/OMQMJSVFABDNWpm7f/Ma7MVUyAHOzav5iUCeQsfJPUvUsX3E3TjAwWlmRwVr/r/JZpbAXtdP6+sWUzQTaPQHyVSmUz7AnCcYBRL7Dzl59ccANtZdKgpEDTyVouqAflSScDnYpqeITaztT/sfHDw9sAE5cAO3FLyBJzIB1qlSQpk56qvz0bLovvipkTkiXyNJIyK3fDUuqx9B3O/KRNW3JhEfCq+zOCTYMRDxlsu8u424Mxp81RXE+QFMenK9bWmsNCCGDka19E/05lYWrJRat6Jy4uyg5ftecWP18FJgFWWpuSADdBfOwB2dRc4FwC/FGMhb+kPZxM3AtMKOFNWpPipOFJBpIHYRAdOjGMoMYJf7lcRCdI4hLgcibInZFw02yrQa2vDNIuEoIlisNoo+LmZdi1jHMWNdeUJrOy2sct1KeBNbY5lgT8Z0BRBgbEx0DociOWuP7rmuJ8aZnBZKJM5OIf7DSgcISYRMogVgP/2W24uHRP24DAB9s4gvWz6R//evCB0JUWKLDTqf3W4EwQTgou9AJv2JyNJ8ICJcB8oOkScyIZp74IHUreOrsTbXhZ0jdaVARPTuolA1psZ22FnPqLIoga3GT/ZY6oHC8SxQxUfNa74e4+ZwifijI1A9r+8oi0dKW4/eVkfjVO5GxrxPqsR1lnBA85Id5Kjs2XtzuOLHrBdW6oC8K7+3v9E/GXiOJTi3sCc/4bfmEc4Lt1oyF8PvZ3d3df47+7+zI/mwHwUnr8X+P3EjoZmMvXZmV6c+gGLwmpGJCp5PXfVU/GeyKSANtutMT8GEHq0/xClZAByymEiDFqUVawEL20UBGOUwnWKqso1WrpQk3PcH14cFNLe/dR+K+I0qPeAfJ2N7+zXPMhCMYJLjQ6zdYbEQrSoMGNeL6YtDWgtJjMPdQQwHzDCN5SlKpWP/yQfGTJwI9LZJ0gEvqOKhXrAua2cJAAQ+rgI5Ksp9frJjF79K5fJ+vXmY6Xs+R6vbDazxkcDU4HsS8kFkIKGuFskKxbgcvxIAJkg4dLgLWlBHh3rHPCvAobE2HIhkAomCSsOSFTKG1Ulgup5CPRVMATbvGYVHE+SPq2E+TXRPlR74R7+JzqRREGsD8CFxpFXU7E5EM6/9XZ/DqzUFgCqT/3VHXhrJPDbwNm7Gruh/GgcGarzH33yNoAOfQF1WCe8G+hUpyvB8ioHJZSh3t6FU04fnNQZJw03kBROFuHxwIBrqyvp+slKSA9fkDisAQuh8E8AAMkNxlQfcCU6LjogYofZEPlCaYy07+YSgkFFbjoc9Ru0mPaowaWjtiO+JVx/ye4h88ZXhQdBPKnx1yJ0qKpwYYgEtL52cr19A9JcoZ4J60xdQoFSaFL6pMAQju4G4MqiyXwe8aGxgF+qbR2dk5OGieNxmc7tb5s5p0gT450ck+DOwDZK7QBfq0X+LZxupKekQFD8SPrUV+HsJ7XntgM6ErHKUwOSH5li2eBr/5MYj/g+NoLVrzAH2C7YcYIBbAnZuxNJUAY4jMDRbpuXydO75VNAGrGLvaBCuFStllHyHcOmwnysaa1/IBX+P1Ww6nzav/4byQVx7By8Ga/Wm3uR3jt/yZ3JL/GcXldPTgs/2hX+MFVUqUVVZdwUIVChu7CLs0q7ndPbDebTZ8K1/jqmf6bBPhLjOc81kUu4JAoF//IJCo9KMu8RBhwyFoYbbFEGcZ/KaKTEddNfG2qgMJkGiATQM6MGacKJBcQFSQ5IuqdIAvRLy8wYVOrmmLVRMiddpYgbF/gnWbzzfum/d7h39zHFSbvmvv423l3o1ZZPf9yXrn6hDOuqzgqq7WXW7v7+L3+1/7u7uv93T+hDv/y7/UuHPH3J13+6/WfOG29DIZbWy9f7kILJY7Xf77eh4NAtX/i4if84Ty++mUrg73V6urJ1G/mErch5T7ZKG7ee4uiBe6z9XFVxwoTCCbkdDo0q2cHPPwU/vgaYGTyknIYTI6zcl95xndhENGUzd7UeE4h0ANF0ky4gbnMSIxSlBqcvmvsiij2kBQDHOlgfbDOfTagPB0MTtcTfNPXk94gOR00X7dblQLWeNqAtMZsTxwkySAZwGOyrmsvSel3Ji7xb26bOkn+Pj64PNiuVv9+CxGu2tyGbEl57rhaxQEhsQ9RMQmrK/FOBgYCwLwKf2+bb7dxLKvAD0NviGLTOwtzFNSlO5D40sV/mHJvDwNX6rYUMExZsmQBmB1oqgbJ2zGfqydBmhxApGNz3WlMRSV5OpL3Ak+W16PlmGmckSjI/lRNLG2Fj5H7lcUzioTngl21Adbs83Bj1SV5v9FaU29Ji+Om8aeisuVfHmLEfa2SdIDTOi8DXAdFMX8CSTYQvuRuiICTCy6fwe5EVq7AwtoZAcEnKVdcL/mAc1rz3xD/rTaWEuA9gahl56IXUF+RjmTHVO2lSFUkQYZQslC7u2nI3/xgHTyC7jEbN9l9PZTeIQc/GLaAszZTCSjl1aiDONhEnCh479J6aJvwPo4YKNKwsmZBJiYuz1RC/0owCXCe8XKXzY2jzTVOFAHt4bLGeXOVyq6PFgSQSZu12offa3s47dV+3pOmtu/WUwCBPCsxYW+xaaiv1M/GKI744qncoSSCXFkizxDGelKVEEqB8bBaPUBhdQlw2QZ4b3BF+6gSxtVIYhJiVWqKPDHxUbonSoTHNJ8V8DNd0DOLuUn2tpxLVdztW3Q0zHY7hE02Wbg4oGhowym4IDcVWgGhxG4sHi7YMJZ8D5AlcuxLApyHAJP9DY2V4UIxxoKcNhxLgN3RyvsTbm70eafRaezghP/OyRbtIDOwTjwgdUGQQ1UbkgQt8p57C+ZOuTm96IP7rG6WplZl3saxfSL+W0qADwCiLmZAFdp0nWxzwxKjcOaqhwGp6SoDk9eVE8ATzbT7qsBT8bkdbggwLm26zEXER8WICyvkE/GUN1cI7sSHrRNIF5FdGWddxBKSbqrl943dVe6MPgcBniXvNlpcMBXkxz1DtHYg9JAAQ+/9sLvypmFdyRF2dmm333n1qvZb7VWtg/9vppJomJWYe06KL2Us4TTxKvCyDfABIAPmlS7N6MV3DCVZxQjm0yYULEgEnAhEk5K/NTj1CW5EIJ/2cELsRXxWcJGvSEHkruI6sM+hTnvZ5INpsgPsZK3vFo8lBxbx/or7B81BgN3r5gZFPi2Zz3kjmi+8FkuAo/FKkztccqfLzgtulwl1Z0cS4J/a8TL/4TgRM+YiQ56294SG6xAXSccIcNkL/BCIATPi4efFrjYlBJhSn6ovSARcCB6cox4Gpz6HGwIWk6y3FvjMFURU/wWiGM12GIUHxv44PT3kIgeG2a17Yr7QDrhEhH3tn7bhuhswRBW4VVnTqjGaLOwyYNQG2D1baaLaa9sGv9r5744osPMr7XZBiDDrdP5LqZAn7v+LlJmLAOfrvUo5BtfgEuDO8nv3ALBMInU8XVCGuzbRh+2wSLnpcbsgEXABKLJOGTO7KBYF3j6GGwP+KRlo5owjXhTwbPYEuay0mGF6sX7TBwducLAx18Y9cw7IEkU0WQOetw2wBdGvwobAozUIg5IGKQGGJoizESRAsFxN/AeOMyKUBLgPKoQm0KCsTALkGsRCSOfsg3ZXXGT8t+4S4LIT5EFgKbODqIPaQkFWXQwJNdkYqEUTngWKrDMNt1g/DLx9DDcG0sRqrfE4hkEkmqWDQhGI6TCrA/OCQM+KqykgQYpaQh8qhDjji/Wd450IcA4JcNx/twH2owDI9QJt2UAIgS/zJEi7K+9Ib/iTA8V1qA6L53ZFfMEU4t+rnYZJgKG1g9vwjPCl4iDbLvf3RXqxvQl/zxxKQE9Fljz8uWp7Jh76/tHEC/Hf6quZrfVLzAMUWwp9nsAUmphKMkhPB0qiCTwbEfBm+nvkhzTSi+DmBJtTpci/FXELZyn+xoWBRWbJ4DQGsPi54RhNVwrQjFl42PuxrPtOR1NzJuYgQEiA/wltgFwxhgIgJcBfowyfqg0Q9VvUfsFw5EGcXtKKEqBJhuTA/3agbrymRe69kHZFaCUffhZJaEjKic5+Sfg+WI1YtgEuBog/zjPlVhPSpRytFBIKIuGUNEMFz1XfM4z1Irg5kWZb5HHtWSGyPx0UPyvFOLbIhVGqWdmF5Ze4GknBcYCVnSWm4b2GwcxBgCMOg6H4hz/PtmrgWmU3kgARnHqBCdCgsZ1JgP/akUlWO6Yk+CctsuJy0zjA+bDu7Ac4AbaWZfGBOEWqQga0xEHxgkQepxOqZBPts8+nFXAOPNajivQQVfhz0kzhi50mh9biNw5RFQ1vmVgRobRgAlwOEaSNINSSFQGj0uoUUOOwFbCWBDgLzXk7QbrJm40TNgCusQZMGVBSYGULFU93gviGBEhq04nkB9bbUScIJEAZ0fAVu4j/22l4L3D44BUSuohpVa1JDMIanIPTV+K/1Y9Vt1rivhh47Uxn225WgmAYfhyNlHF0rwurHD973JDv7g2SX4TiRwJVYGO5UTK2rVJy4tLomAKi3hGAHVCpzYADsl17ANZ/J1+FDX/W/7vEVOyLKNRPcQsu37MXOBsCSBqkJFiUAN80rOeDMiDEPS4yYxLga4iGsJAISBYEvA0w0OcNA71u+n5FdpwI5whV4MNlyj8UTF4mjZKnlyk1sNbaItJ8IIDwLYmAj/WkZKMMbhYAAjSjFPK14ioXISKJzlD2jcydTS5NowpwaTd1QnpIf0vx7wa8F1HM1wbIXmB1AK+1fDDgWmEcIGLcxwGC4f5rl53OC+sFNmPyn1eDf/M2wGw0vAWjng2H2m9FcXZxDeFD23FFGXTzU7YBqif4tKbXWq28N9dLPABMX0Yv0weSCy4obKVmpTQmvSS5dtUjYbKsPwCPMh4mWyuCcLMMF6ENkNVdMmDmZMo6mMUaMCM6czOMRgUC5jALQFqJfvwXUmuJHDYXeA4JMGUboDYNhgDoQiAvL4tzgRve+EfRjzyX9QKz6gvuE/39j2wkAaK08AwMU3AZ6gogtC7XImGoXdS0QHHQ85qaHhruJ8vuLS5t24Un9h4jr/S5/SIJMPlNr7Va0S2WeBiS9EKpwT9SS0qcrBM4q92lYZ/0IeLfVI+EqazyzDDWQwKuj4H4MYWWuQIDhiIwKf8pwiOQ/7Ig4wbAqaB8rraKZRV4JmxJ/HmqwMmbDch+agPEX/0gagPMxwGm2UwQJ7//odIGQv9J9oMxe4hlt9P57G2APBMPztNkPkP6u15r9YuEzCUeiFOvX43rZL46y5X0ZXGFG75YMrjBgjAhpM1glueFWaJlPYsfm/CWNaJO47/Ce+KtB3nHcR7Lw7APEkWBAkJL7RKz0F6tVFYroqJbQALU6D/UgCkJshcEleDdNBbSIQF2QHWa6QFZTzKftQGyP0S8B9C49l/NBPGBTQsBssTFKVfDSpP2lVYsXEqAiwGraiqKKtRKsaxkFtOP8kxysNhiV7yD8C0Q4CyEcdBZ9daZbBr/xQTId067ocBE/JdOnUbvA2Qp/0m/xDSk7Uqr1apspetarSX8YnX4vd1vazEECYEaA0hRsLJR3eb6Lsj3SJJ0nyvA6EDdV+jsbKSD9XQXFjCXgZ9PdumnWk14N/pOUrtzb7B+QauJn+xkG1Q4cmtbDUbn2ipXq66cz8PsS9wONjaJdOo8qbyNYabm23L5unkb4HtiWhGfBjzkvE4fjFtvxIeZdBQNA9Q1NS7zkS0l5CzHdleGBs9pCikyC1gDbVxdhg/gXGIW0g7HAVZObOSK4wWHqRAy4gn/F41G65OJVbhItfYFF65/Jd87HXBcAzIiF4mpfKx8bOmoHLU6Oy86J0eVysdNGdhpbbPS6LyAp8/mk6wJA3YWwxQ+GtlvB6b2++xXqV585sJb8qxzI8PnRgsvhd+Xeer2S8wBVtY0/EJyipW3MGK3VO1Kim3zT4sn4785biP+m3SXHPaDSt8OUFlyOrxYnyaohSnCCudMgXGxIwoLZuE3Kd6FuqLJEjOQ1s7BZNoY6VZ84Y4gXyrcD0Q7g3z5UoFCU+lynH9aPRf3fKLzVVxC4OfwQLMKDOEZwS0aDDMLl8+wXA9rcRDv1VdGw9MkGwydqjmwhDQZFDdnfFKUueAxMauRz2HMNPE89X5WeZXMJwdquJFZEbYUoIdiDuASrqUkaNd9wpf+h2G98aVSwVG5wm9VfztTL6bzH4S+c3dIQHWOHz0XXYEaP+EKTeUTnPIKkkSAuJwzCO6ohKDx+3SFm8EKB4xAlLr56hXMQZ3nX2iOMGHp56srXq+kFs2eX4F/occJvAfqNY6GDc8MrfMVhZF/FrpiQHZbajOW00HSG2QdvzEo0OTl8x+MW0mH3DRJTWwpMtVQ0UQWRK14epzRMAx7Nm+M/EL9F8riTfKa9LLx71Ykn0lRYjtSGShD7GXEJaozmBvnM3IViYa+YGAX/uAdzqi4ctozF3D5CcaVK10UBIjsimKk7hh+IkC4sssn/N3M7CE36hoI05kO+hm4qiwlwMWB35IzFj0WutRmnrIwDk7jqQ6sIqd5Af2uUV6cQMgJ0L4p1KgBXGZFDHukP4tcI8hSBdi8zxC4l+1/t6PZIL1xdfujTe10tNaSYq3VgoxlLIK/xClIWqzPknugpKgGSyo/kbIgoNH2k2yoohEPwHzh9AXuIaxJ2IMVeIxMKUoES/JPrjWQRV1BmBWNyM9uIHw6V7PgDtv+eKgR0C+1bLXwJR6KoUody17iw2JEgLxIYWa0704vzksQyYFRGSKUnUUiQcZdMI0wgkXPR7icWnuhIf/eFFGI9a/XDvEN4e3Wxtau4TX+3Kz39Wvu0vt6f2MSf/jVQN0WFf/58cf/mJrXH//zIw0RMC/uxNVT8INfFfYf7Y32XxttAFf8hQ92ae9BsfehVmvvtX//UNv7/edarfYKf1xp9/uHNjS12t7eHs258H7nVW1rWRIXhiCsQP4buSaNVqtDIeZyFBQI4cgNlygBURM6yVN8nU1gpqyWDfDLoK9KUFt1VvQXDLOYjzGlVXaJmWi+3t3ifuQEtyS3gyf8YLK1v28anH/ddZ12Lt99+bqpncj3QZxb+HFj8y2SqS77u2TArd2XW7ggAOr+Lc0GXJDr4MouOLWp+gus9yM5b48mpLSNjd9rH37//YffyWugQ15/39gjubXbor92rf2qA5qr1To7HHn4Ye+3zqsP6iBm5zCsbOORJRYCK3mU9erdlTF0NDDBLwAmMBjYJupPhCe81cOhD4grrU89yH7lKIPLvu+IHkbDkBLzeQeFiAfCcGjim4qTr4aEkhmIB6LVX3/90nn16rdX3NCIw2B2XuzsoCLZ3njVeNHotNvQfG7sbYBbXrzaaL948aLTaLdZ0wQxdVj1bO+x0vlqQ5ed9m/S7XZOGo1fOqb7gLBoWGu0YApZrtU6+aUDXeMENzCXnZNWqwVdo4V6eEdnuGwctY5ajdbmUaWy83MH58rmySZrv6BCbdbeohkuOw1o/39w22ngsTk6plOb+LAucW9YXFIGQX24O5bQQsaTMXGWl1QYPlEpBBN8O+W9RIDGgQK/KDmG2v3a1NlAZxJgqNl+Sy/9XLFLwWtPVcofdr60fmlAqOqc/MIdLUEgkKBalRbH6XEhexi11shcODrgrF/WWrDDj+PvPjfAQY0d6RsnJ/BGuxOQ0C/UgZHIlTv0e0IdAapDkJUjmIHooDs5WYOdcNTaPGlsVnCLTT/Ad61Ntk1yPjJHGiJYLksN2sPpC7dp36TmowgRd/6Mm3NAYec//rJLLABW5nqsxnFtVMiCMss+MqE0c1d7Uz0BSIAz7waGcdXzQN4ESJEvieW+jAqh1LZIYQhD3seULx5H7iwiavN7Xq/8bJH8hVom65psVquAgzoboL/WXxsnrbWjk48nPxsbgY/WPh51NkBTrRrOa5XNo/bGHow77UaD4ldtl9Ic7aA7afzRgUuE1aqsQgcRD2JcjfQGKttrgMVqGycnkOJanzcamycfO7+1WueVtY+djV/Edq2PnyqblUbtM+6zxr3XK2ublU9gS4TQ4hDs1qfNSqsmyvsiO4RF2qvA1W81devsgMQhw2qQ9ra/7hILgBWtdc7mwo9T5AY0C6UxK84224E2pp8D96eqmwhQuG/Aj4D+YdY+muDBubV/hmDjvehhP+Ds6SEAumqJBSDdbaPq2wb5tcFda61fTjqvGr80Tn6u/bJWAWtJACTARietWvsEOkhoRxDOUCmmDhZwclJr117Q3ZpEvxorsJDdoMTRaH/4/xyR1VofYfaZNV7o3A4kCZGOltCd1D7sQLKDEjzXqn1AKNBJxlt7UXsF7/RFtECwXIxBIh/ru5QIOf0EwiDlwi/nEFwhmEJs5dzj9jPK/t8+rFUqvWYZtXkKKftBXBjMpRtf8u6OuF9S3cx/9wvzsZD2w44g+FrkS/sZGKmUq02npRJ8/geRWSyxEFyD/zZ+wOl3/I9ATwSqoptr5DnUOiFnVdbAJOSjjVrl01FlswEHa+C4vV84EqXVAW9WWu1O5csqrDukrKN2DRQELmp0KL11Op+OPkH2QzUZHnY6R2scvtLagUvYQVqDFlx1AiFzB0GuVo46v72o4bb/AycIdPO3NoXMzue1yuqXyhVkzsrHTz93IOzB486Hxubm+Ukb1LeKUCvnn1YZGJWNnc8mAe68sGW3llgQrA1eDVSBeFKIMWqdz4nIqsCciorrvOV2Xndl3CYAPiuwHU+R0wUBGsdl4Gckq+SGyNWZc6+X/LdQpFvgvfaGRpts7HxqQGiClAcKZOsceA5n8EgHbhqfudNHAxXURm2PnRyfX7CBD5XS9m9w3GhBbGQ7nrow2MwHIzhtQ/HLZ7YdQoEg2ORH8MzWP2kgQ+LGpE7ekC53diDSgX8pB7YqH2G6BkI7Ai1zvCKM1mAIbv5IEXCTduA/Co6oi/sYwtXKFwSDcNgGuLPsB1ksvFyiOoYiapoBKOiAy9FmRbQkAS6Lbg4xIOJuMDmPJl7jwBpWx2E7EX1xvi2qf+aokviAH0iBH8Efr9ovWh9RVZXwR0Ihp1SOvkgIPKq8aHfINhXSGM4b3v/agVC31gBLasRyq0Ox8dXvJ7D6goooTTuQHuX09Y9HlcqL2p50kv+OwLCtyhcIc7gHeKzW3uGUO4Z6grot6ssMtFGr7bQ2j3YgUq6ufmk19jogvMZv7BSG01eUNFt7kvtYJxbOIQKS/LQoTWe5JMJC4WILR+8GBuytjFieIwLMmqvGTn/Lkhsw0t41/eukJAAyOvMYNKoL42D4veFlyYCLQrplw++E3z61Gp/ZeMcBLRTxwEcU+j6DWhqND7UOJDuIcicQ03b2PnTUE0wdRLY2pUb16UILqqLqFzbdbUIkrNVYm4YROOpk5wM7R4jKGkw5HAZuUK+ufNw86dQ67MZda5GKWzs18qEWnV5ba3XwABVwsogXZ8qLCH6NdLd2tCPqox10XLGQCoiAXCOG/EcWXO6NtFB4ITwdkP9MjYpxbwDaC/2Vab4m1j9yRpbq//floi4JMMkbAwkuIY1L1IqK/9jHP3uLgu65nOCxGDSd+4gfP4JBWMXlVDgSzckvIrf/iG5++J/W0drmx5NOh5Xgra2d1tpH1HRf7MDy55edzY/gncYOJLZKZ6ONyuuR1WYrmx/ajTX2TiDozaPzV7tt9VTA69rHTzvtPTYK0pK7DbdrH375RJ+Nz6zq/lYz6e5z50XDpETD5lEN0iQERjYkrlXgESGsgjJl4OjUKH9ekf187enOH/fNqktMhRd9VcrIgGe8whQyTd1WjO5dR4VbtvrfgFusvwoCvZdBInK4yZ2QJocQAo9Bgm6wUh+E7pDAgAy56wuOhc6S+95viUlcaAoGp2Nsbey++gLWq7X3QFsEu3BJgCdtjtFr/NZofYKus7VB4ZDiXOWk9UvtQ+2kcbJzQsujzdpGG05+oZAIyuu0IfoJRxTjIFqSVQEEe7TZ+Zkki8o22Ku12fjhN9a4N1vcc5NP0QCH2l0gUH74/fPJDgdEg9Jw3tz83DlqfVSj4MlHjoOBjPgCjPmRPTcQCvGrnPxC15WPv/n2JGTApr/2EguCFcS8WSrlpn6cqX9hk/e9yjYnLDQ7Px/MeB7SUAY3uxskAF7j5/JyIRyvBCcrozM3TX3yx73vt8QkmuA/sp/+JBsIbSccCMM6LOuzmxyTvMNODrEV65iNn2uq6ZJeKpVPHHvCFr8KXEAPC64VLTv1yQLUfWp9qXxZgyhoWp60ojRVqODSRDpBd83AZV7OWa2GmozIFRa4pAIsPp2ff/my1jrZbB3VOgyv5QsvVBo8c8lBVuJr2oSp82LZD7JoqCiqZta1XdOHIL40GWixkiQdJOVmh1vKrqxvcTMfFskTUwJi8BHc9C5IuXUhF8Ayz9ZymgVkIiACDhsyZ+5m3Gw5+/ceSDhjl/QH7L5ahdzUfvmXTcQ4Oq983HzV1szbdrsBimu1Prch03343z/Ujj5B22jvffh9r7b3897v7T8aJEBWeSnFuaDHVj92JusM9qLcyIM0xr8ollagXDP9hd3InyonYLs93LfWqYG8UPPdhF+tT72zwxHYR/S4eQKREGKisTZC7ygUaEmUrc86H20ekQBfvfpvjVuRdJZr4y8aLI7JCsfxDm2qFk4XZ2kyRIlV+Z5eXKcADud2G+HG+qmrFw4FHsGN7wQOBbyAtKz2PaO/uGFP8l6amvzHyPS7eHPgEotAk2sWaJkDXDY6r8AUXDsFlAHUfntl66wQr37T5fcPtvyKqX//3z9z/DQXLNA5Aw3t6r89nnP8gf8Pf7T/wH/jj432xl9cAMZ6Y36AmleY/UUTjtGGrs0nwdPZE4EV8ZycsNz5jSQZQZuxF/FKezBxc6bOsh9k4UCxpNBHAcSKKEQXkJILMBzSRtXcYHA65oC4bzb93JOY5gFJrwA3vxP4hbCR5FM3AqENPi0cAw324058N9zlH9nF9Oio7govX9uyL7v/kk4rvdh6Lzj9L1jACkrh3y+3drdebr38dQvqX7dwbG21/811s7iA1u7+7mv9BPpCkDoYdAi5ABgiRMOPWxs4tDyM4y8dZMAP7Z/39n7+/QNEULKvs/DPFFBFjQSV+AWA8f6HhL4DQxBjjYqNZU5ZNKz8qwRbEQUv1Tm+V0qWXxrehrkcFWA+Ho/kbgBfOYKb3gOoBg8QU1NDwDdENpT+ELu607Lvd5FIm/sv91+C/nDZxQFmM/zKE2gOAMuZEozndWXA2g3D0bbFr+DYTi+36OdXeSL8TIuXLzd4Mlc8ZcGA+bhYlmjPKRDC4Eb7B/wkCf4OMXIPVXDWjcmBv/9MWdA5zwRDKUF0+u3gxDNoUMJf7b/Qd2rLfpDFw3b25qfFivK6yEkMSMzNECbRSXEvuO9Hh7goYPZebHPAqrYUBZNTbnCI4EbZFm5Juo7wLxMfBEg7UxXxJK/8j0TVFj/d/9cuOBASHgRBCmSQ90iAMyAyi8//3viPJLtfeWSOjO0g3Eno2woCpECvG2RCnaaAlDiBvTbq2z+DAtnwCArEiWKgFgTU8TPkQUiEZiA+dC6EGIiLKsuvasspwY8AjeRNWQ8TG/hgtnzzbr/eiNzRw1LoYb7nQiA+/q3r574A9zndpUOtI6tm00sjRHAjLh4+b2mqJRaE4fvX/9onXuO/ywM12X/pskvR8DXO+rPqyjVQXxuLxWdgd2OD7BmzptWbxX2Z66ASJGqavOk0WgQYkCenPmJro8bGQ/BfGzXhvfbvXA16b6/24f8LaVDUt1fbg5AoYhREgpD+7OpGMFj2gzwCVDZTNuKr8a/LBWJcLYXZ31KCaR2c3OJ0Ju7r724gGwHjGTLZ/ADRucrB/UPS9fVT7n4N+ut5nZefFL1ad9nbuzBUnfv4F/4F1euggwaHBERdXv+vPyEmggdfS1Iku5HSUHX+a4s0CXPKejhDvUsvqltDTwJ9/fJ/FYVA/YwDp1Mg6c84kGf8yH8OioF7v38gB+L3gT0s0kI0xPGBhJi1DgKQCYMJDD4cLpsBFw8VT2MfFumhFde8FqxT0E1DZkfFTQ6fBepgpFH9wRkJFBctg5UBZKc995Jx6PN1+ltigRi8ab5782b//Tse/E0gcCGkQwA60iGZTX9w3P8C871+ucE18iU6yqk54pmu7PeanSDGhyWYGAgideIjSHuB/nQyEZBdzRnUp/w7rh/YOAgqVBvhz3tkRYqGJESxHn5QSDys7UFQrP2+4RGwxEJhxJXRl0k2GQMKt5fiWx18fWRNdAvAaVkABNGJ+QjExahEfAW2/Abi6jmjW22+azbfvGk63r958+Zdc//de5HhO1O+2ccVZwA6h0ju9b9Afn9S0NvaAL/hgNpYjz8XHsF7r9XCqLo0ZMD9l/+C4FiUBgO8swRQt0gQ/fwS5ixz1Ex74wcOpBFsdA2o8IPG3vxOg9qH39tgPP7Beqwpt0GMVn2G8q1HwRILBQtkutJFpY2l2ovu/Axo5KlgbnAVcGeJKAR/fzAEvBWwqKF4ILs4KJHfNakvPCrbGV25xIIx2H4L2nuLHw8CXAhK5OU9jzdUAW/Jkm/egwglKwKSDFldBsXt729twYoGbFAMrYrgOydJqfSjKMiGRBAlWBBnG2EToD2VnAHBd36mgvSHs+OHv34wDvyB3cM5EwJc0dDwv7l1HMTDGkiv/TMMOA5RtWTUkzeWmepRwMKKY6Qzm7dokKh32OEuZuNGywj3IAZRl6vvDvnO4aYPBKLIVbwBdEma7fth6C6MbJcoIq1Wm9W31e3t7bfbTfxxiO+cDAWyY/hBPoQgCIkwEgWFdy9fUkIUH9rpTxBfkBON/qybWZTHWvBrKtiIaASo9sAJOOvFhwA50BkQvzYpUIyXV499wPXvHDe41/4g6oMZ5EH8JSD+vhwK80hA6cXBQWvQsEAfsCsTFbdSMb6BQdxmtoN7Qr22rp6GG+0m4BYPAykvUhaFZWFaA+ESC8HgoFrdBv81QYEO8NxbcGG4vIHBG/AhxL+3pD/Kgc19/vbfvXnPo/kOBqDDprGiBESTEXEysdDOAWZJL+9oE1mCK3HCXzRK1jQ2lbHMoAS1ik956E8KFZFqoA3Pjpf/xgm6X//9I7lzY+vH/6guTQIFlmtDPxZADZy7CiGQM4LBFL2+CnmJMmZRyMOJ5QE13ZleRXkFuMVDQdYLikWFucR86FW3D5FBB+kAB38Xg0FvkCYD/ZJDHoeH/cPjKo7Ly2oBf2+TO//e/smYE7Jkc7v59u8mzhIcCdWm2YJ4zNGcwnDIrrPhOB0qT62koy5U41F9hNJSh37/32S0X6O5IWIvSX7EX35u//UXd/Bs8zcVmpVHwe9nSX4cOrgHgbC21+n8/EO7tiTAxwMKcrrC/YJxVul2uigW8IVxyONDWTeCGy8EycHh6SDt3Yn+vp2Ye96odnZskIjjVU1za22CrUGriPJ4sUONobHzmftlcudLqLUHpoFXrXXQ4JoEWtxACwfeIcFqtpyfL+p3/uV89Xy1soqrVAtBZQdV4CUBPiL4ZVMxxVFo44/x7RCg014GN14MRloN5rq0JcgST4I/tGzUQvAFvwgFrurk7by34Gz36uoKAX26Yohc86qySu4D+1EJzeqn1Svo4YJnmNhx9enqCjbwF0zki79PXB0r03GfuM7v7Q//p99xiUeBGLB7JgacRRgPIxL4flgAc8NpL8BNF4Z0lPa+nY/BPwtvbDONnBxu+33Cr3L+yQ+KaJ8q/Emv0xdT0ymNqLta7ezus03xb562WVX2OrLhPerK1jb47w++fuAVg+aD2YEfjFapgZqLDPJiKj+uZHTl1ji+8H+OE83wVFJLWXlRa3eWEuDjoju0Mk2euq1036n4ZxR0F08PgxGfzXx7ursu8fjY55qkYAZjCB2iFfCP1DygxkFHoo8rOr6qXOEQm1ydU1mhPKYrGQdOaBd+YMDVT1y2nuuecvHTcNENwJAU8lx+5P0hvvGX+ccP+k8MmoFDzNPVhMDyT474QzDGd3j6YPZF/rhp3c5yTaxHxlijOQYJ6OOW5q05WcUcFdzO5e/BIO2B/MaLG/x3XyznLy0Y+5uiNVKZyATcQrJRTZKkhtooGcO4DowiinMmonylX7j6zy3lVD+oUT+9IqGhBou7ra5SA7Zj5ZTV03ADPoD55o9hmSl+ZFwz4GEOZGK2tBI1QwUb+Tbe80CC2nwetZZLYj0+RGynqAwnxzcy1ZwE+IQi3wTSlaGvyrxIdMd3obQzOF8uhbVYcPeOj2tHm3ZwGzXquKT9Db+PrbXWR9t9V0vg68/jiOtAa0OOTZ64KDT3WIdb4aNdckwYADKTD3jNQuI9NqHAw0E98fu4xqfmw6PmrMX2qZgF0OGnPY+AJR4TYrZBbyVdv5k85iTAfyLmGeVXXxlzbs0Si8dWZ2/vN19NeYfdvJ3PHW4iDjV3w2zs7LzQ9QUUwazDjTI/swcY9tnemez+pS5ost5g/chqrROtWh8h1m+S+UCiJ9zMSJTnfIoTdzw6WrM/V7/XYURnCHR3E+0Rah6EFHpV2fYIWOJxAWo7S88m10P9fhnvzghRBflvOSNk0UhrjV+0U6/EPlAKZCiTBSs8DJniFrCDAjXqT+wI+RSa7FDJzVSs8LLu+2n1amJAS2gDFGL1o6Dm77/EYwMMmK6MR9+zkJdBPeN3AFzLwxjcR/JbttosHlvOCN8ZOv76Szw6xIAr9bNJBvTZckVMmvxTcMc3o3N5wWnIxsKlAPgYqDkjfGe4Ws4EfjL4ILfu8GJKe9fXEQxx069yX8O8giBdyaWWPzX2kzC4xMLQfPTK5jPFUgR8QqS25PsUIRCYk4nuWn28GYsM61EQPSDXHnTeW7LfovGdCoAQAZfjoJ8S2srswQ2Bse+HE+JzJcGuCcp4PL5j9JTLOvDC0WRfqkbkOTSfjQPzcGiQXoWD9aTkcbX6JRwcKqjOCrj4QqtPNs7Ph/nxrw6PL+c+OS0f2CwNfkSwsBtwHCICVZDhcHX2o62OyIw/GWh6HILEVWMZ5VR/PSvPcMu3a3sULPEksKF+3WHY3meJmSDLxbEEAZB14DsNGVxiLox+/lThEBSN4vMBdh831z6urVnHsA0I/AidOompkHWrAsfBmtc1jlPhQLwWGZXdyfizM5ke13S2oSuCdLm2MKBlJjTvzs8lfIH5uZ851jn8cdbIF+Na6XA2tqx0liXxacFdvVGMB/MV4+8zdfDWfHG1+VHB/9iHCi7pb/HodkAG4gXN2JXCKAYMYSoqZAslT1KIUmR2hQu0NkVYrANbm4OBK1zIlanCrSqfjJAyvTy4UxriuMLjfIIxHCFgSKAVCJSclULx0eRFiqkm10HB9RPOuYoC7SkKQmerM/BfkAAB3KfVWnaDPD0gBtpe6ZOYbvrPwi3v6NbcXV5sJ73IcIlHwtbqlcgBYK3VYEzhBEOgfktbUop0ZiEPqk3CDA7kRJasY2qgH4zkBZVRzn2DmvXi8yuqVJUFWMmlBwZCrawUqOrQCoTeURFn0DRRxRgOWXumOMcL/hTtaF2BOzMMU/ZoBjuoOBQRl1aj0Vg2Aj450pVxOkwvZvDAP50CJ96vYGAaO59l80NIhks8HqqUvCiukSpM4FLj2SdKYjSjKCb28LqjVSApQlFGw4lLDcBYvmVHR/LnciKFRM3ZJcWRmEwwE8UZlRnYpEjG87C4GgOCgJoCJ++L+1AqhFpMprP9eFNe8LfZwXCpQBBYbm0/PV/lpFPbWRLg1wAEmrnbAed0tiBotfwnvGXhVrlmFHo6ht1ln8ejoxm3xIH/TOGtZwZXqpJqUGVXsz4yWyFTW4VWyuDvC4SuTqOzo18RWoCVk/CAxolCpW8xFdlPVEaFUaM5YA1bBCsb3Y0uOf0EavOoR4SZ+ZRrBMljs4F7LQnwq4CVu2E6Z8UOvDAfJT2cuLTrODnw6WH3DOyLCAqD/ZbNfo+NtyDAiALvC2e52VhtV1OK9fWVMyRq96x7Zkqd+KvjT9P0pw7EOAig9EVJjjxqtGXMh5PRWSA1ODGZz12S+vije2gznxn9QYo8Otl5tfPO42CJp8Z4ZXyDEHhPMezhzNX9OhQY3w+lAaVEfb7LiR9PAVSBi/xHqhDRzIaLdgVkZiSlDLlpY/7F99IGuzoQ0KpWN2W11aiLgdMMGvxUodUJOp5Zv4ZPa1Bk/Rp2dCin0rL+zQOhN2qdV9d+wyWeGqOuxC3XTWKxNVGENXdwj1AHZpC3BTrhIjQBLvHISDZY/dzhyi5lcKWWE1dnC7wItDmi5Lh5xAM6WuvQOjEN7RHyQvuGNHZ4/tzYKqwAXcA+95l7jwvXhW42D9sN+EUgL/yurRbXgeFQGd0RN+YdudCMIDcGPUIAnnLziE4J7U8CoJ5de7VX29ja/el6Wb/4euiujIYQuFz3HQNR4LEwRi2I7X/1Zc/HU6KeJqfcl4/Yf90+MRLBiXsZiTk+azkrM/18AvUvJx83fdmpT+eVT2SZTTIMbRq/8MTlr8A4UJErqYYUp+4L/D6du4I/LZkPUc16Wr5cQcNxhVr5j8MI19ZwJ4pxnyTKUUFRjoJf5Qu7WewoCK30gZ+kP4p+uFydr15VWu1LVLHreQ/bEl8TLPrzU2BOFP8gRG8UvsbLr/LXRDLvxDhVJe8IdvKyaqorB7UIpnPAlvXYR8LmcuDfs0I9XRnjPwv/PL4rwV9wRNUQX2Uo6mz2+8e/+PPF4JWY4hZuo3XMU3Mx1ictea/ZcvpdcazNlbXk8UdDSnZsysvu7wpOjouZEsrMCQFN5knjarhxnOtkbKfWchOQ5wbuCP3tl/fprXwwufXVUtV2l9LfcwElwEAkdgGgosYvHJzMmcHQsEqqHgcZE9REE4fPNeqZ4wor7kC+LSBYSuc+eaKdmJXTkGUGRziDFq9goKovD92YhvJhJwAuFQyhULMasHlZTv14jgB33MATJatbGeXJYKRnv/sAvoLHM4p9Y7Lfsm3mK+NvVoGdvDIuCfxChVYqALsYa2n+maQsHBTjyEBhSog0lPEAGIi6SJs8m5RG9sQPsiFdV2hmvnjInRwxWAZBuxgS8+ADju1h4QAHDE0RcaBCrNyhJ3qJJ0N3JZ1YLn823OXtHtjLPH+wd8P0cO9wt9ipxD7Ufpe7HX19pP/nzy56kVFEaqIf6ck0zmwuj/EsfqKViIaSYRiSIjN4kAs5golZiemgMHIip6qqKi0N7bAQRG0wFZ1xtpvcmnOa0V53x0EbzbkTTUvyMxemOlkS4PNEOnvn9Ckwp7nkBZ7LfD8i65UQ3wZq084nDga36vUF7Q2Xdd9ngmR3D3wk0Usgp9gFMI4j89DMyE/ziKEiLVELRqKluRVJke1EXHQj8gsEKRZT659RFYKSE5xlxRDoiGInTfGLwdA139iOYEul/WVAOjfgto1lFfi54nbemsItkUHBLubG24K9DxAmg7VLfoOgKhjOwK0OlvgaSF62RRViMPIQLlxU7xMVohGxCpWq55L+KlC5Hb1A6dJeoDHymy7wLG7FSQYMiz4laMo51QzBbhMoT7IfPfAEaxykX5nRBf446DnzmvOeoIBXr06WUz+eL5I5uCqiGL/mfqapHBMGiwWCt2MuxE6h6Kr2u8TzQLoLArxiyx2pRMQBkOski4lgDFBJIwqEnRoAjYBwAtvQQmxFDcjNncAIepm7sYjNAqNLOcHFLeCEC8l84lMFQhTwhNKJN8l34k/5hTk5U0HiyaG1gJcS4LMG2GxeEilyiKFAhlFAjyID2n3xLwTOR5jzbsHrstfjWSHdlwRoFVnxC9gHtCUuMUh8I+VlTgAylQ4TAb+ci5aspitGgiHZzyjUnMhALjw83kfLStOJLHiQy6yxzwJhYAoPds6BBoYcQb4tMNjIstJarn7wzHEftoq8zPB9B2IqAf7wSDf6pWX4O4Jyqr/c7XK6x7ODEaBTBunFqrdZ1wNFLYhishYvUqrz9j3Y0i3ZTAxFbsqvZDvRnLXn4S8DBUIwcDki2VkFVneB2js03KGBrhk0H4sHmU6Byz30coyTPNM1/ste4OePezXaRV4yUimGY8Z3CRoPksGN5kNwPZs37xbeEk+JJgiQXCRSA4GwVU/8IbAy6kKcbN3CuFIecTE1/yYBMoyM6CTLkbNgQroD1Pgn767hkEGJjTCEmhpzmnOdHPNB+BdU58VJ1WXdPYQvF3K3rAJ/E7gPBU4llZiCKMoFUnOjm+AuiSVffU+oaiqcSWKkKSMmk/MoV0n8A5uQT3hhldfIzDmMF3ow0nKWFFXxLElQoTtFcal7c2eUKucwNR01uoE5lR6h2HLStJYTnGAnV1Bag6Ws5B0XO8HVzra/5hLPGqSdOwNecIxHvqPadDin3Q7uXmKzNCLA67La+s9GdU9MQ9IRY4nHSD0iEEpXIhqzJMFQbawVRC85oHe4J/OYyGjSIFQKDG6CWAe+cnc0DeYwgPvMjR5KnuhS4fhNaecKmvAB3QFN7SJ7PFzlZCkBfiuYlwKnSGjRxuHahClDNu94zrCnYuoKfQhwvjCX8uQzR7MGphEhiXxEHTiRgHChdGUayWqkLNGbmIq1W6jhjmaiM1hYCDIXG+GkcGVBVqO9ucNhjMeBN/JMq0C58uumtv2mbk4tLwoVavqUOzyQQqUL/vHklZ0lAX47mE9Sm4qIAsuUc3/+mdMn7pe5vP/NlvhKqLaPxBvGHaQPnEVEvJJvyDIiInIhrsY7Rj80NufiSyrwlxez5YkhGkh2mrNhPsh+ujPb8uw+MOHYamnoVwtnXVWufJlUCZ22OqoomIYKRURKD5qyoseC2eaSAL8tLEhe0izbB0DVZoObzINJt0s+fP44blfUTUv2kVRFVjGyITeRkwLLGO3IDO7IgDKWfeA6eaYfuhIh4We27FFhALkBzgwZF4ZLDe9vt5ZSprgwWLgn8KzUATploM5NrEOYqHSWBPiNoX5/MXAG7kiqTnyCG8WA2bzBLfpFlngMrP/wkfxjghg4Q+TiDKILiAjXAtuQrshNxk8UFHmSAfUeEmmMhqZVAOZcZxKlucTBe9j8E+rkSMIeA6BEZ4ifhB7tNoDd2P+QH6UXly43Afn2MIN5ngwgzLpIsx7I0C3uhCX7fSNIt9YyCiG54AB1kJmocYIytsl/JCD4sD/c2YVn0o4CosI80gHOOCi9yZ1Z6uzhfGGH8/mVXFiDoElytGaVmCEBulcOk1ThwkKRCZ9bDoHKq5/8NZf4pnBP1lkUwm5xQLlfOMeCqutLfF2c7bbIGmQMUgl/TjbhIjIxQslgPmAvP6I7N+Dy9TSkbwZACVB2MhB/MSw124FLzbOuOMlAXStkWdmQ/sxL/ggWEv4ITPqgKFzgsVJbDoT+RiHy+UoYgdqiXpUMS8r7B2K4vym6ECTOkT9EWgCEMXIbtcZWZC0eIh1RkvmRMxqKr2RLc3mkE4ZGQzmzMGkoHpQNHMOUWh4Mgw4ViPnhHwdqxGrjkyWgO8mZvFl9mYHyWSttf8slvkncjW+mjldZYombsd8iZYguRCtgEfEPV3W2UTDSFa/GWOQmExvJXTRkHy+pkuGQhMxQbGqkRwOoyKZ0zX+4NcOEO7qwgHGVK3NNUxc1pcaJnt19MKT06A8DVH7wl1ziOwQJERQqFtU1/005sv3ZYqAGPFJNGHAjQCG4aolvHKMmCBBMZ5QBQgGViHNEMBx9Qkbh38lOhEXeyehKvR1OUvQmU4VhZMef6C3zIxoz0iNb0dB0uNAJDc0xzXjKTa++hMeRP91PgdrlSvd3i8qWv+US3zPmpSkNnoFj7VQeaM9miMC0FMqS+/4heNuQ2CSyEX3xkELVX+lFQ4IUpDQX0EhY4iOAvEgNwiE1iZ7MVMGT3cRaVMu7XMvKNHSsUOWAbqXWn/5xkm9/HPnDiVocfAbpCehpsxwFs4RjCn+V/6A9VaPD1DoxX5rW03S8nBD3j0W1o82AHxPcKfiroMFsvcQSDmQHHVm2CApeSXthqdJ4ZskS/2ycJVXgmsfxAQ78qv1q9bhfhQXM+tXDg0uYH8LG/32a0ikUMjFz+10yrNiA6mMYJwoW2vykP29gIcGnLMyuCve8D4OkoaxgqkAQ2jUfEIZ0mthzysafmv6S5a4zS8xCTH4xlnlmiSWWWGKJx8TKyv8fOarM0XZ/0BkAAAAASUVORK5CYII="/>
  <p:tag name="PPTPRODUCTIVITY_GALLERY_NAME" val="A6Ze33IOvei7jwcewEDsEMciHVw5ry03QGXR6rX8ujxOeoKCARXJBWC3nGtmZidBywm3+4kCFlIBGNBW6BWzNHQuNLQCQuhG5byycLT3lEtyDiw0o8CJrBlJhfm33/LmQoix0twpCOKZ75npT6gNcQfZQVPkQ0FVsAwyqrjuHp+DDaNQdORDhXJ/mvQ74Qrt5EUeyQlq32BeTAxsRMVrqQ=="/>
  <p:tag name="PPTPRODUCTIVITY_GALLERY_TYPE" val="_whole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0124D"/>
      </a:dk2>
      <a:lt2>
        <a:srgbClr val="E7E6E6"/>
      </a:lt2>
      <a:accent1>
        <a:srgbClr val="C57B57"/>
      </a:accent1>
      <a:accent2>
        <a:srgbClr val="00124D"/>
      </a:accent2>
      <a:accent3>
        <a:srgbClr val="78C091"/>
      </a:accent3>
      <a:accent4>
        <a:srgbClr val="246EB9"/>
      </a:accent4>
      <a:accent5>
        <a:srgbClr val="A53860"/>
      </a:accent5>
      <a:accent6>
        <a:srgbClr val="F1ECCE"/>
      </a:accent6>
      <a:hlink>
        <a:srgbClr val="00124D"/>
      </a:hlink>
      <a:folHlink>
        <a:srgbClr val="00124D"/>
      </a:folHlink>
    </a:clrScheme>
    <a:fontScheme name="Custom 2">
      <a:majorFont>
        <a:latin typeface="Arial Narrow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403AE2-37D8-4030-8D4E-5BA98BD7960B}">
  <we:reference id="wa104380050" version="3.8.0.0" store="en-US" storeType="OMEX"/>
  <we:alternateReferences>
    <we:reference id="wa104380050" version="3.8.0.0" store="wa10438005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226B0650BBD04E91CFF692C493E7ED" ma:contentTypeVersion="14" ma:contentTypeDescription="Create a new document." ma:contentTypeScope="" ma:versionID="a97cab97411dbb37a11f91a9d681e396">
  <xsd:schema xmlns:xsd="http://www.w3.org/2001/XMLSchema" xmlns:xs="http://www.w3.org/2001/XMLSchema" xmlns:p="http://schemas.microsoft.com/office/2006/metadata/properties" xmlns:ns2="9c759ac6-18d0-48f3-a763-e72966c8a3ba" xmlns:ns3="701431c6-1cf7-48b8-9c80-09dd31d4c62d" targetNamespace="http://schemas.microsoft.com/office/2006/metadata/properties" ma:root="true" ma:fieldsID="e19506dbc72634c12195726584d8ea8e" ns2:_="" ns3:_="">
    <xsd:import namespace="9c759ac6-18d0-48f3-a763-e72966c8a3ba"/>
    <xsd:import namespace="701431c6-1cf7-48b8-9c80-09dd31d4c6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59ac6-18d0-48f3-a763-e72966c8a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3b16c52-3ea9-45a3-a200-7430bfa63d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Description" ma:index="21" nillable="true" ma:displayName="Description" ma:format="Dropdown" ma:internalName="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431c6-1cf7-48b8-9c80-09dd31d4c62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b5529ad-da36-48dd-ab39-8f10f6efe7cf}" ma:internalName="TaxCatchAll" ma:showField="CatchAllData" ma:web="701431c6-1cf7-48b8-9c80-09dd31d4c6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759ac6-18d0-48f3-a763-e72966c8a3ba">
      <Terms xmlns="http://schemas.microsoft.com/office/infopath/2007/PartnerControls"/>
    </lcf76f155ced4ddcb4097134ff3c332f>
    <TaxCatchAll xmlns="701431c6-1cf7-48b8-9c80-09dd31d4c62d" xsi:nil="true"/>
    <Description xmlns="9c759ac6-18d0-48f3-a763-e72966c8a3b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BA5640-4742-4A78-9337-7FCD4A7E8B0B}"/>
</file>

<file path=customXml/itemProps2.xml><?xml version="1.0" encoding="utf-8"?>
<ds:datastoreItem xmlns:ds="http://schemas.openxmlformats.org/officeDocument/2006/customXml" ds:itemID="{E0D87B9A-0C77-40F8-8A60-44168E737219}">
  <ds:schemaRefs>
    <ds:schemaRef ds:uri="http://schemas.microsoft.com/office/2006/metadata/properties"/>
    <ds:schemaRef ds:uri="http://schemas.microsoft.com/office/infopath/2007/PartnerControls"/>
    <ds:schemaRef ds:uri="9c759ac6-18d0-48f3-a763-e72966c8a3ba"/>
    <ds:schemaRef ds:uri="701431c6-1cf7-48b8-9c80-09dd31d4c62d"/>
  </ds:schemaRefs>
</ds:datastoreItem>
</file>

<file path=customXml/itemProps3.xml><?xml version="1.0" encoding="utf-8"?>
<ds:datastoreItem xmlns:ds="http://schemas.openxmlformats.org/officeDocument/2006/customXml" ds:itemID="{AD4E7EE6-DF82-484F-A269-F0CADC2438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1868</Words>
  <Application>Microsoft Office PowerPoint</Application>
  <PresentationFormat>Widescreen</PresentationFormat>
  <Paragraphs>355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 Narrow</vt:lpstr>
      <vt:lpstr>Wingdings</vt:lpstr>
      <vt:lpstr>Roboto regular</vt:lpstr>
      <vt:lpstr>Trebuchet MS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Tellusant</dc:title>
  <dc:creator>Tellusant</dc:creator>
  <cp:lastModifiedBy>Staffan Canback</cp:lastModifiedBy>
  <cp:revision>1</cp:revision>
  <dcterms:created xsi:type="dcterms:W3CDTF">2024-07-12T15:52:51Z</dcterms:created>
  <dcterms:modified xsi:type="dcterms:W3CDTF">2025-01-15T16:14:16Z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0x0101009C226B0650BBD04E91CFF692C493E7ED</vt:lpwstr>
  </property>
</Properties>
</file>